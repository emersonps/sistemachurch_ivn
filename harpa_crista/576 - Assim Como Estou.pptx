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AB7CE-52DE-E6A9-B6EB-7FE82E395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E93F51-9DD1-75E0-8D27-9CDA576B3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2F587D-F637-BF81-4AAE-A3BF831F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75F4A0-3FD9-B821-8B4F-5CE97D81A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C5057A-3743-7C9E-35AE-B8318F30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1170A4-EB7D-49F5-BF49-5A83298F74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405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3C4B1-4F5C-4951-F02F-C3396858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DA2B09-48C0-7635-374D-988EA0967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EB3DE5-8BE6-8FA8-FF63-B6FF0667A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744D80-62FB-D727-0D10-DE3E7CDC1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F3241E-475F-97F2-535F-28122BA8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CA6E48-0A4C-4BAE-985A-70AFFDDCD5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160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1AD44-8EAC-6FF2-5656-57DC1F309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6BAFA9-DEAB-496F-B3B6-4355061D7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E26001-CC37-F994-14D0-24D5E403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7B07D8-1180-D2AC-F227-EBBB86164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B6A6D9-1D61-E35A-4832-6F5E9545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5DDD4B-3709-4FDF-BDF5-47640EE16D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7982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3BBFA-10FC-1467-9A8B-A75741EF8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80FE35-A7E5-5FC8-7C7A-86CF42C39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39DA0A-89B0-15CE-4B83-00A20D70D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50C4BA-A995-A24F-C2E7-463A79CC6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11D2F0-4D8F-5DFD-DEBD-78A322198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5EE9DC-DD27-53AA-D437-666B8DD6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47E55-0A23-48A1-84F7-14B3471B63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085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567C1-EFC2-5143-BB26-08E268D2F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C817AE-09FF-15AA-8A75-2170EE358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BF8109-0B60-DADE-01C1-54F645F09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9E629A-083B-E8F1-9D50-952807E51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FF2214-96CC-7A6D-0CB5-34757E76F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B0C007-B234-160C-FC04-5B88162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12AD53-259D-10F5-C15C-4EF9C74C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B1EAC4B-9C3E-6F3A-622E-4FBE18F4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F60C6E-8EC3-4435-8CB1-5AF3AD21EE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4623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62C62-E62B-DD6F-75E1-23F6C0191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38F0EFF-7EAE-E928-A110-85ACF2E1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E4C468-5CFD-531C-7DF3-91374436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DE1F628-D9CE-8CCD-F83E-5DC755CF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176D3C-11B3-4958-8B97-E6D9A4E59F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0140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4DE44C6-F89B-84E4-F42E-3F8D2F278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372FCB8-0B52-2544-E9F5-5EDA3940A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A200AA-4C5A-C01A-D0EF-6E1EBBA7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E3AA3-AFA9-4F69-9147-1F578165D1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4317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BAB33-2EA6-DDFD-A5EF-E58E85F17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B1C9CF-4202-F988-5791-99F414366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4FCE67-052F-A7C4-8C76-62E9BD25A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1CE10B-8DE6-2E8B-17F4-6849F6CE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BF07B5-FE60-5531-33AB-0E343209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EE2D31-920F-2BFD-B479-FA5F9376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50C18C-D872-4D88-BFF0-A669381E08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4007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40D89-4903-4706-D747-97FD27C19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90C99B7-0B8B-48D7-9D7D-EA9933D4B6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18E292-CF38-377E-24B6-8C719ABED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0F7A9C-9DEB-0B5F-CE5E-14BC188CE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C1FCBC-4B99-8E23-A875-733FA0DD3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F81B55-9344-D237-6E82-DFC6CEF37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FD54A1-2F92-458F-8A5F-35DE0C1FA4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351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94406-4457-511F-C00C-94620D45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E913D3-4A80-62D8-CBEE-A47CA6F1F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60139-AFDE-82EA-34CD-174A0837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ABBFD6-1905-4144-BBCD-82A5D279C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7C999A-31AA-B77B-E57B-B47FE60A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509665-D202-4E8B-96EC-7204F24420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053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E3E1DE-BD5A-D7A9-6D5C-C5CC1884C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4DCAAD-C0C8-4754-3525-9DC309C96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9DEF67-BB8F-0021-11C9-E03E6A36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02D900-EA76-55A7-DDCB-4F16F436F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40BB99-B532-0162-D4C9-B467D229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7A138B-B7F5-4EE2-8FCE-140BF1BC56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1995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65C0D0E-CCC7-30E4-ABF8-CE192C9F69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2DE9EAF-5DC3-33D2-7CA1-989E18AB60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9E57A5C-9CD7-5A6A-43B6-0341F29FD93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5D43878-9134-9270-AD1A-0C376705CC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08E51D0-808E-5D1C-8B4F-CA8F93A406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455042A-A46F-4619-8FF1-C23D5240A8C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7BF53A1-CF3C-293D-79FC-A4B60D1A822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576 – Assim Como Estou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2061C97-0CD7-61B8-7422-013AE65C47F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BED47D0-2491-FC28-0F3E-5B08F668AC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Assim como estou: sem nada dizer,</a:t>
            </a:r>
            <a:r>
              <a:rPr lang="en-US" altLang="pt-BR" sz="4000"/>
              <a:t> </a:t>
            </a:r>
            <a:r>
              <a:rPr lang="en-US" altLang="pt-BR" sz="4000" i="1"/>
              <a:t>Senão que por mim vieste a morrer. </a:t>
            </a:r>
            <a:br>
              <a:rPr lang="en-US" altLang="pt-BR" sz="4000" i="1"/>
            </a:br>
            <a:r>
              <a:rPr lang="en-US" altLang="pt-BR" sz="4000" i="1"/>
              <a:t>E me convidaste a ti recorrer: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Bendito Jesus, me chego a ti!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E1A5B94-D57B-EEB2-7A3F-2D17A60622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Assim como estou: sem mais demorar,</a:t>
            </a:r>
            <a:r>
              <a:rPr lang="en-US" altLang="pt-BR" sz="4000"/>
              <a:t> </a:t>
            </a:r>
            <a:r>
              <a:rPr lang="en-US" altLang="pt-BR" sz="4000" i="1"/>
              <a:t>Minha alma do mal querendo limpar,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ti, que de tudo me podes lavar:</a:t>
            </a:r>
            <a:r>
              <a:rPr lang="en-US" altLang="pt-BR" sz="4000"/>
              <a:t> </a:t>
            </a:r>
            <a:r>
              <a:rPr lang="en-US" altLang="pt-BR" sz="4000" i="1"/>
              <a:t>Bendito Jesus, me chego a ti!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5F84846-1238-7D59-7841-D3105C7395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Assim como estou: em grande aflição.</a:t>
            </a:r>
            <a:r>
              <a:rPr lang="en-US" altLang="pt-BR" sz="4000"/>
              <a:t> </a:t>
            </a:r>
            <a:r>
              <a:rPr lang="en-US" altLang="pt-BR" sz="4000" i="1"/>
              <a:t>Tão digno de morte e da perdição,</a:t>
            </a:r>
            <a:r>
              <a:rPr lang="en-US" altLang="pt-BR" sz="4000"/>
              <a:t> </a:t>
            </a:r>
            <a:r>
              <a:rPr lang="en-US" altLang="pt-BR" sz="4000" i="1"/>
              <a:t>Rogando-te vida, com paz e perdão:</a:t>
            </a:r>
            <a:r>
              <a:rPr lang="en-US" altLang="pt-BR" sz="4000"/>
              <a:t> </a:t>
            </a:r>
            <a:r>
              <a:rPr lang="en-US" altLang="pt-BR" sz="4000" i="1"/>
              <a:t>Bendito Jesus, me chego a ti!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AE617AE-4E09-ECB5-1BC3-109E857471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Assim como estou: o teu grande amor</a:t>
            </a:r>
            <a:r>
              <a:rPr lang="en-US" altLang="pt-BR" sz="4000"/>
              <a:t> </a:t>
            </a:r>
            <a:r>
              <a:rPr lang="en-US" altLang="pt-BR" sz="4000" i="1"/>
              <a:t>Me vence: e crendo em ti, sem temor,</a:t>
            </a:r>
            <a:r>
              <a:rPr lang="en-US" altLang="pt-BR" sz="4000"/>
              <a:t> </a:t>
            </a:r>
            <a:r>
              <a:rPr lang="en-US" altLang="pt-BR" sz="4000" i="1"/>
              <a:t>Eu quero servir-te, divino Senhor!</a:t>
            </a:r>
            <a:r>
              <a:rPr lang="en-US" altLang="pt-BR" sz="4000"/>
              <a:t> </a:t>
            </a:r>
            <a:r>
              <a:rPr lang="en-US" altLang="pt-BR" sz="4000" i="1"/>
              <a:t> Bendito Jesus, me chego a ti!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576 – Assim Como Estou</vt:lpstr>
      <vt:lpstr>Assim como estou: sem nada dizer, Senão que por mim vieste a morrer.  E me convidaste a ti recorrer:  Bendito Jesus, me chego a ti!  </vt:lpstr>
      <vt:lpstr>Assim como estou: sem mais demorar, Minha alma do mal querendo limpar,  A ti, que de tudo me podes lavar: Bendito Jesus, me chego a ti!  </vt:lpstr>
      <vt:lpstr>Assim como estou: em grande aflição. Tão digno de morte e da perdição, Rogando-te vida, com paz e perdão: Bendito Jesus, me chego a ti!  </vt:lpstr>
      <vt:lpstr>Assim como estou: o teu grande amor Me vence: e crendo em ti, sem temor, Eu quero servir-te, divino Senhor!  Bendito Jesus, me chego a ti!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576 – Assim Como Estou</dc:title>
  <dc:creator>Junior</dc:creator>
  <cp:lastModifiedBy>Emerson Souza</cp:lastModifiedBy>
  <cp:revision>1</cp:revision>
  <dcterms:created xsi:type="dcterms:W3CDTF">2005-12-27T01:43:54Z</dcterms:created>
  <dcterms:modified xsi:type="dcterms:W3CDTF">2026-05-02T22:25:28Z</dcterms:modified>
</cp:coreProperties>
</file>