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34750C-4D8A-0AE8-7C39-BB78174B7B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C038B3-6922-11FC-BFA7-CA3E88E56A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0DABEE-8B97-BF44-ECE8-B9C8BF8CB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9EF385-7F46-8FC4-8458-78F9EDFCF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BF3795-43E2-12B1-F439-FC3A0D9EA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725106-96B0-40EE-9DB0-2108B970C8D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72900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E7FD5F-D2B2-2415-0FF1-3B16DF859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E47662-F0BE-3E3F-CC23-24227AEBC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B98E27-982E-30DE-AF51-E3A825A17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8A74E9-46F9-3B07-5497-36A61A617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DD6798-79B4-BF31-D220-D73835436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93B0C2-DBE1-4ACA-9F83-43C13A1BB11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28440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682D4C-4F71-182B-DEA2-AFB539709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039CDAD-ADE5-AE95-300C-138A5DDB4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C06227-440B-D7C4-6FC6-2E8F640CE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EC2CC5-6BD7-5366-D13E-FCD1445D3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706181-8F1E-4F4A-588F-4D42F3280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FC75F2-AD05-4800-914B-486DBF21A56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31899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5A2255-C7C9-54AD-9465-410038FDF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EE485D-AC37-2C69-8650-860E096AF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1154AE6-85E2-5862-9E21-E61493F187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EB4B7F1-E2A2-BC8F-2454-3023D1796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EFDB31E-D05F-501A-E79E-9C9F3F718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A5ECEE8-8537-1B4F-4C97-644259414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65F04A-C6E7-4E69-8158-BCB47981315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4740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159C65-6889-8E38-A87C-2F1C098AD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7D07F61-CCDA-0AF4-0E50-48DF725FE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5AFA033-3F65-F77E-C2BF-79B4379F1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8C9C2A0-1BC6-B642-56FD-799FB44DBB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B09F03D-6A12-E6ED-553E-11EEEFF7EB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75764C2-F8AE-7174-B47D-8BA40C697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22CCDA1-239F-423B-AFA7-D3158EC35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06B3A08-2E9E-EF35-9CDE-1057DAF53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91C2F2-8E38-40EE-9702-1067F0F94D8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14113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2FEE22-BF66-747B-0756-1D200FC60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C9408CC-5AD9-A2C9-3874-A75DA95A6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3CC509F-583E-2346-16FD-102EB7330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2B2CC70-9651-C6C9-79C3-0A4F8084E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D3CD4B-5FC7-4B57-B3AE-06CF02289A9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12909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D924FCB-B8F1-2A44-6909-7963390D0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67C309-3507-4934-5D32-9291E5EDC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31B10A2-F47A-9DB7-FBCA-2FFD065C4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60D8B3-4AF5-468D-AE42-816934079BC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0825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AE989B-9FBC-2AE7-FB55-8E9CB65ED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122B4E-AA18-A7E2-BF90-0E01F4808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BA909ED-68A1-B5C6-F292-3E541585C9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C633E2-65CA-959A-C6B0-977414CF2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21BADDE-218C-AAFE-4341-8C23D298D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7A9133-4A4D-97CD-502F-36B7E38D2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8F435A-3C3B-4400-811A-59B13A53F68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54567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FB45AD-1090-E8CA-C5EC-9469A7CFB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423509B-809C-4CE4-366B-ABC5B0138E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11A4BC8-43CA-CDA3-455A-C0CC7F1A93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286E9C0-B7B5-0D1C-64B0-DAF89181D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16F6B2-E6C6-A234-61A8-1766F1AA8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0C63EF-034E-2E0C-9928-966A1A094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C1B6AA-97C3-408A-BB0E-BA1C123FD87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25580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D6C8E7-1937-0E74-6D7D-2353E0E88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1B10E42-AEF9-196E-08CD-248F71DECC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DB9AED-4BC1-299E-FEAC-5A0242874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3FD174-6E8E-7041-0489-EC7B0C2DF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21F554-4AE0-E54E-13B3-C84E27E63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A2FDF9-F5B7-4268-9D50-14941281FF1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80730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85AF04D-97CC-7794-DDC4-28A5B34057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5ACEE9-B25E-86A9-6E74-5EB7FE1364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5A086AD-90C1-B09B-778B-B9AA50BF3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B9987F-4F06-D27D-5D57-8AF7F457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9C4F41-9593-FF9E-64EF-06D902728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3B606A-9558-4812-B56A-F879880AFA9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32507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BCB7041-A5E9-03EB-CB48-76548ACC54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4BCA8C2-08FF-2847-B07E-7E8FE9F7F4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12718B1-5871-14B6-BB8E-465F0A6E883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0ADA7E8-AD17-6D4C-A179-BF23603CF60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D308F0-320F-8E01-99F9-996B990BB53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7F624AD-5EBF-4BDF-845D-F5FE37D2132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2EA2487-39EB-96BB-888D-9A1E8E0E9B4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345 - Oh! Tenho Gozo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3DE68676-5E00-263B-95FA-356BAC55425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C7F186B1-3DE5-86F6-8485-F98956C122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Oh! Tenho gozo no meu coração, Também a vida, e santo fervor; </a:t>
            </a:r>
            <a:br>
              <a:rPr lang="en-US" altLang="pt-BR" sz="4000" i="1"/>
            </a:br>
            <a:r>
              <a:rPr lang="en-US" altLang="pt-BR" sz="4000" i="1"/>
              <a:t>Pois Cristo me deu real salvação </a:t>
            </a:r>
            <a:br>
              <a:rPr lang="en-US" altLang="pt-BR" sz="4000" i="1"/>
            </a:br>
            <a:r>
              <a:rPr lang="en-US" altLang="pt-BR" sz="4000" i="1"/>
              <a:t>E a certeza dum reino de amor!  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BF748D8-5438-2DD5-8945-5A8FD0414B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No mundo nunca irás conhecer </a:t>
            </a:r>
            <a:br>
              <a:rPr lang="en-US" altLang="pt-BR" sz="4000" i="1"/>
            </a:br>
            <a:r>
              <a:rPr lang="en-US" altLang="pt-BR" sz="4000" i="1"/>
              <a:t>O gozo santo do meu Salvador, </a:t>
            </a:r>
            <a:br>
              <a:rPr lang="en-US" altLang="pt-BR" sz="4000" i="1"/>
            </a:br>
            <a:r>
              <a:rPr lang="en-US" altLang="pt-BR" sz="4000" i="1"/>
              <a:t>Que já desfruta, sim, todo o que crer, </a:t>
            </a:r>
            <a:br>
              <a:rPr lang="en-US" altLang="pt-BR" sz="4000" i="1"/>
            </a:br>
            <a:r>
              <a:rPr lang="en-US" altLang="pt-BR" sz="4000" i="1"/>
              <a:t> vive sempre repleto de amor.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9202E77-5A8C-F206-0404-6C008433DA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Louvemos juntos o Rei de Israel, </a:t>
            </a:r>
            <a:br>
              <a:rPr lang="en-US" altLang="pt-BR" sz="4000" i="1"/>
            </a:br>
            <a:r>
              <a:rPr lang="en-US" altLang="pt-BR" sz="4000" i="1"/>
              <a:t>Por Sua graça, que nos dá vigor, </a:t>
            </a:r>
            <a:br>
              <a:rPr lang="en-US" altLang="pt-BR" sz="4000" i="1"/>
            </a:br>
            <a:r>
              <a:rPr lang="en-US" altLang="pt-BR" sz="4000" i="1"/>
              <a:t>Pois Ele esconde o crente fiel, </a:t>
            </a:r>
            <a:br>
              <a:rPr lang="en-US" altLang="pt-BR" sz="4000" i="1"/>
            </a:br>
            <a:r>
              <a:rPr lang="en-US" altLang="pt-BR" sz="4000" i="1"/>
              <a:t>Em Suas asas de paz e amor.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388D6A1-516B-8E30-66F3-9768C9815C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O Pai Eterno Seu povo selou, </a:t>
            </a:r>
            <a:br>
              <a:rPr lang="en-US" altLang="pt-BR" sz="4000" i="1"/>
            </a:br>
            <a:r>
              <a:rPr lang="en-US" altLang="pt-BR" sz="4000" i="1"/>
              <a:t>Com a promessa do Consolador; </a:t>
            </a:r>
            <a:br>
              <a:rPr lang="en-US" altLang="pt-BR" sz="4000" i="1"/>
            </a:br>
            <a:r>
              <a:rPr lang="en-US" altLang="pt-BR" sz="4000" i="1"/>
              <a:t>Oh! Foi de graça, que Deus me salvou Por Seu imenso e santo amor!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345 - Oh! Tenho Gozo </vt:lpstr>
      <vt:lpstr>Oh! Tenho gozo no meu coração, Também a vida, e santo fervor;  Pois Cristo me deu real salvação  E a certeza dum reino de amor!    </vt:lpstr>
      <vt:lpstr>No mundo nunca irás conhecer  O gozo santo do meu Salvador,  Que já desfruta, sim, todo o que crer,   vive sempre repleto de amor.  </vt:lpstr>
      <vt:lpstr>Louvemos juntos o Rei de Israel,  Por Sua graça, que nos dá vigor,  Pois Ele esconde o crente fiel,  Em Suas asas de paz e amor.  </vt:lpstr>
      <vt:lpstr>O Pai Eterno Seu povo selou,  Com a promessa do Consolador;  Oh! Foi de graça, que Deus me salvou Por Seu imenso e santo amor!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345 - Oh! Tenho Gozo </dc:title>
  <dc:creator>Junior</dc:creator>
  <cp:lastModifiedBy>Emerson Souza</cp:lastModifiedBy>
  <cp:revision>1</cp:revision>
  <dcterms:created xsi:type="dcterms:W3CDTF">2005-12-26T21:30:25Z</dcterms:created>
  <dcterms:modified xsi:type="dcterms:W3CDTF">2026-05-02T22:05:42Z</dcterms:modified>
</cp:coreProperties>
</file>