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90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EEF84-1D6C-9A80-6882-39CA2E503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51A2A5-D8B9-82EE-39D5-8C36CE043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3A5664-C30C-F499-DF07-F39F3A738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30EEC0-0326-561B-56A9-9DCBED0E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2F3575-E55C-5509-C4D2-8C3DD9D4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837918-7FD4-4CE6-ADC3-7F6CFDE451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793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B6152-74CB-CBBC-9F97-EF50062B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703144-5D7A-3726-1505-47A7C3371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374594-7DA7-5EC5-1598-9FC5E717E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92A9F2-1656-B2EC-BA72-3AC70F18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1804EC-0B2C-7ECF-4B52-36288CFB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1AA3B4-0948-4135-A890-46B371D11A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134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FBD58-6801-BCEF-ABED-7485120E8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C99E4C-0246-7BBB-2C5F-B5BAEDD22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CC84BC-790A-7214-170E-BF659380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E077B7-1259-F8FF-006A-140F55596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862BF0-CDAF-4D03-1BEB-3123F7B5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121D79-F42A-415E-B63C-3A29740039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009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88D19-4C67-4496-D0B8-B0ED576D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01AEEF-19CD-99F0-7BBF-64821AAAC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82D79A-9F47-B133-A2F7-34ABBE7AD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6C23E4-6B31-017D-4D4D-18FD16B7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9AD787-3CCE-23B2-A377-5330628D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7EDE46-EC1C-E25D-1E70-88278276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9E80BC-8CC4-4C4D-BC03-879462B0BE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809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BFBF3-39AF-A354-3D7A-F379B1F3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06EDD9-21A3-EE3F-DCB4-B2449BDD8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3CEDD6-4124-F3C2-87AC-6CE56D028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DE9CAB-B3E3-F3A0-127F-7283BA48A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72B8D0-A594-2E09-A748-77648ED9C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45B908B-DFCE-3074-26C2-82DF0E06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E583D4-7E2D-905D-F6EE-7BBEB7D59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766418C-4C7D-CB50-A7AF-E83365D7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8E74C-771A-49F4-AA1A-F60D64E07E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977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68D5C-B398-EB04-6E22-471C63AE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624A14-B92B-A6BE-4D6B-8C959514C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0C18ABC-5815-82A3-8D65-E36563EA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D7A18D-03D7-EDAD-8E8E-B73E8A67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9664B-6D42-484A-B8E1-E938E525D4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998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8086FD-4D06-527C-F408-CBDF7C3DA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94276C6-8B18-3F59-058A-3496AE21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B02CBF-9AD1-8475-CF98-CECA661F1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9736F9-CF07-4F27-9CB3-641106B7AC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902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C253E-9534-2F65-EBE0-5326468E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5A04EA-3EE1-4E99-6126-4327021E4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22FC02-372C-3276-4F65-D16D4406F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AFC288-316D-8F98-500B-CED1CA22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54FF18-8E7C-02E1-25B8-DF96BD6C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C4BA1E-98B2-2FBD-36BE-C375F484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036091-056C-414D-9ECD-B69B24224E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215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B9BCB-762F-D289-BA23-88C169973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591BCB-3D87-5178-44B0-FAFFF1129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16BF44-8828-E164-AF8B-A43CEEC69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60D009-9E08-B10B-D29A-57A309D7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F503EC-3E59-5340-5DBE-8BCEECBD9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72C43D-16C6-2647-7C12-4B2347B8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70CA8-CE35-488E-B169-E917579906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594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2497B-BDFB-B298-ACCB-5993D0EBD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B40CCB-7483-A74A-3D06-65D25D3C3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548857-DE59-026B-73FC-2BEB6CAF1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E98698-EE89-F633-9C68-BD974E53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F11D30-2561-3891-DB7F-8F6AA383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C05A17-FC3A-4085-A220-0CCEB2218C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903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172A2E-7831-7B71-5EC2-7A81ACE0A9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4A2CEE-3BBF-4FC7-729C-84FC520F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D95785-577A-0185-B43F-31B38D5D7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73A025-233B-17A7-1CB7-1F37017D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4E814E-C1EA-247B-31A3-15D1BD2A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F9E2CD-1188-4B06-A3B6-1E1B0E9941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761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40799CE-CA15-DB14-2078-528375C21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A57CDB1-6450-4EF5-B63C-E5DD10783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7561953-56F9-0BCF-45BE-2FF35EA4E9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987D1C9-106E-AEFB-7EBC-BA497F91B8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A2CE995-BE12-FA80-87EC-027D5194DA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449C909-BBE3-4438-B5F4-214F6E405E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DA5EDA1-1AAB-4A99-9791-9E82EAE456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4400" b="1"/>
              <a:t>492 - Jesus Virá do céu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48E0AB2-5C6D-3A4A-EAB1-C8391BB280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4E71ACB-EBF6-781D-6FBB-7AC2DA325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Jesus em breve virá do céu,</a:t>
            </a:r>
            <a:r>
              <a:rPr lang="en-US" altLang="pt-BR"/>
              <a:t> </a:t>
            </a:r>
            <a:r>
              <a:rPr lang="en-US" altLang="pt-BR" i="1"/>
              <a:t>Cumprir o que subindo prometeu,</a:t>
            </a:r>
            <a:r>
              <a:rPr lang="en-US" altLang="pt-BR"/>
              <a:t> </a:t>
            </a:r>
            <a:r>
              <a:rPr lang="en-US" altLang="pt-BR" i="1"/>
              <a:t>Tudo revela que virá presto,</a:t>
            </a:r>
            <a:r>
              <a:rPr lang="en-US" altLang="pt-BR"/>
              <a:t> </a:t>
            </a:r>
            <a:r>
              <a:rPr lang="en-US" altLang="pt-BR" i="1"/>
              <a:t>Com Ele iremos pra o reino Seu.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CADE51B-8DE5-306E-D9F5-EA1C22AE3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b="1" i="1"/>
              <a:t>Jesus com sangue me tem comprado,</a:t>
            </a:r>
            <a:r>
              <a:rPr lang="en-US" altLang="pt-BR"/>
              <a:t> </a:t>
            </a:r>
            <a:r>
              <a:rPr lang="en-US" altLang="pt-BR" b="1" i="1"/>
              <a:t>E pelo Espírito me tem selado;</a:t>
            </a:r>
            <a:r>
              <a:rPr lang="en-US" altLang="pt-BR"/>
              <a:t> </a:t>
            </a:r>
            <a:r>
              <a:rPr lang="en-US" altLang="pt-BR" b="1" i="1"/>
              <a:t>‘Stou remido, tenho o penhor</a:t>
            </a:r>
            <a:r>
              <a:rPr lang="en-US" altLang="pt-BR"/>
              <a:t> </a:t>
            </a:r>
            <a:r>
              <a:rPr lang="en-US" altLang="pt-BR" b="1" i="1"/>
              <a:t>Da minha herança em meu Senhor.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680852C-41F3-30B2-55C5-F5FE3D35B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2 E, pelo mundo sem descansar,</a:t>
            </a:r>
            <a:r>
              <a:rPr lang="en-US" altLang="pt-BR"/>
              <a:t> </a:t>
            </a:r>
            <a:r>
              <a:rPr lang="en-US" altLang="pt-BR" i="1"/>
              <a:t>Os mensageiros 'stão a anunciar</a:t>
            </a:r>
            <a:r>
              <a:rPr lang="en-US" altLang="pt-BR"/>
              <a:t> </a:t>
            </a:r>
            <a:r>
              <a:rPr lang="en-US" altLang="pt-BR" i="1"/>
              <a:t>O Evangelho do Filho amado,</a:t>
            </a:r>
            <a:r>
              <a:rPr lang="en-US" altLang="pt-BR"/>
              <a:t> </a:t>
            </a:r>
            <a:r>
              <a:rPr lang="en-US" altLang="pt-BR" i="1"/>
              <a:t>Que a este mundo quis resgatar!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8375763-C6F0-10B1-8396-9A87762B3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3 Do mundo inteiro já vão chegar!</a:t>
            </a:r>
            <a:r>
              <a:rPr lang="en-US" altLang="pt-BR"/>
              <a:t> </a:t>
            </a:r>
            <a:r>
              <a:rPr lang="en-US" altLang="pt-BR" i="1"/>
              <a:t>Em breve tu não achas mais lugar;</a:t>
            </a:r>
            <a:r>
              <a:rPr lang="en-US" altLang="pt-BR"/>
              <a:t> </a:t>
            </a:r>
            <a:r>
              <a:rPr lang="en-US" altLang="pt-BR" i="1"/>
              <a:t>Se vir desejas, não te demores,</a:t>
            </a:r>
            <a:r>
              <a:rPr lang="en-US" altLang="pt-BR"/>
              <a:t> </a:t>
            </a:r>
            <a:r>
              <a:rPr lang="en-US" altLang="pt-BR" i="1"/>
              <a:t>Mas vem depressa pra te salvar.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7AC951D-10FE-F8AE-A609-C84646306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i="1"/>
              <a:t>4 Já vem o dia, clareando está,</a:t>
            </a:r>
            <a:r>
              <a:rPr lang="en-US" altLang="pt-BR"/>
              <a:t> </a:t>
            </a:r>
            <a:r>
              <a:rPr lang="en-US" altLang="pt-BR" i="1"/>
              <a:t>Pois a trombeta em breve soará,</a:t>
            </a:r>
            <a:r>
              <a:rPr lang="en-US" altLang="pt-BR"/>
              <a:t> </a:t>
            </a:r>
            <a:r>
              <a:rPr lang="en-US" altLang="pt-BR" i="1"/>
              <a:t>A Sua Noiva em vestes brancas,</a:t>
            </a:r>
            <a:r>
              <a:rPr lang="en-US" altLang="pt-BR"/>
              <a:t> </a:t>
            </a:r>
            <a:r>
              <a:rPr lang="en-US" altLang="pt-BR" i="1"/>
              <a:t>Jesus pra glória conduzirá.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492 - Jesus Virá do céu </vt:lpstr>
      <vt:lpstr>Jesus em breve virá do céu, Cumprir o que subindo prometeu, Tudo revela que virá presto, Com Ele iremos pra o reino Seu.  </vt:lpstr>
      <vt:lpstr>Jesus com sangue me tem comprado, E pelo Espírito me tem selado; ‘Stou remido, tenho o penhor Da minha herança em meu Senhor.  </vt:lpstr>
      <vt:lpstr>2 E, pelo mundo sem descansar, Os mensageiros 'stão a anunciar O Evangelho do Filho amado, Que a este mundo quis resgatar!  </vt:lpstr>
      <vt:lpstr>3 Do mundo inteiro já vão chegar! Em breve tu não achas mais lugar; Se vir desejas, não te demores, Mas vem depressa pra te salvar.  </vt:lpstr>
      <vt:lpstr>4 Já vem o dia, clareando está, Pois a trombeta em breve soará, A Sua Noiva em vestes brancas, Jesus pra glória conduzirá.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492 - Jesus Virá do céu </dc:title>
  <dc:creator>Junior</dc:creator>
  <cp:lastModifiedBy>Emerson Souza</cp:lastModifiedBy>
  <cp:revision>1</cp:revision>
  <dcterms:created xsi:type="dcterms:W3CDTF">2005-12-24T22:23:38Z</dcterms:created>
  <dcterms:modified xsi:type="dcterms:W3CDTF">2026-05-02T22:18:06Z</dcterms:modified>
</cp:coreProperties>
</file>