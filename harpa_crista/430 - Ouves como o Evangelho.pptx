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lgerian" panose="04020705040A02060702" pitchFamily="82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lgerian" panose="04020705040A02060702" pitchFamily="82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lgerian" panose="04020705040A02060702" pitchFamily="82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lgerian" panose="04020705040A02060702" pitchFamily="82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lgerian" panose="04020705040A02060702" pitchFamily="8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lgerian" panose="04020705040A02060702" pitchFamily="8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lgerian" panose="04020705040A02060702" pitchFamily="8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lgerian" panose="04020705040A02060702" pitchFamily="8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lgerian" panose="04020705040A02060702" pitchFamily="8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580" autoAdjust="0"/>
  </p:normalViewPr>
  <p:slideViewPr>
    <p:cSldViewPr>
      <p:cViewPr varScale="1">
        <p:scale>
          <a:sx n="65" d="100"/>
          <a:sy n="65" d="100"/>
        </p:scale>
        <p:origin x="-114" y="-1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80D62-3009-CEEC-11DB-CB9694B3DC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37A498-8C3D-F75B-86DD-FC756AF9BA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A7F700-12AA-A9E0-1F6A-D7B2765CA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2E4A41-957A-B1D3-132A-FE242099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046052-6D78-D1CB-4143-D85548CE4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8264FD-0227-4CAC-899D-6B6FD97DA4F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58135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7DD7CC-CC6E-D642-D2D8-755365F7B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AE690A-5997-302E-811C-9618D205F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5BD031-B151-A01E-1D9D-753479B40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87175D-1CE0-DABF-5164-826C2F3EC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0EE097-C280-BD6B-E977-5CE9D0BAC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BCED15-A28A-48AA-8093-9B0884CC2A1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31211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59E01-1323-2661-6AD3-36E46EBC8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9920AB-F8D3-1D03-8AB3-8BEC6C862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AFC21C-5B57-0A60-BA28-A4004F9CB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B29FEA-A3A5-2346-2F45-B1CBE9C84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D49A87-B221-04FB-29ED-E6B7F7603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4952C2-D10E-45B0-81C0-C26E10A3C49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04600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CCC50-C5CD-4C2A-1382-6BFD5A32B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1C630B-3D11-7C40-87FD-86263D50B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420B1F5-FC9F-26A8-2903-51A531FBC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3E7C1B5-DF5D-020A-49C2-DAB35F3A3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50E869-2214-739D-3835-D469D6747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B47080-6C21-E017-0FCA-0A030D8D7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65534B-D798-407A-AA03-500C1775D3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78686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5D77E6-C8F0-08C1-820C-C7994D323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6AF5F7-446A-C949-1DAD-6C9C1FB1D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DBABFFC-749B-E297-D9D8-EA2817DFE9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6D436C1-6487-A9F0-84D1-0A794A4248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671EC15-0E80-9901-1865-55177DEE98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786415B-FDD5-5334-CCCE-C7915A366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F2DF67-1B4B-A0AE-2A83-63AE78C8D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6DC661A-37FF-8571-FFA9-644E0A663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8581CD-A6BC-479A-BF26-5524967258C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06429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9D21BE-37DD-09CA-73DE-5259E9BB9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83B91FC-1534-0ECE-C69A-25A2CFB6C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878D3A2-D777-AA70-146F-4673AF162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5B782AE-7A1E-62F1-9606-6C402D7F5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E23888-BD2D-48CF-AA75-8723E43A66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87373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2CF027C-3CC8-47B5-3BE9-5728BD54E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FEC535D-E4F7-5E60-AE5C-4C4092BB1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36B6589-4192-EDCF-68E5-92700CD71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1EE195-9837-4A9B-8C4A-E3A541F64BE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35997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A4E1A-17C8-05C7-A59D-71E095BB7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AEB798-21EF-FEC7-29AF-EBDCAA9BF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84A3BB8-7743-42CA-97D0-A3007F0B23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352BAE-1B92-A408-689C-5D2A9A912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7E68B5-491F-6B10-E721-F91FACA7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583EDC-3A4D-0110-2678-D4133B912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372801-8F3E-4F6F-BF2E-1CA0608C85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9293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C175BC-F552-2E39-5B86-CF2BD298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FF719DF-27A5-401E-C00C-62F97919D8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601D158-99F2-294F-E644-8753269A7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548028-139F-EBAC-9579-34F31445A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C8B6A0-24A6-E778-1C6A-5BAB9894A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35F9F2-A67E-DB5D-C094-D7B21DFC5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7FC09B-AA36-44CF-8C1F-16AE2435F0B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77209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465B0A-2AF5-B6E8-C961-CA7D4E73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9B6F5EE-A967-864D-5F3E-007AB0080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C7C2C4-6A0B-8BCB-3461-4F54A29D6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4E6AFE-9327-9A45-ABB5-EBCB0EA34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665BF2-10A5-BC56-A693-C97CAD9D6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9B01D1-DF36-4956-B09B-7A4254AAF1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02746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D8DE8B-654A-668F-A6DE-68E0BF3285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D36778D-2602-1F0C-C52D-B29BBB642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E9F087-71F7-E5C5-5B92-94C47C6FC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A8AAA5-9EF3-55FC-E900-117A592D6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6D6B34-71CA-51D5-8051-8CB72CD12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869363-B172-4D41-B8B1-5177DD77338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9732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C414331-FC5C-C187-4B85-13C1632586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D4406E1-4F36-56EA-9186-9D8189E628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307BEF3-F3C3-2B02-9A15-1DD416D5CF2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D7B09A5-3468-479B-8E4B-62E8F760CDF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9B6B4E2-4ACA-4345-46D1-FB83FA30876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16B3B70E-3CCC-42B2-83B1-AF83536ED88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6130A47-D70E-2556-136E-F6987C4EF8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85800"/>
            <a:ext cx="9144000" cy="5105400"/>
          </a:xfrm>
        </p:spPr>
        <p:txBody>
          <a:bodyPr/>
          <a:lstStyle/>
          <a:p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Ouves como o Evangelho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Nos dá vera salvação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E transforma o homem velho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Numa nova criação?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Bem algum em mim não via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Mas somente corrupção,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E cansado da porfia 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Em Jesus achei perdão </a:t>
            </a:r>
            <a:endParaRPr lang="en-US" altLang="pt-BR" sz="4000">
              <a:solidFill>
                <a:srgbClr val="CC0000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2643304-F2E0-8F51-28D3-EC38082761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6049962"/>
          </a:xfrm>
        </p:spPr>
        <p:txBody>
          <a:bodyPr/>
          <a:lstStyle/>
          <a:p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Como a pomba que cansada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Foi na arca repousar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A minha alma Fatigada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Em Jesus vai descansar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Mas o corvo foi s`embora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Sobre os morto foi pousar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Isto fazes tu agora?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Quererás ao mal voltar?</a:t>
            </a:r>
            <a:endParaRPr lang="en-US" altLang="pt-BR" sz="4000">
              <a:solidFill>
                <a:srgbClr val="CC0000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232486C-897A-CCA5-3C95-EEAFD0A74E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6049962"/>
          </a:xfrm>
        </p:spPr>
        <p:txBody>
          <a:bodyPr/>
          <a:lstStyle/>
          <a:p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é Jesus a minha arca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Onde posso Repousar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E dali o mal as marcas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Nem eu posso avistar!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Oh! Quão doce a chamada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Que a mim me fez Jesus!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“Vem ó alma tão cansada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Vem das trevas para a luz”</a:t>
            </a:r>
            <a:endParaRPr lang="en-US" altLang="pt-BR" sz="4000">
              <a:solidFill>
                <a:srgbClr val="CC0000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81D622A-2E96-4EFF-0101-D13FBFC604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6049962"/>
          </a:xfrm>
        </p:spPr>
        <p:txBody>
          <a:bodyPr/>
          <a:lstStyle/>
          <a:p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Pecador que estás ouvindo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A mensagem do Senhor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Tu na arca és bem-vindo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No refúgio de amor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Pois as águas do pecado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Breve te alcançarão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Pela morte despertado </a:t>
            </a:r>
            <a:b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</a:br>
            <a:r>
              <a:rPr lang="pt-BR" altLang="pt-BR" sz="4000">
                <a:solidFill>
                  <a:srgbClr val="CC0000"/>
                </a:solidFill>
                <a:latin typeface="Algerian" panose="04020705040A02060702" pitchFamily="82" charset="0"/>
              </a:rPr>
              <a:t>Baterás Na porta em vão!</a:t>
            </a:r>
            <a:endParaRPr lang="en-US" altLang="pt-BR" sz="4000">
              <a:solidFill>
                <a:srgbClr val="CC0000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181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7" baseType="lpstr">
      <vt:lpstr>Arial</vt:lpstr>
      <vt:lpstr>Algerian</vt:lpstr>
      <vt:lpstr>Design padrão</vt:lpstr>
      <vt:lpstr>Ouves como o Evangelho Nos dá vera salvação E transforma o homem velho Numa nova criação? Bem algum em mim não via Mas somente corrupção, E cansado da porfia  Em Jesus achei perdão </vt:lpstr>
      <vt:lpstr>Como a pomba que cansada Foi na arca repousar A minha alma Fatigada Em Jesus vai descansar Mas o corvo foi s`embora Sobre os morto foi pousar Isto fazes tu agora? Quererás ao mal voltar?</vt:lpstr>
      <vt:lpstr>é Jesus a minha arca Onde posso Repousar E dali o mal as marcas Nem eu posso avistar! Oh! Quão doce a chamada Que a mim me fez Jesus! “Vem ó alma tão cansada Vem das trevas para a luz”</vt:lpstr>
      <vt:lpstr>Pecador que estás ouvindo A mensagem do Senhor Tu na arca és bem-vindo No refúgio de amor Pois as águas do pecado Breve te alcançarão Pela morte despertado  Baterás Na porta em vão!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Ouves como o Evangelho Nos dá vera salvação E transforma o homem velho Numa nova criação? Bem algum em mim não via Mas somente corrupção, E cansado da porfia  Em Jesus achei perdão </dc:title>
  <dc:creator>Junior</dc:creator>
  <cp:lastModifiedBy>Emerson Souza</cp:lastModifiedBy>
  <cp:revision>2</cp:revision>
  <dcterms:created xsi:type="dcterms:W3CDTF">2005-10-23T21:43:22Z</dcterms:created>
  <dcterms:modified xsi:type="dcterms:W3CDTF">2026-05-02T22:12:57Z</dcterms:modified>
</cp:coreProperties>
</file>