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EF0A3-23AE-70AD-A322-0C8963FBD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A33C70-CBC8-EB4D-FA08-9C7DB41CD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F6085F-294F-A93B-EEF2-0C1EDAD8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4487FA-E626-267D-D42C-8FF20EDE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7D9050-D5E4-C0B0-41AE-BC2A0AA3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C93727-D2BB-446D-8AD1-A7A43655A4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282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F0009-B1AC-CDA6-2131-AD500D16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535852-6C7B-402A-BB98-CD1E7639B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E95957-7C3D-0599-8B9E-9B2684A2E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483ED5-62E6-27A1-75D9-290788B6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C64DD0-726D-D7E5-9BA3-89C91401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0506A8-CDEC-4188-9680-198F3E5E85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489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13C23-CD2B-EE7A-72BB-8586F467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F1C910-444B-2BB6-FD1D-A7C71F08D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2CD326-DB73-7E7B-6B22-7FBE34CB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3D5B0D-D503-69F0-B654-3D346544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EEF393-A37B-F69D-0316-DBE1C774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B13C3-530B-4B1D-917B-8CE740536F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512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C753F-3D80-9264-073A-9A2D079E3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E4EDD8-1729-C38C-0C31-F2C25F85F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644702-410F-68BF-2E84-F116205BA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E70AEC-0993-91DE-46B1-B9749FC5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5DE637-6066-69E5-E0C9-7E1C0800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619EC4-FCC6-6963-7FF9-BB184603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CE1E73-403D-4270-AE18-D658AAA0B0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1197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D8CA9-B30A-EA53-42C1-B8F71FDD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F4A861-484F-60BA-8021-FA20F2FD3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27FCAA-6F86-06D9-26D4-6A5D126C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484E7C0-DE4B-C54B-68A0-89075670B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5B5200-2B79-EFA0-00F7-7434BA57E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6D8677-6032-A7F7-8EC5-9936CA00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80E5D4-2AA8-DC2C-B71C-A3CA22E1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01C22D1-37A8-7636-0F11-7C87892A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CA34E-C5D8-4B55-876F-E1A6296E5F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6077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5DDBE-F562-4FBD-25E7-2F361DD8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C204FD0-9D4A-586A-5D87-A79F9F8C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DFFB8A3-91D5-259F-0E07-6FF433597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48DB61-91D0-C506-0582-9CA5D6AE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36EF65-B8C0-4836-9E08-EFEE45108F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612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C3687E-09A4-A2B9-6F9E-51683533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8D0393A-10EA-254B-FF07-23D31735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95BF0A-B4FE-942E-CB64-444D9100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A7DB2C-2A6F-42DE-893F-A91F91B724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115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50EDC-7D1C-2E31-D02C-AE41EE2C4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99D0D-B366-2D80-7B1C-9B44189E8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79DF77-E36E-DA90-FF77-1137C715D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CA5025-7597-D7B2-3CB7-32849255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E16AB9-4C78-4287-15AD-387FA4E3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B46811-0C98-BFB8-E480-83694FB34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EEA93A-3498-4331-8B30-27EF0B9955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895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186F8-E6AC-200E-70AB-EFAE6EBA1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C9F5E8E-412E-AED4-BAA1-0AA5B5DC2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806D5D-0988-CD36-04A0-CA6F8748A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06715E-6DFC-265F-9795-27C8B52F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A52B5B-F1E2-89C9-02AA-A99878E90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96A424-4D03-6972-7F74-8CDF051F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42127F-0FEB-46A3-921F-373F499331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314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30836-97DC-A9DE-603D-6C88AAF1F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710D41-0D39-DF0F-1A6A-C0EFAFF19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3C92BA-8ECB-7D81-B9A1-1BD0BB60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23FE2F-5C1E-4CC6-A0DB-3F7F6CA7B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9038EB-4E7D-F18D-4EA2-5A98E7DA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BCB03-CCBE-456B-A683-4497EB8C0A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600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9F4C64-62AD-7E5F-E012-847C0D7C7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F7C4C9-604C-6DC5-EF6B-ECF8F7A61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688584-DCC8-6890-907A-DDB623C73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73D045-6451-0123-6481-104CB44C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DA4380-5B64-5C5D-C4F6-85E7470C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E61D9C-B2F2-4A9B-95B9-AC29BF60DB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355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EDA6814-415E-79BC-0537-B1BEDEC6A7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24F2929-568E-58CF-2402-F2EDFD4E35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65D168F-DE3F-1E27-6038-FB7EDA69B5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923AA91-2109-2813-3697-058CC84B04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AA40F6D-0500-D7CE-DD83-35D9EE77831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25EF9C-527E-4335-A945-3CCBF38D0C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252AFBD-450E-DC98-BBF3-D293B644E7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50</a:t>
            </a:r>
            <a:br>
              <a:rPr lang="en-US" altLang="pt-BR" sz="4000" b="1"/>
            </a:br>
            <a:r>
              <a:rPr lang="en-US" altLang="pt-BR" sz="4000" b="1"/>
              <a:t>SEMPRE FIEIS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2CAD7C6-7407-0C2E-18D4-F8954D6413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D568756-8FB3-E5A4-6775-DB86405F2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Sempre fiéis, sim, a Ti, nós seremos, Por Tua graça, á Cristo, Senhor! Sempre fiéis, sim, por Ti lutaremos. Sob Teu pendão, á Jesus, Salvador!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932B912-CA8E-DEC0-3D65-F178E8F8B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Sempre fiéis, irmãos! </a:t>
            </a:r>
            <a:br>
              <a:rPr lang="en-US" altLang="pt-BR" sz="4000" b="1" i="1"/>
            </a:br>
            <a:r>
              <a:rPr lang="en-US" altLang="pt-BR" sz="4000" b="1" i="1"/>
              <a:t>Irmãos sejamos.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Sempre fiéis a Crista Jesus.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até à morte, por nós prosseguiu,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libertou-nos, morrendo na cruz!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15E840A-0AEF-AABB-1CD5-98BD8EEB1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Por Ti viver, ó bendito Cordeiro, </a:t>
            </a:r>
            <a:br>
              <a:rPr lang="en-US" altLang="pt-BR" sz="4000" i="1"/>
            </a:br>
            <a:r>
              <a:rPr lang="en-US" altLang="pt-BR" sz="4000" i="1"/>
              <a:t>Quem não deseja - se Te conhecer? Quem, que se diga cristão verdadeiro, Pronto não 'steja, por Ti a sofrer?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E130C75-3DCD-59F8-0EE6-D03577F17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Sempre fiéis, irmãos! </a:t>
            </a:r>
            <a:br>
              <a:rPr lang="en-US" altLang="pt-BR" sz="4000" b="1" i="1"/>
            </a:br>
            <a:r>
              <a:rPr lang="en-US" altLang="pt-BR" sz="4000" b="1" i="1"/>
              <a:t>Irmãos sejamos.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Sempre fiéis a Crista Jesus.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até à morte, por nós prosseguiu,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libertou-nos, morrendo na cruz!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8413619-DB01-F16F-7E4E-C1E74E724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Mas, Salvador, quão fraquinhos nós somos, </a:t>
            </a:r>
            <a:br>
              <a:rPr lang="en-US" altLang="pt-BR" sz="4000" i="1"/>
            </a:br>
            <a:r>
              <a:rPr lang="en-US" altLang="pt-BR" sz="4000" i="1"/>
              <a:t>Como podemos deixar de cair, </a:t>
            </a:r>
            <a:br>
              <a:rPr lang="en-US" altLang="pt-BR" sz="4000" i="1"/>
            </a:br>
            <a:r>
              <a:rPr lang="en-US" altLang="pt-BR" sz="4000" i="1"/>
              <a:t>Se por Ti mesmo guardados não formos? </a:t>
            </a:r>
            <a:br>
              <a:rPr lang="en-US" altLang="pt-BR" sz="4000" i="1"/>
            </a:br>
            <a:r>
              <a:rPr lang="en-US" altLang="pt-BR" sz="4000" i="1"/>
              <a:t>Quem, té à morte, Te pode seguir?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958F148-580A-283A-1F10-36EBEC312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Sempre fiéis, irmãos! </a:t>
            </a:r>
            <a:br>
              <a:rPr lang="en-US" altLang="pt-BR" sz="4000" b="1" i="1"/>
            </a:br>
            <a:r>
              <a:rPr lang="en-US" altLang="pt-BR" sz="4000" b="1" i="1"/>
              <a:t>Irmãos sejamos.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Sempre fiéis a Crista Jesus.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até à morte, por nós prosseguiu,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libertou-nos, morrendo na cruz!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415CF83-4E5B-6814-94DE-CB09102A9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Sempre fiéis, sim, mesmo até à morte! Sempre fiéis - Tomemos a cruz! </a:t>
            </a:r>
            <a:br>
              <a:rPr lang="en-US" altLang="pt-BR" sz="4000" i="1"/>
            </a:br>
            <a:r>
              <a:rPr lang="en-US" altLang="pt-BR" sz="4000" i="1"/>
              <a:t>Eis a divisa que a nós nos pertence, Aos libertados por Cristo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310082E-B956-43A3-7FC3-C97A14241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Sempre fiéis, irmãos! </a:t>
            </a:r>
            <a:br>
              <a:rPr lang="en-US" altLang="pt-BR" sz="4000" b="1" i="1"/>
            </a:br>
            <a:r>
              <a:rPr lang="en-US" altLang="pt-BR" sz="4000" b="1" i="1"/>
              <a:t>Irmãos sejamos.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Sempre fiéis a Crista Jesus.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até à morte, por nós prosseguiu,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libertou-nos, morrendo na cruz!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50 SEMPRE FIEIS </vt:lpstr>
      <vt:lpstr>Sempre fiéis, sim, a Ti, nós seremos, Por Tua graça, á Cristo, Senhor! Sempre fiéis, sim, por Ti lutaremos. Sob Teu pendão, á Jesus, Salvador! </vt:lpstr>
      <vt:lpstr>Sempre fiéis, irmãos!  Irmãos sejamos.  Sempre fiéis a Crista Jesus.  Que até à morte, por nós prosseguiu,  E libertou-nos, morrendo na cruz! </vt:lpstr>
      <vt:lpstr>Por Ti viver, ó bendito Cordeiro,  Quem não deseja - se Te conhecer? Quem, que se diga cristão verdadeiro, Pronto não 'steja, por Ti a sofrer?   </vt:lpstr>
      <vt:lpstr>Sempre fiéis, irmãos!  Irmãos sejamos.  Sempre fiéis a Crista Jesus.  Que até à morte, por nós prosseguiu,  E libertou-nos, morrendo na cruz! </vt:lpstr>
      <vt:lpstr>Mas, Salvador, quão fraquinhos nós somos,  Como podemos deixar de cair,  Se por Ti mesmo guardados não formos?  Quem, té à morte, Te pode seguir? </vt:lpstr>
      <vt:lpstr>Sempre fiéis, irmãos!  Irmãos sejamos.  Sempre fiéis a Crista Jesus.  Que até à morte, por nós prosseguiu,  E libertou-nos, morrendo na cruz! </vt:lpstr>
      <vt:lpstr>Sempre fiéis, sim, mesmo até à morte! Sempre fiéis - Tomemos a cruz!  Eis a divisa que a nós nos pertence, Aos libertados por Cristo Jesus! </vt:lpstr>
      <vt:lpstr>Sempre fiéis, irmãos!  Irmãos sejamos.  Sempre fiéis a Crista Jesus.  Que até à morte, por nós prosseguiu,  E libertou-nos, morrendo na cruz!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 SEMPRE FIEIS </dc:title>
  <dc:creator>Junior</dc:creator>
  <cp:lastModifiedBy>Emerson Souza</cp:lastModifiedBy>
  <cp:revision>1</cp:revision>
  <dcterms:created xsi:type="dcterms:W3CDTF">2005-12-23T02:04:15Z</dcterms:created>
  <dcterms:modified xsi:type="dcterms:W3CDTF">2026-05-02T21:41:04Z</dcterms:modified>
</cp:coreProperties>
</file>