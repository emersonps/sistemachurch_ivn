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9" autoAdjust="0"/>
    <p:restoredTop sz="94554" autoAdjust="0"/>
  </p:normalViewPr>
  <p:slideViewPr>
    <p:cSldViewPr>
      <p:cViewPr varScale="1">
        <p:scale>
          <a:sx n="49" d="100"/>
          <a:sy n="49" d="100"/>
        </p:scale>
        <p:origin x="-528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2" name="Group 10">
            <a:extLst>
              <a:ext uri="{FF2B5EF4-FFF2-40B4-BE49-F238E27FC236}">
                <a16:creationId xmlns:a16="http://schemas.microsoft.com/office/drawing/2014/main" id="{57E46506-6AD3-248E-D253-A7232E1707F9}"/>
              </a:ext>
            </a:extLst>
          </p:cNvPr>
          <p:cNvGrpSpPr>
            <a:grpSpLocks/>
          </p:cNvGrpSpPr>
          <p:nvPr/>
        </p:nvGrpSpPr>
        <p:grpSpPr bwMode="auto"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3075" name="Freeform 3">
              <a:extLst>
                <a:ext uri="{FF2B5EF4-FFF2-40B4-BE49-F238E27FC236}">
                  <a16:creationId xmlns:a16="http://schemas.microsoft.com/office/drawing/2014/main" id="{5C979E49-52B7-7DC5-839C-B00B6A180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76" name="Arc 4">
              <a:extLst>
                <a:ext uri="{FF2B5EF4-FFF2-40B4-BE49-F238E27FC236}">
                  <a16:creationId xmlns:a16="http://schemas.microsoft.com/office/drawing/2014/main" id="{56C82954-B1F8-126B-F96F-624F298F2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G0" fmla="+- 0 0 0"/>
                <a:gd name="G1" fmla="+- 21231 0 0"/>
                <a:gd name="G2" fmla="+- 21600 0 0"/>
                <a:gd name="T0" fmla="*/ 3977 w 21600"/>
                <a:gd name="T1" fmla="*/ 0 h 21231"/>
                <a:gd name="T2" fmla="*/ 21600 w 21600"/>
                <a:gd name="T3" fmla="*/ 21231 h 21231"/>
                <a:gd name="T4" fmla="*/ 0 w 21600"/>
                <a:gd name="T5" fmla="*/ 21231 h 2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3077" name="Rectangle 5">
            <a:extLst>
              <a:ext uri="{FF2B5EF4-FFF2-40B4-BE49-F238E27FC236}">
                <a16:creationId xmlns:a16="http://schemas.microsoft.com/office/drawing/2014/main" id="{1DF0DDF3-AD05-9274-38E3-97324FD4E404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pt-BR" altLang="pt-BR" noProof="0"/>
              <a:t>Clique para editar o estilo do título mestre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A1D80AAC-CD8F-E313-BEEE-B06C88B4A8DC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pt-BR" altLang="pt-BR" noProof="0"/>
              <a:t>Clique para editar o estilo do subtítulo mestre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08BE17A2-3A97-F330-E826-7DCA0648885F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A24B33FD-2CBE-DA30-1678-3488596FD9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4E5C7B50-8FC3-3B61-D071-038BC10A60E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54D5380-3D2A-437A-9E0D-C5DE4063DD3D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6D84C-994C-9637-D815-83E8F16BA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0B4BE2-E580-76CA-FB9F-2A5264F43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2C5086-439D-74CA-5F3A-C08559E4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39DE97-A88F-07BA-AE17-5C4046331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DBD350-BACB-64BA-8973-BB65FCF23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E8438B-BFF3-47E5-AC6C-E4D23E3F4C9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43592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F7AEC6-3980-A9E3-E1EE-48CC6B9BC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AE303D-7121-23AE-1110-EDFA16F5A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A1DE6F-E614-8848-EB0D-08DBFC0F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64335F-4241-2BE2-B1BA-ECDCFD824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474CB2-B5DA-7C1D-A668-EC6CAD63A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18FEF1-5642-4283-ACBD-9989826C795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93551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B9D4F6-939F-215A-E2B6-C6B6B9B5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24913B-33C7-53DF-ADCA-13FF571F3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668154A-A6E7-54F4-3D89-3DA5A05CD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944E23E-99D5-095A-ECCA-B566BD0C9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2F8CD7-4F5C-93ED-755C-F7ADC4CF5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6C44B2-AE76-D227-D74D-ECAC8A4F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1DECB5-5207-4E14-932D-F15E6513BE1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85643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CDA595-8F14-F46F-BB13-EEB39B696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52C07F-DD3F-0AD5-80F4-ADCCACCB7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DFEB66-0A4B-226B-64E5-A59B0DE75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CA85C75-6A12-9DA0-F35C-C1E1685036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CEF257E-01A7-C457-570B-C23311D313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DE04D97-97CB-B924-B4B8-4F15F00CF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F41B44D-1D4D-910D-B609-ABF5D1038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CC46068-0522-2006-FBEF-A0332BCB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6912F4-76A0-4A0D-94A2-4F1B79A47D5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66681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86F16A-2806-3715-8A44-6E21E14DF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D314257-BC67-6555-F5D3-5B8FA2A26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11E6EF-1EC7-88BA-53D8-391D5C7FE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31F8759-FCCE-581C-5D09-01114E861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959F03-5B47-4EA8-B68A-FD8649C1F7F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27267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64705F7-B8B7-B391-E17F-ABBDC5CB9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7A66B21-00EF-8155-AFC0-F4BBA85EC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52BF02-BEED-52AA-0475-37149D283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0FCD5-7D6E-4C12-A99B-5153D8B4C00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79099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96C37-92AE-69DA-1F27-DB12853F0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EA58C8-D71E-5041-AE2E-DFFDAC48F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F6B5B4B-5F9D-902E-447C-5266FD0D6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7D95FC-F2E8-272E-D29C-34E85D796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725BB5-A86C-C144-0FEC-4AF5D0C6A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36AD01-63F4-52CA-C46F-04A4425C0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2F35B4-A697-49F6-BAB5-81961C9D74A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66721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1C312C-57BA-BE9F-9BAE-5A53318AF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F0F73C3-50CC-C8D4-ABF9-9E66AADB1C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6AE7FA-1526-5842-3A1A-C32ACA262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10C5F4-DE50-8EBE-159C-2BCFF777E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880C22-7DDE-1011-3A6E-DA3721C97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9FB59E-9D25-D481-8EC0-B05BC5FF9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983218-CB28-4DB2-9DB0-C9122C3D85A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0025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120DBC-2015-1216-E46A-C5B2D8B7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CD2A2D2-54D8-2B6F-1228-4661AF49C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22207F-6E07-EDB6-62AB-A876CF910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21A428-5609-EFB6-1C84-92447F18D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C0507B-DCB1-6624-B9F4-6AEF9B6E1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BDD822-965B-4C52-A4C0-CE440020FF6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3707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43F1F46-9BB8-2A17-E5D1-0206B871B4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ED0D2A-63C8-C2F8-AEE0-79BD780DE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0EC3ED-5AD8-FEC1-E7CE-D1BF3E936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EBB2A0-6E61-461A-B865-149C6C9FB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EE06FC-BB96-21E5-3BCB-DA601EB1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7DAD31-65CE-4018-97A2-BA650D8B309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9565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8" name="Group 10">
            <a:extLst>
              <a:ext uri="{FF2B5EF4-FFF2-40B4-BE49-F238E27FC236}">
                <a16:creationId xmlns:a16="http://schemas.microsoft.com/office/drawing/2014/main" id="{9482468B-89CD-72CE-6D0F-14C40C952367}"/>
              </a:ext>
            </a:extLst>
          </p:cNvPr>
          <p:cNvGrpSpPr>
            <a:grpSpLocks/>
          </p:cNvGrpSpPr>
          <p:nvPr/>
        </p:nvGrpSpPr>
        <p:grpSpPr bwMode="auto"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2051" name="Freeform 3">
              <a:extLst>
                <a:ext uri="{FF2B5EF4-FFF2-40B4-BE49-F238E27FC236}">
                  <a16:creationId xmlns:a16="http://schemas.microsoft.com/office/drawing/2014/main" id="{70195A4F-EE71-4894-F7ED-D14A67294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52" name="Arc 4">
              <a:extLst>
                <a:ext uri="{FF2B5EF4-FFF2-40B4-BE49-F238E27FC236}">
                  <a16:creationId xmlns:a16="http://schemas.microsoft.com/office/drawing/2014/main" id="{A698743C-3D8A-19AE-647C-F3CBA27AC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2053" name="Rectangle 5">
            <a:extLst>
              <a:ext uri="{FF2B5EF4-FFF2-40B4-BE49-F238E27FC236}">
                <a16:creationId xmlns:a16="http://schemas.microsoft.com/office/drawing/2014/main" id="{A1E878C0-D031-F28D-61D3-4311B05E1A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5200C38F-1830-7609-CA8A-E52263BFF16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pt-BR" altLang="pt-BR"/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D6E3A015-39F1-F519-2C6F-6C95ADC2CD7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pt-BR" altLang="pt-BR"/>
          </a:p>
        </p:txBody>
      </p:sp>
      <p:sp>
        <p:nvSpPr>
          <p:cNvPr id="2057" name="Rectangle 9">
            <a:extLst>
              <a:ext uri="{FF2B5EF4-FFF2-40B4-BE49-F238E27FC236}">
                <a16:creationId xmlns:a16="http://schemas.microsoft.com/office/drawing/2014/main" id="{200BFB92-C7B7-F32A-FECC-E3CED26B896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F1575D3-0DD9-4343-ABD5-C75CA9027C28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4385ADA4-D780-A25C-9FB4-EE1644641B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900C25CB-07E7-A06E-0CD2-2E4176A09E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438400"/>
            <a:ext cx="7913688" cy="1495425"/>
          </a:xfrm>
        </p:spPr>
        <p:txBody>
          <a:bodyPr/>
          <a:lstStyle/>
          <a:p>
            <a:r>
              <a:rPr lang="pt-BR" altLang="pt-BR" sz="4000">
                <a:solidFill>
                  <a:schemeClr val="tx1"/>
                </a:solidFill>
              </a:rPr>
              <a:t>469</a:t>
            </a:r>
            <a:br>
              <a:rPr lang="pt-BR" altLang="pt-BR" sz="4000">
                <a:solidFill>
                  <a:schemeClr val="tx1"/>
                </a:solidFill>
              </a:rPr>
            </a:br>
            <a:r>
              <a:rPr lang="pt-BR" altLang="pt-BR" sz="4000">
                <a:solidFill>
                  <a:schemeClr val="tx1"/>
                </a:solidFill>
              </a:rPr>
              <a:t>Ao Estrugir a Trombeta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>
            <a:extLst>
              <a:ext uri="{FF2B5EF4-FFF2-40B4-BE49-F238E27FC236}">
                <a16:creationId xmlns:a16="http://schemas.microsoft.com/office/drawing/2014/main" id="{3E155EC2-5CDC-9A4B-DA0B-CB4F17B802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404813"/>
            <a:ext cx="9144000" cy="5761037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Quando angelical trombeta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Neste mundo estrugir,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O meu nome ouvirei Jesus chamar;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Pois eu creio na promessa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E que Deus a vai cumprir,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Quando ouvir Jesus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Meu nome proclamar!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1027">
            <a:extLst>
              <a:ext uri="{FF2B5EF4-FFF2-40B4-BE49-F238E27FC236}">
                <a16:creationId xmlns:a16="http://schemas.microsoft.com/office/drawing/2014/main" id="{724144EF-C157-53B2-4B22-25E1981883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052513"/>
            <a:ext cx="9144000" cy="4681537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Glória! Glória! Aleluia!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O meu nome ouvirei Jesus chamar;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Glória! Glória! Aleluia!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Eu espero ouvir Jesus a me chamar;</a:t>
            </a:r>
          </a:p>
          <a:p>
            <a:pPr algn="ctr">
              <a:buFont typeface="Wingdings" panose="05000000000000000000" pitchFamily="2" charset="2"/>
              <a:buNone/>
            </a:pPr>
            <a:endParaRPr lang="pt-BR" altLang="pt-BR" sz="4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>
            <a:extLst>
              <a:ext uri="{FF2B5EF4-FFF2-40B4-BE49-F238E27FC236}">
                <a16:creationId xmlns:a16="http://schemas.microsoft.com/office/drawing/2014/main" id="{7924479A-D8F4-258A-9BC0-1EB79395C2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476250"/>
            <a:ext cx="9144000" cy="5616575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Quando o céu for enrolado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E o sol não der mais luz,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O meu nome ouvirei Jesus chamar;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Passarão a terra, o mar,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Mas permanecerá Jesus,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Que meu nome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Vai na glória pronunciar.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C829325-E232-DFEB-1E08-BDDB82924D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196975"/>
            <a:ext cx="8207375" cy="4114800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Glória! Glória! Aleluia!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O meu nome ouvirei Jesus chamar;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Glória! Glória! Aleluia!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Eu espero ouvir Jesus a me chamar;</a:t>
            </a:r>
          </a:p>
          <a:p>
            <a:pPr algn="ctr">
              <a:buFont typeface="Wingdings" panose="05000000000000000000" pitchFamily="2" charset="2"/>
              <a:buNone/>
            </a:pPr>
            <a:endParaRPr lang="pt-BR" altLang="pt-BR" sz="4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>
            <a:extLst>
              <a:ext uri="{FF2B5EF4-FFF2-40B4-BE49-F238E27FC236}">
                <a16:creationId xmlns:a16="http://schemas.microsoft.com/office/drawing/2014/main" id="{5A6E70CD-5E5F-7FEC-28A8-9A415BF29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49275"/>
            <a:ext cx="9144000" cy="5616575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Oh! Que música suave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Há de ser pra mim ouvir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O meu nome Jesus cristo anunciar,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Oh! Que goze vai minha alma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Lá nos altos céus fluir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Quando o cristo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O meu nome proclamar!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2A7040A-757F-C5AA-9060-E70AD11CDA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412875"/>
            <a:ext cx="9144000" cy="4608513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Glória! Glória! Aleluia!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O meu nome ouvirei Jesus chamar;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Glória! Glória! Aleluia!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/>
              <a:t>Eu espero ouvir Jesus a me chamar;</a:t>
            </a:r>
          </a:p>
          <a:p>
            <a:pPr algn="ctr">
              <a:buFont typeface="Wingdings" panose="05000000000000000000" pitchFamily="2" charset="2"/>
              <a:buNone/>
            </a:pPr>
            <a:endParaRPr lang="pt-BR" altLang="pt-BR"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nagem">
  <a:themeElements>
    <a:clrScheme name="Planagem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Planagem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Planagem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nagem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nagem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nagem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nagem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apresentação\Planagem.pot</Template>
  <TotalTime>15</TotalTime>
  <Words>197</Words>
  <Application>Microsoft Office PowerPoint</Application>
  <PresentationFormat>Apresentação na tela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Times New Roman</vt:lpstr>
      <vt:lpstr>Arial</vt:lpstr>
      <vt:lpstr>Wingdings</vt:lpstr>
      <vt:lpstr>Planagem</vt:lpstr>
      <vt:lpstr>469 Ao Estrugir a Trombeta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469 – Ao Estrugir a Trombeta</dc:title>
  <dc:creator>eu</dc:creator>
  <cp:lastModifiedBy>Emerson Souza</cp:lastModifiedBy>
  <cp:revision>2</cp:revision>
  <cp:lastPrinted>1601-01-01T00:00:00Z</cp:lastPrinted>
  <dcterms:created xsi:type="dcterms:W3CDTF">2005-05-06T20:10:42Z</dcterms:created>
  <dcterms:modified xsi:type="dcterms:W3CDTF">2026-05-02T22:16:19Z</dcterms:modified>
</cp:coreProperties>
</file>