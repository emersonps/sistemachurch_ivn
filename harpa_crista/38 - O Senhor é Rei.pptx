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BA7B8-582E-E0FC-D02B-4C6F83466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B9D741-7E99-DFEA-214C-51A074BFB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EB2CDA-A77C-A893-EAFC-5342B54EB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B072D6-AC60-923A-0757-4BA72A504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92AF04-DEF3-F95F-19E1-161D5CBE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83534C-BB49-44FA-BE29-10CFEF311D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1090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921A5-70AA-4ACB-8183-E7AB86249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4032A8-E61C-0894-7D39-90F61841E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A6EF3D-C02F-71A9-ADA2-EAED31610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9F18CC-E2F2-E41C-4AC7-0ABEFDE2F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5F2CD3-4F37-0994-8BEE-22C30DCA0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AF22D-0A02-4E56-84C9-0BE883AF84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5777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92472-4851-5C71-09D7-6E1A6A18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CB2325-2D2E-38CE-6DD5-B999725F2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F97F82-0902-D437-C529-78DF6B42F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CCA348-F375-73B8-D847-8156F78C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7F247A-486D-3F88-426D-6044228A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27913B-879A-41DC-B170-622AF9B40E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350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0E277-8AE5-C3FE-F85F-C2AD428F9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81AF95-4728-4081-1548-033B317CE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674645-2523-7B19-D1B1-37B70FA46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D621D9-0659-097D-65F9-36DC18CD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F1F3BB-FB7C-E170-1879-4A5717D48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ACF059-4E5F-765E-AA08-698EF37F1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069168-1CF7-4C5D-BA7E-FC13634B2A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9841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1A60B-7CBB-9591-C101-072D15B5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48E19E-3EB7-FF65-AD33-B507826C4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23BB55-06C1-48AD-9AEB-DAE555188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1D9FA5A-22CA-137D-9427-D07733198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51A7C0D-A572-6BD4-7172-CD7F563A3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615EA92-2941-E6BA-8851-5593722C9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080DD43-6CE0-B946-4441-5B7649BC1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A2F7DA4-43EF-D497-E623-EC6AE75B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F1577B-C500-4A02-9149-B532D3C4A1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0100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5B50E3-2D23-D76E-3F42-83110AC5B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E042DA-6A79-23CD-EBD7-990C1792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FCFE51-7122-0CE5-F541-8472BDCD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0962154-DC4E-1755-3240-9F353EBD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B6EAE2-13EC-4958-B7AE-BC758B710A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635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B68B1B3-54E1-08E8-946E-AAA7CCA9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6050D5-FE10-B25A-0CF4-0DCE9740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925679-29B1-E0DF-4C7E-739382F86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30688B-6FFE-450B-B19D-2FA9D3E5E6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086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DAF3B-8CF2-3CEA-13DC-999434AE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C56814-5053-EA96-B635-C35FCD0E2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A00213-971E-16AE-B2B5-C7DF0BE82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2C4AF6-7A23-C3CD-B513-3A1CE9491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E76ED7-BCC1-D671-621B-91DF973F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75B4AB-4D65-00E1-4782-DCC75836B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472DF0-410B-44A1-ABD7-E965024E06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1979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1FB31-50C8-2D85-3E4C-F070E36D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1D759B7-6FE8-5BA3-E654-FAED50635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3A3482-678C-7408-4836-A179A13A0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85EC9D-A26F-F3D9-AF60-02273124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A29A67-4506-F369-5DE6-58983064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5209C1-306D-43A1-82F7-5FE44CA4E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06716B-9C72-4226-8F75-16801A4B44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7328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C8711-44BE-0602-BAD5-38780940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32E38F-A2B1-3BF8-9D7B-00DBDCA44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438795-19EF-0DDC-772A-A1DD1ACB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2E8877-C0B5-7D02-B26B-1BAC701FC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706403-B099-150B-6B58-641B238E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BF41AF-3AB2-4CCA-87FF-26CA25ACD5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823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45480D-CD8D-7493-200F-87676FB72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9D77B9-D386-2523-056F-F086BCD37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38E9FC-B965-B827-A2CB-4FF142480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CFFAA6-B6E2-C2BA-2248-0A9C4DAFC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B8C48C-662C-48E6-35E4-91D7212E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BA52B2-2F98-4E67-80EA-29E652E178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348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BF0AB17-0CBB-05DE-7521-5163DD0AE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1A5C1C4-F06B-B316-3FF8-BC79C1B516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AA36A46-DA60-65F7-308C-5F25638089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36B5DF9-3B01-EE30-E143-04766917CDA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7A1DEF7-0E05-AD55-7710-373F5B611C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A73C0AA-7DF6-461B-9199-DAEF5EC27BF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FE1381A-94A7-CE44-CEA9-7B56240680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/>
              <a:t>38</a:t>
            </a:r>
            <a:br>
              <a:rPr lang="en-US" altLang="pt-BR" sz="3600" b="1"/>
            </a:br>
            <a:r>
              <a:rPr lang="en-US" altLang="pt-BR" sz="3600" b="1"/>
              <a:t>O SENHOR É REI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CA54ADA-321F-FEFC-2DDB-42350465551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9688FF8-E11A-7D63-1D25-1409526C4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6096000"/>
          </a:xfrm>
        </p:spPr>
        <p:txBody>
          <a:bodyPr/>
          <a:lstStyle/>
          <a:p>
            <a:r>
              <a:rPr lang="en-US" altLang="pt-BR" sz="2800" i="1"/>
              <a:t>Proclamei a todo o mundo que o Senhor é Rei! </a:t>
            </a:r>
            <a:br>
              <a:rPr lang="en-US" altLang="pt-BR" sz="2800" i="1"/>
            </a:br>
            <a:r>
              <a:rPr lang="en-US" altLang="pt-BR" sz="2800" i="1"/>
              <a:t>Proclamai! Proclamai! </a:t>
            </a:r>
            <a:br>
              <a:rPr lang="en-US" altLang="pt-BR" sz="2800" i="1"/>
            </a:br>
            <a:r>
              <a:rPr lang="en-US" altLang="pt-BR" sz="2800" i="1"/>
              <a:t>Proclamei que suave e doce é Sua santa lei! </a:t>
            </a:r>
            <a:br>
              <a:rPr lang="en-US" altLang="pt-BR" sz="2800" i="1"/>
            </a:br>
            <a:r>
              <a:rPr lang="en-US" altLang="pt-BR" sz="2800" i="1"/>
              <a:t>Proclamai! Proclamai! </a:t>
            </a:r>
            <a:br>
              <a:rPr lang="en-US" altLang="pt-BR" sz="2800" i="1"/>
            </a:br>
            <a:r>
              <a:rPr lang="en-US" altLang="pt-BR" sz="2800" i="1"/>
              <a:t>Proclamai como Ele se chama Salvador Jesus, </a:t>
            </a:r>
            <a:br>
              <a:rPr lang="en-US" altLang="pt-BR" sz="2800" i="1"/>
            </a:br>
            <a:r>
              <a:rPr lang="en-US" altLang="pt-BR" sz="2800" i="1"/>
              <a:t>Como Ele por nós morreu na ensangüentada cruz, </a:t>
            </a:r>
            <a:br>
              <a:rPr lang="en-US" altLang="pt-BR" sz="2800" i="1"/>
            </a:br>
            <a:r>
              <a:rPr lang="en-US" altLang="pt-BR" sz="2800" i="1"/>
              <a:t>Como Ele - o Cordeiro - sobre o trono está </a:t>
            </a:r>
            <a:br>
              <a:rPr lang="en-US" altLang="pt-BR" sz="2800" i="1"/>
            </a:br>
            <a:r>
              <a:rPr lang="en-US" altLang="pt-BR" sz="2800" i="1"/>
              <a:t>O Deus de toda graça, que de graça tudo dá.</a:t>
            </a:r>
            <a:r>
              <a:rPr lang="en-US" altLang="pt-BR" sz="28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A18BA3-55A1-FB7D-C1A9-BAA652DD3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638800"/>
          </a:xfrm>
        </p:spPr>
        <p:txBody>
          <a:bodyPr/>
          <a:lstStyle/>
          <a:p>
            <a:r>
              <a:rPr lang="en-US" altLang="pt-BR" sz="2800" b="1" i="1"/>
              <a:t>Proclama! a todo o mundo </a:t>
            </a:r>
            <a:r>
              <a:rPr lang="en-US" altLang="pt-BR" sz="2800" i="1"/>
              <a:t> </a:t>
            </a:r>
            <a:r>
              <a:rPr lang="en-US" altLang="pt-BR" sz="2800" b="1" i="1"/>
              <a:t>que o Senhor é Rei!</a:t>
            </a:r>
            <a:r>
              <a:rPr lang="en-US" altLang="pt-BR" sz="2800" i="1"/>
              <a:t> </a:t>
            </a:r>
            <a:br>
              <a:rPr lang="en-US" altLang="pt-BR" sz="2800" i="1"/>
            </a:br>
            <a:r>
              <a:rPr lang="en-US" altLang="pt-BR" sz="2800" b="1" i="1"/>
              <a:t>Proclamai! Proclamai!</a:t>
            </a:r>
            <a:r>
              <a:rPr lang="en-US" altLang="pt-BR" sz="2800" i="1"/>
              <a:t> </a:t>
            </a:r>
            <a:br>
              <a:rPr lang="en-US" altLang="pt-BR" sz="2800" i="1"/>
            </a:br>
            <a:r>
              <a:rPr lang="en-US" altLang="pt-BR" sz="2800" b="1" i="1"/>
              <a:t>Proclama! que suave e doce</a:t>
            </a:r>
            <a:r>
              <a:rPr lang="en-US" altLang="pt-BR" sz="2800" i="1"/>
              <a:t> </a:t>
            </a:r>
            <a:r>
              <a:rPr lang="en-US" altLang="pt-BR" sz="2800" b="1" i="1"/>
              <a:t>é Sua santa lei!</a:t>
            </a:r>
            <a:r>
              <a:rPr lang="en-US" altLang="pt-BR" sz="2800" i="1"/>
              <a:t> </a:t>
            </a:r>
            <a:r>
              <a:rPr lang="en-US" altLang="pt-BR" sz="2800" b="1" i="1"/>
              <a:t>Proclamai! Proclamai!</a:t>
            </a:r>
            <a:r>
              <a:rPr lang="en-US" altLang="pt-BR" sz="2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51199FC-FC51-2B93-71AA-9E44C6C46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638800"/>
          </a:xfrm>
        </p:spPr>
        <p:txBody>
          <a:bodyPr/>
          <a:lstStyle/>
          <a:p>
            <a:r>
              <a:rPr lang="en-US" altLang="pt-BR" sz="2800" i="1"/>
              <a:t>Proclamei que reina em graça nosso Salvador! </a:t>
            </a:r>
            <a:br>
              <a:rPr lang="en-US" altLang="pt-BR" sz="2800" i="1"/>
            </a:br>
            <a:r>
              <a:rPr lang="en-US" altLang="pt-BR" sz="2800" i="1"/>
              <a:t>Proclamei! Proclamei! </a:t>
            </a:r>
            <a:br>
              <a:rPr lang="en-US" altLang="pt-BR" sz="2800" i="1"/>
            </a:br>
            <a:r>
              <a:rPr lang="en-US" altLang="pt-BR" sz="2800" i="1"/>
              <a:t>Que por cetro de Seu reino ele tem o amor! </a:t>
            </a:r>
            <a:br>
              <a:rPr lang="en-US" altLang="pt-BR" sz="2800" i="1"/>
            </a:br>
            <a:r>
              <a:rPr lang="en-US" altLang="pt-BR" sz="2800" i="1"/>
              <a:t>Proclamei! Proclamei! </a:t>
            </a:r>
            <a:br>
              <a:rPr lang="en-US" altLang="pt-BR" sz="2800" i="1"/>
            </a:br>
            <a:r>
              <a:rPr lang="en-US" altLang="pt-BR" sz="2800" i="1"/>
              <a:t>Anunciei aos tristes que Ele vive lá; </a:t>
            </a:r>
            <a:br>
              <a:rPr lang="en-US" altLang="pt-BR" sz="2800" i="1"/>
            </a:br>
            <a:r>
              <a:rPr lang="en-US" altLang="pt-BR" sz="2800" i="1"/>
              <a:t>E e todos os cansados que descanso Ele dá; </a:t>
            </a:r>
            <a:br>
              <a:rPr lang="en-US" altLang="pt-BR" sz="2800" i="1"/>
            </a:br>
            <a:r>
              <a:rPr lang="en-US" altLang="pt-BR" sz="2800" i="1"/>
              <a:t>Contei aos pecadores que Ele veio salvar, </a:t>
            </a:r>
            <a:br>
              <a:rPr lang="en-US" altLang="pt-BR" sz="2800" i="1"/>
            </a:br>
            <a:r>
              <a:rPr lang="en-US" altLang="pt-BR" sz="2800" i="1"/>
              <a:t>E a todos os cativos que Ele os pode libertar.</a:t>
            </a:r>
            <a:r>
              <a:rPr lang="en-US" altLang="pt-BR" sz="28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D002938-6DF6-962E-AF4F-D9A2C54D5A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638800"/>
          </a:xfrm>
        </p:spPr>
        <p:txBody>
          <a:bodyPr/>
          <a:lstStyle/>
          <a:p>
            <a:r>
              <a:rPr lang="en-US" altLang="pt-BR" sz="2800" i="1"/>
              <a:t>Proclamei que Ele, do céu em breve descerá! Proclamei! Proclamei! </a:t>
            </a:r>
            <a:br>
              <a:rPr lang="en-US" altLang="pt-BR" sz="2800" i="1"/>
            </a:br>
            <a:r>
              <a:rPr lang="en-US" altLang="pt-BR" sz="2800" i="1"/>
              <a:t>E com todos os Seus santos aparecerá! </a:t>
            </a:r>
            <a:br>
              <a:rPr lang="en-US" altLang="pt-BR" sz="2800" i="1"/>
            </a:br>
            <a:r>
              <a:rPr lang="en-US" altLang="pt-BR" sz="2800" i="1"/>
              <a:t>Proclamei! Proclamei! </a:t>
            </a:r>
            <a:br>
              <a:rPr lang="en-US" altLang="pt-BR" sz="2800" i="1"/>
            </a:br>
            <a:r>
              <a:rPr lang="en-US" altLang="pt-BR" sz="2800" i="1"/>
              <a:t>Que, sem demora, venham todos se render </a:t>
            </a:r>
            <a:br>
              <a:rPr lang="en-US" altLang="pt-BR" sz="2800" i="1"/>
            </a:br>
            <a:r>
              <a:rPr lang="en-US" altLang="pt-BR" sz="2800" i="1"/>
              <a:t>E, com amor, em tudo e Cristo obedecer </a:t>
            </a:r>
            <a:br>
              <a:rPr lang="en-US" altLang="pt-BR" sz="2800" i="1"/>
            </a:br>
            <a:r>
              <a:rPr lang="en-US" altLang="pt-BR" sz="2800" i="1"/>
              <a:t>Que estejam todos prontos quando Ele voltar, </a:t>
            </a:r>
            <a:br>
              <a:rPr lang="en-US" altLang="pt-BR" sz="2800" i="1"/>
            </a:br>
            <a:r>
              <a:rPr lang="en-US" altLang="pt-BR" sz="2800" i="1"/>
              <a:t>E alegres, naquele dia, “Rei dos reis”, o aclamar </a:t>
            </a:r>
            <a:r>
              <a:rPr lang="en-US" altLang="pt-BR" sz="2800"/>
              <a:t> 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38 O SENHOR É REI </vt:lpstr>
      <vt:lpstr>Proclamei a todo o mundo que o Senhor é Rei!  Proclamai! Proclamai!  Proclamei que suave e doce é Sua santa lei!  Proclamai! Proclamai!  Proclamai como Ele se chama Salvador Jesus,  Como Ele por nós morreu na ensangüentada cruz,  Como Ele - o Cordeiro - sobre o trono está  O Deus de toda graça, que de graça tudo dá. </vt:lpstr>
      <vt:lpstr>Proclama! a todo o mundo  que o Senhor é Rei!  Proclamai! Proclamai!  Proclama! que suave e doce é Sua santa lei! Proclamai! Proclamai! </vt:lpstr>
      <vt:lpstr>Proclamei que reina em graça nosso Salvador!  Proclamei! Proclamei!  Que por cetro de Seu reino ele tem o amor!  Proclamei! Proclamei!  Anunciei aos tristes que Ele vive lá;  E e todos os cansados que descanso Ele dá;  Contei aos pecadores que Ele veio salvar,  E a todos os cativos que Ele os pode libertar. </vt:lpstr>
      <vt:lpstr>Proclamei que Ele, do céu em breve descerá! Proclamei! Proclamei!  E com todos os Seus santos aparecerá!  Proclamei! Proclamei!  Que, sem demora, venham todos se render  E, com amor, em tudo e Cristo obedecer  Que estejam todos prontos quando Ele voltar,  E alegres, naquele dia, “Rei dos reis”, o aclamar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 O SENHOR É REI </dc:title>
  <dc:creator>Junior</dc:creator>
  <cp:lastModifiedBy>Emerson Souza</cp:lastModifiedBy>
  <cp:revision>1</cp:revision>
  <dcterms:created xsi:type="dcterms:W3CDTF">2005-12-23T01:20:02Z</dcterms:created>
  <dcterms:modified xsi:type="dcterms:W3CDTF">2026-05-02T21:40:06Z</dcterms:modified>
</cp:coreProperties>
</file>