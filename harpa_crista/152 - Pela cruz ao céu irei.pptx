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9F19E-6E4A-0DCE-7A74-C7098DD62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A6749B-0D4E-38EF-29A9-3E1A968070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955F81-7B4A-F589-5C93-96826E9AF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D9D9D4-B602-5052-026C-6B41998C5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7EA413-EF2C-FE42-8383-532ED028A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CFEAB7-ED39-4E35-9CD8-78D6C48722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796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790EF-F392-18EB-23D7-C1686C591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940311-E2DE-CD58-3893-6A91724EF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9D82D7-02D4-D6A1-4341-A6FBFC9C3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CC1B9F-D02F-E22E-BDD9-BBE107722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36AD57-A4D7-909D-8C9D-E7F15B650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704C25-37C2-4E37-9F33-5D080C26D2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7389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77CF5-50F4-E85F-483D-A672BDF1B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BBE224-29C8-484A-1FDE-4F1664423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00F287-E548-940C-7E25-F4B15C2E1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4F6B7A-C0B6-4250-E3D2-806DFD678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B3A56E-E7E5-2BAB-7D6C-E43F4030E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7CEE39-0D61-41CE-BF1F-0E6FF3CE03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1351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3D57B7-10B4-B8EC-244B-120C6C9B7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EEA0C1-0307-CD3C-471D-279A14957C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611FF0-7D26-9F9F-B68C-D73E2D62D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F62836-E5A3-F8E3-E212-FE30C1BB3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11BECF-AF69-057C-BCB5-1C7A079C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B2585A-92F8-BA79-677C-2F614B51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9C813F-0A84-49B8-ABF7-CCA780B619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30088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AC5E3-E3DF-4FEF-CF87-34E18A332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4D7E81-5A09-153A-DC63-B11315C96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75DED1-23A1-43B4-01C3-5F0F8D35E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07F9E46-3271-957D-CE6F-4484B145B7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B8DD35-D67A-DBB0-3B98-674DB2F62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6C428BA-A070-C286-499A-31C685E6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EB43930-6A31-8F99-EC3D-885B697B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10AB3C2-6EB9-DB9C-3706-24236527B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EA61C-C788-4930-BBE1-735486DA28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6862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A3D49-CD18-E87E-03D1-BAB2458F9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66A8B1-43A8-BDC4-407C-A4AB9516C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68C08D-E37A-E5BF-861A-7E2A8415D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B0D8554-E17C-A409-7D89-4A2701D4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85E33E-DB5E-43D3-B542-9DE5FB80E1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3098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0C232A1-DEBD-D65D-30D1-4EE155D8D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97A1F47-EDE9-AED6-ED22-88BC00EE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2FC32D-DE03-5261-844C-ECA39BC1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991F5C-F301-47A3-8FE5-2837FA0441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320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A58EA6-C82B-E1D1-D6BE-D5ED4E1C0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B6C1AD-E990-CFBE-D714-A892F4258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BDC8EC-3D3F-FFF0-B763-B2963B67B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C24F5C-198F-94EF-2DC7-F55EA6715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DEFA30-751B-5082-73B2-B4D555E6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457954-F15E-9DF2-3B24-297DBD1F5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72D0F0-125D-482B-A18C-268EB4C815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9033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C17099-CC36-2BD4-A28E-7E10039BE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9253132-487B-F1D4-B00F-50FDCC703C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3538E9-8CD1-8997-3A5A-9FB29613E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B6DC0F-B994-E594-F7E7-C0016FF91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AFFD3E-87BD-2426-F325-BF3AB0441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AF716A-E38C-2EF9-AA74-E12B961D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75F057-8F54-489E-85BD-5C55783B0D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0906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366F1-1C11-AAC4-97E0-2D1B6E0D4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C101FDF-ECF9-945E-2D6F-F5716FF52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ED22F8-D9B0-568C-D041-C8501EF05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B10F48-81D6-F0E6-B0D2-0C64F143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4CB5BA-55A9-898C-5158-66E6DC7B8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25DE98-6A83-42D6-AFDC-22CB8C848D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857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A3D7A1-0640-79F7-5700-BA5592758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3C96E2-34E9-8955-E9A8-3BFDABFAD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BA89F3-419A-C979-A131-1A18767D3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6632C2-C24F-FCF7-A552-7F78EFE21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C23232-FE9A-088B-BED5-CB17FE4F4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DFA878-CB09-4EC9-A2D0-632631DC22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1742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B83A1BB-08A4-1FEC-2655-74A7C34F6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679D2B8-CACF-5D35-280C-9681550D63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95E2155-0F2A-65F9-30E9-FEF1779256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6D51036-B7F5-7C14-D364-F6C5F3F9E99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F278A19-9BD7-9435-3E32-25A004E7329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F9A3675-7784-4BA7-8BCB-9ECF0852B81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9897355-483C-B97E-56E6-0652F64884C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152</a:t>
            </a:r>
            <a:br>
              <a:rPr lang="en-US" altLang="pt-BR" sz="4000" b="1"/>
            </a:br>
            <a:r>
              <a:rPr lang="en-US" altLang="pt-BR" sz="4000" b="1"/>
              <a:t>PELA CRUZ AO CÉU IREI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A5B12CF-0DF5-C829-5F01-1A298506E0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C9D0024-BB6B-2928-4283-7D7E340D51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Ao Calvário, só Jesus se transportou Levando pesada cruz, </a:t>
            </a:r>
            <a:br>
              <a:rPr lang="en-US" altLang="pt-BR" sz="4000" i="1"/>
            </a:br>
            <a:r>
              <a:rPr lang="en-US" altLang="pt-BR" sz="4000" i="1"/>
              <a:t>E morrendo, lá p'ra o mortal deixou, Um fanal de gloriosa luz.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A9C1A11-835E-FE6A-0F9F-7B08091BA0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Pela cruz ao céu irei;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Pela cruz eu seguirei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Pare o lar de paz e eterno amor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Pela cruz ao céu irei.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4330A11-03F4-1874-0794-BC36A23B43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Só na cruz, a alma sedenta achará </a:t>
            </a:r>
            <a:br>
              <a:rPr lang="en-US" altLang="pt-BR" sz="4000" i="1"/>
            </a:br>
            <a:r>
              <a:rPr lang="en-US" altLang="pt-BR" sz="4000" i="1"/>
              <a:t>A fonte de Inspiração; </a:t>
            </a:r>
            <a:br>
              <a:rPr lang="en-US" altLang="pt-BR" sz="4000" i="1"/>
            </a:br>
            <a:r>
              <a:rPr lang="en-US" altLang="pt-BR" sz="4000" i="1"/>
              <a:t>E ali o fardo de dor cairá; </a:t>
            </a:r>
            <a:br>
              <a:rPr lang="en-US" altLang="pt-BR" sz="4000" i="1"/>
            </a:br>
            <a:r>
              <a:rPr lang="en-US" altLang="pt-BR" sz="4000" i="1"/>
              <a:t>No Calvário, há salvação.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67D5558-7E60-ACA2-70B5-EB888343C6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Pela cruz ao céu irei;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Pela cruz eu seguirei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Pare o lar de paz e eterno amor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Pela cruz ao céu irei.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2AA6C56-1632-5DDC-922B-4B9EE5C3D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Pela cruz irei à mansão celestial. </a:t>
            </a:r>
            <a:br>
              <a:rPr lang="en-US" altLang="pt-BR" sz="4000" i="1"/>
            </a:br>
            <a:r>
              <a:rPr lang="en-US" altLang="pt-BR" sz="4000" i="1"/>
              <a:t>O rumo marcado está, </a:t>
            </a:r>
            <a:br>
              <a:rPr lang="en-US" altLang="pt-BR" sz="4000" i="1"/>
            </a:br>
            <a:r>
              <a:rPr lang="en-US" altLang="pt-BR" sz="4000" i="1"/>
              <a:t>Em minha vida obscura será o fanal; Em sua luz minha alma irá.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3969D14-7ED5-FD86-8B96-55255D6E62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Pela cruz ao céu irei;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Pela cruz eu seguirei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Pare o lar de paz e eterno amor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Pela cruz ao céu irei.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152 PELA CRUZ AO CÉU IREI </vt:lpstr>
      <vt:lpstr>Ao Calvário, só Jesus se transportou Levando pesada cruz,  E morrendo, lá p'ra o mortal deixou, Um fanal de gloriosa luz. </vt:lpstr>
      <vt:lpstr>Pela cruz ao céu irei;  Pela cruz eu seguirei  Pare o lar de paz e eterno amor  Pela cruz ao céu irei. </vt:lpstr>
      <vt:lpstr>Só na cruz, a alma sedenta achará  A fonte de Inspiração;  E ali o fardo de dor cairá;  No Calvário, há salvação. </vt:lpstr>
      <vt:lpstr>Pela cruz ao céu irei;  Pela cruz eu seguirei  Pare o lar de paz e eterno amor  Pela cruz ao céu irei. </vt:lpstr>
      <vt:lpstr>Pela cruz irei à mansão celestial.  O rumo marcado está,  Em minha vida obscura será o fanal; Em sua luz minha alma irá. </vt:lpstr>
      <vt:lpstr>Pela cruz ao céu irei;  Pela cruz eu seguirei  Pare o lar de paz e eterno amor  Pela cruz ao céu irei.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152 PELA CRUZ AO CÉU IREI </dc:title>
  <dc:creator>Junior</dc:creator>
  <cp:lastModifiedBy>Emerson Souza</cp:lastModifiedBy>
  <cp:revision>1</cp:revision>
  <dcterms:created xsi:type="dcterms:W3CDTF">2005-12-23T15:37:14Z</dcterms:created>
  <dcterms:modified xsi:type="dcterms:W3CDTF">2026-05-02T21:49:29Z</dcterms:modified>
</cp:coreProperties>
</file>