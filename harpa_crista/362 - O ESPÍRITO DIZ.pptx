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4887F-4796-4F9B-31DC-83931F18D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C30495-6658-40AA-59D6-0D02BFADF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E9F350-D658-ACFB-EBAA-283054DBA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6A14C0-69BB-3717-CBC6-4FF1B9BB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FD7EBC-E223-8DAD-D51E-34DC94168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3280EF-25BC-4520-B799-61D7A01BAC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7123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4CC215-00C7-A6E4-8710-E006FFC3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AA54BD-2F0B-D8BB-D30A-CC2ABFEFF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75C4EC-9EAB-0E28-11ED-09F72BD54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A94414-042A-E26A-B46D-A4E86B9EA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CA92E5-9E34-D12C-AE36-5333615E3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02D66A-D1A8-4F94-8D81-477429507C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0524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86489C-7828-CD3C-720A-2359B426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CDDD6B-3168-DC69-A7DB-A562E5066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CA9AAF-9EBB-BF65-E8E6-C278C871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35AE36-C255-9559-E5D0-E5E814BAB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8F027B-5298-7122-ED60-98220633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BFFED9-D76F-43E5-891F-6E7AFCBF7C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719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DBA2F-7304-EBE9-F91E-20679020D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A69F70-04D2-E9BD-8B39-199EA7D0E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278DF1-ED29-343B-AB02-CCAB81872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DF4A17-0516-852B-06F3-61B6F6B9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C25394-2792-DF59-8B57-33632CB59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499AD8-16BD-AB30-D5D0-B659E759F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ACA334-2A6A-4A6E-86B9-6E5915BB66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41362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0CD6D-A2B3-A000-A91C-330B59C0C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F8AE1D-D232-DB38-BF61-F6686B8FC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B8A849-C084-7854-B20C-C1B9BAEAF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8E7EB8-0AD7-64AD-80B1-B70EE6925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D06D941-4C3B-937A-2341-BE9497180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651A791-FCA4-9AA2-D0E8-CD504024A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F204382-CFDD-830E-C913-3E4899989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7BEEB94-B000-6833-CC0C-F275275A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0040AB-569E-4A02-99AD-FE4CA7359A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0560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8CA1E-C870-198A-6402-222A52A22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CC8984-0690-03C6-8E4A-576F20E5F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DD1C11-EDD5-EE88-5269-8B3C0DC8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8388579-198B-D0B1-7012-A0743C0D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D6D673-B217-4E9A-9424-3907CC34FC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5141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2A5E6B-B51E-8775-1339-528AFAE3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FB371A-FD15-7136-05FC-0BF82E12F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0E3621-DEF5-2613-7FBE-27708CCC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D50E5-798B-40FD-8E92-6E6CF90459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6219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5E38E-35F3-489E-E918-E5BF339AB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07456B-7843-5FE2-982B-C2AD1C293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6E73EBA-7BD5-1058-8E21-530BCE4CE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1069F5-0456-2F19-DF20-B02466040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FF5AC1-79A6-2786-358B-D53A362A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3630C8-CCDA-9AB6-1FD7-E768AFEF9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EA686D-D00B-49FD-AD40-DDA76E79DF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9165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C942C-1070-E03C-BE29-A05C14868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C42FBBE-40D0-A7E0-5111-7FBA6D6EE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4C9348-A7D4-FCDC-F3F6-ED4F13841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0FFC64-1331-219F-FD34-A71A1A746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05DA11-CA74-A1D5-6166-F7B79395B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2058F2-2251-30C5-6C70-6BB5C2A44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3D5F7F-A8BF-4F39-886A-09415E02CF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2353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88AD7-2AEE-23D2-F0F0-42F6BF463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97A5772-4A9E-D4C1-135E-E141377BC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7B413D-D044-4740-450C-3ECF0C40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6C916E-7D2A-06AA-E60C-C627F2947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36D0CE-A333-C78C-4930-211219E6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8A08B-98BA-41C2-976E-0291351689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6303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3F9B5A-2E0F-D15A-8442-559A477665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207EFB-E7FB-CDAF-8CF8-B8A7EFA27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D84812-1233-5F22-5EC8-D5890B6C5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79AB1E-FD5C-1C77-E2D9-EB2474479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4C8FAF-815B-70B1-E69D-5F57B4094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7EF63A-9F38-4B6B-AF7F-2A05128F29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193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CCE45A6-B1A2-8FE0-3C43-EA088D1CD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9755097-8A4C-791B-F9F2-A60423FB3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82E93C6-2D4E-3FDC-34E7-E0751540FC7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008F338-08C0-82F7-3E00-7E4A48CF4D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5BC620-DB6C-6C70-9131-04AD2CE4871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51F2DF3-F8E6-433F-B659-AC3534A305B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ABFA770-EE8F-9BE8-2082-FEC2780935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362</a:t>
            </a:r>
            <a:br>
              <a:rPr lang="pt-BR" altLang="pt-BR" sz="4400" b="1"/>
            </a:br>
            <a:r>
              <a:rPr lang="pt-BR" altLang="pt-BR" sz="4400" b="1"/>
              <a:t>O ESPÍRITO DIZ: VEM!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3D20CF4-A559-92A6-4619-FBCB086AA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/>
              <a:t>O Espírito e a Noiva dizem: </a:t>
            </a:r>
            <a:br>
              <a:rPr lang="pt-BR" altLang="pt-BR"/>
            </a:br>
            <a:r>
              <a:rPr lang="pt-BR" altLang="pt-BR"/>
              <a:t>"Vem beber da água da vida"; </a:t>
            </a:r>
            <a:br>
              <a:rPr lang="pt-BR" altLang="pt-BR"/>
            </a:br>
            <a:r>
              <a:rPr lang="pt-BR" altLang="pt-BR"/>
              <a:t>Que voz de amor do Salvador, A uma alma perdida!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D5D227E-B851-178B-383A-6562AC40E6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O Espírito diz: Vem! </a:t>
            </a:r>
            <a:br>
              <a:rPr lang="pt-BR" altLang="pt-BR" sz="3600" b="1" i="1"/>
            </a:br>
            <a:r>
              <a:rPr lang="pt-BR" altLang="pt-BR" sz="3600" b="1" i="1"/>
              <a:t>A Noiva diz: Vem! 	</a:t>
            </a:r>
            <a:br>
              <a:rPr lang="pt-BR" altLang="pt-BR" sz="3600" b="1" i="1"/>
            </a:br>
            <a:r>
              <a:rPr lang="pt-BR" altLang="pt-BR" sz="3600" b="1" i="1"/>
              <a:t>E toma de graça da água da vida. </a:t>
            </a:r>
            <a:br>
              <a:rPr lang="pt-BR" altLang="pt-BR" sz="3600" b="1" i="1"/>
            </a:br>
            <a:r>
              <a:rPr lang="pt-BR" altLang="pt-BR" sz="3600" b="1" i="1"/>
              <a:t>O Espírito diz: Vem! </a:t>
            </a:r>
            <a:br>
              <a:rPr lang="pt-BR" altLang="pt-BR" sz="3600" b="1" i="1"/>
            </a:br>
            <a:r>
              <a:rPr lang="pt-BR" altLang="pt-BR" sz="3600" b="1" i="1"/>
              <a:t>A Noiva diz: Vem!</a:t>
            </a:r>
            <a:br>
              <a:rPr lang="pt-BR" altLang="pt-BR" sz="3600" b="1" i="1"/>
            </a:br>
            <a:r>
              <a:rPr lang="pt-BR" altLang="pt-BR" sz="3600" b="1" i="1"/>
              <a:t> E toma de graça da água da vida.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2151871E-0737-4F76-DD59-A37150A8D3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  <a:noFill/>
          <a:ln/>
        </p:spPr>
        <p:txBody>
          <a:bodyPr/>
          <a:lstStyle/>
          <a:p>
            <a:r>
              <a:rPr lang="pt-BR" altLang="pt-BR" sz="3600"/>
              <a:t>E o que escuta diga: Vem! </a:t>
            </a:r>
            <a:br>
              <a:rPr lang="pt-BR" altLang="pt-BR" sz="3600"/>
            </a:br>
            <a:r>
              <a:rPr lang="pt-BR" altLang="pt-BR" sz="3600"/>
              <a:t>E fale da paz obtida,</a:t>
            </a:r>
            <a:br>
              <a:rPr lang="pt-BR" altLang="pt-BR" sz="3600"/>
            </a:br>
            <a:r>
              <a:rPr lang="pt-BR" altLang="pt-BR" sz="3600"/>
              <a:t>Pois recebeu e já bebeu</a:t>
            </a:r>
            <a:br>
              <a:rPr lang="pt-BR" altLang="pt-BR" sz="3600"/>
            </a:br>
            <a:r>
              <a:rPr lang="pt-BR" altLang="pt-BR" sz="3600"/>
              <a:t> Da água que lhe deu vida.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1666B8B-A415-AF66-AAE5-FA0BD0F1F7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O Espírito diz: Vem! </a:t>
            </a:r>
            <a:br>
              <a:rPr lang="pt-BR" altLang="pt-BR" sz="3600" b="1" i="1"/>
            </a:br>
            <a:r>
              <a:rPr lang="pt-BR" altLang="pt-BR" sz="3600" b="1" i="1"/>
              <a:t>A Noiva diz: Vem! 	</a:t>
            </a:r>
            <a:br>
              <a:rPr lang="pt-BR" altLang="pt-BR" sz="3600" b="1" i="1"/>
            </a:br>
            <a:r>
              <a:rPr lang="pt-BR" altLang="pt-BR" sz="3600" b="1" i="1"/>
              <a:t>E toma de graça da água da vida. </a:t>
            </a:r>
            <a:br>
              <a:rPr lang="pt-BR" altLang="pt-BR" sz="3600" b="1" i="1"/>
            </a:br>
            <a:r>
              <a:rPr lang="pt-BR" altLang="pt-BR" sz="3600" b="1" i="1"/>
              <a:t>O Espírito diz: Vem! </a:t>
            </a:r>
            <a:br>
              <a:rPr lang="pt-BR" altLang="pt-BR" sz="3600" b="1" i="1"/>
            </a:br>
            <a:r>
              <a:rPr lang="pt-BR" altLang="pt-BR" sz="3600" b="1" i="1"/>
              <a:t>A Noiva diz: Vem!</a:t>
            </a:r>
            <a:br>
              <a:rPr lang="pt-BR" altLang="pt-BR" sz="3600" b="1" i="1"/>
            </a:br>
            <a:r>
              <a:rPr lang="pt-BR" altLang="pt-BR" sz="3600" b="1" i="1"/>
              <a:t> E toma de graça da água da vida.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92C42D3-5575-AF3B-6277-9F80532DDB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Q pecador sedento, vem! </a:t>
            </a:r>
            <a:br>
              <a:rPr lang="pt-BR" altLang="pt-BR" sz="3600"/>
            </a:br>
            <a:r>
              <a:rPr lang="pt-BR" altLang="pt-BR" sz="3600"/>
              <a:t>A fonte das águas puras!</a:t>
            </a:r>
            <a:br>
              <a:rPr lang="pt-BR" altLang="pt-BR" sz="3600"/>
            </a:br>
            <a:r>
              <a:rPr lang="pt-BR" altLang="pt-BR" sz="3600"/>
              <a:t>Vem te saciar, vem sem tardar, </a:t>
            </a:r>
            <a:br>
              <a:rPr lang="pt-BR" altLang="pt-BR" sz="3600"/>
            </a:br>
            <a:r>
              <a:rPr lang="pt-BR" altLang="pt-BR" sz="3600"/>
              <a:t>O infeliz criatura!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8B326CB-DFC9-70AE-3744-2E1C8340A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O Espírito diz: Vem! </a:t>
            </a:r>
            <a:br>
              <a:rPr lang="pt-BR" altLang="pt-BR" sz="3600" b="1" i="1"/>
            </a:br>
            <a:r>
              <a:rPr lang="pt-BR" altLang="pt-BR" sz="3600" b="1" i="1"/>
              <a:t>A Noiva diz: Vem! 	</a:t>
            </a:r>
            <a:br>
              <a:rPr lang="pt-BR" altLang="pt-BR" sz="3600" b="1" i="1"/>
            </a:br>
            <a:r>
              <a:rPr lang="pt-BR" altLang="pt-BR" sz="3600" b="1" i="1"/>
              <a:t>E toma de graça da água da vida. </a:t>
            </a:r>
            <a:br>
              <a:rPr lang="pt-BR" altLang="pt-BR" sz="3600" b="1" i="1"/>
            </a:br>
            <a:r>
              <a:rPr lang="pt-BR" altLang="pt-BR" sz="3600" b="1" i="1"/>
              <a:t>O Espírito diz: Vem! </a:t>
            </a:r>
            <a:br>
              <a:rPr lang="pt-BR" altLang="pt-BR" sz="3600" b="1" i="1"/>
            </a:br>
            <a:r>
              <a:rPr lang="pt-BR" altLang="pt-BR" sz="3600" b="1" i="1"/>
              <a:t>A Noiva diz: Vem!</a:t>
            </a:r>
            <a:br>
              <a:rPr lang="pt-BR" altLang="pt-BR" sz="3600" b="1" i="1"/>
            </a:br>
            <a:r>
              <a:rPr lang="pt-BR" altLang="pt-BR" sz="3600" b="1" i="1"/>
              <a:t> E toma de graça da água da vida.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71B9EA4-6F6B-04EC-750E-05894EF0D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Se tu quiseres, hoje: Vem! </a:t>
            </a:r>
            <a:br>
              <a:rPr lang="pt-BR" altLang="pt-BR" sz="3600"/>
            </a:br>
            <a:r>
              <a:rPr lang="pt-BR" altLang="pt-BR" sz="3600"/>
              <a:t>A Cristo, alma sequiosa; </a:t>
            </a:r>
            <a:br>
              <a:rPr lang="pt-BR" altLang="pt-BR" sz="3600"/>
            </a:br>
            <a:r>
              <a:rPr lang="pt-BR" altLang="pt-BR" sz="3600"/>
              <a:t>Tu beberás, te fartarás </a:t>
            </a:r>
            <a:br>
              <a:rPr lang="pt-BR" altLang="pt-BR" sz="3600"/>
            </a:br>
            <a:r>
              <a:rPr lang="pt-BR" altLang="pt-BR" sz="3600"/>
              <a:t>Da água maravilhosa!</a:t>
            </a:r>
            <a:br>
              <a:rPr lang="pt-BR" altLang="pt-BR" sz="3600"/>
            </a:br>
            <a:r>
              <a:rPr lang="pt-BR" altLang="pt-BR" sz="3600"/>
              <a:t>P.L.M.</a:t>
            </a:r>
            <a:r>
              <a:rPr lang="pt-BR" altLang="pt-BR"/>
              <a:t> </a:t>
            </a: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C6620B5-DC65-EAA5-FEB4-4C8FD7D85F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O Espírito diz: Vem! </a:t>
            </a:r>
            <a:br>
              <a:rPr lang="pt-BR" altLang="pt-BR" sz="3600" b="1" i="1"/>
            </a:br>
            <a:r>
              <a:rPr lang="pt-BR" altLang="pt-BR" sz="3600" b="1" i="1"/>
              <a:t>A Noiva diz: Vem! 	</a:t>
            </a:r>
            <a:br>
              <a:rPr lang="pt-BR" altLang="pt-BR" sz="3600" b="1" i="1"/>
            </a:br>
            <a:r>
              <a:rPr lang="pt-BR" altLang="pt-BR" sz="3600" b="1" i="1"/>
              <a:t>E toma de graça da água da vida. </a:t>
            </a:r>
            <a:br>
              <a:rPr lang="pt-BR" altLang="pt-BR" sz="3600" b="1" i="1"/>
            </a:br>
            <a:r>
              <a:rPr lang="pt-BR" altLang="pt-BR" sz="3600" b="1" i="1"/>
              <a:t>O Espírito diz: Vem! </a:t>
            </a:r>
            <a:br>
              <a:rPr lang="pt-BR" altLang="pt-BR" sz="3600" b="1" i="1"/>
            </a:br>
            <a:r>
              <a:rPr lang="pt-BR" altLang="pt-BR" sz="3600" b="1" i="1"/>
              <a:t>A Noiva diz: Vem!</a:t>
            </a:r>
            <a:br>
              <a:rPr lang="pt-BR" altLang="pt-BR" sz="3600" b="1" i="1"/>
            </a:br>
            <a:r>
              <a:rPr lang="pt-BR" altLang="pt-BR" sz="3600" b="1" i="1"/>
              <a:t> E toma de graça da água da vida.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362 O ESPÍRITO DIZ: VEM!</vt:lpstr>
      <vt:lpstr>O Espírito e a Noiva dizem:  "Vem beber da água da vida";  Que voz de amor do Salvador, A uma alma perdida! </vt:lpstr>
      <vt:lpstr>O Espírito diz: Vem!  A Noiva diz: Vem!   E toma de graça da água da vida.  O Espírito diz: Vem!  A Noiva diz: Vem!  E toma de graça da água da vida.</vt:lpstr>
      <vt:lpstr>E o que escuta diga: Vem!  E fale da paz obtida, Pois recebeu e já bebeu  Da água que lhe deu vida. </vt:lpstr>
      <vt:lpstr>O Espírito diz: Vem!  A Noiva diz: Vem!   E toma de graça da água da vida.  O Espírito diz: Vem!  A Noiva diz: Vem!  E toma de graça da água da vida.</vt:lpstr>
      <vt:lpstr>Q pecador sedento, vem!  A fonte das águas puras! Vem te saciar, vem sem tardar,  O infeliz criatura! </vt:lpstr>
      <vt:lpstr>O Espírito diz: Vem!  A Noiva diz: Vem!   E toma de graça da água da vida.  O Espírito diz: Vem!  A Noiva diz: Vem!  E toma de graça da água da vida.</vt:lpstr>
      <vt:lpstr>Se tu quiseres, hoje: Vem!  A Cristo, alma sequiosa;  Tu beberás, te fartarás  Da água maravilhosa! P.L.M. </vt:lpstr>
      <vt:lpstr>O Espírito diz: Vem!  A Noiva diz: Vem!   E toma de graça da água da vida.  O Espírito diz: Vem!  A Noiva diz: Vem!  E toma de graça da água da vida.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362 - O ESPÍRITO DIZ: VEM!</dc:title>
  <dc:creator>Montagna</dc:creator>
  <cp:lastModifiedBy>Emerson Souza</cp:lastModifiedBy>
  <cp:revision>3</cp:revision>
  <dcterms:created xsi:type="dcterms:W3CDTF">2005-10-20T22:52:53Z</dcterms:created>
  <dcterms:modified xsi:type="dcterms:W3CDTF">2026-05-02T22:07:07Z</dcterms:modified>
</cp:coreProperties>
</file>