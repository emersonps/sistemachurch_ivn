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52604-6C44-9116-9AF4-4BD446D80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E8B147-796D-5FEA-84A2-C5E88E5AF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F9B07D-5497-105F-3706-946131B5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A2B29D-FBCD-1D2A-6CD5-3B12C5A2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5D3FDE-0943-6A82-DA53-04834DB5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0C494C-BBA4-40AD-8E22-5EAD767B03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027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F400B-7BC5-8760-3C9E-3CC6ADBB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42F75-B117-A60A-9F4C-E70D8D4DD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CBEA73-C72F-43D7-027E-7321A6F6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706A7F-58D5-B9B7-B036-CE113209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4A382-D079-FC7D-E322-95A43F78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5928F8-945A-4622-B6D4-B7DBCF266D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525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B4677-B49E-0267-89C6-AB772C16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DE28C0-B85B-EAA9-84E0-AD3FC0165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B9B338-791E-1E50-2B48-5933C2368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02118D-015F-DA91-2AB4-0D59EB5B5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5FE0BD-2729-1123-3D78-FE215B51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8FD0B6-A526-41A0-A68A-4E3EEBC112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6341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0C88C-8E4B-FE89-AADB-4CC634DBE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216996-5D93-9AD7-67B7-DA6096C89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F2A22C-E829-643E-339D-600350B94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3E4DFD-6931-D236-D02B-5214375B1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7CE050-D90F-E7F2-05E2-82D27096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F46E09-AF3B-006C-EAA5-63ECD1E5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85D44B-CB94-47AB-BEC0-59C87F10B9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879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1B3F9-EBBC-B68F-7988-87F8ABC8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F1DA57-E308-9149-80A5-771ABF9A4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14EF49-EF29-CB27-1512-B72F8AAC2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BF7BC66-87B8-FB5F-DA92-1AE8B63DC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ABBBC6-8768-8F23-69F7-875CA169A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851E951-2291-98F6-2D30-DFCF1981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E6BCE85-2503-8D62-E7F5-F941EC19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68455B-0B4A-7B8D-D0F2-41BC13FD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355F62-E4EB-4E9E-8532-63AE58B6A3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154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DBAD65-4945-F7E9-7886-26120633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EB4FCA-15AE-DD09-1E57-22D8953C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68DEF3-C021-E6D6-DFDA-DE9F0C0F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18D8A6-4713-27E4-7F6A-5EBD48FE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7F912-99C1-48E9-BD0A-5DB25B8D39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288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64B6FAC-5831-CA20-B6F4-F1537825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A364839-4ABA-035D-B949-9C00574C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5670C0-CD10-85E6-AA98-9A5BE2D0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B46A53-E008-4F84-804A-7C521322B4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14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43696-D6C8-D617-73E9-AD6C12CA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68C0FE-B5E6-C6E9-0BC9-D0C7AFE49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696CC0-A5EB-6871-7522-8D215A7D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4DE6D8-8066-E9A8-2DB5-E6687D84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B0174C-DCA9-BBFB-AFDC-A32536D3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ACE845-924D-D3E5-BCF9-B79C7AB9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0B55F2-0391-4602-BBF2-01E0DE471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444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412A0E-64BD-6C6B-5474-4A960DB2C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979487A-17EC-15E2-44AC-B8B2E3A43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15BD7B-AB55-4DD6-596F-61F711AE6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BD56C6-17EF-B1A9-B164-1E87C84FE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616614-C1D8-7457-107D-6B923C2E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68C76E-0EF9-DF17-54A5-038A2357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E390FA-9654-4F07-8F17-8A9248C713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909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B9F94-2DE6-23E0-C231-CCE9B5DB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9D6573-BC28-6156-02EA-B1180D0E0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FB7FA1-E032-D404-78AF-5AA8D903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1186C1-C55F-599F-D56B-1CB67B59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B92A94-EAFB-F99E-F7F1-FE6BF5A8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722C9-59AA-4DB7-9465-B86731B19B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189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F60AC6-FE4D-EDBC-7BAC-646AF1776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0E1D9D-8EF7-B83D-580C-8EBE9C458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61D350-98A6-CD6A-3B21-C49B4632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00A2D7-438A-FE4B-C5D2-B60AFA13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70D315-C550-1211-71F5-FE27A5AD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645C41-CA48-4A24-8A95-39EB102B80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998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91914CD-8430-1AE7-4979-43DCAE36B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08F94D-54F3-F73B-E974-79DC628AEA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5C990E7-4FFA-F58F-4D19-0532C914656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B6D5CD7-CB15-76FE-821B-21678D5932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10330D2-2E89-B945-17B4-E5BD65B63AD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79E2CB1-5C02-428B-B7D2-50BC9A8C950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6618A8F-1950-FB32-0F41-96B37BD084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chemeClr val="bg1"/>
                </a:solidFill>
              </a:rPr>
              <a:t>299</a:t>
            </a:r>
            <a:br>
              <a:rPr lang="pt-BR" altLang="pt-BR" sz="4400">
                <a:solidFill>
                  <a:schemeClr val="bg1"/>
                </a:solidFill>
              </a:rPr>
            </a:br>
            <a:r>
              <a:rPr lang="pt-BR" altLang="pt-BR" sz="4400">
                <a:solidFill>
                  <a:schemeClr val="bg1"/>
                </a:solidFill>
              </a:rPr>
              <a:t>HÁ UM CANTO NOVO</a:t>
            </a: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68CC8213-8D15-688D-5F6E-BEE2EEE5A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Há um canto novo no meu ser,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É a voz de meu Jesus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Que me chama: “Vem em mim obter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A paz, que eu ganhei na cruz”.</a:t>
            </a: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7E65B2AC-D8CC-3FFE-EDA9-352FD7C4F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CORO: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Cristo, Cristo, Cristo,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Nome sem igual;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Enches o contrito, de prazer celestial.</a:t>
            </a: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7128386F-0176-BDF1-D948-BB817D61F2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Preso no pecado eu me achei,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Sem a paz no meu coração;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Mas em Cristo eu já encontrei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Doce paz e proteção.</a:t>
            </a: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1DE1AA44-5512-AC7D-E7D8-FE93DF924A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CORO: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Cristo, Cristo, Cristo,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Nome sem igual;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Enches o contrito, de prazer celestial.</a:t>
            </a:r>
            <a:endParaRPr lang="en-US" altLang="pt-BR" sz="36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3F35F97F-004C-1333-5F0E-6BD6AAE93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Tenho sua graça divinal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Sob asas de amor,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E riquezas que fluem caudal,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Lá do trono do Senhor.</a:t>
            </a: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4A40761E-8866-1DAD-EC33-25954411E0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CORO: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Cristo, Cristo, Cristo,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Nome sem igual;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Enches o contrito, de prazer celestial.</a:t>
            </a:r>
            <a:endParaRPr lang="en-US" altLang="pt-BR" sz="36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0C63381B-E1EC-60CB-9F8E-9C4F3BEAC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Pelas águas fundas me levou,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Provas muitas encontrei;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Mas Jesus bendito me guiou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Por Seu sangue Vencerei.</a:t>
            </a:r>
          </a:p>
          <a:p>
            <a:pPr algn="ctr">
              <a:buFontTx/>
              <a:buNone/>
            </a:pP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4D88E385-F980-EC8B-67BC-8947359B50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CORO: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Cristo, Cristo, Cristo,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Nome sem igual;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Enches o contrito, de prazer celestial.</a:t>
            </a:r>
            <a:endParaRPr lang="en-US" altLang="pt-BR" sz="36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ED6E9D90-4EC0-5F3E-A359-2469C8F305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Cristo, numa nuvem voltará,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Baixará do céu em luz;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Pelo Seu poder me levará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Pra Seu lar, o bom Jesus</a:t>
            </a: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B4B4CDE1-91D1-2461-376F-4DC6C4726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CORO: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Cristo, Cristo, Cristo,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Nome sem igual;</a:t>
            </a:r>
          </a:p>
          <a:p>
            <a:pPr algn="ctr">
              <a:buFontTx/>
              <a:buNone/>
            </a:pPr>
            <a:r>
              <a:rPr lang="pt-BR" altLang="pt-BR" sz="3600">
                <a:solidFill>
                  <a:schemeClr val="bg1"/>
                </a:solidFill>
              </a:rPr>
              <a:t>Enches o contrito, de prazer celestial.</a:t>
            </a:r>
            <a:endParaRPr lang="en-US" altLang="pt-BR" sz="3600">
              <a:solidFill>
                <a:schemeClr val="bg1"/>
              </a:solidFill>
            </a:endParaRPr>
          </a:p>
          <a:p>
            <a:pPr>
              <a:buFontTx/>
              <a:buNone/>
            </a:pP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228</Words>
  <Application>Microsoft Office PowerPoint</Application>
  <PresentationFormat>Apresentação na tela (4:3)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299 HÁ UM CANTO NOVO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HÁ UM CANTO NOVO</dc:title>
  <dc:creator>Junior</dc:creator>
  <cp:lastModifiedBy>Emerson Souza</cp:lastModifiedBy>
  <cp:revision>4</cp:revision>
  <dcterms:created xsi:type="dcterms:W3CDTF">2005-06-25T22:37:37Z</dcterms:created>
  <dcterms:modified xsi:type="dcterms:W3CDTF">2026-05-02T22:01:50Z</dcterms:modified>
</cp:coreProperties>
</file>