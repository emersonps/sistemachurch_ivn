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58B24-88F3-2B5C-9FFE-39A08E65D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4B1DB7-9454-4F3E-F09C-B59EFEB0A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3CE48F-791C-867D-356E-C85BD84D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923A8B-B61D-F542-1F01-9DF6D6919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2134AF-53FC-E583-6C41-5B2BADEA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5DD904-1E66-4F11-BDAE-E865F98C12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800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60FDF-3EAB-64D2-B676-1B1553D1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E45C92-BEFC-E18D-7ED7-BF635165A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78689A-26F9-A08B-2974-454993658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990FE4-B674-E581-8587-A3AA9DD2D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A51D49-3172-C16A-A840-71A8C5EC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A43B5E-17B6-40E6-8890-820226B2A8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134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7C2DA-8A08-D99B-3403-94BB3D3A2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C4F06D-5F03-2F99-3B63-46C21E108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1E5005-0B4A-AEED-FB9C-0A2D9AF9F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35569E-3347-6A3A-D15F-875E7F2E8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432F5C-344C-1EC4-B819-4739B576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52D1A0-1F0F-4B42-8744-4AD184AF80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087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99B8C-55A3-57A4-1A5C-B0E534C7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C259A6-4991-A014-028D-D922E6BA4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58869C-2E75-FC8E-C160-44FA51641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9F7C4A-2EA8-3DC0-2324-C83D3ED12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B8EB3E-F4FA-C284-1C6B-276F9853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95D071-A01E-CA9B-581F-5E4510E7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9D7F79-209E-4E8F-BD29-307F2A587B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335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C7314-5CAE-C2AF-5106-F67A82F9B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16A2BA-3BF7-94B9-EAA0-ED316881F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2E8DF38-B129-128F-BC63-9B9D14DE7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F0FCB7-2981-DED6-A05C-CFFA43928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39C5C0F-6443-2E8C-C2AD-4B4A7911F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DB76F59-5EBE-FB58-BA8C-7421E3714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E983BA-89F6-C388-45A0-C7220506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C700436-BDF5-F9A0-6F75-B477B170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F03175-6F3E-446E-945C-84DC2138E8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139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F0296-4173-795F-38C9-FE4D2B0B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18EE02-C21E-9989-5D39-4DB8476D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2A1C9C-BC76-85AC-7624-F444D727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7F105E-C00E-A619-1D44-22C3B966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B985DA-29AA-4162-AAEC-6D4524158B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8983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2630DC-0CAE-70EB-8A0B-CC97A4F9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DBB7C52-4266-9262-BC6E-46AD5B72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3BF74D-B562-6597-4066-3CB73C25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D0450-8E49-4135-8F94-C3A2DB566F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67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7229B-C2A0-305D-DA8D-7256B7CE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64BDA2-9421-3A59-DE12-CC4FD41D0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46A7D8-5B68-C47A-8EDA-21EB3E5B3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22EFC1-0E3C-36D9-7451-2F5161E8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A5CAE2-EB12-EEAB-3C49-5E8EAA8A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CE09B0-930F-7BEF-95CD-CD62916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4EAF63-DC6C-4728-8B0C-740FC01BFB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540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BFDE8-5A94-B492-F5F4-E3A4F7379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39BEECA-0D6B-44A3-F393-E5A8BF9BE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B74BE8-6EB1-3C69-EAA4-2EB1644A0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D2DA11-1DE5-BCE9-210E-9A9E5D02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C236F9-E2AA-63C9-81C3-00FCA086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4AF31A-F145-D1B8-FE86-B8A9B84D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AA3B67-9018-45E3-93B2-68EE3A9BC7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180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E1608-53B7-FD69-2031-5F44792D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780818-ACB9-6361-E5DC-4F3ABB92A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8A675A-1727-AE7E-E4B4-322E69DD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E3728-D822-CAAF-704A-B0C799D9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9A133F-3AB6-DFDC-BDFE-0CF70B9F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0514A-F180-47B6-9D9B-3C26A8DAFF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1330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6123A8-F63C-E011-6620-F8C3BA5AF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1099F7-E981-E182-2584-513CAF4C5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514FDD-8ECB-4E00-F88F-F5BCF792A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0B5448-36FD-DE7C-42D3-183A43EC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B8B00C-6909-1020-837D-E6895BD0C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4E3C5-D3C1-467C-A03C-E7516A58D4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56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70832DB-CB82-ED22-CF8E-630B5DBAE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7FC037F-88D7-B733-6453-760C56057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559A0CA-BF6D-F611-64DD-D750E1236CD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30A21BE-5379-3EE3-B4B2-7D4B8DCAF5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85D21E4-7847-26E5-44AC-49BBEB3812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3FBA44B-B5DD-4E8C-8D6D-4A3BD4FBC92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5B8DD2E-2417-D0D7-C0B1-755972E1CA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310</a:t>
            </a:r>
            <a:br>
              <a:rPr lang="pt-BR" altLang="pt-BR" sz="4400" b="1"/>
            </a:br>
            <a:r>
              <a:rPr lang="pt-BR" altLang="pt-BR" sz="4400" b="1"/>
              <a:t>AVANTE EU VOU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C868343-86EA-6928-6FE6-1923AD2A6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Jesus é o Redentor, </a:t>
            </a:r>
            <a:br>
              <a:rPr lang="pt-BR" altLang="pt-BR" sz="3600"/>
            </a:br>
            <a:r>
              <a:rPr lang="pt-BR" altLang="pt-BR" sz="3600"/>
              <a:t>que veio nos salvar, </a:t>
            </a:r>
            <a:br>
              <a:rPr lang="pt-BR" altLang="pt-BR" sz="3600"/>
            </a:br>
            <a:r>
              <a:rPr lang="pt-BR" altLang="pt-BR" sz="3600"/>
              <a:t>Do mundo de horror, </a:t>
            </a:r>
            <a:br>
              <a:rPr lang="pt-BR" altLang="pt-BR" sz="3600"/>
            </a:br>
            <a:r>
              <a:rPr lang="pt-BR" altLang="pt-BR" sz="3600"/>
              <a:t>das ondas deste mar; </a:t>
            </a:r>
            <a:br>
              <a:rPr lang="pt-BR" altLang="pt-BR" sz="3600"/>
            </a:br>
            <a:r>
              <a:rPr lang="pt-BR" altLang="pt-BR" sz="3600"/>
              <a:t>A todo o que crer vitória lhe dará,</a:t>
            </a:r>
            <a:br>
              <a:rPr lang="pt-BR" altLang="pt-BR" sz="3600"/>
            </a:br>
            <a:r>
              <a:rPr lang="pt-BR" altLang="pt-BR" sz="3600"/>
              <a:t>Também real poder, </a:t>
            </a:r>
            <a:br>
              <a:rPr lang="pt-BR" altLang="pt-BR" sz="3600"/>
            </a:br>
            <a:r>
              <a:rPr lang="pt-BR" altLang="pt-BR" sz="3600"/>
              <a:t>que gozo lhe trará.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AA34CD4-3DC3-F128-50FB-30BEA2E37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Avante eu vou, avante eu vou,</a:t>
            </a:r>
            <a:br>
              <a:rPr lang="pt-BR" altLang="pt-BR" sz="3600" b="1" i="1"/>
            </a:br>
            <a:r>
              <a:rPr lang="pt-BR" altLang="pt-BR" sz="3600" b="1" i="1"/>
              <a:t>Para entrar no céu, </a:t>
            </a:r>
            <a:br>
              <a:rPr lang="pt-BR" altLang="pt-BR" sz="3600" b="1" i="1"/>
            </a:br>
            <a:r>
              <a:rPr lang="pt-BR" altLang="pt-BR" sz="3600" b="1" i="1"/>
              <a:t>na divinal mansão;</a:t>
            </a:r>
            <a:br>
              <a:rPr lang="pt-BR" altLang="pt-BR" sz="3600" b="1" i="1"/>
            </a:br>
            <a:r>
              <a:rPr lang="pt-BR" altLang="pt-BR" sz="3600" b="1" i="1"/>
              <a:t>Tenho gozo mui profundo; </a:t>
            </a:r>
            <a:br>
              <a:rPr lang="pt-BR" altLang="pt-BR" sz="3600" b="1" i="1"/>
            </a:br>
            <a:r>
              <a:rPr lang="pt-BR" altLang="pt-BR" sz="3600" b="1" i="1"/>
              <a:t>Jesus no coração, </a:t>
            </a:r>
            <a:br>
              <a:rPr lang="pt-BR" altLang="pt-BR" sz="3600" b="1" i="1"/>
            </a:br>
            <a:r>
              <a:rPr lang="pt-BR" altLang="pt-BR" sz="3600" b="1" i="1"/>
              <a:t>Não olhando para o mundo, </a:t>
            </a:r>
            <a:br>
              <a:rPr lang="pt-BR" altLang="pt-BR" sz="3600" b="1" i="1"/>
            </a:br>
            <a:r>
              <a:rPr lang="pt-BR" altLang="pt-BR" sz="3600" b="1" i="1"/>
              <a:t>avante eu vou.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ED3C26F-E98C-4755-5EDB-21833E78E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Jesus meu Salvador, ao céu me levará, </a:t>
            </a:r>
            <a:br>
              <a:rPr lang="pt-BR" altLang="pt-BR" sz="3600"/>
            </a:br>
            <a:r>
              <a:rPr lang="pt-BR" altLang="pt-BR" sz="3600"/>
              <a:t>E do destruidor, o corpo esmagará, </a:t>
            </a:r>
            <a:br>
              <a:rPr lang="pt-BR" altLang="pt-BR" sz="3600"/>
            </a:br>
            <a:r>
              <a:rPr lang="pt-BR" altLang="pt-BR" sz="3600"/>
              <a:t>Ao caro Redentor, fiel aqui serei, </a:t>
            </a:r>
            <a:br>
              <a:rPr lang="pt-BR" altLang="pt-BR" sz="3600"/>
            </a:br>
            <a:r>
              <a:rPr lang="pt-BR" altLang="pt-BR" sz="3600"/>
              <a:t>A Ele, com fervor, somente seguirei.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67D55CA-2689-697A-E553-F7B0CFDB5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Trombeta soará do nosso Criador;</a:t>
            </a:r>
            <a:br>
              <a:rPr lang="pt-BR" altLang="pt-BR" sz="3600"/>
            </a:br>
            <a:r>
              <a:rPr lang="pt-BR" altLang="pt-BR" sz="3600"/>
              <a:t>A grei se elevará dos santos do Senhor; </a:t>
            </a:r>
            <a:br>
              <a:rPr lang="pt-BR" altLang="pt-BR" sz="3600"/>
            </a:br>
            <a:r>
              <a:rPr lang="pt-BR" altLang="pt-BR" sz="3600"/>
              <a:t>Em glória e poder Jesus regressará,</a:t>
            </a:r>
            <a:br>
              <a:rPr lang="pt-BR" altLang="pt-BR" sz="3600"/>
            </a:br>
            <a:r>
              <a:rPr lang="pt-BR" altLang="pt-BR" sz="3600"/>
              <a:t>Seus servos hão de O ver, pois breve voltará.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A28054-4C63-0477-C248-4CE0D4957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Eis que virá Jesus, </a:t>
            </a:r>
            <a:br>
              <a:rPr lang="pt-BR" altLang="pt-BR" sz="3600"/>
            </a:br>
            <a:r>
              <a:rPr lang="pt-BR" altLang="pt-BR" sz="3600"/>
              <a:t>a fim de me levar,</a:t>
            </a:r>
            <a:br>
              <a:rPr lang="pt-BR" altLang="pt-BR" sz="3600"/>
            </a:br>
            <a:r>
              <a:rPr lang="pt-BR" altLang="pt-BR" sz="3600"/>
              <a:t>A desfrutar em luz, </a:t>
            </a:r>
            <a:br>
              <a:rPr lang="pt-BR" altLang="pt-BR" sz="3600"/>
            </a:br>
            <a:r>
              <a:rPr lang="pt-BR" altLang="pt-BR" sz="3600"/>
              <a:t>o Seu amor sem par;</a:t>
            </a:r>
            <a:br>
              <a:rPr lang="pt-BR" altLang="pt-BR" sz="3600"/>
            </a:br>
            <a:r>
              <a:rPr lang="pt-BR" altLang="pt-BR" sz="3600"/>
              <a:t>Abraão, (saque e Jó ali no céu verei,</a:t>
            </a:r>
            <a:br>
              <a:rPr lang="pt-BR" altLang="pt-BR" sz="3600"/>
            </a:br>
            <a:r>
              <a:rPr lang="pt-BR" altLang="pt-BR" sz="3600"/>
              <a:t>Ao lado de Jacó, com eles cearei.</a:t>
            </a:r>
            <a:r>
              <a:rPr lang="pt-BR" altLang="pt-BR" sz="1400"/>
              <a:t>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310 AVANTE EU VOU</vt:lpstr>
      <vt:lpstr>Jesus é o Redentor,  que veio nos salvar,  Do mundo de horror,  das ondas deste mar;  A todo o que crer vitória lhe dará, Também real poder,  que gozo lhe trará. </vt:lpstr>
      <vt:lpstr>Avante eu vou, avante eu vou, Para entrar no céu,  na divinal mansão; Tenho gozo mui profundo;  Jesus no coração,  Não olhando para o mundo,  avante eu vou.</vt:lpstr>
      <vt:lpstr>Jesus meu Salvador, ao céu me levará,  E do destruidor, o corpo esmagará,  Ao caro Redentor, fiel aqui serei,  A Ele, com fervor, somente seguirei. </vt:lpstr>
      <vt:lpstr>Trombeta soará do nosso Criador; A grei se elevará dos santos do Senhor;  Em glória e poder Jesus regressará, Seus servos hão de O ver, pois breve voltará. </vt:lpstr>
      <vt:lpstr>Eis que virá Jesus,  a fim de me levar, A desfrutar em luz,  o Seu amor sem par; Abraão, (saque e Jó ali no céu verei, Ao lado de Jacó, com eles cearei. P.L.M.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310 - AVANTE EU VOU</dc:title>
  <dc:creator>Montagna</dc:creator>
  <cp:lastModifiedBy>Emerson Souza</cp:lastModifiedBy>
  <cp:revision>2</cp:revision>
  <dcterms:created xsi:type="dcterms:W3CDTF">2005-10-19T05:47:21Z</dcterms:created>
  <dcterms:modified xsi:type="dcterms:W3CDTF">2026-05-02T22:02:45Z</dcterms:modified>
</cp:coreProperties>
</file>