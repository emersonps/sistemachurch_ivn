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DD1B9-F623-FE1C-B309-F147FFCE6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19B4B6-E20C-79CD-7B8A-DDF16B08C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DFC4ED-F7CA-9FF7-E184-0FC9D96E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3F2C81-6653-3B6B-BBD6-3F245172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5BDCD0-C066-591A-0B09-0FB1BB8B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F6AAED-AEFC-4FBC-BC86-822BF7CB69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4242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C1F73-57C8-6C2D-5317-0910D97A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CF7DD9-D04F-944B-082F-D9306C114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2C13E8-6054-1933-8C73-584F9CBB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2A05AF-EF9C-4211-3BA3-4101E8E6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D5529C-5865-3259-7589-8B154262B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928759-81A8-4F47-8B56-3A01EE1391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1142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65D14-26BB-58FE-D86E-1ABDCF87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1552A0-657D-1F33-5738-4B874D462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1F5E4F-3503-960C-AE62-E4C6114B3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8D4DF7-705D-7B1E-CFDD-B67C9959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EDB9B-8EE3-2A4F-1FDA-B9E8C8EE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7B2494-E561-436B-9828-702C0294E8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187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11738-FC5A-EF3C-8326-2BF3623ED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7EF723-8308-D172-D966-5425BB050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8DE1F0-FCD3-BE03-0EE8-8CDCEA60F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9583E8-1271-A406-CE4F-EECEF962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CC1E4B-91F3-9537-DE74-466FC68A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63B93C-7D14-7A10-B2AC-CC47EF936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BFD36C-99EE-4209-B796-50CB604B6E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614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13194-1EA4-0F96-04F9-E2DA09085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1A12EA-983B-165B-98A1-850BB52C8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5B254A-5B93-44DD-8EC0-6D27BA351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1226283-9421-CAEA-8D4A-668BF4FBA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61DA325-B3D0-4C35-9D08-3A822F02A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F602A32-1712-8E56-038E-277A806C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3FC5C84-EC09-BF87-28D4-FA443D01F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90846A-2B92-A02E-2720-8A92024F9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178232-3D74-4CA3-9843-44408ADFD0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6716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0A84F-E24E-E036-CF17-65802DAD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6B7F5C9-64BA-4476-888E-3695A8ABC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1405DE-F888-EC54-7CDE-057732276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8A17C0-2242-68D2-CCC0-91E575C6B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C0A59E-6863-4108-BFA6-13DBCD4206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0875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AC59176-D6AA-8C43-C6EF-A5248A163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78E6E1F-11FD-7E85-63FD-B9B938171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63348E-E74F-19CA-F4AC-0EA2ADCB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1CA26F-A89B-4F68-B10F-BFC78321CD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406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1E9A2-FB6B-299C-ED98-B529EB59C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602DFB-A780-FB2C-3BB5-3E4988EA0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4A5C4C-C132-F20B-F71C-80ECCAE51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87D30E-243D-1A55-05EB-04EB6ED5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928BB1-8C6B-3C22-8ACA-7A100B3B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D86389-5595-7B3C-E869-9BDCE73C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A36F9C-B75A-451C-ACAC-13A10C5801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885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59B67-9DF8-50F2-F29C-46E587DE8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A3A7E2F-8D7C-38A4-BBE9-38A5E3A2A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E751F5-94F7-84CB-A1CC-933287373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6148AF-910B-E992-AAFC-B1678618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28DF75-0FA5-4A33-7FE8-B93628CD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CFC44C-5213-E2BA-EF80-C54D9CE5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68C5C7-B8B6-4CDB-B3D7-5D62D9CC6A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239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9F89E-F45A-070E-4D6D-8DE59446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0386D9-2F83-9409-9586-7A68BDDB3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836DD7-D0C6-EC65-BF17-C0CF2294A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BAFE03-75F2-F867-A562-3A72B975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40E9F5-5B1C-605A-2112-FE82DCBB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027D79-8DD5-4618-B85B-66623D7E1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8925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724FCA-26EC-EBE1-ECC7-DF0DF537E3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8A8F13-9F62-5B9B-D724-B567B985C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9C22AA-352F-268C-81CC-42647AD0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CFB1A-2739-8600-734D-689DDB803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E29CBA-9FA9-ADBD-14E2-DD74AAB7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C7EAB-661F-40B6-87E8-8D56861B2A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221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46163EB-84C1-7FDF-FF9F-D3EF73CD7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3EB4A5B-14D8-7468-366B-870A24B644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271A5BF-B345-8566-584A-FD4268C3DB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DF4AD88-10A6-6E52-E283-129B0F21D7C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DFF4B68-3E79-D6E5-347F-1ABF27E366C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9D9E343-5CA3-46C3-A94B-490B34A01A6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777A88C-B01B-BC54-5FA7-53BDC8D4C29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449</a:t>
            </a:r>
            <a:br>
              <a:rPr lang="pt-BR" altLang="pt-BR" sz="4400" b="1"/>
            </a:br>
            <a:r>
              <a:rPr lang="pt-BR" altLang="pt-BR" sz="4400" b="1"/>
              <a:t>A BEIRA DA ESTRADA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21A713F-9B1A-7232-E40C-0F4D65073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À beira da estrada estão</a:t>
            </a:r>
            <a:br>
              <a:rPr lang="pt-BR" altLang="pt-BR" sz="3600"/>
            </a:br>
            <a:r>
              <a:rPr lang="pt-BR" altLang="pt-BR" sz="3600"/>
              <a:t>Muitos que esperam a salvação; </a:t>
            </a:r>
            <a:br>
              <a:rPr lang="pt-BR" altLang="pt-BR" sz="3600"/>
            </a:br>
            <a:r>
              <a:rPr lang="pt-BR" altLang="pt-BR" sz="3600"/>
              <a:t>Podem tais almas sem Deus perecer, </a:t>
            </a:r>
            <a:br>
              <a:rPr lang="pt-BR" altLang="pt-BR" sz="3600"/>
            </a:br>
            <a:r>
              <a:rPr lang="pt-BR" altLang="pt-BR" sz="3600"/>
              <a:t>Ou estás pronto para as socorrer?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ACEA8E6-FAA0-4A94-A8AC-43983A486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Quem hoje dirá: </a:t>
            </a:r>
            <a:br>
              <a:rPr lang="pt-BR" altLang="pt-BR" sz="3600" b="1" i="1"/>
            </a:br>
            <a:r>
              <a:rPr lang="pt-BR" altLang="pt-BR" sz="3600" b="1" i="1"/>
              <a:t>"Eis-me aqui, Senhor, </a:t>
            </a:r>
            <a:br>
              <a:rPr lang="pt-BR" altLang="pt-BR" sz="3600" b="1" i="1"/>
            </a:br>
            <a:r>
              <a:rPr lang="pt-BR" altLang="pt-BR" sz="3600" b="1" i="1"/>
              <a:t>Eu quero aos perdidos falar do amor, </a:t>
            </a:r>
            <a:br>
              <a:rPr lang="pt-BR" altLang="pt-BR" sz="3600" b="1" i="1"/>
            </a:br>
            <a:r>
              <a:rPr lang="pt-BR" altLang="pt-BR" sz="3600" b="1" i="1"/>
              <a:t>A quantos na senda da vida achar, </a:t>
            </a:r>
            <a:br>
              <a:rPr lang="pt-BR" altLang="pt-BR" sz="3600" b="1" i="1"/>
            </a:br>
            <a:r>
              <a:rPr lang="pt-BR" altLang="pt-BR" sz="3600" b="1" i="1"/>
              <a:t>De Cristo eu irei falar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44D60DA-E122-0B08-966D-815E1A3F9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À beira da estrada estão</a:t>
            </a:r>
            <a:br>
              <a:rPr lang="pt-BR" altLang="pt-BR" sz="3600"/>
            </a:br>
            <a:r>
              <a:rPr lang="pt-BR" altLang="pt-BR" sz="3600"/>
              <a:t>Muitos que buscam do céu o pão; </a:t>
            </a:r>
            <a:br>
              <a:rPr lang="pt-BR" altLang="pt-BR" sz="3600"/>
            </a:br>
            <a:r>
              <a:rPr lang="pt-BR" altLang="pt-BR" sz="3600"/>
              <a:t>Para os famintos, oh! quem falará </a:t>
            </a:r>
            <a:br>
              <a:rPr lang="pt-BR" altLang="pt-BR" sz="3600"/>
            </a:br>
            <a:r>
              <a:rPr lang="pt-BR" altLang="pt-BR" sz="3600"/>
              <a:t>Do Evangelho que lhes saciará?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2EEBFC7-EC08-0EAA-0966-C3280BCF3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Quem hoje dirá: </a:t>
            </a:r>
            <a:br>
              <a:rPr lang="pt-BR" altLang="pt-BR" sz="3600" b="1" i="1"/>
            </a:br>
            <a:r>
              <a:rPr lang="pt-BR" altLang="pt-BR" sz="3600" b="1" i="1"/>
              <a:t>"Eis-me aqui, Senhor, </a:t>
            </a:r>
            <a:br>
              <a:rPr lang="pt-BR" altLang="pt-BR" sz="3600" b="1" i="1"/>
            </a:br>
            <a:r>
              <a:rPr lang="pt-BR" altLang="pt-BR" sz="3600" b="1" i="1"/>
              <a:t>Eu quero aos perdidos falar do amor, </a:t>
            </a:r>
            <a:br>
              <a:rPr lang="pt-BR" altLang="pt-BR" sz="3600" b="1" i="1"/>
            </a:br>
            <a:r>
              <a:rPr lang="pt-BR" altLang="pt-BR" sz="3600" b="1" i="1"/>
              <a:t>A quantos na senda da vida achar, </a:t>
            </a:r>
            <a:br>
              <a:rPr lang="pt-BR" altLang="pt-BR" sz="3600" b="1" i="1"/>
            </a:br>
            <a:r>
              <a:rPr lang="pt-BR" altLang="pt-BR" sz="3600" b="1" i="1"/>
              <a:t>De Cristo eu irei falar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74F2A3C-0254-DC13-7513-9E6E710664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Pelo caminho em que vais,</a:t>
            </a:r>
            <a:br>
              <a:rPr lang="pt-BR" altLang="pt-BR" sz="3600"/>
            </a:br>
            <a:r>
              <a:rPr lang="pt-BR" altLang="pt-BR" sz="3600"/>
              <a:t>Existem enfermos espirituais; </a:t>
            </a:r>
            <a:br>
              <a:rPr lang="pt-BR" altLang="pt-BR" sz="3600"/>
            </a:br>
            <a:r>
              <a:rPr lang="pt-BR" altLang="pt-BR" sz="3600"/>
              <a:t>Qual o bom samaritano, farás, </a:t>
            </a:r>
            <a:br>
              <a:rPr lang="pt-BR" altLang="pt-BR" sz="3600"/>
            </a:br>
            <a:r>
              <a:rPr lang="pt-BR" altLang="pt-BR" sz="3600"/>
              <a:t>Ou qual escriba, além passarás?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7593B32-B3E8-13B0-AE56-E2F66895B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Quem hoje dirá: </a:t>
            </a:r>
            <a:br>
              <a:rPr lang="pt-BR" altLang="pt-BR" sz="3600" b="1" i="1"/>
            </a:br>
            <a:r>
              <a:rPr lang="pt-BR" altLang="pt-BR" sz="3600" b="1" i="1"/>
              <a:t>"Eis-me aqui, Senhor, </a:t>
            </a:r>
            <a:br>
              <a:rPr lang="pt-BR" altLang="pt-BR" sz="3600" b="1" i="1"/>
            </a:br>
            <a:r>
              <a:rPr lang="pt-BR" altLang="pt-BR" sz="3600" b="1" i="1"/>
              <a:t>Eu quero aos perdidos falar do amor, </a:t>
            </a:r>
            <a:br>
              <a:rPr lang="pt-BR" altLang="pt-BR" sz="3600" b="1" i="1"/>
            </a:br>
            <a:r>
              <a:rPr lang="pt-BR" altLang="pt-BR" sz="3600" b="1" i="1"/>
              <a:t>A quantos na senda da vida achar, </a:t>
            </a:r>
            <a:br>
              <a:rPr lang="pt-BR" altLang="pt-BR" sz="3600" b="1" i="1"/>
            </a:br>
            <a:r>
              <a:rPr lang="pt-BR" altLang="pt-BR" sz="3600" b="1" i="1"/>
              <a:t>De Cristo eu irei falar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B63D1ED-AE9D-0558-445F-B832EA7C15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Quando a jornada terminar</a:t>
            </a:r>
            <a:br>
              <a:rPr lang="pt-BR" altLang="pt-BR" sz="3600"/>
            </a:br>
            <a:r>
              <a:rPr lang="pt-BR" altLang="pt-BR" sz="3600"/>
              <a:t>E o fim da estrada se aproximar,</a:t>
            </a:r>
            <a:br>
              <a:rPr lang="pt-BR" altLang="pt-BR" sz="3600"/>
            </a:br>
            <a:r>
              <a:rPr lang="pt-BR" altLang="pt-BR" sz="3600"/>
              <a:t>Conhecerás muitos na multidão,</a:t>
            </a:r>
            <a:br>
              <a:rPr lang="pt-BR" altLang="pt-BR" sz="3600"/>
            </a:br>
            <a:r>
              <a:rPr lang="pt-BR" altLang="pt-BR" sz="3600"/>
              <a:t>Que receberam, de Deus, salvação.</a:t>
            </a:r>
            <a:r>
              <a:rPr lang="pt-BR" altLang="pt-BR"/>
              <a:t> 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B690352-8A37-670B-1AD4-D9B829C23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Quem hoje dirá: </a:t>
            </a:r>
            <a:br>
              <a:rPr lang="pt-BR" altLang="pt-BR" sz="3600" b="1" i="1"/>
            </a:br>
            <a:r>
              <a:rPr lang="pt-BR" altLang="pt-BR" sz="3600" b="1" i="1"/>
              <a:t>"Eis-me aqui, Senhor, </a:t>
            </a:r>
            <a:br>
              <a:rPr lang="pt-BR" altLang="pt-BR" sz="3600" b="1" i="1"/>
            </a:br>
            <a:r>
              <a:rPr lang="pt-BR" altLang="pt-BR" sz="3600" b="1" i="1"/>
              <a:t>Eu quero aos perdidos falar do amor, </a:t>
            </a:r>
            <a:br>
              <a:rPr lang="pt-BR" altLang="pt-BR" sz="3600" b="1" i="1"/>
            </a:br>
            <a:r>
              <a:rPr lang="pt-BR" altLang="pt-BR" sz="3600" b="1" i="1"/>
              <a:t>A quantos na senda da vida achar, </a:t>
            </a:r>
            <a:br>
              <a:rPr lang="pt-BR" altLang="pt-BR" sz="3600" b="1" i="1"/>
            </a:br>
            <a:r>
              <a:rPr lang="pt-BR" altLang="pt-BR" sz="3600" b="1" i="1"/>
              <a:t>De Cristo eu irei falar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449 A BEIRA DA ESTRADA</vt:lpstr>
      <vt:lpstr>À beira da estrada estão Muitos que esperam a salvação;  Podem tais almas sem Deus perecer,  Ou estás pronto para as socorrer? </vt:lpstr>
      <vt:lpstr>Quem hoje dirá:  "Eis-me aqui, Senhor,  Eu quero aos perdidos falar do amor,  A quantos na senda da vida achar,  De Cristo eu irei falar</vt:lpstr>
      <vt:lpstr>À beira da estrada estão Muitos que buscam do céu o pão;  Para os famintos, oh! quem falará  Do Evangelho que lhes saciará? </vt:lpstr>
      <vt:lpstr>Quem hoje dirá:  "Eis-me aqui, Senhor,  Eu quero aos perdidos falar do amor,  A quantos na senda da vida achar,  De Cristo eu irei falar</vt:lpstr>
      <vt:lpstr>Pelo caminho em que vais, Existem enfermos espirituais;  Qual o bom samaritano, farás,  Ou qual escriba, além passarás? </vt:lpstr>
      <vt:lpstr>Quem hoje dirá:  "Eis-me aqui, Senhor,  Eu quero aos perdidos falar do amor,  A quantos na senda da vida achar,  De Cristo eu irei falar</vt:lpstr>
      <vt:lpstr>Quando a jornada terminar E o fim da estrada se aproximar, Conhecerás muitos na multidão, Que receberam, de Deus, salvação. </vt:lpstr>
      <vt:lpstr>Quem hoje dirá:  "Eis-me aqui, Senhor,  Eu quero aos perdidos falar do amor,  A quantos na senda da vida achar,  De Cristo eu irei falar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449 - A BEIRA DA ESTRADA</dc:title>
  <dc:creator>Montagna</dc:creator>
  <cp:lastModifiedBy>Emerson Souza</cp:lastModifiedBy>
  <cp:revision>2</cp:revision>
  <dcterms:created xsi:type="dcterms:W3CDTF">2005-10-21T07:35:06Z</dcterms:created>
  <dcterms:modified xsi:type="dcterms:W3CDTF">2026-05-02T22:14:38Z</dcterms:modified>
</cp:coreProperties>
</file>