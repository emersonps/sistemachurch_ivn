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663173-5833-F07D-42AB-0EB9F2FE37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336250F-CD8F-B5A9-9156-1C3CCE5C00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DF0A352-6D76-CEE3-B1C3-F7C77D504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C49DCC-2503-FEED-1142-1DCE85F50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773F4E7-8D18-B80E-75AA-B8CE0225A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CE4707-6E70-44C6-9956-91C30C414DB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26482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BE8CFA-CFAF-D8C0-57CB-95B9E345E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82BAC0-27C0-D9D9-13FD-7CD640FBA6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E6672E4-DC72-53CF-DFE2-9E0CC4E6C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ECB821A-8A9F-3E98-131B-8F3216789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7E3857A-8677-C8DD-AB6A-316B93854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102CC2-6FDC-4446-8A51-0808D1DA1B6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72960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5BE9FD-25BC-812A-9E65-2717885B0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8B7EE37-2AD6-4841-801A-6289D08156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A8D290B-C7FE-A00B-079F-309E3AA85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7C7AC7C-FF7E-75A3-2979-8C9A4F2CF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A15885F-0454-6DAB-410D-BAAAF3D95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9DC256-2F4E-42EC-A187-1ABE4649CA3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96290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2F7289-E150-637C-3518-F80EFAEE4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54983B-76E0-F5A1-22C8-E3B7DDD368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A32116C-14BB-7D6F-8EF0-D15E456D31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DCC9CFD-3FC0-7E77-644F-54328528F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4597946-0694-F93D-054D-282412320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8188F0A-AE57-49A8-DD9C-6574828FE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840E16-E334-4287-9EAB-7E9C340F4C3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28579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5BABDE-D6D9-1480-2C3B-AB274EB95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28EBBD3-E48A-D01B-DB56-035376A946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DD4FD13-3A59-B034-8890-B1EC797156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E2CE6BE-62D4-1E5A-18C2-4DC6205779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48E3BC0-0C01-F1EE-E20E-687A918441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146ED96-5F12-2C97-AEEE-D61FBBC2D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58AEF14-0086-762C-7D3A-15341357F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037151F-A1FD-EF64-38B7-E4B2810F1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B267D2-34D9-4806-ABDA-23F53E09A91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7806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901A65-A243-0882-F889-2F715A92E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8C43C06-DA71-6745-072D-20124A5FB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583ED1F-EAB5-F282-31E2-D6D402D7B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63864F9-C21F-6EA3-BD3D-1878CB588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DD7D01-8D1C-4B67-B700-EB7DD219887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90462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B08BB59-FFDD-8F78-41C2-7B6396033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46E048E-D2B0-A2BD-57C3-DA59DB7D5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DD22FB4-8497-A88F-26D5-3CBB5674C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E9EC61-2617-4718-9105-27231DA490F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18521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50C6B0-869D-9C82-EA39-F66D97DBE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37114D0-D6FD-7346-74AD-4F1598A29C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0F6C5B9-725D-57E3-869B-C54BEF2F2D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0BD3FDC-FECA-D028-8C3F-6C063FD91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21428D0-3AB2-0BCE-3B0D-A83D92A31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8E405F7-3044-7410-45B4-FDF962B73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7ED2A4-2F0A-4CDD-A6B8-F07D1641ACA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8944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EB2396-6BFD-45E8-EE60-5CE7BDA8D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57FB9AA-F8AA-935E-08A7-15200C4B35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C97CFC6-7924-FEAB-D4E2-D7BEFF96E1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1F552A9-3805-AFDE-206F-71911D470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50CF2FD-CD9C-A40D-D7F8-FF30600F1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EDFC84C-601A-BD65-4C1F-90F30B3E7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303A4A-985F-4ED2-9A83-A72573EB355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15274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C8B1B4-F426-BDC5-34BB-E114EF548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746D155-CA43-2C90-62BA-A4D16DD547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ADD339F-B2FC-5390-04C1-EAE37F8F9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9B011E1-15B8-7D85-80FF-9E55DB686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E63474D-2BFE-5D73-4312-F286DC6C6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229F03-E120-473E-829B-8D94DFC7256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08318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5EB704B-FC3D-DDF8-BDC2-4782F69766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EE30BEE-D0C7-2EC4-E77F-4C80C5F528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86DF2F0-FE3C-8B10-5A01-54AED8D48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EC29115-1AE7-1703-18E2-0041DB0B8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08A6D34-E29E-5CC4-541F-B388907FE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07CA16-BCDF-44F7-A8DD-7D148CBF388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04877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515724B-5242-8973-FC1F-DAC95602CC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A4B0B8B-6C07-3CF9-9A26-12364D19EB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49A26AA-53D0-EAA3-724C-7A5C0DF427A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DA1EA09-57A1-CFB3-E052-15B23490B3A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3421574-4556-B660-506E-5FF86490EBF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7CC4081E-318B-4C69-8F26-FC979F894C5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4E2B503C-2597-0867-0DC6-0E0CBFA6060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206</a:t>
            </a:r>
            <a:br>
              <a:rPr lang="en-US" altLang="pt-BR" sz="4000" b="1"/>
            </a:br>
            <a:r>
              <a:rPr lang="en-US" altLang="pt-BR" sz="4000" b="1"/>
              <a:t>O CLARIM NOS ALERTA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927B2090-5D26-DB6E-3E55-ABD7A5DFD59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2A98FA21-9F5A-24EB-6874-EF6BB42DEF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i="1"/>
              <a:t>O clarim já nos alerta, </a:t>
            </a:r>
            <a:br>
              <a:rPr lang="en-US" altLang="pt-BR" sz="4000" i="1"/>
            </a:br>
            <a:r>
              <a:rPr lang="en-US" altLang="pt-BR" sz="4000" i="1"/>
              <a:t>Nosso coração desperta, </a:t>
            </a:r>
            <a:br>
              <a:rPr lang="en-US" altLang="pt-BR" sz="4000" i="1"/>
            </a:br>
            <a:r>
              <a:rPr lang="en-US" altLang="pt-BR" sz="4000" i="1"/>
              <a:t> a vinda é bem certa de Jesus; </a:t>
            </a:r>
            <a:br>
              <a:rPr lang="en-US" altLang="pt-BR" sz="4000" i="1"/>
            </a:br>
            <a:r>
              <a:rPr lang="en-US" altLang="pt-BR" sz="4000" i="1"/>
              <a:t>De mil anjos rodeado, </a:t>
            </a:r>
            <a:br>
              <a:rPr lang="en-US" altLang="pt-BR" sz="4000" i="1"/>
            </a:br>
            <a:r>
              <a:rPr lang="en-US" altLang="pt-BR" sz="4000" i="1"/>
              <a:t>Para o crente preparado, </a:t>
            </a:r>
            <a:br>
              <a:rPr lang="en-US" altLang="pt-BR" sz="4000" i="1"/>
            </a:br>
            <a:r>
              <a:rPr lang="en-US" altLang="pt-BR" sz="4000" i="1"/>
              <a:t>Cristo volta coroado. Aleluia!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6E41ADA9-5F8E-5B9D-B32F-0923D49670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3800" b="1" i="1"/>
              <a:t>Ó irmão por Deus liberto,</a:t>
            </a:r>
            <a:r>
              <a:rPr lang="en-US" altLang="pt-BR" sz="3800" i="1"/>
              <a:t> </a:t>
            </a:r>
            <a:br>
              <a:rPr lang="en-US" altLang="pt-BR" sz="3800" i="1"/>
            </a:br>
            <a:r>
              <a:rPr lang="en-US" altLang="pt-BR" sz="3800" b="1" i="1"/>
              <a:t>Pelo sangue estás coberto;</a:t>
            </a:r>
            <a:r>
              <a:rPr lang="en-US" altLang="pt-BR" sz="3800" i="1"/>
              <a:t> </a:t>
            </a:r>
            <a:br>
              <a:rPr lang="en-US" altLang="pt-BR" sz="3800" i="1"/>
            </a:br>
            <a:r>
              <a:rPr lang="en-US" altLang="pt-BR" sz="3800" b="1" i="1"/>
              <a:t>Tens o teu perdão bem certo, </a:t>
            </a:r>
            <a:br>
              <a:rPr lang="en-US" altLang="pt-BR" sz="3800" b="1" i="1"/>
            </a:br>
            <a:r>
              <a:rPr lang="en-US" altLang="pt-BR" sz="3800" b="1" i="1"/>
              <a:t>Salvo estás;</a:t>
            </a:r>
            <a:r>
              <a:rPr lang="en-US" altLang="pt-BR" sz="3800" i="1"/>
              <a:t> </a:t>
            </a:r>
            <a:br>
              <a:rPr lang="en-US" altLang="pt-BR" sz="3800" i="1"/>
            </a:br>
            <a:r>
              <a:rPr lang="en-US" altLang="pt-BR" sz="3800" b="1" i="1"/>
              <a:t>Voz de júbilo ouviremos</a:t>
            </a:r>
            <a:r>
              <a:rPr lang="en-US" altLang="pt-BR" sz="3800" i="1"/>
              <a:t> </a:t>
            </a:r>
            <a:br>
              <a:rPr lang="en-US" altLang="pt-BR" sz="3800" i="1"/>
            </a:br>
            <a:r>
              <a:rPr lang="en-US" altLang="pt-BR" sz="3800" b="1" i="1"/>
              <a:t>E no céu nós cantaremos,</a:t>
            </a:r>
            <a:r>
              <a:rPr lang="en-US" altLang="pt-BR" sz="3800" i="1"/>
              <a:t> </a:t>
            </a:r>
            <a:br>
              <a:rPr lang="en-US" altLang="pt-BR" sz="3800" i="1"/>
            </a:br>
            <a:r>
              <a:rPr lang="en-US" altLang="pt-BR" sz="3800" b="1" i="1"/>
              <a:t>Cristo breve nós veremos. Aleluia!</a:t>
            </a:r>
            <a:r>
              <a:rPr lang="en-US" altLang="pt-BR" sz="38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1759DF0-2995-2FCC-B7D1-D19BBF170B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i="1"/>
              <a:t>Lá nas bodas do Cordeiro, </a:t>
            </a:r>
            <a:br>
              <a:rPr lang="en-US" altLang="pt-BR" sz="4000" i="1"/>
            </a:br>
            <a:r>
              <a:rPr lang="en-US" altLang="pt-BR" sz="4000" i="1"/>
              <a:t>Sentaremos prazenteiros; </a:t>
            </a:r>
            <a:br>
              <a:rPr lang="en-US" altLang="pt-BR" sz="4000" i="1"/>
            </a:br>
            <a:r>
              <a:rPr lang="en-US" altLang="pt-BR" sz="4000" i="1"/>
              <a:t>Oh! Que gozo verdadeiro com Jesus! Pois no céu não há mais pranto, </a:t>
            </a:r>
            <a:br>
              <a:rPr lang="en-US" altLang="pt-BR" sz="4000" i="1"/>
            </a:br>
            <a:r>
              <a:rPr lang="en-US" altLang="pt-BR" sz="4000" i="1"/>
              <a:t>Eis que tudo será canto; </a:t>
            </a:r>
            <a:br>
              <a:rPr lang="en-US" altLang="pt-BR" sz="4000" i="1"/>
            </a:br>
            <a:r>
              <a:rPr lang="en-US" altLang="pt-BR" sz="4000" i="1"/>
              <a:t>Cristo vem buscar os santos. Aleluia!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0E573159-1E04-3838-9F18-A7D63F59D8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3800" b="1" i="1"/>
              <a:t>Ó irmão por Deus liberto,</a:t>
            </a:r>
            <a:r>
              <a:rPr lang="en-US" altLang="pt-BR" sz="3800" i="1"/>
              <a:t> </a:t>
            </a:r>
            <a:br>
              <a:rPr lang="en-US" altLang="pt-BR" sz="3800" i="1"/>
            </a:br>
            <a:r>
              <a:rPr lang="en-US" altLang="pt-BR" sz="3800" b="1" i="1"/>
              <a:t>Pelo sangue estás coberto;</a:t>
            </a:r>
            <a:r>
              <a:rPr lang="en-US" altLang="pt-BR" sz="3800" i="1"/>
              <a:t> </a:t>
            </a:r>
            <a:br>
              <a:rPr lang="en-US" altLang="pt-BR" sz="3800" i="1"/>
            </a:br>
            <a:r>
              <a:rPr lang="en-US" altLang="pt-BR" sz="3800" b="1" i="1"/>
              <a:t>Tens o teu perdão bem certo, </a:t>
            </a:r>
            <a:br>
              <a:rPr lang="en-US" altLang="pt-BR" sz="3800" b="1" i="1"/>
            </a:br>
            <a:r>
              <a:rPr lang="en-US" altLang="pt-BR" sz="3800" b="1" i="1"/>
              <a:t>Salvo estás;</a:t>
            </a:r>
            <a:r>
              <a:rPr lang="en-US" altLang="pt-BR" sz="3800" i="1"/>
              <a:t> </a:t>
            </a:r>
            <a:br>
              <a:rPr lang="en-US" altLang="pt-BR" sz="3800" i="1"/>
            </a:br>
            <a:r>
              <a:rPr lang="en-US" altLang="pt-BR" sz="3800" b="1" i="1"/>
              <a:t>Voz de júbilo ouviremos</a:t>
            </a:r>
            <a:r>
              <a:rPr lang="en-US" altLang="pt-BR" sz="3800" i="1"/>
              <a:t> </a:t>
            </a:r>
            <a:br>
              <a:rPr lang="en-US" altLang="pt-BR" sz="3800" i="1"/>
            </a:br>
            <a:r>
              <a:rPr lang="en-US" altLang="pt-BR" sz="3800" b="1" i="1"/>
              <a:t>E no céu nós cantaremos,</a:t>
            </a:r>
            <a:r>
              <a:rPr lang="en-US" altLang="pt-BR" sz="3800" i="1"/>
              <a:t> </a:t>
            </a:r>
            <a:br>
              <a:rPr lang="en-US" altLang="pt-BR" sz="3800" i="1"/>
            </a:br>
            <a:r>
              <a:rPr lang="en-US" altLang="pt-BR" sz="3800" b="1" i="1"/>
              <a:t>Cristo breve nós veremos. Aleluia!</a:t>
            </a:r>
            <a:r>
              <a:rPr lang="en-US" altLang="pt-BR" sz="380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4EE84033-7DC4-AAE9-EF79-82F5DC0071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i="1"/>
              <a:t>Sim à mesa sentaremos, </a:t>
            </a:r>
            <a:br>
              <a:rPr lang="en-US" altLang="pt-BR" sz="4000" i="1"/>
            </a:br>
            <a:r>
              <a:rPr lang="en-US" altLang="pt-BR" sz="4000" i="1"/>
              <a:t>E com Cristo cearemos; </a:t>
            </a:r>
            <a:br>
              <a:rPr lang="en-US" altLang="pt-BR" sz="4000" i="1"/>
            </a:br>
            <a:r>
              <a:rPr lang="en-US" altLang="pt-BR" sz="4000" i="1"/>
              <a:t>Quão felizes nós seremos com Jesus! Para sempre gozaremos, </a:t>
            </a:r>
            <a:br>
              <a:rPr lang="en-US" altLang="pt-BR" sz="4000" i="1"/>
            </a:br>
            <a:r>
              <a:rPr lang="en-US" altLang="pt-BR" sz="4000" i="1"/>
              <a:t>E com Cristo reinaremos, </a:t>
            </a:r>
            <a:br>
              <a:rPr lang="en-US" altLang="pt-BR" sz="4000" i="1"/>
            </a:br>
            <a:r>
              <a:rPr lang="en-US" altLang="pt-BR" sz="4000" i="1"/>
              <a:t>Sua glória fruiremos. Aleluia!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B4283066-453A-A31C-9AD6-CC85E07A07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3800" b="1" i="1"/>
              <a:t>Ó irmão por Deus liberto,</a:t>
            </a:r>
            <a:r>
              <a:rPr lang="en-US" altLang="pt-BR" sz="3800" i="1"/>
              <a:t> </a:t>
            </a:r>
            <a:br>
              <a:rPr lang="en-US" altLang="pt-BR" sz="3800" i="1"/>
            </a:br>
            <a:r>
              <a:rPr lang="en-US" altLang="pt-BR" sz="3800" b="1" i="1"/>
              <a:t>Pelo sangue estás coberto;</a:t>
            </a:r>
            <a:r>
              <a:rPr lang="en-US" altLang="pt-BR" sz="3800" i="1"/>
              <a:t> </a:t>
            </a:r>
            <a:br>
              <a:rPr lang="en-US" altLang="pt-BR" sz="3800" i="1"/>
            </a:br>
            <a:r>
              <a:rPr lang="en-US" altLang="pt-BR" sz="3800" b="1" i="1"/>
              <a:t>Tens o teu perdão bem certo, </a:t>
            </a:r>
            <a:br>
              <a:rPr lang="en-US" altLang="pt-BR" sz="3800" b="1" i="1"/>
            </a:br>
            <a:r>
              <a:rPr lang="en-US" altLang="pt-BR" sz="3800" b="1" i="1"/>
              <a:t>Salvo estás;</a:t>
            </a:r>
            <a:r>
              <a:rPr lang="en-US" altLang="pt-BR" sz="3800" i="1"/>
              <a:t> </a:t>
            </a:r>
            <a:br>
              <a:rPr lang="en-US" altLang="pt-BR" sz="3800" i="1"/>
            </a:br>
            <a:r>
              <a:rPr lang="en-US" altLang="pt-BR" sz="3800" b="1" i="1"/>
              <a:t>Voz de júbilo ouviremos</a:t>
            </a:r>
            <a:r>
              <a:rPr lang="en-US" altLang="pt-BR" sz="3800" i="1"/>
              <a:t> </a:t>
            </a:r>
            <a:br>
              <a:rPr lang="en-US" altLang="pt-BR" sz="3800" i="1"/>
            </a:br>
            <a:r>
              <a:rPr lang="en-US" altLang="pt-BR" sz="3800" b="1" i="1"/>
              <a:t>E no céu nós cantaremos,</a:t>
            </a:r>
            <a:r>
              <a:rPr lang="en-US" altLang="pt-BR" sz="3800" i="1"/>
              <a:t> </a:t>
            </a:r>
            <a:br>
              <a:rPr lang="en-US" altLang="pt-BR" sz="3800" i="1"/>
            </a:br>
            <a:r>
              <a:rPr lang="en-US" altLang="pt-BR" sz="3800" b="1" i="1"/>
              <a:t>Cristo breve nós veremos. Aleluia!</a:t>
            </a:r>
            <a:r>
              <a:rPr lang="en-US" altLang="pt-BR" sz="38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257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206 O CLARIM NOS ALERTA </vt:lpstr>
      <vt:lpstr>O clarim já nos alerta,  Nosso coração desperta,   a vinda é bem certa de Jesus;  De mil anjos rodeado,  Para o crente preparado,  Cristo volta coroado. Aleluia! </vt:lpstr>
      <vt:lpstr>Ó irmão por Deus liberto,  Pelo sangue estás coberto;  Tens o teu perdão bem certo,  Salvo estás;  Voz de júbilo ouviremos  E no céu nós cantaremos,  Cristo breve nós veremos. Aleluia! </vt:lpstr>
      <vt:lpstr>Lá nas bodas do Cordeiro,  Sentaremos prazenteiros;  Oh! Que gozo verdadeiro com Jesus! Pois no céu não há mais pranto,  Eis que tudo será canto;  Cristo vem buscar os santos. Aleluia! </vt:lpstr>
      <vt:lpstr>Ó irmão por Deus liberto,  Pelo sangue estás coberto;  Tens o teu perdão bem certo,  Salvo estás;  Voz de júbilo ouviremos  E no céu nós cantaremos,  Cristo breve nós veremos. Aleluia! </vt:lpstr>
      <vt:lpstr>Sim à mesa sentaremos,  E com Cristo cearemos;  Quão felizes nós seremos com Jesus! Para sempre gozaremos,  E com Cristo reinaremos,  Sua glória fruiremos. Aleluia! </vt:lpstr>
      <vt:lpstr>Ó irmão por Deus liberto,  Pelo sangue estás coberto;  Tens o teu perdão bem certo,  Salvo estás;  Voz de júbilo ouviremos  E no céu nós cantaremos,  Cristo breve nós veremos. Aleluia!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206 O CLARIM NOS ALERTA </dc:title>
  <dc:creator>Junior</dc:creator>
  <cp:lastModifiedBy>Emerson Souza</cp:lastModifiedBy>
  <cp:revision>1</cp:revision>
  <dcterms:created xsi:type="dcterms:W3CDTF">2005-12-23T20:10:59Z</dcterms:created>
  <dcterms:modified xsi:type="dcterms:W3CDTF">2026-05-02T21:53:59Z</dcterms:modified>
</cp:coreProperties>
</file>