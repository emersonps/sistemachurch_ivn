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FE406-2C84-127A-02A1-55B11D958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BA2403-DB03-511A-7EB1-7F53F6307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A5F66F-4618-007F-FCE6-109940C9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1B6A5-3104-C48C-DB8A-10D01B40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51B8A3-0626-57D8-5EA9-C5848665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1E5B7-7777-404A-A7D2-2D49013FDF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204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89595-CD30-3146-0E44-40640C72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08BC11-E950-C286-2758-20D0FF13C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BFA93E-223A-DFDE-3C72-1093EB30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120BA9-E148-D8E5-85C4-C97B1285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B3A182-0CA5-F7D0-ECF8-ED03FC71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C370A-04D8-4112-BCB0-6D78E1F825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390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5D90B-4F36-5636-F1A1-8C40EFAA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30EBC3-7AB4-C70E-8CD8-4B7A71E16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308C4-C604-48E7-AC9F-6264AE21F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CCAF4D-E5BA-B878-2369-13F67E9D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7FB913-CF75-15DF-A11E-8C0311EC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7EDF9-5645-4CBB-A250-A9A03563D6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90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BCCF3-9CEC-7945-A3B9-E4DA83D3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01328-49B3-EA2D-A50B-5638B7770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E008CE-6641-EFBE-92FF-D84893DEE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A1C028-3589-C691-15EB-3D40ED79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268AB6-C066-344B-994A-08F8C4F9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E1D7BF-6656-C606-0FAE-BC67B0E5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77E17-9884-4936-8202-09C1FA709B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029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8EFB6-52ED-B34D-634E-B9744A4F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E9693-808B-C3F1-4965-5BCB82E4D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C1FF61-CC0E-9626-DF52-97959C212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8452C4-0F7B-D121-0B33-DFC0A313C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817EBD-3831-6683-DEC6-71FC8A0C8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DCE8FC-0722-F5AA-137C-782E0116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6AFDE0-36E1-081F-05C1-432A628A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FE3118-3C5D-524B-7D0C-49BB59BE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12C96E-AFE5-41CB-B7DB-FD6AB64BEF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032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696D6-0F8E-7695-1F85-123A8B28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2E8868-7473-F360-B2AE-22DE8E54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70B269-ACFD-A131-1984-E820DB38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10DACE-BD61-201F-9B10-4CCB0B7C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BE3FB8-5BD5-4C3E-9909-F8E84ED385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277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A66541-7F06-E111-82F9-BF5097BCB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07BF9A-8A3E-736D-6EEB-5638DA48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11FA95-ABAB-EDC8-C0C0-D719B3BA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7038F-ACC5-4975-B9B7-9A7FAE81C4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426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A9FA9-CDFF-AC0B-722C-1AFF74AF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DC77F6-EE6C-26D9-7351-D48A8A9D2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15A02E-8ABF-CDB7-B524-52C995528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BDAF73-459D-5731-21F4-56CD40B90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295D9-E8FE-F957-3075-24C6AC91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1E323D-00CE-E6F3-6DBE-B37A0C4B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4A7794-2FAF-4A64-BD10-79B054506D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204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D7788-E3F4-D6D3-B1B0-871A381D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14A2C5-BFD5-A54D-1B82-B7BC14D19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CC02C4-6F0B-8E61-ED06-E4660A718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82EDC4-028D-591B-ED1D-1D2E198F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09B1E3-D68C-42C4-33B2-94FCE504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5B05C3-D306-7690-0B6A-809B7856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5D34B-EF06-4E41-8F79-4A60DCF7D8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84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17D89-FF84-7BE2-1528-A8E21052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7D747D-5E3F-3EFB-B345-DF0E59BDE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B169E7-50BD-23BF-AADF-0112838A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F8EC4-C6F0-1868-8B8B-92C9C7F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E08D30-93C5-775E-D92E-E154352D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1F6BC-D90A-4074-9842-57090D2DE7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298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E88F95-6F32-BB83-E465-0DF5C1BD5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1E46D1-338D-2BF7-4F4F-997BAE8BB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358E0-2D2D-7F1E-E7BB-F3C8F5CE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1BE30-7F53-F343-3E7B-4F8E3DB3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0504C9-7671-E4B1-52DD-6922769F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75D00-33EE-4A9B-B20C-F6629A40B0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072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722916-1B01-D110-316E-CDFE1A699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60E0C-68D6-2D49-147A-6FCAB8DA0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C439D09-F048-EF1C-9555-F2ACE2D160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7A55FEC-E009-82F6-B7BB-1FC048E3A4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E9FEA3-C828-2B32-E2CA-1B08F9FE0B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D85F07-CD9A-4A38-A2B7-3A57726DA51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BAE672-6F2B-C717-0A5B-CF66C199F4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456</a:t>
            </a:r>
            <a:br>
              <a:rPr lang="pt-BR" altLang="pt-BR" sz="4000" b="1"/>
            </a:br>
            <a:r>
              <a:rPr lang="pt-BR" altLang="pt-BR" sz="4000" b="1"/>
              <a:t>A FONTE TRANSBORDANTE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EAEC5C-C703-A288-21F8-7C454FEAE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Oh! Que fonte transbordante! </a:t>
            </a:r>
            <a:br>
              <a:rPr lang="pt-BR" altLang="pt-BR"/>
            </a:br>
            <a:r>
              <a:rPr lang="pt-BR" altLang="pt-BR"/>
              <a:t>Mais profunda que o mar. </a:t>
            </a:r>
            <a:br>
              <a:rPr lang="pt-BR" altLang="pt-BR"/>
            </a:br>
            <a:r>
              <a:rPr lang="pt-BR" altLang="pt-BR"/>
              <a:t>E de Deus, o amor imenso, </a:t>
            </a:r>
            <a:br>
              <a:rPr lang="pt-BR" altLang="pt-BR"/>
            </a:br>
            <a:r>
              <a:rPr lang="pt-BR" altLang="pt-BR"/>
              <a:t>Que Jesus me veio dar.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27038B3-F61A-70E0-513F-352493867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Ele me abriu a porta, </a:t>
            </a:r>
            <a:br>
              <a:rPr lang="pt-BR" altLang="pt-BR" b="1" i="1"/>
            </a:br>
            <a:r>
              <a:rPr lang="pt-BR" altLang="pt-BR" b="1" i="1"/>
              <a:t>e me reconciliou, </a:t>
            </a:r>
            <a:br>
              <a:rPr lang="pt-BR" altLang="pt-BR" b="1" i="1"/>
            </a:br>
            <a:r>
              <a:rPr lang="pt-BR" altLang="pt-BR" b="1" i="1"/>
              <a:t>Por Seu sangue derramado; </a:t>
            </a:r>
            <a:br>
              <a:rPr lang="pt-BR" altLang="pt-BR" b="1" i="1"/>
            </a:br>
            <a:r>
              <a:rPr lang="pt-BR" altLang="pt-BR" b="1" i="1"/>
              <a:t>para Deus me consagrou.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10071A-7B5E-94CA-4CCB-E2B6791F6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Como a pomba perseguida </a:t>
            </a:r>
            <a:br>
              <a:rPr lang="pt-BR" altLang="pt-BR"/>
            </a:br>
            <a:r>
              <a:rPr lang="pt-BR" altLang="pt-BR"/>
              <a:t>E cansada estava eu</a:t>
            </a:r>
            <a:br>
              <a:rPr lang="pt-BR" altLang="pt-BR"/>
            </a:br>
            <a:r>
              <a:rPr lang="pt-BR" altLang="pt-BR"/>
              <a:t>Mas Jesus jamais rejeita, </a:t>
            </a:r>
            <a:br>
              <a:rPr lang="pt-BR" altLang="pt-BR"/>
            </a:br>
            <a:r>
              <a:rPr lang="pt-BR" altLang="pt-BR"/>
              <a:t>Quem buscar abrigo Seu.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A2597AB-74CE-8049-5D84-D775E26D5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Ele me abriu a porta, </a:t>
            </a:r>
            <a:br>
              <a:rPr lang="pt-BR" altLang="pt-BR" b="1" i="1"/>
            </a:br>
            <a:r>
              <a:rPr lang="pt-BR" altLang="pt-BR" b="1" i="1"/>
              <a:t>e me reconciliou, </a:t>
            </a:r>
            <a:br>
              <a:rPr lang="pt-BR" altLang="pt-BR" b="1" i="1"/>
            </a:br>
            <a:r>
              <a:rPr lang="pt-BR" altLang="pt-BR" b="1" i="1"/>
              <a:t>Por Seu sangue derramado; </a:t>
            </a:r>
            <a:br>
              <a:rPr lang="pt-BR" altLang="pt-BR" b="1" i="1"/>
            </a:br>
            <a:r>
              <a:rPr lang="pt-BR" altLang="pt-BR" b="1" i="1"/>
              <a:t>para Deus me consagrou.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76E304F-316D-1C17-A64E-E28C3A86B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Graça abundantemente </a:t>
            </a:r>
            <a:br>
              <a:rPr lang="pt-BR" altLang="pt-BR"/>
            </a:br>
            <a:r>
              <a:rPr lang="pt-BR" altLang="pt-BR"/>
              <a:t>Sobre mim já derramou; </a:t>
            </a:r>
            <a:br>
              <a:rPr lang="pt-BR" altLang="pt-BR"/>
            </a:br>
            <a:r>
              <a:rPr lang="pt-BR" altLang="pt-BR"/>
              <a:t>Onde abundou pecado, </a:t>
            </a:r>
            <a:br>
              <a:rPr lang="pt-BR" altLang="pt-BR"/>
            </a:br>
            <a:r>
              <a:rPr lang="pt-BR" altLang="pt-BR"/>
              <a:t>Graça superabundou.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D849751-C997-EF4C-173A-D54C2C9F8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Ele me abriu a porta, </a:t>
            </a:r>
            <a:br>
              <a:rPr lang="pt-BR" altLang="pt-BR" b="1" i="1"/>
            </a:br>
            <a:r>
              <a:rPr lang="pt-BR" altLang="pt-BR" b="1" i="1"/>
              <a:t>e me reconciliou, </a:t>
            </a:r>
            <a:br>
              <a:rPr lang="pt-BR" altLang="pt-BR" b="1" i="1"/>
            </a:br>
            <a:r>
              <a:rPr lang="pt-BR" altLang="pt-BR" b="1" i="1"/>
              <a:t>Por Seu sangue derramado; </a:t>
            </a:r>
            <a:br>
              <a:rPr lang="pt-BR" altLang="pt-BR" b="1" i="1"/>
            </a:br>
            <a:r>
              <a:rPr lang="pt-BR" altLang="pt-BR" b="1" i="1"/>
              <a:t>para Deus me consagrou.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5C4F574-89CE-29B4-527E-EDE649BC8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Quando alvorecer meu dia. </a:t>
            </a:r>
            <a:br>
              <a:rPr lang="pt-BR" altLang="pt-BR"/>
            </a:br>
            <a:r>
              <a:rPr lang="pt-BR" altLang="pt-BR"/>
              <a:t>Com Jesus, irei p'ro céu; </a:t>
            </a:r>
            <a:br>
              <a:rPr lang="pt-BR" altLang="pt-BR"/>
            </a:br>
            <a:r>
              <a:rPr lang="pt-BR" altLang="pt-BR"/>
              <a:t>Eu O exaltarei p'ra sempre,</a:t>
            </a:r>
            <a:br>
              <a:rPr lang="pt-BR" altLang="pt-BR"/>
            </a:br>
            <a:r>
              <a:rPr lang="pt-BR" altLang="pt-BR"/>
              <a:t>Pois salvou um perdido réu.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4A40610-0EE7-C8E9-ACC2-06C55C6B8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b="1" i="1"/>
              <a:t>Ele me abriu a porta, </a:t>
            </a:r>
            <a:br>
              <a:rPr lang="pt-BR" altLang="pt-BR" b="1" i="1"/>
            </a:br>
            <a:r>
              <a:rPr lang="pt-BR" altLang="pt-BR" b="1" i="1"/>
              <a:t>e me reconciliou, </a:t>
            </a:r>
            <a:br>
              <a:rPr lang="pt-BR" altLang="pt-BR" b="1" i="1"/>
            </a:br>
            <a:r>
              <a:rPr lang="pt-BR" altLang="pt-BR" b="1" i="1"/>
              <a:t>Por Seu sangue derramado; </a:t>
            </a:r>
            <a:br>
              <a:rPr lang="pt-BR" altLang="pt-BR" b="1" i="1"/>
            </a:br>
            <a:r>
              <a:rPr lang="pt-BR" altLang="pt-BR" b="1" i="1"/>
              <a:t>para Deus me consagrou.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456 A FONTE TRANSBORDANTE</vt:lpstr>
      <vt:lpstr>Oh! Que fonte transbordante!  Mais profunda que o mar.  E de Deus, o amor imenso,  Que Jesus me veio dar. </vt:lpstr>
      <vt:lpstr>Ele me abriu a porta,  e me reconciliou,  Por Seu sangue derramado;  para Deus me consagrou.</vt:lpstr>
      <vt:lpstr>Como a pomba perseguida  E cansada estava eu Mas Jesus jamais rejeita,  Quem buscar abrigo Seu. </vt:lpstr>
      <vt:lpstr>Ele me abriu a porta,  e me reconciliou,  Por Seu sangue derramado;  para Deus me consagrou.</vt:lpstr>
      <vt:lpstr>Graça abundantemente  Sobre mim já derramou;  Onde abundou pecado,  Graça superabundou. </vt:lpstr>
      <vt:lpstr>Ele me abriu a porta,  e me reconciliou,  Por Seu sangue derramado;  para Deus me consagrou.</vt:lpstr>
      <vt:lpstr>Quando alvorecer meu dia.  Com Jesus, irei p'ro céu;  Eu O exaltarei p'ra sempre, Pois salvou um perdido réu. </vt:lpstr>
      <vt:lpstr>Ele me abriu a porta,  e me reconciliou,  Por Seu sangue derramado;  para Deus me consagrou.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456 - A FONTE TRANSBORDANTE</dc:title>
  <dc:creator>Montagna</dc:creator>
  <cp:lastModifiedBy>Emerson Souza</cp:lastModifiedBy>
  <cp:revision>2</cp:revision>
  <dcterms:created xsi:type="dcterms:W3CDTF">2005-10-21T07:40:50Z</dcterms:created>
  <dcterms:modified xsi:type="dcterms:W3CDTF">2026-05-02T22:15:15Z</dcterms:modified>
</cp:coreProperties>
</file>