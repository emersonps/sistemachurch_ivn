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6699"/>
    <a:srgbClr val="A50021"/>
    <a:srgbClr val="F0EFE0"/>
    <a:srgbClr val="1F408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0" autoAdjust="0"/>
    <p:restoredTop sz="94728" autoAdjust="0"/>
  </p:normalViewPr>
  <p:slideViewPr>
    <p:cSldViewPr>
      <p:cViewPr varScale="1">
        <p:scale>
          <a:sx n="72" d="100"/>
          <a:sy n="72" d="100"/>
        </p:scale>
        <p:origin x="-3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1" name="Rectangle 3">
            <a:extLst>
              <a:ext uri="{FF2B5EF4-FFF2-40B4-BE49-F238E27FC236}">
                <a16:creationId xmlns:a16="http://schemas.microsoft.com/office/drawing/2014/main" id="{480D3ACE-40F4-CCE9-0FAC-B46F5E6173F7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228600" y="3200400"/>
            <a:ext cx="8763000" cy="134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pic>
        <p:nvPicPr>
          <p:cNvPr id="539655" name="Picture 7">
            <a:extLst>
              <a:ext uri="{FF2B5EF4-FFF2-40B4-BE49-F238E27FC236}">
                <a16:creationId xmlns:a16="http://schemas.microsoft.com/office/drawing/2014/main" id="{E923AA7E-60F3-8B6B-9D85-F04D0B7CA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0" t="-1314" r="-2" b="-36961"/>
          <a:stretch>
            <a:fillRect/>
          </a:stretch>
        </p:blipFill>
        <p:spPr bwMode="auto">
          <a:xfrm>
            <a:off x="533400" y="3200400"/>
            <a:ext cx="8458200" cy="115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9667" name="Rectangle 19">
            <a:extLst>
              <a:ext uri="{FF2B5EF4-FFF2-40B4-BE49-F238E27FC236}">
                <a16:creationId xmlns:a16="http://schemas.microsoft.com/office/drawing/2014/main" id="{5830B633-AE36-002C-6E1A-744C71CA4D4E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795338" y="2895600"/>
            <a:ext cx="304800" cy="9906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539668" name="Rectangle 20">
            <a:extLst>
              <a:ext uri="{FF2B5EF4-FFF2-40B4-BE49-F238E27FC236}">
                <a16:creationId xmlns:a16="http://schemas.microsoft.com/office/drawing/2014/main" id="{1D7AE857-D85A-DEFB-510C-2DAE8AFC4DC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1981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539669" name="Rectangle 21">
            <a:extLst>
              <a:ext uri="{FF2B5EF4-FFF2-40B4-BE49-F238E27FC236}">
                <a16:creationId xmlns:a16="http://schemas.microsoft.com/office/drawing/2014/main" id="{BA16187F-2BF3-144D-2AC6-C4325DBEE7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038350" y="4351338"/>
            <a:ext cx="6400800" cy="1371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539670" name="Rectangle 22">
            <a:extLst>
              <a:ext uri="{FF2B5EF4-FFF2-40B4-BE49-F238E27FC236}">
                <a16:creationId xmlns:a16="http://schemas.microsoft.com/office/drawing/2014/main" id="{63283DBC-00FA-436B-5BB8-57E93C4503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39671" name="Rectangle 23">
            <a:extLst>
              <a:ext uri="{FF2B5EF4-FFF2-40B4-BE49-F238E27FC236}">
                <a16:creationId xmlns:a16="http://schemas.microsoft.com/office/drawing/2014/main" id="{5AFC0FAC-492F-7307-B48D-35392FC455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39672" name="Rectangle 24">
            <a:extLst>
              <a:ext uri="{FF2B5EF4-FFF2-40B4-BE49-F238E27FC236}">
                <a16:creationId xmlns:a16="http://schemas.microsoft.com/office/drawing/2014/main" id="{EA1E968C-EEC9-D9A2-4983-A135795B32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 sz="1400"/>
            </a:lvl1pPr>
          </a:lstStyle>
          <a:p>
            <a:fld id="{A0FC707C-B6BA-4A47-90AE-ED063ED774D9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F7C47-BEF4-B351-DB7B-7F66A449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8FC139-9732-60CA-3E9D-8E4C332C9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7304D1-6F62-6691-5638-D03F9729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B851AF-9B53-E4B9-E357-AC3BB4C0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B55E90-ED37-05D2-A36B-B1A38153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06F4C5-4AB7-4E1B-B9AE-2B2649F2D742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323418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1C0F0-4877-9142-E891-99B98D29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0EBB21-34CA-1013-6D36-0E87601FD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615A9E-81A5-2613-0EF9-8F66EE8B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FB57F0-32D8-8CC9-2880-828648DC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5DE88-7BAA-9348-E73B-E85543EB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BD618D-8061-4B68-AFA4-3AF164310C88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96157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2AE5C-2794-89A8-9C18-FB6F4A85A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9C1D09-40BF-410A-8100-1461305B9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0185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C8CDA3-7ECE-1813-D385-F09262C24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210185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D22275-C3DC-20FB-23BE-E173DDC2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8EF251-9C67-ACAA-5E59-F728A914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E51C51-D239-DF51-10CD-AF254681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69880-B9FA-4F9D-BD8E-4F8102A61437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157488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2EDDC-104B-17AD-DC73-39840A7F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5A098F-85D2-1CD2-011C-95035FC06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51C201-DC6A-BBFD-BA62-4E26A1B1B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C9BBE6-555D-8E68-154E-1FF00981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1DA39F-683C-50A2-FF29-3547D199B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992DA8-FCEF-EB98-543E-187FB1E9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3E2277-F894-9346-CC22-785EABFA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308725-4FC5-4E65-6EE2-543016FE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8F3BA-DFBF-4E72-B94B-2AE7542C8D5C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62090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7D117-FCE8-BBE8-5113-418E95B5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8B57E4-28AA-4EA4-2FC0-DE77F0A5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6D29DA-AC79-AF52-B45A-6F4A1AD2C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8509EC-A374-0AEB-C724-41540B2A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C2B3BF-C5D8-44F3-BA61-3EB3E9FA25A5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319875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60E927-3C0E-8668-9587-0C7E2FE2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E07207-B4F7-192A-B58A-EA274E11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21648F-8C4C-B2FA-C37E-315C88A7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F1FF5D-285A-464B-8901-404177DAFA15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114249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D70F9-3D6D-E0EC-22A6-83C80668E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B0D6A-AB57-F486-5DFA-14BEE2477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008319-396D-7C7C-A471-685365DA4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BFD570-9B24-A90E-75EE-63060FDB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0E4578-73D3-FF92-040B-69F5D913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6F585C-A1AD-3EF3-7AA4-BF48A100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9F2D48-D36C-4799-8AC6-17E50B7D1B53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57280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F14C1-4C16-47D0-4508-8B7FE956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7C3950-6C90-4653-23B0-EDBF1C18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0534E8-4390-3CEE-9AF6-82C8717F7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DEBDD-312B-CEDA-2916-7B4F2CD4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7CCBA4-8585-9715-C57C-5B75B3E8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4D7801-EDA7-CD9C-E000-B80F5EDB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1F5A8-D33A-49F1-90B1-3CC114E9605A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28573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B1511-1718-9418-79FA-C812BBF2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A10C72-98CA-8E97-F3AD-67A826645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7514A5-E7EB-C57B-6BB8-3B232994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B054CF-A985-CB56-206F-9953CB50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CDCDA-6B55-F0F1-2798-27FCB6FE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D7D25-4515-4B80-8522-608CFF759991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154292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050040-03E8-B6B2-9ECF-690D9BBDC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96100" y="838200"/>
            <a:ext cx="1943100" cy="53784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88CBA6-3B26-F68D-DF37-6AB40E164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838200"/>
            <a:ext cx="5676900" cy="5378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F7EB09-D27D-6C3F-DA99-C4A7F702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3FDCBB-B7CC-8254-132C-C09662E0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D65688-A840-B619-B9F3-BBC00DD2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BE1AA-10C0-4E0A-BC9D-56DDC7677470}" type="slidenum">
              <a:rPr lang="pt-BR" altLang="pt-BR"/>
              <a:pPr/>
              <a:t>‹nº›</a:t>
            </a:fld>
            <a:endParaRPr lang="pt-BR" altLang="pt-BR" sz="1400"/>
          </a:p>
        </p:txBody>
      </p:sp>
    </p:spTree>
    <p:extLst>
      <p:ext uri="{BB962C8B-B14F-4D97-AF65-F5344CB8AC3E}">
        <p14:creationId xmlns:p14="http://schemas.microsoft.com/office/powerpoint/2010/main" val="217641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49" name="Rectangle 25">
            <a:extLst>
              <a:ext uri="{FF2B5EF4-FFF2-40B4-BE49-F238E27FC236}">
                <a16:creationId xmlns:a16="http://schemas.microsoft.com/office/drawing/2014/main" id="{BCB85CAB-A18E-CEF7-850B-AAF2451026CB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152400" y="0"/>
            <a:ext cx="1447800" cy="6858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538650" name="Rectangle 26">
            <a:extLst>
              <a:ext uri="{FF2B5EF4-FFF2-40B4-BE49-F238E27FC236}">
                <a16:creationId xmlns:a16="http://schemas.microsoft.com/office/drawing/2014/main" id="{97BBE904-0702-EA73-4D0D-7FAECB345FEC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1676400" y="0"/>
            <a:ext cx="7467600" cy="1219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538651" name="Rectangle 27">
            <a:extLst>
              <a:ext uri="{FF2B5EF4-FFF2-40B4-BE49-F238E27FC236}">
                <a16:creationId xmlns:a16="http://schemas.microsoft.com/office/drawing/2014/main" id="{1D2A8C04-F975-197A-9071-CE8344D98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0"/>
            <a:ext cx="1219200" cy="762000"/>
          </a:xfrm>
          <a:prstGeom prst="rect">
            <a:avLst/>
          </a:pr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538652" name="Rectangle 28">
            <a:extLst>
              <a:ext uri="{FF2B5EF4-FFF2-40B4-BE49-F238E27FC236}">
                <a16:creationId xmlns:a16="http://schemas.microsoft.com/office/drawing/2014/main" id="{280A6900-A08E-43B4-CD69-EC421F76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538653" name="Rectangle 29">
            <a:extLst>
              <a:ext uri="{FF2B5EF4-FFF2-40B4-BE49-F238E27FC236}">
                <a16:creationId xmlns:a16="http://schemas.microsoft.com/office/drawing/2014/main" id="{986B14F4-E697-F0CB-8BAD-6F09A62A6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838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538655" name="Rectangle 31">
            <a:extLst>
              <a:ext uri="{FF2B5EF4-FFF2-40B4-BE49-F238E27FC236}">
                <a16:creationId xmlns:a16="http://schemas.microsoft.com/office/drawing/2014/main" id="{19A46A37-33AB-CF64-E21C-5866E45F38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413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 altLang="pt-BR"/>
          </a:p>
        </p:txBody>
      </p:sp>
      <p:sp>
        <p:nvSpPr>
          <p:cNvPr id="538656" name="Rectangle 32">
            <a:extLst>
              <a:ext uri="{FF2B5EF4-FFF2-40B4-BE49-F238E27FC236}">
                <a16:creationId xmlns:a16="http://schemas.microsoft.com/office/drawing/2014/main" id="{379DF606-B78C-70DB-26AA-2FF95DF178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413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 altLang="pt-BR"/>
          </a:p>
        </p:txBody>
      </p:sp>
      <p:pic>
        <p:nvPicPr>
          <p:cNvPr id="538657" name="Picture 33">
            <a:extLst>
              <a:ext uri="{FF2B5EF4-FFF2-40B4-BE49-F238E27FC236}">
                <a16:creationId xmlns:a16="http://schemas.microsoft.com/office/drawing/2014/main" id="{54D787E2-1C56-96F7-035B-045A6B943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0"/>
            <a:ext cx="7915275" cy="75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658" name="Rectangle 34">
            <a:extLst>
              <a:ext uri="{FF2B5EF4-FFF2-40B4-BE49-F238E27FC236}">
                <a16:creationId xmlns:a16="http://schemas.microsoft.com/office/drawing/2014/main" id="{7ABC95B1-E435-2037-1DE1-F8840B8C1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57200"/>
            <a:ext cx="2514600" cy="304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538659" name="Rectangle 35">
            <a:extLst>
              <a:ext uri="{FF2B5EF4-FFF2-40B4-BE49-F238E27FC236}">
                <a16:creationId xmlns:a16="http://schemas.microsoft.com/office/drawing/2014/main" id="{97727C0E-6CDE-667F-A027-46A01190EF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135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>
                <a:solidFill>
                  <a:schemeClr val="tx2"/>
                </a:solidFill>
              </a:defRPr>
            </a:lvl1pPr>
          </a:lstStyle>
          <a:p>
            <a:fld id="{2BF2CE93-10FE-4EC3-B6E5-9AEEF4C20343}" type="slidenum">
              <a:rPr lang="pt-BR" altLang="pt-BR"/>
              <a:pPr/>
              <a:t>‹nº›</a:t>
            </a:fld>
            <a:endParaRPr lang="pt-BR" altLang="pt-BR" sz="1400"/>
          </a:p>
        </p:txBody>
      </p:sp>
      <p:sp>
        <p:nvSpPr>
          <p:cNvPr id="538660" name="Rectangle 36">
            <a:extLst>
              <a:ext uri="{FF2B5EF4-FFF2-40B4-BE49-F238E27FC236}">
                <a16:creationId xmlns:a16="http://schemas.microsoft.com/office/drawing/2014/main" id="{178148D0-54CA-2A25-9DA9-1E07BED6F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21018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457200" indent="-457200" algn="l" rtl="0" fontAlgn="base">
        <a:spcBef>
          <a:spcPct val="20000"/>
        </a:spcBef>
        <a:spcAft>
          <a:spcPct val="0"/>
        </a:spcAft>
        <a:buClr>
          <a:srgbClr val="A50021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7113" indent="-4556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0013" indent="-228600" algn="l" rtl="0" fontAlgn="base">
        <a:spcBef>
          <a:spcPct val="20000"/>
        </a:spcBef>
        <a:spcAft>
          <a:spcPct val="0"/>
        </a:spcAft>
        <a:buClr>
          <a:srgbClr val="666699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913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>
            <a:extLst>
              <a:ext uri="{FF2B5EF4-FFF2-40B4-BE49-F238E27FC236}">
                <a16:creationId xmlns:a16="http://schemas.microsoft.com/office/drawing/2014/main" id="{0F3ED850-BDB4-A742-6593-4E28A1EE9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1981200"/>
            <a:ext cx="7772400" cy="1752600"/>
          </a:xfrm>
        </p:spPr>
        <p:txBody>
          <a:bodyPr/>
          <a:lstStyle/>
          <a:p>
            <a:pPr marL="838200" indent="-838200" algn="ctr">
              <a:buFontTx/>
              <a:buAutoNum type="arabicPlain" startAt="18"/>
            </a:pPr>
            <a:r>
              <a:rPr lang="pt-BR" altLang="pt-BR" b="1"/>
              <a:t> GRATA 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7" name="Rectangle 3">
            <a:extLst>
              <a:ext uri="{FF2B5EF4-FFF2-40B4-BE49-F238E27FC236}">
                <a16:creationId xmlns:a16="http://schemas.microsoft.com/office/drawing/2014/main" id="{F16B86D7-F5B1-532E-02BF-4025DCA00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686800" cy="5715000"/>
          </a:xfrm>
        </p:spPr>
        <p:txBody>
          <a:bodyPr/>
          <a:lstStyle/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Grata nova Deus proclama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Hoje, ao mundo pecador!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Doce nova revelada,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Lá na cruz do Salvador;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Cego e desviado, o homem,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Dos caminhos do Senhor,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Desconhece e desconfia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Deste Deus, o Deus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3" name="Rectangle 3">
            <a:extLst>
              <a:ext uri="{FF2B5EF4-FFF2-40B4-BE49-F238E27FC236}">
                <a16:creationId xmlns:a16="http://schemas.microsoft.com/office/drawing/2014/main" id="{EB9841A6-2C72-6E09-F376-70C3DDAFC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772400" cy="41148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Grata nova, doce nova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Vem dos lábios do Senhor,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Escutai com alegria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“Deus é luz, Deus é amor”.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>
            <a:extLst>
              <a:ext uri="{FF2B5EF4-FFF2-40B4-BE49-F238E27FC236}">
                <a16:creationId xmlns:a16="http://schemas.microsoft.com/office/drawing/2014/main" id="{0EFAE265-AF88-8412-D086-E4A2A0C21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534400" cy="5638800"/>
          </a:xfrm>
        </p:spPr>
        <p:txBody>
          <a:bodyPr/>
          <a:lstStyle/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Com ofertas e obras mortas,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Sacrifícios sem valor,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Enganado, pensa o homem,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Propiciar seu Criador,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Meios de salvar-se inventa;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Clama, roga em seu favor,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A supostos mediadores,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Desprezando o Deus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5" name="Rectangle 3">
            <a:extLst>
              <a:ext uri="{FF2B5EF4-FFF2-40B4-BE49-F238E27FC236}">
                <a16:creationId xmlns:a16="http://schemas.microsoft.com/office/drawing/2014/main" id="{77297919-55D8-E24A-DC6B-E543FB029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772400" cy="44196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Grata nova, doce nova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Vem dos lábios do Senhor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Escutai com alegria,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“Deus é luz, Deus é amor”.</a:t>
            </a:r>
          </a:p>
          <a:p>
            <a:pPr algn="ctr">
              <a:buFont typeface="Wingdings" panose="05000000000000000000" pitchFamily="2" charset="2"/>
              <a:buNone/>
            </a:pPr>
            <a:endParaRPr lang="pt-BR" altLang="pt-BR" sz="4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9" name="Rectangle 3">
            <a:extLst>
              <a:ext uri="{FF2B5EF4-FFF2-40B4-BE49-F238E27FC236}">
                <a16:creationId xmlns:a16="http://schemas.microsoft.com/office/drawing/2014/main" id="{380AAE85-41BC-731A-D601-D1BCA0BDF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686800" cy="6096000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Luz divina, resplandece!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Mostra ao triste pecador,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Que na cruz estão unidos,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A justiça e o amor.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Fala aos corações feridos,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Mostra-te, Deus Salvador;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E sem fim, proclamaremos: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4600"/>
              <a:t>“Deus é luz! Deus é amor!”.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1" name="Rectangle 3">
            <a:extLst>
              <a:ext uri="{FF2B5EF4-FFF2-40B4-BE49-F238E27FC236}">
                <a16:creationId xmlns:a16="http://schemas.microsoft.com/office/drawing/2014/main" id="{D4FD948C-6E9F-C441-AE73-4543A3F0C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772400" cy="46482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Grata nova, doce nova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Vem dos lábios do Senhor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Escutai com alegria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600"/>
              <a:t>“Deus é luz, Deus é amor”.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ureza">
  <a:themeElements>
    <a:clrScheme name="Natureza 2">
      <a:dk1>
        <a:srgbClr val="5B5249"/>
      </a:dk1>
      <a:lt1>
        <a:srgbClr val="FFFFFF"/>
      </a:lt1>
      <a:dk2>
        <a:srgbClr val="2A3D7A"/>
      </a:dk2>
      <a:lt2>
        <a:srgbClr val="CEC8BA"/>
      </a:lt2>
      <a:accent1>
        <a:srgbClr val="C9DDF1"/>
      </a:accent1>
      <a:accent2>
        <a:srgbClr val="FAC164"/>
      </a:accent2>
      <a:accent3>
        <a:srgbClr val="FFFFFF"/>
      </a:accent3>
      <a:accent4>
        <a:srgbClr val="4C453D"/>
      </a:accent4>
      <a:accent5>
        <a:srgbClr val="E1EBF7"/>
      </a:accent5>
      <a:accent6>
        <a:srgbClr val="E3AF5A"/>
      </a:accent6>
      <a:hlink>
        <a:srgbClr val="B0AE6A"/>
      </a:hlink>
      <a:folHlink>
        <a:srgbClr val="C3E684"/>
      </a:folHlink>
    </a:clrScheme>
    <a:fontScheme name="Naturez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Natureza 1">
        <a:dk1>
          <a:srgbClr val="666699"/>
        </a:dk1>
        <a:lt1>
          <a:srgbClr val="FFFFCC"/>
        </a:lt1>
        <a:dk2>
          <a:srgbClr val="687FCA"/>
        </a:dk2>
        <a:lt2>
          <a:srgbClr val="192449"/>
        </a:lt2>
        <a:accent1>
          <a:srgbClr val="C9DDF1"/>
        </a:accent1>
        <a:accent2>
          <a:srgbClr val="FAC164"/>
        </a:accent2>
        <a:accent3>
          <a:srgbClr val="B9C0E1"/>
        </a:accent3>
        <a:accent4>
          <a:srgbClr val="DADAAE"/>
        </a:accent4>
        <a:accent5>
          <a:srgbClr val="E1EBF7"/>
        </a:accent5>
        <a:accent6>
          <a:srgbClr val="E3AF5A"/>
        </a:accent6>
        <a:hlink>
          <a:srgbClr val="B0AE6A"/>
        </a:hlink>
        <a:folHlink>
          <a:srgbClr val="C3E6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tureza 2">
        <a:dk1>
          <a:srgbClr val="5B5249"/>
        </a:dk1>
        <a:lt1>
          <a:srgbClr val="FFFFFF"/>
        </a:lt1>
        <a:dk2>
          <a:srgbClr val="2A3D7A"/>
        </a:dk2>
        <a:lt2>
          <a:srgbClr val="CEC8BA"/>
        </a:lt2>
        <a:accent1>
          <a:srgbClr val="C9DDF1"/>
        </a:accent1>
        <a:accent2>
          <a:srgbClr val="FAC164"/>
        </a:accent2>
        <a:accent3>
          <a:srgbClr val="FFFFFF"/>
        </a:accent3>
        <a:accent4>
          <a:srgbClr val="4C453D"/>
        </a:accent4>
        <a:accent5>
          <a:srgbClr val="E1EBF7"/>
        </a:accent5>
        <a:accent6>
          <a:srgbClr val="E3AF5A"/>
        </a:accent6>
        <a:hlink>
          <a:srgbClr val="B0AE6A"/>
        </a:hlink>
        <a:folHlink>
          <a:srgbClr val="C3E68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tureza 3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2A2A2A"/>
        </a:accent4>
        <a:accent5>
          <a:srgbClr val="EBEBEB"/>
        </a:accent5>
        <a:accent6>
          <a:srgbClr val="A1A1A1"/>
        </a:accent6>
        <a:hlink>
          <a:srgbClr val="80808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tureza 4">
        <a:dk1>
          <a:srgbClr val="8061A5"/>
        </a:dk1>
        <a:lt1>
          <a:srgbClr val="FFFFCC"/>
        </a:lt1>
        <a:dk2>
          <a:srgbClr val="967DB5"/>
        </a:dk2>
        <a:lt2>
          <a:srgbClr val="192449"/>
        </a:lt2>
        <a:accent1>
          <a:srgbClr val="D6C9F1"/>
        </a:accent1>
        <a:accent2>
          <a:srgbClr val="FAC164"/>
        </a:accent2>
        <a:accent3>
          <a:srgbClr val="C9BFD7"/>
        </a:accent3>
        <a:accent4>
          <a:srgbClr val="DADAAE"/>
        </a:accent4>
        <a:accent5>
          <a:srgbClr val="E8E1F7"/>
        </a:accent5>
        <a:accent6>
          <a:srgbClr val="E3AF5A"/>
        </a:accent6>
        <a:hlink>
          <a:srgbClr val="B0AE6A"/>
        </a:hlink>
        <a:folHlink>
          <a:srgbClr val="C3E6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tureza 5">
        <a:dk1>
          <a:srgbClr val="5B5249"/>
        </a:dk1>
        <a:lt1>
          <a:srgbClr val="FFFFFF"/>
        </a:lt1>
        <a:dk2>
          <a:srgbClr val="2A3D7A"/>
        </a:dk2>
        <a:lt2>
          <a:srgbClr val="CEC8BA"/>
        </a:lt2>
        <a:accent1>
          <a:srgbClr val="C9DDF1"/>
        </a:accent1>
        <a:accent2>
          <a:srgbClr val="FAC164"/>
        </a:accent2>
        <a:accent3>
          <a:srgbClr val="FFFFFF"/>
        </a:accent3>
        <a:accent4>
          <a:srgbClr val="4C453D"/>
        </a:accent4>
        <a:accent5>
          <a:srgbClr val="E1EBF7"/>
        </a:accent5>
        <a:accent6>
          <a:srgbClr val="E3AF5A"/>
        </a:accent6>
        <a:hlink>
          <a:srgbClr val="993333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apresentação\Natureza.pot</Template>
  <TotalTime>29</TotalTime>
  <Words>203</Words>
  <Application>Microsoft Office PowerPoint</Application>
  <PresentationFormat>Apresentação na tela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Times New Roman</vt:lpstr>
      <vt:lpstr>Wingdings</vt:lpstr>
      <vt:lpstr>Arial Narrow</vt:lpstr>
      <vt:lpstr>Natureza</vt:lpstr>
      <vt:lpstr> GRATA NOVA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GRATA NOVA</dc:title>
  <dc:creator>eu</dc:creator>
  <cp:lastModifiedBy>Emerson Souza</cp:lastModifiedBy>
  <cp:revision>4</cp:revision>
  <cp:lastPrinted>1601-01-01T00:00:00Z</cp:lastPrinted>
  <dcterms:created xsi:type="dcterms:W3CDTF">2005-05-06T19:50:14Z</dcterms:created>
  <dcterms:modified xsi:type="dcterms:W3CDTF">2026-05-02T21:38:31Z</dcterms:modified>
</cp:coreProperties>
</file>