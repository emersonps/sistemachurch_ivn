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513DD-56A7-8C3E-5670-FFCEC637F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1A744D-9118-D0A9-B2A9-0E4F02F7C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6DD40B-E666-A2BB-C6FA-F92EB4B2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56227B-C8FA-71B5-FA99-67A02612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39C45F-AEC1-4E10-148C-F30E75B5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D1C0F9-F639-4319-96A6-B1E07D7AB0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890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C100A-3EE9-EADA-E67F-E842EC6A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4E9891-B195-F3AB-1882-B429FC53F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C71B62-C72C-5A9A-571A-817A58FA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1AF985-83BE-8499-FAED-0F762E2A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4D9288-ADD3-6018-377D-2A09BAB5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84D9B6-318D-4B7D-8045-A361E38FB1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35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F0412-16C5-8639-A624-B8C330BF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C8D854-EEBE-2BDA-A8C6-001F660DE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539690-CB10-F965-4E48-ADDD484A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192D7A-EB90-5133-0762-485A00D8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4701F7-DB70-8AC6-D097-90D422F9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D007B-CB83-4D83-9D89-9BDA60F82B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992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409B0-1465-59B5-DFCA-B8A25AD8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25E331-19CD-CDE6-B538-BAC12B1EB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7D3F04-47C1-5E08-CD12-EF4796CB1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AE4392-2544-45DB-8539-D48CF21A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A7211B-E2D1-1662-AA71-85779198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C4670A-3604-258E-BE33-FC9BB65C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F9B64-30B2-4C78-9012-892E04DCF6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3878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5252F-5257-2CAC-D553-3F4270A5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DAFB37-DBD7-DBFB-D8E9-FD0A066DA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6F4468-257A-CD2D-7695-59A09224C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FE98AF-93FC-FC33-DB17-300361387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6F2466-0D5B-26F8-3B77-C72F3B149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32EE6DF-478B-88BD-E091-6C99B61B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EF94857-ABCA-999C-7DE5-456C7884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8A95087-6FE8-0DBE-04BF-AB815B34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107D3-2D42-4014-8AD4-0F764852F8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0442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E9719-68F6-9658-26B6-FC29A24A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3CBB59-1254-BE7F-37BC-B3B88CBF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A1ADE07-925F-673E-7FC7-5DC30BF01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E945E5-CB18-65B5-6A83-2B949CE2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1398D0-D770-436C-8F8B-BFB222B7B7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036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AEC446-6E81-3DE6-00F5-113052BE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FC19E29-CB94-1EBE-4136-0DF24F546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C74B67-3F10-A048-D0AC-2BD71584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12CBF5-D98D-471A-A220-3264292B9B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9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BB9A8-26FA-7B7F-78DE-A529F980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6062F1-0EC9-E0BB-8281-CC21F8B66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49510B-E828-8A42-8987-DCB4D6F2B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74ECA3-0066-91AC-D9A9-12CD9E8A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535643-A55F-F11B-39A5-473FCA07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E208F8-03CE-B681-CD3D-3E2D7D67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1F156F-D6DF-423F-AAEA-A32F8F177F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2444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DC997-DA97-A1FC-FAD0-9459E9B6B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58B9F4-806E-A1E1-EDAA-BC124DD18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88E56E-D778-FD6A-3251-FC3BCA928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9358D6-EE51-27F6-EB87-856E27F2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F8E6CB-DDE6-64EF-ED69-1E244D56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121F2E-C5AF-1E51-9593-0AC9460B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95276-1ABB-4C52-9A4F-AF5445CF1C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190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B61D2-7FBE-DBE2-DF16-7DA67E020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014E55-DF4B-4167-9260-D3C2915BD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7D0239-47C9-ADD1-9EE1-1CC95B25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346639-9AB5-C6B8-6610-D874FB6B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7925B9-5D76-4CA9-8B30-C4F06E8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3EC86-8611-486D-A38E-136F31698E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465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18CE5F-1A95-1E60-69FE-1925EC2CE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78B431-243A-6BB9-C54A-9CC5B6AB7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211FBD-22B7-75E7-5E50-D673F931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CA34A9-A612-7AEF-F07C-8FD8CD7DF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903872-3E62-C748-6BEB-39C7FDF0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1F54B-E928-47C6-8DE4-709EE8A848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513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EB7FEFC-DB5D-08D5-8DD5-1A40526824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064A31-EABE-ACFC-58D3-2D0EE48B8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A1FE6E-E43C-ED36-DDDD-91D00753B9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056F815-E626-32E9-785C-FED795EEF9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F38199-1360-29EF-A6F4-CBE21870BA3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C5D8F68-17EF-4973-9C05-F89F3DE6CB0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331BEA0-D87C-0A34-6B7C-FF67D3F77A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294 - Eu Vou Com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C78ADFB-ABA9-23C3-D15A-4B1560F4D1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C623B70-2BFD-666C-AA0E-2927119BD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Mui triste em pecado, vagava sem luz,</a:t>
            </a:r>
            <a:br>
              <a:rPr lang="en-US" altLang="pt-BR" sz="4000" i="1"/>
            </a:br>
            <a:r>
              <a:rPr lang="en-US" altLang="pt-BR" sz="4000" i="1"/>
              <a:t>Mas já vivo alegre, pois a Cristo achei,</a:t>
            </a:r>
            <a:br>
              <a:rPr lang="en-US" altLang="pt-BR" sz="4000" i="1"/>
            </a:br>
            <a:r>
              <a:rPr lang="en-US" altLang="pt-BR" sz="4000" i="1"/>
              <a:t>Em todos os dias, eu canto a Jesus,</a:t>
            </a:r>
            <a:br>
              <a:rPr lang="en-US" altLang="pt-BR" sz="4000" i="1"/>
            </a:br>
            <a:r>
              <a:rPr lang="en-US" altLang="pt-BR" sz="4000" i="1"/>
              <a:t>Eu sigo com Cristo, meu Mestre, </a:t>
            </a:r>
            <a:br>
              <a:rPr lang="en-US" altLang="pt-BR" sz="4000" i="1"/>
            </a:br>
            <a:r>
              <a:rPr lang="en-US" altLang="pt-BR" sz="4000" i="1"/>
              <a:t>Meu Rei.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FD026517-9B59-A6A9-42AF-7B4DD38A3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Eu vou com Jesus; Aleluia!</a:t>
            </a:r>
            <a:br>
              <a:rPr lang="en-US" altLang="pt-BR" sz="4000" b="1" i="1"/>
            </a:br>
            <a:r>
              <a:rPr lang="en-US" altLang="pt-BR" sz="4000" b="1" i="1"/>
              <a:t>Eu sigo com Cristo, o Rei;</a:t>
            </a:r>
            <a:br>
              <a:rPr lang="en-US" altLang="pt-BR" sz="4000" b="1" i="1"/>
            </a:br>
            <a:r>
              <a:rPr lang="en-US" altLang="pt-BR" sz="4000" b="1" i="1"/>
              <a:t>Não vago Jamais, eu quero seguir</a:t>
            </a:r>
            <a:br>
              <a:rPr lang="en-US" altLang="pt-BR" sz="4000" b="1" i="1"/>
            </a:br>
            <a:r>
              <a:rPr lang="en-US" altLang="pt-BR" sz="4000" b="1" i="1"/>
              <a:t>A Cristo Jesus, o meu Rei.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08928A7-1D3A-0122-C60E-0F177B2D9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Por anos e anos, sem Cristo, a sós, </a:t>
            </a:r>
            <a:br>
              <a:rPr lang="en-US" altLang="pt-BR" sz="4000" i="1"/>
            </a:br>
            <a:r>
              <a:rPr lang="en-US" altLang="pt-BR" sz="4000" i="1"/>
              <a:t>Eu nunca, no mundo feliz me achei; Mas já com as aves elevo a voz, </a:t>
            </a:r>
            <a:br>
              <a:rPr lang="en-US" altLang="pt-BR" sz="4000" i="1"/>
            </a:br>
            <a:r>
              <a:rPr lang="en-US" altLang="pt-BR" sz="4000" i="1"/>
              <a:t>E canto feliz, pois eu vou como Rei.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EDF8D5A-B770-2399-0997-CAA1E1CBC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Eu vou com Jesus; Aleluia!</a:t>
            </a:r>
            <a:br>
              <a:rPr lang="en-US" altLang="pt-BR" sz="4000" b="1" i="1"/>
            </a:br>
            <a:r>
              <a:rPr lang="en-US" altLang="pt-BR" sz="4000" b="1" i="1"/>
              <a:t>Eu sigo com Cristo, o Rei;</a:t>
            </a:r>
            <a:br>
              <a:rPr lang="en-US" altLang="pt-BR" sz="4000" b="1" i="1"/>
            </a:br>
            <a:r>
              <a:rPr lang="en-US" altLang="pt-BR" sz="4000" b="1" i="1"/>
              <a:t>Não vago Jamais, eu quero seguir</a:t>
            </a:r>
            <a:br>
              <a:rPr lang="en-US" altLang="pt-BR" sz="4000" b="1" i="1"/>
            </a:br>
            <a:r>
              <a:rPr lang="en-US" altLang="pt-BR" sz="4000" b="1" i="1"/>
              <a:t>A Cristo Jesus, o meu Rei.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9EE76E3-2E5C-DF4C-4954-77B457959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Ó alma que vivas no vala sem luz, </a:t>
            </a:r>
            <a:br>
              <a:rPr lang="en-US" altLang="pt-BR" sz="4000" i="1"/>
            </a:br>
            <a:r>
              <a:rPr lang="en-US" altLang="pt-BR" sz="4000" i="1"/>
              <a:t>Se olhas pra cima, verás um farol; </a:t>
            </a:r>
            <a:br>
              <a:rPr lang="en-US" altLang="pt-BR" sz="4000" i="1"/>
            </a:br>
            <a:r>
              <a:rPr lang="en-US" altLang="pt-BR" sz="4000" i="1"/>
              <a:t>Ó sobe depressa, vem já pra Jesus; </a:t>
            </a:r>
            <a:br>
              <a:rPr lang="en-US" altLang="pt-BR" sz="4000" i="1"/>
            </a:br>
            <a:r>
              <a:rPr lang="en-US" altLang="pt-BR" sz="4000" i="1"/>
              <a:t>De Cristo, a luz brilha mais que o sol.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B8039B9-5785-5574-E920-A680E2965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b="1" i="1"/>
              <a:t>Eu vou com Jesus; Aleluia!</a:t>
            </a:r>
            <a:br>
              <a:rPr lang="en-US" altLang="pt-BR" sz="4000" b="1" i="1"/>
            </a:br>
            <a:r>
              <a:rPr lang="en-US" altLang="pt-BR" sz="4000" b="1" i="1"/>
              <a:t>Eu sigo com Cristo, o Rei;</a:t>
            </a:r>
            <a:br>
              <a:rPr lang="en-US" altLang="pt-BR" sz="4000" b="1" i="1"/>
            </a:br>
            <a:r>
              <a:rPr lang="en-US" altLang="pt-BR" sz="4000" b="1" i="1"/>
              <a:t>Não vago Jamais, eu quero seguir</a:t>
            </a:r>
            <a:br>
              <a:rPr lang="en-US" altLang="pt-BR" sz="4000" b="1" i="1"/>
            </a:br>
            <a:r>
              <a:rPr lang="en-US" altLang="pt-BR" sz="4000" b="1" i="1"/>
              <a:t>A Cristo Jesus, o meu Rei.</a:t>
            </a:r>
            <a:r>
              <a:rPr lang="en-US" altLang="pt-BR" sz="4000" i="1"/>
              <a:t>  </a:t>
            </a: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294 - Eu Vou Com Jesus </vt:lpstr>
      <vt:lpstr>Mui triste em pecado, vagava sem luz, Mas já vivo alegre, pois a Cristo achei, Em todos os dias, eu canto a Jesus, Eu sigo com Cristo, meu Mestre,  Meu Rei.  </vt:lpstr>
      <vt:lpstr>Eu vou com Jesus; Aleluia! Eu sigo com Cristo, o Rei; Não vago Jamais, eu quero seguir A Cristo Jesus, o meu Rei.  </vt:lpstr>
      <vt:lpstr>Por anos e anos, sem Cristo, a sós,  Eu nunca, no mundo feliz me achei; Mas já com as aves elevo a voz,  E canto feliz, pois eu vou como Rei.  </vt:lpstr>
      <vt:lpstr>Eu vou com Jesus; Aleluia! Eu sigo com Cristo, o Rei; Não vago Jamais, eu quero seguir A Cristo Jesus, o meu Rei.  </vt:lpstr>
      <vt:lpstr>Ó alma que vivas no vala sem luz,  Se olhas pra cima, verás um farol;  Ó sobe depressa, vem já pra Jesus;  De Cristo, a luz brilha mais que o sol.</vt:lpstr>
      <vt:lpstr>Eu vou com Jesus; Aleluia! Eu sigo com Cristo, o Rei; Não vago Jamais, eu quero seguir A Cristo Jesus, o meu Rei.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294 - Eu Vou Com Jesus </dc:title>
  <dc:creator>Junior</dc:creator>
  <cp:lastModifiedBy>Emerson Souza</cp:lastModifiedBy>
  <cp:revision>1</cp:revision>
  <dcterms:created xsi:type="dcterms:W3CDTF">2005-12-26T22:24:54Z</dcterms:created>
  <dcterms:modified xsi:type="dcterms:W3CDTF">2026-05-02T22:01:26Z</dcterms:modified>
</cp:coreProperties>
</file>