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773B5-FF0A-21AB-D965-ACADFAA17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C34F74-DB97-DABD-FE69-066779C15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23C97A-4363-53F6-1747-72EC97E0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3AB757-F8A4-5C44-95E1-E76013E8B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F7E35B-BDFA-104E-227F-7D0A0D82A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2F8CD-FAA6-469D-BF10-180B07E3C3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2114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51348-01C7-8EF3-7804-27D8859C0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556004-BDEC-4C90-B3A0-20091F389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821CF1-CA94-697C-3694-EE15D2389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8939D4-F667-78F9-23C3-E90BBAB0D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66BC9A-6DA3-CA75-ACEF-EDB584AF8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EE362A-6A59-41AE-A643-11DC2E124B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3983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62053C-4385-F489-871E-A7831277E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BBAA32-0922-94AE-ECA3-1B64ED904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B4EB27-79FF-916C-63EC-0C5C60CF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71554F-9BB6-3793-787E-958EC632F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3BC4ED-4480-624A-697D-F94A6DD85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2ACCC8-8286-4056-BADE-3C63641C0F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813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0E803-8A93-85DA-8379-89CC8A25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342AB1-6A9A-C041-CBF6-811963CA7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E411781-2591-75CB-E7D1-908DFC4C9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AA7E9B-0EC0-77F0-F026-8BBCED4FA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21648E-430F-C6B6-EB85-861B4483B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978F5F-B2A2-99FC-5125-4913C89C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E0548F-B148-467A-A0B3-0063F9435E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700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63650-0AF9-4F2B-8EC7-76EBE6DB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EF1D9D-6B1F-B5F4-C099-81BAAEC7F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C56F35-031C-A8C4-93A7-4B07EEDCD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9B313B4-A823-4920-A016-E3A33A307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EA1A95-13CA-8FD7-7D9C-B408BF19A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83C67C8-C548-D812-8CDF-99D398F24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71E0D90-64D7-52FE-FFE2-B18E33964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B1F5D6-049D-FE6D-A949-E9FE954CE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1D38B9-6E05-4090-9F61-A83FCA54E7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288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33658-614B-61BD-F88D-6BE723CA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7FC97E0-CE9E-FC9B-6288-B02E0D632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40B7D67-BBAF-E10A-AF19-CB83D5E0F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1052FF9-804A-BE1F-9581-BF54F354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3A398F-9083-451B-9D5B-478FA1A6FD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752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05EA50-8C4E-D52A-A007-3487BC7E6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7DADFD8-B9FA-47CD-DA07-3D56EB3A8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6B2CA1-E0BD-54DA-BA11-7A5F2D37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B38142-6D67-449E-97FD-93BCA6E21F7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00631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D8DE7-2DF4-F386-ACB9-4712ED55E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9C9C63-C83D-7E95-CC64-CD8E972DE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5D9C65-56E5-9C30-8CC6-30208ECBA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3AFF52-A67C-0244-BC72-0783315ED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F26542-E380-D3D9-FBC9-8FF2556B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31FDB4-6245-9F1B-4136-6CAE6B3BE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CA6AC4-8302-49D7-B20D-8207F96C40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640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8C236-D5F0-274B-E039-31BF4499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99BF612-7EF6-0D3C-0312-DD6E0882E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7EDAB9-E824-DA9A-3AC1-BFF581DEA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7F4BAF-375E-FC3A-B4BB-1DF051D6D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AA3042-EB11-D337-94CE-31BFBC6F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C90B1C-413D-445C-8A2E-75B370410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B685FB-52D4-4F4B-A710-FDB90D09AB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3427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65DD8-1279-3E9F-87CE-99BACD422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85FB65-2553-18A2-E61D-D8730E5C4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4A6F4C-5D39-DC40-DEC1-04E11656C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E71D5A-A3A4-CDB1-1C30-8F03D32B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033C89-F5D3-82FB-B1B4-779C6EAB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532624-E64F-4CFA-AD6F-22815EC66F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91422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3BB69C-7136-ADD8-AE4C-004E1FA39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622623-9A85-6A14-BDFC-1D428A97F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7CBC85-4679-7094-05D6-0D22C9FA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C99A5A-5948-D175-578F-51D5DD619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529204-229F-7B0E-5236-0CD511BF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6A2C06-888B-425D-9CA5-5398C2AFBC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1477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3C2DE7D-B89D-7001-100E-9EF4383C3C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2DB1A34-6A2A-1BF3-337F-8EE59E2FC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446FA65-17E0-B32B-AADE-AC4AE01C7D0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42BD386-2B94-1F8C-AC20-1CE8DAAD206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B7A8409-9449-26CD-8E10-3DB5E5ACA7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C406980-2B40-4034-98B1-1C01D9DA1B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90DF2EA-227D-DC8D-1A85-14E5FFC0C80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263</a:t>
            </a:r>
            <a:br>
              <a:rPr lang="en-US" altLang="pt-BR" sz="4000" b="1"/>
            </a:br>
            <a:r>
              <a:rPr lang="en-US" altLang="pt-BR" sz="4000" b="1"/>
              <a:t>AO FIM DO CULTO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5BE7E8C-5FFB-1D25-75B1-CD69E4E48F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64E78A3-17F8-5BA1-1E96-1F88B95C39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O culto tendo já terminado, </a:t>
            </a:r>
            <a:br>
              <a:rPr lang="en-US" altLang="pt-BR" sz="4000" i="1"/>
            </a:br>
            <a:r>
              <a:rPr lang="en-US" altLang="pt-BR" sz="4000" i="1"/>
              <a:t>Te suplicamos, ó Salvador, </a:t>
            </a:r>
            <a:br>
              <a:rPr lang="en-US" altLang="pt-BR" sz="4000" i="1"/>
            </a:br>
            <a:r>
              <a:rPr lang="en-US" altLang="pt-BR" sz="4000" i="1"/>
              <a:t>Se em qualquer coisa foi perturbado, Que nos perdoes, por Teu amor.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7F3771E-140A-1362-87BA-DAA5DD61E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Gravar Tu queiras a sã doutrina, </a:t>
            </a:r>
            <a:br>
              <a:rPr lang="en-US" altLang="pt-BR" sz="4000" i="1"/>
            </a:br>
            <a:r>
              <a:rPr lang="en-US" altLang="pt-BR" sz="4000" i="1"/>
              <a:t>Por Teu Espírito Consolador, </a:t>
            </a:r>
            <a:br>
              <a:rPr lang="en-US" altLang="pt-BR" sz="4000" i="1"/>
            </a:br>
            <a:r>
              <a:rPr lang="en-US" altLang="pt-BR" sz="4000" i="1"/>
              <a:t>Que nos sustenta, que nos ensina, </a:t>
            </a:r>
            <a:br>
              <a:rPr lang="en-US" altLang="pt-BR" sz="4000" i="1"/>
            </a:br>
            <a:r>
              <a:rPr lang="en-US" altLang="pt-BR" sz="4000" i="1"/>
              <a:t>E que nos enche do Teu amor.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CCC971A-8EA5-8A90-4513-C89286E894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Se nós aqui não mais regressarmos, Certeza temos de ver na luz </a:t>
            </a:r>
            <a:br>
              <a:rPr lang="en-US" altLang="pt-BR" sz="4000" i="1"/>
            </a:br>
            <a:r>
              <a:rPr lang="en-US" altLang="pt-BR" sz="4000" i="1"/>
              <a:t>Os santos juntos e contemplarmos </a:t>
            </a:r>
            <a:br>
              <a:rPr lang="en-US" altLang="pt-BR" sz="4000" i="1"/>
            </a:br>
            <a:r>
              <a:rPr lang="en-US" altLang="pt-BR" sz="4000" i="1"/>
              <a:t>No céu, um dia, o bom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263 AO FIM DO CULTO </vt:lpstr>
      <vt:lpstr>O culto tendo já terminado,  Te suplicamos, ó Salvador,  Se em qualquer coisa foi perturbado, Que nos perdoes, por Teu amor.  </vt:lpstr>
      <vt:lpstr>Gravar Tu queiras a sã doutrina,  Por Teu Espírito Consolador,  Que nos sustenta, que nos ensina,  E que nos enche do Teu amor.  </vt:lpstr>
      <vt:lpstr>Se nós aqui não mais regressarmos, Certeza temos de ver na luz  Os santos juntos e contemplarmos  No céu, um dia, o bom Jesus!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263 AO FIM DO CULTO </dc:title>
  <dc:creator>Junior</dc:creator>
  <cp:lastModifiedBy>Emerson Souza</cp:lastModifiedBy>
  <cp:revision>1</cp:revision>
  <dcterms:created xsi:type="dcterms:W3CDTF">2005-12-24T00:11:23Z</dcterms:created>
  <dcterms:modified xsi:type="dcterms:W3CDTF">2026-05-02T21:58:49Z</dcterms:modified>
</cp:coreProperties>
</file>