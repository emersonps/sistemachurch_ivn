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DE2A7-16C4-74B8-6C29-54CA143FB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9C4570-1562-E467-D936-660DA380F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5240B9-92B0-9558-1615-6A17F952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3BFAD5-27AE-9355-B082-2D5904AB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0349A6-AB93-59C7-D5A3-166C293F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26BF1-A6FB-40D6-8152-74C7730116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737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01F1E-3AF6-026A-71BF-C0DD7ACA9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09986F-F638-6F75-507A-333285CB7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F4537-3205-6100-C3E3-65CBA7D2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FDBEA0-A1AE-FC25-E69C-AE4686B8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78E809-E28A-E1DA-FE88-77631D9F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A5099F-03E7-4DA4-B61E-7EE8FB12DD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5977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63BB-DD91-D056-0502-AC5FE21C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1307A9-DF6C-EC1D-2026-B0509E09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60B670-C0B2-831F-1965-64D956D9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A8E06-E2FA-5CD8-145F-433A1AFB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97B288-A57F-828A-B9F5-9285054D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B03D05-E6FD-431E-9BFD-211528712F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870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0F473-14AD-AFF6-4842-8654BB3D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673D05-A474-2463-4CE9-7453AFD9C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0528BF-13C4-4D84-BA71-53FC2C8ED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97C24A-B3D8-C572-D40E-F1F2085E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D6D2F4-14EC-B37C-61CD-2A2052EA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B7A818-175B-9DE4-8383-015F1A63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DE7519-B781-49CD-98A3-3CE997C700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81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0D367-7533-6ABB-2577-D94D4C7B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4D26F7-45E6-D858-EC9B-500451681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C72DC8-7662-B011-E602-2D400B7F1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4472FF-C84E-A339-A25E-70B827413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62F5AF7-2E38-286E-19D3-1529A2D3D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6EE647E-27DA-F298-5D54-104088EC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7710F4-03C6-2068-D0F9-63B7D74B1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24905D-7956-6E2C-047F-E268153B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AED7C0-8BE9-41D2-9B91-EF9EAA838B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422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7140F-5D24-5CC0-E4D9-14C595C6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6C8C459-578E-B9B7-E0E6-27CBCB8B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69F436-FDB6-CE92-C864-A75D56BC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B3C37E-D21E-3A38-AE2C-9A98C636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CFE4BA-DDD6-497F-BA40-E989B14CCB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797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6EBEA2-7659-47ED-E00E-2E1FC63F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EC2608-62C2-C706-9559-DC88C60E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94AD95-CCC9-5A68-CB66-07D3B452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168DA3-A71F-450D-8709-B408C48312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079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CB8CB-6861-EAE2-65E4-02678624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A9B8A4-F39B-ABEC-8EBF-370630B30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18C8EC-DF38-FE58-163C-35ABF67DC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C829BC-AA70-CEFA-AEF3-2B4E0ACE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6C14AD-88A9-59A4-E3BB-8947ED94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D9A1A6-00D4-DE44-5330-2549DB973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6B9A0-43F3-4889-92A7-9A3BB09D93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862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DF6BA-AC6D-7E26-C408-F5B57E96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BAEC460-D7D5-787E-D953-80B2ABC2D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464317-BB18-6D08-BBB2-0F04D3018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19FA85-EB7C-29D5-FE7A-089597A4C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A24938-8B6E-BD01-1EC5-752FFEA3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A40540-4863-94E5-A00C-E5D5B2C6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6B1F4-9364-4167-871B-3D7D0BD03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056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96377-8666-8979-B7E6-47B7F359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BFBD41-440A-52C8-4ADB-05F0163D0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6646C5-D6B9-D62D-F478-9B6B6289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EED166-BA7B-3E29-855D-9BDC0FA9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FCB048-8532-28BF-B251-960BF0A0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A557D-DFB1-4862-86E5-6B626C8EB9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822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2EE6CF-B80D-39C4-D8E1-059EC0C01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8C4985-FF3C-9325-9602-66783B5B7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F80927-C219-01CF-98DE-56E3FD0B8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D04F01-67D3-4B6F-4E39-0EABA4B8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A6E6B3-DE73-ABDF-9AEB-6087C2F7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3FED79-875B-450A-A8C6-5EA7EF430D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980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ADCF50-57CB-77F1-269B-61A432CFC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5939C77-D460-8BB7-B319-B1B6B32A1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2EFDB69-C06F-CE22-05A0-0C58B623D8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35A074-FEC1-C6AB-AE50-C721BED404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60F653-5658-130A-34C6-4D40ACBBCE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56C975C-0858-443C-9AA6-435A8CDB776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EB99559-B3E3-2655-D79A-A07949202A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528 - Eu Te Amo, ó Deus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6EE825A-786E-81C1-8415-05BFC080FF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0658E79-F4D9-D302-8D89-E6CE40C33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te amo, ó Deus, não só porque</a:t>
            </a:r>
            <a:br>
              <a:rPr lang="en-US" altLang="pt-BR" sz="4000" i="1"/>
            </a:br>
            <a:r>
              <a:rPr lang="en-US" altLang="pt-BR" sz="4000" i="1"/>
              <a:t>Almejo o Céu fruir,</a:t>
            </a:r>
            <a:br>
              <a:rPr lang="en-US" altLang="pt-BR" sz="4000" i="1"/>
            </a:br>
            <a:r>
              <a:rPr lang="en-US" altLang="pt-BR" sz="4000" i="1"/>
              <a:t>Nem só porque eu temo aqui</a:t>
            </a:r>
            <a:br>
              <a:rPr lang="en-US" altLang="pt-BR" sz="4000" i="1"/>
            </a:br>
            <a:r>
              <a:rPr lang="en-US" altLang="pt-BR" sz="4000" i="1"/>
              <a:t>Na morte sucumbir.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877A523-5EBA-6BC7-5731-D821DDBA7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Eu te amo, ó Deus, porque na cruz</a:t>
            </a:r>
            <a:br>
              <a:rPr lang="en-US" altLang="pt-BR" sz="4000" i="1"/>
            </a:br>
            <a:r>
              <a:rPr lang="en-US" altLang="pt-BR" sz="4000" i="1"/>
              <a:t>Provaste o teu amor:</a:t>
            </a:r>
            <a:br>
              <a:rPr lang="en-US" altLang="pt-BR" sz="4000" i="1"/>
            </a:br>
            <a:r>
              <a:rPr lang="en-US" altLang="pt-BR" sz="4000" i="1"/>
              <a:t>Jesus desceu e em meu lugar</a:t>
            </a:r>
            <a:br>
              <a:rPr lang="en-US" altLang="pt-BR" sz="4000" i="1"/>
            </a:br>
            <a:r>
              <a:rPr lang="en-US" altLang="pt-BR" sz="4000" i="1"/>
              <a:t>Morreu, sofrendo a dor.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91ACE23-BB0E-0702-7745-CA597FC63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Por isso, ó Deus, o meu amor</a:t>
            </a:r>
            <a:br>
              <a:rPr lang="en-US" altLang="pt-BR" sz="4000" i="1"/>
            </a:br>
            <a:r>
              <a:rPr lang="en-US" altLang="pt-BR" sz="4000" i="1"/>
              <a:t>Eterno há de ser.</a:t>
            </a:r>
            <a:br>
              <a:rPr lang="en-US" altLang="pt-BR" sz="4000" i="1"/>
            </a:br>
            <a:r>
              <a:rPr lang="en-US" altLang="pt-BR" sz="4000" i="1"/>
              <a:t>Cantar no Céu o teu louvor</a:t>
            </a:r>
            <a:br>
              <a:rPr lang="en-US" altLang="pt-BR" sz="4000" i="1"/>
            </a:br>
            <a:r>
              <a:rPr lang="en-US" altLang="pt-BR" sz="4000" i="1"/>
              <a:t>Será o meu prazer.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528 - Eu Te Amo, ó Deus </vt:lpstr>
      <vt:lpstr>Eu te amo, ó Deus, não só porque Almejo o Céu fruir, Nem só porque eu temo aqui Na morte sucumbir.  </vt:lpstr>
      <vt:lpstr>Eu te amo, ó Deus, porque na cruz Provaste o teu amor: Jesus desceu e em meu lugar Morreu, sofrendo a dor.  </vt:lpstr>
      <vt:lpstr>Por isso, ó Deus, o meu amor Eterno há de ser. Cantar no Céu o teu louvor Será o meu prazer.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528 - Eu Te Amo, ó Deus </dc:title>
  <dc:creator>Junior</dc:creator>
  <cp:lastModifiedBy>Emerson Souza</cp:lastModifiedBy>
  <cp:revision>1</cp:revision>
  <dcterms:created xsi:type="dcterms:W3CDTF">2005-12-26T23:05:05Z</dcterms:created>
  <dcterms:modified xsi:type="dcterms:W3CDTF">2026-05-02T22:21:20Z</dcterms:modified>
</cp:coreProperties>
</file>