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C29C5-170C-7E4A-107B-6EEF972AD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71192E-69D9-812B-BB48-E3646E1E0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4B697E-6F6D-5046-CE4C-0BF46FA9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242BEB-6254-9523-EB38-751BDEBFE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E521B-1461-E81D-0050-7B6B918D9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FCD6C7-1A0B-4AA6-9AB3-791ECFBA07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179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5E1A1-71EB-CFAB-50B7-245D073B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63D9AC-7E5C-D785-804C-B13CD61C2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FFD7D7-C228-4DAC-F8E8-7947CC8A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0E0AD2-9246-7731-7D62-94DFFD82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48411C-05F0-72D3-A723-B930E5D8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59A702-D37C-479C-B8E9-C4E95044A4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286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B245F-4C94-0C3C-B128-52159BAD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03F63D-F028-117C-9C31-8E2453D4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9A5550-5EC3-B2C7-6FEC-F990E9DC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875162-8DF1-FF86-2DB2-40952941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4E60A3-E00A-9E5A-087B-CFC2288C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95D13-17FE-47A9-BEDB-1E73D65720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400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69569-E720-B105-0A3F-BC8F319B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B814FB-0EB2-6EF4-FF7A-6C618969E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33AB68-BAE5-F4BD-EB4C-255E2675E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EC76A7-0B19-EA55-E72F-47259409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CDAE31-51E1-F3ED-94F6-1CCA81C54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6A6A67-5738-454D-90AC-C371AC6F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9C9D91-05BD-4478-993A-37DBCFB996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924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C6E9F-5465-FDEF-B189-0D6C16D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42DA4D-CCE4-2CE8-AE47-C2C01261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75E27F-0194-1215-53D1-C40CBC4BA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DC729F-BE2D-9BBB-9527-2BC2ADDBC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78D726-796A-50A4-11DC-1D4248A15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CC44E3F-5424-245E-4A5C-33174C2C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238FF4-8386-DD4E-336D-3E328C9F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82E859-576D-D6AC-387F-29AEE7A7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53299E-C28A-4B98-8AA7-E99B555AC1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716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23885-8464-0F8E-E615-317B032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C1AFBDF-D1C2-C521-361B-A0A681A6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72943B8-1AFA-B3A1-4C84-EC785C4D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B20F87-C674-0AE4-EEAE-A0EE3E2C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69172D-AABA-4783-B525-092D1D4C28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705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E1638A-DBB7-7C6A-42D0-750F398A7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F1FCBD-3F90-8D19-FAA6-2AD3634E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1F02EE-EE8D-0E8F-3F2B-E0207A66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91CDB8-0361-4424-8C71-3179169C0C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4244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881CA-54EC-74D3-5BFD-DC477C3EE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20643B-8F7D-1731-0248-C5FB8C847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228E45-DDBC-FAE9-F055-79CFE40BD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BC48D7-0848-1866-39A3-3BCA7EAF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6BF97E-68E7-E4BC-732E-A3CCF50EC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2865F4-6836-C2EA-580B-C31F7277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2E6F4-F60A-414C-8592-6AAF5B5297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880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C766F-E8D6-B63D-6C60-A21FB97B8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AB8B48-9923-C22D-753A-FF54398AB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8DE3DA-5765-5851-ABA2-94D582E4A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261E2F-A86A-185F-EC42-D4A94209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7E0CCA-5630-3D05-6085-2DC19A8F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05BD8-8CB8-0601-3C35-8510A3FC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52272-043E-4679-808A-E1B7B07282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012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1C2BC-8D10-A35C-3EE1-52EFD0464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220F3F-C7F1-07FB-7DD5-71459FD9C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E604CC-D4DB-91D3-1205-21B9D478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4EE842-43C0-01C6-8421-9483E9B2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F1BFFC-9592-1092-5774-4C8F23A8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66F5B9-FF48-4E35-A419-A675701E25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584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3156BD-E9D5-9B16-E73E-51D26F699B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E02398-1CF5-F9E8-3918-AD899D4FF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1D5FB6-A45E-C96E-95D7-96ED5BFD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62B606-7398-DDD8-57AF-9FC5C451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C8A6D8-AC1D-F863-5C0A-A949CAD5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E193D0-53AA-4043-BD03-E05859B5A5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207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63EC20-34F8-6B81-BF7E-142484CF7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ADD2C41-EF4E-D743-AB54-AE31FFB41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21CEFF-F053-7507-2F8A-8D7D16EB48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8432DB-30EE-984D-D057-A011166C17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EC010AA-60A1-22DA-4B6D-BEB6E3BEE0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041D523-91D9-44DA-A450-F6D1A4B940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8CB0AE0-9E34-04A0-AD19-F40894E4740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400" b="1" i="1"/>
              <a:t>573 - A Graça de Nosso Senhor</a:t>
            </a:r>
            <a:endParaRPr lang="en-US" altLang="pt-BR" sz="44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1F05E86-D7B8-325D-6FBB-D5741BEFF0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C729654-0449-DF80-E070-77333517B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i="1"/>
              <a:t>A graça de nosso Senhor, </a:t>
            </a:r>
            <a:br>
              <a:rPr lang="en-US" altLang="pt-BR" i="1"/>
            </a:br>
            <a:r>
              <a:rPr lang="en-US" altLang="pt-BR" i="1"/>
              <a:t>E o amor de Deus,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E a comunhão do Espírito Santo,</a:t>
            </a:r>
            <a:r>
              <a:rPr lang="en-US" altLang="pt-BR"/>
              <a:t> </a:t>
            </a:r>
            <a:r>
              <a:rPr lang="en-US" altLang="pt-BR" i="1"/>
              <a:t>Sejam conosco. </a:t>
            </a:r>
            <a:br>
              <a:rPr lang="en-US" altLang="pt-BR" i="1"/>
            </a:br>
            <a:r>
              <a:rPr lang="en-US" altLang="pt-BR" i="1"/>
              <a:t>Amém,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573 - A Graça de Nosso Senhor</vt:lpstr>
      <vt:lpstr>A graça de nosso Senhor,  E o amor de Deus,  E a comunhão do Espírito Santo, Sejam conosco.  Amém,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573 - A Graça de Nosso Senhor</dc:title>
  <dc:creator>Junior</dc:creator>
  <cp:lastModifiedBy>Emerson Souza</cp:lastModifiedBy>
  <cp:revision>1</cp:revision>
  <dcterms:created xsi:type="dcterms:W3CDTF">2005-12-27T01:38:29Z</dcterms:created>
  <dcterms:modified xsi:type="dcterms:W3CDTF">2026-05-02T22:25:13Z</dcterms:modified>
</cp:coreProperties>
</file>