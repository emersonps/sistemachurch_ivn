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6" d="100"/>
          <a:sy n="66" d="100"/>
        </p:scale>
        <p:origin x="-54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216E6-1553-3ECF-BC8E-408589553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C92E06C-E2A6-B6A1-F771-8AAC7457D6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CD6A560-87D6-68DB-A3E5-5F77BE97B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DA57F0A-948F-01DB-E0EC-F444714D8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5D06A48-7968-9EB2-66F3-06AF10A33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894CF4-09AA-41DA-B4DD-A4AAC42FE9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78745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072ACD-4F4D-ECC5-6810-3762B95534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2954169-947E-6584-6C25-7192451CA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911025-9BA6-4837-5F1A-F5A8600432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13345D3-CCC0-CA9B-8DDC-9FEBB4177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D2ADE4-4DAE-80AE-5977-ABEE98B988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655007-1CB1-4B18-9A0F-00E0FFCE9AE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64903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F3018-E448-869D-46F8-6A0DB9F8B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979E5C0-D317-A4DB-D0C6-66D31FBC69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A103C4-CB1C-BB80-DE5E-0EF811A13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164F6F7-EDFF-65CF-2018-5CA618AEB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28FB84-FE26-B856-838C-19D26DE0BB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34CAFF-8E7F-4ECA-99F4-1959684937B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61700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4492C6-A75B-38DF-8499-54FD4C08DC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880609-39E2-D78F-8C73-790203DC7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340D54D-2BB3-C136-AAE3-B4454137DA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D22B0F8-A85F-E31D-8764-FCC2EEF7A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F9954FB-C67E-5142-45BC-2A8679425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84E9BF-AEDF-7C37-0C51-72392F37D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128C01-37AC-4138-B6E9-91ED9A4264B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880521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5BF567-6543-DC39-2D80-113672B5C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F216F46-7FD1-D187-400F-9FF92C9D92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CFBB43D-909D-1FD9-C47E-AF20EA9057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08F456-A104-DB19-E829-0652BBBF2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ABB7526-6088-6E6D-B342-CA66CA5F68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A8C0BEA2-FC64-2ACD-EEC5-9A53BDB02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65A88A4-E41A-E061-47E5-6070E76C0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85FA58B-2FB5-60D1-84D9-E8A76D58C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69D3E0-E8FF-41AB-A844-D3FBA04EC5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8297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D22F3-353A-397B-6D65-52F8893F6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7566A2E-6C63-5D8E-5B89-5D7882634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1C3C0E-6A3E-0E8D-5507-1C006A92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AB7FE1C-A1A5-E052-493E-79D24116E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842B4F-5510-4B69-8DA8-20D2CEB6C87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84678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6BAF0F24-BB50-A2D5-84F1-72309E1CD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09E645F-D906-C866-EC52-C0391188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4E54A12-0481-EBB0-181A-47F47FDBD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CF5A80-2CA7-4E3D-98B7-228BF9872B9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89098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C03850-7FC1-22FE-07F8-A154296FB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D1D65E-C810-5F01-7A24-8D8488D511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15B8A4E-1B95-BF4B-22C8-F899AC3999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CB3203F-CD33-CF3F-F583-BC92D753C5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FED864E-AD60-8E27-31A8-0F4BD82B19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26932F-E96B-DB4D-5DA4-1AF340D47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A4BC28-0822-4F36-952F-D8DEFE84B2E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400350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47E95-4BFB-96DA-91DA-608A2353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55401DC-1DC9-CA32-AFA3-CC76A5EBBC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BAC4D3C-0F5D-2F31-4C89-2B09D877FE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2C44BE-E340-44BB-36E7-632B72A3C9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51CE7E3-F81C-EF53-CD51-F1A59D97EE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D967E2-9516-D1D1-5A40-FFABC697A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B842BEF-E727-4C30-8433-5ED39CBD080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4278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344AD-A49D-C12A-007C-0D6CF3026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D5176B5-6205-1043-CD8D-1299FD0859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6A169DA-7622-60FB-F268-207BCB2DC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33C9573-E324-F33E-897E-F1D3152FA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F3AD56-82DB-C4AF-BCFA-D6B4F5687F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D0FA95-C70D-4EDD-8CB6-5D524FC503C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90200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7CDE021-C914-DEFE-064C-1F10FEC169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126FFE0-1CD8-5058-8EC7-9F4F69955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334B8F7-98CD-E0BB-CE63-441A3B96F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8DFEAED-4F71-BCBC-5C54-FDA707557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F9CBCF-CC42-6343-9FDD-4C539D35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27C57B-4930-4475-9A51-ECFFC973387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825449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D4499320-6BC2-8CAD-B1FB-CAA5C45343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64F06CB-438E-8C4D-0029-73CED2AD34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B0F942B-7AD4-E4F4-2AAB-13886230B553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2589F65F-6D6B-71AE-5EA9-F04B5B586EF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40AECAF0-1D0E-98CA-B717-4A4C72F4912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9DB09A64-9FC3-4606-A430-461D8FA2F8D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>
            <a:extLst>
              <a:ext uri="{FF2B5EF4-FFF2-40B4-BE49-F238E27FC236}">
                <a16:creationId xmlns:a16="http://schemas.microsoft.com/office/drawing/2014/main" id="{09705E01-5886-6C27-282F-D7BFDF080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0" name="Rectangle 2">
            <a:extLst>
              <a:ext uri="{FF2B5EF4-FFF2-40B4-BE49-F238E27FC236}">
                <a16:creationId xmlns:a16="http://schemas.microsoft.com/office/drawing/2014/main" id="{B97AA611-E5D7-BB46-EFFE-4D16B39743B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326</a:t>
            </a:r>
            <a:br>
              <a:rPr lang="pt-BR" altLang="pt-BR" sz="4400" b="1"/>
            </a:br>
            <a:r>
              <a:rPr lang="pt-BR" altLang="pt-BR" sz="4400" b="1"/>
              <a:t>OH! MEU JESUS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D04567EC-3094-70EE-8009-2871F46E94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74" name="Rectangle 2">
            <a:extLst>
              <a:ext uri="{FF2B5EF4-FFF2-40B4-BE49-F238E27FC236}">
                <a16:creationId xmlns:a16="http://schemas.microsoft.com/office/drawing/2014/main" id="{961D6406-D6E3-1AF3-681C-D75A9207A9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Ó meu Jesus, quando lutas no caminho encontrar, </a:t>
            </a:r>
            <a:br>
              <a:rPr lang="pt-BR" altLang="pt-BR" sz="3200"/>
            </a:br>
            <a:r>
              <a:rPr lang="pt-BR" altLang="pt-BR" sz="3200"/>
              <a:t>A Tua mão divina vem me ajudar;</a:t>
            </a:r>
            <a:br>
              <a:rPr lang="pt-BR" altLang="pt-BR" sz="3200"/>
            </a:br>
            <a:r>
              <a:rPr lang="pt-BR" altLang="pt-BR" sz="3200"/>
              <a:t>Não temerei amparado por Ti mesmo, meu Jesus,</a:t>
            </a:r>
            <a:br>
              <a:rPr lang="pt-BR" altLang="pt-BR" sz="3200"/>
            </a:br>
            <a:r>
              <a:rPr lang="pt-BR" altLang="pt-BR" sz="3200"/>
              <a:t>O Salvador, a vitória me vem por Tua luz,</a:t>
            </a:r>
            <a:br>
              <a:rPr lang="pt-BR" altLang="pt-BR" sz="3200"/>
            </a:br>
            <a:r>
              <a:rPr lang="pt-BR" altLang="pt-BR" sz="3200"/>
              <a:t>Por Ti espero somente, meu Senhor,</a:t>
            </a:r>
            <a:br>
              <a:rPr lang="pt-BR" altLang="pt-BR" sz="3200"/>
            </a:br>
            <a:r>
              <a:rPr lang="pt-BR" altLang="pt-BR" sz="3200"/>
              <a:t>para andar de valor em valor;</a:t>
            </a:r>
            <a:br>
              <a:rPr lang="pt-BR" altLang="pt-BR" sz="3200"/>
            </a:br>
            <a:r>
              <a:rPr lang="pt-BR" altLang="pt-BR" sz="3200"/>
              <a:t>O meu Jesus, minhas forças hei de ver mais aumentar;</a:t>
            </a:r>
            <a:br>
              <a:rPr lang="pt-BR" altLang="pt-BR" sz="3200"/>
            </a:br>
            <a:r>
              <a:rPr lang="pt-BR" altLang="pt-BR" sz="3200"/>
              <a:t>Tendo a fé; Tua graça me há de bastar.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0" name="Picture 4">
            <a:extLst>
              <a:ext uri="{FF2B5EF4-FFF2-40B4-BE49-F238E27FC236}">
                <a16:creationId xmlns:a16="http://schemas.microsoft.com/office/drawing/2014/main" id="{1251083F-2445-AC69-0E97-E604864FD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098" name="Rectangle 2">
            <a:extLst>
              <a:ext uri="{FF2B5EF4-FFF2-40B4-BE49-F238E27FC236}">
                <a16:creationId xmlns:a16="http://schemas.microsoft.com/office/drawing/2014/main" id="{18EDA0AA-F844-EAB6-B052-E04849A691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Ó meu Jesus, encostado em Teu braço vou andar,</a:t>
            </a:r>
            <a:br>
              <a:rPr lang="pt-BR" altLang="pt-BR" sz="3200"/>
            </a:br>
            <a:r>
              <a:rPr lang="pt-BR" altLang="pt-BR" sz="3200"/>
              <a:t>E com amor na sã Palavra meditar;</a:t>
            </a:r>
            <a:br>
              <a:rPr lang="pt-BR" altLang="pt-BR" sz="3200"/>
            </a:br>
            <a:r>
              <a:rPr lang="pt-BR" altLang="pt-BR" sz="3200"/>
              <a:t>Sempre assim na peleja,</a:t>
            </a:r>
            <a:br>
              <a:rPr lang="pt-BR" altLang="pt-BR" sz="3200"/>
            </a:br>
            <a:r>
              <a:rPr lang="pt-BR" altLang="pt-BR" sz="3200"/>
              <a:t>por Jesus eu vencerei,</a:t>
            </a:r>
            <a:br>
              <a:rPr lang="pt-BR" altLang="pt-BR" sz="3200"/>
            </a:br>
            <a:r>
              <a:rPr lang="pt-BR" altLang="pt-BR" sz="3200"/>
              <a:t>E pela fé, abrigado do mal estarei;</a:t>
            </a:r>
            <a:br>
              <a:rPr lang="pt-BR" altLang="pt-BR" sz="3200"/>
            </a:br>
            <a:r>
              <a:rPr lang="pt-BR" altLang="pt-BR" sz="3200"/>
              <a:t>Já bem armado as trevas desfarei,</a:t>
            </a:r>
            <a:br>
              <a:rPr lang="pt-BR" altLang="pt-BR" sz="3200"/>
            </a:br>
            <a:r>
              <a:rPr lang="pt-BR" altLang="pt-BR" sz="3200"/>
              <a:t>pelo poder de Jesus, o meu Rei!</a:t>
            </a:r>
            <a:br>
              <a:rPr lang="pt-BR" altLang="pt-BR" sz="3200"/>
            </a:br>
            <a:r>
              <a:rPr lang="pt-BR" altLang="pt-BR" sz="3200"/>
              <a:t>O meu Jesus, que me dás,</a:t>
            </a:r>
            <a:br>
              <a:rPr lang="pt-BR" altLang="pt-BR" sz="3200"/>
            </a:br>
            <a:r>
              <a:rPr lang="pt-BR" altLang="pt-BR" sz="3200"/>
              <a:t>no coração, do Teu amor, Hei de Te ver glorioso, no céu d'esplendor!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6799F0B8-098E-18F9-5829-A258BF0746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22" name="Rectangle 2">
            <a:extLst>
              <a:ext uri="{FF2B5EF4-FFF2-40B4-BE49-F238E27FC236}">
                <a16:creationId xmlns:a16="http://schemas.microsoft.com/office/drawing/2014/main" id="{96CD163C-D455-D116-6AEB-C9162D754E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107112"/>
          </a:xfrm>
        </p:spPr>
        <p:txBody>
          <a:bodyPr/>
          <a:lstStyle/>
          <a:p>
            <a:r>
              <a:rPr lang="pt-BR" altLang="pt-BR" sz="3200"/>
              <a:t>Ó meu Jesus, o Teu nome invocarei com mui amor, </a:t>
            </a:r>
            <a:br>
              <a:rPr lang="pt-BR" altLang="pt-BR" sz="3200"/>
            </a:br>
            <a:r>
              <a:rPr lang="pt-BR" altLang="pt-BR" sz="3200"/>
              <a:t>Todo o poder Te foi entregue Salvador;</a:t>
            </a:r>
            <a:br>
              <a:rPr lang="pt-BR" altLang="pt-BR" sz="3200"/>
            </a:br>
            <a:r>
              <a:rPr lang="pt-BR" altLang="pt-BR" sz="3200"/>
              <a:t>De todo o ser, o joelho ante Ti se dobrará;</a:t>
            </a:r>
            <a:br>
              <a:rPr lang="pt-BR" altLang="pt-BR" sz="3200"/>
            </a:br>
            <a:r>
              <a:rPr lang="pt-BR" altLang="pt-BR" sz="3200"/>
              <a:t>Que és o Senhor, toda língua testificará,</a:t>
            </a:r>
            <a:br>
              <a:rPr lang="pt-BR" altLang="pt-BR" sz="3200"/>
            </a:br>
            <a:r>
              <a:rPr lang="pt-BR" altLang="pt-BR" sz="3200"/>
              <a:t>Os nossos pés, Salvador queiras firmar</a:t>
            </a:r>
            <a:br>
              <a:rPr lang="pt-BR" altLang="pt-BR" sz="3200"/>
            </a:br>
            <a:r>
              <a:rPr lang="pt-BR" altLang="pt-BR" sz="3200"/>
              <a:t>Na rocha, que não se pode abalar;</a:t>
            </a:r>
            <a:br>
              <a:rPr lang="pt-BR" altLang="pt-BR" sz="3200"/>
            </a:br>
            <a:r>
              <a:rPr lang="pt-BR" altLang="pt-BR" sz="3200"/>
              <a:t>Ó meu Jesus, Tua graça quero sempre procurar,</a:t>
            </a:r>
            <a:br>
              <a:rPr lang="pt-BR" altLang="pt-BR" sz="3200"/>
            </a:br>
            <a:r>
              <a:rPr lang="pt-BR" altLang="pt-BR" sz="3200"/>
              <a:t>Té que eu vá nos teus braços enfim repousar. </a:t>
            </a:r>
            <a:r>
              <a:rPr lang="pt-BR" altLang="pt-BR" sz="1400"/>
              <a:t>P.L.M.</a:t>
            </a:r>
            <a:r>
              <a:rPr lang="en-US" altLang="pt-BR" sz="40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267</Words>
  <Application>Microsoft Office PowerPoint</Application>
  <PresentationFormat>Apresentação na tela (4:3)</PresentationFormat>
  <Paragraphs>4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6" baseType="lpstr">
      <vt:lpstr>Arial</vt:lpstr>
      <vt:lpstr>Design padrão</vt:lpstr>
      <vt:lpstr>326 OH! MEU JESUS</vt:lpstr>
      <vt:lpstr>Ó meu Jesus, quando lutas no caminho encontrar,  A Tua mão divina vem me ajudar; Não temerei amparado por Ti mesmo, meu Jesus, O Salvador, a vitória me vem por Tua luz, Por Ti espero somente, meu Senhor, para andar de valor em valor; O meu Jesus, minhas forças hei de ver mais aumentar; Tendo a fé; Tua graça me há de bastar. </vt:lpstr>
      <vt:lpstr>Ó meu Jesus, encostado em Teu braço vou andar, E com amor na sã Palavra meditar; Sempre assim na peleja, por Jesus eu vencerei, E pela fé, abrigado do mal estarei; Já bem armado as trevas desfarei, pelo poder de Jesus, o meu Rei! O meu Jesus, que me dás, no coração, do Teu amor, Hei de Te ver glorioso, no céu d'esplendor! </vt:lpstr>
      <vt:lpstr>Ó meu Jesus, o Teu nome invocarei com mui amor,  Todo o poder Te foi entregue Salvador; De todo o ser, o joelho ante Ti se dobrará; Que és o Senhor, toda língua testificará, Os nossos pés, Salvador queiras firmar Na rocha, que não se pode abalar; Ó meu Jesus, Tua graça quero sempre procurar, Té que eu vá nos teus braços enfim repousar. P.L.M. 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326 - OH! MEU JESUS</dc:title>
  <dc:creator>Montagna</dc:creator>
  <cp:lastModifiedBy>Emerson Souza</cp:lastModifiedBy>
  <cp:revision>4</cp:revision>
  <dcterms:created xsi:type="dcterms:W3CDTF">2005-10-20T03:42:26Z</dcterms:created>
  <dcterms:modified xsi:type="dcterms:W3CDTF">2026-05-02T22:04:05Z</dcterms:modified>
</cp:coreProperties>
</file>