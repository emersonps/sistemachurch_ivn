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CCEEE-08BF-B718-AAEB-6CA23B321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66B375-8798-BE6E-54DE-278E903C7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51A2BB-71B5-1C04-C06F-B03925A7A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8DC495-E9D7-CFBA-7187-57DE47637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75BD1F-15B1-D352-0250-5144CB5D2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E0E897-DB4C-4110-A269-38DF79DED0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7264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49DDE-10CE-4630-420B-6E15A2FAF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492263-41F1-0327-F089-AF503232C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2D4C08-FDA3-A1E3-9B4A-5036D5537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2FEA8C-B920-B9C5-2096-519AD234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0D9EBC-04C9-746B-9C1E-87C206AF6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F7AD21-66B5-42C1-98D6-0C80890A58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6265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8AC9A-FA8A-495F-DFDE-1A8B4C76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8E60AE-97C7-4AFA-F3D0-FDDE40BA8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F651B6-99C9-A7FF-18A4-755C7751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BCAC6D-6896-6FB8-4591-70A8855ED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7C299-5181-B0F7-0C87-86F0D023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70DCF8-3C71-451B-AF98-101C6EDC51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57391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ECCB0-6C9F-64DF-5DB5-0EEDA8D18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D67166-C122-F857-2FE2-BCCD86231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BAA0E3-7B1D-3AF2-1306-B106D8792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D4B881-6CCD-E749-C59B-662BCC3A3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4898AC-CA5E-49B5-22CF-D4C62323E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D1813C-45FF-14F8-BDFF-644AE88D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43F21-7DCF-43F2-AE36-762CD9B0DA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1741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E8937-7D3E-6242-6EA4-013F6C9A3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034491-900F-C395-ED8D-C58555857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ADF3C9-9301-B0EA-E16E-73A6CC015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EEE962D-87C6-8CFA-4BED-E51BFBF0D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5BF9002-D404-FBC3-FC13-6E884B65E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B60649-4E88-A2E4-E4CD-F2338E813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C1FE56-EF05-4D2C-36AE-183FB2337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FD069D-E703-07F8-4364-27E4E49C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10BB90-B1DA-4C1A-948F-6D697AEF88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906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33112-D915-EA53-0D4F-3EC7B4AA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BBEB0E3-65FB-77FC-6EC8-BD1D39BA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34369EC-4917-D365-970C-F0EB31A09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40A216B-1E6D-ED95-BDFE-C074E511D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709DC5-EEDC-4FE3-B278-E18B88BC5E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4170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0926CFE-C001-EECC-D879-5021A619F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6FD86E8-B2C2-0EBE-0A15-0C4B75BA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BF5E36-57CC-905B-084D-B9B7D3093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D77DB0-5CF2-45B0-A815-6A8621A7BD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0609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27627-E0A2-FE07-5F98-6098CB0FF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394248-00FF-892A-C98B-1582B55CD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5A847F-C99E-D75E-BC7F-0A9507F9C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6E5FD4-0B6D-644D-0891-299DFE960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C2CCA1-AE04-1600-1C12-83CD9623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7F1C34-1737-F498-8279-51DCA1EB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2B4930-4F34-4AA4-B449-2BF768D1AC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0552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A9B45-DA4A-60EF-8BD3-C0A95E88A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325B6E0-AB39-1440-5952-42B52EF58F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062F73A-3D42-2F44-F37D-C1C256E64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81265D-D489-0E03-E0CF-9CDA2511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4103B4-DE54-AF77-2885-356B4C1C1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11768D-E1BE-8BA4-9CDA-9B68FC692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FDC772-A930-43C2-A444-9F3D04A597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6474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AFFF9-5AFE-4E35-C3A1-347F59393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AADC1E-41DC-2D11-9EA1-06D29415D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8F66B7-356F-C6B7-BB91-553504FEC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B869E0-A465-E467-0E41-C92A197AA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6B3720-6291-F491-98A5-F7F76F9CC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06371F-3521-4212-ACAD-FE3F9C5F2F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14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8F5D47-71DA-5E5F-B6A0-EA071318A6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F8FC39-044D-D81D-E6D9-C75AA828B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EB5FB9-6718-10A5-03C4-0A505FFBA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97429F-9061-752A-3B16-0CDEFAB51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368D93-0C0C-1FCF-3CE0-5D28D136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826BC2-DD25-4D01-B0A3-B15D5E1A3E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9632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9EF2FB3-626D-4445-C76A-699C021BA8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DB83878-71EE-16DD-A2AC-13D6E64DC4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0D7B2D2-7946-88CA-47F4-37B82A0CC9B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BCE0A66-896A-F01A-258C-67B5EC8AE36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2A48AEF-22B3-D119-0962-9D179E16371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5C0371B-FB28-4547-A04F-326389CEC54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7A5501C-E1EA-4E97-D7E5-80F26E2DCA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 b="1"/>
              <a:t>117</a:t>
            </a:r>
            <a:br>
              <a:rPr lang="en-US" altLang="pt-BR" sz="3600" b="1"/>
            </a:br>
            <a:r>
              <a:rPr lang="en-US" altLang="pt-BR" sz="3600" b="1"/>
              <a:t>O SENHOR SALVA A TODO O PECADOR</a:t>
            </a:r>
            <a:r>
              <a:rPr lang="en-US" altLang="pt-BR" sz="36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7C275DC-B49A-62A5-1243-F63767E3F4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D71E767-66FA-1BDD-D34B-27353D9C3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91200"/>
          </a:xfrm>
        </p:spPr>
        <p:txBody>
          <a:bodyPr/>
          <a:lstStyle/>
          <a:p>
            <a:r>
              <a:rPr lang="en-US" altLang="pt-BR" sz="4000" i="1"/>
              <a:t>Aleluia! O Senhor </a:t>
            </a:r>
            <a:br>
              <a:rPr lang="en-US" altLang="pt-BR" sz="4000" i="1"/>
            </a:br>
            <a:r>
              <a:rPr lang="en-US" altLang="pt-BR" sz="4000" i="1"/>
              <a:t>Salva a todo pecador! </a:t>
            </a:r>
            <a:br>
              <a:rPr lang="en-US" altLang="pt-BR" sz="4000" i="1"/>
            </a:br>
            <a:r>
              <a:rPr lang="en-US" altLang="pt-BR" sz="4000" i="1"/>
              <a:t>Salvação! Salvação! </a:t>
            </a:r>
            <a:br>
              <a:rPr lang="en-US" altLang="pt-BR" sz="4000" i="1"/>
            </a:br>
            <a:r>
              <a:rPr lang="en-US" altLang="pt-BR" sz="4000" i="1"/>
              <a:t>Jesus Cristo tem poder </a:t>
            </a:r>
            <a:br>
              <a:rPr lang="en-US" altLang="pt-BR" sz="4000" i="1"/>
            </a:br>
            <a:r>
              <a:rPr lang="en-US" altLang="pt-BR" sz="4000" i="1"/>
              <a:t>Para todo o mal vencer, </a:t>
            </a:r>
            <a:br>
              <a:rPr lang="en-US" altLang="pt-BR" sz="4000" i="1"/>
            </a:br>
            <a:r>
              <a:rPr lang="en-US" altLang="pt-BR" sz="4000" i="1"/>
              <a:t>Salvação! Salvação!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73978DA-4DF8-6566-4AA7-7ED817C8B1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Salvação e redenção!</a:t>
            </a:r>
            <a:r>
              <a:rPr lang="en-US" altLang="pt-BR" sz="4000" i="1"/>
              <a:t> </a:t>
            </a:r>
            <a:r>
              <a:rPr lang="en-US" altLang="pt-BR" sz="4000" b="1" i="1"/>
              <a:t>Aleluia! </a:t>
            </a:r>
            <a:br>
              <a:rPr lang="en-US" altLang="pt-BR" sz="4000" b="1" i="1"/>
            </a:br>
            <a:r>
              <a:rPr lang="en-US" altLang="pt-BR" sz="4000" b="1" i="1"/>
              <a:t>Cristo já me amou e me salvou.</a:t>
            </a:r>
            <a:r>
              <a:rPr lang="en-US" altLang="pt-BR" sz="4000" i="1"/>
              <a:t> </a:t>
            </a:r>
            <a:r>
              <a:rPr lang="en-US" altLang="pt-BR" sz="4000" b="1" i="1"/>
              <a:t>Glória dou e aleluia, </a:t>
            </a:r>
            <a:br>
              <a:rPr lang="en-US" altLang="pt-BR" sz="4000" b="1" i="1"/>
            </a:br>
            <a:r>
              <a:rPr lang="en-US" altLang="pt-BR" sz="4000" b="1" i="1"/>
              <a:t>A Jesus que me salvou.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F4A64C2-E587-9149-6FD8-166F3C39D9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91200"/>
          </a:xfrm>
        </p:spPr>
        <p:txBody>
          <a:bodyPr/>
          <a:lstStyle/>
          <a:p>
            <a:r>
              <a:rPr lang="en-US" altLang="pt-BR" sz="4000" i="1"/>
              <a:t>Eu confio em Jeová, </a:t>
            </a:r>
            <a:br>
              <a:rPr lang="en-US" altLang="pt-BR" sz="4000" i="1"/>
            </a:br>
            <a:r>
              <a:rPr lang="en-US" altLang="pt-BR" sz="4000" i="1"/>
              <a:t>Ele santidade dá; </a:t>
            </a:r>
            <a:br>
              <a:rPr lang="en-US" altLang="pt-BR" sz="4000" i="1"/>
            </a:br>
            <a:r>
              <a:rPr lang="en-US" altLang="pt-BR" sz="4000" i="1"/>
              <a:t>Salvação! Salvação! </a:t>
            </a:r>
            <a:br>
              <a:rPr lang="en-US" altLang="pt-BR" sz="4000" i="1"/>
            </a:br>
            <a:r>
              <a:rPr lang="en-US" altLang="pt-BR" sz="4000" i="1"/>
              <a:t>Tenho paz e vivo já, </a:t>
            </a:r>
            <a:br>
              <a:rPr lang="en-US" altLang="pt-BR" sz="4000" i="1"/>
            </a:br>
            <a:r>
              <a:rPr lang="en-US" altLang="pt-BR" sz="4000" i="1"/>
              <a:t>Sua graça em mim está. </a:t>
            </a:r>
            <a:br>
              <a:rPr lang="en-US" altLang="pt-BR" sz="4000" i="1"/>
            </a:br>
            <a:r>
              <a:rPr lang="en-US" altLang="pt-BR" sz="4000" i="1"/>
              <a:t>Salvação! Salvação!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5B58F19-0AA9-7895-AAF6-93653F12D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Salvação e redenção!</a:t>
            </a:r>
            <a:r>
              <a:rPr lang="en-US" altLang="pt-BR" sz="4000" i="1"/>
              <a:t> </a:t>
            </a:r>
            <a:r>
              <a:rPr lang="en-US" altLang="pt-BR" sz="4000" b="1" i="1"/>
              <a:t>Aleluia! </a:t>
            </a:r>
            <a:br>
              <a:rPr lang="en-US" altLang="pt-BR" sz="4000" b="1" i="1"/>
            </a:br>
            <a:r>
              <a:rPr lang="en-US" altLang="pt-BR" sz="4000" b="1" i="1"/>
              <a:t>Cristo já me amou e me salvou.</a:t>
            </a:r>
            <a:r>
              <a:rPr lang="en-US" altLang="pt-BR" sz="4000" i="1"/>
              <a:t> </a:t>
            </a:r>
            <a:r>
              <a:rPr lang="en-US" altLang="pt-BR" sz="4000" b="1" i="1"/>
              <a:t>Glória dou e aleluia, </a:t>
            </a:r>
            <a:br>
              <a:rPr lang="en-US" altLang="pt-BR" sz="4000" b="1" i="1"/>
            </a:br>
            <a:r>
              <a:rPr lang="en-US" altLang="pt-BR" sz="4000" b="1" i="1"/>
              <a:t>A Jesus que me salvou.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1C2EF6A-BA83-C9B6-1780-3AEA372F94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91200"/>
          </a:xfrm>
        </p:spPr>
        <p:txBody>
          <a:bodyPr/>
          <a:lstStyle/>
          <a:p>
            <a:r>
              <a:rPr lang="en-US" altLang="pt-BR" sz="4000" i="1"/>
              <a:t>Falarei sempre o que sei, </a:t>
            </a:r>
            <a:br>
              <a:rPr lang="en-US" altLang="pt-BR" sz="4000" i="1"/>
            </a:br>
            <a:r>
              <a:rPr lang="en-US" altLang="pt-BR" sz="4000" i="1"/>
              <a:t>Exaltando o meu Rei, </a:t>
            </a:r>
            <a:br>
              <a:rPr lang="en-US" altLang="pt-BR" sz="4000" i="1"/>
            </a:br>
            <a:r>
              <a:rPr lang="en-US" altLang="pt-BR" sz="4000" i="1"/>
              <a:t>Salvação! Salvação! </a:t>
            </a:r>
            <a:br>
              <a:rPr lang="en-US" altLang="pt-BR" sz="4000" i="1"/>
            </a:br>
            <a:r>
              <a:rPr lang="en-US" altLang="pt-BR" sz="4000" i="1"/>
              <a:t>Pois Seu sangue já verteu, </a:t>
            </a:r>
            <a:br>
              <a:rPr lang="en-US" altLang="pt-BR" sz="4000" i="1"/>
            </a:br>
            <a:r>
              <a:rPr lang="en-US" altLang="pt-BR" sz="4000" i="1"/>
              <a:t>Pra tornar-me filho Seu, </a:t>
            </a:r>
            <a:br>
              <a:rPr lang="en-US" altLang="pt-BR" sz="4000" i="1"/>
            </a:br>
            <a:r>
              <a:rPr lang="en-US" altLang="pt-BR" sz="4000" i="1"/>
              <a:t>Salvação! Salvação!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B2FA0FF-A737-63E4-9BA9-6DF9B1EE7A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Salvação e redenção!</a:t>
            </a:r>
            <a:r>
              <a:rPr lang="en-US" altLang="pt-BR" sz="4000" i="1"/>
              <a:t> </a:t>
            </a:r>
            <a:r>
              <a:rPr lang="en-US" altLang="pt-BR" sz="4000" b="1" i="1"/>
              <a:t>Aleluia! </a:t>
            </a:r>
            <a:br>
              <a:rPr lang="en-US" altLang="pt-BR" sz="4000" b="1" i="1"/>
            </a:br>
            <a:r>
              <a:rPr lang="en-US" altLang="pt-BR" sz="4000" b="1" i="1"/>
              <a:t>Cristo já me amou e me salvou.</a:t>
            </a:r>
            <a:r>
              <a:rPr lang="en-US" altLang="pt-BR" sz="4000" i="1"/>
              <a:t> </a:t>
            </a:r>
            <a:r>
              <a:rPr lang="en-US" altLang="pt-BR" sz="4000" b="1" i="1"/>
              <a:t>Glória dou e aleluia, </a:t>
            </a:r>
            <a:br>
              <a:rPr lang="en-US" altLang="pt-BR" sz="4000" b="1" i="1"/>
            </a:br>
            <a:r>
              <a:rPr lang="en-US" altLang="pt-BR" sz="4000" b="1" i="1"/>
              <a:t>A Jesus que me salvou.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CE06EAE-45E8-3219-0C98-19A5AA3234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91200"/>
          </a:xfrm>
        </p:spPr>
        <p:txBody>
          <a:bodyPr/>
          <a:lstStyle/>
          <a:p>
            <a:r>
              <a:rPr lang="en-US" altLang="pt-BR" sz="4000" i="1"/>
              <a:t>Cantaremos, sempre ali, </a:t>
            </a:r>
            <a:br>
              <a:rPr lang="en-US" altLang="pt-BR" sz="4000" i="1"/>
            </a:br>
            <a:r>
              <a:rPr lang="en-US" altLang="pt-BR" sz="4000" i="1"/>
              <a:t>Ao sairmos nós daqui; </a:t>
            </a:r>
            <a:br>
              <a:rPr lang="en-US" altLang="pt-BR" sz="4000" i="1"/>
            </a:br>
            <a:r>
              <a:rPr lang="en-US" altLang="pt-BR" sz="4000" i="1"/>
              <a:t>Salvação! Salvação! </a:t>
            </a:r>
            <a:br>
              <a:rPr lang="en-US" altLang="pt-BR" sz="4000" i="1"/>
            </a:br>
            <a:r>
              <a:rPr lang="en-US" altLang="pt-BR" sz="4000" i="1"/>
              <a:t>Exaltando o Salvador, </a:t>
            </a:r>
            <a:br>
              <a:rPr lang="en-US" altLang="pt-BR" sz="4000" i="1"/>
            </a:br>
            <a:r>
              <a:rPr lang="en-US" altLang="pt-BR" sz="4000" i="1"/>
              <a:t>Louvaremos com fervor </a:t>
            </a:r>
            <a:br>
              <a:rPr lang="en-US" altLang="pt-BR" sz="4000" i="1"/>
            </a:br>
            <a:r>
              <a:rPr lang="en-US" altLang="pt-BR" sz="4000" i="1"/>
              <a:t>Salvação! Salvação!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BB4D8E5-7016-B515-32A3-230F2EAE6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Salvação e redenção!</a:t>
            </a:r>
            <a:r>
              <a:rPr lang="en-US" altLang="pt-BR" sz="4000" i="1"/>
              <a:t> </a:t>
            </a:r>
            <a:r>
              <a:rPr lang="en-US" altLang="pt-BR" sz="4000" b="1" i="1"/>
              <a:t>Aleluia! </a:t>
            </a:r>
            <a:br>
              <a:rPr lang="en-US" altLang="pt-BR" sz="4000" b="1" i="1"/>
            </a:br>
            <a:r>
              <a:rPr lang="en-US" altLang="pt-BR" sz="4000" b="1" i="1"/>
              <a:t>Cristo já me amou e me salvou.</a:t>
            </a:r>
            <a:r>
              <a:rPr lang="en-US" altLang="pt-BR" sz="4000" i="1"/>
              <a:t> </a:t>
            </a:r>
            <a:r>
              <a:rPr lang="en-US" altLang="pt-BR" sz="4000" b="1" i="1"/>
              <a:t>Glória dou e aleluia, </a:t>
            </a:r>
            <a:br>
              <a:rPr lang="en-US" altLang="pt-BR" sz="4000" b="1" i="1"/>
            </a:br>
            <a:r>
              <a:rPr lang="en-US" altLang="pt-BR" sz="4000" b="1" i="1"/>
              <a:t>A Jesus que me salvou.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117 O SENHOR SALVA A TODO O PECADOR </vt:lpstr>
      <vt:lpstr>Aleluia! O Senhor  Salva a todo pecador!  Salvação! Salvação!  Jesus Cristo tem poder  Para todo o mal vencer,  Salvação! Salvação! </vt:lpstr>
      <vt:lpstr>Salvação e redenção! Aleluia!  Cristo já me amou e me salvou. Glória dou e aleluia,  A Jesus que me salvou. </vt:lpstr>
      <vt:lpstr>Eu confio em Jeová,  Ele santidade dá;  Salvação! Salvação!  Tenho paz e vivo já,  Sua graça em mim está.  Salvação! Salvação! </vt:lpstr>
      <vt:lpstr>Salvação e redenção! Aleluia!  Cristo já me amou e me salvou. Glória dou e aleluia,  A Jesus que me salvou. </vt:lpstr>
      <vt:lpstr>Falarei sempre o que sei,  Exaltando o meu Rei,  Salvação! Salvação!  Pois Seu sangue já verteu,  Pra tornar-me filho Seu,  Salvação! Salvação! </vt:lpstr>
      <vt:lpstr>Salvação e redenção! Aleluia!  Cristo já me amou e me salvou. Glória dou e aleluia,  A Jesus que me salvou. </vt:lpstr>
      <vt:lpstr>Cantaremos, sempre ali,  Ao sairmos nós daqui;  Salvação! Salvação!  Exaltando o Salvador,  Louvaremos com fervor  Salvação! Salvação! </vt:lpstr>
      <vt:lpstr>Salvação e redenção! Aleluia!  Cristo já me amou e me salvou. Glória dou e aleluia,  A Jesus que me salvou.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117 O SENHOR SALVA A TODO O PECADOR </dc:title>
  <dc:creator>Junior</dc:creator>
  <cp:lastModifiedBy>Emerson Souza</cp:lastModifiedBy>
  <cp:revision>1</cp:revision>
  <dcterms:created xsi:type="dcterms:W3CDTF">2005-12-23T14:29:32Z</dcterms:created>
  <dcterms:modified xsi:type="dcterms:W3CDTF">2026-05-02T21:46:29Z</dcterms:modified>
</cp:coreProperties>
</file>