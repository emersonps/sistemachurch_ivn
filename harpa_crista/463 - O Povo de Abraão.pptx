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00B1B-198B-36AA-55A7-2B833F894D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DD9026-0F04-F344-A1F6-3E9ABFD92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5E3A31-C47A-2DE4-FB1F-A197E13CA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C70064-497B-D294-DEC3-0591EE186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08418B-5D65-E73C-4A33-9D519895C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3AE047-F8C7-4304-975A-4D2811EED8B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2321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82F718-BD30-FFF3-8EFD-C31186226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32096E-DCEA-7896-F276-F30611AA1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204370-FB8A-F7EF-C59C-C27FC5B54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44D765-934D-EBE8-D422-E1E9D1684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F7A1D0-EA2C-60F1-A115-44072AF92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900D72-69DE-4C58-BB7A-901C9972372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59788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70676E-3CFF-AAB1-D29F-C1D4AAC4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E7455F4-8629-5B43-B724-4A18B7A79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C802ED-47A6-5812-E05E-E6F014002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019332-8433-9B10-904D-929B5FBAA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4E0CC1-A16D-0A6F-23BD-5C84559A2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0A10BC-2CFB-45C3-A548-CE46EF3AA39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74160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939048-C458-C1AB-C559-DBEE0FCBA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75309E-171A-B0BD-3667-2CE6D26178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11BC72E-5292-3096-C249-6A4CBEAF1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0A1866-3010-76F6-D4D1-D989948C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8546440-8FE4-4649-CD93-00D435503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345B5E0-99F5-38C9-23BF-BADDAE927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70EEC1-1FA3-4EDD-BFD7-4803A27839E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75995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1D5EEE-904D-D745-4ABE-E735B349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2F0D8E2-249B-7A26-4034-2B293615E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51CA513-6E2E-3FF2-0A01-8AA389FAA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AC04A1F-9E12-295E-3D7B-7923CCD84E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F772110-B919-734A-52D4-643F4EEFD2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263260E-928C-D44D-257F-482987C70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552E91D-9479-318E-898A-72A501FEE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5E79C5E-DDC3-7ED0-45CB-CAC28F8E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0A6AE4-5346-43BA-9E96-6477DD2EC7B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46319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7D0E15-4CE5-1B92-6E40-56467FE41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60D789B-1AE8-07B2-F6BB-155D2B8AC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871DD95-38D3-3CBB-DA6E-6390DBBB4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8EFD225-76CB-EBF1-6B2C-C68D5FC9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99B2D0-4CE9-4968-AA98-919835A6EE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90250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8B5AD-E28A-9A1E-0891-D532547BE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61248B2-0153-E9E7-09E8-69A66C7D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34CDF06-BA96-D0E7-91EF-206A12D94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14B875-5B1F-4EEB-933D-3B51021036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84309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94D40A-6F1A-FB84-75AD-4A51767B1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71433A-0D3F-9B13-1B08-BDC317A68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0E46FA8-8787-3631-6CD8-8C0C5F7178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A0218D-14B4-9B1E-5334-A56AF8BC0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3B3C46C-ECA0-E5F3-9B53-632C5EEAD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3C0727-70FE-50FC-6B44-B32C61CB2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53B3D7-F691-479B-986D-DD22AA46A1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72291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F38B6-6DCB-B357-1FF5-C6BD97437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41D1F8-E732-A34E-F223-6F5CABB042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6D3D08E-7148-CCEA-81FD-0DA85F2B9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9BB673B-AC12-59EC-9F69-BAA7F902B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382353-A2FD-E86C-19D9-F92FFFF25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5670A0-F4FE-2AFC-FF49-4855A7D1F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D2B6E6-8665-4E45-9F92-50CA9221E25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46143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C2567-81E2-20DE-40F7-F7CB5FE01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04300D9-70D7-9C5E-FCFA-AA499A231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B595B9-8046-8441-31F8-40F322BE1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9F1F9C-4098-CD95-F5DA-75E0AAEAF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804B9C-8EDC-BF29-C27E-C9D635981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5B57F7-D5F1-4594-8502-E7A2EBC32B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57623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13A860D-5582-7229-F5BD-641D38C4C7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E93344-16B3-4047-4AB8-2F11B4A841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60B160-0C37-756E-4B84-5B1528609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8A88BB-0918-689F-FDA9-2ECC15A97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BB6620-1316-133B-59A8-4E6BAD141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C21D48-26F4-49B4-BAFE-07F1D65D251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02305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6993ED9-B745-180B-8B86-E099BA86C5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0BA82A0-DC20-437E-319C-33C9E81096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0B33323-6AAF-18AD-3B18-9526BA1F319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19CECF8-BC34-FF6B-B860-03C744C9B04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F85B48E-67EE-7F45-1377-C0B331E8A71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617F4C1-1F93-4388-8674-6475DF4AE4A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74C82EA-BD91-E30F-F7F2-86F9C4A05C7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463 - O Povo de Abraão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36C0851-FBE4-3D47-90F1-46A19C6CF2E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B663646-E213-E8AB-BEC4-AEA0A0E8D2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3800" i="1"/>
              <a:t>Como o povo de Abraão</a:t>
            </a:r>
            <a:br>
              <a:rPr lang="en-US" altLang="pt-BR" sz="3800" i="1"/>
            </a:br>
            <a:r>
              <a:rPr lang="en-US" altLang="pt-BR" sz="3800" i="1"/>
              <a:t>Para a terra de Sião</a:t>
            </a:r>
            <a:br>
              <a:rPr lang="en-US" altLang="pt-BR" sz="3800" i="1"/>
            </a:br>
            <a:r>
              <a:rPr lang="en-US" altLang="pt-BR" sz="3800" i="1"/>
              <a:t>Entre os povos inimigos viajou;</a:t>
            </a:r>
            <a:br>
              <a:rPr lang="en-US" altLang="pt-BR" sz="3800" i="1"/>
            </a:br>
            <a:r>
              <a:rPr lang="en-US" altLang="pt-BR" sz="3800" i="1"/>
              <a:t>Hoje eu cheio de amor,</a:t>
            </a:r>
            <a:br>
              <a:rPr lang="en-US" altLang="pt-BR" sz="3800" i="1"/>
            </a:br>
            <a:r>
              <a:rPr lang="en-US" altLang="pt-BR" sz="3800" i="1"/>
              <a:t>E de fé no Salvador,</a:t>
            </a:r>
            <a:br>
              <a:rPr lang="en-US" altLang="pt-BR" sz="3800" i="1"/>
            </a:br>
            <a:r>
              <a:rPr lang="en-US" altLang="pt-BR" sz="3800" i="1"/>
              <a:t>Caminhando para o céu, contente vou.</a:t>
            </a:r>
            <a:r>
              <a:rPr lang="en-US" altLang="pt-BR" sz="3800"/>
              <a:t> </a:t>
            </a:r>
            <a:r>
              <a:rPr lang="en-US" altLang="pt-BR" sz="3800" i="1"/>
              <a:t> </a:t>
            </a:r>
            <a:endParaRPr lang="en-US" altLang="pt-BR" sz="3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B12B184-8BCA-4A63-2787-31E9BD2EEE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Lá no céu, lá no céu,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As tristezas eu jamais conhecerei;</a:t>
            </a:r>
            <a:r>
              <a:rPr lang="en-US" altLang="pt-BR" sz="4000" i="1"/>
              <a:t> </a:t>
            </a:r>
            <a:r>
              <a:rPr lang="en-US" altLang="pt-BR" sz="4000" b="1" i="1"/>
              <a:t>Ruas áureas brilham lá,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Na cidade de Jeová;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Sempre alegre, </a:t>
            </a:r>
            <a:br>
              <a:rPr lang="en-US" altLang="pt-BR" sz="4000" b="1" i="1"/>
            </a:br>
            <a:r>
              <a:rPr lang="en-US" altLang="pt-BR" sz="4000" b="1" i="1"/>
              <a:t>Vou marchando para o céu!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F68DA9B-78D9-43D3-588A-EC559F1A34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i="1"/>
              <a:t>Sustentado pelo amor </a:t>
            </a:r>
            <a:br>
              <a:rPr lang="en-US" altLang="pt-BR" sz="4000" i="1"/>
            </a:br>
            <a:r>
              <a:rPr lang="en-US" altLang="pt-BR" sz="4000" i="1"/>
              <a:t>Do bendito Salvador, </a:t>
            </a:r>
            <a:br>
              <a:rPr lang="en-US" altLang="pt-BR" sz="4000" i="1"/>
            </a:br>
            <a:r>
              <a:rPr lang="en-US" altLang="pt-BR" sz="4000" i="1"/>
              <a:t>Vigiando, sempre orando, certo vou; Dirigido pela luz </a:t>
            </a:r>
            <a:br>
              <a:rPr lang="en-US" altLang="pt-BR" sz="4000" i="1"/>
            </a:br>
            <a:r>
              <a:rPr lang="en-US" altLang="pt-BR" sz="4000" i="1"/>
              <a:t>Da presença de Jesus,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Caminhando para o céu,</a:t>
            </a:r>
            <a:br>
              <a:rPr lang="en-US" altLang="pt-BR" sz="4000" i="1"/>
            </a:br>
            <a:r>
              <a:rPr lang="en-US" altLang="pt-BR" sz="4000" i="1"/>
              <a:t>Eu sempre estou.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952B8E5-1F5F-2370-0E81-33D305049E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Lá no céu, lá no céu,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As tristezas eu jamais conhecerei;</a:t>
            </a:r>
            <a:r>
              <a:rPr lang="en-US" altLang="pt-BR" sz="4000" i="1"/>
              <a:t> </a:t>
            </a:r>
            <a:r>
              <a:rPr lang="en-US" altLang="pt-BR" sz="4000" b="1" i="1"/>
              <a:t>Ruas áureas brilham lá,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Na cidade de Jeová;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Sempre alegre, </a:t>
            </a:r>
            <a:br>
              <a:rPr lang="en-US" altLang="pt-BR" sz="4000" b="1" i="1"/>
            </a:br>
            <a:r>
              <a:rPr lang="en-US" altLang="pt-BR" sz="4000" b="1" i="1"/>
              <a:t>Vou marchando para o céu!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BCD2F89-5819-3FA7-39AA-228F85DAC5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i="1"/>
              <a:t>Lá no céu eu chegarei,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Sua glória gozarei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aqueles que servirem ao Senhor;</a:t>
            </a:r>
            <a:r>
              <a:rPr lang="en-US" altLang="pt-BR" sz="4000"/>
              <a:t> </a:t>
            </a:r>
            <a:r>
              <a:rPr lang="en-US" altLang="pt-BR" sz="4000" i="1"/>
              <a:t>Quero sempre trabalhar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Para O glorificar,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Pra que todos vejam </a:t>
            </a:r>
            <a:br>
              <a:rPr lang="en-US" altLang="pt-BR" sz="4000" i="1"/>
            </a:br>
            <a:r>
              <a:rPr lang="en-US" altLang="pt-BR" sz="4000" i="1"/>
              <a:t>Em mim o Seu amor.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A12C528-6EE5-01D8-8FDB-0AC4B02035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Lá no céu, lá no céu,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As tristezas eu jamais conhecerei;</a:t>
            </a:r>
            <a:r>
              <a:rPr lang="en-US" altLang="pt-BR" sz="4000" i="1"/>
              <a:t> </a:t>
            </a:r>
            <a:r>
              <a:rPr lang="en-US" altLang="pt-BR" sz="4000" b="1" i="1"/>
              <a:t>Ruas áureas brilham lá,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Na cidade de Jeová;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Sempre alegre, </a:t>
            </a:r>
            <a:br>
              <a:rPr lang="en-US" altLang="pt-BR" sz="4000" b="1" i="1"/>
            </a:br>
            <a:r>
              <a:rPr lang="en-US" altLang="pt-BR" sz="4000" b="1" i="1"/>
              <a:t>Vou marchando para o céu!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463 - O Povo de Abraão </vt:lpstr>
      <vt:lpstr>Como o povo de Abraão Para a terra de Sião Entre os povos inimigos viajou; Hoje eu cheio de amor, E de fé no Salvador, Caminhando para o céu, contente vou.  </vt:lpstr>
      <vt:lpstr>Lá no céu, lá no céu,  As tristezas eu jamais conhecerei; Ruas áureas brilham lá,  Na cidade de Jeová;  Sempre alegre,  Vou marchando para o céu!  </vt:lpstr>
      <vt:lpstr>Sustentado pelo amor  Do bendito Salvador,  Vigiando, sempre orando, certo vou; Dirigido pela luz  Da presença de Jesus,  Caminhando para o céu, Eu sempre estou.  </vt:lpstr>
      <vt:lpstr>Lá no céu, lá no céu,  As tristezas eu jamais conhecerei; Ruas áureas brilham lá,  Na cidade de Jeová;  Sempre alegre,  Vou marchando para o céu!  </vt:lpstr>
      <vt:lpstr>Lá no céu eu chegarei,  Sua glória gozarei  Com aqueles que servirem ao Senhor; Quero sempre trabalhar  Para O glorificar,  Pra que todos vejam  Em mim o Seu amor.</vt:lpstr>
      <vt:lpstr>Lá no céu, lá no céu,  As tristezas eu jamais conhecerei; Ruas áureas brilham lá,  Na cidade de Jeová;  Sempre alegre,  Vou marchando para o céu!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463 - O Povo de Abraão </dc:title>
  <dc:creator>Junior</dc:creator>
  <cp:lastModifiedBy>Emerson Souza</cp:lastModifiedBy>
  <cp:revision>1</cp:revision>
  <dcterms:created xsi:type="dcterms:W3CDTF">2005-12-26T18:15:03Z</dcterms:created>
  <dcterms:modified xsi:type="dcterms:W3CDTF">2026-05-02T22:15:48Z</dcterms:modified>
</cp:coreProperties>
</file>