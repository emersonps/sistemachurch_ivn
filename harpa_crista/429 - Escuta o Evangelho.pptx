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DCBFB-6641-4A48-9ADB-4FAAB9349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41F59D-1A2E-55F8-7EA0-5A3265469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0074C6-8AF1-71A4-8A41-D2F4FD2B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2A1E0B-530F-0137-6426-2FC5F09B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2B4517-BA00-7B24-FC01-E3BE66BE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B6037A-0F2A-4104-892A-6B918379B2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4626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0FE8A-7F74-7CB4-418A-AEAF7442E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3067BD-32C2-3ECD-1DA2-EF7572781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7A9679-C640-714D-66F7-66ED98DE6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D12D23-01B8-7F1D-CF3A-161A02418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654D50-93A1-916D-01D1-1808FAEC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62EFFC-5595-4B9D-9097-D337D342B6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03989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7E5B3-6314-F1E4-2E7A-047FEC75C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C0E6BC-91BA-8A4F-5880-F1C46E20D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9332FF-A32F-5DDE-59A2-A80EDF93A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599A61-988B-B870-6FDE-0AAC15586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BE206A-14E5-8744-0BC0-0E3FD510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12C19-B90D-49B0-8ACD-88A4CB2C5E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82350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5957D-C49F-07EF-D22F-47B9D9D0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C7651E-724F-240A-795A-ADEA64C7A2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8B67A2-47E8-3E4A-B99C-DB4137026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46F457-3264-C7CD-BD09-24D056F96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6AB318-D4F6-A6F2-81BF-07C67B7E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8FFCA8-974E-782E-0546-F2860CFA8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FC639F-DD74-497D-9CC7-96C938F188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499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5340-5615-3BDA-28C6-66E43DBDC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AB8AFC-EAD7-FAD2-A645-881C3442E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D7A4E4-B4D6-BBF2-0467-3582F2E56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91EA3D4-C008-44CC-8A7D-6DF13E34E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CE23EA-E3B2-7C16-6A2D-18F4A8942B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9B02AA-0F06-8700-A87D-374F2763A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D5CA240-F47E-FFE7-4326-AC925F1C4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69B024B-7F86-5F70-3E7F-497BAFF6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29C859-869A-4166-99A8-97F41A40E5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4927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7FF4B0-3363-8D0F-4C99-822ABFBCE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792BC26-B97C-6F45-A9E1-342D3AF10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3D7D16-3092-E74D-DFC1-C1F7C1220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4FC554-10FE-7E46-14F9-813C410B3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1F3A9-D998-4BB0-AE43-A1E98BB130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7559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C7B38A7-5138-AFF3-7234-E56EE0266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715384-38C7-10B7-EA82-995D5FAC6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C75579-911C-8E32-13DB-BDF30317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4995A0-11D4-44BE-9D10-A05C815C0E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3887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59C9E-728A-F963-9E43-DEBBCB9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0709FE-D4D4-57CF-BA27-0910261DE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C4DEBE-6F42-6FF0-3316-772F18C06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1503D2-A2E6-96DD-179E-BB421CA5F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F4494D-CCFB-8738-5B47-74A4A4234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4D091A-75B2-72AA-548D-06A85156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F87D9-2541-4201-AE3F-8BE2BA4D97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186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D7C73-395D-28A2-F6A3-DA5847835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7F49CAD-6F88-60FC-DA96-F2F1F73AE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489E76-19A7-F21F-C3A2-2F8252079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4D2AC8-F8BB-5E3D-E00F-692BD5B7D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C59E37-66F7-A1D2-95D5-58229A9B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0A7333-0076-6941-0D6C-5B263E03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B8716F-5487-4C29-B42C-2E055B115B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109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13480-2C02-9208-FD34-D7A4545A4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05EA2C-8D2E-F63F-68FF-4392B8426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9DDBF7-C6F0-5733-4466-BD8C7AE5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7ED1CF-D730-5E16-397E-DF2931AAB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CCDB09-CE7A-097C-E6D8-E4853B6D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D27460-32B8-490E-95BE-C4B5718051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552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EEB0FC-2EDB-556D-39D7-A6B9B033F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091353-5E9F-1C50-EA00-A643C9942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667154-BFAE-575F-3D09-08157FB4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5F4AC0-9D3D-115B-C582-A2F4AFBC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E11DEB-C541-67AD-F834-25E3F72A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DACA2-A5BA-4D1D-AD56-F8B928C7F3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64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8F9E789-1A32-DC10-0E8D-2E4E9884D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A7943AE-7E14-0D7D-6B14-95F290821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78980AB-17B1-E899-148D-6D95798E0BE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359C490-3FFC-66E0-4BC5-6C2E23832A9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F672F24-6076-91FB-20E0-938F8A0B06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A87D330-CDB1-42A9-9047-2474E1CEA87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E4E3686-8A6B-3E50-338F-9785944556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429 – Escuta o Evangelho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85C8964-9286-F983-A57A-2E55DA8125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2174DBB-64D1-8ADC-9C67-39CF0C3DC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O pecador desejoso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verdadeiro perdão,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voz de Cristo, ditoso,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Escuta com atenção!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35FA0FC-8C83-5554-FFCB-7361B410A1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Escuta o Evangelho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 Filho de Deus,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divinal conselho,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vem dos mais altos céus!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 b="1" i="1"/>
              <a:t>  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AF7E745-973E-26BA-08FF-DA3F9ECD38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Hoje, com fé e de graça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Vem aceitar o perdão,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Cristo, pois te abraça,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Dando-te a salvação!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D68AE42-A93F-CE3C-EBF5-0A6BE948E2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Escuta o Evangelho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 Filho de Deus,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divinal conselho,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vem dos mais altos céus!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 b="1" i="1"/>
              <a:t>  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F76EB93-C472-2C03-F336-4FB6B6BAE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Cristo Jesus tem vertido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sangue com grande 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salvar-te, perdido,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te encher de amor!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9656814-FEB8-D86E-CCBF-B0D8BA8A9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Escuta o Evangelho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 Filho de Deus,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divinal conselho,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vem dos mais altos céus!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 b="1" i="1"/>
              <a:t>  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C62A002-2FDD-8DFE-605F-25C31C87D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Se tu contrito aceitas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Cristo, o Seu perdão,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Terás então paz perfeita</a:t>
            </a:r>
            <a:br>
              <a:rPr lang="en-US" altLang="pt-BR" sz="4000" i="1"/>
            </a:br>
            <a:r>
              <a:rPr lang="en-US" altLang="pt-BR" sz="4000" i="1"/>
              <a:t>E gozo da salvação.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A004971-F231-18B7-42F9-A9678E6E8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Escuta o Evangelho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 Filho de Deus,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divinal conselho,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vem dos mais altos céus!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 b="1" i="1"/>
              <a:t>  </a:t>
            </a:r>
            <a:endParaRPr lang="en-US" altLang="pt-BR" sz="4000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429 – Escuta o Evangelho</vt:lpstr>
      <vt:lpstr>O pecador desejoso  De verdadeiro perdão,  A voz de Cristo, ditoso,  Escuta com atenção!  </vt:lpstr>
      <vt:lpstr>Escuta o Evangelho  Do Filho de Deus,  O divinal conselho,  Que vem dos mais altos céus!    </vt:lpstr>
      <vt:lpstr>Hoje, com fé e de graça  Vem aceitar o perdão,  De Cristo, pois te abraça,  Dando-te a salvação!  </vt:lpstr>
      <vt:lpstr>Escuta o Evangelho  Do Filho de Deus,  O divinal conselho,  Que vem dos mais altos céus!    </vt:lpstr>
      <vt:lpstr>Cristo Jesus tem vertido  Seu sangue com grande dor,  Para salvar-te, perdido,  E te encher de amor!  </vt:lpstr>
      <vt:lpstr>Escuta o Evangelho  Do Filho de Deus,  O divinal conselho,  Que vem dos mais altos céus!    </vt:lpstr>
      <vt:lpstr>Se tu contrito aceitas  De Cristo, o Seu perdão,  Terás então paz perfeita E gozo da salvação.</vt:lpstr>
      <vt:lpstr>Escuta o Evangelho  Do Filho de Deus,  O divinal conselho,  Que vem dos mais altos céus!  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429 – Escuta o Evangelho</dc:title>
  <dc:creator>Junior</dc:creator>
  <cp:lastModifiedBy>Emerson Souza</cp:lastModifiedBy>
  <cp:revision>1</cp:revision>
  <dcterms:created xsi:type="dcterms:W3CDTF">2005-12-26T19:43:04Z</dcterms:created>
  <dcterms:modified xsi:type="dcterms:W3CDTF">2026-05-02T22:12:52Z</dcterms:modified>
</cp:coreProperties>
</file>