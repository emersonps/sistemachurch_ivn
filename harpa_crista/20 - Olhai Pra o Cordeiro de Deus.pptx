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0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E4BA7-A6D7-701B-FEDC-7E51BD2E0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B43EFC-5E4C-FFD4-8D25-8E1802BF5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9D7562-2ABC-A5B9-8565-F58D9C8C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1D163-095A-F0BC-3AF6-8E8A8431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B8367-BA31-12A8-0189-C81C7CC2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230F0-35B7-44BB-B870-03817F673C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075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87F60-0BD1-DB3D-0A5A-E2C92738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431252-4537-7922-37DC-E20B0F7B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92ADC0-F753-5F6D-EA2C-65801A3D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CC8A71-5343-09C2-6609-52FCAB530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8852ED-1B51-BFC8-7EC6-D10F29AF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85725-9D8C-4B1E-BF79-E471F3765D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033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F6EC7-F51D-5140-0D00-21D6829D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1E432C-213A-62EA-F154-3BE4362D0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EBECB3-DB58-0194-DAB8-195AC3E4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374D2-A97B-A75A-9636-737129F4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70BF32-7747-7FCE-A3ED-0FAA0746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5E1A6-D1E5-4832-8495-C3B55A1FEC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931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1BF33-3229-7228-F660-DDFB4DE2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1FAE15-7276-28F4-A94B-D5BA7009B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E6F115-880B-86EC-64EE-737B40AC8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E28F77-22CC-71C5-BA98-C0D591E0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981A1-DD52-4834-EF2F-8D836897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8B2B7-A1AD-27BD-FE52-39692956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71733A-58C2-4731-9F14-5A6EC9549E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078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0C138-1E30-C0BE-F8B2-963F2876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2C4771-4449-C5F4-8BEB-327BC1237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3E407B-76F3-5E74-8DE8-F6C4FD7A2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B13EA7-025E-A632-58DE-E76961A5F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8EEC8E-9B57-6466-59B6-00FF6A9AB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95794F-7312-20E4-76A8-FE5E1279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A8AEDD-0282-2604-FE03-C9F8F1DE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036E91-E470-EB7F-780F-EF0F9C30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663FC3-E943-4926-8347-7C8BE68AC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113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BD06F-D56C-17F2-44D9-4AB6599D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E55ADC-C491-6D5C-E1A1-A910D0F8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FF395B-0576-5DAC-15B7-CA0A49E4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FF4B05-0D91-F07C-F955-B15A667D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865B0-A228-4372-AABB-85ADB7A6A0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084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A4ECB8-9FE6-FE74-4612-1BC3B7CF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ACE327-D83E-0036-0ACA-E6234B7D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163863-EBE4-8A3B-8930-EB3697DB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DE982-14AC-466C-B7A6-AB410F2473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623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116EF-C2DC-6926-1AC0-E27837F7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150E57-A33A-9E43-2940-2C672488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215F39-1C98-298F-10B4-5C085184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DE648A-CB01-CB06-88DC-8647265A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3EDD46-92B2-D37D-945F-450FF550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DCCB41-B74F-3BA6-48A3-A271CFF9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E5F6B0-6B31-4CC5-83DC-AD608A3FA1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4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6C27-30C5-B337-716E-BD759BEC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66332A-5F97-93A6-4CF8-703F6C777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705AED-731A-9C09-30D9-6879AAC26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1C5CEB-EC9C-452C-FFD8-943D358E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C830B0-93F7-EC5F-A2A7-C4C859FA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29F146-BAB5-CF95-82AC-E32C1D35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CE939-004B-43D9-B6E9-C9A99C95C9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628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04ABB-C931-B589-04E0-48864D5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A44EAB-C617-BB4E-12EC-A07E9CC45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B854-C455-678C-54A8-C260A0D7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B9960-AECF-184F-825B-1C90D836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998993-360A-20BE-EAC6-30EECE34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9DAA31-289A-4E3B-AA13-A4237D4D58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061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538495-6B8A-A934-9C53-7F9403454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E44656-8677-B725-D402-8B4FF0F5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5EC45D-43A0-B794-77DF-94B207E6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2AC832-A283-AB70-83B5-40E63C87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F360AE-5007-0755-BDE6-4174DC7B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06E2C-F2EA-422E-8908-185B9B7C82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371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C1C499-FD7C-5E41-3459-FF2E2F81F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E56CE6-35E4-3A16-533C-EBEB195BE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090ED8-1C5E-829B-6EBD-4CFCFB2D28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A371ED-DC34-4D90-8E3E-B963ABEFB7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40CA1B-A1CC-F695-CD3F-A86F87BB2B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FF76F28-0FC4-4460-A16C-556E7AD53C1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ECCD115-B14E-CC5A-6D74-FB7E00CE6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14D02B86-D498-CA18-FF9B-835276B019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20</a:t>
            </a:r>
            <a:br>
              <a:rPr lang="pt-BR" altLang="pt-BR" sz="4400"/>
            </a:br>
            <a:r>
              <a:rPr lang="pt-BR" altLang="pt-BR" sz="4400"/>
              <a:t>Olhai Pra o Cordeiro de Deus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72C1F344-EE62-BF16-2C1C-18CD9E45B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38EE433E-544C-7B71-CEA9-945884007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86400"/>
          </a:xfrm>
        </p:spPr>
        <p:txBody>
          <a:bodyPr/>
          <a:lstStyle/>
          <a:p>
            <a:r>
              <a:rPr lang="pt-BR" altLang="pt-BR"/>
              <a:t>Livres do pecado vós quereis ficar?</a:t>
            </a:r>
            <a:br>
              <a:rPr lang="pt-BR" altLang="pt-BR"/>
            </a:br>
            <a:r>
              <a:rPr lang="pt-BR" altLang="pt-BR"/>
              <a:t>Olhai pra o Cordeiro de Deus!</a:t>
            </a:r>
            <a:br>
              <a:rPr lang="pt-BR" altLang="pt-BR"/>
            </a:br>
            <a:r>
              <a:rPr lang="pt-BR" altLang="pt-BR"/>
              <a:t>Ele morto foi na cruz, pra vos salvar</a:t>
            </a:r>
            <a:br>
              <a:rPr lang="pt-BR" altLang="pt-BR"/>
            </a:br>
            <a:r>
              <a:rPr lang="pt-BR" altLang="pt-BR"/>
              <a:t>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>
            <a:extLst>
              <a:ext uri="{FF2B5EF4-FFF2-40B4-BE49-F238E27FC236}">
                <a16:creationId xmlns:a16="http://schemas.microsoft.com/office/drawing/2014/main" id="{A75ED920-58D0-E6CD-A9B0-94C35EEFC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>
            <a:extLst>
              <a:ext uri="{FF2B5EF4-FFF2-40B4-BE49-F238E27FC236}">
                <a16:creationId xmlns:a16="http://schemas.microsoft.com/office/drawing/2014/main" id="{BF230D11-D23B-DBE5-D0CF-A92C0CC9B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r>
              <a:rPr lang="pt-BR" altLang="pt-BR"/>
              <a:t>Olhai pra o Cordeiro de Deus.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Porque só Ele vos pode salvar</a:t>
            </a:r>
            <a:br>
              <a:rPr lang="pt-BR" altLang="pt-BR"/>
            </a:br>
            <a:r>
              <a:rPr lang="pt-BR" altLang="pt-BR"/>
              <a:t>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6CA0F75F-F27A-9A1D-23F0-4991DC3A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55C6FA72-6BEE-CAF7-AAF4-D563C56EB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181600"/>
          </a:xfrm>
        </p:spPr>
        <p:txBody>
          <a:bodyPr/>
          <a:lstStyle/>
          <a:p>
            <a:r>
              <a:rPr lang="pt-BR" altLang="pt-BR"/>
              <a:t>Se estas tentados, em hesitação.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Ele encherá o vosso coração.</a:t>
            </a:r>
            <a:br>
              <a:rPr lang="pt-BR" altLang="pt-BR"/>
            </a:br>
            <a:r>
              <a:rPr lang="pt-BR" altLang="pt-BR"/>
              <a:t> 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6">
            <a:extLst>
              <a:ext uri="{FF2B5EF4-FFF2-40B4-BE49-F238E27FC236}">
                <a16:creationId xmlns:a16="http://schemas.microsoft.com/office/drawing/2014/main" id="{8D73BA2B-32E4-C38B-2725-238638D22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1" name="Rectangle 5">
            <a:extLst>
              <a:ext uri="{FF2B5EF4-FFF2-40B4-BE49-F238E27FC236}">
                <a16:creationId xmlns:a16="http://schemas.microsoft.com/office/drawing/2014/main" id="{FB424FF7-499D-653C-C28F-01DB4641A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181600"/>
          </a:xfrm>
          <a:noFill/>
          <a:ln/>
        </p:spPr>
        <p:txBody>
          <a:bodyPr/>
          <a:lstStyle/>
          <a:p>
            <a:r>
              <a:rPr lang="pt-BR" altLang="pt-BR"/>
              <a:t>Olhai pra o Cordeiro de Deus.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Porque só Ele vos pode salvar</a:t>
            </a:r>
            <a:br>
              <a:rPr lang="pt-BR" altLang="pt-BR"/>
            </a:br>
            <a:r>
              <a:rPr lang="pt-BR" altLang="pt-BR"/>
              <a:t>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>
            <a:extLst>
              <a:ext uri="{FF2B5EF4-FFF2-40B4-BE49-F238E27FC236}">
                <a16:creationId xmlns:a16="http://schemas.microsoft.com/office/drawing/2014/main" id="{C28DB53C-0CBC-151D-389B-079E48B1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8" name="Rectangle 4">
            <a:extLst>
              <a:ext uri="{FF2B5EF4-FFF2-40B4-BE49-F238E27FC236}">
                <a16:creationId xmlns:a16="http://schemas.microsoft.com/office/drawing/2014/main" id="{B4DCF27D-8D1A-FBE5-A477-E3A4C5827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5334000"/>
          </a:xfrm>
        </p:spPr>
        <p:txBody>
          <a:bodyPr/>
          <a:lstStyle/>
          <a:p>
            <a:r>
              <a:rPr lang="pt-BR" altLang="pt-BR"/>
              <a:t>Se estais cansados </a:t>
            </a:r>
            <a:br>
              <a:rPr lang="pt-BR" altLang="pt-BR"/>
            </a:br>
            <a:r>
              <a:rPr lang="pt-BR" altLang="pt-BR"/>
              <a:t>E sem mais vigor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Ele vos quer dar Seu divinal amor.</a:t>
            </a:r>
            <a:br>
              <a:rPr lang="pt-BR" altLang="pt-BR"/>
            </a:br>
            <a:r>
              <a:rPr lang="pt-BR" altLang="pt-BR"/>
              <a:t> Olhai pra o Cordeiro de Deus.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B5FB0A04-12C7-440C-295C-9F8DF1681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3" name="Rectangle 5">
            <a:extLst>
              <a:ext uri="{FF2B5EF4-FFF2-40B4-BE49-F238E27FC236}">
                <a16:creationId xmlns:a16="http://schemas.microsoft.com/office/drawing/2014/main" id="{0F2BCA49-C6D3-225F-D0FD-ED7F55AB9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5181600"/>
          </a:xfrm>
          <a:noFill/>
          <a:ln/>
        </p:spPr>
        <p:txBody>
          <a:bodyPr/>
          <a:lstStyle/>
          <a:p>
            <a:r>
              <a:rPr lang="pt-BR" altLang="pt-BR"/>
              <a:t>Olhai pra o Cordeiro de Deus.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Porque só Ele vos pode salvar</a:t>
            </a:r>
            <a:br>
              <a:rPr lang="pt-BR" altLang="pt-BR"/>
            </a:br>
            <a:r>
              <a:rPr lang="pt-BR" altLang="pt-BR"/>
              <a:t>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>
            <a:extLst>
              <a:ext uri="{FF2B5EF4-FFF2-40B4-BE49-F238E27FC236}">
                <a16:creationId xmlns:a16="http://schemas.microsoft.com/office/drawing/2014/main" id="{25B05F14-1993-E95E-1A0C-D12CA0FB4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Rectangle 4">
            <a:extLst>
              <a:ext uri="{FF2B5EF4-FFF2-40B4-BE49-F238E27FC236}">
                <a16:creationId xmlns:a16="http://schemas.microsoft.com/office/drawing/2014/main" id="{8CFF153A-E14A-DF2F-C37E-3FABD2AC5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105400"/>
          </a:xfrm>
        </p:spPr>
        <p:txBody>
          <a:bodyPr/>
          <a:lstStyle/>
          <a:p>
            <a:r>
              <a:rPr lang="pt-BR" altLang="pt-BR"/>
              <a:t>Se na vossa senda </a:t>
            </a:r>
            <a:br>
              <a:rPr lang="pt-BR" altLang="pt-BR"/>
            </a:br>
            <a:r>
              <a:rPr lang="pt-BR" altLang="pt-BR"/>
              <a:t>Sombras vêm cair;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Ele, com Sua graça tudo quer suprir</a:t>
            </a:r>
            <a:br>
              <a:rPr lang="pt-BR" altLang="pt-BR"/>
            </a:br>
            <a:r>
              <a:rPr lang="pt-BR" altLang="pt-BR"/>
              <a:t> Olhai pra o Cordeiro de Deus.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>
            <a:extLst>
              <a:ext uri="{FF2B5EF4-FFF2-40B4-BE49-F238E27FC236}">
                <a16:creationId xmlns:a16="http://schemas.microsoft.com/office/drawing/2014/main" id="{59A22DD5-8A18-F4B0-31C8-5E5477B10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1" name="Rectangle 5">
            <a:extLst>
              <a:ext uri="{FF2B5EF4-FFF2-40B4-BE49-F238E27FC236}">
                <a16:creationId xmlns:a16="http://schemas.microsoft.com/office/drawing/2014/main" id="{E1120B1B-0D7B-9285-3AAB-549BD022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953000"/>
          </a:xfrm>
          <a:noFill/>
          <a:ln/>
        </p:spPr>
        <p:txBody>
          <a:bodyPr/>
          <a:lstStyle/>
          <a:p>
            <a:r>
              <a:rPr lang="pt-BR" altLang="pt-BR"/>
              <a:t>Olhai pra o Cordeiro de Deus.</a:t>
            </a:r>
            <a:br>
              <a:rPr lang="pt-BR" altLang="pt-BR"/>
            </a:br>
            <a:r>
              <a:rPr lang="pt-BR" altLang="pt-BR"/>
              <a:t> Olhai pra o Cordeiro de Deus.</a:t>
            </a:r>
            <a:br>
              <a:rPr lang="pt-BR" altLang="pt-BR"/>
            </a:br>
            <a:r>
              <a:rPr lang="pt-BR" altLang="pt-BR"/>
              <a:t>Porque só Ele vos pode salvar</a:t>
            </a:r>
            <a:br>
              <a:rPr lang="pt-BR" altLang="pt-BR"/>
            </a:br>
            <a:r>
              <a:rPr lang="pt-BR" altLang="pt-BR"/>
              <a:t>Olhai pra o Cordeiro de Deus!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20 Olhai Pra o Cordeiro de Deus</vt:lpstr>
      <vt:lpstr>Livres do pecado vós quereis ficar? Olhai pra o Cordeiro de Deus! Ele morto foi na cruz, pra vos salvar Olhai pra o Cordeiro de Deus!</vt:lpstr>
      <vt:lpstr>Olhai pra o Cordeiro de Deus.  Olhai pra o Cordeiro de Deus. Porque só Ele vos pode salvar Olhai pra o Cordeiro de Deus!</vt:lpstr>
      <vt:lpstr>Se estas tentados, em hesitação.  Olhai pra o Cordeiro de Deus. Ele encherá o vosso coração.  Olhai pra o Cordeiro de Deus!</vt:lpstr>
      <vt:lpstr>Olhai pra o Cordeiro de Deus.  Olhai pra o Cordeiro de Deus. Porque só Ele vos pode salvar Olhai pra o Cordeiro de Deus!</vt:lpstr>
      <vt:lpstr>Se estais cansados  E sem mais vigor  Olhai pra o Cordeiro de Deus. Ele vos quer dar Seu divinal amor.  Olhai pra o Cordeiro de Deus.</vt:lpstr>
      <vt:lpstr>Olhai pra o Cordeiro de Deus.  Olhai pra o Cordeiro de Deus. Porque só Ele vos pode salvar Olhai pra o Cordeiro de Deus!</vt:lpstr>
      <vt:lpstr>Se na vossa senda  Sombras vêm cair;  Olhai pra o Cordeiro de Deus. Ele, com Sua graça tudo quer suprir  Olhai pra o Cordeiro de Deus.</vt:lpstr>
      <vt:lpstr>Olhai pra o Cordeiro de Deus.  Olhai pra o Cordeiro de Deus. Porque só Ele vos pode salvar Olhai pra o Cordeiro de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 Olhai Pra o Cordeiro de Deus</dc:title>
  <dc:creator>Junior</dc:creator>
  <cp:lastModifiedBy>Emerson Souza</cp:lastModifiedBy>
  <cp:revision>2</cp:revision>
  <dcterms:created xsi:type="dcterms:W3CDTF">2005-10-14T22:29:33Z</dcterms:created>
  <dcterms:modified xsi:type="dcterms:W3CDTF">2026-05-02T21:38:39Z</dcterms:modified>
</cp:coreProperties>
</file>