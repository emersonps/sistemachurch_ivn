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CC147-325A-3B46-1349-B6DA06B98E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B37CFF-632E-FC8A-54F9-B5F2509408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AC4982-F348-0268-CFA7-480D58D54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5F187A-53F8-1142-B72F-AF603F0FD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1BB92C-70AC-4194-106C-C2DE40F8F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A9C6E3-6BF1-4246-BD2D-A6DCE560ADD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18093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7E633C-DAEA-3E51-D964-B6001FC92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678C2E-9453-DB73-4620-2F5B2E404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191B35-9BBF-4571-ABF2-CB2DD15C6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D7E772-AC86-DD9C-A8A6-3EF2C70B6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DB84FE-DE17-CED0-6A2E-412154C38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EDCAEB-140E-47F8-B62B-5E2935D0CDD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07723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5BD467-C4D7-0940-458B-F7B4C5356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0C93C2B-21F7-CCA8-8928-AFB5403C4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4C20EC-0484-D7DF-DFD1-174190266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09C75A-CD6F-E0E4-0AEF-A9B6EA93C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BE473F-2431-5720-74C9-5B6D0EFAF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A52833-8D0B-4A21-A4A1-E8A0BADFF0F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01180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43D8BA-25E2-D338-EEC2-3BB2D8832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BD2A74-F08D-611F-8EAE-2B7A93B600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DDE8D82-252E-A036-7844-D187DCCEEE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DCEC8BF-5834-0202-4416-4C5D0C928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CECCF4D-0B89-F88A-9BD6-955E0287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DC0A99C-589D-2D99-7F91-FC573DEFA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1C7F28-E4CE-4694-B7D7-D5CA7447557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55404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22E659-A381-CC51-2CB2-DE5839E72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C167F30-ACE2-C26E-2317-2D874253C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C47A8AF-C775-90B7-7936-B55CEDDBAB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087E873-84D2-D9E9-D6E4-7AEFF9D190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8EAD15B-90D1-D6EC-9976-6A2DA61F8C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7483CFA-AB0C-6AE1-28D9-9B9AE16DF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BD8419B-7E94-5643-73F4-6476E9BE1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5B2EB45-BD2E-769C-A63A-88E97329C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80E0DC-99DC-4423-91DE-1D3B98F634F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88693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CCF604-0BA9-EB3F-27E3-0BFE74385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AC31C0E-D9A5-A8B8-489C-751F78FC7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CB7B591-9C63-41DA-F9EF-AAB2D64A2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D2555C9-85EE-7ED8-0B8B-B305E8263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4C610D-2A1D-45AC-8DF1-D30AC332986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47732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0F20EAE-3ADB-BEDB-8E90-8BC1B7F7C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CC99166-2081-9506-E91C-461283ACA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12FB3FB-A686-49C7-1157-AA9F0740F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80B99F-ACBD-44C1-8928-46D40FC3818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77644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0F6BF8-D340-215F-F080-8A510AB6B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8551E9-0D44-6DF4-9241-E9377FF7A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76B3AD8-F594-1684-7804-BF3E7F76C2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E8413F-2BCC-30B2-E400-F0972032E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82A9889-3D21-941E-542A-B0A04C9F0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780320A-F222-F854-EB48-A66EB6167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6B721-9E13-4487-BC02-AD4D9B0399E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64346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129A67-6304-6B04-2F7F-93D08ECA0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3BFB705-BDFA-E16D-5F95-1C10465FCE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31B7F07-F43D-D3D2-746A-FF00F62E82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2CB82C8-770A-2390-53EB-9ABDD0069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96F4F7A-220A-6AD9-D2E0-4F7A3C9EF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A3FC9C4-06DE-76AD-5B58-5FC48F034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998CAD-DDD5-48C3-95A4-D4F24E4EF2C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89441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0DD08B-E50D-1593-E7C8-5E85BE01E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1B6335A-9D48-0C33-551A-623A694AC5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4D22DE-D327-EEAF-5B09-F77E1C98D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FC17C0-AAAC-383E-3DA4-FCEB22CC9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CC1C30-3D72-520E-C90E-9C99DA40B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E4B419-BE24-49B5-82C1-70B5BEE61F6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77501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2B5DF40-03B1-2AC8-479C-C008C89338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91E0059-E7A0-1779-6E9A-C9A4F9BD4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EFDEEA-8B9D-6ECF-F694-24EE740C5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1FAF1F-3876-F174-7AFF-B50909209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EB5182-7E3A-7608-2660-C0DB4A51A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43291A-BBCC-4A12-889C-C0E396CC444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69647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2EAE7C9-D573-EA90-3D00-96ABB00781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4973BD1-F2B2-EAF5-50E8-4C677CA090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D9B0444-2750-6A2C-CED7-B9DA58D5714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E3EF658-1EDA-2659-A0FE-A892651D2CB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F16D2A6-7F69-AB45-FCCF-FDE8C707738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9B651AF-9143-4FBC-8B9C-BC54A6BC31F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6FF54BF-756B-A7D5-7B92-8772CD030CC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/>
              <a:t>102</a:t>
            </a:r>
            <a:br>
              <a:rPr lang="en-US" altLang="pt-BR" sz="4000"/>
            </a:br>
            <a:r>
              <a:rPr lang="en-US" altLang="pt-BR" sz="4000"/>
              <a:t>CRÊ NA PROMESSA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C4F149A8-A0FC-4A2A-EBDB-3CFD0780F09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EB54379C-DCA8-A9B4-43FF-93FB42BDEB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791200"/>
          </a:xfrm>
        </p:spPr>
        <p:txBody>
          <a:bodyPr/>
          <a:lstStyle/>
          <a:p>
            <a:r>
              <a:rPr lang="en-US" altLang="pt-BR" sz="4000" i="1"/>
              <a:t>Hoje, Jesus pode te salvar; </a:t>
            </a:r>
            <a:br>
              <a:rPr lang="en-US" altLang="pt-BR" sz="4000" i="1"/>
            </a:br>
            <a:r>
              <a:rPr lang="en-US" altLang="pt-BR" sz="4000" i="1"/>
              <a:t>Somente crê na promessa; </a:t>
            </a:r>
            <a:br>
              <a:rPr lang="en-US" altLang="pt-BR" sz="4000" i="1"/>
            </a:br>
            <a:r>
              <a:rPr lang="en-US" altLang="pt-BR" sz="4000" i="1"/>
              <a:t>Dos teus pecados purificar; </a:t>
            </a:r>
            <a:br>
              <a:rPr lang="en-US" altLang="pt-BR" sz="4000" i="1"/>
            </a:br>
            <a:r>
              <a:rPr lang="en-US" altLang="pt-BR" sz="4000" i="1"/>
              <a:t>Somente crê na promessa.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50C5288-145C-3386-CDD1-27923CAF38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791200"/>
          </a:xfrm>
        </p:spPr>
        <p:txBody>
          <a:bodyPr/>
          <a:lstStyle/>
          <a:p>
            <a:r>
              <a:rPr lang="en-US" altLang="pt-BR" sz="4000" b="1" i="1"/>
              <a:t>Crê na promessa de Jesus,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Somente crê na promessa;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Bênção dos céus, vida à flux!</a:t>
            </a:r>
            <a:r>
              <a:rPr lang="en-US" altLang="pt-BR" sz="4000" i="1"/>
              <a:t> </a:t>
            </a:r>
            <a:r>
              <a:rPr lang="en-US" altLang="pt-BR" sz="4000" b="1" i="1"/>
              <a:t>Somente crê na promessa.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6B7FF1E-07F2-4F57-0693-C7CBB201E7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791200"/>
          </a:xfrm>
        </p:spPr>
        <p:txBody>
          <a:bodyPr/>
          <a:lstStyle/>
          <a:p>
            <a:r>
              <a:rPr lang="en-US" altLang="pt-BR" sz="4000" i="1"/>
              <a:t>Do alto, Jesus dará poder; </a:t>
            </a:r>
            <a:br>
              <a:rPr lang="en-US" altLang="pt-BR" sz="4000" i="1"/>
            </a:br>
            <a:r>
              <a:rPr lang="en-US" altLang="pt-BR" sz="4000" i="1"/>
              <a:t>Somente crê na promessa; </a:t>
            </a:r>
            <a:br>
              <a:rPr lang="en-US" altLang="pt-BR" sz="4000" i="1"/>
            </a:br>
            <a:r>
              <a:rPr lang="en-US" altLang="pt-BR" sz="4000" i="1"/>
              <a:t>Na Sua alegria irás vencer; </a:t>
            </a:r>
            <a:br>
              <a:rPr lang="en-US" altLang="pt-BR" sz="4000" i="1"/>
            </a:br>
            <a:r>
              <a:rPr lang="en-US" altLang="pt-BR" sz="4000" i="1"/>
              <a:t>Somente crê na promessa.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7F3E607-0A08-5973-DD6E-FF501483D9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791200"/>
          </a:xfrm>
        </p:spPr>
        <p:txBody>
          <a:bodyPr/>
          <a:lstStyle/>
          <a:p>
            <a:r>
              <a:rPr lang="en-US" altLang="pt-BR" sz="4000" b="1" i="1"/>
              <a:t>Crê na promessa de Jesus,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Somente crê na promessa;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Bênção dos céus, vida à flux!</a:t>
            </a:r>
            <a:r>
              <a:rPr lang="en-US" altLang="pt-BR" sz="4000" i="1"/>
              <a:t> </a:t>
            </a:r>
            <a:r>
              <a:rPr lang="en-US" altLang="pt-BR" sz="4000" b="1" i="1"/>
              <a:t>Somente crê na promessa.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E16F1E4-A154-E129-6E1F-208E5A5017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791200"/>
          </a:xfrm>
        </p:spPr>
        <p:txBody>
          <a:bodyPr/>
          <a:lstStyle/>
          <a:p>
            <a:r>
              <a:rPr lang="en-US" altLang="pt-BR" sz="4000" i="1"/>
              <a:t>A Sua graça vem receber; </a:t>
            </a:r>
            <a:br>
              <a:rPr lang="en-US" altLang="pt-BR" sz="4000" i="1"/>
            </a:br>
            <a:r>
              <a:rPr lang="en-US" altLang="pt-BR" sz="4000" i="1"/>
              <a:t>Somente crê na promessa; </a:t>
            </a:r>
            <a:br>
              <a:rPr lang="en-US" altLang="pt-BR" sz="4000" i="1"/>
            </a:br>
            <a:r>
              <a:rPr lang="en-US" altLang="pt-BR" sz="4000" i="1"/>
              <a:t>Tudo Jesus quer te conceder. </a:t>
            </a:r>
            <a:br>
              <a:rPr lang="en-US" altLang="pt-BR" sz="4000" i="1"/>
            </a:br>
            <a:r>
              <a:rPr lang="en-US" altLang="pt-BR" sz="4000" i="1"/>
              <a:t>Somente crê na promessa.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F6A6742E-E727-D4A7-B49A-72FE0ED4AB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791200"/>
          </a:xfrm>
        </p:spPr>
        <p:txBody>
          <a:bodyPr/>
          <a:lstStyle/>
          <a:p>
            <a:r>
              <a:rPr lang="en-US" altLang="pt-BR" sz="4000" b="1" i="1"/>
              <a:t>Crê na promessa de Jesus,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Somente crê na promessa;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Bênção dos céus, vida à flux!</a:t>
            </a:r>
            <a:r>
              <a:rPr lang="en-US" altLang="pt-BR" sz="4000" i="1"/>
              <a:t> </a:t>
            </a:r>
            <a:r>
              <a:rPr lang="en-US" altLang="pt-BR" sz="4000" b="1" i="1"/>
              <a:t>Somente crê na promessa.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DBD114E3-66BA-9181-05E4-FC89ED1579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791200"/>
          </a:xfrm>
        </p:spPr>
        <p:txBody>
          <a:bodyPr/>
          <a:lstStyle/>
          <a:p>
            <a:r>
              <a:rPr lang="en-US" altLang="pt-BR" sz="4000" i="1"/>
              <a:t>Vem recebera paz do Senhor, </a:t>
            </a:r>
            <a:br>
              <a:rPr lang="en-US" altLang="pt-BR" sz="4000" i="1"/>
            </a:br>
            <a:r>
              <a:rPr lang="en-US" altLang="pt-BR" sz="4000" i="1"/>
              <a:t>Somente crê na promessa; </a:t>
            </a:r>
            <a:br>
              <a:rPr lang="en-US" altLang="pt-BR" sz="4000" i="1"/>
            </a:br>
            <a:r>
              <a:rPr lang="en-US" altLang="pt-BR" sz="4000" i="1"/>
              <a:t>Cheio serás do Consolador. </a:t>
            </a:r>
            <a:br>
              <a:rPr lang="en-US" altLang="pt-BR" sz="4000" i="1"/>
            </a:br>
            <a:r>
              <a:rPr lang="en-US" altLang="pt-BR" sz="4000" i="1"/>
              <a:t>Somente crê na promessa.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1641C521-6E1D-3065-F5DD-671F995009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791200"/>
          </a:xfrm>
        </p:spPr>
        <p:txBody>
          <a:bodyPr/>
          <a:lstStyle/>
          <a:p>
            <a:r>
              <a:rPr lang="en-US" altLang="pt-BR" sz="4000" b="1" i="1"/>
              <a:t>Crê na promessa de Jesus,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Somente crê na promessa;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Bênção dos céus, vida à flux!</a:t>
            </a:r>
            <a:r>
              <a:rPr lang="en-US" altLang="pt-BR" sz="4000" i="1"/>
              <a:t> </a:t>
            </a:r>
            <a:r>
              <a:rPr lang="en-US" altLang="pt-BR" sz="4000" b="1" i="1"/>
              <a:t>Somente crê na promessa.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102 CRÊ NA PROMESSA </vt:lpstr>
      <vt:lpstr>Hoje, Jesus pode te salvar;  Somente crê na promessa;  Dos teus pecados purificar;  Somente crê na promessa. </vt:lpstr>
      <vt:lpstr>Crê na promessa de Jesus,  Somente crê na promessa;  Bênção dos céus, vida à flux! Somente crê na promessa. </vt:lpstr>
      <vt:lpstr>Do alto, Jesus dará poder;  Somente crê na promessa;  Na Sua alegria irás vencer;  Somente crê na promessa. </vt:lpstr>
      <vt:lpstr>Crê na promessa de Jesus,  Somente crê na promessa;  Bênção dos céus, vida à flux! Somente crê na promessa. </vt:lpstr>
      <vt:lpstr>A Sua graça vem receber;  Somente crê na promessa;  Tudo Jesus quer te conceder.  Somente crê na promessa. </vt:lpstr>
      <vt:lpstr>Crê na promessa de Jesus,  Somente crê na promessa;  Bênção dos céus, vida à flux! Somente crê na promessa. </vt:lpstr>
      <vt:lpstr>Vem recebera paz do Senhor,  Somente crê na promessa;  Cheio serás do Consolador.  Somente crê na promessa. </vt:lpstr>
      <vt:lpstr>Crê na promessa de Jesus,  Somente crê na promessa;  Bênção dos céus, vida à flux! Somente crê na promessa.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102 CRÊ NA PROMESSA </dc:title>
  <dc:creator>Junior</dc:creator>
  <cp:lastModifiedBy>Emerson Souza</cp:lastModifiedBy>
  <cp:revision>1</cp:revision>
  <dcterms:created xsi:type="dcterms:W3CDTF">2005-12-23T13:35:34Z</dcterms:created>
  <dcterms:modified xsi:type="dcterms:W3CDTF">2026-05-02T21:45:15Z</dcterms:modified>
</cp:coreProperties>
</file>