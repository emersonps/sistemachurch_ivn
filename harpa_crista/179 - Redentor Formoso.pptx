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7A1AF-F700-4691-14F0-5B2F977DD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6B3FE6-3F52-7807-74E1-0C0F9F84C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640CDD-6316-2B1B-BAFD-0476E47C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A0757B-03FC-64FE-FC61-B48FCCC9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C73DD8-17AF-6B05-F2DA-A70FF898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15B2B-5473-4FC0-98C0-EF482F57C5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39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8EC36-D74F-F99F-8A59-65C4DDC0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699FAF-6729-731C-B9E9-2A04B3145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D5C98D-C608-1C58-4685-82AD173D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EE0667-E813-519E-A747-4772FCE7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AECBB3-34ED-0CEA-3528-52088B4B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209D0-F93F-4D74-B6B2-734C40195C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719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7D549-33A3-3F4C-3CC0-A357359B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AC7793-B080-D236-7AD7-6020EA4B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B17F9C-C5DB-331D-1E9A-2D65FB29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9778C5-02AC-16AF-D677-948316AB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88233C-C257-4ECC-6B86-528DA63C3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1B85AB-B095-47A2-BDFF-1376592228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936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6C8B0-7629-965F-BCB3-FF385867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DA779F-E05F-2DAC-CA88-A42003DFD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F3389F-E008-A656-8093-421D409F1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124188-B151-BA72-87E2-E5601E7E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592B38-14EF-CB14-DE17-81A1A50EE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3401CF-BBBF-5988-F858-B8E3404F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19DC54-9C74-4BBB-B230-B87C9FF7D1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152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7CB79-500B-9437-DA69-0BEF7742B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87545-2218-E27E-0D5B-76AB16BE3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72C154-4726-3206-5CCE-143551765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D34366-6E14-F94F-1B23-6BCC3CF5E9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46700D-F766-55E2-5B37-B559C5A99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43861E1-B93A-C598-EF7B-32DCB86D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2A05AAD-A32D-8E8B-B9CA-104182DB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59350B-EF89-9EDB-3B0C-F9D1AF94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FA54AB-2E56-4001-90AD-FBE66EEEB7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5137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E3620-A292-94BC-1C0E-9ADBC1FF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C7ECC9-AFC2-15AF-0B49-A180735D3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157CF24-CC48-124A-F3F5-8EE3D7BB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3B0711C-F1A6-3532-DF9F-B8984C29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63DBDA-0EAD-4482-9306-278214F743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937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2B6DCE-2736-0040-AE6A-82AC28A61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E5BFCD-08E5-7E6B-DE16-A31B527B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33BAC5-BDC4-DA0C-B59A-096CC2F7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8B24E5-63D3-410D-92C9-A9D55B45BB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722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E19EA-882E-955A-1311-E5AACA41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013E09-0E0E-4F42-DF2B-93DFB627B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096621-6EA6-9E02-6863-013947F8B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9121D7-2EA7-6BE3-17DB-516FD5EB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F7F6B2-C198-D332-1829-28993619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2889E2-0950-376F-7BAB-98B6EF7F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121208-9C2F-4025-94F5-88F7260D36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9255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1820C-F1BA-D432-D817-28CBA992B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C5D337-D711-563E-7D29-389BB7158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F26EDD-E112-7E45-B41E-8A8E1C846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52F7C0-CE6F-382F-5444-D0083E57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FA06F8-749F-9C94-D56C-4BC2C2E1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F31E97-3DEC-834B-7090-6E3628F2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EEB01C-9B00-46A7-AE54-D9D8373FA4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0784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8303B-A66C-F05C-27E0-10DA9C33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31E0AB-94CD-0F1C-D0B0-62A2AA2DD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75273D-18E8-0691-D5C1-54B3F196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3F6C79-AF7B-5289-FAE9-2C664929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A86C71-7CB5-EFCD-0411-4DF18A18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CBC5E3-376B-4B23-B41B-009DB1F1D5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032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6AAC62-907B-0BCD-0F80-952D8C362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11AABA-727C-FC43-D0B1-43201EA83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626204-C1F0-3CDE-222B-7A0F4643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61A8D1-856E-A732-7CA6-FEA56302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BFEFD4-C9C2-A9A1-1E55-02939420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3DD55-57AC-4C02-B7C7-84E6663178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079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E6CFDE-1EED-8CA1-4572-F997C9332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546CA8-71C5-C3AA-9AAE-796C333E6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FD27EB2-9728-CAD6-DD31-E272F828D1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6AF27CF-5E6C-A9F3-B3C5-8DFAA4E7CE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6FD9FAC-2641-BF79-EAC8-9F550349A0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F17DA19-C408-47D9-909F-FB302EA060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142834D-9CD8-DDAE-2C98-B3947D3198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81200"/>
            <a:ext cx="91440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179</a:t>
            </a:r>
            <a:br>
              <a:rPr lang="en-US" altLang="pt-BR" sz="4000" b="1" i="1"/>
            </a:br>
            <a:r>
              <a:rPr lang="en-US" altLang="pt-BR" sz="4000" b="1" i="1"/>
              <a:t>REDENTOR FORMOSO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E2398D3-D4DA-6726-68CA-ECCF488173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75362F8B-14A4-E4CC-4253-6A6CD5F09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Redentor formoso e belo,</a:t>
            </a:r>
            <a:br>
              <a:rPr lang="en-US" altLang="pt-BR" sz="4000" i="1"/>
            </a:br>
            <a:r>
              <a:rPr lang="en-US" altLang="pt-BR" sz="4000" i="1"/>
              <a:t>Que habitas em alvor;</a:t>
            </a:r>
            <a:br>
              <a:rPr lang="en-US" altLang="pt-BR" sz="4000" i="1"/>
            </a:br>
            <a:r>
              <a:rPr lang="en-US" altLang="pt-BR" sz="4000" i="1"/>
              <a:t>Na minh'alma eu anelo</a:t>
            </a:r>
            <a:br>
              <a:rPr lang="en-US" altLang="pt-BR" sz="4000" i="1"/>
            </a:br>
            <a:r>
              <a:rPr lang="en-US" altLang="pt-BR" sz="4000" i="1"/>
              <a:t>De ser como és Tu, Senhor </a:t>
            </a:r>
            <a:br>
              <a:rPr lang="en-US" altLang="pt-BR" sz="4000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D44BB46-6304-FF0F-7EB2-39D5E580B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/>
              <a:t>Té que um dia vá, remido,</a:t>
            </a:r>
            <a:br>
              <a:rPr lang="en-US" altLang="pt-BR" sz="4000" b="1"/>
            </a:br>
            <a:r>
              <a:rPr lang="en-US" altLang="pt-BR" sz="4000" b="1"/>
              <a:t>No céu eu ver o Redentor!</a:t>
            </a:r>
            <a:br>
              <a:rPr lang="en-US" altLang="pt-BR" sz="4000" b="1"/>
            </a:br>
            <a:r>
              <a:rPr lang="en-US" altLang="pt-BR" sz="4000" b="1"/>
              <a:t>Depois que eu tiver cumprido</a:t>
            </a:r>
            <a:br>
              <a:rPr lang="en-US" altLang="pt-BR" sz="4000" b="1"/>
            </a:br>
            <a:r>
              <a:rPr lang="en-US" altLang="pt-BR" sz="4000" b="1"/>
              <a:t>O Seu querer, por Seu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BD0161D-BD10-5A8C-0719-3D1A1AC30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Os meus olhos, ó retira, </a:t>
            </a:r>
            <a:br>
              <a:rPr lang="en-US" altLang="pt-BR" sz="4000" i="1"/>
            </a:br>
            <a:r>
              <a:rPr lang="en-US" altLang="pt-BR" sz="4000" i="1"/>
              <a:t>Deste mundo de horror, </a:t>
            </a:r>
            <a:br>
              <a:rPr lang="en-US" altLang="pt-BR" sz="4000" i="1"/>
            </a:br>
            <a:r>
              <a:rPr lang="en-US" altLang="pt-BR" sz="4000" i="1"/>
              <a:t>Pois minh’alma em Ti remira  </a:t>
            </a:r>
            <a:br>
              <a:rPr lang="en-US" altLang="pt-BR" sz="4000" i="1"/>
            </a:br>
            <a:r>
              <a:rPr lang="en-US" altLang="pt-BR" sz="4000" i="1"/>
              <a:t>Tua graça e Teu favor.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4A828EC-830E-C4D1-30BB-92511AD82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/>
              <a:t>Té que um dia vá, remido,</a:t>
            </a:r>
            <a:br>
              <a:rPr lang="en-US" altLang="pt-BR" sz="4000" b="1"/>
            </a:br>
            <a:r>
              <a:rPr lang="en-US" altLang="pt-BR" sz="4000" b="1"/>
              <a:t>No céu eu ver o Redentor!</a:t>
            </a:r>
            <a:br>
              <a:rPr lang="en-US" altLang="pt-BR" sz="4000" b="1"/>
            </a:br>
            <a:r>
              <a:rPr lang="en-US" altLang="pt-BR" sz="4000" b="1"/>
              <a:t>Depois que eu tiver cumprido</a:t>
            </a:r>
            <a:br>
              <a:rPr lang="en-US" altLang="pt-BR" sz="4000" b="1"/>
            </a:br>
            <a:r>
              <a:rPr lang="en-US" altLang="pt-BR" sz="4000" b="1"/>
              <a:t>O Seu querer, por Seu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698442A-BD66-1751-6341-9B5D40833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Já a noite se avança; </a:t>
            </a:r>
            <a:br>
              <a:rPr lang="en-US" altLang="pt-BR" sz="4000" i="1"/>
            </a:br>
            <a:r>
              <a:rPr lang="en-US" altLang="pt-BR" sz="4000" i="1"/>
              <a:t>Bela estrela vai nascer, </a:t>
            </a:r>
            <a:br>
              <a:rPr lang="en-US" altLang="pt-BR" sz="4000" i="1"/>
            </a:br>
            <a:r>
              <a:rPr lang="en-US" altLang="pt-BR" sz="4000" i="1"/>
              <a:t>Temos nós a esperança </a:t>
            </a:r>
            <a:br>
              <a:rPr lang="en-US" altLang="pt-BR" sz="4000" i="1"/>
            </a:br>
            <a:r>
              <a:rPr lang="en-US" altLang="pt-BR" sz="4000" i="1"/>
              <a:t>Dum eterno e gran prazer.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3660B91-73E5-4EBE-654A-E6B777814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/>
              <a:t>Té que um dia vá, remido,</a:t>
            </a:r>
            <a:br>
              <a:rPr lang="en-US" altLang="pt-BR" sz="4000" b="1"/>
            </a:br>
            <a:r>
              <a:rPr lang="en-US" altLang="pt-BR" sz="4000" b="1"/>
              <a:t>No céu eu ver o Redentor!</a:t>
            </a:r>
            <a:br>
              <a:rPr lang="en-US" altLang="pt-BR" sz="4000" b="1"/>
            </a:br>
            <a:r>
              <a:rPr lang="en-US" altLang="pt-BR" sz="4000" b="1"/>
              <a:t>Depois que eu tiver cumprido</a:t>
            </a:r>
            <a:br>
              <a:rPr lang="en-US" altLang="pt-BR" sz="4000" b="1"/>
            </a:br>
            <a:r>
              <a:rPr lang="en-US" altLang="pt-BR" sz="4000" b="1"/>
              <a:t>O Seu querer, por Seu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306D910-0B7A-FD80-01E3-2896B6781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Tua mão, ó me sustente, </a:t>
            </a:r>
            <a:br>
              <a:rPr lang="en-US" altLang="pt-BR" sz="4000" i="1"/>
            </a:br>
            <a:r>
              <a:rPr lang="en-US" altLang="pt-BR" sz="4000" i="1"/>
              <a:t>Humilhado aos Teus pés, </a:t>
            </a:r>
            <a:br>
              <a:rPr lang="en-US" altLang="pt-BR" sz="4000" i="1"/>
            </a:br>
            <a:r>
              <a:rPr lang="en-US" altLang="pt-BR" sz="4000" i="1"/>
              <a:t>Com a alma e com a mente, </a:t>
            </a:r>
            <a:br>
              <a:rPr lang="en-US" altLang="pt-BR" sz="4000" i="1"/>
            </a:br>
            <a:r>
              <a:rPr lang="en-US" altLang="pt-BR" sz="4000" i="1"/>
              <a:t>Pela verdadeira fé.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29BAD3C-D37A-8FF8-F2D0-032C42722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/>
              <a:t>Té que um dia vá, remido,</a:t>
            </a:r>
            <a:br>
              <a:rPr lang="en-US" altLang="pt-BR" sz="4000" b="1"/>
            </a:br>
            <a:r>
              <a:rPr lang="en-US" altLang="pt-BR" sz="4000" b="1"/>
              <a:t>No céu eu ver o Redentor!</a:t>
            </a:r>
            <a:br>
              <a:rPr lang="en-US" altLang="pt-BR" sz="4000" b="1"/>
            </a:br>
            <a:r>
              <a:rPr lang="en-US" altLang="pt-BR" sz="4000" b="1"/>
              <a:t>Depois que eu tiver cumprido</a:t>
            </a:r>
            <a:br>
              <a:rPr lang="en-US" altLang="pt-BR" sz="4000" b="1"/>
            </a:br>
            <a:r>
              <a:rPr lang="en-US" altLang="pt-BR" sz="4000" b="1"/>
              <a:t>O Seu querer, por Seu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 179 REDENTOR FORMOSO</vt:lpstr>
      <vt:lpstr>Redentor formoso e belo, Que habitas em alvor; Na minh'alma eu anelo De ser como és Tu, Senhor  </vt:lpstr>
      <vt:lpstr>Té que um dia vá, remido, No céu eu ver o Redentor! Depois que eu tiver cumprido O Seu querer, por Seu amor. </vt:lpstr>
      <vt:lpstr>Os meus olhos, ó retira,  Deste mundo de horror,  Pois minh’alma em Ti remira   Tua graça e Teu favor. </vt:lpstr>
      <vt:lpstr>Té que um dia vá, remido, No céu eu ver o Redentor! Depois que eu tiver cumprido O Seu querer, por Seu amor. </vt:lpstr>
      <vt:lpstr>Já a noite se avança;  Bela estrela vai nascer,  Temos nós a esperança  Dum eterno e gran prazer. </vt:lpstr>
      <vt:lpstr>Té que um dia vá, remido, No céu eu ver o Redentor! Depois que eu tiver cumprido O Seu querer, por Seu amor. </vt:lpstr>
      <vt:lpstr>Tua mão, ó me sustente,  Humilhado aos Teus pés,  Com a alma e com a mente,  Pela verdadeira fé. </vt:lpstr>
      <vt:lpstr>Té que um dia vá, remido, No céu eu ver o Redentor! Depois que eu tiver cumprido O Seu querer, por Seu amor.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179 REDENTOR FORMOSO</dc:title>
  <dc:creator>Junior</dc:creator>
  <cp:lastModifiedBy>Emerson Souza</cp:lastModifiedBy>
  <cp:revision>1</cp:revision>
  <dcterms:created xsi:type="dcterms:W3CDTF">2005-12-23T16:31:25Z</dcterms:created>
  <dcterms:modified xsi:type="dcterms:W3CDTF">2026-05-02T21:51:47Z</dcterms:modified>
</cp:coreProperties>
</file>