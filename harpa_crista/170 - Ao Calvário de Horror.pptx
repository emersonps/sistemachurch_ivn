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2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794FB2-C868-5315-E4E1-3D48212EB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C29C10-56AF-31B3-7A7B-3675F6FEE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630F15-B593-F372-517F-66321BC4C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2B8D73-1822-9AA5-7520-5C9ACD08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600525-8AD6-0255-5568-0F77AAF0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0E8987-D071-4E7B-AF80-72D9881B52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5218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75D4CD-200B-5349-CA34-7B4197694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155071-87A9-023B-CF7A-47A7EF935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F6CCCE-DF3F-DB91-E129-4DF4DB361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C07D8A-65CD-6AEB-7F83-B6E4461A5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5B7EB3-2CB5-AED5-6A5C-93E969079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1EE015-15F6-4947-B304-FD3BF3989E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99380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DA9535-4C42-EA79-416A-B8B805502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EF77CE-3391-F6AD-1A61-7BF2ACAA4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F775B1-2447-DD89-110B-555F87D4B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F15347-CFD2-6D51-4839-535D1B2D4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EA6638-40F6-649E-F12E-7687C166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5962FD-5F8A-4A9D-BE35-6AA23EA9FE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7488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F04804-7647-1785-1A31-6819A571D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53713D-2B31-6CFF-81EE-0648C7F199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D07C99E-8990-5313-9EE4-EEDFC2DEA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B6B49B-D194-762A-667B-4569B0874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EFE813-15B9-4C37-BC2B-D5C2AF753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B543E0-4E74-450F-8E2F-5147648A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02F9D4-DA2A-4FA4-9E2C-3EF53F86C3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1131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A0811-87CB-EE45-3D5C-51ED52B3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21FFB1-4963-6E42-4EA0-69EE245F9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69965F0-24F6-66AB-51B9-ED3B3CCAC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EFAE307-D7C2-5987-0A06-B634F28523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0D0F22-8815-1346-BA67-C6FC23AB91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5AFF623-48E4-8A3D-A532-38823BFEE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CFE4CDE-14DA-E9E7-B900-418695B8B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A8ECF6A-9C8F-F044-63FB-8A1042B1F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71399-2C80-48B9-959B-85D388EAF7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9242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9D222-8284-3B95-27CC-74FF22C17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2047389-0401-D785-EA91-A0BA0A81A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2A924BE-994C-01F3-2C71-75DC1D1CB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7E40946-B002-B61E-86B1-DAF206B93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A392B7-DBE9-4D8B-9368-6CDB071BC5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2487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A1BD8AB-6638-679F-A71D-3566E6168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D41DE9F-72EB-3E98-2FCC-A59F0E9B7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DF2540-76CD-06A2-DE23-A1622E083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3A419A-9C3C-4185-8730-C1624EEB84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92887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0610B3-2BC3-8886-638B-09AC73675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70D6D-6585-ABDC-F582-04EC819F9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0DAEA9-6D64-11AD-F440-BFA69AA93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068857-9E53-DAA8-640C-63BFE2673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6894DE-A1F5-E588-01C6-24DD0ED03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2AA4EB-0E75-EF16-58FB-A0810FB89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D26FEE-120E-479B-B9CD-7D49B65C49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37092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B77B3-E9C0-1DD6-6678-575E769B5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3B3DD44-D25C-E00D-6D52-06F1A3F54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A5D190-A006-2943-6433-EFFFFFB7D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E6B33C-CE6C-39D2-4F2D-6B94726C7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C305E1-F16F-CBBF-0E3F-84AD967BC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107FBC-A1DB-0FE2-CE9B-3DFA8735E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6A8EF0-21CF-4975-ADF2-2D8BFA14A4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8292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C93D2-5574-8AB5-EE74-BF8A1DEE2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AA33D7-0A5B-46AA-F58D-1CF1798D9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B1B02F-7553-B7F1-57AC-1FE35C567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05451B-19AE-2661-FEBE-573EFDDD2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C4AFF7-B461-61BE-A89E-A73FB867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FC961E-C226-4C88-A322-77FAA95332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791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F787F9-863B-9A11-7CC4-79B659F40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A2E6673-93FC-2ABC-10E2-E24A7F9B4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EFEB53-397E-A665-2AF1-026C18CCF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B3E9E-00C8-3042-E248-A9B498337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2D8683-1FBA-6CC3-C1F9-12D327B19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BF28D2-CC67-4B6C-835D-C3584DD930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7315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C836B5-84C6-D265-C275-67CEE8C56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C16541-4B21-7D00-C051-985E0A2EA7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F16F462-5E61-6615-F2BE-0D1E6E03607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9F848D-7BE3-94F4-285C-9658CC3A140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4CE2AC1-DEF4-CBB8-EDA5-1AA000D36C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E1D96FE-BD5E-45FC-8B90-32C236FB727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CF83DDE9-B191-43BE-5658-C83987BEA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AC76A6CA-89F4-42D3-C8F9-4637D1F7379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188" y="2420938"/>
            <a:ext cx="7772400" cy="2016125"/>
          </a:xfrm>
        </p:spPr>
        <p:txBody>
          <a:bodyPr anchor="ctr"/>
          <a:lstStyle/>
          <a:p>
            <a:r>
              <a:rPr lang="en-US" altLang="pt-BR" sz="4400" b="1">
                <a:solidFill>
                  <a:schemeClr val="bg1"/>
                </a:solidFill>
              </a:rPr>
              <a:t>170 - AO CALVÁRIO DE HORROR</a:t>
            </a:r>
            <a:br>
              <a:rPr lang="en-US" altLang="pt-BR" sz="4400" b="1">
                <a:solidFill>
                  <a:schemeClr val="bg1"/>
                </a:solidFill>
              </a:rPr>
            </a:br>
            <a:endParaRPr lang="en-US" altLang="pt-BR" sz="4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9FB8700F-17D7-42B3-6154-AFFF135DD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E244740F-4C09-84CD-FC04-C14659AF77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5175"/>
            <a:ext cx="9144000" cy="6092825"/>
          </a:xfrm>
        </p:spPr>
        <p:txBody>
          <a:bodyPr/>
          <a:lstStyle/>
          <a:p>
            <a:r>
              <a:rPr lang="en-US" altLang="pt-BR" sz="4000">
                <a:solidFill>
                  <a:schemeClr val="bg1"/>
                </a:solidFill>
              </a:rPr>
              <a:t>Como havia trevas no meu coração,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Quando Jesus Cristo me salvou;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Pela luz divina, com a Sua mão,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Todas as minhas trevas dissipou!</a:t>
            </a:r>
            <a:br>
              <a:rPr lang="en-US" altLang="pt-BR" sz="4000">
                <a:solidFill>
                  <a:schemeClr val="bg1"/>
                </a:solidFill>
              </a:rPr>
            </a:b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E00EE539-761F-5A21-E453-BC2EBCE03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88C28087-9056-42CB-9BB7-924A3E21B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324975" cy="6249987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bg1"/>
                </a:solidFill>
              </a:rPr>
              <a:t>Ao Calvário de horror, subiu Jesus, Levando a cruz, levando a cruz;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Ao Calvário de horror, subiu Jesus, Levando a minha cruz!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12EE9A63-FA1E-7E85-3631-2FC770D52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361A7661-5A7B-D4DD-5F93-F37A3139A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396413" cy="6583362"/>
          </a:xfrm>
        </p:spPr>
        <p:txBody>
          <a:bodyPr/>
          <a:lstStyle/>
          <a:p>
            <a:r>
              <a:rPr lang="en-US" altLang="pt-BR" sz="4000">
                <a:solidFill>
                  <a:schemeClr val="bg1"/>
                </a:solidFill>
              </a:rPr>
              <a:t>Vindo um perdido ao Senhor Jesus, Achará o gozo divinal,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E na sua alma raiará a luz,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Luz que vem do céu, luz eternal!</a:t>
            </a:r>
            <a:br>
              <a:rPr lang="en-US" altLang="pt-BR" sz="4000">
                <a:solidFill>
                  <a:schemeClr val="bg1"/>
                </a:solidFill>
              </a:rPr>
            </a:br>
            <a:endParaRPr lang="en-US" altLang="pt-BR" sz="40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A8161668-F6A8-A890-72EC-2A59092A8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19" name="Rectangle 3">
            <a:extLst>
              <a:ext uri="{FF2B5EF4-FFF2-40B4-BE49-F238E27FC236}">
                <a16:creationId xmlns:a16="http://schemas.microsoft.com/office/drawing/2014/main" id="{162389E2-74C4-0F3E-739F-52F0BB3FC5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324975" cy="6249987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bg1"/>
                </a:solidFill>
              </a:rPr>
              <a:t>Ao Calvário de horror, subiu Jesus, Levando a cruz, levando a cruz;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Ao Calvário de horror, subiu Jesus, Levando a minha cruz!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5B7A5602-8B06-A571-C17D-2AB17DF87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6" name="Rectangle 2">
            <a:extLst>
              <a:ext uri="{FF2B5EF4-FFF2-40B4-BE49-F238E27FC236}">
                <a16:creationId xmlns:a16="http://schemas.microsoft.com/office/drawing/2014/main" id="{38252ABE-ED37-7DDD-DA54-5C525ACFC1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80975" y="274638"/>
            <a:ext cx="9505950" cy="6107112"/>
          </a:xfrm>
        </p:spPr>
        <p:txBody>
          <a:bodyPr/>
          <a:lstStyle/>
          <a:p>
            <a:r>
              <a:rPr lang="en-US" altLang="pt-BR" sz="4000">
                <a:solidFill>
                  <a:schemeClr val="bg1"/>
                </a:solidFill>
              </a:rPr>
              <a:t>É maravilhoso o amor de Deus,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Que mandou Seu Filho p'ra salvar 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Todo o perdido pecador ou réu,</a:t>
            </a:r>
            <a:br>
              <a:rPr lang="en-US" altLang="pt-BR" sz="4000">
                <a:solidFill>
                  <a:schemeClr val="bg1"/>
                </a:solidFill>
              </a:rPr>
            </a:br>
            <a:r>
              <a:rPr lang="en-US" altLang="pt-BR" sz="4000">
                <a:solidFill>
                  <a:schemeClr val="bg1"/>
                </a:solidFill>
              </a:rPr>
              <a:t>Que a Sua graça aceitar!</a:t>
            </a:r>
            <a:r>
              <a:rPr lang="en-US" altLang="pt-BR" sz="1600">
                <a:solidFill>
                  <a:schemeClr val="bg1"/>
                </a:solidFill>
              </a:rPr>
              <a:t>	</a:t>
            </a:r>
            <a:br>
              <a:rPr lang="en-US" altLang="pt-BR" sz="1600">
                <a:solidFill>
                  <a:schemeClr val="bg1"/>
                </a:solidFill>
              </a:rPr>
            </a:br>
            <a:r>
              <a:rPr lang="en-US" altLang="pt-BR" sz="1600">
                <a:solidFill>
                  <a:schemeClr val="bg1"/>
                </a:solidFill>
              </a:rPr>
              <a:t> 	                                                                                                  </a:t>
            </a:r>
            <a:r>
              <a:rPr lang="en-US" altLang="pt-BR" sz="1600">
                <a:solidFill>
                  <a:schemeClr val="tx1"/>
                </a:solidFill>
              </a:rPr>
              <a:t>P.L.M.</a:t>
            </a:r>
            <a:br>
              <a:rPr lang="en-US" altLang="pt-BR" sz="1600">
                <a:solidFill>
                  <a:schemeClr val="tx1"/>
                </a:solidFill>
              </a:rPr>
            </a:br>
            <a:endParaRPr lang="en-US" altLang="pt-BR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1FD12DD1-86D7-8B61-30C3-CDC1114F1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3" name="Rectangle 3">
            <a:extLst>
              <a:ext uri="{FF2B5EF4-FFF2-40B4-BE49-F238E27FC236}">
                <a16:creationId xmlns:a16="http://schemas.microsoft.com/office/drawing/2014/main" id="{4FB0E20A-8000-744D-5402-3C55EE8410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324975" cy="6249987"/>
          </a:xfrm>
        </p:spPr>
        <p:txBody>
          <a:bodyPr/>
          <a:lstStyle/>
          <a:p>
            <a:r>
              <a:rPr lang="en-US" altLang="pt-BR" sz="4000" b="1" i="1">
                <a:solidFill>
                  <a:schemeClr val="bg1"/>
                </a:solidFill>
              </a:rPr>
              <a:t>Ao Calvário de horror, subiu Jesus, Levando a cruz, levando a cruz; 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r>
              <a:rPr lang="en-US" altLang="pt-BR" sz="4000" b="1" i="1">
                <a:solidFill>
                  <a:schemeClr val="bg1"/>
                </a:solidFill>
              </a:rPr>
              <a:t>Ao Calvário de horror, subiu Jesus, Levando a minha cruz!</a:t>
            </a:r>
            <a:br>
              <a:rPr lang="en-US" altLang="pt-BR" sz="4000" b="1" i="1">
                <a:solidFill>
                  <a:schemeClr val="bg1"/>
                </a:solidFill>
              </a:rPr>
            </a:b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205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170 - AO CALVÁRIO DE HORROR </vt:lpstr>
      <vt:lpstr>Como havia trevas no meu coração,  Quando Jesus Cristo me salvou;  Pela luz divina, com a Sua mão,  Todas as minhas trevas dissipou! </vt:lpstr>
      <vt:lpstr>Ao Calvário de horror, subiu Jesus, Levando a cruz, levando a cruz;  Ao Calvário de horror, subiu Jesus, Levando a minha cruz! </vt:lpstr>
      <vt:lpstr>Vindo um perdido ao Senhor Jesus, Achará o gozo divinal, E na sua alma raiará a luz, Luz que vem do céu, luz eternal! </vt:lpstr>
      <vt:lpstr>Ao Calvário de horror, subiu Jesus, Levando a cruz, levando a cruz;  Ao Calvário de horror, subiu Jesus, Levando a minha cruz! </vt:lpstr>
      <vt:lpstr>É maravilhoso o amor de Deus,  Que mandou Seu Filho p'ra salvar  Todo o perdido pecador ou réu, Que a Sua graça aceitar!                                                                                                      P.L.M. </vt:lpstr>
      <vt:lpstr>Ao Calvário de horror, subiu Jesus, Levando a cruz, levando a cruz;  Ao Calvário de horror, subiu Jesus, Levando a minha cruz!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170 - AO CALVÁRIO DE HORROR </dc:title>
  <dc:creator>Montagna</dc:creator>
  <cp:lastModifiedBy>Emerson Souza</cp:lastModifiedBy>
  <cp:revision>2</cp:revision>
  <dcterms:created xsi:type="dcterms:W3CDTF">2005-10-16T04:42:26Z</dcterms:created>
  <dcterms:modified xsi:type="dcterms:W3CDTF">2026-05-02T21:51:02Z</dcterms:modified>
</cp:coreProperties>
</file>