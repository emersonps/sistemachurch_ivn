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8307A-0718-8118-BA59-C911386DD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62ABFD-D4F4-95AA-CFAD-1AB572343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555558-0104-E656-8594-20A9761A3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600357-D4CA-78B8-C8C9-EF809E0B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3401AC-D57A-D326-B24D-829154D4D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8C1AE4-FE13-4AEC-81BA-81024866DD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7469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946A1-3BB4-0D7F-7383-93B469082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C03B00-CFED-F0D8-8762-DD9CD4A78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522BC7-0FC3-4873-F2FF-454512C9B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BE2AB9-0E1A-19DA-64CF-5F23E65D7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D1F6DB-0F74-47F5-5411-50AC7EC6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E21D1B-3808-47FD-9BD0-F386B7B83E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0704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B11C8-D515-AC07-E3A3-F7E4368B5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AA07CB-1E2F-0D3A-BAC9-E23C540ED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E3DBEB-F938-4325-F840-0F318DEB9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2FF66B-942C-9639-498E-A26C5A379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AAE832-08DF-600C-56D8-E0AAEAA59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617C2C-E5BA-48B0-BA36-820ED17525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1503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58C14-F53C-03B1-8E45-4924B719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96625B-AE19-DB85-F321-58B65AF75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75BAF9-50F6-19A7-E31B-5579F7FC8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8788AC-3A08-3C62-804E-01E4FBF0B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969C59-6225-20DC-2B59-47C51EF34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54A076-D0D2-87B8-0930-DBC823E11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144174-8648-456F-A746-DDA0372412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0020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3F742C-D863-A917-346E-720B7290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D433A2-2E43-5C11-B0BF-F4D26A00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19C6A5-1903-93E1-16AE-73B82AC80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C1F0CF9-1C5F-846C-F029-FCB14AB0E1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F932BB7-E2EA-57C7-9D47-2BDA14A71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593689A-8222-6DBE-D1B5-FF6AD9BB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4F23DC0-913F-38B1-10EA-1C58578FA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8A2E871-8170-BEEE-F314-B97DE2D2A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9FE97D-5300-4C27-B488-66E4EC737D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8536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893DE-47CB-159A-EEDA-CFE2C34E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03EB4EF-CD80-0B4A-25A6-5A8B397D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9FB1E8-D164-A997-0CE0-F3249EC59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B42E16C-E7E9-20C3-48FF-F196332B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901839-FDB8-453E-B8A1-8E7E24B1A0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4558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18DC087-4B8F-C191-ABA3-8544CF3EB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DB73FB4-A7BF-A9F6-6AD4-42E8C6749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564E5E-AC8A-D579-4924-A26CAD927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C0E4FC-7F88-4A2B-9CF2-37EA451883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882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25257-5872-3A05-F06C-DCAF2926E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7050FF-0D62-3457-51E7-349D45CAB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7861D1-707F-8406-AC00-2058423DA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08007D-D104-BD68-DB5B-14BE56180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827905-E740-AE06-01FF-D282A2F8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C31434-7F13-E671-6F94-CDA144E9E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077289-2C87-40B3-B12F-92F6B4C69B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6465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0C766-C15E-F5A3-1585-EBAB9AFA6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1B84552-22AB-FAFE-32CA-108F1FB4E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979FEAE-1C68-4FDA-BF8C-765CEFBED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5F3268-DE4D-BE29-11F7-53C73800D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C6E629-2E80-7B26-F04E-1DD9EFC22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FBC4CE-2AB2-56F9-599F-E5105D24D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5EADA3-1C00-4576-AAB5-079F47707F4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3075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F417F-47D2-8C4D-E3E4-9AB13E928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B9B8E94-2363-954C-C036-C98F13E90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163101-723E-F3A5-229C-A312C5DE1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4EA517-F10F-16E3-F47A-D9D77D71F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4D1124-93B7-EA23-1873-BC018CAD3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C537C5-909A-40BE-9983-D766FFECE9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41144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9404CCD-EF26-F0D1-55B4-8FD44040BC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E2D4DFE-6734-8F31-2D24-E398BB469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92E12C-D175-4226-911E-D5356D39D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793728-8D4C-1D0B-A108-45A8084F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82334F-98F2-C579-979D-90DB93E94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2EBD1E-1B26-48D3-BCF0-3EC5F3B131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8966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35E7CF0-6B34-ECB8-15D5-72E36711B7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CC93C91-8D69-7F95-18C0-85D866C3EE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C95FBF0-8292-2226-F273-5A506E70DEB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341E3C7-CB79-9D80-1100-05DBE76116F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75B9B07-9038-541F-C7EE-3D8900DE35F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1DD2578-84D4-4D7F-8791-03E22F51002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417B51E-D3FD-E457-44C6-E696C587A5D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549 - Ora Vem, Senhor Jesus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9AB2F72-3897-023B-37CB-10D9CD8B102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ACAF8D7-8672-1525-34B0-408A28A742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Senhor, não mais retardes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luz do reino Teu,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já a vida aqui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/>
              <a:t>     </a:t>
            </a:r>
            <a:r>
              <a:rPr lang="en-US" altLang="pt-BR" sz="4000" i="1"/>
              <a:t>Toda em dor se converteu.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E1D81CC-01DA-A494-7BCC-09C2925915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Por Ti, Jesus, ansiosos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Estão os corações;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vem, sem mais tardar,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Desfazer as aflições.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5E14F21-7E0B-98A6-E1F7-292D4D4BE7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Com fé a Igreja aguarda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alvor da tua luz,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está a suplicar: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“Ora vem, Senhor Jesus!”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549 - Ora Vem, Senhor Jesus </vt:lpstr>
      <vt:lpstr>Senhor, não mais retardes  A luz do reino Teu,  Pois já a vida aqui       Toda em dor se converteu.    </vt:lpstr>
      <vt:lpstr>Por Ti, Jesus, ansiosos  Estão os corações;  Oh! vem, sem mais tardar,  Desfazer as aflições.  </vt:lpstr>
      <vt:lpstr>Com fé a Igreja aguarda  O alvor da tua luz,  E está a suplicar:  “Ora vem, Senhor Jesus!”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549 - Ora Vem, Senhor Jesus </dc:title>
  <dc:creator>Junior</dc:creator>
  <cp:lastModifiedBy>Emerson Souza</cp:lastModifiedBy>
  <cp:revision>1</cp:revision>
  <dcterms:created xsi:type="dcterms:W3CDTF">2005-12-27T00:14:52Z</dcterms:created>
  <dcterms:modified xsi:type="dcterms:W3CDTF">2026-05-02T22:23:04Z</dcterms:modified>
</cp:coreProperties>
</file>