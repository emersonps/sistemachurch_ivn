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6893C-686C-AC79-A605-A2287666D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ED8F87-65E4-BACB-1322-6E7D749A6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659C82-750D-4946-172F-772D2A1FC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F934DA-502F-40DA-B4D8-BAEA0386B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238477-97A0-D0CB-7F4A-475EF7DCB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9542ED-A08C-41B7-A2AB-CA8847146E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3404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B5C3A-6C50-F7EE-3DE4-A3E39809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6F3039-7E33-9836-FE78-AE6D5AA2E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1DC3ED-9801-8E9C-F836-11CF6B6D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878AA4-EC22-3C95-1AEC-3CF91A8A0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0553B8-C38F-CA6B-E33F-E4E52565B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5EEC84-CCB8-4567-97EC-7EB10A4ED7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3523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C6340-8EAF-55F6-E6FE-59512634A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46A0EC-928D-2520-12D5-A06B2599D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D69AE0-AB82-CFE5-B398-603D0BA10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DBCAB6-F31B-5BE1-9072-E76B676DB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14AF78-915D-D5DD-5C51-76E6F1D61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F77700-27BA-4F0C-91A8-4F5B3C477F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9349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928E7-7CF1-7D07-C13E-F13B294F8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A40EDC-775F-D7C9-EF97-F0D69DCE3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7FE813-DA59-7833-225F-4D15ED7E1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3115FF-C8DC-56B1-8801-8059A475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293615-3A22-49CD-6EB3-53C2E0BFB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8E27D8-D57F-F564-4E5D-2E5973429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95FDBB-97E6-4FD8-9DE0-0B9B665323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4316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EB8D9-99CF-AA55-F2FF-EF185428E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48FDAA-60B6-3F4F-799E-CA86F0AFE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F36FD0-2996-3930-4ED9-61870081D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71D652-F177-F76E-0A93-92698B405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4D3BB86-11FF-2CEA-47A9-0884C410CC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7DBBCFB-813E-9B09-A2DE-767125142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BA6695D-5494-E51E-AE0A-12B38AC16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CF639EA-66DE-C903-BA09-3D24344D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1513F7-F0FC-4D23-ADD5-724EE12ED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243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E0763-1905-69E7-0653-D01765E9E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6638E83-0713-1560-7F7A-3143663E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D0A8EF3-606A-4CCF-D3FC-8050AA57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4F79D80-CB63-CFDE-5908-2198F4E8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557E3B-36C0-48DB-8B68-F6DA888187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18315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550417C-AEDA-2715-1720-0C1D83313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0F0C641-7F4E-209B-68F3-1D57A8637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10A331E-82F9-13A6-D6FA-062A9114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227DC2-6C93-4904-A309-A1617BDB4A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2359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D977FB-A5FC-4E9C-2131-09536B835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4B284A-B111-867C-2820-1AB21DB7D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327F04-4F9C-4FB9-3046-F477B0FDE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40925B-4116-3389-D5D0-934FCA1CD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AD1118-ACD8-91C2-5029-BFA25A51D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15461B-F417-68EF-5C6F-8D8B0522F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278947-FF9A-4EDE-9400-6E9DCC67D9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0367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2E183-483C-F793-43A7-F9B656AAF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4EE2CD4-4E26-9D0A-80A5-EB04C99C0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F55C175-A360-1753-DB66-D64219EC6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F89EE6-7ED8-58FF-3743-7319A923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11BAAC-4F3A-1840-9C09-303343A87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35AC08-9A21-BDF3-D797-62D97C5BD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2D11ED-9381-4F47-A46C-FA01E9F18C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54270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18770-5B38-20C7-2EB1-C826D294D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2DB9D21-5208-4405-34EE-6D9677F70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C8C4D5-321F-55CB-63CA-11E93C680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3AD0EF-B718-B554-CC2A-6C383AFE7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A5CC17-C791-3D9D-7A6C-35343936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3962D1-CB1E-4161-AE1A-299B67E1FD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9537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960463-13D7-2650-F8A2-E363E7467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C4DE2D-40C5-FBF3-F59F-6F85D8E2F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3759E6-D195-A04D-6BF1-7BB1E55CB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03A832-456B-DC66-9912-2B0D35D63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AACC46-79AB-82C5-4B78-B60FD5EA1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1D1DE1-844D-4F62-9B89-E9495B1270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4249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D525529-C6F8-6982-5FEE-75A55311A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FE2EDD5-7E15-F689-5026-A0869CC416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1DC7F59-B8A9-EFF5-B0BC-8287C44FE7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9C9990E-CF40-517B-E503-BF6D03F31B3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4DB079D-07DB-2D29-B83B-E939E19CC5E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AA85943-3E78-4634-914D-0DDD6332ACB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B25F646-CA5B-12A8-5744-AED11CA4E7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380</a:t>
            </a:r>
            <a:br>
              <a:rPr lang="pt-BR" altLang="pt-BR" sz="4000" b="1"/>
            </a:br>
            <a:r>
              <a:rPr lang="pt-BR" altLang="pt-BR" sz="4000" b="1"/>
              <a:t>ABRAÃO E SEU SACRIFICIO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532FADB-6BB2-CFDE-EFD7-6382F37C4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200"/>
              <a:t>Debaixo dumas mui formosas tamareiras, </a:t>
            </a:r>
            <a:br>
              <a:rPr lang="pt-BR" altLang="pt-BR" sz="3200"/>
            </a:br>
            <a:r>
              <a:rPr lang="pt-BR" altLang="pt-BR" sz="3200"/>
              <a:t>Estando já Berseba na escuridão,</a:t>
            </a:r>
            <a:br>
              <a:rPr lang="pt-BR" altLang="pt-BR" sz="3200"/>
            </a:br>
            <a:r>
              <a:rPr lang="pt-BR" altLang="pt-BR" sz="3200"/>
              <a:t>As aves escutando, entre as roseiras, </a:t>
            </a:r>
            <a:br>
              <a:rPr lang="pt-BR" altLang="pt-BR" sz="3200"/>
            </a:br>
            <a:r>
              <a:rPr lang="pt-BR" altLang="pt-BR" sz="3200"/>
              <a:t>Se vê andar o patriarca Abraão.</a:t>
            </a:r>
            <a:br>
              <a:rPr lang="pt-BR" altLang="pt-BR" sz="3200"/>
            </a:br>
            <a:r>
              <a:rPr lang="pt-BR" altLang="pt-BR" sz="3200"/>
              <a:t> Seu coração perante Deus está aflito,</a:t>
            </a:r>
            <a:br>
              <a:rPr lang="pt-BR" altLang="pt-BR" sz="3200"/>
            </a:br>
            <a:r>
              <a:rPr lang="pt-BR" altLang="pt-BR" sz="3200"/>
              <a:t>Pois quer que O sirvamos sem murmuração; </a:t>
            </a:r>
            <a:br>
              <a:rPr lang="pt-BR" altLang="pt-BR" sz="3200"/>
            </a:br>
            <a:r>
              <a:rPr lang="pt-BR" altLang="pt-BR" sz="3200"/>
              <a:t>E por amor pergunta ao Senhor bendito: </a:t>
            </a:r>
            <a:br>
              <a:rPr lang="pt-BR" altLang="pt-BR" sz="3200"/>
            </a:br>
            <a:r>
              <a:rPr lang="pt-BR" altLang="pt-BR" sz="3200"/>
              <a:t>"O meu amado filho queres Tu, então?"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B0EC84C-8796-7404-10DE-D2A8E5F67B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A voz de Jeová potente é ouvida: </a:t>
            </a:r>
            <a:br>
              <a:rPr lang="pt-BR" altLang="pt-BR" sz="3600"/>
            </a:br>
            <a:r>
              <a:rPr lang="pt-BR" altLang="pt-BR" sz="3600"/>
              <a:t>"O teu Isaque oferece para Mim, </a:t>
            </a:r>
            <a:br>
              <a:rPr lang="pt-BR" altLang="pt-BR" sz="3600"/>
            </a:br>
            <a:r>
              <a:rPr lang="pt-BR" altLang="pt-BR" sz="3600"/>
              <a:t>Embora fiques com tu'alma dolorida, </a:t>
            </a:r>
            <a:br>
              <a:rPr lang="pt-BR" altLang="pt-BR" sz="3600"/>
            </a:br>
            <a:r>
              <a:rPr lang="pt-BR" altLang="pt-BR" sz="3600"/>
              <a:t>Pois te abençoo se fizeres tu assim". </a:t>
            </a:r>
            <a:br>
              <a:rPr lang="pt-BR" altLang="pt-BR" sz="3600"/>
            </a:br>
            <a:r>
              <a:rPr lang="pt-BR" altLang="pt-BR" sz="3600"/>
              <a:t>De abatido Abraão se torna forte</a:t>
            </a:r>
            <a:br>
              <a:rPr lang="pt-BR" altLang="pt-BR" sz="3600"/>
            </a:br>
            <a:r>
              <a:rPr lang="pt-BR" altLang="pt-BR" sz="3600"/>
              <a:t>E canta hinos, pois com fé medita já: </a:t>
            </a:r>
            <a:br>
              <a:rPr lang="pt-BR" altLang="pt-BR" sz="3600"/>
            </a:br>
            <a:r>
              <a:rPr lang="pt-BR" altLang="pt-BR" sz="3600"/>
              <a:t>"Deus pode o meu filho libertar da morte!" </a:t>
            </a:r>
            <a:br>
              <a:rPr lang="pt-BR" altLang="pt-BR" sz="3600"/>
            </a:br>
            <a:r>
              <a:rPr lang="pt-BR" altLang="pt-BR" sz="3600"/>
              <a:t>E não temendo, segue para Moriá.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A962EE7-50E8-0A19-E499-B0E09EC130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Ao pé do monte do supremo sacrifício, </a:t>
            </a:r>
            <a:br>
              <a:rPr lang="pt-BR" altLang="pt-BR" sz="3600"/>
            </a:br>
            <a:r>
              <a:rPr lang="pt-BR" altLang="pt-BR" sz="3600"/>
              <a:t>Profunda dúvida entrou em Abraão: </a:t>
            </a:r>
            <a:br>
              <a:rPr lang="pt-BR" altLang="pt-BR" sz="3600"/>
            </a:br>
            <a:r>
              <a:rPr lang="pt-BR" altLang="pt-BR" sz="3600"/>
              <a:t>"Irei perder da minha vida o benefício?" </a:t>
            </a:r>
            <a:br>
              <a:rPr lang="pt-BR" altLang="pt-BR" sz="3600"/>
            </a:br>
            <a:r>
              <a:rPr lang="pt-BR" altLang="pt-BR" sz="3600"/>
              <a:t>E triste começou subir com lentidão, </a:t>
            </a:r>
            <a:br>
              <a:rPr lang="pt-BR" altLang="pt-BR" sz="3600"/>
            </a:br>
            <a:r>
              <a:rPr lang="pt-BR" altLang="pt-BR" sz="3600"/>
              <a:t>Pois ia dar, do coração a esperança – </a:t>
            </a:r>
            <a:br>
              <a:rPr lang="pt-BR" altLang="pt-BR" sz="3600"/>
            </a:br>
            <a:r>
              <a:rPr lang="pt-BR" altLang="pt-BR" sz="3600"/>
              <a:t>No seu outono, sacrifício duma flor, </a:t>
            </a:r>
            <a:br>
              <a:rPr lang="pt-BR" altLang="pt-BR" sz="3600"/>
            </a:br>
            <a:r>
              <a:rPr lang="pt-BR" altLang="pt-BR" sz="3600"/>
              <a:t>Assim levou o seu cordeiro à matança, </a:t>
            </a:r>
            <a:br>
              <a:rPr lang="pt-BR" altLang="pt-BR" sz="3600"/>
            </a:br>
            <a:r>
              <a:rPr lang="pt-BR" altLang="pt-BR" sz="3600"/>
              <a:t>Em obediência ao mandato do Senhor.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A26FB9E-B017-E58B-E371-06292F00E5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200"/>
              <a:t>(saque com a lenha, presto vai na frente, </a:t>
            </a:r>
            <a:br>
              <a:rPr lang="pt-BR" altLang="pt-BR" sz="3200"/>
            </a:br>
            <a:r>
              <a:rPr lang="pt-BR" altLang="pt-BR" sz="3200"/>
              <a:t>Oh! Quanto é formoso para Abraão!</a:t>
            </a:r>
            <a:br>
              <a:rPr lang="pt-BR" altLang="pt-BR" sz="3200"/>
            </a:br>
            <a:r>
              <a:rPr lang="pt-BR" altLang="pt-BR" sz="3200"/>
              <a:t>Mas eis que volta p'ra seu pai suavemente </a:t>
            </a:r>
            <a:br>
              <a:rPr lang="pt-BR" altLang="pt-BR" sz="3200"/>
            </a:br>
            <a:r>
              <a:rPr lang="pt-BR" altLang="pt-BR" sz="3200"/>
              <a:t>E lhe dirige esta interrogação:</a:t>
            </a:r>
            <a:br>
              <a:rPr lang="pt-BR" altLang="pt-BR" sz="3200"/>
            </a:br>
            <a:r>
              <a:rPr lang="pt-BR" altLang="pt-BR" sz="3200"/>
              <a:t>"O fogo e a lenha estou vendo que trouxemos, </a:t>
            </a:r>
            <a:br>
              <a:rPr lang="pt-BR" altLang="pt-BR" sz="3200"/>
            </a:br>
            <a:r>
              <a:rPr lang="pt-BR" altLang="pt-BR" sz="3200"/>
              <a:t>Mas o cordeiro d'holocausto onde está?" </a:t>
            </a:r>
            <a:br>
              <a:rPr lang="pt-BR" altLang="pt-BR" sz="3200"/>
            </a:br>
            <a:r>
              <a:rPr lang="pt-BR" altLang="pt-BR" sz="3200"/>
              <a:t>E a resposta de Abraão na Bíblia temos: </a:t>
            </a:r>
            <a:br>
              <a:rPr lang="pt-BR" altLang="pt-BR" sz="3200"/>
            </a:br>
            <a:r>
              <a:rPr lang="pt-BR" altLang="pt-BR" sz="3200"/>
              <a:t>"Meu filho, Deus p'ra Si, cordeiro proverá".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40DC589-2334-CC25-3CA1-811683D5D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200"/>
              <a:t>Chegando Abraão aonde Deus mandara, </a:t>
            </a:r>
            <a:br>
              <a:rPr lang="pt-BR" altLang="pt-BR" sz="3200"/>
            </a:br>
            <a:r>
              <a:rPr lang="pt-BR" altLang="pt-BR" sz="3200"/>
              <a:t>Fez um altar e nele a lenha arrumou: </a:t>
            </a:r>
            <a:br>
              <a:rPr lang="pt-BR" altLang="pt-BR" sz="3200"/>
            </a:br>
            <a:r>
              <a:rPr lang="pt-BR" altLang="pt-BR" sz="3200"/>
              <a:t>E a seu filho, que já dantes amarrara, </a:t>
            </a:r>
            <a:br>
              <a:rPr lang="pt-BR" altLang="pt-BR" sz="3200"/>
            </a:br>
            <a:r>
              <a:rPr lang="pt-BR" altLang="pt-BR" sz="3200"/>
              <a:t>Tomando nos seus braços sobre o altar deitou, </a:t>
            </a:r>
            <a:br>
              <a:rPr lang="pt-BR" altLang="pt-BR" sz="3200"/>
            </a:br>
            <a:r>
              <a:rPr lang="pt-BR" altLang="pt-BR" sz="3200"/>
              <a:t>Mas quando Abraão foi para imolá-lo, </a:t>
            </a:r>
            <a:br>
              <a:rPr lang="pt-BR" altLang="pt-BR" sz="3200"/>
            </a:br>
            <a:r>
              <a:rPr lang="pt-BR" altLang="pt-BR" sz="3200"/>
              <a:t>O Anjo do Senhor bradou-lhe desde os céus: </a:t>
            </a:r>
            <a:br>
              <a:rPr lang="pt-BR" altLang="pt-BR" sz="3200"/>
            </a:br>
            <a:r>
              <a:rPr lang="pt-BR" altLang="pt-BR" sz="3200"/>
              <a:t>"A tua mão, ó não estendas p'ra matá-lo; </a:t>
            </a:r>
            <a:br>
              <a:rPr lang="pt-BR" altLang="pt-BR" sz="3200"/>
            </a:br>
            <a:r>
              <a:rPr lang="pt-BR" altLang="pt-BR" sz="3200"/>
              <a:t>Porquanto eu agora sei que temes Deus".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82CA9D8-651C-01A9-E6AC-CFCA32F39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200"/>
              <a:t>Erguendo Abraão seus olhos de repente, </a:t>
            </a:r>
            <a:br>
              <a:rPr lang="pt-BR" altLang="pt-BR" sz="3200"/>
            </a:br>
            <a:r>
              <a:rPr lang="pt-BR" altLang="pt-BR" sz="3200"/>
              <a:t>Vê um cordeiro, que no mato preso está, </a:t>
            </a:r>
            <a:br>
              <a:rPr lang="pt-BR" altLang="pt-BR" sz="3200"/>
            </a:br>
            <a:r>
              <a:rPr lang="pt-BR" altLang="pt-BR" sz="3200"/>
              <a:t>E o tomando, oferece-o alegremente; </a:t>
            </a:r>
            <a:br>
              <a:rPr lang="pt-BR" altLang="pt-BR" sz="3200"/>
            </a:br>
            <a:r>
              <a:rPr lang="pt-BR" altLang="pt-BR" sz="3200"/>
              <a:t>Assim "No monte do Senhor se proverá". </a:t>
            </a:r>
            <a:br>
              <a:rPr lang="pt-BR" altLang="pt-BR" sz="3200"/>
            </a:br>
            <a:r>
              <a:rPr lang="pt-BR" altLang="pt-BR" sz="3200"/>
              <a:t>A voz do Anjo é ouvida novamente; </a:t>
            </a:r>
            <a:br>
              <a:rPr lang="pt-BR" altLang="pt-BR" sz="3200"/>
            </a:br>
            <a:r>
              <a:rPr lang="pt-BR" altLang="pt-BR" sz="3200"/>
              <a:t>"Diz o Senhor: Porque fizeste esta ação, Deveras, </a:t>
            </a:r>
            <a:br>
              <a:rPr lang="pt-BR" altLang="pt-BR" sz="3200"/>
            </a:br>
            <a:r>
              <a:rPr lang="pt-BR" altLang="pt-BR" sz="3200"/>
              <a:t>Eu abençoarei a tua semente, </a:t>
            </a:r>
            <a:br>
              <a:rPr lang="pt-BR" altLang="pt-BR" sz="3200"/>
            </a:br>
            <a:r>
              <a:rPr lang="pt-BR" altLang="pt-BR" sz="3200"/>
              <a:t>E nela, as nações benditas se farão".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C825A3F-24C6-6B7E-3673-161A3A2B9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200"/>
              <a:t>O nosso lsaque oferecemos com firmeza, </a:t>
            </a:r>
            <a:br>
              <a:rPr lang="pt-BR" altLang="pt-BR" sz="3200"/>
            </a:br>
            <a:r>
              <a:rPr lang="pt-BR" altLang="pt-BR" sz="3200"/>
              <a:t>No Moriá onde finda o ideal,</a:t>
            </a:r>
            <a:br>
              <a:rPr lang="pt-BR" altLang="pt-BR" sz="3200"/>
            </a:br>
            <a:r>
              <a:rPr lang="pt-BR" altLang="pt-BR" sz="3200"/>
              <a:t>Pois foi ali que alcançaram fortaleza, </a:t>
            </a:r>
            <a:br>
              <a:rPr lang="pt-BR" altLang="pt-BR" sz="3200"/>
            </a:br>
            <a:r>
              <a:rPr lang="pt-BR" altLang="pt-BR" sz="3200"/>
              <a:t>Os vencedores, sob canto angelical; </a:t>
            </a:r>
            <a:br>
              <a:rPr lang="pt-BR" altLang="pt-BR" sz="3200"/>
            </a:br>
            <a:r>
              <a:rPr lang="pt-BR" altLang="pt-BR" sz="3200"/>
              <a:t>Ali, o nosso Deus jurou fidelidade,</a:t>
            </a:r>
            <a:br>
              <a:rPr lang="pt-BR" altLang="pt-BR" sz="3200"/>
            </a:br>
            <a:r>
              <a:rPr lang="pt-BR" altLang="pt-BR" sz="3200"/>
              <a:t>Também os santos se encheram de valor, </a:t>
            </a:r>
            <a:br>
              <a:rPr lang="pt-BR" altLang="pt-BR" sz="3200"/>
            </a:br>
            <a:r>
              <a:rPr lang="pt-BR" altLang="pt-BR" sz="3200"/>
              <a:t>E só teremos a perfeita santidade,</a:t>
            </a:r>
            <a:br>
              <a:rPr lang="pt-BR" altLang="pt-BR" sz="3200"/>
            </a:br>
            <a:r>
              <a:rPr lang="pt-BR" altLang="pt-BR" sz="3200"/>
              <a:t>Depois que formos para o monte do Senhor. </a:t>
            </a:r>
            <a:r>
              <a:rPr lang="pt-BR" altLang="pt-BR" sz="1400"/>
              <a:t>P.L.M.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516</Words>
  <Application>Microsoft Office PowerPoint</Application>
  <PresentationFormat>Apresentação na tela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0" baseType="lpstr">
      <vt:lpstr>Arial</vt:lpstr>
      <vt:lpstr>Design padrão</vt:lpstr>
      <vt:lpstr>380 ABRAÃO E SEU SACRIFICIO</vt:lpstr>
      <vt:lpstr>Debaixo dumas mui formosas tamareiras,  Estando já Berseba na escuridão, As aves escutando, entre as roseiras,  Se vê andar o patriarca Abraão.  Seu coração perante Deus está aflito, Pois quer que O sirvamos sem murmuração;  E por amor pergunta ao Senhor bendito:  "O meu amado filho queres Tu, então?" </vt:lpstr>
      <vt:lpstr>A voz de Jeová potente é ouvida:  "O teu Isaque oferece para Mim,  Embora fiques com tu'alma dolorida,  Pois te abençoo se fizeres tu assim".  De abatido Abraão se torna forte E canta hinos, pois com fé medita já:  "Deus pode o meu filho libertar da morte!"  E não temendo, segue para Moriá. </vt:lpstr>
      <vt:lpstr>Ao pé do monte do supremo sacrifício,  Profunda dúvida entrou em Abraão:  "Irei perder da minha vida o benefício?"  E triste começou subir com lentidão,  Pois ia dar, do coração a esperança –  No seu outono, sacrifício duma flor,  Assim levou o seu cordeiro à matança,  Em obediência ao mandato do Senhor. </vt:lpstr>
      <vt:lpstr>(saque com a lenha, presto vai na frente,  Oh! Quanto é formoso para Abraão! Mas eis que volta p'ra seu pai suavemente  E lhe dirige esta interrogação: "O fogo e a lenha estou vendo que trouxemos,  Mas o cordeiro d'holocausto onde está?"  E a resposta de Abraão na Bíblia temos:  "Meu filho, Deus p'ra Si, cordeiro proverá". </vt:lpstr>
      <vt:lpstr>Chegando Abraão aonde Deus mandara,  Fez um altar e nele a lenha arrumou:  E a seu filho, que já dantes amarrara,  Tomando nos seus braços sobre o altar deitou,  Mas quando Abraão foi para imolá-lo,  O Anjo do Senhor bradou-lhe desde os céus:  "A tua mão, ó não estendas p'ra matá-lo;  Porquanto eu agora sei que temes Deus". </vt:lpstr>
      <vt:lpstr>Erguendo Abraão seus olhos de repente,  Vê um cordeiro, que no mato preso está,  E o tomando, oferece-o alegremente;  Assim "No monte do Senhor se proverá".  A voz do Anjo é ouvida novamente;  "Diz o Senhor: Porque fizeste esta ação, Deveras,  Eu abençoarei a tua semente,  E nela, as nações benditas se farão". </vt:lpstr>
      <vt:lpstr>O nosso lsaque oferecemos com firmeza,  No Moriá onde finda o ideal, Pois foi ali que alcançaram fortaleza,  Os vencedores, sob canto angelical;  Ali, o nosso Deus jurou fidelidade, Também os santos se encheram de valor,  E só teremos a perfeita santidade, Depois que formos para o monte do Senhor. P.L.M.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380 - ABRAÃO E SEU SACRIFICIO</dc:title>
  <dc:creator>Montagna</dc:creator>
  <cp:lastModifiedBy>Emerson Souza</cp:lastModifiedBy>
  <cp:revision>2</cp:revision>
  <dcterms:created xsi:type="dcterms:W3CDTF">2005-10-20T05:47:20Z</dcterms:created>
  <dcterms:modified xsi:type="dcterms:W3CDTF">2026-05-02T22:08:39Z</dcterms:modified>
</cp:coreProperties>
</file>