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1F680-4912-7679-82DB-A98235B2F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E95D4A-411B-34AF-B0A5-2561BD413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38CD75-5AC1-7331-F40F-19503050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9007-46BB-66C7-2F8E-99710EEA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662264-BE8A-4775-49D8-6E7C0E37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9D164-5DDA-40E2-A28B-A80136AF6A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003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B34E0-6033-67D6-E4FF-44F44B8D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DFF1F2-BCAA-3945-E760-C86E037B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F3E1C2-377F-3010-8964-D45869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FC45F8-495E-A1AD-F093-617662A8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8B8D5A-863F-2330-0A06-222F40BA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C1588-9088-45F7-86A5-4E2A3C3667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276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80EC7-2E08-F804-89AC-D1F85E76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6ADC9F-43D8-24EA-3A18-C49DE0DE5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E4D8A-DBE5-A1E1-A4A7-ADB0CEB4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3C3CC9-7FC6-591A-B9EE-DD87B90D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D0525-F7CA-013A-3B85-94D2F50C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1E22D-FF1F-4762-A3AD-1B0B106EFD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448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2EA86-C5A7-940B-4F98-4184F68CC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645357-0A25-C1B0-4AC7-9297D9590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2B2C00-3188-7508-E23B-818EDD7A2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AAB6DB-CAFA-4EE8-26D7-E5B32411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8261FA-B5CE-84DD-8177-B453D059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DA2FBD-735C-DEA5-2394-B98E6610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85D7D-C848-4672-8AEA-10651DA77D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51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874C9-685B-4EC8-9AE8-8036C80B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BA5EF9-FDE3-5BEA-0680-A8EB2F641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EB40D8-429B-DADA-56DE-3E2FBE1DA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ED6681-F7E1-5AC9-C527-EA456A9F3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2C0C57-3677-4BD8-E23A-FB2C1CD54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36ECED2-F137-259E-B22E-7D7615E4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4A92271-B328-F7F3-1853-349624D0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C8EF75-21AF-6A8E-64F3-B5CEE8EC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B0EB8-BAB4-45EF-B8A8-2B7A72747D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721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D4F4E-A127-4FBF-76E1-8F1884DC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9D582B-929C-E58A-086F-678AF50C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F7ABF1-133A-FE3E-8FF2-637FB4C1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CE5D75-2987-0392-76BA-BBB3CC32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CB99E-6125-4D49-A72B-E8B90A2E85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7975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B4C3C7-8EA3-1D7A-3E8D-A25E6138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F390C6-7E6E-497E-ACD8-A1A445D9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A4D773-32AC-161F-B66D-2C999A04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40022-D521-4B9D-9108-294D8A5175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467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9F639-E038-5B5C-6191-A920133B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C9129-AF30-09F7-BBD4-B8A89EE68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465556-A99A-2BF6-1E91-44B857CE3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A44C4F-2113-8802-422D-AB38ED44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07ABD8-4690-3F62-AACF-0856F9AE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6452CE-C331-ACBB-39DC-A13E6E86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D68BF4-04C6-4269-8FAA-D73688FB5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82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E5D1B-2D55-E587-EA0A-A6ECB237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F66D0-2C35-313E-DD19-A2414AB55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8C7E8A-4B44-5811-5A22-52B51943D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C1AE9E-0431-6E3F-5988-226CB44C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B98A57-F323-FEF9-F87A-E72D687B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526B03-9310-2C2B-2507-3CAE95EF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F4300-314D-48CA-AC27-5161AA5398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538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7012B-8A36-0F0B-757A-31E28FBB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E060DB-7A19-1864-FC0C-95CD8953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DA2B8-10C7-0C4B-AA76-51824AAC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FDFA2-B374-28AF-9CEC-BB32AAFD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6D9DFD-F5FA-EA41-6A9A-BE4CA320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EA100D-B724-4A92-9307-2FC17E8E1F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606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51638B-F406-10E5-B95D-1300E19FC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9E5BAD-5F16-5F78-6606-8F1EB7B58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EEA7C7-B2F4-A1D1-7CA7-4B9B9D60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2FF814-FFF7-3F63-CA5B-2F65846B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20A15C-4EE6-414E-57B0-B1DC85CD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AE90C-4D3E-4B79-AD4C-BE06EEF019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581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C466BD-EA99-7360-9CF1-8A3B52896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9D8200D-2766-4453-09CF-6C9D3B203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39E79B-07AD-EE1E-2E76-DD47677075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E228ED-1946-1723-EFA1-D66B00ECAA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79A7A2-0302-6884-971B-0385026CDD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5C1C407-C718-4CFF-8F09-9BD7B49FC1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F41865D-A475-5B0B-2991-903D25A2B1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404 – Em Glória Virá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853A8D0-3845-9C93-5BF9-9F80FDD914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276694E-01E5-2F37-966D-38C79457C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Espera do céu, seu Senhor, o fiel</a:t>
            </a:r>
            <a:r>
              <a:rPr lang="en-US" altLang="pt-BR" sz="4000"/>
              <a:t> </a:t>
            </a:r>
            <a:r>
              <a:rPr lang="en-US" altLang="pt-BR" sz="4000" i="1"/>
              <a:t>Aguarda orando, pois há de voltar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nuvem, em glória o Emanuel,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grande poder, a fim de o buscar.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48B5FAE-49C4-AC42-F258-7D5C5BFD6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Em glória virá o Filho de Deus,</a:t>
            </a:r>
            <a:r>
              <a:rPr lang="en-US" altLang="pt-BR" sz="4000"/>
              <a:t> </a:t>
            </a:r>
            <a:r>
              <a:rPr lang="en-US" altLang="pt-BR" sz="4000" b="1" i="1"/>
              <a:t>Sempre orando Jesus esperai;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virdes a “estrela da alva” no céu,</a:t>
            </a:r>
            <a:r>
              <a:rPr lang="en-US" altLang="pt-BR" sz="4000"/>
              <a:t> </a:t>
            </a:r>
            <a:r>
              <a:rPr lang="en-US" altLang="pt-BR" sz="4000" b="1" i="1"/>
              <a:t>Alerta estai!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FFC982-FD21-2DB2-C98F-91C3CCD0D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Ó Pai amoroso, envia Jesus.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crente fiel O espera do céu;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manda-lhe logo a celeste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que há de vir o Filho de Deus.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0663BF-E6A7-33F4-EC00-920479831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Em glória virá o Filho de Deus,</a:t>
            </a:r>
            <a:r>
              <a:rPr lang="en-US" altLang="pt-BR" sz="4000"/>
              <a:t> </a:t>
            </a:r>
            <a:r>
              <a:rPr lang="en-US" altLang="pt-BR" sz="4000" b="1" i="1"/>
              <a:t>Sempre orando Jesus esperai;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virdes a “estrela da alva” no céu,</a:t>
            </a:r>
            <a:r>
              <a:rPr lang="en-US" altLang="pt-BR" sz="4000"/>
              <a:t> </a:t>
            </a:r>
            <a:r>
              <a:rPr lang="en-US" altLang="pt-BR" sz="4000" b="1" i="1"/>
              <a:t>Alerta estai!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E0E864-E4F4-4622-BC78-0164DD1B7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O santo Evangelho se há de cumprir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breve nas nuvens veremos Jesus;</a:t>
            </a:r>
            <a:r>
              <a:rPr lang="en-US" altLang="pt-BR" sz="4000"/>
              <a:t> </a:t>
            </a:r>
            <a:r>
              <a:rPr lang="en-US" altLang="pt-BR" sz="4000" i="1"/>
              <a:t>“Assim descerá como O vistes subir"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que S’imolou por nós sobre a cruz!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C844A6B-18CA-DC28-741C-9447002AA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Em glória virá o Filho de Deus,</a:t>
            </a:r>
            <a:r>
              <a:rPr lang="en-US" altLang="pt-BR" sz="4000"/>
              <a:t> </a:t>
            </a:r>
            <a:r>
              <a:rPr lang="en-US" altLang="pt-BR" sz="4000" b="1" i="1"/>
              <a:t>Sempre orando Jesus esperai;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virdes a “estrela da alva” no céu,</a:t>
            </a:r>
            <a:r>
              <a:rPr lang="en-US" altLang="pt-BR" sz="4000"/>
              <a:t> </a:t>
            </a:r>
            <a:r>
              <a:rPr lang="en-US" altLang="pt-BR" sz="4000" b="1" i="1"/>
              <a:t>Alerta estai!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404 – Em Glória Virá </vt:lpstr>
      <vt:lpstr>Espera do céu, seu Senhor, o fiel Aguarda orando, pois há de voltar  Na nuvem, em glória o Emanuel,  Com grande poder, a fim de o buscar. </vt:lpstr>
      <vt:lpstr>Em glória virá o Filho de Deus, Sempre orando Jesus esperai;  Se virdes a “estrela da alva” no céu, Alerta estai! </vt:lpstr>
      <vt:lpstr>Ó Pai amoroso, envia Jesus.  O crente fiel O espera do céu;  Ó manda-lhe logo a celeste luz,  Em que há de vir o Filho de Deus.    </vt:lpstr>
      <vt:lpstr>Em glória virá o Filho de Deus, Sempre orando Jesus esperai;  Se virdes a “estrela da alva” no céu, Alerta estai! </vt:lpstr>
      <vt:lpstr>O santo Evangelho se há de cumprir  E breve nas nuvens veremos Jesus; “Assim descerá como O vistes subir"  O que S’imolou por nós sobre a cruz!</vt:lpstr>
      <vt:lpstr>Em glória virá o Filho de Deus, Sempre orando Jesus esperai;  Se virdes a “estrela da alva” no céu, Alerta estai!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404 – Em Glória Virá </dc:title>
  <dc:creator>Junior</dc:creator>
  <cp:lastModifiedBy>Emerson Souza</cp:lastModifiedBy>
  <cp:revision>1</cp:revision>
  <dcterms:created xsi:type="dcterms:W3CDTF">2005-12-26T20:12:41Z</dcterms:created>
  <dcterms:modified xsi:type="dcterms:W3CDTF">2026-05-02T22:10:33Z</dcterms:modified>
</cp:coreProperties>
</file>