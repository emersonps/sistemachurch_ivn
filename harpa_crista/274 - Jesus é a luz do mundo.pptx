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16C72E-E286-0205-8DE1-4E37E9236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0CA329F-3362-20F4-D579-A6A031BE6B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39379C-EEB0-B0D3-257C-E86365ABF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8C20E5-EDAB-9CFC-B9FE-33C96F30C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31EB06-4178-868A-0D68-F762CC42C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D4E321-CD18-4BDB-94B5-0E47641D8F5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75078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8A8563-EDCA-AE89-9796-3E5E85241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D9A31A-8042-ABA7-82A5-6FE7CD4B0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F6A169-CCE9-D31E-3498-42D3BA5F5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2D3F7E-C02D-22C6-5A17-D4A324E1E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B755D-9C64-62CF-C5A5-965BEC67E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EF40E8-9180-412D-BD50-B8788C8344F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58886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D55BDD-C44D-DD80-E9DB-96A0F8954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63E9C1A-1144-9217-3D79-B7214BEA2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4B8B3F-BDD3-B175-65E0-75A95875D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7CC39D-E209-8DCF-F3A2-33F182CFA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AC7A40-B043-3633-5E51-402F13131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AD18B7-399B-4CD3-BAEB-667941677D7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98853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DB7864-71B7-DA0E-C2C6-3398FCE13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FA822C-A8FA-3B34-9559-C071C3E146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DF48C7E-B439-D0E3-058C-4B02360B8A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C430588-5D4E-C4C9-37FE-950415EF1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D7A1D10-A476-DCD4-8B57-2ECA035F9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B6CCE83-2DF2-0FD6-AF21-1A024FC83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B9ED36-3AEB-43E8-B3E8-11B38E08BE8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22130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6D5217-B8EF-65E1-CE57-DC9B61743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D58EEF6-B0B2-DD4E-537B-A5B596898D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781A1D-B283-994A-1786-B92EC82E04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0CAB2F6-B385-5772-02E3-6C48CD1EEB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6C2F149-ADDB-DE3F-099E-4C30AB06B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09D6548-30AE-0B53-8261-90EDA8600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8C24952-2CDB-E9E2-8FAB-F38C22588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B55724-7A31-5014-07E3-88A2F553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8C36E9-AE3B-4828-87DA-CF74D4570E5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18630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E9617E-1739-ECF2-9D6F-720B3E9CA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DA1E427-1103-AF5F-B8B1-69051E27A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21FE583-4B4D-B6AE-347C-61284EAE5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4CF56EC-53DC-224F-AB28-29A176A41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8D87CD-45F5-44A3-87DA-D41B611217D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62513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A66BCF7-4036-E169-444F-62EA190D1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B4F21BE-DF6E-A65F-115F-01EE9A258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822D769-0C78-6828-523B-119F19A9A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CFEE8E-4E92-4A6A-9044-1F25406BD01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9271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77862D-438A-C541-F00D-557200D47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3EC5BE-899B-EC0A-16A4-A0168D337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5C632EE-7806-BD46-76CE-67DB11B8F3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970D69E-AD56-2C47-77C3-ADF636CF1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4238B2B-7B10-2005-BFF5-8D9981266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D63A9CA-5BC4-FECE-5BC2-39D2FDE1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7029B6-7096-4DB3-AF35-E1D3010B658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97506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B3D353-C6D3-2A87-B2FA-958A2320C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1FB4E2A-2024-F1BB-18C2-B6DF2EE355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0665D21-570C-DC9B-3AD5-D89C98E99B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9F4ED78-4342-47BF-9C47-1766C561A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FB2B8BE-04CB-BD4F-3070-2F8E8D339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EE6F313-1840-7C2E-3F03-4203718A3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8AC803-F47B-49E1-9669-6069335D98E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01769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AA0A5D-446C-CE4E-6AD7-509503210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F19AEAC-A564-A43E-8BB6-77D68F837F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356E9D-3E47-4971-7353-B7D87029F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2D4042-2023-79D2-B396-10A3D768B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682DDA-AF35-C815-BA5B-51C47A85D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A1CC15-01FE-40FB-8AC5-EBAB3313118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72073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1E9E881-3127-CE01-A71B-4F1CFB4B5D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050629B-04C4-18A2-892D-0F33CCEDAA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404093-84D4-AC55-49F5-AFBFB9BBE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6C9777-AFAD-870B-DE81-667933381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E01886-A77C-EF02-F4F4-6DA57AC1F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9DEA50-7045-4019-AD0F-0C6C74E4AB0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16416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C70F0ED-88F6-D6C6-DEA0-7C4AC92517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31D34AF-150A-168E-AB7C-8A026339C2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166091C-4B10-61A0-FC45-E65B1CA530E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94EE13F-8A79-8371-91E9-66B05F02FAC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C6B59C1-3373-E8AD-6E4B-C6A523EA940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155560E-EC0C-42AA-AF1A-82AD4333AAD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FD6899A-CF70-48F1-0958-C9B54B3F973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274</a:t>
            </a:r>
            <a:br>
              <a:rPr lang="en-US" altLang="pt-BR" sz="4000" b="1"/>
            </a:br>
            <a:r>
              <a:rPr lang="en-US" altLang="pt-BR" sz="4000" b="1"/>
              <a:t>JESUS É A LUZ DO MUNDO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354B955-AF76-875E-3AB6-6E6B0566B17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EE015B24-3E53-0A7E-1DA1-CB4148CF13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O mundo perdido em pecado se achou, Jesus é a luz do mundo; </a:t>
            </a:r>
            <a:br>
              <a:rPr lang="en-US" altLang="pt-BR" sz="4000" i="1"/>
            </a:br>
            <a:r>
              <a:rPr lang="en-US" altLang="pt-BR" sz="4000" i="1"/>
              <a:t>Mas nas densas trevas a glória brilhou, Jesus é a luz do mundo!  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65E3F29-4BBB-5206-AB1B-978B1F6DF7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b="1" i="1"/>
              <a:t>Vem para a luz, não queiras perder</a:t>
            </a:r>
            <a:r>
              <a:rPr lang="en-US" altLang="pt-BR" sz="4000" i="1"/>
              <a:t> </a:t>
            </a:r>
            <a:r>
              <a:rPr lang="en-US" altLang="pt-BR" sz="4000" b="1" i="1"/>
              <a:t>Perfeita paz, dum novo viver: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Eu cego fui, mas Já posso ver,</a:t>
            </a:r>
            <a:r>
              <a:rPr lang="en-US" altLang="pt-BR" sz="4000" i="1"/>
              <a:t> </a:t>
            </a:r>
            <a:r>
              <a:rPr lang="en-US" altLang="pt-BR" sz="4000" b="1" i="1"/>
              <a:t>Jesus é a luz do mundo!</a:t>
            </a:r>
            <a:r>
              <a:rPr lang="en-US" altLang="pt-BR" sz="4000" i="1"/>
              <a:t>  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E7FE3D3-94F5-B882-A234-97A4F5FA79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Nas trevas do mundo já temos Betel, Jesus é a luz do mundo, </a:t>
            </a:r>
            <a:br>
              <a:rPr lang="en-US" altLang="pt-BR" sz="4000" i="1"/>
            </a:br>
            <a:r>
              <a:rPr lang="en-US" altLang="pt-BR" sz="4000" i="1"/>
              <a:t>Irás pela luz se tu fores fiel, </a:t>
            </a:r>
            <a:br>
              <a:rPr lang="en-US" altLang="pt-BR" sz="4000" i="1"/>
            </a:br>
            <a:r>
              <a:rPr lang="en-US" altLang="pt-BR" sz="4000" i="1"/>
              <a:t>Jesus é a luz do mundo!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44D7421-E761-A50F-705B-A5308F9156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b="1" i="1"/>
              <a:t>Vem para a luz, não queiras perder</a:t>
            </a:r>
            <a:r>
              <a:rPr lang="en-US" altLang="pt-BR" sz="4000" i="1"/>
              <a:t> </a:t>
            </a:r>
            <a:r>
              <a:rPr lang="en-US" altLang="pt-BR" sz="4000" b="1" i="1"/>
              <a:t>Perfeita paz, dum novo viver: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Eu cego fui, mas Já posso ver,</a:t>
            </a:r>
            <a:r>
              <a:rPr lang="en-US" altLang="pt-BR" sz="4000" i="1"/>
              <a:t> </a:t>
            </a:r>
            <a:r>
              <a:rPr lang="en-US" altLang="pt-BR" sz="4000" b="1" i="1"/>
              <a:t>Jesus é a luz do mundo!</a:t>
            </a:r>
            <a:r>
              <a:rPr lang="en-US" altLang="pt-BR" sz="4000" i="1"/>
              <a:t>  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97990AA-5227-6C97-B312-B485FD3381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Ó cegos e presos no vale de horror, Jesus é a luz do mundo, </a:t>
            </a:r>
            <a:br>
              <a:rPr lang="en-US" altLang="pt-BR" sz="4000" i="1"/>
            </a:br>
            <a:r>
              <a:rPr lang="en-US" altLang="pt-BR" sz="4000" i="1"/>
              <a:t>E manda chamar-vos a ver Seu fulgor, Jesus é a luz do mundo!    </a:t>
            </a:r>
            <a:endParaRPr lang="en-US" altLang="pt-BR" sz="4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DC8FF41-5DB6-3A15-4B3E-2F57A87497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b="1" i="1"/>
              <a:t>Vem para a luz, não queiras perder</a:t>
            </a:r>
            <a:r>
              <a:rPr lang="en-US" altLang="pt-BR" sz="4000" i="1"/>
              <a:t> </a:t>
            </a:r>
            <a:r>
              <a:rPr lang="en-US" altLang="pt-BR" sz="4000" b="1" i="1"/>
              <a:t>Perfeita paz, dum novo viver: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Eu cego fui, mas Já posso ver,</a:t>
            </a:r>
            <a:r>
              <a:rPr lang="en-US" altLang="pt-BR" sz="4000" i="1"/>
              <a:t> </a:t>
            </a:r>
            <a:r>
              <a:rPr lang="en-US" altLang="pt-BR" sz="4000" b="1" i="1"/>
              <a:t>Jesus é a luz do mundo!</a:t>
            </a:r>
            <a:r>
              <a:rPr lang="en-US" altLang="pt-BR" sz="4000" i="1"/>
              <a:t>   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37CC270-1B70-468E-B279-F9BB1F17F6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Nem sol, nem luzeiros no mundo haverá Jesus é a luz do mundo, </a:t>
            </a:r>
            <a:br>
              <a:rPr lang="en-US" altLang="pt-BR" sz="4000" i="1"/>
            </a:br>
            <a:r>
              <a:rPr lang="en-US" altLang="pt-BR" sz="4000" i="1"/>
              <a:t>A luz do Seu rosto ali brilhará, </a:t>
            </a:r>
            <a:br>
              <a:rPr lang="en-US" altLang="pt-BR" sz="4000" i="1"/>
            </a:br>
            <a:r>
              <a:rPr lang="en-US" altLang="pt-BR" sz="4000" i="1"/>
              <a:t>Jesus é a luz do mundo!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57B92CFE-FE57-2080-72E7-4CAB43EB0F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b="1" i="1"/>
              <a:t>Vem para a luz, não queiras perder</a:t>
            </a:r>
            <a:r>
              <a:rPr lang="en-US" altLang="pt-BR" sz="4000" i="1"/>
              <a:t> </a:t>
            </a:r>
            <a:r>
              <a:rPr lang="en-US" altLang="pt-BR" sz="4000" b="1" i="1"/>
              <a:t>Perfeita paz, dum novo viver: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Eu cego fui, mas Já posso ver,</a:t>
            </a:r>
            <a:r>
              <a:rPr lang="en-US" altLang="pt-BR" sz="4000" i="1"/>
              <a:t> </a:t>
            </a:r>
            <a:r>
              <a:rPr lang="en-US" altLang="pt-BR" sz="4000" b="1" i="1"/>
              <a:t>Jesus é a luz do mundo!</a:t>
            </a:r>
            <a:r>
              <a:rPr lang="en-US" altLang="pt-BR" sz="4000" i="1"/>
              <a:t>  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274 JESUS É A LUZ DO MUNDO </vt:lpstr>
      <vt:lpstr>O mundo perdido em pecado se achou, Jesus é a luz do mundo;  Mas nas densas trevas a glória brilhou, Jesus é a luz do mundo!    </vt:lpstr>
      <vt:lpstr>Vem para a luz, não queiras perder Perfeita paz, dum novo viver:  Eu cego fui, mas Já posso ver, Jesus é a luz do mundo!    </vt:lpstr>
      <vt:lpstr>Nas trevas do mundo já temos Betel, Jesus é a luz do mundo,  Irás pela luz se tu fores fiel,  Jesus é a luz do mundo!</vt:lpstr>
      <vt:lpstr>Vem para a luz, não queiras perder Perfeita paz, dum novo viver:  Eu cego fui, mas Já posso ver, Jesus é a luz do mundo!    </vt:lpstr>
      <vt:lpstr>Ó cegos e presos no vale de horror, Jesus é a luz do mundo,  E manda chamar-vos a ver Seu fulgor, Jesus é a luz do mundo!    </vt:lpstr>
      <vt:lpstr>Vem para a luz, não queiras perder Perfeita paz, dum novo viver:  Eu cego fui, mas Já posso ver, Jesus é a luz do mundo!    </vt:lpstr>
      <vt:lpstr>Nem sol, nem luzeiros no mundo haverá Jesus é a luz do mundo,  A luz do Seu rosto ali brilhará,  Jesus é a luz do mundo!</vt:lpstr>
      <vt:lpstr>Vem para a luz, não queiras perder Perfeita paz, dum novo viver:  Eu cego fui, mas Já posso ver, Jesus é a luz do mundo!  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274 JESUS É A LUZ DO MUNDO </dc:title>
  <dc:creator>Junior</dc:creator>
  <cp:lastModifiedBy>Emerson Souza</cp:lastModifiedBy>
  <cp:revision>1</cp:revision>
  <dcterms:created xsi:type="dcterms:W3CDTF">2005-12-24T00:30:45Z</dcterms:created>
  <dcterms:modified xsi:type="dcterms:W3CDTF">2026-05-02T21:59:45Z</dcterms:modified>
</cp:coreProperties>
</file>