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08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0" name="Group 2">
            <a:extLst>
              <a:ext uri="{FF2B5EF4-FFF2-40B4-BE49-F238E27FC236}">
                <a16:creationId xmlns:a16="http://schemas.microsoft.com/office/drawing/2014/main" id="{7C0DAC36-1D95-8450-DB0E-C1E9C9901AAF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7411" name="Freeform 3">
              <a:extLst>
                <a:ext uri="{FF2B5EF4-FFF2-40B4-BE49-F238E27FC236}">
                  <a16:creationId xmlns:a16="http://schemas.microsoft.com/office/drawing/2014/main" id="{3528A04B-DEE5-92BB-4D21-6D0EE5F139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2" name="Freeform 4">
              <a:extLst>
                <a:ext uri="{FF2B5EF4-FFF2-40B4-BE49-F238E27FC236}">
                  <a16:creationId xmlns:a16="http://schemas.microsoft.com/office/drawing/2014/main" id="{82245F62-7A7C-D64E-EA78-44D9806C4D8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3" name="Freeform 5">
              <a:extLst>
                <a:ext uri="{FF2B5EF4-FFF2-40B4-BE49-F238E27FC236}">
                  <a16:creationId xmlns:a16="http://schemas.microsoft.com/office/drawing/2014/main" id="{544AE3DD-2C27-1825-5FFF-39053DE109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4" name="Freeform 6">
              <a:extLst>
                <a:ext uri="{FF2B5EF4-FFF2-40B4-BE49-F238E27FC236}">
                  <a16:creationId xmlns:a16="http://schemas.microsoft.com/office/drawing/2014/main" id="{85599D47-EEC7-3390-AC89-D08EE0BFD76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5" name="Freeform 7">
              <a:extLst>
                <a:ext uri="{FF2B5EF4-FFF2-40B4-BE49-F238E27FC236}">
                  <a16:creationId xmlns:a16="http://schemas.microsoft.com/office/drawing/2014/main" id="{D7DB22D4-70E8-CF51-2353-766BF92BFB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6" name="Freeform 8">
              <a:extLst>
                <a:ext uri="{FF2B5EF4-FFF2-40B4-BE49-F238E27FC236}">
                  <a16:creationId xmlns:a16="http://schemas.microsoft.com/office/drawing/2014/main" id="{3DA9F972-C595-2863-367A-7F691E76C1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7" name="Freeform 9">
              <a:extLst>
                <a:ext uri="{FF2B5EF4-FFF2-40B4-BE49-F238E27FC236}">
                  <a16:creationId xmlns:a16="http://schemas.microsoft.com/office/drawing/2014/main" id="{17874929-87E6-6D78-AC10-E5540FF71BD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8" name="Freeform 10">
              <a:extLst>
                <a:ext uri="{FF2B5EF4-FFF2-40B4-BE49-F238E27FC236}">
                  <a16:creationId xmlns:a16="http://schemas.microsoft.com/office/drawing/2014/main" id="{919F81B8-8E43-D2AC-355B-F289C8AF37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9" name="Freeform 11">
              <a:extLst>
                <a:ext uri="{FF2B5EF4-FFF2-40B4-BE49-F238E27FC236}">
                  <a16:creationId xmlns:a16="http://schemas.microsoft.com/office/drawing/2014/main" id="{BB06C83A-7273-E869-1DA7-5690B7E835C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0" name="Freeform 12">
              <a:extLst>
                <a:ext uri="{FF2B5EF4-FFF2-40B4-BE49-F238E27FC236}">
                  <a16:creationId xmlns:a16="http://schemas.microsoft.com/office/drawing/2014/main" id="{89EB874D-7ACC-1BF7-1471-70ACFB6F3CC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1" name="Freeform 13">
              <a:extLst>
                <a:ext uri="{FF2B5EF4-FFF2-40B4-BE49-F238E27FC236}">
                  <a16:creationId xmlns:a16="http://schemas.microsoft.com/office/drawing/2014/main" id="{01BDC1E7-47F6-06F0-F5B7-8F416907F14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2" name="Freeform 14">
              <a:extLst>
                <a:ext uri="{FF2B5EF4-FFF2-40B4-BE49-F238E27FC236}">
                  <a16:creationId xmlns:a16="http://schemas.microsoft.com/office/drawing/2014/main" id="{3F78CD84-19F8-F05D-8A79-CF2C59C2610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3" name="Freeform 15">
              <a:extLst>
                <a:ext uri="{FF2B5EF4-FFF2-40B4-BE49-F238E27FC236}">
                  <a16:creationId xmlns:a16="http://schemas.microsoft.com/office/drawing/2014/main" id="{60E690C2-1180-C6B7-6676-2F456F90329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4" name="Freeform 16">
              <a:extLst>
                <a:ext uri="{FF2B5EF4-FFF2-40B4-BE49-F238E27FC236}">
                  <a16:creationId xmlns:a16="http://schemas.microsoft.com/office/drawing/2014/main" id="{D7889F65-8E7D-B893-EBE8-C4D7008D94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5" name="Freeform 17">
              <a:extLst>
                <a:ext uri="{FF2B5EF4-FFF2-40B4-BE49-F238E27FC236}">
                  <a16:creationId xmlns:a16="http://schemas.microsoft.com/office/drawing/2014/main" id="{9DBAEF5C-0AEE-B8B3-7DB6-3B45BDD7B0F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6" name="Freeform 18">
              <a:extLst>
                <a:ext uri="{FF2B5EF4-FFF2-40B4-BE49-F238E27FC236}">
                  <a16:creationId xmlns:a16="http://schemas.microsoft.com/office/drawing/2014/main" id="{6DB14D32-F3CD-B85B-B7F5-03AE62CC36F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7" name="Freeform 19">
              <a:extLst>
                <a:ext uri="{FF2B5EF4-FFF2-40B4-BE49-F238E27FC236}">
                  <a16:creationId xmlns:a16="http://schemas.microsoft.com/office/drawing/2014/main" id="{1FCDC130-D307-3705-E153-816793B4A6C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8" name="Freeform 20">
              <a:extLst>
                <a:ext uri="{FF2B5EF4-FFF2-40B4-BE49-F238E27FC236}">
                  <a16:creationId xmlns:a16="http://schemas.microsoft.com/office/drawing/2014/main" id="{2B8CC99F-9319-36BC-2083-432ACF8BC51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9" name="Freeform 21">
              <a:extLst>
                <a:ext uri="{FF2B5EF4-FFF2-40B4-BE49-F238E27FC236}">
                  <a16:creationId xmlns:a16="http://schemas.microsoft.com/office/drawing/2014/main" id="{850DB687-7823-6CC5-0DA9-BD11F888D40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0" name="Freeform 22">
              <a:extLst>
                <a:ext uri="{FF2B5EF4-FFF2-40B4-BE49-F238E27FC236}">
                  <a16:creationId xmlns:a16="http://schemas.microsoft.com/office/drawing/2014/main" id="{5B3E95D4-D844-5B31-FA89-A1CF281FD3D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1" name="Freeform 23">
              <a:extLst>
                <a:ext uri="{FF2B5EF4-FFF2-40B4-BE49-F238E27FC236}">
                  <a16:creationId xmlns:a16="http://schemas.microsoft.com/office/drawing/2014/main" id="{56D38954-11B2-0F4B-7573-746C467CF1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2" name="Freeform 24">
              <a:extLst>
                <a:ext uri="{FF2B5EF4-FFF2-40B4-BE49-F238E27FC236}">
                  <a16:creationId xmlns:a16="http://schemas.microsoft.com/office/drawing/2014/main" id="{7DB89DE9-C4B7-4384-A460-0478987EB34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3" name="Freeform 25">
              <a:extLst>
                <a:ext uri="{FF2B5EF4-FFF2-40B4-BE49-F238E27FC236}">
                  <a16:creationId xmlns:a16="http://schemas.microsoft.com/office/drawing/2014/main" id="{F95EE98D-9F36-FBE6-6358-8E8A6BDD1DC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4" name="Freeform 26">
              <a:extLst>
                <a:ext uri="{FF2B5EF4-FFF2-40B4-BE49-F238E27FC236}">
                  <a16:creationId xmlns:a16="http://schemas.microsoft.com/office/drawing/2014/main" id="{B47A37BA-BDAC-EE8E-AECC-7CAD4D7E7B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5" name="Freeform 27">
              <a:extLst>
                <a:ext uri="{FF2B5EF4-FFF2-40B4-BE49-F238E27FC236}">
                  <a16:creationId xmlns:a16="http://schemas.microsoft.com/office/drawing/2014/main" id="{0670D0DD-2A55-B83E-4DD9-F0F19979FFB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6" name="Freeform 28">
              <a:extLst>
                <a:ext uri="{FF2B5EF4-FFF2-40B4-BE49-F238E27FC236}">
                  <a16:creationId xmlns:a16="http://schemas.microsoft.com/office/drawing/2014/main" id="{321F068A-41AB-2C1C-BD43-D47B4ED2BAA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7" name="Freeform 29">
              <a:extLst>
                <a:ext uri="{FF2B5EF4-FFF2-40B4-BE49-F238E27FC236}">
                  <a16:creationId xmlns:a16="http://schemas.microsoft.com/office/drawing/2014/main" id="{A78F0B08-0B58-481A-42E0-D94335C8E7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8" name="Freeform 30">
              <a:extLst>
                <a:ext uri="{FF2B5EF4-FFF2-40B4-BE49-F238E27FC236}">
                  <a16:creationId xmlns:a16="http://schemas.microsoft.com/office/drawing/2014/main" id="{88A4CBF8-3063-D049-65CB-A0F8BBF76B2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9" name="Freeform 31">
              <a:extLst>
                <a:ext uri="{FF2B5EF4-FFF2-40B4-BE49-F238E27FC236}">
                  <a16:creationId xmlns:a16="http://schemas.microsoft.com/office/drawing/2014/main" id="{B602FEFC-2A59-2FB3-8108-ACF406B188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0" name="Freeform 32">
              <a:extLst>
                <a:ext uri="{FF2B5EF4-FFF2-40B4-BE49-F238E27FC236}">
                  <a16:creationId xmlns:a16="http://schemas.microsoft.com/office/drawing/2014/main" id="{4720BBF5-D5FA-52B4-1739-73A25AF238B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1" name="Freeform 33">
              <a:extLst>
                <a:ext uri="{FF2B5EF4-FFF2-40B4-BE49-F238E27FC236}">
                  <a16:creationId xmlns:a16="http://schemas.microsoft.com/office/drawing/2014/main" id="{82E3850B-64F5-0C6F-4C73-1CA51CBF5E6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2" name="Freeform 34">
              <a:extLst>
                <a:ext uri="{FF2B5EF4-FFF2-40B4-BE49-F238E27FC236}">
                  <a16:creationId xmlns:a16="http://schemas.microsoft.com/office/drawing/2014/main" id="{9E4C3A13-F0E3-FDA9-0AAE-064413D7CBD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3" name="Freeform 35">
              <a:extLst>
                <a:ext uri="{FF2B5EF4-FFF2-40B4-BE49-F238E27FC236}">
                  <a16:creationId xmlns:a16="http://schemas.microsoft.com/office/drawing/2014/main" id="{836B9F2F-F436-5A94-B730-4D7DA318AC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4" name="Freeform 36">
              <a:extLst>
                <a:ext uri="{FF2B5EF4-FFF2-40B4-BE49-F238E27FC236}">
                  <a16:creationId xmlns:a16="http://schemas.microsoft.com/office/drawing/2014/main" id="{7D588B75-B65C-E789-A4CE-78C63456C41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5" name="Freeform 37">
              <a:extLst>
                <a:ext uri="{FF2B5EF4-FFF2-40B4-BE49-F238E27FC236}">
                  <a16:creationId xmlns:a16="http://schemas.microsoft.com/office/drawing/2014/main" id="{A426ABFA-EAC0-C424-A162-14FE5412F1C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6" name="Freeform 38">
              <a:extLst>
                <a:ext uri="{FF2B5EF4-FFF2-40B4-BE49-F238E27FC236}">
                  <a16:creationId xmlns:a16="http://schemas.microsoft.com/office/drawing/2014/main" id="{1AA3F5AE-E0E2-DDA2-683B-F5B2CC2D3EE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447" name="Group 39">
              <a:extLst>
                <a:ext uri="{FF2B5EF4-FFF2-40B4-BE49-F238E27FC236}">
                  <a16:creationId xmlns:a16="http://schemas.microsoft.com/office/drawing/2014/main" id="{3AF5639C-27A8-9D0A-81CD-C01DC4D2EB0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7448" name="Freeform 40">
                <a:extLst>
                  <a:ext uri="{FF2B5EF4-FFF2-40B4-BE49-F238E27FC236}">
                    <a16:creationId xmlns:a16="http://schemas.microsoft.com/office/drawing/2014/main" id="{65B9C68D-5EF7-A86B-E1C1-27CBCFFC470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49" name="Freeform 41">
                <a:extLst>
                  <a:ext uri="{FF2B5EF4-FFF2-40B4-BE49-F238E27FC236}">
                    <a16:creationId xmlns:a16="http://schemas.microsoft.com/office/drawing/2014/main" id="{FBC1D85D-8682-C50D-9382-FA5A60208357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7450" name="Rectangle 42">
            <a:extLst>
              <a:ext uri="{FF2B5EF4-FFF2-40B4-BE49-F238E27FC236}">
                <a16:creationId xmlns:a16="http://schemas.microsoft.com/office/drawing/2014/main" id="{F57BAD6B-88C8-AF14-152B-30A333F68D0A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457200" y="1600200"/>
            <a:ext cx="8229600" cy="1828800"/>
          </a:xfrm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17451" name="Rectangle 43">
            <a:extLst>
              <a:ext uri="{FF2B5EF4-FFF2-40B4-BE49-F238E27FC236}">
                <a16:creationId xmlns:a16="http://schemas.microsoft.com/office/drawing/2014/main" id="{2498E055-29E7-F474-A6AD-A053916246AB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17452" name="Rectangle 44">
            <a:extLst>
              <a:ext uri="{FF2B5EF4-FFF2-40B4-BE49-F238E27FC236}">
                <a16:creationId xmlns:a16="http://schemas.microsoft.com/office/drawing/2014/main" id="{885B9646-886D-23E8-D9E6-780D57450829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7453" name="Rectangle 45">
            <a:extLst>
              <a:ext uri="{FF2B5EF4-FFF2-40B4-BE49-F238E27FC236}">
                <a16:creationId xmlns:a16="http://schemas.microsoft.com/office/drawing/2014/main" id="{0636A96F-AF4E-52B5-56FF-A7AB662134C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17454" name="Rectangle 46">
            <a:extLst>
              <a:ext uri="{FF2B5EF4-FFF2-40B4-BE49-F238E27FC236}">
                <a16:creationId xmlns:a16="http://schemas.microsoft.com/office/drawing/2014/main" id="{90AB65A1-65A4-3A99-0E2F-CD1AA2BCF81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C5FB9FA-05AB-481E-A60B-CCA9972D8E2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05CA3-9502-151E-B0C5-9324E690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34DF2D-29CD-229A-95F7-0D0B4E159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B5E9A1-5131-8218-D9F5-D8C37BE2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B53B2C-E6A7-81F6-5D03-991BA4874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D68C80-90C2-7C50-8F27-E8B19349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8B08A-9125-4D1B-9AA5-59FEF02D8F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2809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6C8CA-9072-6ADF-1504-B61F90DBE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8CA995-8713-FE8C-4698-15C0A985C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73D1D2-AE3C-194A-08D0-A2EE6FD66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E1F37A-FA3B-68FD-B07B-1819E76B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726519-6116-2042-981A-7E4ECFA1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871D2-99C1-4270-BCF1-5C099BB06D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382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C98DB-C0ED-C60E-626B-B34064C1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F7C15-73F7-BB25-D9E0-63F61862E5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4EB479-CF00-228F-54EF-DAB77A00D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20F1D13-C2C1-D7BD-4E78-7FD17141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96429D-62D9-D7DB-C6C8-2D4E83E0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B38754-5D1A-EB8F-296D-93FEE2C1B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F2D8B-4BFB-41AF-AEA0-03CB84CC40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4367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0748C-82C8-B263-489A-55621457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DC08C40-F6EE-C045-9388-F79803161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8DD2AC-F225-022B-EA29-CA686873F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5BFE386-1F41-8D02-D05B-80B978E46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E36109-AE4E-2F4A-A612-D369EE69F5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BE7573E-E5C1-E680-9079-96A7FD11C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F5F771A-1324-F1F4-7A55-46836599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9A7BC78-6313-79FD-C309-7A0B00C3B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45FE9-88F5-4DFD-B896-4AC4FF7811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342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9CB4D-7F66-3BD5-9335-B1C9CA40B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A2A5C3-8D19-5C8A-CF07-93E6D593D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EDB78D-A531-980D-6DD3-70D1A45FD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F590B6-ADDC-A286-1686-E2F13B23E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4BE228-9DDC-4200-9EE7-7CAE31960E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446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6BC2D5A-3508-457E-D691-859FB2C36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963EC0-4938-B0C1-80F0-A4737E2B4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7F8B1E-4C60-2816-2C41-972D15FA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0E321F-1587-4744-9364-13FAF33475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6355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F0023-F04C-50FB-231E-AEC6BDF5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849601-C79F-5F28-9D25-28DD24A08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9AF5E8-7E28-0B0E-1524-2C8299540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4B640B-FDDF-A4B5-630A-EEC5D7E3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7400E1-CC41-2219-2553-8BDECC672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45EAEF-D629-9109-A2B1-B8D8297E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4EDD12-B63A-4A53-A1E6-FDC3732D3E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723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20666-C64B-055E-D66A-A9D2E18F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013FA6-9BED-4D88-B45C-0FF6FE7DB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81E447-D68B-5A97-2FCF-AEB9C22E6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8A227-743B-9125-898E-10A8D745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FCC24B-958C-2E9D-530C-B242D42B6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3428A9F-714B-A583-6651-F023BEC41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98A02-117F-48CC-B3CC-D4F5936585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1255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D4F3D-E4DB-6DBA-3B7F-F187ABC5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349B98-DD65-8137-5F4D-CF223EBD5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80895B-1715-034D-1B35-5AC389878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9D1AF-1389-2A25-3C19-7E123AA3D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753C06-E83D-BA2F-B54A-7D2585ED1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A21D3B-A884-4799-AB93-E94FF08BE5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1276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93EC53-4D54-F11E-DD92-3271CB7879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8BB6FCE-4834-AD18-06BC-286AB727BF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DFF997-D293-55F3-514D-7C05B6CD2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FCF372-563B-D302-6BAD-C30076BAD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C1A3C-F29F-0C0C-D116-9FBE44E77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B018F7-A59C-4F22-8963-914C4FAA71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1978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shade val="57647"/>
                <a:invGamma/>
              </a:schemeClr>
            </a:gs>
            <a:gs pos="100000">
              <a:schemeClr val="bg1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>
            <a:extLst>
              <a:ext uri="{FF2B5EF4-FFF2-40B4-BE49-F238E27FC236}">
                <a16:creationId xmlns:a16="http://schemas.microsoft.com/office/drawing/2014/main" id="{7AEC9BA1-FB9B-027B-3DC1-48290672D99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6413"/>
            <a:chOff x="0" y="0"/>
            <a:chExt cx="5760" cy="4319"/>
          </a:xfrm>
        </p:grpSpPr>
        <p:sp>
          <p:nvSpPr>
            <p:cNvPr id="16387" name="Freeform 3">
              <a:extLst>
                <a:ext uri="{FF2B5EF4-FFF2-40B4-BE49-F238E27FC236}">
                  <a16:creationId xmlns:a16="http://schemas.microsoft.com/office/drawing/2014/main" id="{7E8330BB-C24B-2BB6-87B4-E3E40D5C00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2"/>
              <a:ext cx="5758" cy="3273"/>
            </a:xfrm>
            <a:custGeom>
              <a:avLst/>
              <a:gdLst>
                <a:gd name="T0" fmla="*/ 3193 w 5740"/>
                <a:gd name="T1" fmla="*/ 1816 h 3273"/>
                <a:gd name="T2" fmla="*/ 0 w 5740"/>
                <a:gd name="T3" fmla="*/ 0 h 3273"/>
                <a:gd name="T4" fmla="*/ 0 w 5740"/>
                <a:gd name="T5" fmla="*/ 522 h 3273"/>
                <a:gd name="T6" fmla="*/ 3037 w 5740"/>
                <a:gd name="T7" fmla="*/ 1978 h 3273"/>
                <a:gd name="T8" fmla="*/ 5740 w 5740"/>
                <a:gd name="T9" fmla="*/ 3273 h 3273"/>
                <a:gd name="T10" fmla="*/ 5740 w 5740"/>
                <a:gd name="T11" fmla="*/ 3267 h 3273"/>
                <a:gd name="T12" fmla="*/ 3193 w 5740"/>
                <a:gd name="T13" fmla="*/ 1816 h 3273"/>
                <a:gd name="T14" fmla="*/ 3193 w 5740"/>
                <a:gd name="T15" fmla="*/ 1816 h 3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40" h="3273">
                  <a:moveTo>
                    <a:pt x="3193" y="1816"/>
                  </a:moveTo>
                  <a:lnTo>
                    <a:pt x="0" y="0"/>
                  </a:lnTo>
                  <a:lnTo>
                    <a:pt x="0" y="522"/>
                  </a:lnTo>
                  <a:lnTo>
                    <a:pt x="3037" y="1978"/>
                  </a:lnTo>
                  <a:lnTo>
                    <a:pt x="5740" y="3273"/>
                  </a:lnTo>
                  <a:lnTo>
                    <a:pt x="5740" y="3267"/>
                  </a:lnTo>
                  <a:lnTo>
                    <a:pt x="3193" y="1816"/>
                  </a:lnTo>
                  <a:lnTo>
                    <a:pt x="3193" y="181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3529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8" name="Freeform 4">
              <a:extLst>
                <a:ext uri="{FF2B5EF4-FFF2-40B4-BE49-F238E27FC236}">
                  <a16:creationId xmlns:a16="http://schemas.microsoft.com/office/drawing/2014/main" id="{82E31D25-144C-C1F2-4D1E-5C836EAFCAB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49" y="0"/>
              <a:ext cx="5609" cy="3243"/>
            </a:xfrm>
            <a:custGeom>
              <a:avLst/>
              <a:gdLst>
                <a:gd name="T0" fmla="*/ 3163 w 5591"/>
                <a:gd name="T1" fmla="*/ 1714 h 3243"/>
                <a:gd name="T2" fmla="*/ 431 w 5591"/>
                <a:gd name="T3" fmla="*/ 0 h 3243"/>
                <a:gd name="T4" fmla="*/ 0 w 5591"/>
                <a:gd name="T5" fmla="*/ 0 h 3243"/>
                <a:gd name="T6" fmla="*/ 3086 w 5591"/>
                <a:gd name="T7" fmla="*/ 1786 h 3243"/>
                <a:gd name="T8" fmla="*/ 5591 w 5591"/>
                <a:gd name="T9" fmla="*/ 3243 h 3243"/>
                <a:gd name="T10" fmla="*/ 5591 w 5591"/>
                <a:gd name="T11" fmla="*/ 3237 h 3243"/>
                <a:gd name="T12" fmla="*/ 3163 w 5591"/>
                <a:gd name="T13" fmla="*/ 1714 h 3243"/>
                <a:gd name="T14" fmla="*/ 3163 w 5591"/>
                <a:gd name="T15" fmla="*/ 1714 h 3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91" h="3243">
                  <a:moveTo>
                    <a:pt x="3163" y="1714"/>
                  </a:moveTo>
                  <a:lnTo>
                    <a:pt x="431" y="0"/>
                  </a:lnTo>
                  <a:lnTo>
                    <a:pt x="0" y="0"/>
                  </a:lnTo>
                  <a:lnTo>
                    <a:pt x="3086" y="1786"/>
                  </a:lnTo>
                  <a:lnTo>
                    <a:pt x="5591" y="3243"/>
                  </a:lnTo>
                  <a:lnTo>
                    <a:pt x="5591" y="3237"/>
                  </a:lnTo>
                  <a:lnTo>
                    <a:pt x="3163" y="1714"/>
                  </a:lnTo>
                  <a:lnTo>
                    <a:pt x="3163" y="1714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89" name="Freeform 5">
              <a:extLst>
                <a:ext uri="{FF2B5EF4-FFF2-40B4-BE49-F238E27FC236}">
                  <a16:creationId xmlns:a16="http://schemas.microsoft.com/office/drawing/2014/main" id="{D1C43D7E-5AE6-5B09-C995-39F265D233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433"/>
              <a:ext cx="4038" cy="191"/>
            </a:xfrm>
            <a:custGeom>
              <a:avLst/>
              <a:gdLst>
                <a:gd name="T0" fmla="*/ 0 w 4042"/>
                <a:gd name="T1" fmla="*/ 156 h 192"/>
                <a:gd name="T2" fmla="*/ 4042 w 4042"/>
                <a:gd name="T3" fmla="*/ 192 h 192"/>
                <a:gd name="T4" fmla="*/ 4042 w 4042"/>
                <a:gd name="T5" fmla="*/ 144 h 192"/>
                <a:gd name="T6" fmla="*/ 0 w 4042"/>
                <a:gd name="T7" fmla="*/ 0 h 192"/>
                <a:gd name="T8" fmla="*/ 0 w 4042"/>
                <a:gd name="T9" fmla="*/ 156 h 192"/>
                <a:gd name="T10" fmla="*/ 0 w 4042"/>
                <a:gd name="T11" fmla="*/ 15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42" h="192">
                  <a:moveTo>
                    <a:pt x="0" y="156"/>
                  </a:moveTo>
                  <a:lnTo>
                    <a:pt x="4042" y="192"/>
                  </a:lnTo>
                  <a:lnTo>
                    <a:pt x="4042" y="144"/>
                  </a:lnTo>
                  <a:lnTo>
                    <a:pt x="0" y="0"/>
                  </a:lnTo>
                  <a:lnTo>
                    <a:pt x="0" y="156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5686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0" name="Freeform 6">
              <a:extLst>
                <a:ext uri="{FF2B5EF4-FFF2-40B4-BE49-F238E27FC236}">
                  <a16:creationId xmlns:a16="http://schemas.microsoft.com/office/drawing/2014/main" id="{D43F2D8E-2EE0-C006-992B-7F2D8F99103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38" y="3577"/>
              <a:ext cx="1720" cy="65"/>
            </a:xfrm>
            <a:custGeom>
              <a:avLst/>
              <a:gdLst>
                <a:gd name="T0" fmla="*/ 1722 w 1722"/>
                <a:gd name="T1" fmla="*/ 66 h 66"/>
                <a:gd name="T2" fmla="*/ 1722 w 1722"/>
                <a:gd name="T3" fmla="*/ 60 h 66"/>
                <a:gd name="T4" fmla="*/ 0 w 1722"/>
                <a:gd name="T5" fmla="*/ 0 h 66"/>
                <a:gd name="T6" fmla="*/ 0 w 1722"/>
                <a:gd name="T7" fmla="*/ 48 h 66"/>
                <a:gd name="T8" fmla="*/ 1722 w 1722"/>
                <a:gd name="T9" fmla="*/ 66 h 66"/>
                <a:gd name="T10" fmla="*/ 1722 w 1722"/>
                <a:gd name="T11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22" h="66">
                  <a:moveTo>
                    <a:pt x="1722" y="66"/>
                  </a:moveTo>
                  <a:lnTo>
                    <a:pt x="1722" y="60"/>
                  </a:lnTo>
                  <a:lnTo>
                    <a:pt x="0" y="0"/>
                  </a:lnTo>
                  <a:lnTo>
                    <a:pt x="0" y="48"/>
                  </a:lnTo>
                  <a:lnTo>
                    <a:pt x="1722" y="66"/>
                  </a:lnTo>
                  <a:lnTo>
                    <a:pt x="172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1" name="Freeform 7">
              <a:extLst>
                <a:ext uri="{FF2B5EF4-FFF2-40B4-BE49-F238E27FC236}">
                  <a16:creationId xmlns:a16="http://schemas.microsoft.com/office/drawing/2014/main" id="{E8F3D919-1A32-015C-F84C-F715DEBFAB2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726"/>
              <a:ext cx="4784" cy="329"/>
            </a:xfrm>
            <a:custGeom>
              <a:avLst/>
              <a:gdLst>
                <a:gd name="T0" fmla="*/ 0 w 4789"/>
                <a:gd name="T1" fmla="*/ 329 h 329"/>
                <a:gd name="T2" fmla="*/ 4789 w 4789"/>
                <a:gd name="T3" fmla="*/ 77 h 329"/>
                <a:gd name="T4" fmla="*/ 4789 w 4789"/>
                <a:gd name="T5" fmla="*/ 0 h 329"/>
                <a:gd name="T6" fmla="*/ 0 w 4789"/>
                <a:gd name="T7" fmla="*/ 107 h 329"/>
                <a:gd name="T8" fmla="*/ 0 w 4789"/>
                <a:gd name="T9" fmla="*/ 329 h 329"/>
                <a:gd name="T10" fmla="*/ 0 w 4789"/>
                <a:gd name="T11" fmla="*/ 329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89" h="329">
                  <a:moveTo>
                    <a:pt x="0" y="329"/>
                  </a:moveTo>
                  <a:lnTo>
                    <a:pt x="4789" y="77"/>
                  </a:lnTo>
                  <a:lnTo>
                    <a:pt x="4789" y="0"/>
                  </a:lnTo>
                  <a:lnTo>
                    <a:pt x="0" y="107"/>
                  </a:lnTo>
                  <a:lnTo>
                    <a:pt x="0" y="329"/>
                  </a:lnTo>
                  <a:lnTo>
                    <a:pt x="0" y="329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1961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2" name="Freeform 8">
              <a:extLst>
                <a:ext uri="{FF2B5EF4-FFF2-40B4-BE49-F238E27FC236}">
                  <a16:creationId xmlns:a16="http://schemas.microsoft.com/office/drawing/2014/main" id="{13765D80-5B83-C7BF-238C-803D9E8645F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784" y="3702"/>
              <a:ext cx="974" cy="101"/>
            </a:xfrm>
            <a:custGeom>
              <a:avLst/>
              <a:gdLst>
                <a:gd name="T0" fmla="*/ 975 w 975"/>
                <a:gd name="T1" fmla="*/ 48 h 101"/>
                <a:gd name="T2" fmla="*/ 975 w 975"/>
                <a:gd name="T3" fmla="*/ 0 h 101"/>
                <a:gd name="T4" fmla="*/ 0 w 975"/>
                <a:gd name="T5" fmla="*/ 24 h 101"/>
                <a:gd name="T6" fmla="*/ 0 w 975"/>
                <a:gd name="T7" fmla="*/ 101 h 101"/>
                <a:gd name="T8" fmla="*/ 975 w 975"/>
                <a:gd name="T9" fmla="*/ 48 h 101"/>
                <a:gd name="T10" fmla="*/ 975 w 975"/>
                <a:gd name="T11" fmla="*/ 4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75" h="101">
                  <a:moveTo>
                    <a:pt x="975" y="48"/>
                  </a:moveTo>
                  <a:lnTo>
                    <a:pt x="975" y="0"/>
                  </a:lnTo>
                  <a:lnTo>
                    <a:pt x="0" y="24"/>
                  </a:lnTo>
                  <a:lnTo>
                    <a:pt x="0" y="101"/>
                  </a:lnTo>
                  <a:lnTo>
                    <a:pt x="975" y="48"/>
                  </a:lnTo>
                  <a:lnTo>
                    <a:pt x="975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3" name="Freeform 9">
              <a:extLst>
                <a:ext uri="{FF2B5EF4-FFF2-40B4-BE49-F238E27FC236}">
                  <a16:creationId xmlns:a16="http://schemas.microsoft.com/office/drawing/2014/main" id="{5CBF602C-381D-F05E-253F-D2CB1845927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619" y="3815"/>
              <a:ext cx="2139" cy="198"/>
            </a:xfrm>
            <a:custGeom>
              <a:avLst/>
              <a:gdLst>
                <a:gd name="T0" fmla="*/ 2141 w 2141"/>
                <a:gd name="T1" fmla="*/ 0 h 198"/>
                <a:gd name="T2" fmla="*/ 0 w 2141"/>
                <a:gd name="T3" fmla="*/ 156 h 198"/>
                <a:gd name="T4" fmla="*/ 0 w 2141"/>
                <a:gd name="T5" fmla="*/ 198 h 198"/>
                <a:gd name="T6" fmla="*/ 2141 w 2141"/>
                <a:gd name="T7" fmla="*/ 0 h 198"/>
                <a:gd name="T8" fmla="*/ 2141 w 2141"/>
                <a:gd name="T9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41" h="198">
                  <a:moveTo>
                    <a:pt x="2141" y="0"/>
                  </a:moveTo>
                  <a:lnTo>
                    <a:pt x="0" y="156"/>
                  </a:lnTo>
                  <a:lnTo>
                    <a:pt x="0" y="198"/>
                  </a:lnTo>
                  <a:lnTo>
                    <a:pt x="2141" y="0"/>
                  </a:lnTo>
                  <a:lnTo>
                    <a:pt x="214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4" name="Freeform 10">
              <a:extLst>
                <a:ext uri="{FF2B5EF4-FFF2-40B4-BE49-F238E27FC236}">
                  <a16:creationId xmlns:a16="http://schemas.microsoft.com/office/drawing/2014/main" id="{A29C6834-ED75-821E-2A6A-D51EA551DAF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3971"/>
              <a:ext cx="3619" cy="348"/>
            </a:xfrm>
            <a:custGeom>
              <a:avLst/>
              <a:gdLst>
                <a:gd name="T0" fmla="*/ 0 w 3623"/>
                <a:gd name="T1" fmla="*/ 348 h 348"/>
                <a:gd name="T2" fmla="*/ 311 w 3623"/>
                <a:gd name="T3" fmla="*/ 348 h 348"/>
                <a:gd name="T4" fmla="*/ 3623 w 3623"/>
                <a:gd name="T5" fmla="*/ 42 h 348"/>
                <a:gd name="T6" fmla="*/ 3623 w 3623"/>
                <a:gd name="T7" fmla="*/ 0 h 348"/>
                <a:gd name="T8" fmla="*/ 0 w 3623"/>
                <a:gd name="T9" fmla="*/ 264 h 348"/>
                <a:gd name="T10" fmla="*/ 0 w 3623"/>
                <a:gd name="T11" fmla="*/ 348 h 348"/>
                <a:gd name="T12" fmla="*/ 0 w 3623"/>
                <a:gd name="T13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3" h="348">
                  <a:moveTo>
                    <a:pt x="0" y="348"/>
                  </a:moveTo>
                  <a:lnTo>
                    <a:pt x="311" y="348"/>
                  </a:lnTo>
                  <a:lnTo>
                    <a:pt x="3623" y="42"/>
                  </a:lnTo>
                  <a:lnTo>
                    <a:pt x="3623" y="0"/>
                  </a:lnTo>
                  <a:lnTo>
                    <a:pt x="0" y="264"/>
                  </a:lnTo>
                  <a:lnTo>
                    <a:pt x="0" y="348"/>
                  </a:lnTo>
                  <a:lnTo>
                    <a:pt x="0" y="3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5" name="Freeform 11">
              <a:extLst>
                <a:ext uri="{FF2B5EF4-FFF2-40B4-BE49-F238E27FC236}">
                  <a16:creationId xmlns:a16="http://schemas.microsoft.com/office/drawing/2014/main" id="{2B66101C-C2EB-B7D0-73D0-F5DB9A0FFFF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097" y="4043"/>
              <a:ext cx="2514" cy="276"/>
            </a:xfrm>
            <a:custGeom>
              <a:avLst/>
              <a:gdLst>
                <a:gd name="T0" fmla="*/ 2182 w 2517"/>
                <a:gd name="T1" fmla="*/ 276 h 276"/>
                <a:gd name="T2" fmla="*/ 2517 w 2517"/>
                <a:gd name="T3" fmla="*/ 204 h 276"/>
                <a:gd name="T4" fmla="*/ 2260 w 2517"/>
                <a:gd name="T5" fmla="*/ 0 h 276"/>
                <a:gd name="T6" fmla="*/ 0 w 2517"/>
                <a:gd name="T7" fmla="*/ 276 h 276"/>
                <a:gd name="T8" fmla="*/ 2182 w 2517"/>
                <a:gd name="T9" fmla="*/ 276 h 276"/>
                <a:gd name="T10" fmla="*/ 2182 w 2517"/>
                <a:gd name="T11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76">
                  <a:moveTo>
                    <a:pt x="2182" y="276"/>
                  </a:moveTo>
                  <a:lnTo>
                    <a:pt x="2517" y="204"/>
                  </a:lnTo>
                  <a:lnTo>
                    <a:pt x="2260" y="0"/>
                  </a:lnTo>
                  <a:lnTo>
                    <a:pt x="0" y="276"/>
                  </a:lnTo>
                  <a:lnTo>
                    <a:pt x="2182" y="276"/>
                  </a:lnTo>
                  <a:lnTo>
                    <a:pt x="2182" y="2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6" name="Freeform 12">
              <a:extLst>
                <a:ext uri="{FF2B5EF4-FFF2-40B4-BE49-F238E27FC236}">
                  <a16:creationId xmlns:a16="http://schemas.microsoft.com/office/drawing/2014/main" id="{7EE9BA22-B1BA-D01F-E461-3062205E4A6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354" y="3869"/>
              <a:ext cx="1404" cy="378"/>
            </a:xfrm>
            <a:custGeom>
              <a:avLst/>
              <a:gdLst>
                <a:gd name="T0" fmla="*/ 1405 w 1405"/>
                <a:gd name="T1" fmla="*/ 126 h 378"/>
                <a:gd name="T2" fmla="*/ 1405 w 1405"/>
                <a:gd name="T3" fmla="*/ 0 h 378"/>
                <a:gd name="T4" fmla="*/ 0 w 1405"/>
                <a:gd name="T5" fmla="*/ 174 h 378"/>
                <a:gd name="T6" fmla="*/ 257 w 1405"/>
                <a:gd name="T7" fmla="*/ 378 h 378"/>
                <a:gd name="T8" fmla="*/ 1405 w 1405"/>
                <a:gd name="T9" fmla="*/ 126 h 378"/>
                <a:gd name="T10" fmla="*/ 1405 w 1405"/>
                <a:gd name="T11" fmla="*/ 126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05" h="378">
                  <a:moveTo>
                    <a:pt x="1405" y="126"/>
                  </a:moveTo>
                  <a:lnTo>
                    <a:pt x="1405" y="0"/>
                  </a:lnTo>
                  <a:lnTo>
                    <a:pt x="0" y="174"/>
                  </a:lnTo>
                  <a:lnTo>
                    <a:pt x="257" y="378"/>
                  </a:lnTo>
                  <a:lnTo>
                    <a:pt x="1405" y="126"/>
                  </a:lnTo>
                  <a:lnTo>
                    <a:pt x="1405" y="12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6863"/>
                    <a:invGamma/>
                  </a:scheme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7" name="Freeform 13">
              <a:extLst>
                <a:ext uri="{FF2B5EF4-FFF2-40B4-BE49-F238E27FC236}">
                  <a16:creationId xmlns:a16="http://schemas.microsoft.com/office/drawing/2014/main" id="{FEAE899E-F483-8AE9-9DD0-5DB1DCA150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151"/>
              <a:ext cx="728" cy="240"/>
            </a:xfrm>
            <a:custGeom>
              <a:avLst/>
              <a:gdLst>
                <a:gd name="T0" fmla="*/ 729 w 729"/>
                <a:gd name="T1" fmla="*/ 240 h 240"/>
                <a:gd name="T2" fmla="*/ 0 w 729"/>
                <a:gd name="T3" fmla="*/ 0 h 240"/>
                <a:gd name="T4" fmla="*/ 0 w 729"/>
                <a:gd name="T5" fmla="*/ 6 h 240"/>
                <a:gd name="T6" fmla="*/ 729 w 729"/>
                <a:gd name="T7" fmla="*/ 240 h 240"/>
                <a:gd name="T8" fmla="*/ 729 w 729"/>
                <a:gd name="T9" fmla="*/ 24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9" h="240">
                  <a:moveTo>
                    <a:pt x="729" y="240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729" y="240"/>
                  </a:lnTo>
                  <a:lnTo>
                    <a:pt x="729" y="2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8" name="Freeform 14">
              <a:extLst>
                <a:ext uri="{FF2B5EF4-FFF2-40B4-BE49-F238E27FC236}">
                  <a16:creationId xmlns:a16="http://schemas.microsoft.com/office/drawing/2014/main" id="{A950D481-69EB-E084-322B-7D725717412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86"/>
              <a:ext cx="5030" cy="1671"/>
            </a:xfrm>
            <a:custGeom>
              <a:avLst/>
              <a:gdLst>
                <a:gd name="T0" fmla="*/ 0 w 5035"/>
                <a:gd name="T1" fmla="*/ 72 h 1672"/>
                <a:gd name="T2" fmla="*/ 5035 w 5035"/>
                <a:gd name="T3" fmla="*/ 1672 h 1672"/>
                <a:gd name="T4" fmla="*/ 5035 w 5035"/>
                <a:gd name="T5" fmla="*/ 1666 h 1672"/>
                <a:gd name="T6" fmla="*/ 0 w 5035"/>
                <a:gd name="T7" fmla="*/ 0 h 1672"/>
                <a:gd name="T8" fmla="*/ 0 w 5035"/>
                <a:gd name="T9" fmla="*/ 72 h 1672"/>
                <a:gd name="T10" fmla="*/ 0 w 5035"/>
                <a:gd name="T11" fmla="*/ 72 h 1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1672">
                  <a:moveTo>
                    <a:pt x="0" y="72"/>
                  </a:moveTo>
                  <a:lnTo>
                    <a:pt x="5035" y="1672"/>
                  </a:lnTo>
                  <a:lnTo>
                    <a:pt x="5035" y="1666"/>
                  </a:lnTo>
                  <a:lnTo>
                    <a:pt x="0" y="0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4510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399" name="Freeform 15">
              <a:extLst>
                <a:ext uri="{FF2B5EF4-FFF2-40B4-BE49-F238E27FC236}">
                  <a16:creationId xmlns:a16="http://schemas.microsoft.com/office/drawing/2014/main" id="{F99FBEA4-2963-B9C1-C442-A8D03E3A981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030" y="3049"/>
              <a:ext cx="728" cy="318"/>
            </a:xfrm>
            <a:custGeom>
              <a:avLst/>
              <a:gdLst>
                <a:gd name="T0" fmla="*/ 729 w 729"/>
                <a:gd name="T1" fmla="*/ 318 h 318"/>
                <a:gd name="T2" fmla="*/ 729 w 729"/>
                <a:gd name="T3" fmla="*/ 312 h 318"/>
                <a:gd name="T4" fmla="*/ 0 w 729"/>
                <a:gd name="T5" fmla="*/ 0 h 318"/>
                <a:gd name="T6" fmla="*/ 0 w 729"/>
                <a:gd name="T7" fmla="*/ 54 h 318"/>
                <a:gd name="T8" fmla="*/ 729 w 729"/>
                <a:gd name="T9" fmla="*/ 318 h 318"/>
                <a:gd name="T10" fmla="*/ 729 w 729"/>
                <a:gd name="T11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29" h="318">
                  <a:moveTo>
                    <a:pt x="729" y="318"/>
                  </a:moveTo>
                  <a:lnTo>
                    <a:pt x="729" y="312"/>
                  </a:lnTo>
                  <a:lnTo>
                    <a:pt x="0" y="0"/>
                  </a:lnTo>
                  <a:lnTo>
                    <a:pt x="0" y="54"/>
                  </a:lnTo>
                  <a:lnTo>
                    <a:pt x="729" y="318"/>
                  </a:lnTo>
                  <a:lnTo>
                    <a:pt x="729" y="3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0" name="Freeform 16">
              <a:extLst>
                <a:ext uri="{FF2B5EF4-FFF2-40B4-BE49-F238E27FC236}">
                  <a16:creationId xmlns:a16="http://schemas.microsoft.com/office/drawing/2014/main" id="{DD9F1018-97C7-5476-87F6-D0DBA562C71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916"/>
              <a:ext cx="5030" cy="2187"/>
            </a:xfrm>
            <a:custGeom>
              <a:avLst/>
              <a:gdLst>
                <a:gd name="T0" fmla="*/ 0 w 5035"/>
                <a:gd name="T1" fmla="*/ 396 h 2188"/>
                <a:gd name="T2" fmla="*/ 5035 w 5035"/>
                <a:gd name="T3" fmla="*/ 2188 h 2188"/>
                <a:gd name="T4" fmla="*/ 5035 w 5035"/>
                <a:gd name="T5" fmla="*/ 2134 h 2188"/>
                <a:gd name="T6" fmla="*/ 0 w 5035"/>
                <a:gd name="T7" fmla="*/ 0 h 2188"/>
                <a:gd name="T8" fmla="*/ 0 w 5035"/>
                <a:gd name="T9" fmla="*/ 396 h 2188"/>
                <a:gd name="T10" fmla="*/ 0 w 5035"/>
                <a:gd name="T11" fmla="*/ 396 h 2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35" h="2188">
                  <a:moveTo>
                    <a:pt x="0" y="396"/>
                  </a:moveTo>
                  <a:lnTo>
                    <a:pt x="5035" y="2188"/>
                  </a:lnTo>
                  <a:lnTo>
                    <a:pt x="5035" y="2134"/>
                  </a:lnTo>
                  <a:lnTo>
                    <a:pt x="0" y="0"/>
                  </a:lnTo>
                  <a:lnTo>
                    <a:pt x="0" y="396"/>
                  </a:lnTo>
                  <a:lnTo>
                    <a:pt x="0" y="396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1" name="Freeform 17">
              <a:extLst>
                <a:ext uri="{FF2B5EF4-FFF2-40B4-BE49-F238E27FC236}">
                  <a16:creationId xmlns:a16="http://schemas.microsoft.com/office/drawing/2014/main" id="{7277D52F-54C4-77BE-E6B4-591DD446D6F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294" y="0"/>
              <a:ext cx="3159" cy="2725"/>
            </a:xfrm>
            <a:custGeom>
              <a:avLst/>
              <a:gdLst>
                <a:gd name="T0" fmla="*/ 0 w 3163"/>
                <a:gd name="T1" fmla="*/ 0 h 2727"/>
                <a:gd name="T2" fmla="*/ 3145 w 3163"/>
                <a:gd name="T3" fmla="*/ 2727 h 2727"/>
                <a:gd name="T4" fmla="*/ 3163 w 3163"/>
                <a:gd name="T5" fmla="*/ 2704 h 2727"/>
                <a:gd name="T6" fmla="*/ 102 w 3163"/>
                <a:gd name="T7" fmla="*/ 0 h 2727"/>
                <a:gd name="T8" fmla="*/ 0 w 3163"/>
                <a:gd name="T9" fmla="*/ 0 h 2727"/>
                <a:gd name="T10" fmla="*/ 0 w 3163"/>
                <a:gd name="T11" fmla="*/ 0 h 27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63" h="2727">
                  <a:moveTo>
                    <a:pt x="0" y="0"/>
                  </a:moveTo>
                  <a:lnTo>
                    <a:pt x="3145" y="2727"/>
                  </a:lnTo>
                  <a:lnTo>
                    <a:pt x="3163" y="2704"/>
                  </a:lnTo>
                  <a:lnTo>
                    <a:pt x="10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980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2" name="Freeform 18">
              <a:extLst>
                <a:ext uri="{FF2B5EF4-FFF2-40B4-BE49-F238E27FC236}">
                  <a16:creationId xmlns:a16="http://schemas.microsoft.com/office/drawing/2014/main" id="{214168ED-EC9A-7081-979F-27461712E2A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35" y="2702"/>
              <a:ext cx="323" cy="299"/>
            </a:xfrm>
            <a:custGeom>
              <a:avLst/>
              <a:gdLst>
                <a:gd name="T0" fmla="*/ 323 w 323"/>
                <a:gd name="T1" fmla="*/ 299 h 299"/>
                <a:gd name="T2" fmla="*/ 323 w 323"/>
                <a:gd name="T3" fmla="*/ 263 h 299"/>
                <a:gd name="T4" fmla="*/ 18 w 323"/>
                <a:gd name="T5" fmla="*/ 0 h 299"/>
                <a:gd name="T6" fmla="*/ 0 w 323"/>
                <a:gd name="T7" fmla="*/ 23 h 299"/>
                <a:gd name="T8" fmla="*/ 323 w 323"/>
                <a:gd name="T9" fmla="*/ 299 h 299"/>
                <a:gd name="T10" fmla="*/ 323 w 323"/>
                <a:gd name="T11" fmla="*/ 299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3" h="299">
                  <a:moveTo>
                    <a:pt x="323" y="299"/>
                  </a:moveTo>
                  <a:lnTo>
                    <a:pt x="323" y="263"/>
                  </a:lnTo>
                  <a:lnTo>
                    <a:pt x="18" y="0"/>
                  </a:lnTo>
                  <a:lnTo>
                    <a:pt x="0" y="23"/>
                  </a:lnTo>
                  <a:lnTo>
                    <a:pt x="323" y="299"/>
                  </a:lnTo>
                  <a:lnTo>
                    <a:pt x="323" y="29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4118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3" name="Freeform 19">
              <a:extLst>
                <a:ext uri="{FF2B5EF4-FFF2-40B4-BE49-F238E27FC236}">
                  <a16:creationId xmlns:a16="http://schemas.microsoft.com/office/drawing/2014/main" id="{41EE235D-359C-0EC4-4770-565BDD12A30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77" y="2588"/>
              <a:ext cx="281" cy="335"/>
            </a:xfrm>
            <a:custGeom>
              <a:avLst/>
              <a:gdLst>
                <a:gd name="T0" fmla="*/ 281 w 281"/>
                <a:gd name="T1" fmla="*/ 335 h 335"/>
                <a:gd name="T2" fmla="*/ 281 w 281"/>
                <a:gd name="T3" fmla="*/ 173 h 335"/>
                <a:gd name="T4" fmla="*/ 96 w 281"/>
                <a:gd name="T5" fmla="*/ 0 h 335"/>
                <a:gd name="T6" fmla="*/ 0 w 281"/>
                <a:gd name="T7" fmla="*/ 90 h 335"/>
                <a:gd name="T8" fmla="*/ 281 w 281"/>
                <a:gd name="T9" fmla="*/ 335 h 335"/>
                <a:gd name="T10" fmla="*/ 281 w 281"/>
                <a:gd name="T11" fmla="*/ 335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1" h="335">
                  <a:moveTo>
                    <a:pt x="281" y="335"/>
                  </a:moveTo>
                  <a:lnTo>
                    <a:pt x="281" y="173"/>
                  </a:lnTo>
                  <a:lnTo>
                    <a:pt x="96" y="0"/>
                  </a:lnTo>
                  <a:lnTo>
                    <a:pt x="0" y="90"/>
                  </a:lnTo>
                  <a:lnTo>
                    <a:pt x="281" y="335"/>
                  </a:lnTo>
                  <a:lnTo>
                    <a:pt x="281" y="33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4" name="Freeform 20">
              <a:extLst>
                <a:ext uri="{FF2B5EF4-FFF2-40B4-BE49-F238E27FC236}">
                  <a16:creationId xmlns:a16="http://schemas.microsoft.com/office/drawing/2014/main" id="{457FF4FD-64C5-FA97-FC64-2DE39D2D8EF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454" y="0"/>
              <a:ext cx="3119" cy="2678"/>
            </a:xfrm>
            <a:custGeom>
              <a:avLst/>
              <a:gdLst>
                <a:gd name="T0" fmla="*/ 0 w 3122"/>
                <a:gd name="T1" fmla="*/ 0 h 2680"/>
                <a:gd name="T2" fmla="*/ 3026 w 3122"/>
                <a:gd name="T3" fmla="*/ 2680 h 2680"/>
                <a:gd name="T4" fmla="*/ 3122 w 3122"/>
                <a:gd name="T5" fmla="*/ 2590 h 2680"/>
                <a:gd name="T6" fmla="*/ 383 w 3122"/>
                <a:gd name="T7" fmla="*/ 0 h 2680"/>
                <a:gd name="T8" fmla="*/ 0 w 3122"/>
                <a:gd name="T9" fmla="*/ 0 h 2680"/>
                <a:gd name="T10" fmla="*/ 0 w 3122"/>
                <a:gd name="T11" fmla="*/ 0 h 2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2" h="2680">
                  <a:moveTo>
                    <a:pt x="0" y="0"/>
                  </a:moveTo>
                  <a:lnTo>
                    <a:pt x="3026" y="2680"/>
                  </a:lnTo>
                  <a:lnTo>
                    <a:pt x="3122" y="2590"/>
                  </a:lnTo>
                  <a:lnTo>
                    <a:pt x="38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5" name="Freeform 21">
              <a:extLst>
                <a:ext uri="{FF2B5EF4-FFF2-40B4-BE49-F238E27FC236}">
                  <a16:creationId xmlns:a16="http://schemas.microsoft.com/office/drawing/2014/main" id="{9E19493E-249D-2C58-0E37-8E556B1719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26" y="2534"/>
              <a:ext cx="132" cy="132"/>
            </a:xfrm>
            <a:custGeom>
              <a:avLst/>
              <a:gdLst>
                <a:gd name="T0" fmla="*/ 132 w 132"/>
                <a:gd name="T1" fmla="*/ 132 h 132"/>
                <a:gd name="T2" fmla="*/ 0 w 132"/>
                <a:gd name="T3" fmla="*/ 0 h 132"/>
                <a:gd name="T4" fmla="*/ 0 w 132"/>
                <a:gd name="T5" fmla="*/ 0 h 132"/>
                <a:gd name="T6" fmla="*/ 132 w 132"/>
                <a:gd name="T7" fmla="*/ 132 h 132"/>
                <a:gd name="T8" fmla="*/ 132 w 132"/>
                <a:gd name="T9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32">
                  <a:moveTo>
                    <a:pt x="132" y="13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32" y="132"/>
                  </a:lnTo>
                  <a:lnTo>
                    <a:pt x="132" y="132"/>
                  </a:lnTo>
                  <a:close/>
                </a:path>
              </a:pathLst>
            </a:custGeom>
            <a:solidFill>
              <a:srgbClr val="FF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6" name="Freeform 22">
              <a:extLst>
                <a:ext uri="{FF2B5EF4-FFF2-40B4-BE49-F238E27FC236}">
                  <a16:creationId xmlns:a16="http://schemas.microsoft.com/office/drawing/2014/main" id="{8FCABD97-8613-5EA4-CF1E-69CCCCE9677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12" y="0"/>
              <a:ext cx="2514" cy="2534"/>
            </a:xfrm>
            <a:custGeom>
              <a:avLst/>
              <a:gdLst>
                <a:gd name="T0" fmla="*/ 0 w 2517"/>
                <a:gd name="T1" fmla="*/ 0 h 2536"/>
                <a:gd name="T2" fmla="*/ 2517 w 2517"/>
                <a:gd name="T3" fmla="*/ 2536 h 2536"/>
                <a:gd name="T4" fmla="*/ 2517 w 2517"/>
                <a:gd name="T5" fmla="*/ 2536 h 2536"/>
                <a:gd name="T6" fmla="*/ 66 w 2517"/>
                <a:gd name="T7" fmla="*/ 0 h 2536"/>
                <a:gd name="T8" fmla="*/ 0 w 2517"/>
                <a:gd name="T9" fmla="*/ 0 h 2536"/>
                <a:gd name="T10" fmla="*/ 0 w 2517"/>
                <a:gd name="T11" fmla="*/ 0 h 2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7" h="2536">
                  <a:moveTo>
                    <a:pt x="0" y="0"/>
                  </a:moveTo>
                  <a:lnTo>
                    <a:pt x="2517" y="2536"/>
                  </a:lnTo>
                  <a:lnTo>
                    <a:pt x="2517" y="2536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1373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7" name="Freeform 23">
              <a:extLst>
                <a:ext uri="{FF2B5EF4-FFF2-40B4-BE49-F238E27FC236}">
                  <a16:creationId xmlns:a16="http://schemas.microsoft.com/office/drawing/2014/main" id="{38EB7B52-0227-0A02-463A-29223FABFA7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488" y="0"/>
              <a:ext cx="2198" cy="2480"/>
            </a:xfrm>
            <a:custGeom>
              <a:avLst/>
              <a:gdLst>
                <a:gd name="T0" fmla="*/ 0 w 2200"/>
                <a:gd name="T1" fmla="*/ 0 h 2482"/>
                <a:gd name="T2" fmla="*/ 2188 w 2200"/>
                <a:gd name="T3" fmla="*/ 2482 h 2482"/>
                <a:gd name="T4" fmla="*/ 2200 w 2200"/>
                <a:gd name="T5" fmla="*/ 2476 h 2482"/>
                <a:gd name="T6" fmla="*/ 317 w 2200"/>
                <a:gd name="T7" fmla="*/ 0 h 2482"/>
                <a:gd name="T8" fmla="*/ 0 w 2200"/>
                <a:gd name="T9" fmla="*/ 0 h 2482"/>
                <a:gd name="T10" fmla="*/ 0 w 2200"/>
                <a:gd name="T11" fmla="*/ 0 h 2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00" h="2482">
                  <a:moveTo>
                    <a:pt x="0" y="0"/>
                  </a:moveTo>
                  <a:lnTo>
                    <a:pt x="2188" y="2482"/>
                  </a:lnTo>
                  <a:lnTo>
                    <a:pt x="2200" y="2476"/>
                  </a:lnTo>
                  <a:lnTo>
                    <a:pt x="31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8" name="Freeform 24">
              <a:extLst>
                <a:ext uri="{FF2B5EF4-FFF2-40B4-BE49-F238E27FC236}">
                  <a16:creationId xmlns:a16="http://schemas.microsoft.com/office/drawing/2014/main" id="{6A7F9DA3-A561-3F6D-74BB-2A916C50EBA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74" y="2474"/>
              <a:ext cx="84" cy="96"/>
            </a:xfrm>
            <a:custGeom>
              <a:avLst/>
              <a:gdLst>
                <a:gd name="T0" fmla="*/ 84 w 84"/>
                <a:gd name="T1" fmla="*/ 96 h 96"/>
                <a:gd name="T2" fmla="*/ 84 w 84"/>
                <a:gd name="T3" fmla="*/ 90 h 96"/>
                <a:gd name="T4" fmla="*/ 12 w 84"/>
                <a:gd name="T5" fmla="*/ 0 h 96"/>
                <a:gd name="T6" fmla="*/ 0 w 84"/>
                <a:gd name="T7" fmla="*/ 6 h 96"/>
                <a:gd name="T8" fmla="*/ 84 w 84"/>
                <a:gd name="T9" fmla="*/ 96 h 96"/>
                <a:gd name="T10" fmla="*/ 84 w 84"/>
                <a:gd name="T1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4" h="96">
                  <a:moveTo>
                    <a:pt x="84" y="96"/>
                  </a:moveTo>
                  <a:lnTo>
                    <a:pt x="84" y="90"/>
                  </a:lnTo>
                  <a:lnTo>
                    <a:pt x="12" y="0"/>
                  </a:lnTo>
                  <a:lnTo>
                    <a:pt x="0" y="6"/>
                  </a:lnTo>
                  <a:lnTo>
                    <a:pt x="84" y="96"/>
                  </a:lnTo>
                  <a:lnTo>
                    <a:pt x="84" y="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tint val="90980"/>
                    <a:invGamma/>
                  </a:scheme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09" name="Freeform 25">
              <a:extLst>
                <a:ext uri="{FF2B5EF4-FFF2-40B4-BE49-F238E27FC236}">
                  <a16:creationId xmlns:a16="http://schemas.microsoft.com/office/drawing/2014/main" id="{10A8C89B-33E0-EA9F-DE6D-1A16E08D990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03" y="850"/>
              <a:ext cx="155" cy="516"/>
            </a:xfrm>
            <a:custGeom>
              <a:avLst/>
              <a:gdLst>
                <a:gd name="T0" fmla="*/ 155 w 155"/>
                <a:gd name="T1" fmla="*/ 516 h 516"/>
                <a:gd name="T2" fmla="*/ 155 w 155"/>
                <a:gd name="T3" fmla="*/ 204 h 516"/>
                <a:gd name="T4" fmla="*/ 77 w 155"/>
                <a:gd name="T5" fmla="*/ 0 h 516"/>
                <a:gd name="T6" fmla="*/ 0 w 155"/>
                <a:gd name="T7" fmla="*/ 192 h 516"/>
                <a:gd name="T8" fmla="*/ 155 w 155"/>
                <a:gd name="T9" fmla="*/ 516 h 516"/>
                <a:gd name="T10" fmla="*/ 155 w 155"/>
                <a:gd name="T11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" h="516">
                  <a:moveTo>
                    <a:pt x="155" y="516"/>
                  </a:moveTo>
                  <a:lnTo>
                    <a:pt x="155" y="204"/>
                  </a:lnTo>
                  <a:lnTo>
                    <a:pt x="77" y="0"/>
                  </a:lnTo>
                  <a:lnTo>
                    <a:pt x="0" y="192"/>
                  </a:lnTo>
                  <a:lnTo>
                    <a:pt x="155" y="516"/>
                  </a:lnTo>
                  <a:lnTo>
                    <a:pt x="155" y="51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0" name="Freeform 26">
              <a:extLst>
                <a:ext uri="{FF2B5EF4-FFF2-40B4-BE49-F238E27FC236}">
                  <a16:creationId xmlns:a16="http://schemas.microsoft.com/office/drawing/2014/main" id="{6A097FD5-F100-2554-5306-7AF21624DB8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107" y="0"/>
              <a:ext cx="573" cy="1042"/>
            </a:xfrm>
            <a:custGeom>
              <a:avLst/>
              <a:gdLst>
                <a:gd name="T0" fmla="*/ 0 w 574"/>
                <a:gd name="T1" fmla="*/ 0 h 1043"/>
                <a:gd name="T2" fmla="*/ 497 w 574"/>
                <a:gd name="T3" fmla="*/ 1043 h 1043"/>
                <a:gd name="T4" fmla="*/ 574 w 574"/>
                <a:gd name="T5" fmla="*/ 851 h 1043"/>
                <a:gd name="T6" fmla="*/ 251 w 574"/>
                <a:gd name="T7" fmla="*/ 0 h 1043"/>
                <a:gd name="T8" fmla="*/ 0 w 574"/>
                <a:gd name="T9" fmla="*/ 0 h 1043"/>
                <a:gd name="T10" fmla="*/ 0 w 574"/>
                <a:gd name="T11" fmla="*/ 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" h="1043">
                  <a:moveTo>
                    <a:pt x="0" y="0"/>
                  </a:moveTo>
                  <a:lnTo>
                    <a:pt x="497" y="1043"/>
                  </a:lnTo>
                  <a:lnTo>
                    <a:pt x="574" y="851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6667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1" name="Freeform 27">
              <a:extLst>
                <a:ext uri="{FF2B5EF4-FFF2-40B4-BE49-F238E27FC236}">
                  <a16:creationId xmlns:a16="http://schemas.microsoft.com/office/drawing/2014/main" id="{9ADA4A42-C8D6-7DE3-EA58-9B4D09A378A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411" y="0"/>
              <a:ext cx="341" cy="796"/>
            </a:xfrm>
            <a:custGeom>
              <a:avLst/>
              <a:gdLst>
                <a:gd name="T0" fmla="*/ 144 w 341"/>
                <a:gd name="T1" fmla="*/ 0 h 797"/>
                <a:gd name="T2" fmla="*/ 0 w 341"/>
                <a:gd name="T3" fmla="*/ 0 h 797"/>
                <a:gd name="T4" fmla="*/ 287 w 341"/>
                <a:gd name="T5" fmla="*/ 797 h 797"/>
                <a:gd name="T6" fmla="*/ 341 w 341"/>
                <a:gd name="T7" fmla="*/ 653 h 797"/>
                <a:gd name="T8" fmla="*/ 144 w 341"/>
                <a:gd name="T9" fmla="*/ 0 h 797"/>
                <a:gd name="T10" fmla="*/ 144 w 341"/>
                <a:gd name="T11" fmla="*/ 0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1" h="797">
                  <a:moveTo>
                    <a:pt x="144" y="0"/>
                  </a:moveTo>
                  <a:lnTo>
                    <a:pt x="0" y="0"/>
                  </a:lnTo>
                  <a:lnTo>
                    <a:pt x="287" y="797"/>
                  </a:lnTo>
                  <a:lnTo>
                    <a:pt x="341" y="653"/>
                  </a:lnTo>
                  <a:lnTo>
                    <a:pt x="144" y="0"/>
                  </a:lnTo>
                  <a:lnTo>
                    <a:pt x="144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6980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2" name="Freeform 28">
              <a:extLst>
                <a:ext uri="{FF2B5EF4-FFF2-40B4-BE49-F238E27FC236}">
                  <a16:creationId xmlns:a16="http://schemas.microsoft.com/office/drawing/2014/main" id="{6678247D-33B2-36CA-323D-3AA14AA729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698" y="653"/>
              <a:ext cx="60" cy="311"/>
            </a:xfrm>
            <a:custGeom>
              <a:avLst/>
              <a:gdLst>
                <a:gd name="T0" fmla="*/ 0 w 60"/>
                <a:gd name="T1" fmla="*/ 144 h 312"/>
                <a:gd name="T2" fmla="*/ 60 w 60"/>
                <a:gd name="T3" fmla="*/ 312 h 312"/>
                <a:gd name="T4" fmla="*/ 60 w 60"/>
                <a:gd name="T5" fmla="*/ 6 h 312"/>
                <a:gd name="T6" fmla="*/ 54 w 60"/>
                <a:gd name="T7" fmla="*/ 0 h 312"/>
                <a:gd name="T8" fmla="*/ 0 w 60"/>
                <a:gd name="T9" fmla="*/ 144 h 312"/>
                <a:gd name="T10" fmla="*/ 0 w 60"/>
                <a:gd name="T11" fmla="*/ 144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312">
                  <a:moveTo>
                    <a:pt x="0" y="144"/>
                  </a:moveTo>
                  <a:lnTo>
                    <a:pt x="60" y="312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3" name="Freeform 29">
              <a:extLst>
                <a:ext uri="{FF2B5EF4-FFF2-40B4-BE49-F238E27FC236}">
                  <a16:creationId xmlns:a16="http://schemas.microsoft.com/office/drawing/2014/main" id="{C2947F8D-9D5C-4DCD-25A7-E38A494A37A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1601"/>
              <a:ext cx="5752" cy="1864"/>
            </a:xfrm>
            <a:custGeom>
              <a:avLst/>
              <a:gdLst>
                <a:gd name="T0" fmla="*/ 0 w 5740"/>
                <a:gd name="T1" fmla="*/ 371 h 1864"/>
                <a:gd name="T2" fmla="*/ 5740 w 5740"/>
                <a:gd name="T3" fmla="*/ 1864 h 1864"/>
                <a:gd name="T4" fmla="*/ 5740 w 5740"/>
                <a:gd name="T5" fmla="*/ 1834 h 1864"/>
                <a:gd name="T6" fmla="*/ 0 w 5740"/>
                <a:gd name="T7" fmla="*/ 0 h 1864"/>
                <a:gd name="T8" fmla="*/ 0 w 5740"/>
                <a:gd name="T9" fmla="*/ 371 h 1864"/>
                <a:gd name="T10" fmla="*/ 0 w 5740"/>
                <a:gd name="T11" fmla="*/ 371 h 1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864">
                  <a:moveTo>
                    <a:pt x="0" y="371"/>
                  </a:moveTo>
                  <a:lnTo>
                    <a:pt x="5740" y="1864"/>
                  </a:lnTo>
                  <a:lnTo>
                    <a:pt x="5740" y="1834"/>
                  </a:lnTo>
                  <a:lnTo>
                    <a:pt x="0" y="0"/>
                  </a:lnTo>
                  <a:lnTo>
                    <a:pt x="0" y="371"/>
                  </a:lnTo>
                  <a:lnTo>
                    <a:pt x="0" y="371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352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4" name="Freeform 30">
              <a:extLst>
                <a:ext uri="{FF2B5EF4-FFF2-40B4-BE49-F238E27FC236}">
                  <a16:creationId xmlns:a16="http://schemas.microsoft.com/office/drawing/2014/main" id="{6C4F8C5C-7658-A50F-A037-34E756CD78E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754" y="3483"/>
              <a:ext cx="6" cy="6"/>
            </a:xfrm>
            <a:custGeom>
              <a:avLst/>
              <a:gdLst>
                <a:gd name="T0" fmla="*/ 6 w 6"/>
                <a:gd name="T1" fmla="*/ 6 h 6"/>
                <a:gd name="T2" fmla="*/ 0 w 6"/>
                <a:gd name="T3" fmla="*/ 0 h 6"/>
                <a:gd name="T4" fmla="*/ 0 w 6"/>
                <a:gd name="T5" fmla="*/ 6 h 6"/>
                <a:gd name="T6" fmla="*/ 6 w 6"/>
                <a:gd name="T7" fmla="*/ 6 h 6"/>
                <a:gd name="T8" fmla="*/ 6 w 6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lnTo>
                    <a:pt x="0" y="0"/>
                  </a:ln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18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5" name="Freeform 31">
              <a:extLst>
                <a:ext uri="{FF2B5EF4-FFF2-40B4-BE49-F238E27FC236}">
                  <a16:creationId xmlns:a16="http://schemas.microsoft.com/office/drawing/2014/main" id="{696B4993-0886-A865-8F5F-2A66BD0DB4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2152"/>
              <a:ext cx="5752" cy="1337"/>
            </a:xfrm>
            <a:custGeom>
              <a:avLst/>
              <a:gdLst>
                <a:gd name="T0" fmla="*/ 0 w 5740"/>
                <a:gd name="T1" fmla="*/ 366 h 1337"/>
                <a:gd name="T2" fmla="*/ 5740 w 5740"/>
                <a:gd name="T3" fmla="*/ 1337 h 1337"/>
                <a:gd name="T4" fmla="*/ 5740 w 5740"/>
                <a:gd name="T5" fmla="*/ 1331 h 1337"/>
                <a:gd name="T6" fmla="*/ 0 w 5740"/>
                <a:gd name="T7" fmla="*/ 0 h 1337"/>
                <a:gd name="T8" fmla="*/ 0 w 5740"/>
                <a:gd name="T9" fmla="*/ 366 h 1337"/>
                <a:gd name="T10" fmla="*/ 0 w 5740"/>
                <a:gd name="T11" fmla="*/ 366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337">
                  <a:moveTo>
                    <a:pt x="0" y="366"/>
                  </a:moveTo>
                  <a:lnTo>
                    <a:pt x="5740" y="1337"/>
                  </a:lnTo>
                  <a:lnTo>
                    <a:pt x="5740" y="1331"/>
                  </a:lnTo>
                  <a:lnTo>
                    <a:pt x="0" y="0"/>
                  </a:lnTo>
                  <a:lnTo>
                    <a:pt x="0" y="366"/>
                  </a:lnTo>
                  <a:lnTo>
                    <a:pt x="0" y="366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6078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6" name="Freeform 32">
              <a:extLst>
                <a:ext uri="{FF2B5EF4-FFF2-40B4-BE49-F238E27FC236}">
                  <a16:creationId xmlns:a16="http://schemas.microsoft.com/office/drawing/2014/main" id="{C0A39353-7117-A87E-84BF-CD78D254504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2" y="3177"/>
              <a:ext cx="5752" cy="414"/>
            </a:xfrm>
            <a:custGeom>
              <a:avLst/>
              <a:gdLst>
                <a:gd name="T0" fmla="*/ 0 w 5740"/>
                <a:gd name="T1" fmla="*/ 48 h 414"/>
                <a:gd name="T2" fmla="*/ 5740 w 5740"/>
                <a:gd name="T3" fmla="*/ 414 h 414"/>
                <a:gd name="T4" fmla="*/ 5740 w 5740"/>
                <a:gd name="T5" fmla="*/ 402 h 414"/>
                <a:gd name="T6" fmla="*/ 0 w 5740"/>
                <a:gd name="T7" fmla="*/ 0 h 414"/>
                <a:gd name="T8" fmla="*/ 0 w 5740"/>
                <a:gd name="T9" fmla="*/ 48 h 414"/>
                <a:gd name="T10" fmla="*/ 0 w 5740"/>
                <a:gd name="T11" fmla="*/ 48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414">
                  <a:moveTo>
                    <a:pt x="0" y="48"/>
                  </a:moveTo>
                  <a:lnTo>
                    <a:pt x="5740" y="414"/>
                  </a:lnTo>
                  <a:lnTo>
                    <a:pt x="5740" y="402"/>
                  </a:ln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7" name="Freeform 33">
              <a:extLst>
                <a:ext uri="{FF2B5EF4-FFF2-40B4-BE49-F238E27FC236}">
                  <a16:creationId xmlns:a16="http://schemas.microsoft.com/office/drawing/2014/main" id="{2E6B2D92-AE3E-D366-6CE9-E46A25AFE7C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297" y="0"/>
              <a:ext cx="4457" cy="3177"/>
            </a:xfrm>
            <a:custGeom>
              <a:avLst/>
              <a:gdLst>
                <a:gd name="T0" fmla="*/ 0 w 4448"/>
                <a:gd name="T1" fmla="*/ 0 h 3177"/>
                <a:gd name="T2" fmla="*/ 4448 w 4448"/>
                <a:gd name="T3" fmla="*/ 3177 h 3177"/>
                <a:gd name="T4" fmla="*/ 4448 w 4448"/>
                <a:gd name="T5" fmla="*/ 3153 h 3177"/>
                <a:gd name="T6" fmla="*/ 125 w 4448"/>
                <a:gd name="T7" fmla="*/ 0 h 3177"/>
                <a:gd name="T8" fmla="*/ 0 w 4448"/>
                <a:gd name="T9" fmla="*/ 0 h 3177"/>
                <a:gd name="T10" fmla="*/ 0 w 4448"/>
                <a:gd name="T11" fmla="*/ 0 h 3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48" h="3177">
                  <a:moveTo>
                    <a:pt x="0" y="0"/>
                  </a:moveTo>
                  <a:lnTo>
                    <a:pt x="4448" y="3177"/>
                  </a:lnTo>
                  <a:lnTo>
                    <a:pt x="4448" y="3153"/>
                  </a:lnTo>
                  <a:lnTo>
                    <a:pt x="12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4862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8" name="Freeform 34">
              <a:extLst>
                <a:ext uri="{FF2B5EF4-FFF2-40B4-BE49-F238E27FC236}">
                  <a16:creationId xmlns:a16="http://schemas.microsoft.com/office/drawing/2014/main" id="{2D50CFA5-1A70-D57D-00F5-4E466874BD0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321" y="0"/>
              <a:ext cx="2433" cy="2614"/>
            </a:xfrm>
            <a:custGeom>
              <a:avLst/>
              <a:gdLst>
                <a:gd name="T0" fmla="*/ 0 w 2428"/>
                <a:gd name="T1" fmla="*/ 0 h 2614"/>
                <a:gd name="T2" fmla="*/ 2428 w 2428"/>
                <a:gd name="T3" fmla="*/ 2614 h 2614"/>
                <a:gd name="T4" fmla="*/ 2428 w 2428"/>
                <a:gd name="T5" fmla="*/ 2608 h 2614"/>
                <a:gd name="T6" fmla="*/ 66 w 2428"/>
                <a:gd name="T7" fmla="*/ 0 h 2614"/>
                <a:gd name="T8" fmla="*/ 0 w 2428"/>
                <a:gd name="T9" fmla="*/ 0 h 2614"/>
                <a:gd name="T10" fmla="*/ 0 w 2428"/>
                <a:gd name="T1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28" h="2614">
                  <a:moveTo>
                    <a:pt x="0" y="0"/>
                  </a:moveTo>
                  <a:lnTo>
                    <a:pt x="2428" y="2614"/>
                  </a:lnTo>
                  <a:lnTo>
                    <a:pt x="2428" y="2608"/>
                  </a:lnTo>
                  <a:lnTo>
                    <a:pt x="6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19" name="Freeform 35">
              <a:extLst>
                <a:ext uri="{FF2B5EF4-FFF2-40B4-BE49-F238E27FC236}">
                  <a16:creationId xmlns:a16="http://schemas.microsoft.com/office/drawing/2014/main" id="{B2C218CC-3E6A-A6EF-0F8A-7455E102206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950" y="0"/>
              <a:ext cx="1804" cy="2464"/>
            </a:xfrm>
            <a:custGeom>
              <a:avLst/>
              <a:gdLst>
                <a:gd name="T0" fmla="*/ 485 w 1800"/>
                <a:gd name="T1" fmla="*/ 0 h 2464"/>
                <a:gd name="T2" fmla="*/ 0 w 1800"/>
                <a:gd name="T3" fmla="*/ 0 h 2464"/>
                <a:gd name="T4" fmla="*/ 1800 w 1800"/>
                <a:gd name="T5" fmla="*/ 2464 h 2464"/>
                <a:gd name="T6" fmla="*/ 1800 w 1800"/>
                <a:gd name="T7" fmla="*/ 2248 h 2464"/>
                <a:gd name="T8" fmla="*/ 1794 w 1800"/>
                <a:gd name="T9" fmla="*/ 2248 h 2464"/>
                <a:gd name="T10" fmla="*/ 485 w 1800"/>
                <a:gd name="T11" fmla="*/ 0 h 2464"/>
                <a:gd name="T12" fmla="*/ 485 w 1800"/>
                <a:gd name="T13" fmla="*/ 0 h 24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0" h="2464">
                  <a:moveTo>
                    <a:pt x="485" y="0"/>
                  </a:moveTo>
                  <a:lnTo>
                    <a:pt x="0" y="0"/>
                  </a:lnTo>
                  <a:lnTo>
                    <a:pt x="1800" y="2464"/>
                  </a:lnTo>
                  <a:lnTo>
                    <a:pt x="1800" y="2248"/>
                  </a:lnTo>
                  <a:lnTo>
                    <a:pt x="1794" y="2248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78824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20" name="Freeform 36">
              <a:extLst>
                <a:ext uri="{FF2B5EF4-FFF2-40B4-BE49-F238E27FC236}">
                  <a16:creationId xmlns:a16="http://schemas.microsoft.com/office/drawing/2014/main" id="{143593A8-3E64-5FDB-6D3E-306F25EC76B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519" y="0"/>
              <a:ext cx="1235" cy="2074"/>
            </a:xfrm>
            <a:custGeom>
              <a:avLst/>
              <a:gdLst>
                <a:gd name="T0" fmla="*/ 0 w 1232"/>
                <a:gd name="T1" fmla="*/ 0 h 2074"/>
                <a:gd name="T2" fmla="*/ 1232 w 1232"/>
                <a:gd name="T3" fmla="*/ 2074 h 2074"/>
                <a:gd name="T4" fmla="*/ 1232 w 1232"/>
                <a:gd name="T5" fmla="*/ 2038 h 2074"/>
                <a:gd name="T6" fmla="*/ 42 w 1232"/>
                <a:gd name="T7" fmla="*/ 0 h 2074"/>
                <a:gd name="T8" fmla="*/ 0 w 1232"/>
                <a:gd name="T9" fmla="*/ 0 h 2074"/>
                <a:gd name="T10" fmla="*/ 0 w 1232"/>
                <a:gd name="T11" fmla="*/ 0 h 20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2" h="2074">
                  <a:moveTo>
                    <a:pt x="0" y="0"/>
                  </a:moveTo>
                  <a:lnTo>
                    <a:pt x="1232" y="2074"/>
                  </a:lnTo>
                  <a:lnTo>
                    <a:pt x="1232" y="2038"/>
                  </a:lnTo>
                  <a:lnTo>
                    <a:pt x="4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57647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21" name="Freeform 37">
              <a:extLst>
                <a:ext uri="{FF2B5EF4-FFF2-40B4-BE49-F238E27FC236}">
                  <a16:creationId xmlns:a16="http://schemas.microsoft.com/office/drawing/2014/main" id="{E8516524-27E7-269D-F131-92F6981944B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694" y="0"/>
              <a:ext cx="1060" cy="1936"/>
            </a:xfrm>
            <a:custGeom>
              <a:avLst/>
              <a:gdLst>
                <a:gd name="T0" fmla="*/ 0 w 1058"/>
                <a:gd name="T1" fmla="*/ 0 h 1936"/>
                <a:gd name="T2" fmla="*/ 1058 w 1058"/>
                <a:gd name="T3" fmla="*/ 1936 h 1936"/>
                <a:gd name="T4" fmla="*/ 1058 w 1058"/>
                <a:gd name="T5" fmla="*/ 1930 h 1936"/>
                <a:gd name="T6" fmla="*/ 54 w 1058"/>
                <a:gd name="T7" fmla="*/ 0 h 1936"/>
                <a:gd name="T8" fmla="*/ 0 w 1058"/>
                <a:gd name="T9" fmla="*/ 0 h 1936"/>
                <a:gd name="T10" fmla="*/ 0 w 1058"/>
                <a:gd name="T11" fmla="*/ 0 h 1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58" h="1936">
                  <a:moveTo>
                    <a:pt x="0" y="0"/>
                  </a:moveTo>
                  <a:lnTo>
                    <a:pt x="1058" y="1936"/>
                  </a:lnTo>
                  <a:lnTo>
                    <a:pt x="1058" y="1930"/>
                  </a:lnTo>
                  <a:lnTo>
                    <a:pt x="5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2549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422" name="Freeform 38">
              <a:extLst>
                <a:ext uri="{FF2B5EF4-FFF2-40B4-BE49-F238E27FC236}">
                  <a16:creationId xmlns:a16="http://schemas.microsoft.com/office/drawing/2014/main" id="{612909BE-950C-3CC0-810B-6FD5D31BCDA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981" y="0"/>
              <a:ext cx="773" cy="1487"/>
            </a:xfrm>
            <a:custGeom>
              <a:avLst/>
              <a:gdLst>
                <a:gd name="T0" fmla="*/ 771 w 771"/>
                <a:gd name="T1" fmla="*/ 1433 h 1487"/>
                <a:gd name="T2" fmla="*/ 42 w 771"/>
                <a:gd name="T3" fmla="*/ 0 h 1487"/>
                <a:gd name="T4" fmla="*/ 0 w 771"/>
                <a:gd name="T5" fmla="*/ 0 h 1487"/>
                <a:gd name="T6" fmla="*/ 771 w 771"/>
                <a:gd name="T7" fmla="*/ 1487 h 1487"/>
                <a:gd name="T8" fmla="*/ 771 w 771"/>
                <a:gd name="T9" fmla="*/ 1433 h 1487"/>
                <a:gd name="T10" fmla="*/ 771 w 771"/>
                <a:gd name="T11" fmla="*/ 1433 h 1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1" h="1487">
                  <a:moveTo>
                    <a:pt x="771" y="1433"/>
                  </a:moveTo>
                  <a:lnTo>
                    <a:pt x="42" y="0"/>
                  </a:lnTo>
                  <a:lnTo>
                    <a:pt x="0" y="0"/>
                  </a:lnTo>
                  <a:lnTo>
                    <a:pt x="771" y="1487"/>
                  </a:lnTo>
                  <a:lnTo>
                    <a:pt x="771" y="1433"/>
                  </a:lnTo>
                  <a:lnTo>
                    <a:pt x="771" y="1433"/>
                  </a:lnTo>
                  <a:close/>
                </a:path>
              </a:pathLst>
            </a:custGeom>
            <a:gradFill rotWithShape="0">
              <a:gsLst>
                <a:gs pos="0">
                  <a:schemeClr val="bg1">
                    <a:gamma/>
                    <a:shade val="78824"/>
                    <a:invGamma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6423" name="Group 39">
              <a:extLst>
                <a:ext uri="{FF2B5EF4-FFF2-40B4-BE49-F238E27FC236}">
                  <a16:creationId xmlns:a16="http://schemas.microsoft.com/office/drawing/2014/main" id="{098A8C78-D6EB-1C57-D120-23717C340D9E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1632"/>
              <a:ext cx="5758" cy="1858"/>
              <a:chOff x="0" y="1632"/>
              <a:chExt cx="5758" cy="1858"/>
            </a:xfrm>
          </p:grpSpPr>
          <p:sp>
            <p:nvSpPr>
              <p:cNvPr id="16424" name="Freeform 40">
                <a:extLst>
                  <a:ext uri="{FF2B5EF4-FFF2-40B4-BE49-F238E27FC236}">
                    <a16:creationId xmlns:a16="http://schemas.microsoft.com/office/drawing/2014/main" id="{3D052317-5190-ACA5-4363-4AB51207E9A5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632"/>
                <a:ext cx="3670" cy="1313"/>
              </a:xfrm>
              <a:custGeom>
                <a:avLst/>
                <a:gdLst>
                  <a:gd name="T0" fmla="*/ 0 w 3659"/>
                  <a:gd name="T1" fmla="*/ 0 h 1313"/>
                  <a:gd name="T2" fmla="*/ 0 w 3659"/>
                  <a:gd name="T3" fmla="*/ 366 h 1313"/>
                  <a:gd name="T4" fmla="*/ 3635 w 3659"/>
                  <a:gd name="T5" fmla="*/ 1313 h 1313"/>
                  <a:gd name="T6" fmla="*/ 3647 w 3659"/>
                  <a:gd name="T7" fmla="*/ 1235 h 1313"/>
                  <a:gd name="T8" fmla="*/ 3659 w 3659"/>
                  <a:gd name="T9" fmla="*/ 1163 h 1313"/>
                  <a:gd name="T10" fmla="*/ 0 w 3659"/>
                  <a:gd name="T11" fmla="*/ 0 h 1313"/>
                  <a:gd name="T12" fmla="*/ 0 w 3659"/>
                  <a:gd name="T13" fmla="*/ 0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59" h="1313">
                    <a:moveTo>
                      <a:pt x="0" y="0"/>
                    </a:moveTo>
                    <a:lnTo>
                      <a:pt x="0" y="366"/>
                    </a:lnTo>
                    <a:lnTo>
                      <a:pt x="3635" y="1313"/>
                    </a:lnTo>
                    <a:lnTo>
                      <a:pt x="3647" y="1235"/>
                    </a:lnTo>
                    <a:lnTo>
                      <a:pt x="3659" y="1163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>
                      <a:gamma/>
                      <a:shade val="72549"/>
                      <a:invGamma/>
                    </a:schemeClr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6425" name="Freeform 41">
                <a:extLst>
                  <a:ext uri="{FF2B5EF4-FFF2-40B4-BE49-F238E27FC236}">
                    <a16:creationId xmlns:a16="http://schemas.microsoft.com/office/drawing/2014/main" id="{BE3CE582-3F71-858D-2E45-90FAC72D6C02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3646" y="2795"/>
                <a:ext cx="2112" cy="695"/>
              </a:xfrm>
              <a:custGeom>
                <a:avLst/>
                <a:gdLst>
                  <a:gd name="T0" fmla="*/ 2105 w 2105"/>
                  <a:gd name="T1" fmla="*/ 665 h 695"/>
                  <a:gd name="T2" fmla="*/ 24 w 2105"/>
                  <a:gd name="T3" fmla="*/ 0 h 695"/>
                  <a:gd name="T4" fmla="*/ 12 w 2105"/>
                  <a:gd name="T5" fmla="*/ 72 h 695"/>
                  <a:gd name="T6" fmla="*/ 0 w 2105"/>
                  <a:gd name="T7" fmla="*/ 150 h 695"/>
                  <a:gd name="T8" fmla="*/ 2105 w 2105"/>
                  <a:gd name="T9" fmla="*/ 695 h 695"/>
                  <a:gd name="T10" fmla="*/ 2105 w 2105"/>
                  <a:gd name="T11" fmla="*/ 665 h 695"/>
                  <a:gd name="T12" fmla="*/ 2105 w 2105"/>
                  <a:gd name="T13" fmla="*/ 665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05" h="695">
                    <a:moveTo>
                      <a:pt x="2105" y="665"/>
                    </a:moveTo>
                    <a:lnTo>
                      <a:pt x="24" y="0"/>
                    </a:lnTo>
                    <a:lnTo>
                      <a:pt x="12" y="72"/>
                    </a:lnTo>
                    <a:lnTo>
                      <a:pt x="0" y="150"/>
                    </a:lnTo>
                    <a:lnTo>
                      <a:pt x="2105" y="695"/>
                    </a:lnTo>
                    <a:lnTo>
                      <a:pt x="2105" y="665"/>
                    </a:lnTo>
                    <a:lnTo>
                      <a:pt x="2105" y="6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1">
                      <a:gamma/>
                      <a:tint val="9098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16426" name="Rectangle 42">
            <a:extLst>
              <a:ext uri="{FF2B5EF4-FFF2-40B4-BE49-F238E27FC236}">
                <a16:creationId xmlns:a16="http://schemas.microsoft.com/office/drawing/2014/main" id="{7CD5CD8B-B554-6607-22B7-E552C001E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6427" name="Rectangle 43">
            <a:extLst>
              <a:ext uri="{FF2B5EF4-FFF2-40B4-BE49-F238E27FC236}">
                <a16:creationId xmlns:a16="http://schemas.microsoft.com/office/drawing/2014/main" id="{3894DE84-8E0A-FA7A-46AE-DD9703CDA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6428" name="Rectangle 44">
            <a:extLst>
              <a:ext uri="{FF2B5EF4-FFF2-40B4-BE49-F238E27FC236}">
                <a16:creationId xmlns:a16="http://schemas.microsoft.com/office/drawing/2014/main" id="{3E9CCD1F-0D7F-2AF4-B55C-1B9DF8F232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6429" name="Rectangle 45">
            <a:extLst>
              <a:ext uri="{FF2B5EF4-FFF2-40B4-BE49-F238E27FC236}">
                <a16:creationId xmlns:a16="http://schemas.microsoft.com/office/drawing/2014/main" id="{F6EF17D7-8F8A-5204-0762-E192039F8AC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16430" name="Rectangle 46">
            <a:extLst>
              <a:ext uri="{FF2B5EF4-FFF2-40B4-BE49-F238E27FC236}">
                <a16:creationId xmlns:a16="http://schemas.microsoft.com/office/drawing/2014/main" id="{FF009F02-B384-952A-5EB4-CBCFA32A095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4C52B2FB-9C20-4204-90B0-2EBE76D8AD7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Blip>
          <a:blip r:embed="rId13"/>
        </a:buBlip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Blip>
          <a:blip r:embed="rId14"/>
        </a:buBlip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" panose="05000000000000000000" pitchFamily="2" charset="2"/>
        <a:buBlip>
          <a:blip r:embed="rId15"/>
        </a:buBlip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8B08847-4907-A5BE-DECA-5584EB5F705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pt-BR" sz="4400" b="1">
                <a:solidFill>
                  <a:schemeClr val="tx1"/>
                </a:solidFill>
              </a:rPr>
              <a:t>80</a:t>
            </a:r>
            <a:br>
              <a:rPr lang="en-US" altLang="pt-BR" sz="4400" b="1">
                <a:solidFill>
                  <a:schemeClr val="tx1"/>
                </a:solidFill>
              </a:rPr>
            </a:br>
            <a:r>
              <a:rPr lang="en-US" altLang="pt-BR" sz="4400" b="1">
                <a:solidFill>
                  <a:schemeClr val="tx1"/>
                </a:solidFill>
              </a:rPr>
              <a:t> </a:t>
            </a:r>
            <a:r>
              <a:rPr lang="en-US" altLang="pt-BR" sz="4400" b="1"/>
              <a:t>CRISTO TE CHAMA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4D21426F-83D4-FB3E-666C-3C54E8CA9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824413"/>
          </a:xfrm>
          <a:noFill/>
          <a:ln/>
        </p:spPr>
        <p:txBody>
          <a:bodyPr/>
          <a:lstStyle/>
          <a:p>
            <a:r>
              <a:rPr lang="en-US" altLang="pt-BR" sz="4000"/>
              <a:t>Cristo te chama, a ti, pecador,</a:t>
            </a:r>
            <a:br>
              <a:rPr lang="en-US" altLang="pt-BR" sz="4000"/>
            </a:br>
            <a:r>
              <a:rPr lang="en-US" altLang="pt-BR" sz="4000"/>
              <a:t>Te chama a ti, com voz de amor; Deixa os pecados, e vem ao Senhor. </a:t>
            </a:r>
            <a:br>
              <a:rPr lang="en-US" altLang="pt-BR" sz="4000"/>
            </a:br>
            <a:r>
              <a:rPr lang="en-US" altLang="pt-BR" sz="4000"/>
              <a:t>Cristo te chama a ti!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983B4988-CFB9-4F27-9C21-381E6301C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824413"/>
          </a:xfrm>
          <a:noFill/>
          <a:ln/>
        </p:spPr>
        <p:txBody>
          <a:bodyPr/>
          <a:lstStyle/>
          <a:p>
            <a:r>
              <a:rPr lang="en-US" altLang="pt-BR" sz="4000" b="1" i="1"/>
              <a:t>Cristo te chama, te chama a ti! </a:t>
            </a:r>
            <a:br>
              <a:rPr lang="en-US" altLang="pt-BR" sz="4000" b="1" i="1"/>
            </a:br>
            <a:r>
              <a:rPr lang="en-US" altLang="pt-BR" sz="4000" b="1" i="1"/>
              <a:t>Cristo te chama, ó vem pecador! </a:t>
            </a:r>
            <a:br>
              <a:rPr lang="en-US" altLang="pt-BR" sz="4000" b="1" i="1"/>
            </a:br>
            <a:r>
              <a:rPr lang="en-US" altLang="pt-BR" sz="4000" b="1" i="1"/>
              <a:t>Cristo te chama com voz de amor. </a:t>
            </a:r>
            <a:br>
              <a:rPr lang="en-US" altLang="pt-BR" sz="4000" b="1" i="1"/>
            </a:br>
            <a:r>
              <a:rPr lang="en-US" altLang="pt-BR" sz="4000" b="1" i="1"/>
              <a:t>Cristo te chama a ti!</a:t>
            </a:r>
            <a:br>
              <a:rPr lang="en-US" altLang="pt-BR" sz="4000" b="1" i="1"/>
            </a:b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7654FC13-C0DB-7385-56AF-AAEF84A74B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49275"/>
            <a:ext cx="9144000" cy="4319588"/>
          </a:xfrm>
          <a:noFill/>
          <a:ln/>
        </p:spPr>
        <p:txBody>
          <a:bodyPr/>
          <a:lstStyle/>
          <a:p>
            <a:r>
              <a:rPr lang="en-US" altLang="pt-BR" sz="4000"/>
              <a:t>Deixa as sendas do mundo d'horror, </a:t>
            </a:r>
            <a:br>
              <a:rPr lang="en-US" altLang="pt-BR" sz="4000"/>
            </a:br>
            <a:r>
              <a:rPr lang="en-US" altLang="pt-BR" sz="4000"/>
              <a:t>Vem a Jesus, vem com amor; </a:t>
            </a:r>
            <a:br>
              <a:rPr lang="en-US" altLang="pt-BR" sz="4000"/>
            </a:br>
            <a:r>
              <a:rPr lang="en-US" altLang="pt-BR" sz="4000"/>
              <a:t>Cristo te salva, ó vem, pecador; </a:t>
            </a:r>
            <a:br>
              <a:rPr lang="en-US" altLang="pt-BR" sz="4000"/>
            </a:br>
            <a:r>
              <a:rPr lang="en-US" altLang="pt-BR" sz="4000"/>
              <a:t>Cristo te chama a ti!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B75C7849-720E-B2D0-086B-CE6761912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44000" cy="5184775"/>
          </a:xfrm>
          <a:noFill/>
          <a:ln/>
        </p:spPr>
        <p:txBody>
          <a:bodyPr/>
          <a:lstStyle/>
          <a:p>
            <a:r>
              <a:rPr lang="en-US" altLang="pt-BR" sz="4000" b="1" i="1"/>
              <a:t>Cristo te chama, te chama a ti! </a:t>
            </a:r>
            <a:br>
              <a:rPr lang="en-US" altLang="pt-BR" sz="4000" b="1" i="1"/>
            </a:br>
            <a:r>
              <a:rPr lang="en-US" altLang="pt-BR" sz="4000" b="1" i="1"/>
              <a:t>Cristo te chama, ó vem pecador! </a:t>
            </a:r>
            <a:br>
              <a:rPr lang="en-US" altLang="pt-BR" sz="4000" b="1" i="1"/>
            </a:br>
            <a:r>
              <a:rPr lang="en-US" altLang="pt-BR" sz="4000" b="1" i="1"/>
              <a:t>Cristo te chama com voz de amor. </a:t>
            </a:r>
            <a:br>
              <a:rPr lang="en-US" altLang="pt-BR" sz="4000" b="1" i="1"/>
            </a:br>
            <a:r>
              <a:rPr lang="en-US" altLang="pt-BR" sz="4000" b="1" i="1"/>
              <a:t>Cristo te chama a ti!</a:t>
            </a:r>
            <a:br>
              <a:rPr lang="en-US" altLang="pt-BR" sz="4000" b="1" i="1"/>
            </a:b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436198AF-2CC7-4456-E50F-41089FB30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4813"/>
            <a:ext cx="9144000" cy="4824412"/>
          </a:xfrm>
          <a:noFill/>
          <a:ln/>
        </p:spPr>
        <p:txBody>
          <a:bodyPr/>
          <a:lstStyle/>
          <a:p>
            <a:r>
              <a:rPr lang="en-US" altLang="pt-BR" sz="4000"/>
              <a:t>Cristo glorioso virá com poder;</a:t>
            </a:r>
            <a:br>
              <a:rPr lang="en-US" altLang="pt-BR" sz="4000"/>
            </a:br>
            <a:r>
              <a:rPr lang="en-US" altLang="pt-BR" sz="4000"/>
              <a:t>Pronta estás para scender?</a:t>
            </a:r>
            <a:br>
              <a:rPr lang="en-US" altLang="pt-BR" sz="4000"/>
            </a:br>
            <a:r>
              <a:rPr lang="en-US" altLang="pt-BR" sz="4000"/>
              <a:t>Só por Seu sangue tu podes vencer. </a:t>
            </a:r>
            <a:br>
              <a:rPr lang="en-US" altLang="pt-BR" sz="4000"/>
            </a:br>
            <a:r>
              <a:rPr lang="en-US" altLang="pt-BR" sz="4000"/>
              <a:t>Cristo te chama a ti!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>
            <a:extLst>
              <a:ext uri="{FF2B5EF4-FFF2-40B4-BE49-F238E27FC236}">
                <a16:creationId xmlns:a16="http://schemas.microsoft.com/office/drawing/2014/main" id="{C6650F9F-779B-0CCF-21A6-D0201E6662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249738"/>
          </a:xfrm>
          <a:noFill/>
          <a:ln/>
        </p:spPr>
        <p:txBody>
          <a:bodyPr/>
          <a:lstStyle/>
          <a:p>
            <a:r>
              <a:rPr lang="en-US" altLang="pt-BR" sz="4000" b="1" i="1"/>
              <a:t>Cristo te chama, te chama a ti! </a:t>
            </a:r>
            <a:br>
              <a:rPr lang="en-US" altLang="pt-BR" sz="4000" b="1" i="1"/>
            </a:br>
            <a:r>
              <a:rPr lang="en-US" altLang="pt-BR" sz="4000" b="1" i="1"/>
              <a:t>Cristo te chama, ó vem pecador! </a:t>
            </a:r>
            <a:br>
              <a:rPr lang="en-US" altLang="pt-BR" sz="4000" b="1" i="1"/>
            </a:br>
            <a:r>
              <a:rPr lang="en-US" altLang="pt-BR" sz="4000" b="1" i="1"/>
              <a:t>Cristo te chama com voz de amor. </a:t>
            </a:r>
            <a:br>
              <a:rPr lang="en-US" altLang="pt-BR" sz="4000" b="1" i="1"/>
            </a:br>
            <a:r>
              <a:rPr lang="en-US" altLang="pt-BR" sz="4000" b="1" i="1"/>
              <a:t>Cristo te chama a ti!</a:t>
            </a:r>
            <a:br>
              <a:rPr lang="en-US" altLang="pt-BR" sz="4000" b="1" i="1"/>
            </a:b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965C8FB5-0022-D57F-FD60-B309CCF811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25538"/>
            <a:ext cx="9144000" cy="4319587"/>
          </a:xfrm>
          <a:noFill/>
          <a:ln/>
        </p:spPr>
        <p:txBody>
          <a:bodyPr/>
          <a:lstStyle/>
          <a:p>
            <a:r>
              <a:rPr lang="en-US" altLang="pt-BR" sz="4000"/>
              <a:t>A compassiva voz do Salvador,</a:t>
            </a:r>
            <a:br>
              <a:rPr lang="en-US" altLang="pt-BR" sz="4000"/>
            </a:br>
            <a:r>
              <a:rPr lang="en-US" altLang="pt-BR" sz="4000"/>
              <a:t>Chama-te já com santo amor;</a:t>
            </a:r>
            <a:br>
              <a:rPr lang="en-US" altLang="pt-BR" sz="4000"/>
            </a:br>
            <a:r>
              <a:rPr lang="en-US" altLang="pt-BR" sz="4000"/>
              <a:t>Vem para a fonte, ó vem pecador,</a:t>
            </a:r>
            <a:br>
              <a:rPr lang="en-US" altLang="pt-BR" sz="4000"/>
            </a:br>
            <a:r>
              <a:rPr lang="en-US" altLang="pt-BR" sz="4000"/>
              <a:t>Cristo te chama a ti!	</a:t>
            </a: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/>
              <a:t>								</a:t>
            </a:r>
            <a:r>
              <a:rPr lang="en-US" altLang="pt-BR" sz="1400"/>
              <a:t>P.L,M.</a:t>
            </a:r>
            <a:br>
              <a:rPr lang="en-US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5">
            <a:extLst>
              <a:ext uri="{FF2B5EF4-FFF2-40B4-BE49-F238E27FC236}">
                <a16:creationId xmlns:a16="http://schemas.microsoft.com/office/drawing/2014/main" id="{ED5B5DC8-CC36-EB1A-5836-8A8B9FD3F9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92150"/>
            <a:ext cx="9144000" cy="4751388"/>
          </a:xfrm>
          <a:noFill/>
          <a:ln/>
        </p:spPr>
        <p:txBody>
          <a:bodyPr/>
          <a:lstStyle/>
          <a:p>
            <a:r>
              <a:rPr lang="en-US" altLang="pt-BR" sz="4000" b="1" i="1"/>
              <a:t>Cristo te chama, te chama a ti! </a:t>
            </a:r>
            <a:br>
              <a:rPr lang="en-US" altLang="pt-BR" sz="4000" b="1" i="1"/>
            </a:br>
            <a:r>
              <a:rPr lang="en-US" altLang="pt-BR" sz="4000" b="1" i="1"/>
              <a:t>Cristo te chama, ó vem pecador! </a:t>
            </a:r>
            <a:br>
              <a:rPr lang="en-US" altLang="pt-BR" sz="4000" b="1" i="1"/>
            </a:br>
            <a:r>
              <a:rPr lang="en-US" altLang="pt-BR" sz="4000" b="1" i="1"/>
              <a:t>Cristo te chama com voz de amor. </a:t>
            </a:r>
            <a:br>
              <a:rPr lang="en-US" altLang="pt-BR" sz="4000" b="1" i="1"/>
            </a:br>
            <a:r>
              <a:rPr lang="en-US" altLang="pt-BR" sz="4000" b="1" i="1"/>
              <a:t>Cristo te chama a ti!</a:t>
            </a:r>
            <a:br>
              <a:rPr lang="en-US" altLang="pt-BR" sz="4000" b="1" i="1"/>
            </a:b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ixe">
  <a:themeElements>
    <a:clrScheme name="Feixe 2">
      <a:dk1>
        <a:srgbClr val="000080"/>
      </a:dk1>
      <a:lt1>
        <a:srgbClr val="FFFFFF"/>
      </a:lt1>
      <a:dk2>
        <a:srgbClr val="000099"/>
      </a:dk2>
      <a:lt2>
        <a:srgbClr val="FFFFFF"/>
      </a:lt2>
      <a:accent1>
        <a:srgbClr val="3366FF"/>
      </a:accent1>
      <a:accent2>
        <a:srgbClr val="7B46D0"/>
      </a:accent2>
      <a:accent3>
        <a:srgbClr val="AAAACA"/>
      </a:accent3>
      <a:accent4>
        <a:srgbClr val="DADADA"/>
      </a:accent4>
      <a:accent5>
        <a:srgbClr val="ADB8FF"/>
      </a:accent5>
      <a:accent6>
        <a:srgbClr val="6F3FBC"/>
      </a:accent6>
      <a:hlink>
        <a:srgbClr val="86D1EC"/>
      </a:hlink>
      <a:folHlink>
        <a:srgbClr val="45C984"/>
      </a:folHlink>
    </a:clrScheme>
    <a:fontScheme name="Feix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eixe 1">
        <a:dk1>
          <a:srgbClr val="1A006C"/>
        </a:dk1>
        <a:lt1>
          <a:srgbClr val="FFFFFF"/>
        </a:lt1>
        <a:dk2>
          <a:srgbClr val="000066"/>
        </a:dk2>
        <a:lt2>
          <a:srgbClr val="CCCCFF"/>
        </a:lt2>
        <a:accent1>
          <a:srgbClr val="0099CC"/>
        </a:accent1>
        <a:accent2>
          <a:srgbClr val="6600CC"/>
        </a:accent2>
        <a:accent3>
          <a:srgbClr val="AAAAB8"/>
        </a:accent3>
        <a:accent4>
          <a:srgbClr val="DADADA"/>
        </a:accent4>
        <a:accent5>
          <a:srgbClr val="AACAE2"/>
        </a:accent5>
        <a:accent6>
          <a:srgbClr val="5C00B9"/>
        </a:accent6>
        <a:hlink>
          <a:srgbClr val="9999FF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2">
        <a:dk1>
          <a:srgbClr val="000080"/>
        </a:dk1>
        <a:lt1>
          <a:srgbClr val="FFFFFF"/>
        </a:lt1>
        <a:dk2>
          <a:srgbClr val="000099"/>
        </a:dk2>
        <a:lt2>
          <a:srgbClr val="FFFFFF"/>
        </a:lt2>
        <a:accent1>
          <a:srgbClr val="3366FF"/>
        </a:accent1>
        <a:accent2>
          <a:srgbClr val="7B46D0"/>
        </a:accent2>
        <a:accent3>
          <a:srgbClr val="AAAACA"/>
        </a:accent3>
        <a:accent4>
          <a:srgbClr val="DADADA"/>
        </a:accent4>
        <a:accent5>
          <a:srgbClr val="ADB8FF"/>
        </a:accent5>
        <a:accent6>
          <a:srgbClr val="6F3FBC"/>
        </a:accent6>
        <a:hlink>
          <a:srgbClr val="86D1EC"/>
        </a:hlink>
        <a:folHlink>
          <a:srgbClr val="45C98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3">
        <a:dk1>
          <a:srgbClr val="3F4873"/>
        </a:dk1>
        <a:lt1>
          <a:srgbClr val="FFFFFF"/>
        </a:lt1>
        <a:dk2>
          <a:srgbClr val="4F598D"/>
        </a:dk2>
        <a:lt2>
          <a:srgbClr val="CCECFF"/>
        </a:lt2>
        <a:accent1>
          <a:srgbClr val="0099CC"/>
        </a:accent1>
        <a:accent2>
          <a:srgbClr val="4C8470"/>
        </a:accent2>
        <a:accent3>
          <a:srgbClr val="B2B5C5"/>
        </a:accent3>
        <a:accent4>
          <a:srgbClr val="DADADA"/>
        </a:accent4>
        <a:accent5>
          <a:srgbClr val="AACAE2"/>
        </a:accent5>
        <a:accent6>
          <a:srgbClr val="447765"/>
        </a:accent6>
        <a:hlink>
          <a:srgbClr val="99CC00"/>
        </a:hlink>
        <a:folHlink>
          <a:srgbClr val="96A4C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4">
        <a:dk1>
          <a:srgbClr val="006E6B"/>
        </a:dk1>
        <a:lt1>
          <a:srgbClr val="FFFFFF"/>
        </a:lt1>
        <a:dk2>
          <a:srgbClr val="008080"/>
        </a:dk2>
        <a:lt2>
          <a:srgbClr val="E2EFCD"/>
        </a:lt2>
        <a:accent1>
          <a:srgbClr val="33CCCC"/>
        </a:accent1>
        <a:accent2>
          <a:srgbClr val="6352B8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5949A6"/>
        </a:accent6>
        <a:hlink>
          <a:srgbClr val="CCFF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5">
        <a:dk1>
          <a:srgbClr val="48562C"/>
        </a:dk1>
        <a:lt1>
          <a:srgbClr val="FFFFFF"/>
        </a:lt1>
        <a:dk2>
          <a:srgbClr val="546434"/>
        </a:dk2>
        <a:lt2>
          <a:srgbClr val="FFFFCC"/>
        </a:lt2>
        <a:accent1>
          <a:srgbClr val="7B8A6E"/>
        </a:accent1>
        <a:accent2>
          <a:srgbClr val="527C3A"/>
        </a:accent2>
        <a:accent3>
          <a:srgbClr val="B3B8AE"/>
        </a:accent3>
        <a:accent4>
          <a:srgbClr val="DADADA"/>
        </a:accent4>
        <a:accent5>
          <a:srgbClr val="BFC4BA"/>
        </a:accent5>
        <a:accent6>
          <a:srgbClr val="497034"/>
        </a:accent6>
        <a:hlink>
          <a:srgbClr val="55B55E"/>
        </a:hlink>
        <a:folHlink>
          <a:srgbClr val="85B3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6">
        <a:dk1>
          <a:srgbClr val="96B29E"/>
        </a:dk1>
        <a:lt1>
          <a:srgbClr val="FFFFFF"/>
        </a:lt1>
        <a:dk2>
          <a:srgbClr val="A5BDAC"/>
        </a:dk2>
        <a:lt2>
          <a:srgbClr val="FFFFCC"/>
        </a:lt2>
        <a:accent1>
          <a:srgbClr val="4E8880"/>
        </a:accent1>
        <a:accent2>
          <a:srgbClr val="2F71B9"/>
        </a:accent2>
        <a:accent3>
          <a:srgbClr val="CFDBD2"/>
        </a:accent3>
        <a:accent4>
          <a:srgbClr val="DADADA"/>
        </a:accent4>
        <a:accent5>
          <a:srgbClr val="B2C3C0"/>
        </a:accent5>
        <a:accent6>
          <a:srgbClr val="2A66A7"/>
        </a:accent6>
        <a:hlink>
          <a:srgbClr val="9DC0E7"/>
        </a:hlink>
        <a:folHlink>
          <a:srgbClr val="54CA8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7">
        <a:dk1>
          <a:srgbClr val="D49C00"/>
        </a:dk1>
        <a:lt1>
          <a:srgbClr val="FFFFFF"/>
        </a:lt1>
        <a:dk2>
          <a:srgbClr val="CC9900"/>
        </a:dk2>
        <a:lt2>
          <a:srgbClr val="CEBD40"/>
        </a:lt2>
        <a:accent1>
          <a:srgbClr val="CC6600"/>
        </a:accent1>
        <a:accent2>
          <a:srgbClr val="808000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737300"/>
        </a:accent6>
        <a:hlink>
          <a:srgbClr val="FF99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8">
        <a:dk1>
          <a:srgbClr val="881700"/>
        </a:dk1>
        <a:lt1>
          <a:srgbClr val="FAF9E6"/>
        </a:lt1>
        <a:dk2>
          <a:srgbClr val="990000"/>
        </a:dk2>
        <a:lt2>
          <a:srgbClr val="EADC78"/>
        </a:lt2>
        <a:accent1>
          <a:srgbClr val="FF6600"/>
        </a:accent1>
        <a:accent2>
          <a:srgbClr val="B86D52"/>
        </a:accent2>
        <a:accent3>
          <a:srgbClr val="CAAAAA"/>
        </a:accent3>
        <a:accent4>
          <a:srgbClr val="D6D5C4"/>
        </a:accent4>
        <a:accent5>
          <a:srgbClr val="FFB8AA"/>
        </a:accent5>
        <a:accent6>
          <a:srgbClr val="A66249"/>
        </a:accent6>
        <a:hlink>
          <a:srgbClr val="D78D15"/>
        </a:hlink>
        <a:folHlink>
          <a:srgbClr val="C6B37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eix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E6F5F6"/>
        </a:accent1>
        <a:accent2>
          <a:srgbClr val="A5E1A8"/>
        </a:accent2>
        <a:accent3>
          <a:srgbClr val="FFFFFF"/>
        </a:accent3>
        <a:accent4>
          <a:srgbClr val="000000"/>
        </a:accent4>
        <a:accent5>
          <a:srgbClr val="F0F9FA"/>
        </a:accent5>
        <a:accent6>
          <a:srgbClr val="95CC98"/>
        </a:accent6>
        <a:hlink>
          <a:srgbClr val="5B00B6"/>
        </a:hlink>
        <a:folHlink>
          <a:srgbClr val="34988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Beam</Template>
  <TotalTime>5</TotalTime>
  <Words>294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Times New Roman</vt:lpstr>
      <vt:lpstr>Wingdings</vt:lpstr>
      <vt:lpstr>Feixe</vt:lpstr>
      <vt:lpstr>80  CRISTO TE CHAMA</vt:lpstr>
      <vt:lpstr>Cristo te chama, a ti, pecador, Te chama a ti, com voz de amor; Deixa os pecados, e vem ao Senhor.  Cristo te chama a ti! </vt:lpstr>
      <vt:lpstr>Cristo te chama, te chama a ti!  Cristo te chama, ó vem pecador!  Cristo te chama com voz de amor.  Cristo te chama a ti! </vt:lpstr>
      <vt:lpstr>Deixa as sendas do mundo d'horror,  Vem a Jesus, vem com amor;  Cristo te salva, ó vem, pecador;  Cristo te chama a ti! </vt:lpstr>
      <vt:lpstr>Cristo te chama, te chama a ti!  Cristo te chama, ó vem pecador!  Cristo te chama com voz de amor.  Cristo te chama a ti! </vt:lpstr>
      <vt:lpstr>Cristo glorioso virá com poder; Pronta estás para scender? Só por Seu sangue tu podes vencer.  Cristo te chama a ti! </vt:lpstr>
      <vt:lpstr>Cristo te chama, te chama a ti!  Cristo te chama, ó vem pecador!  Cristo te chama com voz de amor.  Cristo te chama a ti! </vt:lpstr>
      <vt:lpstr>A compassiva voz do Salvador, Chama-te já com santo amor; Vem para a fonte, ó vem pecador, Cristo te chama a ti!           P.L,M. </vt:lpstr>
      <vt:lpstr>Cristo te chama, te chama a ti!  Cristo te chama, ó vem pecador!  Cristo te chama com voz de amor.  Cristo te chama a ti!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 </dc:title>
  <dc:creator>Montagna</dc:creator>
  <cp:lastModifiedBy>Emerson Souza</cp:lastModifiedBy>
  <cp:revision>2</cp:revision>
  <dcterms:created xsi:type="dcterms:W3CDTF">2005-10-16T00:47:35Z</dcterms:created>
  <dcterms:modified xsi:type="dcterms:W3CDTF">2026-05-02T21:43:26Z</dcterms:modified>
</cp:coreProperties>
</file>