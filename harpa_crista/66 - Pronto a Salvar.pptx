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1D16B-754B-B838-7726-67A6A9A04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6DEBF3-9E3F-169A-BBE3-C58EF8E13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9E5987-8BB9-1F42-6E2B-F764F169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1CC3E0-ACC9-4ADA-D72D-215ABB9F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147FA6-86B2-7CA7-8593-B012FFC7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D6EC4-D1EE-4ACC-AA10-890775B503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191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1C6A1-A55B-FAC0-04C6-F59482F7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EBBAB8-DCA8-F32E-C849-729E2EB5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EF68A4-AAAF-5A52-68FF-8F275E07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D2A0CB-4105-38C0-B6F8-1CE5AA78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B093C-85F3-C7E7-7A5A-7AAA6A5E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D1913-95B7-42E8-B2DD-91412B083A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805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96F31-65E0-B869-29FA-6F48935E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EC05CA-22C5-C7F6-938A-C3099CA87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B588AD-5A43-5A1E-BAFD-B1D5725F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A64B61-C23E-B501-F968-20BF0A38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04216-F663-DA59-D79F-35437734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68742-6F48-4669-87B3-212BC45AF5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497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C7E61-CEA3-236F-0F77-400BF43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8FB0F2-6219-DF09-786F-1CB59B4F6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8AE4E6-79FA-60E0-1D50-6AD20896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019C9F-706D-9FF9-F2DF-8DF4776D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CE7C30-0747-4747-59AD-92C5C8EB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502FAF-4959-4B21-8D63-A272A1CB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59BB5-2A15-4D92-9270-5653678F0F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386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6B1FA-1063-B91A-0610-44278473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BC54FD-4C6C-CAE9-97AF-9CB64D6B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C7C850-F7DA-9C05-D84E-6865F4575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DB118C-CA4B-D243-F226-A7EA7EC2B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46D843-E7CF-5247-7F46-B03BD9C56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008930-1B21-5921-9FE3-4C4CB255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575E6B-4CB1-F365-12DF-FEF92FD4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C82E55-A7D0-115E-0419-59972ACE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AC55A-E522-4A3D-9D0D-7207E121C1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501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ED062-6512-EF3E-63B2-EC29FB9B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1A81C1-441A-0C35-C2DD-A463D5BE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F92629-20BD-7A92-FE0F-B661BFFF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0DBB3F-E3AF-1A75-5107-97954F9C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E2527E-2B2B-4D47-8988-C5785419C9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854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5040D86-69EB-BAEA-9CD0-C0C2889D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E151A5-483C-B877-CCC4-C65899F9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39C827-72F4-FB01-69F1-DC160DBB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08461-6390-47A9-9D26-245569B68A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223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EBEBB-DBAE-F256-F084-1FFF1EC4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0AB53-C1C7-B2AA-3F56-65DA5E1D1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9C5D57-4E02-E9FD-338E-AF3E79BF8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8DC369-78A6-8945-0FA9-BA9155CA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FB8C2A-7835-6346-0D4A-0F9F6183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52D8CB-B228-3A88-DC04-53B5F7AB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47D39B-6F6C-427D-8A2E-730BCDD523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981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05EF5-F9D0-F29C-2ADC-E9102AE6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5106C3-3181-807A-18F3-B94EE85CE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C3DE3A-A2CE-F0C3-1B70-5ADD90C21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5036D4-1512-8711-0F81-AC73B48C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0F6C57-A2D0-BD67-FA14-849F2BA5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4CC6B2-D09F-F228-D96B-E6E32289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ED1CA-BEA7-41A8-AC0F-D7B7703E1F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891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080F5-83D3-784E-6FF0-EDF2A72E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AA0C09-C184-05F0-9E15-822A31CDB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0C12DB-F490-188D-03D1-D2C9E893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23058B-61BB-8C9E-FD18-04A1DBB0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836CAA-C9B7-B10C-EBD2-B94CE60F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705DB-3257-4C33-9D16-A16AC11E08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949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50DCF2-F3CB-8D56-A911-087FB93F8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CDEAD8-67CF-7AE4-966B-F95BA1E6E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27539B-78DE-30FD-0FE7-316ED455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635D08-B8B1-7A8C-16AC-E9DD2904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3D42D-7FFB-35D1-10D8-0B61F51C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13AF7-F72F-4C3E-87AB-AFDC7634D4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9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364088-8B8D-F685-509B-13042475B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0A059F5-BFC4-498C-B8B8-EBFE77AC5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70CA51-A45F-07F6-D4B2-ACA2F2447F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835629D-5985-B987-6D6C-57E7637FC5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96E78FE-1A0A-E616-32A3-73B495403F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17E30B-04E4-4DC1-9E3E-2559B93D17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8D27AB-BAB3-9E27-B2A7-75F7C5134C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 i="1"/>
              <a:t>66</a:t>
            </a:r>
            <a:br>
              <a:rPr lang="en-US" altLang="pt-BR" sz="3600" b="1" i="1"/>
            </a:br>
            <a:r>
              <a:rPr lang="en-US" altLang="pt-BR" sz="3600" b="1" i="1"/>
              <a:t>PRONTO A SALVAR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6F9D62D-F305-C32E-5A41-7205292F05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43BA01E-9C94-4866-03C3-2C17EF6C3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Todo o que crê no Filho de Deus,</a:t>
            </a:r>
            <a:r>
              <a:rPr lang="en-US" altLang="pt-BR" sz="4000"/>
              <a:t> </a:t>
            </a:r>
            <a:r>
              <a:rPr lang="en-US" altLang="pt-BR" sz="4000" i="1"/>
              <a:t>Que, p'ra nos remir, desceu dos céus;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 o que, contrito, a Deus se chegar,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está pronto, agora, a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F0FB651-DF12-36E8-AB97-49E5661FB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Sim, Jesus te chama, ó meu Irmão!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ti Ele oferece pleno perdão;</a:t>
            </a:r>
            <a:r>
              <a:rPr lang="en-US" altLang="pt-BR" sz="4000"/>
              <a:t> </a:t>
            </a:r>
            <a:r>
              <a:rPr lang="en-US" altLang="pt-BR" sz="4000" b="1" i="1"/>
              <a:t>Seu sangue verteu para te resgatar,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Ele é quem quer e pode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EDD487-A722-B08C-63CB-C1AEED4B2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Quem, arrependido, busca perdão,</a:t>
            </a:r>
            <a:r>
              <a:rPr lang="en-US" altLang="pt-BR" sz="4000"/>
              <a:t> </a:t>
            </a:r>
            <a:r>
              <a:rPr lang="en-US" altLang="pt-BR" sz="4000" i="1"/>
              <a:t>Abrindo a Jesus o seu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paz hoje mesmo pode gozar,</a:t>
            </a:r>
            <a:r>
              <a:rPr lang="en-US" altLang="pt-BR" sz="4000"/>
              <a:t> </a:t>
            </a:r>
            <a:r>
              <a:rPr lang="en-US" altLang="pt-BR" sz="4000" i="1"/>
              <a:t>Pois Ele está pronto, agora, a salvar.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66 PRONTO A SALVAR </vt:lpstr>
      <vt:lpstr>Todo o que crê no Filho de Deus, Que, p'ra nos remir, desceu dos céus;  Todo o que, contrito, a Deus se chegar,  Jesus está pronto, agora, a salvar.   </vt:lpstr>
      <vt:lpstr>Sim, Jesus te chama, ó meu Irmão!  A ti Ele oferece pleno perdão; Seu sangue verteu para te resgatar,  E Ele é quem quer e pode salvar.   </vt:lpstr>
      <vt:lpstr>Quem, arrependido, busca perdão, Abrindo a Jesus o seu coração,  A paz hoje mesmo pode gozar, Pois Ele está pronto, agora, a salvar.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66 PRONTO A SALVAR </dc:title>
  <dc:creator>Junior</dc:creator>
  <cp:lastModifiedBy>Emerson Souza</cp:lastModifiedBy>
  <cp:revision>1</cp:revision>
  <dcterms:created xsi:type="dcterms:W3CDTF">2005-12-23T12:12:32Z</dcterms:created>
  <dcterms:modified xsi:type="dcterms:W3CDTF">2026-05-02T21:42:17Z</dcterms:modified>
</cp:coreProperties>
</file>