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25BD4-9581-661F-0564-8719578FD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81F016-4CE4-08A1-9124-715BC3AA0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8D8411-ED98-DAAC-86A0-96D95280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B9B00E-D050-D34B-FA64-7F7096F1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028EF0-FE37-106B-F5C9-CAB8CEEA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9D3579-A9EB-48AC-8A06-6A2B383107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730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FFC66-B633-4F02-E753-FF7D142E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EF57C-D88B-E86A-1C25-7325C9C2A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515D02-2B6B-E533-78A9-53B73597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6BFBF8-595B-B92F-86D7-E6C569D5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2A9554-81E2-556B-EE04-FF4ECA07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C2205-5237-4481-95DA-9AC5632DDE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434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81411-BF30-F8BC-2FE7-88B8B137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99693D-3D14-8DF8-5446-5B55875BB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282EC6-A4CF-8CAF-0278-1AEC03C4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FB0B5-E472-01CB-0B98-DEC7F57C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AC9E9A-65AA-B792-7433-930B4708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87751-5644-4F06-A365-DF062E8636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494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D3F46-ACB2-2B32-7F6D-69BADD0C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53D736-D48A-B17E-4632-A9F82AF60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F2721A-848A-2F40-64A9-80249A744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1492A1-4246-9377-0D0E-8E8BFD10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75F860-FD49-CB7B-049C-40AC2A08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095049-0CA1-B67D-17C5-2500B1CB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C01A01-7563-486C-B576-C7C18C7E38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268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879C7-92D3-0E41-150D-9921A0C0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D963D3-D044-327D-AB31-DC3079BCB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F2FD46-7D30-7EC5-48D4-D02AAEAB2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90B5BE-F4EA-853B-BB4E-723029E2B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F0357B-0B87-EB32-17E9-CD07F2B0B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469EDF-E404-02B6-96C3-F06301D7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D63D30-E864-BBC5-FA39-02D7B8B4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FEDF2FC-D6F5-6BB5-4813-16D2259B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ACB7A5-0DD9-44A3-A50E-3445AA8429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744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CBBEF-2820-F213-B854-C6EBDCA3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8AD88D-C6CC-3B46-FBB5-98C8B84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053C7-C01F-86B1-B378-5D1E48AE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35F724-65CB-FDBC-F42F-0A1B5D68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223CE-BE7C-459D-8427-F568B206E1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253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1009FA-E5A7-F358-6544-6783A5F6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20D71C-C2CE-1A9A-7711-50999785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D956D3-58AA-46C7-6E95-EB802768C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5AD02D-B0B9-4F94-9F93-AB6C1BB86B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194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E50C3-5889-AA9D-90F3-5275236B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C95D5F-A36C-B8DD-E775-B9025C28A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8CF5A8-4817-DA47-D363-6157E0C0A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96C6A3-892E-2339-F17B-A107A877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A742FF-CAA0-D000-C5F7-F96154E5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F7B870-7279-7433-991C-73CBC164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A6C92-7D90-4DA9-820C-CB45D319EB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77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C1C3F-6B74-9F6F-67BE-EE0325B9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34321E-FA97-18B9-CE80-120C02925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07D540-BF5F-3064-D0E1-B53AC254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1572FF-D7DD-4EEC-F6B7-6DA035535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5FE39A-A75A-1CCF-C767-26F152C1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F73C5F-1DF9-FA0D-FA97-9BF23C1F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3935CB-652F-449B-AF66-67604556DE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246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C2779-0113-591F-B86C-4405418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F3AA8E-483C-04A6-BEAE-B1C1EED2E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FA3462-FACF-1CA9-3880-57BFA858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14D953-AF97-33E4-35A9-2B20C32B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54C77F-844D-5F0B-0C56-E9EC4BAC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CE9E7-5695-410D-9C4E-7F07285A9C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227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2D99E0-E678-E6B4-A861-AE7ECE870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0F0CC0-EE1B-EDE2-D0C6-7F3979692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DBBF4C-0E91-02CE-5CFA-E21ACF9B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3CE73-C76A-17A0-0413-22FFBD35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CB07EB-5F6D-D643-CEF6-8934FBFF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17CF5-20BA-4E17-9584-B6F4FC5403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695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1F7163-359C-C25B-F731-AF0BA3BD1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9EAB4D-CAF4-9431-7342-E530716AE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4F7C4E-C9DA-2605-B1C2-8F732CAF5F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31F4F3-DF2B-E160-3181-3549D908E1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06B4D2-B12E-D1C9-3A07-02B39269A7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FF231F-BB5F-41E5-A1AF-981940D57FA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EBB6F7A-D991-D4DA-655D-DF2F7C9135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344 – Um Amigo entre os lírios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E020BA-B1C1-CD13-496F-1A3BA71344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D82C699-5478-13C9-EA40-0ABD32CCE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Entre os lírios, no meio dos vales </a:t>
            </a:r>
            <a:br>
              <a:rPr lang="en-US" altLang="pt-BR" sz="4000" i="1"/>
            </a:br>
            <a:r>
              <a:rPr lang="en-US" altLang="pt-BR" sz="4000" i="1"/>
              <a:t>'Stá um amigo, que é caro pra mim; Quero segui-Lo, isento dos males, </a:t>
            </a:r>
            <a:br>
              <a:rPr lang="en-US" altLang="pt-BR" sz="4000" i="1"/>
            </a:br>
            <a:r>
              <a:rPr lang="en-US" altLang="pt-BR" sz="4000" i="1"/>
              <a:t>Vê-Lo no céu, com os anjos enfim.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2DD4CD-D60C-098E-FD83-35B22827B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Salvador Jesus, </a:t>
            </a:r>
            <a:br>
              <a:rPr lang="en-US" altLang="pt-BR" sz="4000" b="1" i="1"/>
            </a:br>
            <a:r>
              <a:rPr lang="en-US" altLang="pt-BR" sz="4000" b="1" i="1"/>
              <a:t>Ó Filho do bom Deus;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Graças por Tua luz, </a:t>
            </a:r>
            <a:br>
              <a:rPr lang="en-US" altLang="pt-BR" sz="4000" b="1" i="1"/>
            </a:br>
            <a:r>
              <a:rPr lang="en-US" altLang="pt-BR" sz="4000" b="1" i="1"/>
              <a:t>Que veio dos Céus!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morreste, Jesus!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69B81A7-1220-22DF-9642-5AFCBA181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Hoje Te busco, ó vem, revelar-me </a:t>
            </a:r>
            <a:br>
              <a:rPr lang="en-US" altLang="pt-BR" sz="4000" i="1"/>
            </a:br>
            <a:r>
              <a:rPr lang="en-US" altLang="pt-BR" sz="4000" i="1"/>
              <a:t> luz divina, onde estás, meu Jesus, Com Teu rebanho vem já a levar-me Para o rio que vida produz.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8981726-97B5-EF8A-5166-BF06E6EF4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Salvador Jesus, </a:t>
            </a:r>
            <a:br>
              <a:rPr lang="en-US" altLang="pt-BR" sz="4000" b="1" i="1"/>
            </a:br>
            <a:r>
              <a:rPr lang="en-US" altLang="pt-BR" sz="4000" b="1" i="1"/>
              <a:t>Ó Filho do bom Deus;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Graças por Tua luz, </a:t>
            </a:r>
            <a:br>
              <a:rPr lang="en-US" altLang="pt-BR" sz="4000" b="1" i="1"/>
            </a:br>
            <a:r>
              <a:rPr lang="en-US" altLang="pt-BR" sz="4000" b="1" i="1"/>
              <a:t>Que veio dos Céus!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morreste, Jesus!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9D31A0E-6C51-9866-52ED-EC72C6F4E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Ouve-me agora, Jesus mui amado, Deixa-me Teu grande amor desfrutar; Não mais me 'scondas </a:t>
            </a:r>
            <a:br>
              <a:rPr lang="en-US" altLang="pt-BR" sz="4000" i="1"/>
            </a:br>
            <a:r>
              <a:rPr lang="en-US" altLang="pt-BR" sz="4000" i="1"/>
              <a:t>Teu rosto adorado, </a:t>
            </a:r>
            <a:br>
              <a:rPr lang="en-US" altLang="pt-BR" sz="4000" i="1"/>
            </a:br>
            <a:r>
              <a:rPr lang="en-US" altLang="pt-BR" sz="4000" i="1"/>
              <a:t>Pois me chamaste pra me libertar.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1F76D3B-67E5-4587-E7BD-F2D84BB35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Salvador Jesus, </a:t>
            </a:r>
            <a:br>
              <a:rPr lang="en-US" altLang="pt-BR" sz="4000" b="1" i="1"/>
            </a:br>
            <a:r>
              <a:rPr lang="en-US" altLang="pt-BR" sz="4000" b="1" i="1"/>
              <a:t>Ó Filho do bom Deus;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Graças por Tua luz, </a:t>
            </a:r>
            <a:br>
              <a:rPr lang="en-US" altLang="pt-BR" sz="4000" b="1" i="1"/>
            </a:br>
            <a:r>
              <a:rPr lang="en-US" altLang="pt-BR" sz="4000" b="1" i="1"/>
              <a:t>Que veio dos Céus!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morreste, Jesus!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9A7FBE7-66AF-8C8F-8AA8-FFB592572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voz de Cristo é pra mim mais preciosa  </a:t>
            </a:r>
            <a:br>
              <a:rPr lang="en-US" altLang="pt-BR" sz="4000" i="1"/>
            </a:br>
            <a:r>
              <a:rPr lang="en-US" altLang="pt-BR" sz="4000" i="1"/>
              <a:t>Que a voz dos anjos; e do sol a luz, Não tem o brilho da face radiosa Quando sorri meu amado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0319F45-C0AD-D07B-FA0C-D5D4E1162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Salvador Jesus, </a:t>
            </a:r>
            <a:br>
              <a:rPr lang="en-US" altLang="pt-BR" sz="4000" b="1" i="1"/>
            </a:br>
            <a:r>
              <a:rPr lang="en-US" altLang="pt-BR" sz="4000" b="1" i="1"/>
              <a:t>Ó Filho do bom Deus;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Graças por Tua luz, </a:t>
            </a:r>
            <a:br>
              <a:rPr lang="en-US" altLang="pt-BR" sz="4000" b="1" i="1"/>
            </a:br>
            <a:r>
              <a:rPr lang="en-US" altLang="pt-BR" sz="4000" b="1" i="1"/>
              <a:t>Que veio dos Céus!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mim morreste, Jesus!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344 – Um Amigo entre os lírios </vt:lpstr>
      <vt:lpstr>Entre os lírios, no meio dos vales  'Stá um amigo, que é caro pra mim; Quero segui-Lo, isento dos males,  Vê-Lo no céu, com os anjos enfim.  </vt:lpstr>
      <vt:lpstr>Meu Salvador Jesus,  Ó Filho do bom Deus;  Graças por Tua luz,  Que veio dos Céus!  Por mim provaste a Cruz,  Por mim morreste, Jesus!  </vt:lpstr>
      <vt:lpstr>Hoje Te busco, ó vem, revelar-me   luz divina, onde estás, meu Jesus, Com Teu rebanho vem já a levar-me Para o rio que vida produz.  </vt:lpstr>
      <vt:lpstr>Meu Salvador Jesus,  Ó Filho do bom Deus;  Graças por Tua luz,  Que veio dos Céus!  Por mim provaste a Cruz,  Por mim morreste, Jesus!  </vt:lpstr>
      <vt:lpstr>Ouve-me agora, Jesus mui amado, Deixa-me Teu grande amor desfrutar; Não mais me 'scondas  Teu rosto adorado,  Pois me chamaste pra me libertar.  </vt:lpstr>
      <vt:lpstr>Meu Salvador Jesus,  Ó Filho do bom Deus;  Graças por Tua luz,  Que veio dos Céus!  Por mim provaste a Cruz,  Por mim morreste, Jesus!  </vt:lpstr>
      <vt:lpstr>A voz de Cristo é pra mim mais preciosa   Que a voz dos anjos; e do sol a luz, Não tem o brilho da face radiosa Quando sorri meu amado Jesus.</vt:lpstr>
      <vt:lpstr>Meu Salvador Jesus,  Ó Filho do bom Deus;  Graças por Tua luz,  Que veio dos Céus!  Por mim provaste a Cruz,  Por mim morreste, Jesus!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344 – Um Amigo entre os lírios </dc:title>
  <dc:creator>Junior</dc:creator>
  <cp:lastModifiedBy>Emerson Souza</cp:lastModifiedBy>
  <cp:revision>1</cp:revision>
  <dcterms:created xsi:type="dcterms:W3CDTF">2005-12-26T21:34:18Z</dcterms:created>
  <dcterms:modified xsi:type="dcterms:W3CDTF">2026-05-02T22:05:36Z</dcterms:modified>
</cp:coreProperties>
</file>