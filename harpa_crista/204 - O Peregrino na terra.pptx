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72" d="100"/>
          <a:sy n="72" d="100"/>
        </p:scale>
        <p:origin x="-3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274E8-32C3-75CD-F6E7-0AC71CCF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0F71F5-3879-1E5D-1A7C-3D59578E8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1EC60-3FE4-8387-D63E-B6838BE8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A7557B-36A5-C228-AFDC-48EBFF25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CAB11-C154-3DF4-4D93-9A3DAD46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8FA5E-D728-4955-9032-B0A8264371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60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7689B-9C84-64CE-437F-BB356FE2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CFEBE-4F1F-8572-E7C7-08512908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D86366-644B-FB43-38A1-1EC5F4D7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9C2DB2-5728-04BF-D538-15E045BC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BCC21-FBEE-41A6-7BFC-7F517C68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8C71E-1AA9-4F65-A8C4-C0400A4E9F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049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CBB4E-5AEC-D93D-F96F-118F078E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E0DE0B-81C4-AD8D-9AAF-B47E129A1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DB6C05-AB0F-CAC2-4DF3-97CC0034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24DD4-B210-72E3-2DD6-079C137B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966711-9088-52E4-1B03-A9DE6346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F3C4F0-E725-4B33-B6FF-14607ABC96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508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33958-55CE-82AC-18A3-EE1B7008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E3E792-33A9-5E80-5CD9-7F3D552E4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7A6A9E-6725-99EC-25CB-0C4A17B82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24ACB5-355B-D854-2D3D-7271E495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F83B22-8094-FFE5-1EA5-A46E3480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F46EA8-709B-F916-9A9C-E52E384B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DED088-E623-42C1-9215-B1AEA10893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287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A2ED7-BB73-C358-3369-E7525187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DE8BA2-D37E-C703-C3A9-588C8C0FD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DDF393-7799-47BD-FF17-6A1F47106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A5A9E2-6087-4E3C-FA53-FDF2C3080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7F47E9-551D-208D-8F00-F52A91AB8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CAA048-123E-B70B-9352-AEB962B7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642827-720A-6CEF-EC6C-0FFB3FF6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3C8A36-4316-AD33-F803-EBE79C80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09862-18EA-47EB-A030-ADAE6DB75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4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D90EA-213E-F2BE-4DAC-DEEFA665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684944-E791-2004-BB8C-C9106AA2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2B79222-68DE-1A6F-371E-0EDC7B90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EB6F08-CFD7-77D6-7DBA-78BD543A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CDFADE-68F9-4DC4-8C49-CB9FB1E7AD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7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D732B4-C7AD-2BEB-D25A-B779E34D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378CA01-5400-C539-FF98-AA4F5D1B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8F0F5D-9A90-7B21-0145-136B48FE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E44B1-12F9-420D-AF3F-41AED088EB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636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D3703-885D-7C14-A0F8-39B13F1D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C7FF8C-359F-138E-60AB-251FB0CB6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EB265E-2390-D97B-91AB-AE8BF815F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CEE440-FECF-A9F6-1EF9-5B596A4E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82FBA1-E75E-C32F-230E-184C116F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84BDC3-485F-80F9-4339-416E5C41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F90A3-6FBD-4F76-8C40-B2640B3C69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9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C8A1B-1826-F290-8297-B6FBE477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8FF50B-507F-83D5-F667-28002C141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724386-5E62-5D70-45C8-E1835A07E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F5F89A-5F12-13E3-C2A0-7D7EC3E0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36961D-2AE2-E81D-E286-6B5CD0A1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02FD09-6512-7ED1-6E06-FFAC002B9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00A78E-7CD9-411E-BA5C-37FE546F5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336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57394-AB1F-5895-FBA6-8CF0B811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2D02DD-C938-EB41-866F-E2C7AF19D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56514A-68DF-B015-965C-43C303FB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3987C-C933-8869-3035-4B628516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27DA68-1DE2-475D-645C-08DF075A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7E366-36F9-472A-A11B-9602005679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307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0A2A49-D169-3AAA-DC5A-87D2A4ECF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DE2CDC-300D-7A2C-40E8-8672C1C73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3C0F5-BAF9-CC1C-80FD-C0E3D7AD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AAA50B-32FC-88E2-BD3C-31BBAC73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AB7FAE-A1B3-ED25-2139-D7E74D27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DAF05-633B-4008-A5D4-ED5A4BC0E3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607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4CF0719-3344-D7AB-181A-D3D9ABC1B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91D5CD6-A032-BAC9-0D66-7607B8EA5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ADBAC68-4294-680A-2EAD-94EA13364C4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33DB0A-D0F7-AED1-81B8-8812C1B4F7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B09B6E-7655-F2D0-3249-F93052EC18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F39961-180D-4D44-ADA7-1AE76E00BFB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568B9A-25D5-A314-7464-0A725F3247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204</a:t>
            </a:r>
            <a:br>
              <a:rPr lang="en-US" altLang="pt-BR" sz="4000" b="1"/>
            </a:br>
            <a:r>
              <a:rPr lang="en-US" altLang="pt-BR" sz="4000" b="1"/>
              <a:t>O PEREGRINO NA TERRA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DE0B5A3-2200-6B11-C3B4-F20089AA14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5D0A6A9-66FF-1592-BDAF-3FED1D776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Sou peregrino na terra </a:t>
            </a:r>
            <a:br>
              <a:rPr lang="en-US" altLang="pt-BR" sz="4000" i="1"/>
            </a:br>
            <a:r>
              <a:rPr lang="en-US" altLang="pt-BR" sz="4000" i="1"/>
              <a:t>E longe estou do meu lar, </a:t>
            </a:r>
            <a:br>
              <a:rPr lang="en-US" altLang="pt-BR" sz="4000" i="1"/>
            </a:br>
            <a:r>
              <a:rPr lang="en-US" altLang="pt-BR" sz="4000" i="1"/>
              <a:t>Mlnh'alma anelante espera </a:t>
            </a:r>
            <a:br>
              <a:rPr lang="en-US" altLang="pt-BR" sz="4000" i="1"/>
            </a:br>
            <a:r>
              <a:rPr lang="en-US" altLang="pt-BR" sz="4000" i="1"/>
              <a:t>Que Cristo a venha buscar; </a:t>
            </a:r>
            <a:br>
              <a:rPr lang="en-US" altLang="pt-BR" sz="4000" i="1"/>
            </a:br>
            <a:r>
              <a:rPr lang="en-US" altLang="pt-BR" sz="4000" i="1"/>
              <a:t>Aqui só há descrença, </a:t>
            </a:r>
            <a:br>
              <a:rPr lang="en-US" altLang="pt-BR" sz="4000" i="1"/>
            </a:br>
            <a:r>
              <a:rPr lang="en-US" altLang="pt-BR" sz="4000" i="1"/>
              <a:t>As lutas não têm fim, </a:t>
            </a:r>
            <a:br>
              <a:rPr lang="en-US" altLang="pt-BR" sz="4000" i="1"/>
            </a:br>
            <a:r>
              <a:rPr lang="en-US" altLang="pt-BR" sz="4000" i="1"/>
              <a:t>Mas de Jesus, a presença, </a:t>
            </a:r>
            <a:br>
              <a:rPr lang="en-US" altLang="pt-BR" sz="4000" i="1"/>
            </a:br>
            <a:r>
              <a:rPr lang="en-US" altLang="pt-BR" sz="4000" i="1"/>
              <a:t>Glória será para mim!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9AF701-94D6-8713-7BB7-30D845F2B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No céu de luz vou descansar,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meu Jesus hei de morar.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CDF0B9-3FE0-0E9E-F90D-B2E49D8E9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Em Cristo tendo já crido, </a:t>
            </a:r>
            <a:br>
              <a:rPr lang="en-US" altLang="pt-BR" sz="4000" i="1"/>
            </a:br>
            <a:r>
              <a:rPr lang="en-US" altLang="pt-BR" sz="4000" i="1"/>
              <a:t>Só pela fé viverei, </a:t>
            </a:r>
            <a:br>
              <a:rPr lang="en-US" altLang="pt-BR" sz="4000" i="1"/>
            </a:br>
            <a:r>
              <a:rPr lang="en-US" altLang="pt-BR" sz="4000" i="1"/>
              <a:t>Pois Deus me tem prometido, </a:t>
            </a:r>
            <a:br>
              <a:rPr lang="en-US" altLang="pt-BR" sz="4000" i="1"/>
            </a:br>
            <a:r>
              <a:rPr lang="en-US" altLang="pt-BR" sz="4000" i="1"/>
              <a:t>Que no céu descansarei! </a:t>
            </a:r>
            <a:br>
              <a:rPr lang="en-US" altLang="pt-BR" sz="4000" i="1"/>
            </a:br>
            <a:r>
              <a:rPr lang="en-US" altLang="pt-BR" sz="4000" i="1"/>
              <a:t>Eu tenho permanente </a:t>
            </a:r>
            <a:br>
              <a:rPr lang="en-US" altLang="pt-BR" sz="4000" i="1"/>
            </a:br>
            <a:r>
              <a:rPr lang="en-US" altLang="pt-BR" sz="4000" i="1"/>
              <a:t>O bom Consolador, </a:t>
            </a:r>
            <a:br>
              <a:rPr lang="en-US" altLang="pt-BR" sz="4000" i="1"/>
            </a:br>
            <a:r>
              <a:rPr lang="en-US" altLang="pt-BR" sz="4000" i="1"/>
              <a:t>Guiando-me brandamente </a:t>
            </a:r>
            <a:br>
              <a:rPr lang="en-US" altLang="pt-BR" sz="4000" i="1"/>
            </a:br>
            <a:r>
              <a:rPr lang="en-US" altLang="pt-BR" sz="4000" i="1"/>
              <a:t>À fonte viva de amor.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4A1F6B-9E9A-1CB3-AA47-026DDF53B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No céu de luz vou descansar,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meu Jesus hei de morar.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AABAE69-D204-0BBB-199D-61CF1C497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Embora às vezes o crente </a:t>
            </a:r>
            <a:br>
              <a:rPr lang="en-US" altLang="pt-BR" sz="4000" i="1"/>
            </a:br>
            <a:r>
              <a:rPr lang="en-US" altLang="pt-BR" sz="4000" i="1"/>
              <a:t>As dores sofra da cruz, </a:t>
            </a:r>
            <a:br>
              <a:rPr lang="en-US" altLang="pt-BR" sz="4000" i="1"/>
            </a:br>
            <a:r>
              <a:rPr lang="en-US" altLang="pt-BR" sz="4000" i="1"/>
              <a:t>Gozo terá permanente, </a:t>
            </a:r>
            <a:br>
              <a:rPr lang="en-US" altLang="pt-BR" sz="4000" i="1"/>
            </a:br>
            <a:r>
              <a:rPr lang="en-US" altLang="pt-BR" sz="4000" i="1"/>
              <a:t>Quando no céu vir Jesus </a:t>
            </a:r>
            <a:br>
              <a:rPr lang="en-US" altLang="pt-BR" sz="4000" i="1"/>
            </a:br>
            <a:r>
              <a:rPr lang="en-US" altLang="pt-BR" sz="4000" i="1"/>
              <a:t>De glória coroado </a:t>
            </a:r>
            <a:br>
              <a:rPr lang="en-US" altLang="pt-BR" sz="4000" i="1"/>
            </a:br>
            <a:r>
              <a:rPr lang="en-US" altLang="pt-BR" sz="4000" i="1"/>
              <a:t>No trono divinal!, </a:t>
            </a:r>
            <a:br>
              <a:rPr lang="en-US" altLang="pt-BR" sz="4000" i="1"/>
            </a:br>
            <a:r>
              <a:rPr lang="en-US" altLang="pt-BR" sz="4000" i="1"/>
              <a:t>Por anjos sempre louvado, </a:t>
            </a:r>
            <a:br>
              <a:rPr lang="en-US" altLang="pt-BR" sz="4000" i="1"/>
            </a:br>
            <a:r>
              <a:rPr lang="en-US" altLang="pt-BR" sz="4000" i="1"/>
              <a:t>Num coro celestial.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144A308-4899-B7E2-23B9-7DD319EE2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No céu de luz vou descansar,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meu Jesus hei de morar.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204 O PEREGRINO NA TERRA </vt:lpstr>
      <vt:lpstr>Sou peregrino na terra  E longe estou do meu lar,  Mlnh'alma anelante espera  Que Cristo a venha buscar;  Aqui só há descrença,  As lutas não têm fim,  Mas de Jesus, a presença,  Glória será para mim! </vt:lpstr>
      <vt:lpstr>No céu de luz vou descansar,  Com meu Jesus hei de morar. </vt:lpstr>
      <vt:lpstr>Em Cristo tendo já crido,  Só pela fé viverei,  Pois Deus me tem prometido,  Que no céu descansarei!  Eu tenho permanente  O bom Consolador,  Guiando-me brandamente  À fonte viva de amor.   </vt:lpstr>
      <vt:lpstr>No céu de luz vou descansar,  Com meu Jesus hei de morar. </vt:lpstr>
      <vt:lpstr>Embora às vezes o crente  As dores sofra da cruz,  Gozo terá permanente,  Quando no céu vir Jesus  De glória coroado  No trono divinal!,  Por anjos sempre louvado,  Num coro celestial. </vt:lpstr>
      <vt:lpstr>No céu de luz vou descansar,  Com meu Jesus hei de morar.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204 O PEREGRINO NA TERRA </dc:title>
  <dc:creator>Junior</dc:creator>
  <cp:lastModifiedBy>Emerson Souza</cp:lastModifiedBy>
  <cp:revision>2</cp:revision>
  <dcterms:created xsi:type="dcterms:W3CDTF">2005-12-23T19:03:43Z</dcterms:created>
  <dcterms:modified xsi:type="dcterms:W3CDTF">2026-05-02T21:53:51Z</dcterms:modified>
</cp:coreProperties>
</file>