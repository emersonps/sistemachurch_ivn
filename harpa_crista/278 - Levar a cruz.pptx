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03DB34-E477-A62B-6500-EE667A70E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8E6851-86D2-4F0E-0F53-F9296264F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F96A81-037B-73AB-7F4C-5B88A75A7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C86C17-C950-88D5-45A9-8838CC0D3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1F05CB-E608-8AB8-7EC3-A28265B1E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683617-74E9-4B76-8787-850FC05939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7517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BEF05E-22D0-0371-4372-70D0AB6C8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EB1E77-3C11-707E-6CBB-03A4D8ACE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9C5024-87EB-AED3-71D1-6F59874C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D78F3F-3E98-79D1-3299-C4848A255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79E067-4248-5DDE-9D99-EBF56D4BA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2843B-4BE1-492C-852F-8993A4CC96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3697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65EFA-3380-DC16-05F1-45D919AE7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CE6B70-EFD8-39CE-1122-2F0FFD82C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8151B0-800C-B513-5AF8-1B2D91123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22D4E4-1A06-1332-D8F7-DBD31D7E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BA1603-D372-AF46-4936-ADFB19927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EC9D85-BF19-463D-89EC-1735DA154A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07060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330D8-6763-DDA3-A4D9-A8D9B6C14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C05427-3002-0F52-CB7C-981306ABB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CDBF7C-EA0C-D555-871E-B57761B1D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05B87E-1D2F-DA25-54F4-04BC2B100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37A34F-91AD-8251-BCFB-FF9AAC705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D8DA52-A6B3-4250-DC2A-BE7FE52EB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540F18-2373-4005-AD1E-3AC2BEA1A3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0732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A5C8B0-A259-CB8E-9860-4E12C63D8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EB1CAF-1C6E-27B2-1D02-E9AEEFA54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F07B81-0B91-1865-5219-C27390364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96F921F-0788-28BF-FF82-FEA2BD7A30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4F1C6A8-1318-B374-AA58-0911095B23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9F1D5C0-DB2D-FD43-D512-D626735BD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9F619EF-D5F7-DF86-293E-933D55482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B1821AA-D1B4-2AE6-F5DD-2B037A8F4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FC1C22-2A3E-42D7-B982-DCA0C9FC82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94844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BF6389-5258-C947-17E2-DCFC2A2C8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11D1953-9182-0730-B318-2C8B42EB9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974DED7-7265-D0DB-B583-EF3D973C0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90DF89F-6BE2-D0EC-CFFD-2B16E7C52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C83F70-EFFB-4C4D-BD2E-C7F85BE50F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276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A40BE0A-9BCE-5638-2844-1465943DB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5BC7C41-62B4-952A-8661-5548FDCD8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299B02-4432-4C38-7BD7-97F8C817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8B29B0-9E83-4EC7-97D1-A6758B3EE9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4354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0E543B-C347-670C-649F-C680D3047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FF2ED-9A38-0B29-BA8E-AE697D81C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C850C2-C841-9165-82A9-F9D6CDF25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BD7140-E0A8-19E6-FA4F-9FCD1F3E1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9155EF-6462-6957-B4D2-FC54C2F7D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2AAED5-0EBF-CE8F-5EFF-21E8D88D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20AA00-8D69-417D-A59E-167FAB7A29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624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CD7AD-B402-90CE-4ABF-276CC6F8C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93C2679-33A3-FBA8-4E66-46CD55ECD8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2F77C4-7775-6291-C4F0-A4043D35E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E0888D-2D39-E25B-3151-B2F789F0B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896498-2B86-626D-93F2-EFF348E16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CDD3E5-BFDE-796F-4BDD-1B2B85C2C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572E0E-3C61-4CD1-9D58-D6BB89422C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2403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1EB6D-DE95-5934-6ABA-3FB6A9A5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CD778C5-B89E-13E5-F61B-E3C8B9917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41B9E7-D4DC-4E16-DF75-B9621916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C3F9FD-7ED5-AF4F-CAAD-18D474F57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5B735C-3BB6-A70D-A4F4-347BDF7B8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5F1527-E110-4660-BFF7-5EB10B40DC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8416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3F3C083-4518-6D67-1FA8-B250206862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F749763-279E-D69B-878F-0D3F37E27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3F5149-A8A0-025B-21EB-C68E94FAB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EFA1C9-17AF-E757-E3B7-FA839450A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AB575C-022B-5F18-90E5-9729FFB1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8F31C6-2FAD-4F33-BE08-ADAAC9F4CA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230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B98192B-CA3F-5C2D-9ABA-A14FB3B770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2D67469-0342-DB08-36D3-28766028CB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C94EC0-5D3A-BB81-BCD4-C69C867BFB2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4F44123-3AD8-A128-FEE3-186A250F141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919A90B-62E0-B5BA-E8A7-4E634AC9D14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90DB931-26B6-490C-9B36-F4E05CE8700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82C8087-71A4-A8F0-572C-96AA83EF9A9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278</a:t>
            </a:r>
            <a:br>
              <a:rPr lang="en-US" altLang="pt-BR" sz="4000" b="1" i="1"/>
            </a:br>
            <a:r>
              <a:rPr lang="en-US" altLang="pt-BR" sz="4000" b="1" i="1"/>
              <a:t>LEVAR A CRUZ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C533722-7FA7-9769-F6BF-96A787845E6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EA9DBDF-C70A-1102-88EC-0B1226DAB8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Vais levando só, e mui cansado, </a:t>
            </a:r>
            <a:br>
              <a:rPr lang="en-US" altLang="pt-BR" sz="4000" i="1"/>
            </a:br>
            <a:r>
              <a:rPr lang="en-US" altLang="pt-BR" sz="4000" i="1"/>
              <a:t>Tua cruz, tua cruz? </a:t>
            </a:r>
            <a:br>
              <a:rPr lang="en-US" altLang="pt-BR" sz="4000" i="1"/>
            </a:br>
            <a:r>
              <a:rPr lang="en-US" altLang="pt-BR" sz="4000" i="1"/>
              <a:t>Não sabendo que tens ao teu lado </a:t>
            </a:r>
            <a:br>
              <a:rPr lang="en-US" altLang="pt-BR" sz="4000" i="1"/>
            </a:br>
            <a:r>
              <a:rPr lang="en-US" altLang="pt-BR" sz="4000" i="1"/>
              <a:t>O auxilio do Senhor Jesus?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C3392D6-E181-6304-CC8B-29587AC3CB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Se tenho cargas, </a:t>
            </a:r>
            <a:br>
              <a:rPr lang="en-US" altLang="pt-BR" sz="4000" b="1" i="1"/>
            </a:br>
            <a:r>
              <a:rPr lang="en-US" altLang="pt-BR" sz="4000" b="1" i="1"/>
              <a:t>Que só não posso levar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Eu peço auxílio </a:t>
            </a:r>
            <a:br>
              <a:rPr lang="en-US" altLang="pt-BR" sz="4000" b="1" i="1"/>
            </a:br>
            <a:r>
              <a:rPr lang="en-US" altLang="pt-BR" sz="4000" b="1" i="1"/>
              <a:t>Ao meu bom Salvador!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 de cansado </a:t>
            </a:r>
            <a:br>
              <a:rPr lang="en-US" altLang="pt-BR" sz="4000" i="1"/>
            </a:br>
            <a:r>
              <a:rPr lang="en-US" altLang="pt-BR" sz="4000" b="1" i="1"/>
              <a:t>Não posso mais caminhar,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Eu clamo a meu Jesus, </a:t>
            </a:r>
            <a:br>
              <a:rPr lang="en-US" altLang="pt-BR" sz="4000" b="1" i="1"/>
            </a:br>
            <a:r>
              <a:rPr lang="en-US" altLang="pt-BR" sz="4000" b="1" i="1"/>
              <a:t>Que vem me dar o Seu vigor.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3357449-5BDE-E06E-F84E-7A0E67B785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Não te esqueças, que só, ao Calvário, Foi Jesus, foi Jesus, </a:t>
            </a:r>
            <a:br>
              <a:rPr lang="en-US" altLang="pt-BR" sz="4000" i="1"/>
            </a:br>
            <a:r>
              <a:rPr lang="en-US" altLang="pt-BR" sz="4000" i="1"/>
              <a:t>Onde derrotou o adversário, </a:t>
            </a:r>
            <a:br>
              <a:rPr lang="en-US" altLang="pt-BR" sz="4000" i="1"/>
            </a:br>
            <a:r>
              <a:rPr lang="en-US" altLang="pt-BR" sz="4000" i="1"/>
              <a:t>Quando por ti sucumbiu na cruz.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C3142AF-8932-C8B4-FFA4-9100B73DC9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Se tenho cargas, </a:t>
            </a:r>
            <a:br>
              <a:rPr lang="en-US" altLang="pt-BR" sz="4000" b="1" i="1"/>
            </a:br>
            <a:r>
              <a:rPr lang="en-US" altLang="pt-BR" sz="4000" b="1" i="1"/>
              <a:t>Que só não posso levar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Eu peço auxílio </a:t>
            </a:r>
            <a:br>
              <a:rPr lang="en-US" altLang="pt-BR" sz="4000" b="1" i="1"/>
            </a:br>
            <a:r>
              <a:rPr lang="en-US" altLang="pt-BR" sz="4000" b="1" i="1"/>
              <a:t>Ao meu bom Salvador!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 de cansado </a:t>
            </a:r>
            <a:br>
              <a:rPr lang="en-US" altLang="pt-BR" sz="4000" i="1"/>
            </a:br>
            <a:r>
              <a:rPr lang="en-US" altLang="pt-BR" sz="4000" b="1" i="1"/>
              <a:t>Não posso mais caminhar,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Eu clamo a meu Jesus, </a:t>
            </a:r>
            <a:br>
              <a:rPr lang="en-US" altLang="pt-BR" sz="4000" b="1" i="1"/>
            </a:br>
            <a:r>
              <a:rPr lang="en-US" altLang="pt-BR" sz="4000" b="1" i="1"/>
              <a:t>Que vem me dar o Seu vigor.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A764D26-F653-A874-E9D4-B117224A0A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Só em Cristo, o fiel amigo, </a:t>
            </a:r>
            <a:br>
              <a:rPr lang="en-US" altLang="pt-BR" sz="4000" i="1"/>
            </a:br>
            <a:r>
              <a:rPr lang="en-US" altLang="pt-BR" sz="4000" i="1"/>
              <a:t>Acharás, acharás, </a:t>
            </a:r>
            <a:br>
              <a:rPr lang="en-US" altLang="pt-BR" sz="4000" i="1"/>
            </a:br>
            <a:r>
              <a:rPr lang="en-US" altLang="pt-BR" sz="4000" i="1"/>
              <a:t>Escondido, neste bom abrigo, </a:t>
            </a:r>
            <a:br>
              <a:rPr lang="en-US" altLang="pt-BR" sz="4000" i="1"/>
            </a:br>
            <a:r>
              <a:rPr lang="en-US" altLang="pt-BR" sz="4000" i="1"/>
              <a:t>A paz de Deus, então fruirás.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495AEFF-8BD4-9D66-9237-A598BA6FEA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Se tenho cargas, </a:t>
            </a:r>
            <a:br>
              <a:rPr lang="en-US" altLang="pt-BR" sz="4000" b="1" i="1"/>
            </a:br>
            <a:r>
              <a:rPr lang="en-US" altLang="pt-BR" sz="4000" b="1" i="1"/>
              <a:t>Que só não posso levar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Eu peço auxílio </a:t>
            </a:r>
            <a:br>
              <a:rPr lang="en-US" altLang="pt-BR" sz="4000" b="1" i="1"/>
            </a:br>
            <a:r>
              <a:rPr lang="en-US" altLang="pt-BR" sz="4000" b="1" i="1"/>
              <a:t>Ao meu bom Salvador!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 de cansado </a:t>
            </a:r>
            <a:br>
              <a:rPr lang="en-US" altLang="pt-BR" sz="4000" i="1"/>
            </a:br>
            <a:r>
              <a:rPr lang="en-US" altLang="pt-BR" sz="4000" b="1" i="1"/>
              <a:t>Não posso mais caminhar,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Eu clamo a meu Jesus, </a:t>
            </a:r>
            <a:br>
              <a:rPr lang="en-US" altLang="pt-BR" sz="4000" b="1" i="1"/>
            </a:br>
            <a:r>
              <a:rPr lang="en-US" altLang="pt-BR" sz="4000" b="1" i="1"/>
              <a:t>Que vem me dar o Seu vigor.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278 LEVAR A CRUZ </vt:lpstr>
      <vt:lpstr>Vais levando só, e mui cansado,  Tua cruz, tua cruz?  Não sabendo que tens ao teu lado  O auxilio do Senhor Jesus?  </vt:lpstr>
      <vt:lpstr>Se tenho cargas,  Que só não posso levar  Eu peço auxílio  Ao meu bom Salvador!  Se de cansado  Não posso mais caminhar,  Eu clamo a meu Jesus,  Que vem me dar o Seu vigor.  </vt:lpstr>
      <vt:lpstr>Não te esqueças, que só, ao Calvário, Foi Jesus, foi Jesus,  Onde derrotou o adversário,  Quando por ti sucumbiu na cruz.  </vt:lpstr>
      <vt:lpstr>Se tenho cargas,  Que só não posso levar  Eu peço auxílio  Ao meu bom Salvador!  Se de cansado  Não posso mais caminhar,  Eu clamo a meu Jesus,  Que vem me dar o Seu vigor.  </vt:lpstr>
      <vt:lpstr>Só em Cristo, o fiel amigo,  Acharás, acharás,  Escondido, neste bom abrigo,  A paz de Deus, então fruirás.</vt:lpstr>
      <vt:lpstr>Se tenho cargas,  Que só não posso levar  Eu peço auxílio  Ao meu bom Salvador!  Se de cansado  Não posso mais caminhar,  Eu clamo a meu Jesus,  Que vem me dar o Seu vigor.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278 LEVAR A CRUZ </dc:title>
  <dc:creator>Junior</dc:creator>
  <cp:lastModifiedBy>Emerson Souza</cp:lastModifiedBy>
  <cp:revision>1</cp:revision>
  <dcterms:created xsi:type="dcterms:W3CDTF">2005-12-24T00:41:07Z</dcterms:created>
  <dcterms:modified xsi:type="dcterms:W3CDTF">2026-05-02T22:00:05Z</dcterms:modified>
</cp:coreProperties>
</file>