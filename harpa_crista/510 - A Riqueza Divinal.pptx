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07168-E12E-AB82-9FBD-13F1ED0CB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4B6790-CE77-9294-F9D6-DCDC25D4D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B4706C-54C7-3B65-2729-AFA97693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25045-F52C-5B40-E0E5-830E11450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6B0398-7564-4615-4326-0A83FE13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BCBF5C-223B-4EA8-B8B4-45657679A5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393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1B740-AF52-28A2-2D57-A53B89D4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04626F-DB8D-4E6E-354A-11246C5E9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B33652-47F2-FC09-6B1C-19EA9998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A0692D-01AD-5B62-5122-C4867470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8EB514-D46F-B24D-CDC3-6CE6AC5C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2CEBA-8981-43BF-AB54-051CE9F5C4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2027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999A9-9C28-D43A-E52D-E7CEB0DBC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A01242-CC67-05D4-E23D-3EC3D219A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C998F0-B6CE-4D64-5D31-1433C5A13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78CD38-BCDD-58FC-8F10-FECA69ED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4B87D3-CE32-1D09-D959-3DD0D0B3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61B556-34A4-4BC9-BCF5-F0D4EF108E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734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8E301-FED4-8153-48EA-9C6D785C5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3F828D-ACF9-1959-FE84-5AFD17C93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A48A53-5DB2-166D-0877-C3907EEF2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A28CD1-2FEC-2858-4A08-0C1BFF1D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FB3EA5-592B-4AB7-BAA8-A87D02F4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7D6DF8-7863-45C3-C4FB-F4E1B99D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A0D5B5-AFD4-40C8-85A7-9DCE28568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9514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1A252-AD86-C682-C277-E6E035FA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B28EE7-C536-15AF-3BF7-0F63764AB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1D2C16-1A86-01FA-04B9-0B68A78B6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A6A74B4-597F-EBB3-F200-2AF60078B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1A190A-FD86-4B6B-4C3A-B5D9435DC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46E42C-1977-BB25-4132-37264B4E4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B5962B-8FCC-FF35-CBDA-4465DD03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6BE8F76-2670-0DB4-69CB-AC35B88A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8622C-C8D8-4BE2-ACFB-25B05B71C3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539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3545F-D1BA-6F3F-6E64-D7D74E6BE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B6146CA-DF08-51CD-7964-1FF31C355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93ADCD-73C0-3C1E-02D0-2B0D34B6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6BBCED-019D-491E-0367-A1832A7BF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E266F4-F96F-48E8-B553-25465BD721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713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DF6B0F-E5DD-3C91-FCDE-50A56F611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4F81F5-E110-59DA-6256-7BA1086D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3F4C54-907F-116A-C687-51AFBF65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3D574B-F81C-4BBA-8113-98458CA307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6023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50025-5F0A-B3B5-AED1-9613C5D8C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84713-66C2-8DF6-4509-DF59CF6C4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96C92D-CC3F-B44F-9E4B-AADF30B89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B57D86-A621-2286-F3C9-3142FA5A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E16D96-A083-2475-38F2-921CAC9EC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3AC1F6-483C-0EEE-CBA0-F88BE00C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1E811-340B-457F-8113-CA0B27F1EA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657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CD976-9F04-9CB5-1951-B5B26F85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BF9A4AA-BB3D-133F-DE1D-87C51561B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9ECC00-F942-2600-1D47-50BE02EA1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12F62E-CAF9-52D3-380D-B42DB73B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E58AB8-450D-7673-B41B-177D7DD63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22D738-2E81-F075-BF83-36244B19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A8A91-2A9B-49E8-93C7-19F920F2EA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073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29DBF-3E7F-3F49-AA15-0D6107E09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DE0ED1-2672-43C3-F62B-45C54222A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80336B-1D9F-98B6-5F70-01FF4530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A64A65-CFFD-175F-B5E3-0B85389F7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8E14B3-FEEF-D686-DE5C-12A60367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D4483-7EF5-4148-8C3C-7F961C5386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140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D2F6FF-2AA7-E8D7-683C-A2B674343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9ABFF1-E755-5AC3-672E-341D071F6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B3AF38-2E3C-E39F-06FA-FDF9D3B4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BD4013-1AB2-3F7A-AA5A-950AB437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BD24F6-7529-6C52-8476-0C088BAC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320B43-14F4-484C-9402-BCC75964F2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7113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20BA9D-1FD0-0189-88DE-7913657E6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DFF5FB7-4555-2088-3662-6B378585B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1ED843C-4991-76B6-798A-51437B00BC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FC399E5-ABF8-EFF7-53A7-51711F2463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D130459-0AA6-B21A-6D18-57D2B5030E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B5E8688-D272-4A4E-AB52-63044B2FE29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862F95D-0347-95D4-1BC4-FE0635CBA8F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510 - A Riqueza Divinal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03611FD-9078-D050-9B0C-BD5ECDE00D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45BD4F1-0B77-2E05-E249-7796BE57E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Um dom real Deus despertou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Nos seus fiéis - Dom de curar!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Toda a doença Deus sarou, </a:t>
            </a:r>
            <a:br>
              <a:rPr lang="en-US" altLang="pt-BR" sz="4000" i="1"/>
            </a:br>
            <a:r>
              <a:rPr lang="en-US" altLang="pt-BR" sz="4000" i="1"/>
              <a:t>E sara ainda e vai sarar;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Jesus, por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Não falhou, nem vai falhar!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EE6A56-C126-C320-D5D1-A47FD5E29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Oh! Que riqueza divinal,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gozo já por fé e luz,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visão triunfal,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Mais gozarei com meu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E9FF680-F680-2D70-A73F-0D6919EE8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És cego? Crê, que tu verás,</a:t>
            </a:r>
            <a:r>
              <a:rPr lang="en-US" altLang="pt-BR" sz="4000"/>
              <a:t> </a:t>
            </a:r>
            <a:r>
              <a:rPr lang="en-US" altLang="pt-BR" sz="4000" i="1"/>
              <a:t>És mudo? Crê, que vais falar;</a:t>
            </a:r>
            <a:r>
              <a:rPr lang="en-US" altLang="pt-BR" sz="4000"/>
              <a:t> </a:t>
            </a:r>
            <a:r>
              <a:rPr lang="en-US" altLang="pt-BR" sz="4000" i="1"/>
              <a:t>És surdo? </a:t>
            </a:r>
            <a:br>
              <a:rPr lang="en-US" altLang="pt-BR" sz="4000" i="1"/>
            </a:br>
            <a:r>
              <a:rPr lang="en-US" altLang="pt-BR" sz="4000" i="1"/>
              <a:t>Crê que ouvirás,</a:t>
            </a:r>
            <a:r>
              <a:rPr lang="en-US" altLang="pt-BR" sz="4000"/>
              <a:t> </a:t>
            </a:r>
            <a:r>
              <a:rPr lang="en-US" altLang="pt-BR" sz="4000" i="1"/>
              <a:t>És coxo? </a:t>
            </a:r>
            <a:br>
              <a:rPr lang="en-US" altLang="pt-BR" sz="4000" i="1"/>
            </a:br>
            <a:r>
              <a:rPr lang="en-US" altLang="pt-BR" sz="4000" i="1"/>
              <a:t>Crê, que vais andar; </a:t>
            </a:r>
            <a:br>
              <a:rPr lang="en-US" altLang="pt-BR" sz="4000" i="1"/>
            </a:br>
            <a:r>
              <a:rPr lang="en-US" altLang="pt-BR" sz="4000" i="1"/>
              <a:t>Fé em Deus, fé em Deus, </a:t>
            </a:r>
            <a:br>
              <a:rPr lang="en-US" altLang="pt-BR" sz="4000" i="1"/>
            </a:br>
            <a:r>
              <a:rPr lang="en-US" altLang="pt-BR" sz="4000" i="1"/>
              <a:t>Crê que Jesus te vai curar!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6B09335-3BE3-949D-8B5E-F475FD79E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Oh! Que riqueza divinal,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gozo já por fé e luz,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visão triunfal,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Mais gozarei com meu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B2EF85B-72F1-D095-97E7-BB549B7C93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De que sofreis? Dos rins, pulmões?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febre, gripe, ou coração? </a:t>
            </a:r>
            <a:br>
              <a:rPr lang="en-US" altLang="pt-BR" sz="4000" i="1"/>
            </a:br>
            <a:r>
              <a:rPr lang="en-US" altLang="pt-BR" sz="4000" i="1"/>
              <a:t>De tosse, nervos, ou lesões? </a:t>
            </a:r>
            <a:br>
              <a:rPr lang="en-US" altLang="pt-BR" sz="4000" i="1"/>
            </a:br>
            <a:r>
              <a:rPr lang="en-US" altLang="pt-BR" sz="4000" i="1"/>
              <a:t>De pele, dentes, defluxão? </a:t>
            </a:r>
            <a:br>
              <a:rPr lang="en-US" altLang="pt-BR" sz="4000" i="1"/>
            </a:br>
            <a:r>
              <a:rPr lang="en-US" altLang="pt-BR" sz="4000" i="1"/>
              <a:t>Sarareis, sarareis,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Pelo poder da oração! 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300C0BE-56D3-4550-1BCA-DE3D9FD04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Oh! Que riqueza divinal,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gozo já por fé e luz,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visão triunfal,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Mais gozarei com meu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3312A8C-A0B6-1F81-D4A9-34270C6A2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Deixai as capas e vereis,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As maravilhas do Senhor!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Tirai a pedra e gozareis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As grandes bênçãos do amor! </a:t>
            </a:r>
            <a:br>
              <a:rPr lang="en-US" altLang="pt-BR" sz="4000" i="1"/>
            </a:br>
            <a:r>
              <a:rPr lang="en-US" altLang="pt-BR" sz="4000" i="1"/>
              <a:t>Fé em Deus, Fé em Deus, </a:t>
            </a:r>
            <a:br>
              <a:rPr lang="en-US" altLang="pt-BR" sz="4000" i="1"/>
            </a:br>
            <a:r>
              <a:rPr lang="en-US" altLang="pt-BR" sz="4000" i="1"/>
              <a:t>A quem rendemos o louvor! 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CCA187A-9399-34C4-A73A-4766E1649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Oh! Que riqueza divinal,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gozo já por fé e luz,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visão triunfal,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Mais gozarei com meu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F4C8DC9-ACA4-C494-FBEE-3AC6DC8AF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Quando a doença a nós vem ter,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Deus devemos confiar,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Jesus Cristo tem poder,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num momento nos curar;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Glória a Deus, glória a Deus. </a:t>
            </a:r>
            <a:br>
              <a:rPr lang="en-US" altLang="pt-BR" sz="4000" i="1"/>
            </a:br>
            <a:r>
              <a:rPr lang="en-US" altLang="pt-BR" sz="4000" i="1"/>
              <a:t>Que é poderoso pra sarar.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B486798-9F4D-057E-ABDA-24FDDE798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Oh! Que riqueza divinal,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gozo já por fé e luz,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visão triunfal,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Mais gozarei com meu Jesus!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510 - A Riqueza Divinal </vt:lpstr>
      <vt:lpstr>Um dom real Deus despertou  Nos seus fiéis - Dom de curar!  Toda a doença Deus sarou,  E sara ainda e vai sarar;  Por Jesus, por Jesus,  Oh! Não falhou, nem vai falhar!  </vt:lpstr>
      <vt:lpstr>Oh! Que riqueza divinal,  Eu gozo já por fé e luz,  Por visão triunfal,  Mais gozarei com meu Jesus!  </vt:lpstr>
      <vt:lpstr>És cego? Crê, que tu verás, És mudo? Crê, que vais falar; És surdo?  Crê que ouvirás, És coxo?  Crê, que vais andar;  Fé em Deus, fé em Deus,  Crê que Jesus te vai curar!  </vt:lpstr>
      <vt:lpstr>Oh! Que riqueza divinal,  Eu gozo já por fé e luz,  Por visão triunfal,  Mais gozarei com meu Jesus!  </vt:lpstr>
      <vt:lpstr>De que sofreis? Dos rins, pulmões?  De febre, gripe, ou coração?  De tosse, nervos, ou lesões?  De pele, dentes, defluxão?  Sarareis, sarareis,  Pelo poder da oração!    </vt:lpstr>
      <vt:lpstr>Oh! Que riqueza divinal,  Eu gozo já por fé e luz,  Por visão triunfal,  Mais gozarei com meu Jesus!  </vt:lpstr>
      <vt:lpstr>Deixai as capas e vereis,  As maravilhas do Senhor!  Tirai a pedra e gozareis  As grandes bênçãos do amor!  Fé em Deus, Fé em Deus,  A quem rendemos o louvor!  </vt:lpstr>
      <vt:lpstr>Oh! Que riqueza divinal,  Eu gozo já por fé e luz,  Por visão triunfal,  Mais gozarei com meu Jesus!  </vt:lpstr>
      <vt:lpstr>Quando a doença a nós vem ter,  Em Deus devemos confiar,  Pois Jesus Cristo tem poder,  Pra num momento nos curar;  Glória a Deus, glória a Deus.  Que é poderoso pra sarar.</vt:lpstr>
      <vt:lpstr>Oh! Que riqueza divinal,  Eu gozo já por fé e luz,  Por visão triunfal,  Mais gozarei com meu Jesus!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510 - A Riqueza Divinal </dc:title>
  <dc:creator>Junior</dc:creator>
  <cp:lastModifiedBy>Emerson Souza</cp:lastModifiedBy>
  <cp:revision>1</cp:revision>
  <dcterms:created xsi:type="dcterms:W3CDTF">2005-12-24T14:38:42Z</dcterms:created>
  <dcterms:modified xsi:type="dcterms:W3CDTF">2026-05-02T22:19:38Z</dcterms:modified>
</cp:coreProperties>
</file>