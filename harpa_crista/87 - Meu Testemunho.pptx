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7" r:id="rId12"/>
    <p:sldId id="263" r:id="rId13"/>
    <p:sldId id="268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>
            <a:extLst>
              <a:ext uri="{FF2B5EF4-FFF2-40B4-BE49-F238E27FC236}">
                <a16:creationId xmlns:a16="http://schemas.microsoft.com/office/drawing/2014/main" id="{C5DEACD1-E54B-358E-76BB-0D2798E0F121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2531" name="Freeform 3">
              <a:extLst>
                <a:ext uri="{FF2B5EF4-FFF2-40B4-BE49-F238E27FC236}">
                  <a16:creationId xmlns:a16="http://schemas.microsoft.com/office/drawing/2014/main" id="{30FA4146-F2E8-B18C-A433-CE8EF326DF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2532" name="Group 4">
              <a:extLst>
                <a:ext uri="{FF2B5EF4-FFF2-40B4-BE49-F238E27FC236}">
                  <a16:creationId xmlns:a16="http://schemas.microsoft.com/office/drawing/2014/main" id="{45829835-FC39-B74E-0098-8A4ADD42241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2533" name="Oval 5">
                <a:extLst>
                  <a:ext uri="{FF2B5EF4-FFF2-40B4-BE49-F238E27FC236}">
                    <a16:creationId xmlns:a16="http://schemas.microsoft.com/office/drawing/2014/main" id="{30C9B739-AB9D-A0B4-24E1-867D8FAE41E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4" name="Oval 6">
                <a:extLst>
                  <a:ext uri="{FF2B5EF4-FFF2-40B4-BE49-F238E27FC236}">
                    <a16:creationId xmlns:a16="http://schemas.microsoft.com/office/drawing/2014/main" id="{16D070E9-995B-AAFF-B0EB-9CC89F7E094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5" name="Oval 7">
                <a:extLst>
                  <a:ext uri="{FF2B5EF4-FFF2-40B4-BE49-F238E27FC236}">
                    <a16:creationId xmlns:a16="http://schemas.microsoft.com/office/drawing/2014/main" id="{4FD02928-A023-6120-5827-2B9435C6624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6" name="Oval 8">
                <a:extLst>
                  <a:ext uri="{FF2B5EF4-FFF2-40B4-BE49-F238E27FC236}">
                    <a16:creationId xmlns:a16="http://schemas.microsoft.com/office/drawing/2014/main" id="{C3533CB5-160F-7D9E-D1F4-56275C7D024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7" name="Oval 9">
                <a:extLst>
                  <a:ext uri="{FF2B5EF4-FFF2-40B4-BE49-F238E27FC236}">
                    <a16:creationId xmlns:a16="http://schemas.microsoft.com/office/drawing/2014/main" id="{EF8F19E8-465C-A871-A406-C92F5B70CED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8" name="Freeform 10">
                <a:extLst>
                  <a:ext uri="{FF2B5EF4-FFF2-40B4-BE49-F238E27FC236}">
                    <a16:creationId xmlns:a16="http://schemas.microsoft.com/office/drawing/2014/main" id="{DD4ECBBF-0732-41BA-7D81-9027A8D0CEB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9" name="Freeform 11">
                <a:extLst>
                  <a:ext uri="{FF2B5EF4-FFF2-40B4-BE49-F238E27FC236}">
                    <a16:creationId xmlns:a16="http://schemas.microsoft.com/office/drawing/2014/main" id="{2CD725F7-2D86-0E07-8D4C-003BCAE2277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0" name="Freeform 12">
                <a:extLst>
                  <a:ext uri="{FF2B5EF4-FFF2-40B4-BE49-F238E27FC236}">
                    <a16:creationId xmlns:a16="http://schemas.microsoft.com/office/drawing/2014/main" id="{99E78C4D-A235-54BB-74DC-686F24FAA28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1" name="Freeform 13">
                <a:extLst>
                  <a:ext uri="{FF2B5EF4-FFF2-40B4-BE49-F238E27FC236}">
                    <a16:creationId xmlns:a16="http://schemas.microsoft.com/office/drawing/2014/main" id="{DA3CD19E-29F8-F6DA-2496-2054B0112F1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2" name="Freeform 14">
                <a:extLst>
                  <a:ext uri="{FF2B5EF4-FFF2-40B4-BE49-F238E27FC236}">
                    <a16:creationId xmlns:a16="http://schemas.microsoft.com/office/drawing/2014/main" id="{16B215C8-48EB-64C6-503E-5DDEF2482F2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3" name="Oval 15">
                <a:extLst>
                  <a:ext uri="{FF2B5EF4-FFF2-40B4-BE49-F238E27FC236}">
                    <a16:creationId xmlns:a16="http://schemas.microsoft.com/office/drawing/2014/main" id="{3616636D-7D1B-A8C3-8B38-14C0E7C49DA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2544" name="Group 16">
              <a:extLst>
                <a:ext uri="{FF2B5EF4-FFF2-40B4-BE49-F238E27FC236}">
                  <a16:creationId xmlns:a16="http://schemas.microsoft.com/office/drawing/2014/main" id="{6DD6C432-C98C-1BB4-16B0-143BB65F84C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2545" name="Oval 17">
                <a:extLst>
                  <a:ext uri="{FF2B5EF4-FFF2-40B4-BE49-F238E27FC236}">
                    <a16:creationId xmlns:a16="http://schemas.microsoft.com/office/drawing/2014/main" id="{0E096D42-573A-8B8D-CEF5-9F5C201B19B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6" name="Oval 18">
                <a:extLst>
                  <a:ext uri="{FF2B5EF4-FFF2-40B4-BE49-F238E27FC236}">
                    <a16:creationId xmlns:a16="http://schemas.microsoft.com/office/drawing/2014/main" id="{09406885-16A5-9757-9BCA-9774AAEF363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7" name="Oval 19">
                <a:extLst>
                  <a:ext uri="{FF2B5EF4-FFF2-40B4-BE49-F238E27FC236}">
                    <a16:creationId xmlns:a16="http://schemas.microsoft.com/office/drawing/2014/main" id="{CD4BB920-DC8C-7680-BFB6-BB806832EE9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8" name="Oval 20">
                <a:extLst>
                  <a:ext uri="{FF2B5EF4-FFF2-40B4-BE49-F238E27FC236}">
                    <a16:creationId xmlns:a16="http://schemas.microsoft.com/office/drawing/2014/main" id="{598C98C8-4825-3EA4-1640-85A62FFFD65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9" name="Oval 21">
                <a:extLst>
                  <a:ext uri="{FF2B5EF4-FFF2-40B4-BE49-F238E27FC236}">
                    <a16:creationId xmlns:a16="http://schemas.microsoft.com/office/drawing/2014/main" id="{9B2CDD88-E185-D457-E25D-C2AFB3CE10F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0" name="Oval 22">
                <a:extLst>
                  <a:ext uri="{FF2B5EF4-FFF2-40B4-BE49-F238E27FC236}">
                    <a16:creationId xmlns:a16="http://schemas.microsoft.com/office/drawing/2014/main" id="{8F961732-0089-4154-6D88-97B8B27B350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1" name="Oval 23">
                <a:extLst>
                  <a:ext uri="{FF2B5EF4-FFF2-40B4-BE49-F238E27FC236}">
                    <a16:creationId xmlns:a16="http://schemas.microsoft.com/office/drawing/2014/main" id="{4DF68677-3630-2148-CC1A-0EDA5C4E37E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2" name="Oval 24">
                <a:extLst>
                  <a:ext uri="{FF2B5EF4-FFF2-40B4-BE49-F238E27FC236}">
                    <a16:creationId xmlns:a16="http://schemas.microsoft.com/office/drawing/2014/main" id="{F55B0CBF-B668-013F-3C37-F7E46FFF1F9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3" name="Freeform 25">
                <a:extLst>
                  <a:ext uri="{FF2B5EF4-FFF2-40B4-BE49-F238E27FC236}">
                    <a16:creationId xmlns:a16="http://schemas.microsoft.com/office/drawing/2014/main" id="{BC2B30CE-C772-E516-081B-618CE4AB9C7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4" name="Freeform 26">
                <a:extLst>
                  <a:ext uri="{FF2B5EF4-FFF2-40B4-BE49-F238E27FC236}">
                    <a16:creationId xmlns:a16="http://schemas.microsoft.com/office/drawing/2014/main" id="{07561A2B-EA68-36C5-7B80-AE827A070DD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5" name="Freeform 27">
                <a:extLst>
                  <a:ext uri="{FF2B5EF4-FFF2-40B4-BE49-F238E27FC236}">
                    <a16:creationId xmlns:a16="http://schemas.microsoft.com/office/drawing/2014/main" id="{3AD74BD0-4C82-D7C2-ED78-1C2030AA523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6" name="Freeform 28">
                <a:extLst>
                  <a:ext uri="{FF2B5EF4-FFF2-40B4-BE49-F238E27FC236}">
                    <a16:creationId xmlns:a16="http://schemas.microsoft.com/office/drawing/2014/main" id="{21252ACD-4E55-E357-ED28-13641FD1680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7" name="Freeform 29">
                <a:extLst>
                  <a:ext uri="{FF2B5EF4-FFF2-40B4-BE49-F238E27FC236}">
                    <a16:creationId xmlns:a16="http://schemas.microsoft.com/office/drawing/2014/main" id="{D7909E56-9A0F-F4CA-654F-C22D18454B4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8" name="Freeform 30">
                <a:extLst>
                  <a:ext uri="{FF2B5EF4-FFF2-40B4-BE49-F238E27FC236}">
                    <a16:creationId xmlns:a16="http://schemas.microsoft.com/office/drawing/2014/main" id="{0A738107-2B00-9DA6-1DA8-5B6FFCDE3A0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59" name="Freeform 31">
                <a:extLst>
                  <a:ext uri="{FF2B5EF4-FFF2-40B4-BE49-F238E27FC236}">
                    <a16:creationId xmlns:a16="http://schemas.microsoft.com/office/drawing/2014/main" id="{8E7F901E-A7EA-FE04-1DA8-4A7469371DA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0" name="Freeform 32">
                <a:extLst>
                  <a:ext uri="{FF2B5EF4-FFF2-40B4-BE49-F238E27FC236}">
                    <a16:creationId xmlns:a16="http://schemas.microsoft.com/office/drawing/2014/main" id="{1ED5391C-5673-977C-D8F7-03BEEB32AA3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1" name="Freeform 33">
                <a:extLst>
                  <a:ext uri="{FF2B5EF4-FFF2-40B4-BE49-F238E27FC236}">
                    <a16:creationId xmlns:a16="http://schemas.microsoft.com/office/drawing/2014/main" id="{9C175579-517C-DDD4-57F4-FCCDC9C5C61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2" name="Freeform 34">
                <a:extLst>
                  <a:ext uri="{FF2B5EF4-FFF2-40B4-BE49-F238E27FC236}">
                    <a16:creationId xmlns:a16="http://schemas.microsoft.com/office/drawing/2014/main" id="{A3B4355B-C476-CCFB-9DFE-A3A62BC871F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2563" name="Group 35">
              <a:extLst>
                <a:ext uri="{FF2B5EF4-FFF2-40B4-BE49-F238E27FC236}">
                  <a16:creationId xmlns:a16="http://schemas.microsoft.com/office/drawing/2014/main" id="{BE5E42F6-34B0-2747-6AAB-46A49D6A3F9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2564" name="Freeform 36">
                <a:extLst>
                  <a:ext uri="{FF2B5EF4-FFF2-40B4-BE49-F238E27FC236}">
                    <a16:creationId xmlns:a16="http://schemas.microsoft.com/office/drawing/2014/main" id="{3795348A-445D-F5A4-548D-785E2D54540B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5" name="Freeform 37">
                <a:extLst>
                  <a:ext uri="{FF2B5EF4-FFF2-40B4-BE49-F238E27FC236}">
                    <a16:creationId xmlns:a16="http://schemas.microsoft.com/office/drawing/2014/main" id="{E2B52DD4-6992-1D3E-1969-1B6F8BCC8B1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6" name="Freeform 38">
                <a:extLst>
                  <a:ext uri="{FF2B5EF4-FFF2-40B4-BE49-F238E27FC236}">
                    <a16:creationId xmlns:a16="http://schemas.microsoft.com/office/drawing/2014/main" id="{BFD12575-ECD6-13B0-6AB4-55A3B5F8CEA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7" name="Freeform 39">
                <a:extLst>
                  <a:ext uri="{FF2B5EF4-FFF2-40B4-BE49-F238E27FC236}">
                    <a16:creationId xmlns:a16="http://schemas.microsoft.com/office/drawing/2014/main" id="{671478FC-8C60-B5D0-3783-CB525A26C53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8" name="Freeform 40">
                <a:extLst>
                  <a:ext uri="{FF2B5EF4-FFF2-40B4-BE49-F238E27FC236}">
                    <a16:creationId xmlns:a16="http://schemas.microsoft.com/office/drawing/2014/main" id="{4A2857B8-351C-2E6C-CDEA-689FE047696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69" name="Freeform 41">
                <a:extLst>
                  <a:ext uri="{FF2B5EF4-FFF2-40B4-BE49-F238E27FC236}">
                    <a16:creationId xmlns:a16="http://schemas.microsoft.com/office/drawing/2014/main" id="{BB2F2E9F-CFD9-4523-5558-C9D8824FD26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0" name="Freeform 42">
                <a:extLst>
                  <a:ext uri="{FF2B5EF4-FFF2-40B4-BE49-F238E27FC236}">
                    <a16:creationId xmlns:a16="http://schemas.microsoft.com/office/drawing/2014/main" id="{A0ACD462-6073-2042-75F1-244ECC83EB2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1" name="Freeform 43">
                <a:extLst>
                  <a:ext uri="{FF2B5EF4-FFF2-40B4-BE49-F238E27FC236}">
                    <a16:creationId xmlns:a16="http://schemas.microsoft.com/office/drawing/2014/main" id="{52543670-F938-2260-427A-7636F60CC82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2" name="Freeform 44">
                <a:extLst>
                  <a:ext uri="{FF2B5EF4-FFF2-40B4-BE49-F238E27FC236}">
                    <a16:creationId xmlns:a16="http://schemas.microsoft.com/office/drawing/2014/main" id="{3599503D-5E20-CB33-83F4-92DF9DAE64D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3" name="Freeform 45">
                <a:extLst>
                  <a:ext uri="{FF2B5EF4-FFF2-40B4-BE49-F238E27FC236}">
                    <a16:creationId xmlns:a16="http://schemas.microsoft.com/office/drawing/2014/main" id="{7903A89C-2789-C47C-62B6-6926B259CDD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4" name="Freeform 46">
                <a:extLst>
                  <a:ext uri="{FF2B5EF4-FFF2-40B4-BE49-F238E27FC236}">
                    <a16:creationId xmlns:a16="http://schemas.microsoft.com/office/drawing/2014/main" id="{8EA9EE3A-E857-5BB7-BF61-891059B346D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5" name="Oval 47">
                <a:extLst>
                  <a:ext uri="{FF2B5EF4-FFF2-40B4-BE49-F238E27FC236}">
                    <a16:creationId xmlns:a16="http://schemas.microsoft.com/office/drawing/2014/main" id="{CC47816B-212B-6158-35C4-B197E292023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6" name="Oval 48">
                <a:extLst>
                  <a:ext uri="{FF2B5EF4-FFF2-40B4-BE49-F238E27FC236}">
                    <a16:creationId xmlns:a16="http://schemas.microsoft.com/office/drawing/2014/main" id="{6CB71D0D-5122-DC1C-16E5-F984002AECB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7" name="Oval 49">
                <a:extLst>
                  <a:ext uri="{FF2B5EF4-FFF2-40B4-BE49-F238E27FC236}">
                    <a16:creationId xmlns:a16="http://schemas.microsoft.com/office/drawing/2014/main" id="{2220B4CD-C0A8-47EC-0F05-51D8A9D6232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8" name="Oval 50">
                <a:extLst>
                  <a:ext uri="{FF2B5EF4-FFF2-40B4-BE49-F238E27FC236}">
                    <a16:creationId xmlns:a16="http://schemas.microsoft.com/office/drawing/2014/main" id="{83A2A02B-0E02-2ED8-5593-94D86FA6773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79" name="Oval 51">
                <a:extLst>
                  <a:ext uri="{FF2B5EF4-FFF2-40B4-BE49-F238E27FC236}">
                    <a16:creationId xmlns:a16="http://schemas.microsoft.com/office/drawing/2014/main" id="{0F99FD52-3C68-E5B1-E1B5-BDCAF4CA965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80" name="Oval 52">
                <a:extLst>
                  <a:ext uri="{FF2B5EF4-FFF2-40B4-BE49-F238E27FC236}">
                    <a16:creationId xmlns:a16="http://schemas.microsoft.com/office/drawing/2014/main" id="{FD60549B-0EA7-D6A3-6270-DA47FFE706C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2581" name="Group 53">
              <a:extLst>
                <a:ext uri="{FF2B5EF4-FFF2-40B4-BE49-F238E27FC236}">
                  <a16:creationId xmlns:a16="http://schemas.microsoft.com/office/drawing/2014/main" id="{78F4F491-8D8E-8196-346F-904544DCF9E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2582" name="Freeform 54">
                <a:extLst>
                  <a:ext uri="{FF2B5EF4-FFF2-40B4-BE49-F238E27FC236}">
                    <a16:creationId xmlns:a16="http://schemas.microsoft.com/office/drawing/2014/main" id="{3B4A04AE-9FCF-068D-BD2E-6EBCA4A2241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83" name="Freeform 55">
                <a:extLst>
                  <a:ext uri="{FF2B5EF4-FFF2-40B4-BE49-F238E27FC236}">
                    <a16:creationId xmlns:a16="http://schemas.microsoft.com/office/drawing/2014/main" id="{7F05A984-168C-89F1-BE09-907895A8686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84" name="Freeform 56">
                <a:extLst>
                  <a:ext uri="{FF2B5EF4-FFF2-40B4-BE49-F238E27FC236}">
                    <a16:creationId xmlns:a16="http://schemas.microsoft.com/office/drawing/2014/main" id="{ACDA26C4-9076-F17B-7904-3DEE1E6A9CB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85" name="Freeform 57">
                <a:extLst>
                  <a:ext uri="{FF2B5EF4-FFF2-40B4-BE49-F238E27FC236}">
                    <a16:creationId xmlns:a16="http://schemas.microsoft.com/office/drawing/2014/main" id="{01D4804D-DE39-4DFC-5161-F81E3B07A4A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86" name="Freeform 58">
                <a:extLst>
                  <a:ext uri="{FF2B5EF4-FFF2-40B4-BE49-F238E27FC236}">
                    <a16:creationId xmlns:a16="http://schemas.microsoft.com/office/drawing/2014/main" id="{B8BF3465-D823-6C98-BB76-ABD92D1D574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87" name="Freeform 59">
                <a:extLst>
                  <a:ext uri="{FF2B5EF4-FFF2-40B4-BE49-F238E27FC236}">
                    <a16:creationId xmlns:a16="http://schemas.microsoft.com/office/drawing/2014/main" id="{BE9ECACA-032E-351D-E9E8-85F406746E4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88" name="Freeform 60">
                <a:extLst>
                  <a:ext uri="{FF2B5EF4-FFF2-40B4-BE49-F238E27FC236}">
                    <a16:creationId xmlns:a16="http://schemas.microsoft.com/office/drawing/2014/main" id="{1B3597C3-DA57-F6FE-3442-15F81961F158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2589" name="Group 61">
                <a:extLst>
                  <a:ext uri="{FF2B5EF4-FFF2-40B4-BE49-F238E27FC236}">
                    <a16:creationId xmlns:a16="http://schemas.microsoft.com/office/drawing/2014/main" id="{414B1A5B-1C3A-BAFE-4025-7580332255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2590" name="Oval 62">
                  <a:extLst>
                    <a:ext uri="{FF2B5EF4-FFF2-40B4-BE49-F238E27FC236}">
                      <a16:creationId xmlns:a16="http://schemas.microsoft.com/office/drawing/2014/main" id="{CA3ACC4F-C26A-6894-D466-E90CF1550EB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591" name="Oval 63">
                  <a:extLst>
                    <a:ext uri="{FF2B5EF4-FFF2-40B4-BE49-F238E27FC236}">
                      <a16:creationId xmlns:a16="http://schemas.microsoft.com/office/drawing/2014/main" id="{8D6BE515-161A-AC6F-E168-95A8E41B94C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592" name="Oval 64">
                  <a:extLst>
                    <a:ext uri="{FF2B5EF4-FFF2-40B4-BE49-F238E27FC236}">
                      <a16:creationId xmlns:a16="http://schemas.microsoft.com/office/drawing/2014/main" id="{50CE3165-F34B-AECD-F9C9-171846AC238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593" name="Oval 65">
                  <a:extLst>
                    <a:ext uri="{FF2B5EF4-FFF2-40B4-BE49-F238E27FC236}">
                      <a16:creationId xmlns:a16="http://schemas.microsoft.com/office/drawing/2014/main" id="{76492E96-F025-E50A-CEF9-BFC17CA5888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2594" name="Rectangle 66">
            <a:extLst>
              <a:ext uri="{FF2B5EF4-FFF2-40B4-BE49-F238E27FC236}">
                <a16:creationId xmlns:a16="http://schemas.microsoft.com/office/drawing/2014/main" id="{B4C178D5-3713-C267-1166-DE59C911283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2595" name="Rectangle 67">
            <a:extLst>
              <a:ext uri="{FF2B5EF4-FFF2-40B4-BE49-F238E27FC236}">
                <a16:creationId xmlns:a16="http://schemas.microsoft.com/office/drawing/2014/main" id="{443EC443-B2C7-4B3F-F093-00326C9D16FA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2596" name="Rectangle 68">
            <a:extLst>
              <a:ext uri="{FF2B5EF4-FFF2-40B4-BE49-F238E27FC236}">
                <a16:creationId xmlns:a16="http://schemas.microsoft.com/office/drawing/2014/main" id="{F12630F8-E344-B158-981C-B9E4F732D175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2597" name="Rectangle 69">
            <a:extLst>
              <a:ext uri="{FF2B5EF4-FFF2-40B4-BE49-F238E27FC236}">
                <a16:creationId xmlns:a16="http://schemas.microsoft.com/office/drawing/2014/main" id="{157E9190-77E8-05E3-109B-02B37267D3B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2598" name="Rectangle 70">
            <a:extLst>
              <a:ext uri="{FF2B5EF4-FFF2-40B4-BE49-F238E27FC236}">
                <a16:creationId xmlns:a16="http://schemas.microsoft.com/office/drawing/2014/main" id="{47FB042F-8CFB-5787-ECA6-924DCF57BD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8F2BB8E-D679-417C-8C66-EB0A6E6E91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F156D-27EF-9206-D9EC-4C83189F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097D86-BB3C-4B97-9FA6-441767497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4451E3-D98D-3E5A-7782-88467246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AFB6AD-8639-ECD7-2FE8-2F719187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323EAE-BAAE-2270-7A48-F3892251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50BCE-7E95-4670-AABA-888BD0403B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80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DE660-7F58-CE40-1BD7-E048E0F5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17C8E2-C71F-444E-5079-F64301E68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5F0F04-94B8-2F05-DD95-73155AFC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8ABD15-D3BE-695B-99B2-BC81A78A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944403-FA6F-0A66-28D6-1C4AC419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3C921E-F3F1-4295-A60B-543E437C74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748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E2EE1-6E08-DC77-34C6-7AFE3A2D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E155A5-2503-75CF-F94D-DAFF67D75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2D4057-AAA1-0D99-D2F4-B0C78AF29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7CE9EA-C6D9-221C-FF34-D1C979F31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B4AAEE-0468-ED89-D667-A80C3BC2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9FF996-EFC2-042F-D1B0-1A55D074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E78A2D-9828-4C65-B9C4-971350CF85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291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9C0A6-3005-849F-9DE6-8CEEF8C0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708150-9D2D-C68A-E75F-DBC859DA9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D0656A-7B7A-8A23-468B-A94D0ECE0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894B979-886D-D4E7-3D9E-A0E3EE05A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92437EA-D6B1-7F90-F0A5-7736AEFD6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A42059-2214-ADC2-E934-3878C41E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E7AC8E-7B21-975F-A830-E209F4E5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0A3BEC-5180-0556-551F-51FC0DFC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738F44-6F09-49AE-A259-E018860B47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2981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6D403-5207-0028-91CA-0795259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DD24F5-7B29-E5D8-588E-93EEAB88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00EBD4-5421-2D5B-0DB2-2B5E619A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CC0E3D-C91B-19B6-8689-408AD779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55EB76-E2FC-4344-B047-223B1D4DB7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26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4879A4-BB38-1D55-AF2B-66F042A9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E25CE3-872B-F86B-648C-578B2125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8F7625-D5A5-698F-3DD1-F0F08484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66CAB-69A3-41C5-8C57-C2451303E5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157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47B6A-699A-F42E-C89B-1357F51B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C573C3-DC64-E14D-30DC-5E1898677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E94E9D-2627-019F-4F7A-37DDBCF00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2D458D-7901-6CC4-BEAD-78ED061A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75A773-FB49-0BF9-F306-49AF3AFD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16194D-959E-80D5-F275-4A70FD68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959D76-92F5-4268-92C7-297678DDCE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145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5C8EF-6893-8D0B-E9AB-26377466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FA6DB6-9E45-FCE8-DEB3-F125E9AC3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80CC7F-E252-2A07-B8A0-7FC525403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BB9580-A08C-7C21-3A22-697E6484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203A60-9B56-086A-EE35-6384BCE7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E81123-3F2B-B74A-47EE-82116A26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D18AD-4D47-4C4A-BC7E-05988A632A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501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C91D0-3CF5-0DA0-B8E9-15E4232E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C78E01-7460-6A49-D043-A5E5D49DA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924AF4-58EA-AC5D-9E02-FAEDB944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A6951F-CD3C-DEA7-9DAE-BF26A189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9CA5AE-9E9C-8A8E-3977-52B8698A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979D57-9A83-46F1-80B7-6C2DA8B730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859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3AACD4-795B-B0F8-F19C-19564D445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7326BF-D213-9398-CA4A-D76C5BED6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21909D-62CA-FA2E-91A4-99B29469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4AD9F-11FD-0C03-2BE9-EFB215E4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4E2329-6431-0E03-75DE-57CD2529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029488-3873-4B54-B23D-9563DA91CC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6463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reeform 2">
            <a:extLst>
              <a:ext uri="{FF2B5EF4-FFF2-40B4-BE49-F238E27FC236}">
                <a16:creationId xmlns:a16="http://schemas.microsoft.com/office/drawing/2014/main" id="{4F73B55D-D89B-294E-B76B-B6AA2E4F34C5}"/>
              </a:ext>
            </a:extLst>
          </p:cNvPr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>
              <a:gd name="T0" fmla="*/ 0 w 179"/>
              <a:gd name="T1" fmla="*/ 132 h 132"/>
              <a:gd name="T2" fmla="*/ 29 w 179"/>
              <a:gd name="T3" fmla="*/ 132 h 132"/>
              <a:gd name="T4" fmla="*/ 77 w 179"/>
              <a:gd name="T5" fmla="*/ 108 h 132"/>
              <a:gd name="T6" fmla="*/ 119 w 179"/>
              <a:gd name="T7" fmla="*/ 78 h 132"/>
              <a:gd name="T8" fmla="*/ 155 w 179"/>
              <a:gd name="T9" fmla="*/ 48 h 132"/>
              <a:gd name="T10" fmla="*/ 179 w 179"/>
              <a:gd name="T11" fmla="*/ 12 h 132"/>
              <a:gd name="T12" fmla="*/ 173 w 179"/>
              <a:gd name="T13" fmla="*/ 6 h 132"/>
              <a:gd name="T14" fmla="*/ 167 w 179"/>
              <a:gd name="T15" fmla="*/ 0 h 132"/>
              <a:gd name="T16" fmla="*/ 137 w 179"/>
              <a:gd name="T17" fmla="*/ 42 h 132"/>
              <a:gd name="T18" fmla="*/ 101 w 179"/>
              <a:gd name="T19" fmla="*/ 78 h 132"/>
              <a:gd name="T20" fmla="*/ 53 w 179"/>
              <a:gd name="T21" fmla="*/ 108 h 132"/>
              <a:gd name="T22" fmla="*/ 0 w 179"/>
              <a:gd name="T23" fmla="*/ 132 h 132"/>
              <a:gd name="T24" fmla="*/ 0 w 179"/>
              <a:gd name="T25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1507" name="Group 3">
            <a:extLst>
              <a:ext uri="{FF2B5EF4-FFF2-40B4-BE49-F238E27FC236}">
                <a16:creationId xmlns:a16="http://schemas.microsoft.com/office/drawing/2014/main" id="{F69E4928-64C5-500C-EA54-D5256E8DCC33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1508" name="Freeform 4">
              <a:extLst>
                <a:ext uri="{FF2B5EF4-FFF2-40B4-BE49-F238E27FC236}">
                  <a16:creationId xmlns:a16="http://schemas.microsoft.com/office/drawing/2014/main" id="{E086642F-1979-52BC-4011-53E47A89CF6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509" name="Group 5">
              <a:extLst>
                <a:ext uri="{FF2B5EF4-FFF2-40B4-BE49-F238E27FC236}">
                  <a16:creationId xmlns:a16="http://schemas.microsoft.com/office/drawing/2014/main" id="{C7768915-8B2E-8651-9541-6CCB1731E4F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1510" name="Oval 6">
                <a:extLst>
                  <a:ext uri="{FF2B5EF4-FFF2-40B4-BE49-F238E27FC236}">
                    <a16:creationId xmlns:a16="http://schemas.microsoft.com/office/drawing/2014/main" id="{5B376107-023B-4F1E-6845-74BD014A15F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1" name="Oval 7">
                <a:extLst>
                  <a:ext uri="{FF2B5EF4-FFF2-40B4-BE49-F238E27FC236}">
                    <a16:creationId xmlns:a16="http://schemas.microsoft.com/office/drawing/2014/main" id="{284B130C-1498-02EC-AAD1-8A0A9158D4B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2" name="Oval 8">
                <a:extLst>
                  <a:ext uri="{FF2B5EF4-FFF2-40B4-BE49-F238E27FC236}">
                    <a16:creationId xmlns:a16="http://schemas.microsoft.com/office/drawing/2014/main" id="{85CB15A0-7A68-47BB-C569-EF59FB12802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3" name="Oval 9">
                <a:extLst>
                  <a:ext uri="{FF2B5EF4-FFF2-40B4-BE49-F238E27FC236}">
                    <a16:creationId xmlns:a16="http://schemas.microsoft.com/office/drawing/2014/main" id="{09C7D065-011D-D1C6-8890-4B75629D0DF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4" name="Oval 10">
                <a:extLst>
                  <a:ext uri="{FF2B5EF4-FFF2-40B4-BE49-F238E27FC236}">
                    <a16:creationId xmlns:a16="http://schemas.microsoft.com/office/drawing/2014/main" id="{402B64D4-7CEE-806D-BD86-72AE64B7751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5" name="Freeform 11">
                <a:extLst>
                  <a:ext uri="{FF2B5EF4-FFF2-40B4-BE49-F238E27FC236}">
                    <a16:creationId xmlns:a16="http://schemas.microsoft.com/office/drawing/2014/main" id="{530AED14-F673-EE93-780F-F89314C150A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6" name="Freeform 12">
                <a:extLst>
                  <a:ext uri="{FF2B5EF4-FFF2-40B4-BE49-F238E27FC236}">
                    <a16:creationId xmlns:a16="http://schemas.microsoft.com/office/drawing/2014/main" id="{DCF34C1E-9101-A738-F494-839D5E1C6DD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7" name="Freeform 13">
                <a:extLst>
                  <a:ext uri="{FF2B5EF4-FFF2-40B4-BE49-F238E27FC236}">
                    <a16:creationId xmlns:a16="http://schemas.microsoft.com/office/drawing/2014/main" id="{44EB534D-55F0-CA23-08B6-7EED147501B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8" name="Freeform 14">
                <a:extLst>
                  <a:ext uri="{FF2B5EF4-FFF2-40B4-BE49-F238E27FC236}">
                    <a16:creationId xmlns:a16="http://schemas.microsoft.com/office/drawing/2014/main" id="{63F2A63D-306E-2427-0D7E-73F4E0B6CA5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9" name="Freeform 15">
                <a:extLst>
                  <a:ext uri="{FF2B5EF4-FFF2-40B4-BE49-F238E27FC236}">
                    <a16:creationId xmlns:a16="http://schemas.microsoft.com/office/drawing/2014/main" id="{8FC79320-40B1-B743-9A67-395E74B2EB2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0" name="Oval 16">
                <a:extLst>
                  <a:ext uri="{FF2B5EF4-FFF2-40B4-BE49-F238E27FC236}">
                    <a16:creationId xmlns:a16="http://schemas.microsoft.com/office/drawing/2014/main" id="{E7466ACD-E329-0331-E004-5EE0E929373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21" name="Group 17">
              <a:extLst>
                <a:ext uri="{FF2B5EF4-FFF2-40B4-BE49-F238E27FC236}">
                  <a16:creationId xmlns:a16="http://schemas.microsoft.com/office/drawing/2014/main" id="{E30F0F9A-7DB5-8FD9-7964-A3F9B8FF97B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1522" name="Oval 18">
                <a:extLst>
                  <a:ext uri="{FF2B5EF4-FFF2-40B4-BE49-F238E27FC236}">
                    <a16:creationId xmlns:a16="http://schemas.microsoft.com/office/drawing/2014/main" id="{F596E605-9B36-AAF6-F038-C7822BDF51A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3" name="Oval 19">
                <a:extLst>
                  <a:ext uri="{FF2B5EF4-FFF2-40B4-BE49-F238E27FC236}">
                    <a16:creationId xmlns:a16="http://schemas.microsoft.com/office/drawing/2014/main" id="{FC64E88C-DED3-7E54-8AFA-E3147F84821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4" name="Oval 20">
                <a:extLst>
                  <a:ext uri="{FF2B5EF4-FFF2-40B4-BE49-F238E27FC236}">
                    <a16:creationId xmlns:a16="http://schemas.microsoft.com/office/drawing/2014/main" id="{16E86393-4548-3B7D-8F6F-E9EB709BE56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5" name="Oval 21">
                <a:extLst>
                  <a:ext uri="{FF2B5EF4-FFF2-40B4-BE49-F238E27FC236}">
                    <a16:creationId xmlns:a16="http://schemas.microsoft.com/office/drawing/2014/main" id="{34387FC2-8101-C347-98CC-14AA3221CDF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6" name="Oval 22">
                <a:extLst>
                  <a:ext uri="{FF2B5EF4-FFF2-40B4-BE49-F238E27FC236}">
                    <a16:creationId xmlns:a16="http://schemas.microsoft.com/office/drawing/2014/main" id="{A2903536-071A-AD0E-37A1-2746AF696AC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7" name="Oval 23">
                <a:extLst>
                  <a:ext uri="{FF2B5EF4-FFF2-40B4-BE49-F238E27FC236}">
                    <a16:creationId xmlns:a16="http://schemas.microsoft.com/office/drawing/2014/main" id="{E825DA84-35E5-940F-5E5F-6B0A64E78D8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8" name="Oval 24">
                <a:extLst>
                  <a:ext uri="{FF2B5EF4-FFF2-40B4-BE49-F238E27FC236}">
                    <a16:creationId xmlns:a16="http://schemas.microsoft.com/office/drawing/2014/main" id="{EA935C54-C1CD-3B8E-C263-50CCB7AB5D8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9" name="Oval 25">
                <a:extLst>
                  <a:ext uri="{FF2B5EF4-FFF2-40B4-BE49-F238E27FC236}">
                    <a16:creationId xmlns:a16="http://schemas.microsoft.com/office/drawing/2014/main" id="{87416008-4273-FAA3-E2E8-41597FE2D3A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0" name="Freeform 26">
                <a:extLst>
                  <a:ext uri="{FF2B5EF4-FFF2-40B4-BE49-F238E27FC236}">
                    <a16:creationId xmlns:a16="http://schemas.microsoft.com/office/drawing/2014/main" id="{BA84F78B-62F7-3B5E-1FB8-C84511FDB9E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1" name="Freeform 27">
                <a:extLst>
                  <a:ext uri="{FF2B5EF4-FFF2-40B4-BE49-F238E27FC236}">
                    <a16:creationId xmlns:a16="http://schemas.microsoft.com/office/drawing/2014/main" id="{16694109-A0D8-68D8-5E7F-A81BC6337B4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2" name="Freeform 28">
                <a:extLst>
                  <a:ext uri="{FF2B5EF4-FFF2-40B4-BE49-F238E27FC236}">
                    <a16:creationId xmlns:a16="http://schemas.microsoft.com/office/drawing/2014/main" id="{CC4CC5D2-BB7A-DD3F-25FF-C78F8F13E11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3" name="Freeform 29">
                <a:extLst>
                  <a:ext uri="{FF2B5EF4-FFF2-40B4-BE49-F238E27FC236}">
                    <a16:creationId xmlns:a16="http://schemas.microsoft.com/office/drawing/2014/main" id="{EF892CD3-9D4B-9190-066D-C14F1649E5B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4" name="Freeform 30">
                <a:extLst>
                  <a:ext uri="{FF2B5EF4-FFF2-40B4-BE49-F238E27FC236}">
                    <a16:creationId xmlns:a16="http://schemas.microsoft.com/office/drawing/2014/main" id="{6E33A996-5E13-F349-CE2B-3D367B59906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5" name="Freeform 31">
                <a:extLst>
                  <a:ext uri="{FF2B5EF4-FFF2-40B4-BE49-F238E27FC236}">
                    <a16:creationId xmlns:a16="http://schemas.microsoft.com/office/drawing/2014/main" id="{E061597B-2C14-FE7D-BF30-12740F4DBEF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6" name="Freeform 32">
                <a:extLst>
                  <a:ext uri="{FF2B5EF4-FFF2-40B4-BE49-F238E27FC236}">
                    <a16:creationId xmlns:a16="http://schemas.microsoft.com/office/drawing/2014/main" id="{04626DE0-B47B-2A40-819E-D0D4F4A726A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7" name="Freeform 33">
                <a:extLst>
                  <a:ext uri="{FF2B5EF4-FFF2-40B4-BE49-F238E27FC236}">
                    <a16:creationId xmlns:a16="http://schemas.microsoft.com/office/drawing/2014/main" id="{6C2A0793-C0CF-91DD-5129-075AB2E0F1B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8" name="Freeform 34">
                <a:extLst>
                  <a:ext uri="{FF2B5EF4-FFF2-40B4-BE49-F238E27FC236}">
                    <a16:creationId xmlns:a16="http://schemas.microsoft.com/office/drawing/2014/main" id="{E087873A-0112-CDA9-2A2B-9707B7BF72B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9" name="Freeform 35">
                <a:extLst>
                  <a:ext uri="{FF2B5EF4-FFF2-40B4-BE49-F238E27FC236}">
                    <a16:creationId xmlns:a16="http://schemas.microsoft.com/office/drawing/2014/main" id="{EE8915D4-2799-8DFF-E06D-BA3722675D3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40" name="Group 36">
              <a:extLst>
                <a:ext uri="{FF2B5EF4-FFF2-40B4-BE49-F238E27FC236}">
                  <a16:creationId xmlns:a16="http://schemas.microsoft.com/office/drawing/2014/main" id="{2D82504C-CE0F-05FC-3A54-9956C865C33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1541" name="Freeform 37">
                <a:extLst>
                  <a:ext uri="{FF2B5EF4-FFF2-40B4-BE49-F238E27FC236}">
                    <a16:creationId xmlns:a16="http://schemas.microsoft.com/office/drawing/2014/main" id="{4733EE10-082F-872C-3818-EEAF275F595D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2" name="Freeform 38">
                <a:extLst>
                  <a:ext uri="{FF2B5EF4-FFF2-40B4-BE49-F238E27FC236}">
                    <a16:creationId xmlns:a16="http://schemas.microsoft.com/office/drawing/2014/main" id="{3E08813F-8F81-BBAD-3171-4A8D58DC5DB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3" name="Freeform 39">
                <a:extLst>
                  <a:ext uri="{FF2B5EF4-FFF2-40B4-BE49-F238E27FC236}">
                    <a16:creationId xmlns:a16="http://schemas.microsoft.com/office/drawing/2014/main" id="{229949F1-2483-14C4-8626-C7D110161E5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4" name="Freeform 40">
                <a:extLst>
                  <a:ext uri="{FF2B5EF4-FFF2-40B4-BE49-F238E27FC236}">
                    <a16:creationId xmlns:a16="http://schemas.microsoft.com/office/drawing/2014/main" id="{2C688024-C606-373D-DF63-8EF5861ECB2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5" name="Freeform 41">
                <a:extLst>
                  <a:ext uri="{FF2B5EF4-FFF2-40B4-BE49-F238E27FC236}">
                    <a16:creationId xmlns:a16="http://schemas.microsoft.com/office/drawing/2014/main" id="{3C166504-7936-4706-9BAE-8F9ADB48D00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6" name="Freeform 42">
                <a:extLst>
                  <a:ext uri="{FF2B5EF4-FFF2-40B4-BE49-F238E27FC236}">
                    <a16:creationId xmlns:a16="http://schemas.microsoft.com/office/drawing/2014/main" id="{FC165111-996E-3010-BC3C-328A331CD6F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7" name="Freeform 43">
                <a:extLst>
                  <a:ext uri="{FF2B5EF4-FFF2-40B4-BE49-F238E27FC236}">
                    <a16:creationId xmlns:a16="http://schemas.microsoft.com/office/drawing/2014/main" id="{F98F0BFD-6703-2CFB-3DF7-5102423C258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8" name="Freeform 44">
                <a:extLst>
                  <a:ext uri="{FF2B5EF4-FFF2-40B4-BE49-F238E27FC236}">
                    <a16:creationId xmlns:a16="http://schemas.microsoft.com/office/drawing/2014/main" id="{615D164C-06ED-9116-54F0-50AEBA4DA59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9" name="Freeform 45">
                <a:extLst>
                  <a:ext uri="{FF2B5EF4-FFF2-40B4-BE49-F238E27FC236}">
                    <a16:creationId xmlns:a16="http://schemas.microsoft.com/office/drawing/2014/main" id="{FFDD92E5-1639-D534-879B-52384F0A62E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0" name="Freeform 46">
                <a:extLst>
                  <a:ext uri="{FF2B5EF4-FFF2-40B4-BE49-F238E27FC236}">
                    <a16:creationId xmlns:a16="http://schemas.microsoft.com/office/drawing/2014/main" id="{3F15EBDB-64C4-BED4-8B2A-2BA5CC14ED8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1" name="Freeform 47">
                <a:extLst>
                  <a:ext uri="{FF2B5EF4-FFF2-40B4-BE49-F238E27FC236}">
                    <a16:creationId xmlns:a16="http://schemas.microsoft.com/office/drawing/2014/main" id="{FE770F8B-3FFA-2499-370E-D438D8EFD63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2" name="Oval 48">
                <a:extLst>
                  <a:ext uri="{FF2B5EF4-FFF2-40B4-BE49-F238E27FC236}">
                    <a16:creationId xmlns:a16="http://schemas.microsoft.com/office/drawing/2014/main" id="{54E86378-CCF3-1C9B-3799-552D8B62972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3" name="Oval 49">
                <a:extLst>
                  <a:ext uri="{FF2B5EF4-FFF2-40B4-BE49-F238E27FC236}">
                    <a16:creationId xmlns:a16="http://schemas.microsoft.com/office/drawing/2014/main" id="{547B6819-5557-C39C-A521-AE6632F606A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4" name="Oval 50">
                <a:extLst>
                  <a:ext uri="{FF2B5EF4-FFF2-40B4-BE49-F238E27FC236}">
                    <a16:creationId xmlns:a16="http://schemas.microsoft.com/office/drawing/2014/main" id="{E5D71CE2-4C68-0385-C555-C4F25BD16ED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5" name="Oval 51">
                <a:extLst>
                  <a:ext uri="{FF2B5EF4-FFF2-40B4-BE49-F238E27FC236}">
                    <a16:creationId xmlns:a16="http://schemas.microsoft.com/office/drawing/2014/main" id="{B02A507A-D8E4-9E70-A16F-D5D3400B4F3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6" name="Oval 52">
                <a:extLst>
                  <a:ext uri="{FF2B5EF4-FFF2-40B4-BE49-F238E27FC236}">
                    <a16:creationId xmlns:a16="http://schemas.microsoft.com/office/drawing/2014/main" id="{A8039F60-CD6B-5A9F-FF01-70F2C2AD8E8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7" name="Oval 53">
                <a:extLst>
                  <a:ext uri="{FF2B5EF4-FFF2-40B4-BE49-F238E27FC236}">
                    <a16:creationId xmlns:a16="http://schemas.microsoft.com/office/drawing/2014/main" id="{C6F17A9E-3181-5A51-C29F-BD9DFFE0D23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58" name="Group 54">
              <a:extLst>
                <a:ext uri="{FF2B5EF4-FFF2-40B4-BE49-F238E27FC236}">
                  <a16:creationId xmlns:a16="http://schemas.microsoft.com/office/drawing/2014/main" id="{F25AF82F-4621-8BF3-BAD3-A52E596E05D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1559" name="Freeform 55">
                <a:extLst>
                  <a:ext uri="{FF2B5EF4-FFF2-40B4-BE49-F238E27FC236}">
                    <a16:creationId xmlns:a16="http://schemas.microsoft.com/office/drawing/2014/main" id="{FDB5AA3A-EA1E-0106-13D4-98ECD7963F8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0" name="Freeform 56">
                <a:extLst>
                  <a:ext uri="{FF2B5EF4-FFF2-40B4-BE49-F238E27FC236}">
                    <a16:creationId xmlns:a16="http://schemas.microsoft.com/office/drawing/2014/main" id="{A3EAA8B5-657C-BF57-00AD-48DD46067D2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1" name="Freeform 57">
                <a:extLst>
                  <a:ext uri="{FF2B5EF4-FFF2-40B4-BE49-F238E27FC236}">
                    <a16:creationId xmlns:a16="http://schemas.microsoft.com/office/drawing/2014/main" id="{B9AF3CAA-6DE2-635C-7B0C-3FAAF39802A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2" name="Freeform 58">
                <a:extLst>
                  <a:ext uri="{FF2B5EF4-FFF2-40B4-BE49-F238E27FC236}">
                    <a16:creationId xmlns:a16="http://schemas.microsoft.com/office/drawing/2014/main" id="{8BE1A389-59C2-4A9E-82FE-18F5A33857A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3" name="Freeform 59">
                <a:extLst>
                  <a:ext uri="{FF2B5EF4-FFF2-40B4-BE49-F238E27FC236}">
                    <a16:creationId xmlns:a16="http://schemas.microsoft.com/office/drawing/2014/main" id="{4CA2050C-9115-B685-2B1D-117702EE37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4" name="Freeform 60">
                <a:extLst>
                  <a:ext uri="{FF2B5EF4-FFF2-40B4-BE49-F238E27FC236}">
                    <a16:creationId xmlns:a16="http://schemas.microsoft.com/office/drawing/2014/main" id="{AC0AA1FD-8257-635C-1F2F-6EC8B7A2FA9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5" name="Freeform 61">
                <a:extLst>
                  <a:ext uri="{FF2B5EF4-FFF2-40B4-BE49-F238E27FC236}">
                    <a16:creationId xmlns:a16="http://schemas.microsoft.com/office/drawing/2014/main" id="{ABCB9ECC-B8EF-6B37-0856-15851703E02B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566" name="Group 62">
                <a:extLst>
                  <a:ext uri="{FF2B5EF4-FFF2-40B4-BE49-F238E27FC236}">
                    <a16:creationId xmlns:a16="http://schemas.microsoft.com/office/drawing/2014/main" id="{A10B7191-AA46-5EA7-5797-A9E52B8865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1567" name="Oval 63">
                  <a:extLst>
                    <a:ext uri="{FF2B5EF4-FFF2-40B4-BE49-F238E27FC236}">
                      <a16:creationId xmlns:a16="http://schemas.microsoft.com/office/drawing/2014/main" id="{CDE95518-9B72-AED4-4EA9-38C1B71C1A6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68" name="Oval 64">
                  <a:extLst>
                    <a:ext uri="{FF2B5EF4-FFF2-40B4-BE49-F238E27FC236}">
                      <a16:creationId xmlns:a16="http://schemas.microsoft.com/office/drawing/2014/main" id="{202EF812-7B70-F5AD-0FEF-7987331999D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69" name="Oval 65">
                  <a:extLst>
                    <a:ext uri="{FF2B5EF4-FFF2-40B4-BE49-F238E27FC236}">
                      <a16:creationId xmlns:a16="http://schemas.microsoft.com/office/drawing/2014/main" id="{2EBD962B-BC62-BFCE-2CF6-1C8FE4BFE13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70" name="Oval 66">
                  <a:extLst>
                    <a:ext uri="{FF2B5EF4-FFF2-40B4-BE49-F238E27FC236}">
                      <a16:creationId xmlns:a16="http://schemas.microsoft.com/office/drawing/2014/main" id="{3A236D2D-D50E-04BE-4DBF-B1CA0AF9043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1571" name="Rectangle 67">
            <a:extLst>
              <a:ext uri="{FF2B5EF4-FFF2-40B4-BE49-F238E27FC236}">
                <a16:creationId xmlns:a16="http://schemas.microsoft.com/office/drawing/2014/main" id="{8335D4CA-0DFC-12B3-5CC5-FB74D1B69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1572" name="Rectangle 68">
            <a:extLst>
              <a:ext uri="{FF2B5EF4-FFF2-40B4-BE49-F238E27FC236}">
                <a16:creationId xmlns:a16="http://schemas.microsoft.com/office/drawing/2014/main" id="{89ECDD43-0E8F-2CB0-4766-B69C436E0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1573" name="Rectangle 69">
            <a:extLst>
              <a:ext uri="{FF2B5EF4-FFF2-40B4-BE49-F238E27FC236}">
                <a16:creationId xmlns:a16="http://schemas.microsoft.com/office/drawing/2014/main" id="{F9CB21E6-00F1-F39F-58CE-A439B2D19B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1574" name="Rectangle 70">
            <a:extLst>
              <a:ext uri="{FF2B5EF4-FFF2-40B4-BE49-F238E27FC236}">
                <a16:creationId xmlns:a16="http://schemas.microsoft.com/office/drawing/2014/main" id="{2F2DD0B6-BA2B-BE60-5BBC-51A80A0C1E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1575" name="Rectangle 71">
            <a:extLst>
              <a:ext uri="{FF2B5EF4-FFF2-40B4-BE49-F238E27FC236}">
                <a16:creationId xmlns:a16="http://schemas.microsoft.com/office/drawing/2014/main" id="{CDA62A96-6AF7-5DD6-8E35-8EDC2A9A09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29472AD9-64AF-4887-B64F-4446F7BB3DB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Ø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anose="05000000000000000000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0ACCBC1-2600-FAF3-4F00-9F5BDF2C3D1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00113" y="1844675"/>
            <a:ext cx="7486650" cy="2259013"/>
          </a:xfrm>
        </p:spPr>
        <p:txBody>
          <a:bodyPr/>
          <a:lstStyle/>
          <a:p>
            <a:r>
              <a:rPr lang="en-US" altLang="pt-BR" sz="4400" b="1"/>
              <a:t>87</a:t>
            </a:r>
            <a:br>
              <a:rPr lang="en-US" altLang="pt-BR" sz="4400" b="1">
                <a:solidFill>
                  <a:schemeClr val="tx1"/>
                </a:solidFill>
              </a:rPr>
            </a:br>
            <a:r>
              <a:rPr lang="en-US" altLang="pt-BR" sz="4400" b="1"/>
              <a:t>MEU TESTEMUNHO</a:t>
            </a:r>
            <a:br>
              <a:rPr lang="en-US" altLang="pt-BR" sz="4400" b="1"/>
            </a:b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5ED10A8-FBA8-6E5B-C7DE-842C73368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3946525"/>
          </a:xfrm>
          <a:noFill/>
          <a:ln/>
        </p:spPr>
        <p:txBody>
          <a:bodyPr anchorCtr="0"/>
          <a:lstStyle/>
          <a:p>
            <a:r>
              <a:rPr lang="en-US" altLang="pt-BR"/>
              <a:t>Justificado estou;</a:t>
            </a:r>
            <a:br>
              <a:rPr lang="en-US" altLang="pt-BR"/>
            </a:br>
            <a:r>
              <a:rPr lang="en-US" altLang="pt-BR"/>
              <a:t>Cristo Jesus me livrou;</a:t>
            </a:r>
            <a:br>
              <a:rPr lang="en-US" altLang="pt-BR"/>
            </a:br>
            <a:r>
              <a:rPr lang="en-US" altLang="pt-BR"/>
              <a:t>Ele é meu Mediador,</a:t>
            </a:r>
            <a:br>
              <a:rPr lang="en-US" altLang="pt-BR"/>
            </a:br>
            <a:r>
              <a:rPr lang="en-US" altLang="pt-BR"/>
              <a:t>Também, meu bom Salvador.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1C135882-6B42-CA5C-FC2F-674C0A34B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9144000" cy="3889375"/>
          </a:xfrm>
          <a:noFill/>
          <a:ln/>
        </p:spPr>
        <p:txBody>
          <a:bodyPr anchorCtr="0"/>
          <a:lstStyle/>
          <a:p>
            <a:r>
              <a:rPr lang="en-US" altLang="pt-BR" b="1" i="1"/>
              <a:t>Jesus, sou Teu, e Tu és meu; </a:t>
            </a:r>
            <a:br>
              <a:rPr lang="en-US" altLang="pt-BR" b="1" i="1"/>
            </a:br>
            <a:r>
              <a:rPr lang="en-US" altLang="pt-BR" b="1" i="1"/>
              <a:t>Me guiarás para o céu;</a:t>
            </a:r>
            <a:br>
              <a:rPr lang="en-US" altLang="pt-BR" b="1" i="1"/>
            </a:br>
            <a:r>
              <a:rPr lang="en-US" altLang="pt-BR" b="1" i="1"/>
              <a:t>Com graça e paz me satisfaz Cristo, meu Mestre veraz.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A0D5FE97-1CC2-CB81-E2A5-09432886C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4032250"/>
          </a:xfrm>
          <a:noFill/>
          <a:ln/>
        </p:spPr>
        <p:txBody>
          <a:bodyPr anchorCtr="0"/>
          <a:lstStyle/>
          <a:p>
            <a:r>
              <a:rPr lang="en-US" altLang="pt-BR"/>
              <a:t>Santificado fiquei, </a:t>
            </a:r>
            <a:br>
              <a:rPr lang="en-US" altLang="pt-BR"/>
            </a:br>
            <a:r>
              <a:rPr lang="en-US" altLang="pt-BR"/>
              <a:t>Quando a Ele roguei; </a:t>
            </a:r>
            <a:br>
              <a:rPr lang="en-US" altLang="pt-BR"/>
            </a:br>
            <a:r>
              <a:rPr lang="en-US" altLang="pt-BR"/>
              <a:t>Ele me disse: tomai; </a:t>
            </a:r>
            <a:br>
              <a:rPr lang="en-US" altLang="pt-BR"/>
            </a:br>
            <a:r>
              <a:rPr lang="en-US" altLang="pt-BR"/>
              <a:t>De minha graça usai.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8ABF150A-9696-A857-D18E-D66913720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4537075"/>
          </a:xfrm>
          <a:noFill/>
          <a:ln/>
        </p:spPr>
        <p:txBody>
          <a:bodyPr anchorCtr="0"/>
          <a:lstStyle/>
          <a:p>
            <a:r>
              <a:rPr lang="en-US" altLang="pt-BR" b="1" i="1"/>
              <a:t>Jesus, sou Teu, e Tu és meu; </a:t>
            </a:r>
            <a:br>
              <a:rPr lang="en-US" altLang="pt-BR" b="1" i="1"/>
            </a:br>
            <a:r>
              <a:rPr lang="en-US" altLang="pt-BR" b="1" i="1"/>
              <a:t>Me guiarás para o céu;</a:t>
            </a:r>
            <a:br>
              <a:rPr lang="en-US" altLang="pt-BR" b="1" i="1"/>
            </a:br>
            <a:r>
              <a:rPr lang="en-US" altLang="pt-BR" b="1" i="1"/>
              <a:t>Com graça e paz me satisfaz Cristo, meu Mestre veraz.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B1FEC644-5D2B-B8DD-A8C1-D75CD85B9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8964613" cy="4392613"/>
          </a:xfrm>
          <a:noFill/>
          <a:ln/>
        </p:spPr>
        <p:txBody>
          <a:bodyPr anchorCtr="0"/>
          <a:lstStyle/>
          <a:p>
            <a:r>
              <a:rPr lang="en-US" altLang="pt-BR"/>
              <a:t>Fui redimido, também, </a:t>
            </a:r>
            <a:br>
              <a:rPr lang="en-US" altLang="pt-BR"/>
            </a:br>
            <a:r>
              <a:rPr lang="en-US" altLang="pt-BR"/>
              <a:t>Obra do meu Sumo Bem; </a:t>
            </a:r>
            <a:br>
              <a:rPr lang="en-US" altLang="pt-BR"/>
            </a:br>
            <a:r>
              <a:rPr lang="en-US" altLang="pt-BR"/>
              <a:t>Tudo de graça ganhei; </a:t>
            </a:r>
            <a:br>
              <a:rPr lang="en-US" altLang="pt-BR"/>
            </a:br>
            <a:r>
              <a:rPr lang="en-US" altLang="pt-BR"/>
              <a:t>Nada por obras da lei.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7211DBD2-4A11-87D0-260A-F89CEAAE1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248150"/>
          </a:xfrm>
          <a:noFill/>
          <a:ln/>
        </p:spPr>
        <p:txBody>
          <a:bodyPr anchorCtr="0"/>
          <a:lstStyle/>
          <a:p>
            <a:r>
              <a:rPr lang="en-US" altLang="pt-BR" b="1" i="1"/>
              <a:t>Jesus, sou Teu, e Tu és meu; </a:t>
            </a:r>
            <a:br>
              <a:rPr lang="en-US" altLang="pt-BR" b="1" i="1"/>
            </a:br>
            <a:r>
              <a:rPr lang="en-US" altLang="pt-BR" b="1" i="1"/>
              <a:t>Me guiarás para o céu;</a:t>
            </a:r>
            <a:br>
              <a:rPr lang="en-US" altLang="pt-BR" b="1" i="1"/>
            </a:br>
            <a:r>
              <a:rPr lang="en-US" altLang="pt-BR" b="1" i="1"/>
              <a:t>Com graça e paz me satisfaz Cristo, meu Mestre veraz.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D046A0FE-CACC-A21B-0C93-FA9D918530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9144000" cy="4248150"/>
          </a:xfrm>
          <a:noFill/>
          <a:ln/>
        </p:spPr>
        <p:txBody>
          <a:bodyPr anchorCtr="0"/>
          <a:lstStyle/>
          <a:p>
            <a:r>
              <a:rPr lang="en-US" altLang="pt-BR"/>
              <a:t>Ele a promessa me deu, </a:t>
            </a:r>
            <a:br>
              <a:rPr lang="en-US" altLang="pt-BR"/>
            </a:br>
            <a:r>
              <a:rPr lang="en-US" altLang="pt-BR"/>
              <a:t>Do Guia santo do céu; </a:t>
            </a:r>
            <a:br>
              <a:rPr lang="en-US" altLang="pt-BR"/>
            </a:br>
            <a:r>
              <a:rPr lang="en-US" altLang="pt-BR"/>
              <a:t>Também me disse: ficai, </a:t>
            </a:r>
            <a:br>
              <a:rPr lang="en-US" altLang="pt-BR"/>
            </a:br>
            <a:r>
              <a:rPr lang="en-US" altLang="pt-BR"/>
              <a:t>E o batismo esperai.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>
            <a:extLst>
              <a:ext uri="{FF2B5EF4-FFF2-40B4-BE49-F238E27FC236}">
                <a16:creationId xmlns:a16="http://schemas.microsoft.com/office/drawing/2014/main" id="{B3FC04FC-EF99-3FCD-0C0A-865F2BC1F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248150"/>
          </a:xfrm>
          <a:noFill/>
          <a:ln/>
        </p:spPr>
        <p:txBody>
          <a:bodyPr anchorCtr="0"/>
          <a:lstStyle/>
          <a:p>
            <a:r>
              <a:rPr lang="en-US" altLang="pt-BR" b="1" i="1"/>
              <a:t>Jesus, sou Teu, e Tu és meu; </a:t>
            </a:r>
            <a:br>
              <a:rPr lang="en-US" altLang="pt-BR" b="1" i="1"/>
            </a:br>
            <a:r>
              <a:rPr lang="en-US" altLang="pt-BR" b="1" i="1"/>
              <a:t>Me guiarás para o céu;</a:t>
            </a:r>
            <a:br>
              <a:rPr lang="en-US" altLang="pt-BR" b="1" i="1"/>
            </a:br>
            <a:r>
              <a:rPr lang="en-US" altLang="pt-BR" b="1" i="1"/>
              <a:t>Com graça e paz me satisfaz Cristo, meu Mestre veraz.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4CEF5477-E44B-5C5C-4F6A-E0C7EDE60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321175"/>
          </a:xfrm>
          <a:noFill/>
          <a:ln/>
        </p:spPr>
        <p:txBody>
          <a:bodyPr anchorCtr="0"/>
          <a:lstStyle/>
          <a:p>
            <a:r>
              <a:rPr lang="en-US" altLang="pt-BR"/>
              <a:t>Quando a Ele busquei,</a:t>
            </a:r>
            <a:br>
              <a:rPr lang="en-US" altLang="pt-BR"/>
            </a:br>
            <a:r>
              <a:rPr lang="en-US" altLang="pt-BR"/>
              <a:t>E batizado fiquei,</a:t>
            </a:r>
            <a:br>
              <a:rPr lang="en-US" altLang="pt-BR"/>
            </a:br>
            <a:r>
              <a:rPr lang="en-US" altLang="pt-BR"/>
              <a:t>Línguas estranhas falei,</a:t>
            </a:r>
            <a:br>
              <a:rPr lang="en-US" altLang="pt-BR"/>
            </a:br>
            <a:r>
              <a:rPr lang="en-US" altLang="pt-BR"/>
              <a:t>E meu Senhor exaltei.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>
            <a:extLst>
              <a:ext uri="{FF2B5EF4-FFF2-40B4-BE49-F238E27FC236}">
                <a16:creationId xmlns:a16="http://schemas.microsoft.com/office/drawing/2014/main" id="{D3011052-4AA4-306D-5D79-38BDD8C34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464050"/>
          </a:xfrm>
          <a:noFill/>
          <a:ln/>
        </p:spPr>
        <p:txBody>
          <a:bodyPr anchorCtr="0"/>
          <a:lstStyle/>
          <a:p>
            <a:r>
              <a:rPr lang="en-US" altLang="pt-BR" b="1" i="1"/>
              <a:t>Jesus, sou Teu, e Tu és meu; </a:t>
            </a:r>
            <a:br>
              <a:rPr lang="en-US" altLang="pt-BR" b="1" i="1"/>
            </a:br>
            <a:r>
              <a:rPr lang="en-US" altLang="pt-BR" b="1" i="1"/>
              <a:t>Me guiarás para o céu;</a:t>
            </a:r>
            <a:br>
              <a:rPr lang="en-US" altLang="pt-BR" b="1" i="1"/>
            </a:br>
            <a:r>
              <a:rPr lang="en-US" altLang="pt-BR" b="1" i="1"/>
              <a:t>Com graça e paz me satisfaz Cristo, meu Mestre veraz.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45520AC-A6D5-874E-0F80-7864717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81075"/>
            <a:ext cx="9144000" cy="4608513"/>
          </a:xfrm>
          <a:noFill/>
          <a:ln/>
        </p:spPr>
        <p:txBody>
          <a:bodyPr anchorCtr="0"/>
          <a:lstStyle/>
          <a:p>
            <a:r>
              <a:rPr lang="en-US" altLang="pt-BR"/>
              <a:t>Agora, vou trabalhar,</a:t>
            </a:r>
            <a:br>
              <a:rPr lang="en-US" altLang="pt-BR"/>
            </a:br>
            <a:r>
              <a:rPr lang="en-US" altLang="pt-BR"/>
              <a:t>E muitas almas ganhar;</a:t>
            </a:r>
            <a:br>
              <a:rPr lang="en-US" altLang="pt-BR"/>
            </a:br>
            <a:r>
              <a:rPr lang="en-US" altLang="pt-BR"/>
              <a:t>Essas que Ele salvou,</a:t>
            </a:r>
            <a:br>
              <a:rPr lang="en-US" altLang="pt-BR"/>
            </a:br>
            <a:r>
              <a:rPr lang="en-US" altLang="pt-BR"/>
              <a:t>	Quando na cruz expirou.	</a:t>
            </a:r>
            <a:br>
              <a:rPr lang="en-US" altLang="pt-BR"/>
            </a:br>
            <a:br>
              <a:rPr lang="en-US" altLang="pt-BR"/>
            </a:br>
            <a:r>
              <a:rPr lang="en-US" altLang="pt-BR"/>
              <a:t>								</a:t>
            </a:r>
            <a:r>
              <a:rPr lang="en-US" altLang="pt-BR" sz="1600"/>
              <a:t>S.N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>
            <a:extLst>
              <a:ext uri="{FF2B5EF4-FFF2-40B4-BE49-F238E27FC236}">
                <a16:creationId xmlns:a16="http://schemas.microsoft.com/office/drawing/2014/main" id="{208504BA-C924-025C-87CC-909DC9BEF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897438"/>
          </a:xfrm>
          <a:noFill/>
          <a:ln/>
        </p:spPr>
        <p:txBody>
          <a:bodyPr anchorCtr="0"/>
          <a:lstStyle/>
          <a:p>
            <a:r>
              <a:rPr lang="en-US" altLang="pt-BR" b="1" i="1"/>
              <a:t>Jesus, sou Teu, e Tu és meu; </a:t>
            </a:r>
            <a:br>
              <a:rPr lang="en-US" altLang="pt-BR" b="1" i="1"/>
            </a:br>
            <a:r>
              <a:rPr lang="en-US" altLang="pt-BR" b="1" i="1"/>
              <a:t>Me guiarás para o céu;</a:t>
            </a:r>
            <a:br>
              <a:rPr lang="en-US" altLang="pt-BR" b="1" i="1"/>
            </a:br>
            <a:r>
              <a:rPr lang="en-US" altLang="pt-BR" b="1" i="1"/>
              <a:t>Com graça e paz me satisfaz Cristo, meu Mestre veraz.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dulações">
  <a:themeElements>
    <a:clrScheme name="Ondulações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Ondulaçõ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ndulações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dulações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93</TotalTime>
  <Words>350</Words>
  <Application>Microsoft Office PowerPoint</Application>
  <PresentationFormat>Apresentação na tela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Wingdings</vt:lpstr>
      <vt:lpstr>Ondulações</vt:lpstr>
      <vt:lpstr>87 MEU TESTEMUNHO </vt:lpstr>
      <vt:lpstr>Justificado estou; Cristo Jesus me livrou; Ele é meu Mediador, Também, meu bom Salvador. </vt:lpstr>
      <vt:lpstr>Jesus, sou Teu, e Tu és meu;  Me guiarás para o céu; Com graça e paz me satisfaz Cristo, meu Mestre veraz. </vt:lpstr>
      <vt:lpstr>Santificado fiquei,  Quando a Ele roguei;  Ele me disse: tomai;  De minha graça usai. </vt:lpstr>
      <vt:lpstr>Jesus, sou Teu, e Tu és meu;  Me guiarás para o céu; Com graça e paz me satisfaz Cristo, meu Mestre veraz. </vt:lpstr>
      <vt:lpstr>Fui redimido, também,  Obra do meu Sumo Bem;  Tudo de graça ganhei;  Nada por obras da lei. </vt:lpstr>
      <vt:lpstr>Jesus, sou Teu, e Tu és meu;  Me guiarás para o céu; Com graça e paz me satisfaz Cristo, meu Mestre veraz. </vt:lpstr>
      <vt:lpstr>Ele a promessa me deu,  Do Guia santo do céu;  Também me disse: ficai,  E o batismo esperai. </vt:lpstr>
      <vt:lpstr>Jesus, sou Teu, e Tu és meu;  Me guiarás para o céu; Com graça e paz me satisfaz Cristo, meu Mestre veraz. </vt:lpstr>
      <vt:lpstr>Quando a Ele busquei, E batizado fiquei, Línguas estranhas falei, E meu Senhor exaltei. </vt:lpstr>
      <vt:lpstr>Jesus, sou Teu, e Tu és meu;  Me guiarás para o céu; Com graça e paz me satisfaz Cristo, meu Mestre veraz. </vt:lpstr>
      <vt:lpstr>Agora, vou trabalhar, E muitas almas ganhar; Essas que Ele salvou,  Quando na cruz expirou.           S.N</vt:lpstr>
      <vt:lpstr>Jesus, sou Teu, e Tu és meu;  Me guiarás para o céu; Com graça e paz me satisfaz Cristo, meu Mestre veraz.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87</dc:title>
  <dc:creator>Montagna</dc:creator>
  <cp:lastModifiedBy>Emerson Souza</cp:lastModifiedBy>
  <cp:revision>3</cp:revision>
  <dcterms:created xsi:type="dcterms:W3CDTF">2005-10-16T01:21:40Z</dcterms:created>
  <dcterms:modified xsi:type="dcterms:W3CDTF">2026-05-02T21:44:06Z</dcterms:modified>
</cp:coreProperties>
</file>