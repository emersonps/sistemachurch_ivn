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0EFE0"/>
    <a:srgbClr val="1F408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58" autoAdjust="0"/>
  </p:normalViewPr>
  <p:slideViewPr>
    <p:cSldViewPr>
      <p:cViewPr varScale="1">
        <p:scale>
          <a:sx n="74" d="100"/>
          <a:sy n="74" d="100"/>
        </p:scale>
        <p:origin x="-39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7635" name="Group 35">
            <a:extLst>
              <a:ext uri="{FF2B5EF4-FFF2-40B4-BE49-F238E27FC236}">
                <a16:creationId xmlns:a16="http://schemas.microsoft.com/office/drawing/2014/main" id="{4A6C9859-2C3D-25F9-B613-E0BE21FEBBC3}"/>
              </a:ext>
            </a:extLst>
          </p:cNvPr>
          <p:cNvGrpSpPr>
            <a:grpSpLocks/>
          </p:cNvGrpSpPr>
          <p:nvPr/>
        </p:nvGrpSpPr>
        <p:grpSpPr bwMode="auto"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537636" name="Freeform 36">
              <a:extLst>
                <a:ext uri="{FF2B5EF4-FFF2-40B4-BE49-F238E27FC236}">
                  <a16:creationId xmlns:a16="http://schemas.microsoft.com/office/drawing/2014/main" id="{D669D7BC-E0F9-5C44-FD87-815EFC5954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" y="0"/>
              <a:ext cx="5763" cy="477"/>
            </a:xfrm>
            <a:custGeom>
              <a:avLst/>
              <a:gdLst>
                <a:gd name="T0" fmla="*/ 0 w 5763"/>
                <a:gd name="T1" fmla="*/ 450 h 477"/>
                <a:gd name="T2" fmla="*/ 3 w 5763"/>
                <a:gd name="T3" fmla="*/ 0 h 477"/>
                <a:gd name="T4" fmla="*/ 5763 w 5763"/>
                <a:gd name="T5" fmla="*/ 0 h 477"/>
                <a:gd name="T6" fmla="*/ 5763 w 5763"/>
                <a:gd name="T7" fmla="*/ 465 h 477"/>
                <a:gd name="T8" fmla="*/ 4821 w 5763"/>
                <a:gd name="T9" fmla="*/ 477 h 477"/>
                <a:gd name="T10" fmla="*/ 4326 w 5763"/>
                <a:gd name="T11" fmla="*/ 447 h 477"/>
                <a:gd name="T12" fmla="*/ 3783 w 5763"/>
                <a:gd name="T13" fmla="*/ 465 h 477"/>
                <a:gd name="T14" fmla="*/ 3417 w 5763"/>
                <a:gd name="T15" fmla="*/ 456 h 477"/>
                <a:gd name="T16" fmla="*/ 2973 w 5763"/>
                <a:gd name="T17" fmla="*/ 459 h 477"/>
                <a:gd name="T18" fmla="*/ 2451 w 5763"/>
                <a:gd name="T19" fmla="*/ 453 h 477"/>
                <a:gd name="T20" fmla="*/ 2289 w 5763"/>
                <a:gd name="T21" fmla="*/ 441 h 477"/>
                <a:gd name="T22" fmla="*/ 2010 w 5763"/>
                <a:gd name="T23" fmla="*/ 453 h 477"/>
                <a:gd name="T24" fmla="*/ 1827 w 5763"/>
                <a:gd name="T25" fmla="*/ 450 h 477"/>
                <a:gd name="T26" fmla="*/ 1215 w 5763"/>
                <a:gd name="T27" fmla="*/ 465 h 477"/>
                <a:gd name="T28" fmla="*/ 660 w 5763"/>
                <a:gd name="T29" fmla="*/ 456 h 477"/>
                <a:gd name="T30" fmla="*/ 0 w 5763"/>
                <a:gd name="T31" fmla="*/ 45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37" name="Freeform 37">
              <a:extLst>
                <a:ext uri="{FF2B5EF4-FFF2-40B4-BE49-F238E27FC236}">
                  <a16:creationId xmlns:a16="http://schemas.microsoft.com/office/drawing/2014/main" id="{892499C4-4087-2E79-F8DB-F968739E7B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98"/>
              <a:ext cx="256" cy="253"/>
            </a:xfrm>
            <a:custGeom>
              <a:avLst/>
              <a:gdLst>
                <a:gd name="T0" fmla="*/ 8 w 256"/>
                <a:gd name="T1" fmla="*/ 190 h 253"/>
                <a:gd name="T2" fmla="*/ 71 w 256"/>
                <a:gd name="T3" fmla="*/ 115 h 253"/>
                <a:gd name="T4" fmla="*/ 203 w 256"/>
                <a:gd name="T5" fmla="*/ 16 h 253"/>
                <a:gd name="T6" fmla="*/ 251 w 256"/>
                <a:gd name="T7" fmla="*/ 19 h 253"/>
                <a:gd name="T8" fmla="*/ 236 w 256"/>
                <a:gd name="T9" fmla="*/ 46 h 253"/>
                <a:gd name="T10" fmla="*/ 176 w 256"/>
                <a:gd name="T11" fmla="*/ 82 h 253"/>
                <a:gd name="T12" fmla="*/ 92 w 256"/>
                <a:gd name="T13" fmla="*/ 154 h 253"/>
                <a:gd name="T14" fmla="*/ 23 w 256"/>
                <a:gd name="T15" fmla="*/ 247 h 253"/>
                <a:gd name="T16" fmla="*/ 8 w 256"/>
                <a:gd name="T17" fmla="*/ 19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38" name="Freeform 38">
              <a:extLst>
                <a:ext uri="{FF2B5EF4-FFF2-40B4-BE49-F238E27FC236}">
                  <a16:creationId xmlns:a16="http://schemas.microsoft.com/office/drawing/2014/main" id="{1E6C4A97-43C6-3F5E-86F9-329117642F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" y="0"/>
              <a:ext cx="708" cy="459"/>
            </a:xfrm>
            <a:custGeom>
              <a:avLst/>
              <a:gdLst>
                <a:gd name="T0" fmla="*/ 0 w 708"/>
                <a:gd name="T1" fmla="*/ 432 h 459"/>
                <a:gd name="T2" fmla="*/ 0 w 708"/>
                <a:gd name="T3" fmla="*/ 453 h 459"/>
                <a:gd name="T4" fmla="*/ 72 w 708"/>
                <a:gd name="T5" fmla="*/ 324 h 459"/>
                <a:gd name="T6" fmla="*/ 198 w 708"/>
                <a:gd name="T7" fmla="*/ 201 h 459"/>
                <a:gd name="T8" fmla="*/ 366 w 708"/>
                <a:gd name="T9" fmla="*/ 102 h 459"/>
                <a:gd name="T10" fmla="*/ 531 w 708"/>
                <a:gd name="T11" fmla="*/ 36 h 459"/>
                <a:gd name="T12" fmla="*/ 609 w 708"/>
                <a:gd name="T13" fmla="*/ 0 h 459"/>
                <a:gd name="T14" fmla="*/ 708 w 708"/>
                <a:gd name="T15" fmla="*/ 3 h 459"/>
                <a:gd name="T16" fmla="*/ 591 w 708"/>
                <a:gd name="T17" fmla="*/ 66 h 459"/>
                <a:gd name="T18" fmla="*/ 417 w 708"/>
                <a:gd name="T19" fmla="*/ 126 h 459"/>
                <a:gd name="T20" fmla="*/ 237 w 708"/>
                <a:gd name="T21" fmla="*/ 231 h 459"/>
                <a:gd name="T22" fmla="*/ 117 w 708"/>
                <a:gd name="T23" fmla="*/ 345 h 459"/>
                <a:gd name="T24" fmla="*/ 51 w 708"/>
                <a:gd name="T25" fmla="*/ 459 h 459"/>
                <a:gd name="T26" fmla="*/ 0 w 708"/>
                <a:gd name="T27" fmla="*/ 453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39" name="Freeform 39">
              <a:extLst>
                <a:ext uri="{FF2B5EF4-FFF2-40B4-BE49-F238E27FC236}">
                  <a16:creationId xmlns:a16="http://schemas.microsoft.com/office/drawing/2014/main" id="{13ACEFB9-DCE7-001B-20C0-26C0044C0D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1" y="269"/>
              <a:ext cx="251" cy="194"/>
            </a:xfrm>
            <a:custGeom>
              <a:avLst/>
              <a:gdLst>
                <a:gd name="T0" fmla="*/ 21 w 251"/>
                <a:gd name="T1" fmla="*/ 163 h 194"/>
                <a:gd name="T2" fmla="*/ 9 w 251"/>
                <a:gd name="T3" fmla="*/ 184 h 194"/>
                <a:gd name="T4" fmla="*/ 75 w 251"/>
                <a:gd name="T5" fmla="*/ 103 h 194"/>
                <a:gd name="T6" fmla="*/ 165 w 251"/>
                <a:gd name="T7" fmla="*/ 28 h 194"/>
                <a:gd name="T8" fmla="*/ 207 w 251"/>
                <a:gd name="T9" fmla="*/ 7 h 194"/>
                <a:gd name="T10" fmla="*/ 246 w 251"/>
                <a:gd name="T11" fmla="*/ 4 h 194"/>
                <a:gd name="T12" fmla="*/ 237 w 251"/>
                <a:gd name="T13" fmla="*/ 34 h 194"/>
                <a:gd name="T14" fmla="*/ 183 w 251"/>
                <a:gd name="T15" fmla="*/ 61 h 194"/>
                <a:gd name="T16" fmla="*/ 108 w 251"/>
                <a:gd name="T17" fmla="*/ 124 h 194"/>
                <a:gd name="T18" fmla="*/ 54 w 251"/>
                <a:gd name="T19" fmla="*/ 190 h 194"/>
                <a:gd name="T20" fmla="*/ 6 w 251"/>
                <a:gd name="T21" fmla="*/ 18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40" name="Freeform 40">
              <a:extLst>
                <a:ext uri="{FF2B5EF4-FFF2-40B4-BE49-F238E27FC236}">
                  <a16:creationId xmlns:a16="http://schemas.microsoft.com/office/drawing/2014/main" id="{2CB50997-59BC-6999-041D-96AAE65DA6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1" y="0"/>
              <a:ext cx="159" cy="72"/>
            </a:xfrm>
            <a:custGeom>
              <a:avLst/>
              <a:gdLst>
                <a:gd name="T0" fmla="*/ 99 w 159"/>
                <a:gd name="T1" fmla="*/ 0 h 72"/>
                <a:gd name="T2" fmla="*/ 15 w 159"/>
                <a:gd name="T3" fmla="*/ 36 h 72"/>
                <a:gd name="T4" fmla="*/ 6 w 159"/>
                <a:gd name="T5" fmla="*/ 60 h 72"/>
                <a:gd name="T6" fmla="*/ 36 w 159"/>
                <a:gd name="T7" fmla="*/ 69 h 72"/>
                <a:gd name="T8" fmla="*/ 87 w 159"/>
                <a:gd name="T9" fmla="*/ 42 h 72"/>
                <a:gd name="T10" fmla="*/ 159 w 159"/>
                <a:gd name="T11" fmla="*/ 0 h 72"/>
                <a:gd name="T12" fmla="*/ 99 w 159"/>
                <a:gd name="T13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41" name="Freeform 41">
              <a:extLst>
                <a:ext uri="{FF2B5EF4-FFF2-40B4-BE49-F238E27FC236}">
                  <a16:creationId xmlns:a16="http://schemas.microsoft.com/office/drawing/2014/main" id="{5FBA5091-1EF6-1DE6-81ED-7E24722ECD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8" y="0"/>
              <a:ext cx="455" cy="216"/>
            </a:xfrm>
            <a:custGeom>
              <a:avLst/>
              <a:gdLst>
                <a:gd name="T0" fmla="*/ 395 w 455"/>
                <a:gd name="T1" fmla="*/ 0 h 216"/>
                <a:gd name="T2" fmla="*/ 338 w 455"/>
                <a:gd name="T3" fmla="*/ 48 h 216"/>
                <a:gd name="T4" fmla="*/ 242 w 455"/>
                <a:gd name="T5" fmla="*/ 102 h 216"/>
                <a:gd name="T6" fmla="*/ 104 w 455"/>
                <a:gd name="T7" fmla="*/ 147 h 216"/>
                <a:gd name="T8" fmla="*/ 35 w 455"/>
                <a:gd name="T9" fmla="*/ 168 h 216"/>
                <a:gd name="T10" fmla="*/ 8 w 455"/>
                <a:gd name="T11" fmla="*/ 192 h 216"/>
                <a:gd name="T12" fmla="*/ 8 w 455"/>
                <a:gd name="T13" fmla="*/ 213 h 216"/>
                <a:gd name="T14" fmla="*/ 59 w 455"/>
                <a:gd name="T15" fmla="*/ 213 h 216"/>
                <a:gd name="T16" fmla="*/ 86 w 455"/>
                <a:gd name="T17" fmla="*/ 192 h 216"/>
                <a:gd name="T18" fmla="*/ 173 w 455"/>
                <a:gd name="T19" fmla="*/ 159 h 216"/>
                <a:gd name="T20" fmla="*/ 299 w 455"/>
                <a:gd name="T21" fmla="*/ 126 h 216"/>
                <a:gd name="T22" fmla="*/ 392 w 455"/>
                <a:gd name="T23" fmla="*/ 72 h 216"/>
                <a:gd name="T24" fmla="*/ 455 w 455"/>
                <a:gd name="T25" fmla="*/ 0 h 216"/>
                <a:gd name="T26" fmla="*/ 395 w 455"/>
                <a:gd name="T27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42" name="Freeform 42">
              <a:extLst>
                <a:ext uri="{FF2B5EF4-FFF2-40B4-BE49-F238E27FC236}">
                  <a16:creationId xmlns:a16="http://schemas.microsoft.com/office/drawing/2014/main" id="{40C35B71-8496-6F05-848C-2A13F2B5FD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48" y="37"/>
              <a:ext cx="414" cy="108"/>
            </a:xfrm>
            <a:custGeom>
              <a:avLst/>
              <a:gdLst>
                <a:gd name="T0" fmla="*/ 0 w 414"/>
                <a:gd name="T1" fmla="*/ 11 h 108"/>
                <a:gd name="T2" fmla="*/ 24 w 414"/>
                <a:gd name="T3" fmla="*/ 11 h 108"/>
                <a:gd name="T4" fmla="*/ 156 w 414"/>
                <a:gd name="T5" fmla="*/ 2 h 108"/>
                <a:gd name="T6" fmla="*/ 288 w 414"/>
                <a:gd name="T7" fmla="*/ 23 h 108"/>
                <a:gd name="T8" fmla="*/ 384 w 414"/>
                <a:gd name="T9" fmla="*/ 53 h 108"/>
                <a:gd name="T10" fmla="*/ 411 w 414"/>
                <a:gd name="T11" fmla="*/ 74 h 108"/>
                <a:gd name="T12" fmla="*/ 405 w 414"/>
                <a:gd name="T13" fmla="*/ 104 h 108"/>
                <a:gd name="T14" fmla="*/ 363 w 414"/>
                <a:gd name="T15" fmla="*/ 101 h 108"/>
                <a:gd name="T16" fmla="*/ 294 w 414"/>
                <a:gd name="T17" fmla="*/ 77 h 108"/>
                <a:gd name="T18" fmla="*/ 174 w 414"/>
                <a:gd name="T19" fmla="*/ 50 h 108"/>
                <a:gd name="T20" fmla="*/ 72 w 414"/>
                <a:gd name="T21" fmla="*/ 62 h 108"/>
                <a:gd name="T22" fmla="*/ 36 w 414"/>
                <a:gd name="T23" fmla="*/ 59 h 108"/>
                <a:gd name="T24" fmla="*/ 0 w 414"/>
                <a:gd name="T25" fmla="*/ 11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43" name="Freeform 43">
              <a:extLst>
                <a:ext uri="{FF2B5EF4-FFF2-40B4-BE49-F238E27FC236}">
                  <a16:creationId xmlns:a16="http://schemas.microsoft.com/office/drawing/2014/main" id="{C1ACBB17-43B8-4577-D54A-3AC3B7E3F7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90" y="0"/>
              <a:ext cx="520" cy="225"/>
            </a:xfrm>
            <a:custGeom>
              <a:avLst/>
              <a:gdLst>
                <a:gd name="T0" fmla="*/ 42 w 520"/>
                <a:gd name="T1" fmla="*/ 0 h 225"/>
                <a:gd name="T2" fmla="*/ 12 w 520"/>
                <a:gd name="T3" fmla="*/ 24 h 225"/>
                <a:gd name="T4" fmla="*/ 114 w 520"/>
                <a:gd name="T5" fmla="*/ 54 h 225"/>
                <a:gd name="T6" fmla="*/ 240 w 520"/>
                <a:gd name="T7" fmla="*/ 117 h 225"/>
                <a:gd name="T8" fmla="*/ 333 w 520"/>
                <a:gd name="T9" fmla="*/ 153 h 225"/>
                <a:gd name="T10" fmla="*/ 438 w 520"/>
                <a:gd name="T11" fmla="*/ 219 h 225"/>
                <a:gd name="T12" fmla="*/ 426 w 520"/>
                <a:gd name="T13" fmla="*/ 192 h 225"/>
                <a:gd name="T14" fmla="*/ 441 w 520"/>
                <a:gd name="T15" fmla="*/ 180 h 225"/>
                <a:gd name="T16" fmla="*/ 519 w 520"/>
                <a:gd name="T17" fmla="*/ 216 h 225"/>
                <a:gd name="T18" fmla="*/ 450 w 520"/>
                <a:gd name="T19" fmla="*/ 162 h 225"/>
                <a:gd name="T20" fmla="*/ 381 w 520"/>
                <a:gd name="T21" fmla="*/ 135 h 225"/>
                <a:gd name="T22" fmla="*/ 285 w 520"/>
                <a:gd name="T23" fmla="*/ 84 h 225"/>
                <a:gd name="T24" fmla="*/ 186 w 520"/>
                <a:gd name="T25" fmla="*/ 18 h 225"/>
                <a:gd name="T26" fmla="*/ 123 w 520"/>
                <a:gd name="T27" fmla="*/ 0 h 225"/>
                <a:gd name="T28" fmla="*/ 42 w 520"/>
                <a:gd name="T29" fmla="*/ 0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44" name="Freeform 44">
              <a:extLst>
                <a:ext uri="{FF2B5EF4-FFF2-40B4-BE49-F238E27FC236}">
                  <a16:creationId xmlns:a16="http://schemas.microsoft.com/office/drawing/2014/main" id="{92F8E994-6475-57A2-61E8-6230928B7A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3" y="154"/>
              <a:ext cx="431" cy="233"/>
            </a:xfrm>
            <a:custGeom>
              <a:avLst/>
              <a:gdLst>
                <a:gd name="T0" fmla="*/ 6 w 431"/>
                <a:gd name="T1" fmla="*/ 38 h 233"/>
                <a:gd name="T2" fmla="*/ 9 w 431"/>
                <a:gd name="T3" fmla="*/ 20 h 233"/>
                <a:gd name="T4" fmla="*/ 42 w 431"/>
                <a:gd name="T5" fmla="*/ 2 h 233"/>
                <a:gd name="T6" fmla="*/ 90 w 431"/>
                <a:gd name="T7" fmla="*/ 35 h 233"/>
                <a:gd name="T8" fmla="*/ 189 w 431"/>
                <a:gd name="T9" fmla="*/ 89 h 233"/>
                <a:gd name="T10" fmla="*/ 288 w 431"/>
                <a:gd name="T11" fmla="*/ 140 h 233"/>
                <a:gd name="T12" fmla="*/ 375 w 431"/>
                <a:gd name="T13" fmla="*/ 176 h 233"/>
                <a:gd name="T14" fmla="*/ 396 w 431"/>
                <a:gd name="T15" fmla="*/ 176 h 233"/>
                <a:gd name="T16" fmla="*/ 429 w 431"/>
                <a:gd name="T17" fmla="*/ 212 h 233"/>
                <a:gd name="T18" fmla="*/ 408 w 431"/>
                <a:gd name="T19" fmla="*/ 233 h 233"/>
                <a:gd name="T20" fmla="*/ 333 w 431"/>
                <a:gd name="T21" fmla="*/ 212 h 233"/>
                <a:gd name="T22" fmla="*/ 186 w 431"/>
                <a:gd name="T23" fmla="*/ 143 h 233"/>
                <a:gd name="T24" fmla="*/ 48 w 431"/>
                <a:gd name="T25" fmla="*/ 68 h 233"/>
                <a:gd name="T26" fmla="*/ 6 w 431"/>
                <a:gd name="T27" fmla="*/ 38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45" name="Freeform 45">
              <a:extLst>
                <a:ext uri="{FF2B5EF4-FFF2-40B4-BE49-F238E27FC236}">
                  <a16:creationId xmlns:a16="http://schemas.microsoft.com/office/drawing/2014/main" id="{B6EB0994-3410-7037-B799-76B280A032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62" y="87"/>
              <a:ext cx="396" cy="227"/>
            </a:xfrm>
            <a:custGeom>
              <a:avLst/>
              <a:gdLst>
                <a:gd name="T0" fmla="*/ 2 w 396"/>
                <a:gd name="T1" fmla="*/ 9 h 227"/>
                <a:gd name="T2" fmla="*/ 53 w 396"/>
                <a:gd name="T3" fmla="*/ 66 h 227"/>
                <a:gd name="T4" fmla="*/ 176 w 396"/>
                <a:gd name="T5" fmla="*/ 132 h 227"/>
                <a:gd name="T6" fmla="*/ 293 w 396"/>
                <a:gd name="T7" fmla="*/ 189 h 227"/>
                <a:gd name="T8" fmla="*/ 341 w 396"/>
                <a:gd name="T9" fmla="*/ 222 h 227"/>
                <a:gd name="T10" fmla="*/ 377 w 396"/>
                <a:gd name="T11" fmla="*/ 219 h 227"/>
                <a:gd name="T12" fmla="*/ 377 w 396"/>
                <a:gd name="T13" fmla="*/ 180 h 227"/>
                <a:gd name="T14" fmla="*/ 260 w 396"/>
                <a:gd name="T15" fmla="*/ 126 h 227"/>
                <a:gd name="T16" fmla="*/ 113 w 396"/>
                <a:gd name="T17" fmla="*/ 51 h 227"/>
                <a:gd name="T18" fmla="*/ 41 w 396"/>
                <a:gd name="T19" fmla="*/ 9 h 227"/>
                <a:gd name="T20" fmla="*/ 2 w 396"/>
                <a:gd name="T21" fmla="*/ 9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46" name="Freeform 46">
              <a:extLst>
                <a:ext uri="{FF2B5EF4-FFF2-40B4-BE49-F238E27FC236}">
                  <a16:creationId xmlns:a16="http://schemas.microsoft.com/office/drawing/2014/main" id="{777FB232-51B0-BE96-916D-CA0B2C8F70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64" y="240"/>
              <a:ext cx="516" cy="223"/>
            </a:xfrm>
            <a:custGeom>
              <a:avLst/>
              <a:gdLst>
                <a:gd name="T0" fmla="*/ 3 w 516"/>
                <a:gd name="T1" fmla="*/ 10 h 223"/>
                <a:gd name="T2" fmla="*/ 105 w 516"/>
                <a:gd name="T3" fmla="*/ 97 h 223"/>
                <a:gd name="T4" fmla="*/ 243 w 516"/>
                <a:gd name="T5" fmla="*/ 178 h 223"/>
                <a:gd name="T6" fmla="*/ 357 w 516"/>
                <a:gd name="T7" fmla="*/ 217 h 223"/>
                <a:gd name="T8" fmla="*/ 498 w 516"/>
                <a:gd name="T9" fmla="*/ 214 h 223"/>
                <a:gd name="T10" fmla="*/ 468 w 516"/>
                <a:gd name="T11" fmla="*/ 187 h 223"/>
                <a:gd name="T12" fmla="*/ 309 w 516"/>
                <a:gd name="T13" fmla="*/ 136 h 223"/>
                <a:gd name="T14" fmla="*/ 123 w 516"/>
                <a:gd name="T15" fmla="*/ 34 h 223"/>
                <a:gd name="T16" fmla="*/ 3 w 516"/>
                <a:gd name="T17" fmla="*/ 1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47" name="Freeform 47">
              <a:extLst>
                <a:ext uri="{FF2B5EF4-FFF2-40B4-BE49-F238E27FC236}">
                  <a16:creationId xmlns:a16="http://schemas.microsoft.com/office/drawing/2014/main" id="{EC361567-2808-2578-6778-2F6D8FAB23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" y="324"/>
              <a:ext cx="414" cy="100"/>
            </a:xfrm>
            <a:custGeom>
              <a:avLst/>
              <a:gdLst>
                <a:gd name="T0" fmla="*/ 69 w 414"/>
                <a:gd name="T1" fmla="*/ 60 h 100"/>
                <a:gd name="T2" fmla="*/ 12 w 414"/>
                <a:gd name="T3" fmla="*/ 42 h 100"/>
                <a:gd name="T4" fmla="*/ 3 w 414"/>
                <a:gd name="T5" fmla="*/ 15 h 100"/>
                <a:gd name="T6" fmla="*/ 30 w 414"/>
                <a:gd name="T7" fmla="*/ 0 h 100"/>
                <a:gd name="T8" fmla="*/ 117 w 414"/>
                <a:gd name="T9" fmla="*/ 18 h 100"/>
                <a:gd name="T10" fmla="*/ 243 w 414"/>
                <a:gd name="T11" fmla="*/ 48 h 100"/>
                <a:gd name="T12" fmla="*/ 387 w 414"/>
                <a:gd name="T13" fmla="*/ 48 h 100"/>
                <a:gd name="T14" fmla="*/ 408 w 414"/>
                <a:gd name="T15" fmla="*/ 54 h 100"/>
                <a:gd name="T16" fmla="*/ 381 w 414"/>
                <a:gd name="T17" fmla="*/ 87 h 100"/>
                <a:gd name="T18" fmla="*/ 318 w 414"/>
                <a:gd name="T19" fmla="*/ 99 h 100"/>
                <a:gd name="T20" fmla="*/ 195 w 414"/>
                <a:gd name="T21" fmla="*/ 93 h 100"/>
                <a:gd name="T22" fmla="*/ 69 w 414"/>
                <a:gd name="T23" fmla="*/ 6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48" name="Freeform 48">
              <a:extLst>
                <a:ext uri="{FF2B5EF4-FFF2-40B4-BE49-F238E27FC236}">
                  <a16:creationId xmlns:a16="http://schemas.microsoft.com/office/drawing/2014/main" id="{F8C79858-9378-1257-E809-9EEDB8E747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5" y="375"/>
              <a:ext cx="150" cy="72"/>
            </a:xfrm>
            <a:custGeom>
              <a:avLst/>
              <a:gdLst>
                <a:gd name="T0" fmla="*/ 3 w 150"/>
                <a:gd name="T1" fmla="*/ 67 h 72"/>
                <a:gd name="T2" fmla="*/ 84 w 150"/>
                <a:gd name="T3" fmla="*/ 19 h 72"/>
                <a:gd name="T4" fmla="*/ 123 w 150"/>
                <a:gd name="T5" fmla="*/ 1 h 72"/>
                <a:gd name="T6" fmla="*/ 150 w 150"/>
                <a:gd name="T7" fmla="*/ 22 h 72"/>
                <a:gd name="T8" fmla="*/ 123 w 150"/>
                <a:gd name="T9" fmla="*/ 55 h 72"/>
                <a:gd name="T10" fmla="*/ 90 w 150"/>
                <a:gd name="T11" fmla="*/ 70 h 72"/>
                <a:gd name="T12" fmla="*/ 0 w 150"/>
                <a:gd name="T13" fmla="*/ 67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49" name="Freeform 49">
              <a:extLst>
                <a:ext uri="{FF2B5EF4-FFF2-40B4-BE49-F238E27FC236}">
                  <a16:creationId xmlns:a16="http://schemas.microsoft.com/office/drawing/2014/main" id="{803E274F-F9D4-0CFF-EE46-4B145FCB5E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3" y="267"/>
              <a:ext cx="148" cy="91"/>
            </a:xfrm>
            <a:custGeom>
              <a:avLst/>
              <a:gdLst>
                <a:gd name="T0" fmla="*/ 1 w 148"/>
                <a:gd name="T1" fmla="*/ 69 h 91"/>
                <a:gd name="T2" fmla="*/ 25 w 148"/>
                <a:gd name="T3" fmla="*/ 51 h 91"/>
                <a:gd name="T4" fmla="*/ 100 w 148"/>
                <a:gd name="T5" fmla="*/ 9 h 91"/>
                <a:gd name="T6" fmla="*/ 133 w 148"/>
                <a:gd name="T7" fmla="*/ 3 h 91"/>
                <a:gd name="T8" fmla="*/ 136 w 148"/>
                <a:gd name="T9" fmla="*/ 27 h 91"/>
                <a:gd name="T10" fmla="*/ 61 w 148"/>
                <a:gd name="T11" fmla="*/ 75 h 91"/>
                <a:gd name="T12" fmla="*/ 19 w 148"/>
                <a:gd name="T13" fmla="*/ 90 h 91"/>
                <a:gd name="T14" fmla="*/ 1 w 148"/>
                <a:gd name="T15" fmla="*/ 69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50" name="Freeform 50">
              <a:extLst>
                <a:ext uri="{FF2B5EF4-FFF2-40B4-BE49-F238E27FC236}">
                  <a16:creationId xmlns:a16="http://schemas.microsoft.com/office/drawing/2014/main" id="{0991B205-3A91-E36B-2571-4263DE99E9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0" y="58"/>
              <a:ext cx="938" cy="158"/>
            </a:xfrm>
            <a:custGeom>
              <a:avLst/>
              <a:gdLst>
                <a:gd name="T0" fmla="*/ 172 w 938"/>
                <a:gd name="T1" fmla="*/ 86 h 158"/>
                <a:gd name="T2" fmla="*/ 61 w 938"/>
                <a:gd name="T3" fmla="*/ 137 h 158"/>
                <a:gd name="T4" fmla="*/ 16 w 938"/>
                <a:gd name="T5" fmla="*/ 155 h 158"/>
                <a:gd name="T6" fmla="*/ 7 w 938"/>
                <a:gd name="T7" fmla="*/ 122 h 158"/>
                <a:gd name="T8" fmla="*/ 58 w 938"/>
                <a:gd name="T9" fmla="*/ 80 h 158"/>
                <a:gd name="T10" fmla="*/ 172 w 938"/>
                <a:gd name="T11" fmla="*/ 38 h 158"/>
                <a:gd name="T12" fmla="*/ 304 w 938"/>
                <a:gd name="T13" fmla="*/ 11 h 158"/>
                <a:gd name="T14" fmla="*/ 463 w 938"/>
                <a:gd name="T15" fmla="*/ 2 h 158"/>
                <a:gd name="T16" fmla="*/ 631 w 938"/>
                <a:gd name="T17" fmla="*/ 23 h 158"/>
                <a:gd name="T18" fmla="*/ 796 w 938"/>
                <a:gd name="T19" fmla="*/ 53 h 158"/>
                <a:gd name="T20" fmla="*/ 841 w 938"/>
                <a:gd name="T21" fmla="*/ 47 h 158"/>
                <a:gd name="T22" fmla="*/ 907 w 938"/>
                <a:gd name="T23" fmla="*/ 71 h 158"/>
                <a:gd name="T24" fmla="*/ 919 w 938"/>
                <a:gd name="T25" fmla="*/ 101 h 158"/>
                <a:gd name="T26" fmla="*/ 793 w 938"/>
                <a:gd name="T27" fmla="*/ 98 h 158"/>
                <a:gd name="T28" fmla="*/ 634 w 938"/>
                <a:gd name="T29" fmla="*/ 62 h 158"/>
                <a:gd name="T30" fmla="*/ 439 w 938"/>
                <a:gd name="T31" fmla="*/ 38 h 158"/>
                <a:gd name="T32" fmla="*/ 238 w 938"/>
                <a:gd name="T33" fmla="*/ 59 h 158"/>
                <a:gd name="T34" fmla="*/ 172 w 938"/>
                <a:gd name="T35" fmla="*/ 86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51" name="Freeform 51">
              <a:extLst>
                <a:ext uri="{FF2B5EF4-FFF2-40B4-BE49-F238E27FC236}">
                  <a16:creationId xmlns:a16="http://schemas.microsoft.com/office/drawing/2014/main" id="{3E32B758-C25A-BA63-9731-C9172400BA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145"/>
              <a:ext cx="372" cy="98"/>
            </a:xfrm>
            <a:custGeom>
              <a:avLst/>
              <a:gdLst>
                <a:gd name="T0" fmla="*/ 18 w 372"/>
                <a:gd name="T1" fmla="*/ 47 h 98"/>
                <a:gd name="T2" fmla="*/ 141 w 372"/>
                <a:gd name="T3" fmla="*/ 17 h 98"/>
                <a:gd name="T4" fmla="*/ 246 w 372"/>
                <a:gd name="T5" fmla="*/ 2 h 98"/>
                <a:gd name="T6" fmla="*/ 351 w 372"/>
                <a:gd name="T7" fmla="*/ 5 h 98"/>
                <a:gd name="T8" fmla="*/ 372 w 372"/>
                <a:gd name="T9" fmla="*/ 23 h 98"/>
                <a:gd name="T10" fmla="*/ 354 w 372"/>
                <a:gd name="T11" fmla="*/ 44 h 98"/>
                <a:gd name="T12" fmla="*/ 264 w 372"/>
                <a:gd name="T13" fmla="*/ 50 h 98"/>
                <a:gd name="T14" fmla="*/ 168 w 372"/>
                <a:gd name="T15" fmla="*/ 53 h 98"/>
                <a:gd name="T16" fmla="*/ 72 w 372"/>
                <a:gd name="T17" fmla="*/ 77 h 98"/>
                <a:gd name="T18" fmla="*/ 15 w 372"/>
                <a:gd name="T19" fmla="*/ 95 h 98"/>
                <a:gd name="T20" fmla="*/ 0 w 372"/>
                <a:gd name="T21" fmla="*/ 5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52" name="Freeform 52">
              <a:extLst>
                <a:ext uri="{FF2B5EF4-FFF2-40B4-BE49-F238E27FC236}">
                  <a16:creationId xmlns:a16="http://schemas.microsoft.com/office/drawing/2014/main" id="{495221F8-9D5D-A8EC-D6E9-FFE185B11A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8" y="308"/>
              <a:ext cx="318" cy="158"/>
            </a:xfrm>
            <a:custGeom>
              <a:avLst/>
              <a:gdLst>
                <a:gd name="T0" fmla="*/ 0 w 318"/>
                <a:gd name="T1" fmla="*/ 158 h 158"/>
                <a:gd name="T2" fmla="*/ 12 w 318"/>
                <a:gd name="T3" fmla="*/ 137 h 158"/>
                <a:gd name="T4" fmla="*/ 162 w 318"/>
                <a:gd name="T5" fmla="*/ 71 h 158"/>
                <a:gd name="T6" fmla="*/ 249 w 318"/>
                <a:gd name="T7" fmla="*/ 20 h 158"/>
                <a:gd name="T8" fmla="*/ 285 w 318"/>
                <a:gd name="T9" fmla="*/ 2 h 158"/>
                <a:gd name="T10" fmla="*/ 309 w 318"/>
                <a:gd name="T11" fmla="*/ 11 h 158"/>
                <a:gd name="T12" fmla="*/ 303 w 318"/>
                <a:gd name="T13" fmla="*/ 47 h 158"/>
                <a:gd name="T14" fmla="*/ 219 w 318"/>
                <a:gd name="T15" fmla="*/ 89 h 158"/>
                <a:gd name="T16" fmla="*/ 108 w 318"/>
                <a:gd name="T17" fmla="*/ 140 h 158"/>
                <a:gd name="T18" fmla="*/ 57 w 318"/>
                <a:gd name="T19" fmla="*/ 152 h 158"/>
                <a:gd name="T20" fmla="*/ 0 w 318"/>
                <a:gd name="T2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53" name="Freeform 53">
              <a:extLst>
                <a:ext uri="{FF2B5EF4-FFF2-40B4-BE49-F238E27FC236}">
                  <a16:creationId xmlns:a16="http://schemas.microsoft.com/office/drawing/2014/main" id="{ED89D763-0F6A-1A1C-B48B-880C49D980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13" y="291"/>
              <a:ext cx="380" cy="174"/>
            </a:xfrm>
            <a:custGeom>
              <a:avLst/>
              <a:gdLst>
                <a:gd name="T0" fmla="*/ 3 w 380"/>
                <a:gd name="T1" fmla="*/ 165 h 174"/>
                <a:gd name="T2" fmla="*/ 129 w 380"/>
                <a:gd name="T3" fmla="*/ 93 h 174"/>
                <a:gd name="T4" fmla="*/ 261 w 380"/>
                <a:gd name="T5" fmla="*/ 30 h 174"/>
                <a:gd name="T6" fmla="*/ 351 w 380"/>
                <a:gd name="T7" fmla="*/ 0 h 174"/>
                <a:gd name="T8" fmla="*/ 378 w 380"/>
                <a:gd name="T9" fmla="*/ 27 h 174"/>
                <a:gd name="T10" fmla="*/ 336 w 380"/>
                <a:gd name="T11" fmla="*/ 51 h 174"/>
                <a:gd name="T12" fmla="*/ 291 w 380"/>
                <a:gd name="T13" fmla="*/ 60 h 174"/>
                <a:gd name="T14" fmla="*/ 240 w 380"/>
                <a:gd name="T15" fmla="*/ 75 h 174"/>
                <a:gd name="T16" fmla="*/ 189 w 380"/>
                <a:gd name="T17" fmla="*/ 120 h 174"/>
                <a:gd name="T18" fmla="*/ 102 w 380"/>
                <a:gd name="T19" fmla="*/ 174 h 174"/>
                <a:gd name="T20" fmla="*/ 0 w 380"/>
                <a:gd name="T21" fmla="*/ 162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54" name="Freeform 54">
              <a:extLst>
                <a:ext uri="{FF2B5EF4-FFF2-40B4-BE49-F238E27FC236}">
                  <a16:creationId xmlns:a16="http://schemas.microsoft.com/office/drawing/2014/main" id="{DD34E7B1-F0F2-EEDB-D9B3-2983B09BD7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78" y="187"/>
              <a:ext cx="523" cy="69"/>
            </a:xfrm>
            <a:custGeom>
              <a:avLst/>
              <a:gdLst>
                <a:gd name="T0" fmla="*/ 84 w 523"/>
                <a:gd name="T1" fmla="*/ 11 h 69"/>
                <a:gd name="T2" fmla="*/ 27 w 523"/>
                <a:gd name="T3" fmla="*/ 5 h 69"/>
                <a:gd name="T4" fmla="*/ 9 w 523"/>
                <a:gd name="T5" fmla="*/ 35 h 69"/>
                <a:gd name="T6" fmla="*/ 81 w 523"/>
                <a:gd name="T7" fmla="*/ 56 h 69"/>
                <a:gd name="T8" fmla="*/ 255 w 523"/>
                <a:gd name="T9" fmla="*/ 68 h 69"/>
                <a:gd name="T10" fmla="*/ 432 w 523"/>
                <a:gd name="T11" fmla="*/ 50 h 69"/>
                <a:gd name="T12" fmla="*/ 513 w 523"/>
                <a:gd name="T13" fmla="*/ 5 h 69"/>
                <a:gd name="T14" fmla="*/ 372 w 523"/>
                <a:gd name="T15" fmla="*/ 20 h 69"/>
                <a:gd name="T16" fmla="*/ 141 w 523"/>
                <a:gd name="T17" fmla="*/ 14 h 69"/>
                <a:gd name="T18" fmla="*/ 84 w 523"/>
                <a:gd name="T19" fmla="*/ 11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55" name="Freeform 55">
              <a:extLst>
                <a:ext uri="{FF2B5EF4-FFF2-40B4-BE49-F238E27FC236}">
                  <a16:creationId xmlns:a16="http://schemas.microsoft.com/office/drawing/2014/main" id="{DD17465D-373A-4AC5-3D91-3A8F96F9E7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89" y="186"/>
              <a:ext cx="537" cy="120"/>
            </a:xfrm>
            <a:custGeom>
              <a:avLst/>
              <a:gdLst>
                <a:gd name="T0" fmla="*/ 23 w 537"/>
                <a:gd name="T1" fmla="*/ 6 h 120"/>
                <a:gd name="T2" fmla="*/ 188 w 537"/>
                <a:gd name="T3" fmla="*/ 3 h 120"/>
                <a:gd name="T4" fmla="*/ 323 w 537"/>
                <a:gd name="T5" fmla="*/ 27 h 120"/>
                <a:gd name="T6" fmla="*/ 464 w 537"/>
                <a:gd name="T7" fmla="*/ 69 h 120"/>
                <a:gd name="T8" fmla="*/ 521 w 537"/>
                <a:gd name="T9" fmla="*/ 90 h 120"/>
                <a:gd name="T10" fmla="*/ 533 w 537"/>
                <a:gd name="T11" fmla="*/ 105 h 120"/>
                <a:gd name="T12" fmla="*/ 497 w 537"/>
                <a:gd name="T13" fmla="*/ 120 h 120"/>
                <a:gd name="T14" fmla="*/ 452 w 537"/>
                <a:gd name="T15" fmla="*/ 108 h 120"/>
                <a:gd name="T16" fmla="*/ 350 w 537"/>
                <a:gd name="T17" fmla="*/ 72 h 120"/>
                <a:gd name="T18" fmla="*/ 158 w 537"/>
                <a:gd name="T19" fmla="*/ 39 h 120"/>
                <a:gd name="T20" fmla="*/ 50 w 537"/>
                <a:gd name="T21" fmla="*/ 39 h 120"/>
                <a:gd name="T22" fmla="*/ 23 w 537"/>
                <a:gd name="T23" fmla="*/ 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56" name="Freeform 56">
              <a:extLst>
                <a:ext uri="{FF2B5EF4-FFF2-40B4-BE49-F238E27FC236}">
                  <a16:creationId xmlns:a16="http://schemas.microsoft.com/office/drawing/2014/main" id="{5B2BE7A9-8BF9-1335-B73E-3EBB0F7C66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8" y="312"/>
              <a:ext cx="800" cy="143"/>
            </a:xfrm>
            <a:custGeom>
              <a:avLst/>
              <a:gdLst>
                <a:gd name="T0" fmla="*/ 800 w 800"/>
                <a:gd name="T1" fmla="*/ 24 h 143"/>
                <a:gd name="T2" fmla="*/ 782 w 800"/>
                <a:gd name="T3" fmla="*/ 15 h 143"/>
                <a:gd name="T4" fmla="*/ 659 w 800"/>
                <a:gd name="T5" fmla="*/ 63 h 143"/>
                <a:gd name="T6" fmla="*/ 500 w 800"/>
                <a:gd name="T7" fmla="*/ 84 h 143"/>
                <a:gd name="T8" fmla="*/ 326 w 800"/>
                <a:gd name="T9" fmla="*/ 69 h 143"/>
                <a:gd name="T10" fmla="*/ 98 w 800"/>
                <a:gd name="T11" fmla="*/ 21 h 143"/>
                <a:gd name="T12" fmla="*/ 11 w 800"/>
                <a:gd name="T13" fmla="*/ 6 h 143"/>
                <a:gd name="T14" fmla="*/ 32 w 800"/>
                <a:gd name="T15" fmla="*/ 60 h 143"/>
                <a:gd name="T16" fmla="*/ 155 w 800"/>
                <a:gd name="T17" fmla="*/ 96 h 143"/>
                <a:gd name="T18" fmla="*/ 410 w 800"/>
                <a:gd name="T19" fmla="*/ 138 h 143"/>
                <a:gd name="T20" fmla="*/ 596 w 800"/>
                <a:gd name="T21" fmla="*/ 129 h 143"/>
                <a:gd name="T22" fmla="*/ 737 w 800"/>
                <a:gd name="T23" fmla="*/ 90 h 143"/>
                <a:gd name="T24" fmla="*/ 788 w 800"/>
                <a:gd name="T25" fmla="*/ 69 h 143"/>
                <a:gd name="T26" fmla="*/ 800 w 800"/>
                <a:gd name="T27" fmla="*/ 2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57" name="Freeform 57">
              <a:extLst>
                <a:ext uri="{FF2B5EF4-FFF2-40B4-BE49-F238E27FC236}">
                  <a16:creationId xmlns:a16="http://schemas.microsoft.com/office/drawing/2014/main" id="{2D61660D-DB19-D504-88A2-512735ABD3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18" y="240"/>
              <a:ext cx="402" cy="115"/>
            </a:xfrm>
            <a:custGeom>
              <a:avLst/>
              <a:gdLst>
                <a:gd name="T0" fmla="*/ 402 w 402"/>
                <a:gd name="T1" fmla="*/ 0 h 115"/>
                <a:gd name="T2" fmla="*/ 384 w 402"/>
                <a:gd name="T3" fmla="*/ 12 h 115"/>
                <a:gd name="T4" fmla="*/ 276 w 402"/>
                <a:gd name="T5" fmla="*/ 51 h 115"/>
                <a:gd name="T6" fmla="*/ 165 w 402"/>
                <a:gd name="T7" fmla="*/ 66 h 115"/>
                <a:gd name="T8" fmla="*/ 51 w 402"/>
                <a:gd name="T9" fmla="*/ 57 h 115"/>
                <a:gd name="T10" fmla="*/ 15 w 402"/>
                <a:gd name="T11" fmla="*/ 54 h 115"/>
                <a:gd name="T12" fmla="*/ 3 w 402"/>
                <a:gd name="T13" fmla="*/ 69 h 115"/>
                <a:gd name="T14" fmla="*/ 9 w 402"/>
                <a:gd name="T15" fmla="*/ 93 h 115"/>
                <a:gd name="T16" fmla="*/ 54 w 402"/>
                <a:gd name="T17" fmla="*/ 102 h 115"/>
                <a:gd name="T18" fmla="*/ 198 w 402"/>
                <a:gd name="T19" fmla="*/ 111 h 115"/>
                <a:gd name="T20" fmla="*/ 336 w 402"/>
                <a:gd name="T21" fmla="*/ 75 h 115"/>
                <a:gd name="T22" fmla="*/ 375 w 402"/>
                <a:gd name="T23" fmla="*/ 54 h 115"/>
                <a:gd name="T24" fmla="*/ 402 w 402"/>
                <a:gd name="T2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537658" name="Group 58">
            <a:extLst>
              <a:ext uri="{FF2B5EF4-FFF2-40B4-BE49-F238E27FC236}">
                <a16:creationId xmlns:a16="http://schemas.microsoft.com/office/drawing/2014/main" id="{26CEC76E-892E-1FD9-85B6-4F6A50BBE1E7}"/>
              </a:ext>
            </a:extLst>
          </p:cNvPr>
          <p:cNvGrpSpPr>
            <a:grpSpLocks/>
          </p:cNvGrpSpPr>
          <p:nvPr/>
        </p:nvGrpSpPr>
        <p:grpSpPr bwMode="auto"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537659" name="Freeform 59">
              <a:extLst>
                <a:ext uri="{FF2B5EF4-FFF2-40B4-BE49-F238E27FC236}">
                  <a16:creationId xmlns:a16="http://schemas.microsoft.com/office/drawing/2014/main" id="{25A9AD75-47C9-646D-CEAF-8C630A56DC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1" y="4047"/>
              <a:ext cx="1735" cy="72"/>
            </a:xfrm>
            <a:custGeom>
              <a:avLst/>
              <a:gdLst>
                <a:gd name="T0" fmla="*/ 165 w 1735"/>
                <a:gd name="T1" fmla="*/ 6 h 72"/>
                <a:gd name="T2" fmla="*/ 450 w 1735"/>
                <a:gd name="T3" fmla="*/ 3 h 72"/>
                <a:gd name="T4" fmla="*/ 714 w 1735"/>
                <a:gd name="T5" fmla="*/ 12 h 72"/>
                <a:gd name="T6" fmla="*/ 957 w 1735"/>
                <a:gd name="T7" fmla="*/ 24 h 72"/>
                <a:gd name="T8" fmla="*/ 1173 w 1735"/>
                <a:gd name="T9" fmla="*/ 24 h 72"/>
                <a:gd name="T10" fmla="*/ 1473 w 1735"/>
                <a:gd name="T11" fmla="*/ 15 h 72"/>
                <a:gd name="T12" fmla="*/ 1617 w 1735"/>
                <a:gd name="T13" fmla="*/ 0 h 72"/>
                <a:gd name="T14" fmla="*/ 1719 w 1735"/>
                <a:gd name="T15" fmla="*/ 15 h 72"/>
                <a:gd name="T16" fmla="*/ 1716 w 1735"/>
                <a:gd name="T17" fmla="*/ 66 h 72"/>
                <a:gd name="T18" fmla="*/ 1632 w 1735"/>
                <a:gd name="T19" fmla="*/ 51 h 72"/>
                <a:gd name="T20" fmla="*/ 1407 w 1735"/>
                <a:gd name="T21" fmla="*/ 51 h 72"/>
                <a:gd name="T22" fmla="*/ 1191 w 1735"/>
                <a:gd name="T23" fmla="*/ 48 h 72"/>
                <a:gd name="T24" fmla="*/ 870 w 1735"/>
                <a:gd name="T25" fmla="*/ 60 h 72"/>
                <a:gd name="T26" fmla="*/ 492 w 1735"/>
                <a:gd name="T27" fmla="*/ 48 h 72"/>
                <a:gd name="T28" fmla="*/ 291 w 1735"/>
                <a:gd name="T29" fmla="*/ 27 h 72"/>
                <a:gd name="T30" fmla="*/ 21 w 1735"/>
                <a:gd name="T31" fmla="*/ 36 h 72"/>
                <a:gd name="T32" fmla="*/ 165 w 1735"/>
                <a:gd name="T33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60" name="Freeform 60">
              <a:extLst>
                <a:ext uri="{FF2B5EF4-FFF2-40B4-BE49-F238E27FC236}">
                  <a16:creationId xmlns:a16="http://schemas.microsoft.com/office/drawing/2014/main" id="{2864E12D-1152-1EDA-F3FE-2E5531BD8C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" y="4038"/>
              <a:ext cx="2655" cy="60"/>
            </a:xfrm>
            <a:custGeom>
              <a:avLst/>
              <a:gdLst>
                <a:gd name="T0" fmla="*/ 2641 w 2655"/>
                <a:gd name="T1" fmla="*/ 6 h 60"/>
                <a:gd name="T2" fmla="*/ 2620 w 2655"/>
                <a:gd name="T3" fmla="*/ 30 h 60"/>
                <a:gd name="T4" fmla="*/ 2368 w 2655"/>
                <a:gd name="T5" fmla="*/ 45 h 60"/>
                <a:gd name="T6" fmla="*/ 2023 w 2655"/>
                <a:gd name="T7" fmla="*/ 60 h 60"/>
                <a:gd name="T8" fmla="*/ 1786 w 2655"/>
                <a:gd name="T9" fmla="*/ 48 h 60"/>
                <a:gd name="T10" fmla="*/ 1525 w 2655"/>
                <a:gd name="T11" fmla="*/ 36 h 60"/>
                <a:gd name="T12" fmla="*/ 1195 w 2655"/>
                <a:gd name="T13" fmla="*/ 45 h 60"/>
                <a:gd name="T14" fmla="*/ 817 w 2655"/>
                <a:gd name="T15" fmla="*/ 39 h 60"/>
                <a:gd name="T16" fmla="*/ 499 w 2655"/>
                <a:gd name="T17" fmla="*/ 27 h 60"/>
                <a:gd name="T18" fmla="*/ 136 w 2655"/>
                <a:gd name="T19" fmla="*/ 39 h 60"/>
                <a:gd name="T20" fmla="*/ 10 w 2655"/>
                <a:gd name="T21" fmla="*/ 33 h 60"/>
                <a:gd name="T22" fmla="*/ 76 w 2655"/>
                <a:gd name="T23" fmla="*/ 24 h 60"/>
                <a:gd name="T24" fmla="*/ 310 w 2655"/>
                <a:gd name="T25" fmla="*/ 18 h 60"/>
                <a:gd name="T26" fmla="*/ 544 w 2655"/>
                <a:gd name="T27" fmla="*/ 0 h 60"/>
                <a:gd name="T28" fmla="*/ 853 w 2655"/>
                <a:gd name="T29" fmla="*/ 21 h 60"/>
                <a:gd name="T30" fmla="*/ 1114 w 2655"/>
                <a:gd name="T31" fmla="*/ 21 h 60"/>
                <a:gd name="T32" fmla="*/ 1399 w 2655"/>
                <a:gd name="T33" fmla="*/ 3 h 60"/>
                <a:gd name="T34" fmla="*/ 1588 w 2655"/>
                <a:gd name="T35" fmla="*/ 9 h 60"/>
                <a:gd name="T36" fmla="*/ 1807 w 2655"/>
                <a:gd name="T37" fmla="*/ 21 h 60"/>
                <a:gd name="T38" fmla="*/ 2035 w 2655"/>
                <a:gd name="T39" fmla="*/ 12 h 60"/>
                <a:gd name="T40" fmla="*/ 2290 w 2655"/>
                <a:gd name="T41" fmla="*/ 18 h 60"/>
                <a:gd name="T42" fmla="*/ 2596 w 2655"/>
                <a:gd name="T43" fmla="*/ 3 h 60"/>
                <a:gd name="T44" fmla="*/ 2641 w 2655"/>
                <a:gd name="T45" fmla="*/ 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7661" name="Freeform 61">
              <a:extLst>
                <a:ext uri="{FF2B5EF4-FFF2-40B4-BE49-F238E27FC236}">
                  <a16:creationId xmlns:a16="http://schemas.microsoft.com/office/drawing/2014/main" id="{7E65420E-9BEC-263A-C79C-2F4C7F876C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4032"/>
              <a:ext cx="2041" cy="62"/>
            </a:xfrm>
            <a:custGeom>
              <a:avLst/>
              <a:gdLst>
                <a:gd name="T0" fmla="*/ 1893 w 2041"/>
                <a:gd name="T1" fmla="*/ 39 h 62"/>
                <a:gd name="T2" fmla="*/ 1578 w 2041"/>
                <a:gd name="T3" fmla="*/ 45 h 62"/>
                <a:gd name="T4" fmla="*/ 1011 w 2041"/>
                <a:gd name="T5" fmla="*/ 60 h 62"/>
                <a:gd name="T6" fmla="*/ 438 w 2041"/>
                <a:gd name="T7" fmla="*/ 57 h 62"/>
                <a:gd name="T8" fmla="*/ 0 w 2041"/>
                <a:gd name="T9" fmla="*/ 36 h 62"/>
                <a:gd name="T10" fmla="*/ 0 w 2041"/>
                <a:gd name="T11" fmla="*/ 3 h 62"/>
                <a:gd name="T12" fmla="*/ 210 w 2041"/>
                <a:gd name="T13" fmla="*/ 18 h 62"/>
                <a:gd name="T14" fmla="*/ 474 w 2041"/>
                <a:gd name="T15" fmla="*/ 21 h 62"/>
                <a:gd name="T16" fmla="*/ 678 w 2041"/>
                <a:gd name="T17" fmla="*/ 9 h 62"/>
                <a:gd name="T18" fmla="*/ 897 w 2041"/>
                <a:gd name="T19" fmla="*/ 9 h 62"/>
                <a:gd name="T20" fmla="*/ 1167 w 2041"/>
                <a:gd name="T21" fmla="*/ 30 h 62"/>
                <a:gd name="T22" fmla="*/ 1500 w 2041"/>
                <a:gd name="T23" fmla="*/ 24 h 62"/>
                <a:gd name="T24" fmla="*/ 1758 w 2041"/>
                <a:gd name="T25" fmla="*/ 3 h 62"/>
                <a:gd name="T26" fmla="*/ 1938 w 2041"/>
                <a:gd name="T27" fmla="*/ 18 h 62"/>
                <a:gd name="T28" fmla="*/ 2034 w 2041"/>
                <a:gd name="T29" fmla="*/ 33 h 62"/>
                <a:gd name="T30" fmla="*/ 1893 w 2041"/>
                <a:gd name="T31" fmla="*/ 39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537662" name="Rectangle 62">
            <a:extLst>
              <a:ext uri="{FF2B5EF4-FFF2-40B4-BE49-F238E27FC236}">
                <a16:creationId xmlns:a16="http://schemas.microsoft.com/office/drawing/2014/main" id="{2515903B-3322-7A67-7B0A-54977ADD2202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</p:spPr>
        <p:txBody>
          <a:bodyPr anchorCtr="1"/>
          <a:lstStyle>
            <a:lvl1pPr>
              <a:defRPr/>
            </a:lvl1pPr>
          </a:lstStyle>
          <a:p>
            <a:pPr lvl="0"/>
            <a:r>
              <a:rPr lang="pt-BR" altLang="pt-BR" noProof="0"/>
              <a:t>Clique para editar o estilo do título mestre</a:t>
            </a:r>
          </a:p>
        </p:txBody>
      </p:sp>
      <p:sp>
        <p:nvSpPr>
          <p:cNvPr id="537663" name="Rectangle 63">
            <a:extLst>
              <a:ext uri="{FF2B5EF4-FFF2-40B4-BE49-F238E27FC236}">
                <a16:creationId xmlns:a16="http://schemas.microsoft.com/office/drawing/2014/main" id="{133994CD-A551-FFF5-B639-164776BEE693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</p:spPr>
        <p:txBody>
          <a:bodyPr anchorCtr="1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pt-BR" altLang="pt-BR" noProof="0"/>
              <a:t>Clique para editar o estilo do subtítulo mestre</a:t>
            </a:r>
          </a:p>
        </p:txBody>
      </p:sp>
      <p:sp>
        <p:nvSpPr>
          <p:cNvPr id="537664" name="Rectangle 64">
            <a:extLst>
              <a:ext uri="{FF2B5EF4-FFF2-40B4-BE49-F238E27FC236}">
                <a16:creationId xmlns:a16="http://schemas.microsoft.com/office/drawing/2014/main" id="{1A6C694B-0B9A-891F-E86E-21425F4BE00B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37665" name="Rectangle 65">
            <a:extLst>
              <a:ext uri="{FF2B5EF4-FFF2-40B4-BE49-F238E27FC236}">
                <a16:creationId xmlns:a16="http://schemas.microsoft.com/office/drawing/2014/main" id="{43BE5055-3E80-3CEA-75A2-25401B286F1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37666" name="Rectangle 66">
            <a:extLst>
              <a:ext uri="{FF2B5EF4-FFF2-40B4-BE49-F238E27FC236}">
                <a16:creationId xmlns:a16="http://schemas.microsoft.com/office/drawing/2014/main" id="{BC3B99A4-C5B0-73B6-660D-DA2ABF6F344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E45252A7-19EC-410A-B413-DACD3D355AEE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A61F1-46D7-F027-D24E-68B67C8A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4E9C6E-E0A6-1035-FACA-99676885B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07EE6E-F4F8-2BF0-F358-E5D512F6E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D7A78B-7CD5-7959-F794-5E2C06C5C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DC78E-F110-888F-5469-B6C7E9108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61E83A-5793-4678-B0C7-5225DE6F428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04333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8BCE7-DCD2-EBAB-5404-FCB86D329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BF7031-A2D9-FE0A-30ED-66443FA75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7DEEFA-0397-5CC4-05F5-8A6651A7A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DF304B-E736-D75E-1F22-FC4CBB016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8EEC37-1B3E-76F8-DA78-DD16F3EA0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2B28A-73E9-4767-88D7-CAE58B404B8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34166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D4D3D-955B-03A7-190C-B525017C6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B1D9C8-F835-4936-3233-FE2576757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827837-8562-9687-0E5C-4E91B6252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39AB06-331E-23A8-D7D9-958B5BF8E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89223E-AE4E-D0DF-1B5A-F52E3BEC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02EDE4-F46E-CBE9-DCD9-B3D53384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0F87F0-4D5F-46AE-A9D8-867B52C034D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4463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FFFF7E-D411-7B24-5681-5087E3765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8CCDB2-17B8-4DA0-D35C-525A15355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03992E0-EA5A-B50D-DD46-D6A95438D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26967FB-7D16-1BD5-8B37-BF9698B3A9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49E7A92-5C3A-7769-9428-53D606C679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B4610DD-0825-05C3-C610-F976DA8AF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B015BBE-1704-A2AF-0556-B9F25D225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240F25D-0EDB-98A0-A62F-F55182AB6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A398EF-9A13-4837-B040-8F3B317837E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0728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FDDFFC-9B01-F14F-9BCF-F071729A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7482B9A-F894-F5EA-D232-4D9223B6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42A2621-0312-ACB9-127B-B46D7970E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7A2E570-07B9-8D8E-02D1-540304872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D8E480-51BB-4B73-A5D6-8DDB841AE38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95480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0F6C2BF-59BD-E360-1A53-E4F2EEB8F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D642610-6411-56D9-62C5-43C7CD227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6D7FD8-142B-C0D0-5CD3-1CEC3AFE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86BB9E-6630-46E3-8F8B-C8223FEDD23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31496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196C33-D0C0-043F-E5DF-798004168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0F3282-D18A-4FAD-47D8-D4DCB30CB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95FB651-DC5E-C0DE-8991-322965719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D75F88-E5BE-D08D-C82A-6A4677C4A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EAFED9-0639-27F7-3CEA-501029FED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429D97-83CB-F82F-8081-25D06A19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573257-E82B-4FBA-B938-1FABE62B2D4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7813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91326-AB4C-5750-2E49-D304FF2E6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A38AA60-9538-D484-232A-05CA14E124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0B17B49-2C55-3AA1-5F22-165C36B30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2E61F50-0F49-250A-4700-627FBAE4F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23C3EE-451D-D117-B8A3-61C1B2B8B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E24619-8AEB-DAA2-C476-D9E38F969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038CD3-EE15-46E6-85C2-CDD9ED77A5B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4684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4E9F79-8379-D44D-6FD7-203AC069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ED6E5A1-FD32-3B5C-61FC-939DEA924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3AAB46-91FC-D4B6-E3DB-64974082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F8BF3-48C1-6538-248F-739ACE8C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02D36-D414-BE21-C0EE-C402E04F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99EEB0-EC60-4D5D-839A-FA814617AAB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9680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9CD833-AD92-FA17-FC60-A832CA5AEF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891629-FF2D-1942-65B3-FD30DA3EC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676900" cy="53276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0BDBAD-AFBC-83F5-02DD-8419BAF8D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0CA388-29FC-3074-A47F-25AF2EE0C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238977-5228-1096-8CD5-94A63EB6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AF9E5A-A573-42FC-9F5E-01FDA0B778F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51682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636" name="Group 60">
            <a:extLst>
              <a:ext uri="{FF2B5EF4-FFF2-40B4-BE49-F238E27FC236}">
                <a16:creationId xmlns:a16="http://schemas.microsoft.com/office/drawing/2014/main" id="{5528EECE-06F0-3C45-0975-0B1B87146D8D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56700" cy="757238"/>
            <a:chOff x="0" y="0"/>
            <a:chExt cx="5768" cy="477"/>
          </a:xfrm>
        </p:grpSpPr>
        <p:sp>
          <p:nvSpPr>
            <p:cNvPr id="536610" name="Freeform 34">
              <a:extLst>
                <a:ext uri="{FF2B5EF4-FFF2-40B4-BE49-F238E27FC236}">
                  <a16:creationId xmlns:a16="http://schemas.microsoft.com/office/drawing/2014/main" id="{F15F8DD6-D257-2A1B-BE10-97CA7B5DFE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" y="0"/>
              <a:ext cx="5763" cy="477"/>
            </a:xfrm>
            <a:custGeom>
              <a:avLst/>
              <a:gdLst>
                <a:gd name="T0" fmla="*/ 0 w 5763"/>
                <a:gd name="T1" fmla="*/ 450 h 477"/>
                <a:gd name="T2" fmla="*/ 3 w 5763"/>
                <a:gd name="T3" fmla="*/ 0 h 477"/>
                <a:gd name="T4" fmla="*/ 5763 w 5763"/>
                <a:gd name="T5" fmla="*/ 0 h 477"/>
                <a:gd name="T6" fmla="*/ 5763 w 5763"/>
                <a:gd name="T7" fmla="*/ 465 h 477"/>
                <a:gd name="T8" fmla="*/ 4821 w 5763"/>
                <a:gd name="T9" fmla="*/ 477 h 477"/>
                <a:gd name="T10" fmla="*/ 4326 w 5763"/>
                <a:gd name="T11" fmla="*/ 447 h 477"/>
                <a:gd name="T12" fmla="*/ 3783 w 5763"/>
                <a:gd name="T13" fmla="*/ 465 h 477"/>
                <a:gd name="T14" fmla="*/ 3417 w 5763"/>
                <a:gd name="T15" fmla="*/ 456 h 477"/>
                <a:gd name="T16" fmla="*/ 2973 w 5763"/>
                <a:gd name="T17" fmla="*/ 459 h 477"/>
                <a:gd name="T18" fmla="*/ 2451 w 5763"/>
                <a:gd name="T19" fmla="*/ 453 h 477"/>
                <a:gd name="T20" fmla="*/ 2289 w 5763"/>
                <a:gd name="T21" fmla="*/ 441 h 477"/>
                <a:gd name="T22" fmla="*/ 2010 w 5763"/>
                <a:gd name="T23" fmla="*/ 453 h 477"/>
                <a:gd name="T24" fmla="*/ 1827 w 5763"/>
                <a:gd name="T25" fmla="*/ 450 h 477"/>
                <a:gd name="T26" fmla="*/ 1215 w 5763"/>
                <a:gd name="T27" fmla="*/ 465 h 477"/>
                <a:gd name="T28" fmla="*/ 660 w 5763"/>
                <a:gd name="T29" fmla="*/ 456 h 477"/>
                <a:gd name="T30" fmla="*/ 0 w 5763"/>
                <a:gd name="T31" fmla="*/ 45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11" name="Freeform 35">
              <a:extLst>
                <a:ext uri="{FF2B5EF4-FFF2-40B4-BE49-F238E27FC236}">
                  <a16:creationId xmlns:a16="http://schemas.microsoft.com/office/drawing/2014/main" id="{4D0AE440-AD50-2389-2EDD-57C0CB5F5C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98"/>
              <a:ext cx="256" cy="253"/>
            </a:xfrm>
            <a:custGeom>
              <a:avLst/>
              <a:gdLst>
                <a:gd name="T0" fmla="*/ 8 w 256"/>
                <a:gd name="T1" fmla="*/ 190 h 253"/>
                <a:gd name="T2" fmla="*/ 71 w 256"/>
                <a:gd name="T3" fmla="*/ 115 h 253"/>
                <a:gd name="T4" fmla="*/ 203 w 256"/>
                <a:gd name="T5" fmla="*/ 16 h 253"/>
                <a:gd name="T6" fmla="*/ 251 w 256"/>
                <a:gd name="T7" fmla="*/ 19 h 253"/>
                <a:gd name="T8" fmla="*/ 236 w 256"/>
                <a:gd name="T9" fmla="*/ 46 h 253"/>
                <a:gd name="T10" fmla="*/ 176 w 256"/>
                <a:gd name="T11" fmla="*/ 82 h 253"/>
                <a:gd name="T12" fmla="*/ 92 w 256"/>
                <a:gd name="T13" fmla="*/ 154 h 253"/>
                <a:gd name="T14" fmla="*/ 23 w 256"/>
                <a:gd name="T15" fmla="*/ 247 h 253"/>
                <a:gd name="T16" fmla="*/ 8 w 256"/>
                <a:gd name="T17" fmla="*/ 19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12" name="Freeform 36">
              <a:extLst>
                <a:ext uri="{FF2B5EF4-FFF2-40B4-BE49-F238E27FC236}">
                  <a16:creationId xmlns:a16="http://schemas.microsoft.com/office/drawing/2014/main" id="{39CAEFD9-3001-AFE2-9E63-217892F845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" y="0"/>
              <a:ext cx="708" cy="459"/>
            </a:xfrm>
            <a:custGeom>
              <a:avLst/>
              <a:gdLst>
                <a:gd name="T0" fmla="*/ 0 w 708"/>
                <a:gd name="T1" fmla="*/ 432 h 459"/>
                <a:gd name="T2" fmla="*/ 0 w 708"/>
                <a:gd name="T3" fmla="*/ 453 h 459"/>
                <a:gd name="T4" fmla="*/ 72 w 708"/>
                <a:gd name="T5" fmla="*/ 324 h 459"/>
                <a:gd name="T6" fmla="*/ 198 w 708"/>
                <a:gd name="T7" fmla="*/ 201 h 459"/>
                <a:gd name="T8" fmla="*/ 366 w 708"/>
                <a:gd name="T9" fmla="*/ 102 h 459"/>
                <a:gd name="T10" fmla="*/ 531 w 708"/>
                <a:gd name="T11" fmla="*/ 36 h 459"/>
                <a:gd name="T12" fmla="*/ 609 w 708"/>
                <a:gd name="T13" fmla="*/ 0 h 459"/>
                <a:gd name="T14" fmla="*/ 708 w 708"/>
                <a:gd name="T15" fmla="*/ 3 h 459"/>
                <a:gd name="T16" fmla="*/ 591 w 708"/>
                <a:gd name="T17" fmla="*/ 66 h 459"/>
                <a:gd name="T18" fmla="*/ 417 w 708"/>
                <a:gd name="T19" fmla="*/ 126 h 459"/>
                <a:gd name="T20" fmla="*/ 237 w 708"/>
                <a:gd name="T21" fmla="*/ 231 h 459"/>
                <a:gd name="T22" fmla="*/ 117 w 708"/>
                <a:gd name="T23" fmla="*/ 345 h 459"/>
                <a:gd name="T24" fmla="*/ 51 w 708"/>
                <a:gd name="T25" fmla="*/ 459 h 459"/>
                <a:gd name="T26" fmla="*/ 0 w 708"/>
                <a:gd name="T27" fmla="*/ 453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13" name="Freeform 37">
              <a:extLst>
                <a:ext uri="{FF2B5EF4-FFF2-40B4-BE49-F238E27FC236}">
                  <a16:creationId xmlns:a16="http://schemas.microsoft.com/office/drawing/2014/main" id="{680EF590-12E7-5917-48C7-8F30B9E9D4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1" y="269"/>
              <a:ext cx="251" cy="194"/>
            </a:xfrm>
            <a:custGeom>
              <a:avLst/>
              <a:gdLst>
                <a:gd name="T0" fmla="*/ 21 w 251"/>
                <a:gd name="T1" fmla="*/ 163 h 194"/>
                <a:gd name="T2" fmla="*/ 9 w 251"/>
                <a:gd name="T3" fmla="*/ 184 h 194"/>
                <a:gd name="T4" fmla="*/ 75 w 251"/>
                <a:gd name="T5" fmla="*/ 103 h 194"/>
                <a:gd name="T6" fmla="*/ 165 w 251"/>
                <a:gd name="T7" fmla="*/ 28 h 194"/>
                <a:gd name="T8" fmla="*/ 207 w 251"/>
                <a:gd name="T9" fmla="*/ 7 h 194"/>
                <a:gd name="T10" fmla="*/ 246 w 251"/>
                <a:gd name="T11" fmla="*/ 4 h 194"/>
                <a:gd name="T12" fmla="*/ 237 w 251"/>
                <a:gd name="T13" fmla="*/ 34 h 194"/>
                <a:gd name="T14" fmla="*/ 183 w 251"/>
                <a:gd name="T15" fmla="*/ 61 h 194"/>
                <a:gd name="T16" fmla="*/ 108 w 251"/>
                <a:gd name="T17" fmla="*/ 124 h 194"/>
                <a:gd name="T18" fmla="*/ 54 w 251"/>
                <a:gd name="T19" fmla="*/ 190 h 194"/>
                <a:gd name="T20" fmla="*/ 6 w 251"/>
                <a:gd name="T21" fmla="*/ 18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14" name="Freeform 38">
              <a:extLst>
                <a:ext uri="{FF2B5EF4-FFF2-40B4-BE49-F238E27FC236}">
                  <a16:creationId xmlns:a16="http://schemas.microsoft.com/office/drawing/2014/main" id="{955EF64B-1B55-ED1D-F138-3AE95F373D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1" y="0"/>
              <a:ext cx="159" cy="72"/>
            </a:xfrm>
            <a:custGeom>
              <a:avLst/>
              <a:gdLst>
                <a:gd name="T0" fmla="*/ 99 w 159"/>
                <a:gd name="T1" fmla="*/ 0 h 72"/>
                <a:gd name="T2" fmla="*/ 15 w 159"/>
                <a:gd name="T3" fmla="*/ 36 h 72"/>
                <a:gd name="T4" fmla="*/ 6 w 159"/>
                <a:gd name="T5" fmla="*/ 60 h 72"/>
                <a:gd name="T6" fmla="*/ 36 w 159"/>
                <a:gd name="T7" fmla="*/ 69 h 72"/>
                <a:gd name="T8" fmla="*/ 87 w 159"/>
                <a:gd name="T9" fmla="*/ 42 h 72"/>
                <a:gd name="T10" fmla="*/ 159 w 159"/>
                <a:gd name="T11" fmla="*/ 0 h 72"/>
                <a:gd name="T12" fmla="*/ 99 w 159"/>
                <a:gd name="T13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15" name="Freeform 39">
              <a:extLst>
                <a:ext uri="{FF2B5EF4-FFF2-40B4-BE49-F238E27FC236}">
                  <a16:creationId xmlns:a16="http://schemas.microsoft.com/office/drawing/2014/main" id="{787AED6F-C799-1FCF-D232-0ED0CA2433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8" y="0"/>
              <a:ext cx="455" cy="216"/>
            </a:xfrm>
            <a:custGeom>
              <a:avLst/>
              <a:gdLst>
                <a:gd name="T0" fmla="*/ 395 w 455"/>
                <a:gd name="T1" fmla="*/ 0 h 216"/>
                <a:gd name="T2" fmla="*/ 338 w 455"/>
                <a:gd name="T3" fmla="*/ 48 h 216"/>
                <a:gd name="T4" fmla="*/ 242 w 455"/>
                <a:gd name="T5" fmla="*/ 102 h 216"/>
                <a:gd name="T6" fmla="*/ 104 w 455"/>
                <a:gd name="T7" fmla="*/ 147 h 216"/>
                <a:gd name="T8" fmla="*/ 35 w 455"/>
                <a:gd name="T9" fmla="*/ 168 h 216"/>
                <a:gd name="T10" fmla="*/ 8 w 455"/>
                <a:gd name="T11" fmla="*/ 192 h 216"/>
                <a:gd name="T12" fmla="*/ 8 w 455"/>
                <a:gd name="T13" fmla="*/ 213 h 216"/>
                <a:gd name="T14" fmla="*/ 59 w 455"/>
                <a:gd name="T15" fmla="*/ 213 h 216"/>
                <a:gd name="T16" fmla="*/ 86 w 455"/>
                <a:gd name="T17" fmla="*/ 192 h 216"/>
                <a:gd name="T18" fmla="*/ 173 w 455"/>
                <a:gd name="T19" fmla="*/ 159 h 216"/>
                <a:gd name="T20" fmla="*/ 299 w 455"/>
                <a:gd name="T21" fmla="*/ 126 h 216"/>
                <a:gd name="T22" fmla="*/ 392 w 455"/>
                <a:gd name="T23" fmla="*/ 72 h 216"/>
                <a:gd name="T24" fmla="*/ 455 w 455"/>
                <a:gd name="T25" fmla="*/ 0 h 216"/>
                <a:gd name="T26" fmla="*/ 395 w 455"/>
                <a:gd name="T27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16" name="Freeform 40">
              <a:extLst>
                <a:ext uri="{FF2B5EF4-FFF2-40B4-BE49-F238E27FC236}">
                  <a16:creationId xmlns:a16="http://schemas.microsoft.com/office/drawing/2014/main" id="{8FC675DE-D0B4-1692-FDA2-ABDB16C1EE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48" y="37"/>
              <a:ext cx="414" cy="108"/>
            </a:xfrm>
            <a:custGeom>
              <a:avLst/>
              <a:gdLst>
                <a:gd name="T0" fmla="*/ 0 w 414"/>
                <a:gd name="T1" fmla="*/ 11 h 108"/>
                <a:gd name="T2" fmla="*/ 24 w 414"/>
                <a:gd name="T3" fmla="*/ 11 h 108"/>
                <a:gd name="T4" fmla="*/ 156 w 414"/>
                <a:gd name="T5" fmla="*/ 2 h 108"/>
                <a:gd name="T6" fmla="*/ 288 w 414"/>
                <a:gd name="T7" fmla="*/ 23 h 108"/>
                <a:gd name="T8" fmla="*/ 384 w 414"/>
                <a:gd name="T9" fmla="*/ 53 h 108"/>
                <a:gd name="T10" fmla="*/ 411 w 414"/>
                <a:gd name="T11" fmla="*/ 74 h 108"/>
                <a:gd name="T12" fmla="*/ 405 w 414"/>
                <a:gd name="T13" fmla="*/ 104 h 108"/>
                <a:gd name="T14" fmla="*/ 363 w 414"/>
                <a:gd name="T15" fmla="*/ 101 h 108"/>
                <a:gd name="T16" fmla="*/ 294 w 414"/>
                <a:gd name="T17" fmla="*/ 77 h 108"/>
                <a:gd name="T18" fmla="*/ 174 w 414"/>
                <a:gd name="T19" fmla="*/ 50 h 108"/>
                <a:gd name="T20" fmla="*/ 72 w 414"/>
                <a:gd name="T21" fmla="*/ 62 h 108"/>
                <a:gd name="T22" fmla="*/ 36 w 414"/>
                <a:gd name="T23" fmla="*/ 59 h 108"/>
                <a:gd name="T24" fmla="*/ 0 w 414"/>
                <a:gd name="T25" fmla="*/ 11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17" name="Freeform 41">
              <a:extLst>
                <a:ext uri="{FF2B5EF4-FFF2-40B4-BE49-F238E27FC236}">
                  <a16:creationId xmlns:a16="http://schemas.microsoft.com/office/drawing/2014/main" id="{8B1045FF-8FD6-1B75-CE38-A37D842A36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90" y="0"/>
              <a:ext cx="520" cy="225"/>
            </a:xfrm>
            <a:custGeom>
              <a:avLst/>
              <a:gdLst>
                <a:gd name="T0" fmla="*/ 42 w 520"/>
                <a:gd name="T1" fmla="*/ 0 h 225"/>
                <a:gd name="T2" fmla="*/ 12 w 520"/>
                <a:gd name="T3" fmla="*/ 24 h 225"/>
                <a:gd name="T4" fmla="*/ 114 w 520"/>
                <a:gd name="T5" fmla="*/ 54 h 225"/>
                <a:gd name="T6" fmla="*/ 240 w 520"/>
                <a:gd name="T7" fmla="*/ 117 h 225"/>
                <a:gd name="T8" fmla="*/ 333 w 520"/>
                <a:gd name="T9" fmla="*/ 153 h 225"/>
                <a:gd name="T10" fmla="*/ 438 w 520"/>
                <a:gd name="T11" fmla="*/ 219 h 225"/>
                <a:gd name="T12" fmla="*/ 426 w 520"/>
                <a:gd name="T13" fmla="*/ 192 h 225"/>
                <a:gd name="T14" fmla="*/ 441 w 520"/>
                <a:gd name="T15" fmla="*/ 180 h 225"/>
                <a:gd name="T16" fmla="*/ 519 w 520"/>
                <a:gd name="T17" fmla="*/ 216 h 225"/>
                <a:gd name="T18" fmla="*/ 450 w 520"/>
                <a:gd name="T19" fmla="*/ 162 h 225"/>
                <a:gd name="T20" fmla="*/ 381 w 520"/>
                <a:gd name="T21" fmla="*/ 135 h 225"/>
                <a:gd name="T22" fmla="*/ 285 w 520"/>
                <a:gd name="T23" fmla="*/ 84 h 225"/>
                <a:gd name="T24" fmla="*/ 186 w 520"/>
                <a:gd name="T25" fmla="*/ 18 h 225"/>
                <a:gd name="T26" fmla="*/ 123 w 520"/>
                <a:gd name="T27" fmla="*/ 0 h 225"/>
                <a:gd name="T28" fmla="*/ 42 w 520"/>
                <a:gd name="T29" fmla="*/ 0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18" name="Freeform 42">
              <a:extLst>
                <a:ext uri="{FF2B5EF4-FFF2-40B4-BE49-F238E27FC236}">
                  <a16:creationId xmlns:a16="http://schemas.microsoft.com/office/drawing/2014/main" id="{65078A92-BEC8-D88D-0C75-FD7ACAAEC5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3" y="154"/>
              <a:ext cx="431" cy="233"/>
            </a:xfrm>
            <a:custGeom>
              <a:avLst/>
              <a:gdLst>
                <a:gd name="T0" fmla="*/ 6 w 431"/>
                <a:gd name="T1" fmla="*/ 38 h 233"/>
                <a:gd name="T2" fmla="*/ 9 w 431"/>
                <a:gd name="T3" fmla="*/ 20 h 233"/>
                <a:gd name="T4" fmla="*/ 42 w 431"/>
                <a:gd name="T5" fmla="*/ 2 h 233"/>
                <a:gd name="T6" fmla="*/ 90 w 431"/>
                <a:gd name="T7" fmla="*/ 35 h 233"/>
                <a:gd name="T8" fmla="*/ 189 w 431"/>
                <a:gd name="T9" fmla="*/ 89 h 233"/>
                <a:gd name="T10" fmla="*/ 288 w 431"/>
                <a:gd name="T11" fmla="*/ 140 h 233"/>
                <a:gd name="T12" fmla="*/ 375 w 431"/>
                <a:gd name="T13" fmla="*/ 176 h 233"/>
                <a:gd name="T14" fmla="*/ 396 w 431"/>
                <a:gd name="T15" fmla="*/ 176 h 233"/>
                <a:gd name="T16" fmla="*/ 429 w 431"/>
                <a:gd name="T17" fmla="*/ 212 h 233"/>
                <a:gd name="T18" fmla="*/ 408 w 431"/>
                <a:gd name="T19" fmla="*/ 233 h 233"/>
                <a:gd name="T20" fmla="*/ 333 w 431"/>
                <a:gd name="T21" fmla="*/ 212 h 233"/>
                <a:gd name="T22" fmla="*/ 186 w 431"/>
                <a:gd name="T23" fmla="*/ 143 h 233"/>
                <a:gd name="T24" fmla="*/ 48 w 431"/>
                <a:gd name="T25" fmla="*/ 68 h 233"/>
                <a:gd name="T26" fmla="*/ 6 w 431"/>
                <a:gd name="T27" fmla="*/ 38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19" name="Freeform 43">
              <a:extLst>
                <a:ext uri="{FF2B5EF4-FFF2-40B4-BE49-F238E27FC236}">
                  <a16:creationId xmlns:a16="http://schemas.microsoft.com/office/drawing/2014/main" id="{1FA40A88-C2C5-0CBF-7154-4660504E69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62" y="87"/>
              <a:ext cx="396" cy="227"/>
            </a:xfrm>
            <a:custGeom>
              <a:avLst/>
              <a:gdLst>
                <a:gd name="T0" fmla="*/ 2 w 396"/>
                <a:gd name="T1" fmla="*/ 9 h 227"/>
                <a:gd name="T2" fmla="*/ 53 w 396"/>
                <a:gd name="T3" fmla="*/ 66 h 227"/>
                <a:gd name="T4" fmla="*/ 176 w 396"/>
                <a:gd name="T5" fmla="*/ 132 h 227"/>
                <a:gd name="T6" fmla="*/ 293 w 396"/>
                <a:gd name="T7" fmla="*/ 189 h 227"/>
                <a:gd name="T8" fmla="*/ 341 w 396"/>
                <a:gd name="T9" fmla="*/ 222 h 227"/>
                <a:gd name="T10" fmla="*/ 377 w 396"/>
                <a:gd name="T11" fmla="*/ 219 h 227"/>
                <a:gd name="T12" fmla="*/ 377 w 396"/>
                <a:gd name="T13" fmla="*/ 180 h 227"/>
                <a:gd name="T14" fmla="*/ 260 w 396"/>
                <a:gd name="T15" fmla="*/ 126 h 227"/>
                <a:gd name="T16" fmla="*/ 113 w 396"/>
                <a:gd name="T17" fmla="*/ 51 h 227"/>
                <a:gd name="T18" fmla="*/ 41 w 396"/>
                <a:gd name="T19" fmla="*/ 9 h 227"/>
                <a:gd name="T20" fmla="*/ 2 w 396"/>
                <a:gd name="T21" fmla="*/ 9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20" name="Freeform 44">
              <a:extLst>
                <a:ext uri="{FF2B5EF4-FFF2-40B4-BE49-F238E27FC236}">
                  <a16:creationId xmlns:a16="http://schemas.microsoft.com/office/drawing/2014/main" id="{4A5A008E-AF95-EF4E-9393-0AA13713D4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64" y="240"/>
              <a:ext cx="516" cy="223"/>
            </a:xfrm>
            <a:custGeom>
              <a:avLst/>
              <a:gdLst>
                <a:gd name="T0" fmla="*/ 3 w 516"/>
                <a:gd name="T1" fmla="*/ 10 h 223"/>
                <a:gd name="T2" fmla="*/ 105 w 516"/>
                <a:gd name="T3" fmla="*/ 97 h 223"/>
                <a:gd name="T4" fmla="*/ 243 w 516"/>
                <a:gd name="T5" fmla="*/ 178 h 223"/>
                <a:gd name="T6" fmla="*/ 357 w 516"/>
                <a:gd name="T7" fmla="*/ 217 h 223"/>
                <a:gd name="T8" fmla="*/ 498 w 516"/>
                <a:gd name="T9" fmla="*/ 214 h 223"/>
                <a:gd name="T10" fmla="*/ 468 w 516"/>
                <a:gd name="T11" fmla="*/ 187 h 223"/>
                <a:gd name="T12" fmla="*/ 309 w 516"/>
                <a:gd name="T13" fmla="*/ 136 h 223"/>
                <a:gd name="T14" fmla="*/ 123 w 516"/>
                <a:gd name="T15" fmla="*/ 34 h 223"/>
                <a:gd name="T16" fmla="*/ 3 w 516"/>
                <a:gd name="T17" fmla="*/ 1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21" name="Freeform 45">
              <a:extLst>
                <a:ext uri="{FF2B5EF4-FFF2-40B4-BE49-F238E27FC236}">
                  <a16:creationId xmlns:a16="http://schemas.microsoft.com/office/drawing/2014/main" id="{96798513-D919-3B01-3D88-56F3DCE7FC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" y="324"/>
              <a:ext cx="414" cy="100"/>
            </a:xfrm>
            <a:custGeom>
              <a:avLst/>
              <a:gdLst>
                <a:gd name="T0" fmla="*/ 69 w 414"/>
                <a:gd name="T1" fmla="*/ 60 h 100"/>
                <a:gd name="T2" fmla="*/ 12 w 414"/>
                <a:gd name="T3" fmla="*/ 42 h 100"/>
                <a:gd name="T4" fmla="*/ 3 w 414"/>
                <a:gd name="T5" fmla="*/ 15 h 100"/>
                <a:gd name="T6" fmla="*/ 30 w 414"/>
                <a:gd name="T7" fmla="*/ 0 h 100"/>
                <a:gd name="T8" fmla="*/ 117 w 414"/>
                <a:gd name="T9" fmla="*/ 18 h 100"/>
                <a:gd name="T10" fmla="*/ 243 w 414"/>
                <a:gd name="T11" fmla="*/ 48 h 100"/>
                <a:gd name="T12" fmla="*/ 387 w 414"/>
                <a:gd name="T13" fmla="*/ 48 h 100"/>
                <a:gd name="T14" fmla="*/ 408 w 414"/>
                <a:gd name="T15" fmla="*/ 54 h 100"/>
                <a:gd name="T16" fmla="*/ 381 w 414"/>
                <a:gd name="T17" fmla="*/ 87 h 100"/>
                <a:gd name="T18" fmla="*/ 318 w 414"/>
                <a:gd name="T19" fmla="*/ 99 h 100"/>
                <a:gd name="T20" fmla="*/ 195 w 414"/>
                <a:gd name="T21" fmla="*/ 93 h 100"/>
                <a:gd name="T22" fmla="*/ 69 w 414"/>
                <a:gd name="T23" fmla="*/ 6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22" name="Freeform 46">
              <a:extLst>
                <a:ext uri="{FF2B5EF4-FFF2-40B4-BE49-F238E27FC236}">
                  <a16:creationId xmlns:a16="http://schemas.microsoft.com/office/drawing/2014/main" id="{4FD626D1-AD81-DEE4-F2ED-DAF8FC8E2A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5" y="375"/>
              <a:ext cx="150" cy="72"/>
            </a:xfrm>
            <a:custGeom>
              <a:avLst/>
              <a:gdLst>
                <a:gd name="T0" fmla="*/ 3 w 150"/>
                <a:gd name="T1" fmla="*/ 67 h 72"/>
                <a:gd name="T2" fmla="*/ 84 w 150"/>
                <a:gd name="T3" fmla="*/ 19 h 72"/>
                <a:gd name="T4" fmla="*/ 123 w 150"/>
                <a:gd name="T5" fmla="*/ 1 h 72"/>
                <a:gd name="T6" fmla="*/ 150 w 150"/>
                <a:gd name="T7" fmla="*/ 22 h 72"/>
                <a:gd name="T8" fmla="*/ 123 w 150"/>
                <a:gd name="T9" fmla="*/ 55 h 72"/>
                <a:gd name="T10" fmla="*/ 90 w 150"/>
                <a:gd name="T11" fmla="*/ 70 h 72"/>
                <a:gd name="T12" fmla="*/ 0 w 150"/>
                <a:gd name="T13" fmla="*/ 67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23" name="Freeform 47">
              <a:extLst>
                <a:ext uri="{FF2B5EF4-FFF2-40B4-BE49-F238E27FC236}">
                  <a16:creationId xmlns:a16="http://schemas.microsoft.com/office/drawing/2014/main" id="{9A95D4DF-78F8-AA53-AE17-8485C7541A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3" y="267"/>
              <a:ext cx="148" cy="91"/>
            </a:xfrm>
            <a:custGeom>
              <a:avLst/>
              <a:gdLst>
                <a:gd name="T0" fmla="*/ 1 w 148"/>
                <a:gd name="T1" fmla="*/ 69 h 91"/>
                <a:gd name="T2" fmla="*/ 25 w 148"/>
                <a:gd name="T3" fmla="*/ 51 h 91"/>
                <a:gd name="T4" fmla="*/ 100 w 148"/>
                <a:gd name="T5" fmla="*/ 9 h 91"/>
                <a:gd name="T6" fmla="*/ 133 w 148"/>
                <a:gd name="T7" fmla="*/ 3 h 91"/>
                <a:gd name="T8" fmla="*/ 136 w 148"/>
                <a:gd name="T9" fmla="*/ 27 h 91"/>
                <a:gd name="T10" fmla="*/ 61 w 148"/>
                <a:gd name="T11" fmla="*/ 75 h 91"/>
                <a:gd name="T12" fmla="*/ 19 w 148"/>
                <a:gd name="T13" fmla="*/ 90 h 91"/>
                <a:gd name="T14" fmla="*/ 1 w 148"/>
                <a:gd name="T15" fmla="*/ 69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24" name="Freeform 48">
              <a:extLst>
                <a:ext uri="{FF2B5EF4-FFF2-40B4-BE49-F238E27FC236}">
                  <a16:creationId xmlns:a16="http://schemas.microsoft.com/office/drawing/2014/main" id="{4C9449E3-1106-2A68-9D44-F6ED7F69DC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0" y="58"/>
              <a:ext cx="938" cy="158"/>
            </a:xfrm>
            <a:custGeom>
              <a:avLst/>
              <a:gdLst>
                <a:gd name="T0" fmla="*/ 172 w 938"/>
                <a:gd name="T1" fmla="*/ 86 h 158"/>
                <a:gd name="T2" fmla="*/ 61 w 938"/>
                <a:gd name="T3" fmla="*/ 137 h 158"/>
                <a:gd name="T4" fmla="*/ 16 w 938"/>
                <a:gd name="T5" fmla="*/ 155 h 158"/>
                <a:gd name="T6" fmla="*/ 7 w 938"/>
                <a:gd name="T7" fmla="*/ 122 h 158"/>
                <a:gd name="T8" fmla="*/ 58 w 938"/>
                <a:gd name="T9" fmla="*/ 80 h 158"/>
                <a:gd name="T10" fmla="*/ 172 w 938"/>
                <a:gd name="T11" fmla="*/ 38 h 158"/>
                <a:gd name="T12" fmla="*/ 304 w 938"/>
                <a:gd name="T13" fmla="*/ 11 h 158"/>
                <a:gd name="T14" fmla="*/ 463 w 938"/>
                <a:gd name="T15" fmla="*/ 2 h 158"/>
                <a:gd name="T16" fmla="*/ 631 w 938"/>
                <a:gd name="T17" fmla="*/ 23 h 158"/>
                <a:gd name="T18" fmla="*/ 796 w 938"/>
                <a:gd name="T19" fmla="*/ 53 h 158"/>
                <a:gd name="T20" fmla="*/ 841 w 938"/>
                <a:gd name="T21" fmla="*/ 47 h 158"/>
                <a:gd name="T22" fmla="*/ 907 w 938"/>
                <a:gd name="T23" fmla="*/ 71 h 158"/>
                <a:gd name="T24" fmla="*/ 919 w 938"/>
                <a:gd name="T25" fmla="*/ 101 h 158"/>
                <a:gd name="T26" fmla="*/ 793 w 938"/>
                <a:gd name="T27" fmla="*/ 98 h 158"/>
                <a:gd name="T28" fmla="*/ 634 w 938"/>
                <a:gd name="T29" fmla="*/ 62 h 158"/>
                <a:gd name="T30" fmla="*/ 439 w 938"/>
                <a:gd name="T31" fmla="*/ 38 h 158"/>
                <a:gd name="T32" fmla="*/ 238 w 938"/>
                <a:gd name="T33" fmla="*/ 59 h 158"/>
                <a:gd name="T34" fmla="*/ 172 w 938"/>
                <a:gd name="T35" fmla="*/ 86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25" name="Freeform 49">
              <a:extLst>
                <a:ext uri="{FF2B5EF4-FFF2-40B4-BE49-F238E27FC236}">
                  <a16:creationId xmlns:a16="http://schemas.microsoft.com/office/drawing/2014/main" id="{9F7B31B7-C90F-8E4F-28D4-BE4E143CF5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145"/>
              <a:ext cx="372" cy="98"/>
            </a:xfrm>
            <a:custGeom>
              <a:avLst/>
              <a:gdLst>
                <a:gd name="T0" fmla="*/ 18 w 372"/>
                <a:gd name="T1" fmla="*/ 47 h 98"/>
                <a:gd name="T2" fmla="*/ 141 w 372"/>
                <a:gd name="T3" fmla="*/ 17 h 98"/>
                <a:gd name="T4" fmla="*/ 246 w 372"/>
                <a:gd name="T5" fmla="*/ 2 h 98"/>
                <a:gd name="T6" fmla="*/ 351 w 372"/>
                <a:gd name="T7" fmla="*/ 5 h 98"/>
                <a:gd name="T8" fmla="*/ 372 w 372"/>
                <a:gd name="T9" fmla="*/ 23 h 98"/>
                <a:gd name="T10" fmla="*/ 354 w 372"/>
                <a:gd name="T11" fmla="*/ 44 h 98"/>
                <a:gd name="T12" fmla="*/ 264 w 372"/>
                <a:gd name="T13" fmla="*/ 50 h 98"/>
                <a:gd name="T14" fmla="*/ 168 w 372"/>
                <a:gd name="T15" fmla="*/ 53 h 98"/>
                <a:gd name="T16" fmla="*/ 72 w 372"/>
                <a:gd name="T17" fmla="*/ 77 h 98"/>
                <a:gd name="T18" fmla="*/ 15 w 372"/>
                <a:gd name="T19" fmla="*/ 95 h 98"/>
                <a:gd name="T20" fmla="*/ 0 w 372"/>
                <a:gd name="T21" fmla="*/ 5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26" name="Freeform 50">
              <a:extLst>
                <a:ext uri="{FF2B5EF4-FFF2-40B4-BE49-F238E27FC236}">
                  <a16:creationId xmlns:a16="http://schemas.microsoft.com/office/drawing/2014/main" id="{12B99326-0C86-658D-5FFA-06A73D861F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8" y="308"/>
              <a:ext cx="318" cy="158"/>
            </a:xfrm>
            <a:custGeom>
              <a:avLst/>
              <a:gdLst>
                <a:gd name="T0" fmla="*/ 0 w 318"/>
                <a:gd name="T1" fmla="*/ 158 h 158"/>
                <a:gd name="T2" fmla="*/ 12 w 318"/>
                <a:gd name="T3" fmla="*/ 137 h 158"/>
                <a:gd name="T4" fmla="*/ 162 w 318"/>
                <a:gd name="T5" fmla="*/ 71 h 158"/>
                <a:gd name="T6" fmla="*/ 249 w 318"/>
                <a:gd name="T7" fmla="*/ 20 h 158"/>
                <a:gd name="T8" fmla="*/ 285 w 318"/>
                <a:gd name="T9" fmla="*/ 2 h 158"/>
                <a:gd name="T10" fmla="*/ 309 w 318"/>
                <a:gd name="T11" fmla="*/ 11 h 158"/>
                <a:gd name="T12" fmla="*/ 303 w 318"/>
                <a:gd name="T13" fmla="*/ 47 h 158"/>
                <a:gd name="T14" fmla="*/ 219 w 318"/>
                <a:gd name="T15" fmla="*/ 89 h 158"/>
                <a:gd name="T16" fmla="*/ 108 w 318"/>
                <a:gd name="T17" fmla="*/ 140 h 158"/>
                <a:gd name="T18" fmla="*/ 57 w 318"/>
                <a:gd name="T19" fmla="*/ 152 h 158"/>
                <a:gd name="T20" fmla="*/ 0 w 318"/>
                <a:gd name="T2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27" name="Freeform 51">
              <a:extLst>
                <a:ext uri="{FF2B5EF4-FFF2-40B4-BE49-F238E27FC236}">
                  <a16:creationId xmlns:a16="http://schemas.microsoft.com/office/drawing/2014/main" id="{309C9D6A-7013-E391-C3A1-5E8C14E29D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13" y="291"/>
              <a:ext cx="380" cy="174"/>
            </a:xfrm>
            <a:custGeom>
              <a:avLst/>
              <a:gdLst>
                <a:gd name="T0" fmla="*/ 3 w 380"/>
                <a:gd name="T1" fmla="*/ 165 h 174"/>
                <a:gd name="T2" fmla="*/ 129 w 380"/>
                <a:gd name="T3" fmla="*/ 93 h 174"/>
                <a:gd name="T4" fmla="*/ 261 w 380"/>
                <a:gd name="T5" fmla="*/ 30 h 174"/>
                <a:gd name="T6" fmla="*/ 351 w 380"/>
                <a:gd name="T7" fmla="*/ 0 h 174"/>
                <a:gd name="T8" fmla="*/ 378 w 380"/>
                <a:gd name="T9" fmla="*/ 27 h 174"/>
                <a:gd name="T10" fmla="*/ 336 w 380"/>
                <a:gd name="T11" fmla="*/ 51 h 174"/>
                <a:gd name="T12" fmla="*/ 291 w 380"/>
                <a:gd name="T13" fmla="*/ 60 h 174"/>
                <a:gd name="T14" fmla="*/ 240 w 380"/>
                <a:gd name="T15" fmla="*/ 75 h 174"/>
                <a:gd name="T16" fmla="*/ 189 w 380"/>
                <a:gd name="T17" fmla="*/ 120 h 174"/>
                <a:gd name="T18" fmla="*/ 102 w 380"/>
                <a:gd name="T19" fmla="*/ 174 h 174"/>
                <a:gd name="T20" fmla="*/ 0 w 380"/>
                <a:gd name="T21" fmla="*/ 162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28" name="Freeform 52">
              <a:extLst>
                <a:ext uri="{FF2B5EF4-FFF2-40B4-BE49-F238E27FC236}">
                  <a16:creationId xmlns:a16="http://schemas.microsoft.com/office/drawing/2014/main" id="{24A58D7B-4C6C-4B53-A11E-82FF6859AA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78" y="187"/>
              <a:ext cx="523" cy="69"/>
            </a:xfrm>
            <a:custGeom>
              <a:avLst/>
              <a:gdLst>
                <a:gd name="T0" fmla="*/ 84 w 523"/>
                <a:gd name="T1" fmla="*/ 11 h 69"/>
                <a:gd name="T2" fmla="*/ 27 w 523"/>
                <a:gd name="T3" fmla="*/ 5 h 69"/>
                <a:gd name="T4" fmla="*/ 9 w 523"/>
                <a:gd name="T5" fmla="*/ 35 h 69"/>
                <a:gd name="T6" fmla="*/ 81 w 523"/>
                <a:gd name="T7" fmla="*/ 56 h 69"/>
                <a:gd name="T8" fmla="*/ 255 w 523"/>
                <a:gd name="T9" fmla="*/ 68 h 69"/>
                <a:gd name="T10" fmla="*/ 432 w 523"/>
                <a:gd name="T11" fmla="*/ 50 h 69"/>
                <a:gd name="T12" fmla="*/ 513 w 523"/>
                <a:gd name="T13" fmla="*/ 5 h 69"/>
                <a:gd name="T14" fmla="*/ 372 w 523"/>
                <a:gd name="T15" fmla="*/ 20 h 69"/>
                <a:gd name="T16" fmla="*/ 141 w 523"/>
                <a:gd name="T17" fmla="*/ 14 h 69"/>
                <a:gd name="T18" fmla="*/ 84 w 523"/>
                <a:gd name="T19" fmla="*/ 11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29" name="Freeform 53">
              <a:extLst>
                <a:ext uri="{FF2B5EF4-FFF2-40B4-BE49-F238E27FC236}">
                  <a16:creationId xmlns:a16="http://schemas.microsoft.com/office/drawing/2014/main" id="{11A23600-6B9F-CC76-7A08-1874E56B30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89" y="186"/>
              <a:ext cx="537" cy="120"/>
            </a:xfrm>
            <a:custGeom>
              <a:avLst/>
              <a:gdLst>
                <a:gd name="T0" fmla="*/ 23 w 537"/>
                <a:gd name="T1" fmla="*/ 6 h 120"/>
                <a:gd name="T2" fmla="*/ 188 w 537"/>
                <a:gd name="T3" fmla="*/ 3 h 120"/>
                <a:gd name="T4" fmla="*/ 323 w 537"/>
                <a:gd name="T5" fmla="*/ 27 h 120"/>
                <a:gd name="T6" fmla="*/ 464 w 537"/>
                <a:gd name="T7" fmla="*/ 69 h 120"/>
                <a:gd name="T8" fmla="*/ 521 w 537"/>
                <a:gd name="T9" fmla="*/ 90 h 120"/>
                <a:gd name="T10" fmla="*/ 533 w 537"/>
                <a:gd name="T11" fmla="*/ 105 h 120"/>
                <a:gd name="T12" fmla="*/ 497 w 537"/>
                <a:gd name="T13" fmla="*/ 120 h 120"/>
                <a:gd name="T14" fmla="*/ 452 w 537"/>
                <a:gd name="T15" fmla="*/ 108 h 120"/>
                <a:gd name="T16" fmla="*/ 350 w 537"/>
                <a:gd name="T17" fmla="*/ 72 h 120"/>
                <a:gd name="T18" fmla="*/ 158 w 537"/>
                <a:gd name="T19" fmla="*/ 39 h 120"/>
                <a:gd name="T20" fmla="*/ 50 w 537"/>
                <a:gd name="T21" fmla="*/ 39 h 120"/>
                <a:gd name="T22" fmla="*/ 23 w 537"/>
                <a:gd name="T23" fmla="*/ 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30" name="Freeform 54">
              <a:extLst>
                <a:ext uri="{FF2B5EF4-FFF2-40B4-BE49-F238E27FC236}">
                  <a16:creationId xmlns:a16="http://schemas.microsoft.com/office/drawing/2014/main" id="{67C35D31-D5C3-C54C-1F9A-46B91DE6B6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8" y="312"/>
              <a:ext cx="800" cy="143"/>
            </a:xfrm>
            <a:custGeom>
              <a:avLst/>
              <a:gdLst>
                <a:gd name="T0" fmla="*/ 800 w 800"/>
                <a:gd name="T1" fmla="*/ 24 h 143"/>
                <a:gd name="T2" fmla="*/ 782 w 800"/>
                <a:gd name="T3" fmla="*/ 15 h 143"/>
                <a:gd name="T4" fmla="*/ 659 w 800"/>
                <a:gd name="T5" fmla="*/ 63 h 143"/>
                <a:gd name="T6" fmla="*/ 500 w 800"/>
                <a:gd name="T7" fmla="*/ 84 h 143"/>
                <a:gd name="T8" fmla="*/ 326 w 800"/>
                <a:gd name="T9" fmla="*/ 69 h 143"/>
                <a:gd name="T10" fmla="*/ 98 w 800"/>
                <a:gd name="T11" fmla="*/ 21 h 143"/>
                <a:gd name="T12" fmla="*/ 11 w 800"/>
                <a:gd name="T13" fmla="*/ 6 h 143"/>
                <a:gd name="T14" fmla="*/ 32 w 800"/>
                <a:gd name="T15" fmla="*/ 60 h 143"/>
                <a:gd name="T16" fmla="*/ 155 w 800"/>
                <a:gd name="T17" fmla="*/ 96 h 143"/>
                <a:gd name="T18" fmla="*/ 410 w 800"/>
                <a:gd name="T19" fmla="*/ 138 h 143"/>
                <a:gd name="T20" fmla="*/ 596 w 800"/>
                <a:gd name="T21" fmla="*/ 129 h 143"/>
                <a:gd name="T22" fmla="*/ 737 w 800"/>
                <a:gd name="T23" fmla="*/ 90 h 143"/>
                <a:gd name="T24" fmla="*/ 788 w 800"/>
                <a:gd name="T25" fmla="*/ 69 h 143"/>
                <a:gd name="T26" fmla="*/ 800 w 800"/>
                <a:gd name="T27" fmla="*/ 2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31" name="Freeform 55">
              <a:extLst>
                <a:ext uri="{FF2B5EF4-FFF2-40B4-BE49-F238E27FC236}">
                  <a16:creationId xmlns:a16="http://schemas.microsoft.com/office/drawing/2014/main" id="{69BAD79F-345B-8FA9-E404-35FE8B5AFD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18" y="240"/>
              <a:ext cx="402" cy="115"/>
            </a:xfrm>
            <a:custGeom>
              <a:avLst/>
              <a:gdLst>
                <a:gd name="T0" fmla="*/ 402 w 402"/>
                <a:gd name="T1" fmla="*/ 0 h 115"/>
                <a:gd name="T2" fmla="*/ 384 w 402"/>
                <a:gd name="T3" fmla="*/ 12 h 115"/>
                <a:gd name="T4" fmla="*/ 276 w 402"/>
                <a:gd name="T5" fmla="*/ 51 h 115"/>
                <a:gd name="T6" fmla="*/ 165 w 402"/>
                <a:gd name="T7" fmla="*/ 66 h 115"/>
                <a:gd name="T8" fmla="*/ 51 w 402"/>
                <a:gd name="T9" fmla="*/ 57 h 115"/>
                <a:gd name="T10" fmla="*/ 15 w 402"/>
                <a:gd name="T11" fmla="*/ 54 h 115"/>
                <a:gd name="T12" fmla="*/ 3 w 402"/>
                <a:gd name="T13" fmla="*/ 69 h 115"/>
                <a:gd name="T14" fmla="*/ 9 w 402"/>
                <a:gd name="T15" fmla="*/ 93 h 115"/>
                <a:gd name="T16" fmla="*/ 54 w 402"/>
                <a:gd name="T17" fmla="*/ 102 h 115"/>
                <a:gd name="T18" fmla="*/ 198 w 402"/>
                <a:gd name="T19" fmla="*/ 111 h 115"/>
                <a:gd name="T20" fmla="*/ 336 w 402"/>
                <a:gd name="T21" fmla="*/ 75 h 115"/>
                <a:gd name="T22" fmla="*/ 375 w 402"/>
                <a:gd name="T23" fmla="*/ 54 h 115"/>
                <a:gd name="T24" fmla="*/ 402 w 402"/>
                <a:gd name="T2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536637" name="Group 61">
            <a:extLst>
              <a:ext uri="{FF2B5EF4-FFF2-40B4-BE49-F238E27FC236}">
                <a16:creationId xmlns:a16="http://schemas.microsoft.com/office/drawing/2014/main" id="{CD3205E7-544D-859F-E8AE-A37DFAB68435}"/>
              </a:ext>
            </a:extLst>
          </p:cNvPr>
          <p:cNvGrpSpPr>
            <a:grpSpLocks/>
          </p:cNvGrpSpPr>
          <p:nvPr/>
        </p:nvGrpSpPr>
        <p:grpSpPr bwMode="auto"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536633" name="Freeform 57">
              <a:extLst>
                <a:ext uri="{FF2B5EF4-FFF2-40B4-BE49-F238E27FC236}">
                  <a16:creationId xmlns:a16="http://schemas.microsoft.com/office/drawing/2014/main" id="{4D7AEFEA-8CB9-A095-51C8-1664E161AC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1" y="4047"/>
              <a:ext cx="1735" cy="72"/>
            </a:xfrm>
            <a:custGeom>
              <a:avLst/>
              <a:gdLst>
                <a:gd name="T0" fmla="*/ 165 w 1735"/>
                <a:gd name="T1" fmla="*/ 6 h 72"/>
                <a:gd name="T2" fmla="*/ 450 w 1735"/>
                <a:gd name="T3" fmla="*/ 3 h 72"/>
                <a:gd name="T4" fmla="*/ 714 w 1735"/>
                <a:gd name="T5" fmla="*/ 12 h 72"/>
                <a:gd name="T6" fmla="*/ 957 w 1735"/>
                <a:gd name="T7" fmla="*/ 24 h 72"/>
                <a:gd name="T8" fmla="*/ 1173 w 1735"/>
                <a:gd name="T9" fmla="*/ 24 h 72"/>
                <a:gd name="T10" fmla="*/ 1473 w 1735"/>
                <a:gd name="T11" fmla="*/ 15 h 72"/>
                <a:gd name="T12" fmla="*/ 1617 w 1735"/>
                <a:gd name="T13" fmla="*/ 0 h 72"/>
                <a:gd name="T14" fmla="*/ 1719 w 1735"/>
                <a:gd name="T15" fmla="*/ 15 h 72"/>
                <a:gd name="T16" fmla="*/ 1716 w 1735"/>
                <a:gd name="T17" fmla="*/ 66 h 72"/>
                <a:gd name="T18" fmla="*/ 1632 w 1735"/>
                <a:gd name="T19" fmla="*/ 51 h 72"/>
                <a:gd name="T20" fmla="*/ 1407 w 1735"/>
                <a:gd name="T21" fmla="*/ 51 h 72"/>
                <a:gd name="T22" fmla="*/ 1191 w 1735"/>
                <a:gd name="T23" fmla="*/ 48 h 72"/>
                <a:gd name="T24" fmla="*/ 870 w 1735"/>
                <a:gd name="T25" fmla="*/ 60 h 72"/>
                <a:gd name="T26" fmla="*/ 492 w 1735"/>
                <a:gd name="T27" fmla="*/ 48 h 72"/>
                <a:gd name="T28" fmla="*/ 291 w 1735"/>
                <a:gd name="T29" fmla="*/ 27 h 72"/>
                <a:gd name="T30" fmla="*/ 21 w 1735"/>
                <a:gd name="T31" fmla="*/ 36 h 72"/>
                <a:gd name="T32" fmla="*/ 165 w 1735"/>
                <a:gd name="T33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34" name="Freeform 58">
              <a:extLst>
                <a:ext uri="{FF2B5EF4-FFF2-40B4-BE49-F238E27FC236}">
                  <a16:creationId xmlns:a16="http://schemas.microsoft.com/office/drawing/2014/main" id="{4100EF82-45D4-755F-89D4-1E467C0A2C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" y="4038"/>
              <a:ext cx="2655" cy="60"/>
            </a:xfrm>
            <a:custGeom>
              <a:avLst/>
              <a:gdLst>
                <a:gd name="T0" fmla="*/ 2641 w 2655"/>
                <a:gd name="T1" fmla="*/ 6 h 60"/>
                <a:gd name="T2" fmla="*/ 2620 w 2655"/>
                <a:gd name="T3" fmla="*/ 30 h 60"/>
                <a:gd name="T4" fmla="*/ 2368 w 2655"/>
                <a:gd name="T5" fmla="*/ 45 h 60"/>
                <a:gd name="T6" fmla="*/ 2023 w 2655"/>
                <a:gd name="T7" fmla="*/ 60 h 60"/>
                <a:gd name="T8" fmla="*/ 1786 w 2655"/>
                <a:gd name="T9" fmla="*/ 48 h 60"/>
                <a:gd name="T10" fmla="*/ 1525 w 2655"/>
                <a:gd name="T11" fmla="*/ 36 h 60"/>
                <a:gd name="T12" fmla="*/ 1195 w 2655"/>
                <a:gd name="T13" fmla="*/ 45 h 60"/>
                <a:gd name="T14" fmla="*/ 817 w 2655"/>
                <a:gd name="T15" fmla="*/ 39 h 60"/>
                <a:gd name="T16" fmla="*/ 499 w 2655"/>
                <a:gd name="T17" fmla="*/ 27 h 60"/>
                <a:gd name="T18" fmla="*/ 136 w 2655"/>
                <a:gd name="T19" fmla="*/ 39 h 60"/>
                <a:gd name="T20" fmla="*/ 10 w 2655"/>
                <a:gd name="T21" fmla="*/ 33 h 60"/>
                <a:gd name="T22" fmla="*/ 76 w 2655"/>
                <a:gd name="T23" fmla="*/ 24 h 60"/>
                <a:gd name="T24" fmla="*/ 310 w 2655"/>
                <a:gd name="T25" fmla="*/ 18 h 60"/>
                <a:gd name="T26" fmla="*/ 544 w 2655"/>
                <a:gd name="T27" fmla="*/ 0 h 60"/>
                <a:gd name="T28" fmla="*/ 853 w 2655"/>
                <a:gd name="T29" fmla="*/ 21 h 60"/>
                <a:gd name="T30" fmla="*/ 1114 w 2655"/>
                <a:gd name="T31" fmla="*/ 21 h 60"/>
                <a:gd name="T32" fmla="*/ 1399 w 2655"/>
                <a:gd name="T33" fmla="*/ 3 h 60"/>
                <a:gd name="T34" fmla="*/ 1588 w 2655"/>
                <a:gd name="T35" fmla="*/ 9 h 60"/>
                <a:gd name="T36" fmla="*/ 1807 w 2655"/>
                <a:gd name="T37" fmla="*/ 21 h 60"/>
                <a:gd name="T38" fmla="*/ 2035 w 2655"/>
                <a:gd name="T39" fmla="*/ 12 h 60"/>
                <a:gd name="T40" fmla="*/ 2290 w 2655"/>
                <a:gd name="T41" fmla="*/ 18 h 60"/>
                <a:gd name="T42" fmla="*/ 2596 w 2655"/>
                <a:gd name="T43" fmla="*/ 3 h 60"/>
                <a:gd name="T44" fmla="*/ 2641 w 2655"/>
                <a:gd name="T45" fmla="*/ 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6635" name="Freeform 59">
              <a:extLst>
                <a:ext uri="{FF2B5EF4-FFF2-40B4-BE49-F238E27FC236}">
                  <a16:creationId xmlns:a16="http://schemas.microsoft.com/office/drawing/2014/main" id="{1989F731-0EDD-257C-CE40-C93718A41A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4032"/>
              <a:ext cx="2041" cy="62"/>
            </a:xfrm>
            <a:custGeom>
              <a:avLst/>
              <a:gdLst>
                <a:gd name="T0" fmla="*/ 1893 w 2041"/>
                <a:gd name="T1" fmla="*/ 39 h 62"/>
                <a:gd name="T2" fmla="*/ 1578 w 2041"/>
                <a:gd name="T3" fmla="*/ 45 h 62"/>
                <a:gd name="T4" fmla="*/ 1011 w 2041"/>
                <a:gd name="T5" fmla="*/ 60 h 62"/>
                <a:gd name="T6" fmla="*/ 438 w 2041"/>
                <a:gd name="T7" fmla="*/ 57 h 62"/>
                <a:gd name="T8" fmla="*/ 0 w 2041"/>
                <a:gd name="T9" fmla="*/ 36 h 62"/>
                <a:gd name="T10" fmla="*/ 0 w 2041"/>
                <a:gd name="T11" fmla="*/ 3 h 62"/>
                <a:gd name="T12" fmla="*/ 210 w 2041"/>
                <a:gd name="T13" fmla="*/ 18 h 62"/>
                <a:gd name="T14" fmla="*/ 474 w 2041"/>
                <a:gd name="T15" fmla="*/ 21 h 62"/>
                <a:gd name="T16" fmla="*/ 678 w 2041"/>
                <a:gd name="T17" fmla="*/ 9 h 62"/>
                <a:gd name="T18" fmla="*/ 897 w 2041"/>
                <a:gd name="T19" fmla="*/ 9 h 62"/>
                <a:gd name="T20" fmla="*/ 1167 w 2041"/>
                <a:gd name="T21" fmla="*/ 30 h 62"/>
                <a:gd name="T22" fmla="*/ 1500 w 2041"/>
                <a:gd name="T23" fmla="*/ 24 h 62"/>
                <a:gd name="T24" fmla="*/ 1758 w 2041"/>
                <a:gd name="T25" fmla="*/ 3 h 62"/>
                <a:gd name="T26" fmla="*/ 1938 w 2041"/>
                <a:gd name="T27" fmla="*/ 18 h 62"/>
                <a:gd name="T28" fmla="*/ 2034 w 2041"/>
                <a:gd name="T29" fmla="*/ 33 h 62"/>
                <a:gd name="T30" fmla="*/ 1893 w 2041"/>
                <a:gd name="T31" fmla="*/ 39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536638" name="Rectangle 62">
            <a:extLst>
              <a:ext uri="{FF2B5EF4-FFF2-40B4-BE49-F238E27FC236}">
                <a16:creationId xmlns:a16="http://schemas.microsoft.com/office/drawing/2014/main" id="{21A84F31-8EAE-50D0-EC41-88284F6675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835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536639" name="Rectangle 63">
            <a:extLst>
              <a:ext uri="{FF2B5EF4-FFF2-40B4-BE49-F238E27FC236}">
                <a16:creationId xmlns:a16="http://schemas.microsoft.com/office/drawing/2014/main" id="{461F2BEF-4D78-C872-31A8-65CDCBB780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536640" name="Rectangle 64">
            <a:extLst>
              <a:ext uri="{FF2B5EF4-FFF2-40B4-BE49-F238E27FC236}">
                <a16:creationId xmlns:a16="http://schemas.microsoft.com/office/drawing/2014/main" id="{B4B0BA10-E490-9415-CDAB-7A2CAE31650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5163" y="636746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endParaRPr lang="pt-BR" altLang="pt-BR"/>
          </a:p>
        </p:txBody>
      </p:sp>
      <p:sp>
        <p:nvSpPr>
          <p:cNvPr id="536641" name="Rectangle 65">
            <a:extLst>
              <a:ext uri="{FF2B5EF4-FFF2-40B4-BE49-F238E27FC236}">
                <a16:creationId xmlns:a16="http://schemas.microsoft.com/office/drawing/2014/main" id="{DFAB1D88-96D1-835A-39A0-B005D653A9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03563" y="6367463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endParaRPr lang="pt-BR" altLang="pt-BR"/>
          </a:p>
        </p:txBody>
      </p:sp>
      <p:sp>
        <p:nvSpPr>
          <p:cNvPr id="536642" name="Rectangle 66">
            <a:extLst>
              <a:ext uri="{FF2B5EF4-FFF2-40B4-BE49-F238E27FC236}">
                <a16:creationId xmlns:a16="http://schemas.microsoft.com/office/drawing/2014/main" id="{C3752C2A-FF68-C02E-3A93-C64E9E6900C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32563" y="636746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0C0341C1-4BC2-49CB-A1ED-74328FA69FB1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SzPct val="90000"/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SzPct val="80000"/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SzPct val="70000"/>
        <a:buBlip>
          <a:blip r:embed="rId18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>
            <a:extLst>
              <a:ext uri="{FF2B5EF4-FFF2-40B4-BE49-F238E27FC236}">
                <a16:creationId xmlns:a16="http://schemas.microsoft.com/office/drawing/2014/main" id="{E6C82834-76E4-DAD8-6D4A-11A93DA62B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676400"/>
            <a:ext cx="7848600" cy="1905000"/>
          </a:xfrm>
        </p:spPr>
        <p:txBody>
          <a:bodyPr/>
          <a:lstStyle/>
          <a:p>
            <a:r>
              <a:rPr lang="pt-BR" altLang="pt-BR"/>
              <a:t>181  </a:t>
            </a:r>
            <a:br>
              <a:rPr lang="pt-BR" altLang="pt-BR"/>
            </a:br>
            <a:r>
              <a:rPr lang="pt-BR" altLang="pt-BR"/>
              <a:t>Vem Celeste Redentor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1" name="Rectangle 3">
            <a:extLst>
              <a:ext uri="{FF2B5EF4-FFF2-40B4-BE49-F238E27FC236}">
                <a16:creationId xmlns:a16="http://schemas.microsoft.com/office/drawing/2014/main" id="{3CAD23EE-9F38-97B7-C394-C1FD8CA2BA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7772400" cy="4114800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400"/>
              <a:t>Vem, Senhor, do bem a fonte,</a:t>
            </a:r>
          </a:p>
          <a:p>
            <a:pPr algn="ctr">
              <a:buFontTx/>
              <a:buNone/>
            </a:pPr>
            <a:r>
              <a:rPr lang="pt-BR" altLang="pt-BR" sz="4400"/>
              <a:t>Vem, Celeste Redentor,</a:t>
            </a:r>
          </a:p>
          <a:p>
            <a:pPr algn="ctr">
              <a:buFontTx/>
              <a:buNone/>
            </a:pPr>
            <a:r>
              <a:rPr lang="pt-BR" altLang="pt-BR" sz="4400"/>
              <a:t>Ajudar-me a entoar-te</a:t>
            </a:r>
          </a:p>
          <a:p>
            <a:pPr algn="ctr">
              <a:buFontTx/>
              <a:buNone/>
            </a:pPr>
            <a:r>
              <a:rPr lang="pt-BR" altLang="pt-BR" sz="4400"/>
              <a:t>Dignos hinos de louvor;</a:t>
            </a:r>
          </a:p>
          <a:p>
            <a:pPr algn="ctr">
              <a:buFontTx/>
              <a:buNone/>
            </a:pPr>
            <a:endParaRPr lang="pt-BR" altLang="pt-BR" sz="4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5" name="Rectangle 3">
            <a:extLst>
              <a:ext uri="{FF2B5EF4-FFF2-40B4-BE49-F238E27FC236}">
                <a16:creationId xmlns:a16="http://schemas.microsoft.com/office/drawing/2014/main" id="{BFC21E15-9C4F-555B-6C98-AEC3D8F49C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114800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400"/>
              <a:t>Tu, Jesus, por mim morreste,</a:t>
            </a:r>
          </a:p>
          <a:p>
            <a:pPr algn="ctr">
              <a:buFontTx/>
              <a:buNone/>
            </a:pPr>
            <a:r>
              <a:rPr lang="pt-BR" altLang="pt-BR" sz="4400"/>
              <a:t>Quero só pra Ti viver;</a:t>
            </a:r>
          </a:p>
          <a:p>
            <a:pPr algn="ctr">
              <a:buFontTx/>
              <a:buNone/>
            </a:pPr>
            <a:r>
              <a:rPr lang="pt-BR" altLang="pt-BR" sz="4400"/>
              <a:t>Quero em todos os momentos </a:t>
            </a:r>
          </a:p>
          <a:p>
            <a:pPr algn="ctr">
              <a:buFontTx/>
              <a:buNone/>
            </a:pPr>
            <a:r>
              <a:rPr lang="pt-BR" altLang="pt-BR" sz="4400"/>
              <a:t>Tua benção receber.</a:t>
            </a:r>
          </a:p>
          <a:p>
            <a:pPr algn="ctr">
              <a:buFontTx/>
              <a:buNone/>
            </a:pPr>
            <a:endParaRPr lang="pt-BR" altLang="pt-BR" sz="4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9" name="Rectangle 3">
            <a:extLst>
              <a:ext uri="{FF2B5EF4-FFF2-40B4-BE49-F238E27FC236}">
                <a16:creationId xmlns:a16="http://schemas.microsoft.com/office/drawing/2014/main" id="{72CEE71F-79D2-7E34-42D4-5C3ABD76FD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772400" cy="4114800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400"/>
              <a:t>Era pobre desgarrado</a:t>
            </a:r>
          </a:p>
          <a:p>
            <a:pPr algn="ctr">
              <a:buFontTx/>
              <a:buNone/>
            </a:pPr>
            <a:r>
              <a:rPr lang="pt-BR" altLang="pt-BR" sz="4400"/>
              <a:t>Quando Cristo me buscou;</a:t>
            </a:r>
          </a:p>
          <a:p>
            <a:pPr algn="ctr">
              <a:buFontTx/>
              <a:buNone/>
            </a:pPr>
            <a:r>
              <a:rPr lang="pt-BR" altLang="pt-BR" sz="4400"/>
              <a:t>Para me salvar do inferno </a:t>
            </a:r>
          </a:p>
          <a:p>
            <a:pPr algn="ctr">
              <a:buFontTx/>
              <a:buNone/>
            </a:pPr>
            <a:r>
              <a:rPr lang="pt-BR" altLang="pt-BR" sz="4400"/>
              <a:t>O seu sangue derramou;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23" name="Rectangle 3">
            <a:extLst>
              <a:ext uri="{FF2B5EF4-FFF2-40B4-BE49-F238E27FC236}">
                <a16:creationId xmlns:a16="http://schemas.microsoft.com/office/drawing/2014/main" id="{D16F6852-7C9F-1722-3E0C-1FA5A22B85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7772400" cy="4114800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400"/>
              <a:t>Em sua morte tão penosa,</a:t>
            </a:r>
          </a:p>
          <a:p>
            <a:pPr algn="ctr">
              <a:buFontTx/>
              <a:buNone/>
            </a:pPr>
            <a:r>
              <a:rPr lang="pt-BR" altLang="pt-BR" sz="4400"/>
              <a:t>Paz, perdão e vida achei,</a:t>
            </a:r>
          </a:p>
          <a:p>
            <a:pPr algn="ctr">
              <a:buFontTx/>
              <a:buNone/>
            </a:pPr>
            <a:r>
              <a:rPr lang="pt-BR" altLang="pt-BR" sz="4400"/>
              <a:t>E com Ele eternamente</a:t>
            </a:r>
          </a:p>
          <a:p>
            <a:pPr algn="ctr">
              <a:buFontTx/>
              <a:buNone/>
            </a:pPr>
            <a:r>
              <a:rPr lang="pt-BR" altLang="pt-BR" sz="4400"/>
              <a:t>Sua glória fluirei.</a:t>
            </a:r>
          </a:p>
          <a:p>
            <a:pPr algn="ctr">
              <a:buFontTx/>
              <a:buNone/>
            </a:pPr>
            <a:endParaRPr lang="pt-BR" altLang="pt-BR" sz="4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7" name="Rectangle 3">
            <a:extLst>
              <a:ext uri="{FF2B5EF4-FFF2-40B4-BE49-F238E27FC236}">
                <a16:creationId xmlns:a16="http://schemas.microsoft.com/office/drawing/2014/main" id="{75747C8F-4D82-E366-2BCD-26A566AAAB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7772400" cy="4114800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400"/>
              <a:t>De tua graça, ó meu amado,</a:t>
            </a:r>
          </a:p>
          <a:p>
            <a:pPr algn="ctr">
              <a:buFontTx/>
              <a:buNone/>
            </a:pPr>
            <a:r>
              <a:rPr lang="pt-BR" altLang="pt-BR" sz="4400"/>
              <a:t>Sou contínuo devedor;</a:t>
            </a:r>
          </a:p>
          <a:p>
            <a:pPr algn="ctr">
              <a:buFontTx/>
              <a:buNone/>
            </a:pPr>
            <a:r>
              <a:rPr lang="pt-BR" altLang="pt-BR" sz="4400"/>
              <a:t>Mais e mais a Ti me atrai</a:t>
            </a:r>
          </a:p>
          <a:p>
            <a:pPr algn="ctr">
              <a:buFontTx/>
              <a:buNone/>
            </a:pPr>
            <a:r>
              <a:rPr lang="pt-BR" altLang="pt-BR" sz="4400"/>
              <a:t>Pelo teu divino amor;</a:t>
            </a:r>
          </a:p>
          <a:p>
            <a:pPr algn="ctr">
              <a:buFontTx/>
              <a:buNone/>
            </a:pPr>
            <a:endParaRPr lang="pt-BR" altLang="pt-BR" sz="4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1" name="Rectangle 3">
            <a:extLst>
              <a:ext uri="{FF2B5EF4-FFF2-40B4-BE49-F238E27FC236}">
                <a16:creationId xmlns:a16="http://schemas.microsoft.com/office/drawing/2014/main" id="{DC8F40D8-0CB6-6010-F679-BFF808B3E1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772400" cy="4114800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400"/>
              <a:t>Sou ingrato, e bem conheço,</a:t>
            </a:r>
          </a:p>
          <a:p>
            <a:pPr algn="ctr">
              <a:buFontTx/>
              <a:buNone/>
            </a:pPr>
            <a:r>
              <a:rPr lang="pt-BR" altLang="pt-BR" sz="4400"/>
              <a:t>Peço, meu Senhor, perdão;</a:t>
            </a:r>
          </a:p>
          <a:p>
            <a:pPr algn="ctr">
              <a:buFontTx/>
              <a:buNone/>
            </a:pPr>
            <a:r>
              <a:rPr lang="pt-BR" altLang="pt-BR" sz="4400"/>
              <a:t>Tira-me do vil pecado,</a:t>
            </a:r>
          </a:p>
          <a:p>
            <a:pPr algn="ctr">
              <a:buFontTx/>
              <a:buNone/>
            </a:pPr>
            <a:r>
              <a:rPr lang="pt-BR" altLang="pt-BR" sz="4400"/>
              <a:t>Rege Tu meu coração.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quarela">
  <a:themeElements>
    <a:clrScheme name="Aquarela 1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64660"/>
      </a:accent4>
      <a:accent5>
        <a:srgbClr val="D0E2E9"/>
      </a:accent5>
      <a:accent6>
        <a:srgbClr val="B4B4CA"/>
      </a:accent6>
      <a:hlink>
        <a:srgbClr val="9595FF"/>
      </a:hlink>
      <a:folHlink>
        <a:srgbClr val="8888AE"/>
      </a:folHlink>
    </a:clrScheme>
    <a:fontScheme name="Aquarel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Aquarela 1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quarela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quarel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quarela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B8AAB8"/>
        </a:accent5>
        <a:accent6>
          <a:srgbClr val="CD96B1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quarela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quarela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quarela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apresentação\Aquarela.pot</Template>
  <TotalTime>37</TotalTime>
  <Words>137</Words>
  <Application>Microsoft Office PowerPoint</Application>
  <PresentationFormat>Apresentação na tela (4:3)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Times New Roman</vt:lpstr>
      <vt:lpstr>Tahoma</vt:lpstr>
      <vt:lpstr>Arial Narrow</vt:lpstr>
      <vt:lpstr>Aquarela</vt:lpstr>
      <vt:lpstr>181   Vem Celeste Redentor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181 – Vem Celeste Redentor</dc:title>
  <dc:creator>eu</dc:creator>
  <cp:lastModifiedBy>Emerson Souza</cp:lastModifiedBy>
  <cp:revision>2</cp:revision>
  <cp:lastPrinted>1601-01-01T00:00:00Z</cp:lastPrinted>
  <dcterms:created xsi:type="dcterms:W3CDTF">2005-05-06T20:36:13Z</dcterms:created>
  <dcterms:modified xsi:type="dcterms:W3CDTF">2026-05-02T21:51:58Z</dcterms:modified>
</cp:coreProperties>
</file>