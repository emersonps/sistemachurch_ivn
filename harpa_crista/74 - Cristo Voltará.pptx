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6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CE937-9E4A-E2EB-7F88-067DD78BE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6C45A3-7B55-DE0C-50A6-8195F56A9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AB7549-EC64-F7BC-C93D-1E8CC5DF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33E852-01C2-7626-F153-E875F6E0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0F0026-6A35-57F6-C1E7-76732D49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582B70-2C83-4105-ABF8-D01905C03B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7168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FCC8E-B77E-66EF-7956-3DCF025F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E2C813-AD13-0093-53BF-DC33138AD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2BF3A3-DD0E-0270-C1F2-74930B09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F6E2B6-FE81-D553-1095-77BC457A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267D46-BA78-8C8C-18A0-29332AB8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628AB-8F64-442C-A09B-E9E3170BDC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313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5211E-A2AA-9696-E289-948A9DE5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B2580B-C394-7925-04E5-5946D184F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F6F3DB-F143-8D67-4A88-385BCBDB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DD51C8-1F5E-BE46-1A7F-B8752A087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A95B90-ED22-C63B-01DB-72BB7476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1F8CD-6B7C-49DB-9D75-15B5B668EF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54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CDC38-1C3B-5A3E-4342-F9140F47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B8F0E6-47CB-E0F5-EEF9-33D0020D9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4B879E-C18F-0E43-AEFB-57A462D34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3D213D-D22A-66A4-38FF-D3A14B2E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A2B98E-03F9-A032-F482-F425B8B8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85E1A3-4C86-E7CB-BF95-BCCE45B6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452AB8-9556-4543-9803-946B79481B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058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5E0CA-159A-39FA-3676-5A6C011AA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10B778-0528-7EF6-DF7B-A824750DE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D65E2E-18FF-9E54-2AA4-96CD1736B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C52D82-0942-4E8A-62A4-E1AA09036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E9B820-6AE0-3708-4E77-0222CCAA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6F3F7B-7E92-FCBA-E7C8-111F7341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5CB7D1C-87AB-CE7E-9F44-D809D7C5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DE6DA0-34D5-CDD2-F29B-011876C3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2D5CDE-7E7D-41F5-AFFA-3EC8C65FF5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279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B8B4C-3C41-1D6B-E0B1-D348B7D6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80A464-81FC-1FB2-B87B-5EC27163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855B3E-C44C-5921-A376-55443BA7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C27868D-7CA2-80BD-29C4-048CDB8B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474AE-69DD-4678-B38E-0D48F76127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877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B2D887-9882-1448-3AB4-FF2936FA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C211D6-51C3-A80B-23CB-6B40DF3BF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F03B45-29C8-603E-9542-FA387D31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88932D-97BE-4538-884F-4ED1911EEC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301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50793-4A32-EC45-8B73-C6CC5A89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D897B-1B2B-688D-A794-CF1128A23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E83A9A-0D88-C1C4-79A5-62B3C2902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F79AAD-E892-C795-F0B6-3FF7135A1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8706EB-8A9C-BAD6-2ED7-6D165B805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09E103-0495-5745-0440-52853718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15124-6AD1-4DB5-A887-54BCC8C7C5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137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D0DEE-0BDE-2274-BCBB-169A9FAB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311E49-BCCB-1B0E-BDEF-9037AA89A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E5D40B-43AF-5DA1-2C62-A60DC252A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F8726D-3315-765E-320B-4CFD1324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906EE1-9763-5207-F7D6-029F2F94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0E5A23-4CCF-7AB8-A398-F218B4F6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BE4719-4F7A-4936-86E8-CDC387B162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8608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08C6C-70B8-7788-EFB5-FD9B76E0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38A0C8-6C2F-2C42-5E53-211EA973D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54F685-8E11-5442-4D4C-F64903B7E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7CED33-5D24-BA46-406B-D0AC5DF9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05043E-1A7A-573B-188F-139BEE84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7F137F-7C54-46EC-958C-68668618DB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818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5D1C89-47DD-F635-F059-2343BCA35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0BADC5-BF88-2A66-9BD3-41E297366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FDF8DC-0190-5279-E884-DE629BE8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B66646-D151-6572-9D5A-6DBBF735B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EEDDF6-5E2D-6419-B7DF-052E8C0E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B3AD0-F40C-4653-AA1B-81D46AA586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237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1677640-417F-4E20-F9A5-8EC91582E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70489F-9AD2-A0B5-504D-60614282C7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90AE01B-0496-0DA6-249B-A3BF1D7679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7F0475E-408E-8D35-8BAC-5864A620F6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6FA1DC-60BB-0E25-FC08-D7A83555E3B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DF6C3AE-4E70-41AF-8821-B3E20211809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B03CBC3-394C-C051-F30F-4EC8819C8B5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989888" cy="2882900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DED6FE"/>
                </a:solidFill>
              </a:rPr>
              <a:t>74</a:t>
            </a:r>
            <a:br>
              <a:rPr lang="en-US" altLang="pt-BR" sz="4000" b="1">
                <a:solidFill>
                  <a:srgbClr val="DED6FE"/>
                </a:solidFill>
              </a:rPr>
            </a:br>
            <a:r>
              <a:rPr lang="en-US" altLang="pt-BR" sz="4000" b="1">
                <a:solidFill>
                  <a:srgbClr val="DED6FE"/>
                </a:solidFill>
              </a:rPr>
              <a:t>CRISTO VIRÁ</a:t>
            </a:r>
            <a:br>
              <a:rPr lang="en-US" altLang="pt-BR" sz="4000" b="1">
                <a:solidFill>
                  <a:srgbClr val="DED6FE"/>
                </a:solidFill>
              </a:rPr>
            </a:br>
            <a:endParaRPr lang="en-US" altLang="pt-BR" sz="4000" b="1">
              <a:solidFill>
                <a:srgbClr val="DED6F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2C1A014-ABA3-D85C-5A20-F2A64032C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08050"/>
            <a:ext cx="9144000" cy="4321175"/>
          </a:xfrm>
          <a:noFill/>
          <a:ln/>
        </p:spPr>
        <p:txBody>
          <a:bodyPr/>
          <a:lstStyle/>
          <a:p>
            <a:r>
              <a:rPr lang="en-US" altLang="pt-BR" sz="3800">
                <a:solidFill>
                  <a:srgbClr val="DED6FE"/>
                </a:solidFill>
              </a:rPr>
              <a:t>Talvez Cristo venha ao romper da aurora, </a:t>
            </a: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Com santos arcanjos, e com voz sonora; </a:t>
            </a: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Os mortos porá dos sepulcros p'ra fora; Jesus, breve, vem nos buscar.</a:t>
            </a:r>
            <a:br>
              <a:rPr lang="en-US" altLang="pt-BR" sz="3800">
                <a:solidFill>
                  <a:srgbClr val="DED6FE"/>
                </a:solidFill>
              </a:rPr>
            </a:br>
            <a:endParaRPr lang="en-US" altLang="pt-BR" sz="3800">
              <a:solidFill>
                <a:srgbClr val="DED6F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196989AD-E2EF-293F-808B-4FA4A85C3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6975"/>
            <a:ext cx="9144000" cy="4752975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DED6FE"/>
                </a:solidFill>
              </a:rPr>
              <a:t>Cristo, que há de vir, virá!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r>
              <a:rPr lang="en-US" altLang="pt-BR" sz="4000" b="1" i="1">
                <a:solidFill>
                  <a:srgbClr val="DED6FE"/>
                </a:solidFill>
              </a:rPr>
              <a:t>Ele não tardará, sim, Jesus vem; Aleluia! Aleluia! Amém! 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r>
              <a:rPr lang="en-US" altLang="pt-BR" sz="4000" b="1" i="1">
                <a:solidFill>
                  <a:srgbClr val="DED6FE"/>
                </a:solidFill>
              </a:rPr>
              <a:t>Aleluia! Amém!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endParaRPr lang="en-US" altLang="pt-BR" sz="4000" b="1" i="1">
              <a:solidFill>
                <a:srgbClr val="DED6F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709696F4-6462-E4BC-1094-F26B2246E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6975"/>
            <a:ext cx="9144000" cy="4464050"/>
          </a:xfrm>
          <a:noFill/>
          <a:ln/>
        </p:spPr>
        <p:txBody>
          <a:bodyPr/>
          <a:lstStyle/>
          <a:p>
            <a:r>
              <a:rPr lang="en-US" altLang="pt-BR" sz="3800">
                <a:solidFill>
                  <a:srgbClr val="DED6FE"/>
                </a:solidFill>
              </a:rPr>
              <a:t>Talvez voltará quando o dia feneça, </a:t>
            </a: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Ou em uma noite a luz resplandeça;</a:t>
            </a: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Irmãos, esperai que Jesus apareça! </a:t>
            </a: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Jesus, breve, vem nos buscar.</a:t>
            </a:r>
            <a:br>
              <a:rPr lang="en-US" altLang="pt-BR" sz="3800">
                <a:solidFill>
                  <a:srgbClr val="DED6FE"/>
                </a:solidFill>
              </a:rPr>
            </a:br>
            <a:endParaRPr lang="en-US" altLang="pt-BR" sz="3800">
              <a:solidFill>
                <a:srgbClr val="DED6F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B62A99B4-38B0-BEEA-DDF5-7B5DF4E9D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5473700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DED6FE"/>
                </a:solidFill>
              </a:rPr>
              <a:t>Cristo, que há de vir, virá!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r>
              <a:rPr lang="en-US" altLang="pt-BR" sz="4000" b="1" i="1">
                <a:solidFill>
                  <a:srgbClr val="DED6FE"/>
                </a:solidFill>
              </a:rPr>
              <a:t>Ele não tardará, sim, Jesus vem; Aleluia! Aleluia! Amém! 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r>
              <a:rPr lang="en-US" altLang="pt-BR" sz="4000" b="1" i="1">
                <a:solidFill>
                  <a:srgbClr val="DED6FE"/>
                </a:solidFill>
              </a:rPr>
              <a:t>Aleluia! Amém!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endParaRPr lang="en-US" altLang="pt-BR" sz="4000" b="1" i="1">
              <a:solidFill>
                <a:srgbClr val="DED6F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6CA5E664-3248-CAF5-5B0B-55D91416E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57338"/>
            <a:ext cx="9144000" cy="4248150"/>
          </a:xfrm>
          <a:noFill/>
          <a:ln/>
        </p:spPr>
        <p:txBody>
          <a:bodyPr/>
          <a:lstStyle/>
          <a:p>
            <a:r>
              <a:rPr lang="en-US" altLang="pt-BR" sz="3800">
                <a:solidFill>
                  <a:srgbClr val="DED6FE"/>
                </a:solidFill>
              </a:rPr>
              <a:t>O Seu esplendor e a glória veremos,</a:t>
            </a: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Do mundo, então, nós por fim, sairemos, </a:t>
            </a: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Assim, grande gozo no céu fruiremos;</a:t>
            </a: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Jesus, breve, vem nos buscar.	</a:t>
            </a:r>
            <a:br>
              <a:rPr lang="en-US" altLang="pt-BR" sz="3800">
                <a:solidFill>
                  <a:srgbClr val="DED6FE"/>
                </a:solidFill>
              </a:rPr>
            </a:br>
            <a:br>
              <a:rPr lang="en-US" altLang="pt-BR" sz="3800">
                <a:solidFill>
                  <a:srgbClr val="DED6FE"/>
                </a:solidFill>
              </a:rPr>
            </a:br>
            <a:r>
              <a:rPr lang="en-US" altLang="pt-BR" sz="3800">
                <a:solidFill>
                  <a:srgbClr val="DED6FE"/>
                </a:solidFill>
              </a:rPr>
              <a:t>								</a:t>
            </a:r>
            <a:r>
              <a:rPr lang="en-US" altLang="pt-BR" sz="1400">
                <a:solidFill>
                  <a:srgbClr val="DED6FE"/>
                </a:solidFill>
              </a:rPr>
              <a:t>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1CBA23F5-FBA8-C9C6-3ABB-250CA2CEF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5472113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DED6FE"/>
                </a:solidFill>
              </a:rPr>
              <a:t>Cristo, que há de vir, virá!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r>
              <a:rPr lang="en-US" altLang="pt-BR" sz="4000" b="1" i="1">
                <a:solidFill>
                  <a:srgbClr val="DED6FE"/>
                </a:solidFill>
              </a:rPr>
              <a:t>Ele não tardará, sim, Jesus vem; Aleluia! Aleluia! Amém! 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r>
              <a:rPr lang="en-US" altLang="pt-BR" sz="4000" b="1" i="1">
                <a:solidFill>
                  <a:srgbClr val="DED6FE"/>
                </a:solidFill>
              </a:rPr>
              <a:t>Aleluia! Amém!</a:t>
            </a:r>
            <a:br>
              <a:rPr lang="en-US" altLang="pt-BR" sz="4000" b="1" i="1">
                <a:solidFill>
                  <a:srgbClr val="DED6FE"/>
                </a:solidFill>
              </a:rPr>
            </a:br>
            <a:endParaRPr lang="en-US" altLang="pt-BR" sz="4000" b="1" i="1">
              <a:solidFill>
                <a:srgbClr val="DED6F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74 CRISTO VIRÁ </vt:lpstr>
      <vt:lpstr>Talvez Cristo venha ao romper da aurora,  Com santos arcanjos, e com voz sonora;  Os mortos porá dos sepulcros p'ra fora; Jesus, breve, vem nos buscar. </vt:lpstr>
      <vt:lpstr>Cristo, que há de vir, virá! Ele não tardará, sim, Jesus vem; Aleluia! Aleluia! Amém!  Aleluia! Amém! </vt:lpstr>
      <vt:lpstr>Talvez voltará quando o dia feneça,  Ou em uma noite a luz resplandeça; Irmãos, esperai que Jesus apareça!  Jesus, breve, vem nos buscar. </vt:lpstr>
      <vt:lpstr>Cristo, que há de vir, virá! Ele não tardará, sim, Jesus vem; Aleluia! Aleluia! Amém!  Aleluia! Amém! </vt:lpstr>
      <vt:lpstr>O Seu esplendor e a glória veremos, Do mundo, então, nós por fim, sairemos,  Assim, grande gozo no céu fruiremos; Jesus, breve, vem nos buscar.           P.L.M.</vt:lpstr>
      <vt:lpstr>Cristo, que há de vir, virá! Ele não tardará, sim, Jesus vem; Aleluia! Aleluia! Amém!  Aleluia! Amém!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74</dc:title>
  <dc:creator>Montagna</dc:creator>
  <cp:lastModifiedBy>Emerson Souza</cp:lastModifiedBy>
  <cp:revision>2</cp:revision>
  <dcterms:created xsi:type="dcterms:W3CDTF">2005-10-16T00:29:49Z</dcterms:created>
  <dcterms:modified xsi:type="dcterms:W3CDTF">2026-05-02T21:42:57Z</dcterms:modified>
</cp:coreProperties>
</file>