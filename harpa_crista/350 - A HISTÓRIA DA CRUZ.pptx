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>
            <a:extLst>
              <a:ext uri="{FF2B5EF4-FFF2-40B4-BE49-F238E27FC236}">
                <a16:creationId xmlns:a16="http://schemas.microsoft.com/office/drawing/2014/main" id="{6263ED14-10B2-311E-85DD-B2A399D378E5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600200"/>
            <a:ext cx="8229600" cy="5257800"/>
            <a:chOff x="576" y="1008"/>
            <a:chExt cx="5195" cy="3312"/>
          </a:xfrm>
        </p:grpSpPr>
        <p:sp>
          <p:nvSpPr>
            <p:cNvPr id="26627" name="Rectangle 3">
              <a:extLst>
                <a:ext uri="{FF2B5EF4-FFF2-40B4-BE49-F238E27FC236}">
                  <a16:creationId xmlns:a16="http://schemas.microsoft.com/office/drawing/2014/main" id="{BDC49681-CEDD-30CE-A250-D2DA2D888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1014"/>
              <a:ext cx="5117" cy="330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0" hangingPunct="0">
                <a:spcBef>
                  <a:spcPct val="50000"/>
                </a:spcBef>
              </a:pPr>
              <a:endParaRPr lang="pt-BR" altLang="pt-BR" sz="2400"/>
            </a:p>
          </p:txBody>
        </p:sp>
        <p:sp>
          <p:nvSpPr>
            <p:cNvPr id="26628" name="Rectangle 4">
              <a:extLst>
                <a:ext uri="{FF2B5EF4-FFF2-40B4-BE49-F238E27FC236}">
                  <a16:creationId xmlns:a16="http://schemas.microsoft.com/office/drawing/2014/main" id="{A7978E0D-9403-BF72-DD95-21CF281CC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08"/>
              <a:ext cx="65" cy="3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29" name="Rectangle 5">
              <a:extLst>
                <a:ext uri="{FF2B5EF4-FFF2-40B4-BE49-F238E27FC236}">
                  <a16:creationId xmlns:a16="http://schemas.microsoft.com/office/drawing/2014/main" id="{B4599F1B-B734-3967-6A3B-CC95C5066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08"/>
              <a:ext cx="5195" cy="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0" name="Rectangle 6">
              <a:extLst>
                <a:ext uri="{FF2B5EF4-FFF2-40B4-BE49-F238E27FC236}">
                  <a16:creationId xmlns:a16="http://schemas.microsoft.com/office/drawing/2014/main" id="{ED9AA9A7-968D-CFAF-82FA-155152F30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8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1" name="Rectangle 7">
              <a:extLst>
                <a:ext uri="{FF2B5EF4-FFF2-40B4-BE49-F238E27FC236}">
                  <a16:creationId xmlns:a16="http://schemas.microsoft.com/office/drawing/2014/main" id="{4AB0A69B-4C82-C7FA-53D1-5BE92EC9D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1014"/>
              <a:ext cx="261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2" name="Rectangle 8">
              <a:extLst>
                <a:ext uri="{FF2B5EF4-FFF2-40B4-BE49-F238E27FC236}">
                  <a16:creationId xmlns:a16="http://schemas.microsoft.com/office/drawing/2014/main" id="{58DEBF07-8868-A618-AAB1-8C8FBEE07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1014"/>
              <a:ext cx="259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3" name="Rectangle 9">
              <a:extLst>
                <a:ext uri="{FF2B5EF4-FFF2-40B4-BE49-F238E27FC236}">
                  <a16:creationId xmlns:a16="http://schemas.microsoft.com/office/drawing/2014/main" id="{D01C129E-2747-5AFE-F6CA-6B70C47D1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4" name="Rectangle 10">
              <a:extLst>
                <a:ext uri="{FF2B5EF4-FFF2-40B4-BE49-F238E27FC236}">
                  <a16:creationId xmlns:a16="http://schemas.microsoft.com/office/drawing/2014/main" id="{AD15E355-2808-3FD1-770D-4DFA0DC11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5" name="Rectangle 11">
              <a:extLst>
                <a:ext uri="{FF2B5EF4-FFF2-40B4-BE49-F238E27FC236}">
                  <a16:creationId xmlns:a16="http://schemas.microsoft.com/office/drawing/2014/main" id="{4E4BE84F-AA33-6242-BD32-5CF738482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7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6" name="Rectangle 12">
              <a:extLst>
                <a:ext uri="{FF2B5EF4-FFF2-40B4-BE49-F238E27FC236}">
                  <a16:creationId xmlns:a16="http://schemas.microsoft.com/office/drawing/2014/main" id="{042C8361-55D4-7D88-1DDC-E2ED83F30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7" name="Rectangle 13">
              <a:extLst>
                <a:ext uri="{FF2B5EF4-FFF2-40B4-BE49-F238E27FC236}">
                  <a16:creationId xmlns:a16="http://schemas.microsoft.com/office/drawing/2014/main" id="{C33D0832-E8D2-C355-F497-6BC4B3CA7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8" name="Rectangle 14">
              <a:extLst>
                <a:ext uri="{FF2B5EF4-FFF2-40B4-BE49-F238E27FC236}">
                  <a16:creationId xmlns:a16="http://schemas.microsoft.com/office/drawing/2014/main" id="{29980182-D465-B0EC-1767-5B18DB3E9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1014"/>
              <a:ext cx="261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39" name="Rectangle 15">
              <a:extLst>
                <a:ext uri="{FF2B5EF4-FFF2-40B4-BE49-F238E27FC236}">
                  <a16:creationId xmlns:a16="http://schemas.microsoft.com/office/drawing/2014/main" id="{35E46A3F-8005-C9D4-BC5C-B6B11E0F6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40" name="Rectangle 16">
              <a:extLst>
                <a:ext uri="{FF2B5EF4-FFF2-40B4-BE49-F238E27FC236}">
                  <a16:creationId xmlns:a16="http://schemas.microsoft.com/office/drawing/2014/main" id="{621F5C47-A77C-BA01-1B75-45BE613F5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114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41" name="Rectangle 17">
              <a:extLst>
                <a:ext uri="{FF2B5EF4-FFF2-40B4-BE49-F238E27FC236}">
                  <a16:creationId xmlns:a16="http://schemas.microsoft.com/office/drawing/2014/main" id="{F74F8D25-AE9F-EAED-04F6-2A6112E2D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607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42" name="Rectangle 18">
              <a:extLst>
                <a:ext uri="{FF2B5EF4-FFF2-40B4-BE49-F238E27FC236}">
                  <a16:creationId xmlns:a16="http://schemas.microsoft.com/office/drawing/2014/main" id="{325E1AF5-1C64-F842-6EF2-0016CDA78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2101"/>
              <a:ext cx="53" cy="24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43" name="Rectangle 19">
              <a:extLst>
                <a:ext uri="{FF2B5EF4-FFF2-40B4-BE49-F238E27FC236}">
                  <a16:creationId xmlns:a16="http://schemas.microsoft.com/office/drawing/2014/main" id="{2BFDA0D6-5AD8-CFA7-57BC-9491E3961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2594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44" name="Rectangle 20">
              <a:extLst>
                <a:ext uri="{FF2B5EF4-FFF2-40B4-BE49-F238E27FC236}">
                  <a16:creationId xmlns:a16="http://schemas.microsoft.com/office/drawing/2014/main" id="{C9C9DD88-A0F1-C8D3-0FF9-675ADE7BA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3088"/>
              <a:ext cx="53" cy="24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45" name="Rectangle 21">
              <a:extLst>
                <a:ext uri="{FF2B5EF4-FFF2-40B4-BE49-F238E27FC236}">
                  <a16:creationId xmlns:a16="http://schemas.microsoft.com/office/drawing/2014/main" id="{9916D90E-8A54-E83F-E14C-2DC1FEB64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3581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46" name="Rectangle 22">
              <a:extLst>
                <a:ext uri="{FF2B5EF4-FFF2-40B4-BE49-F238E27FC236}">
                  <a16:creationId xmlns:a16="http://schemas.microsoft.com/office/drawing/2014/main" id="{278C58E4-05D0-AE12-D1C1-A2EF1C9C6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4074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647" name="Rectangle 23">
            <a:extLst>
              <a:ext uri="{FF2B5EF4-FFF2-40B4-BE49-F238E27FC236}">
                <a16:creationId xmlns:a16="http://schemas.microsoft.com/office/drawing/2014/main" id="{DCD48F59-675B-DE3C-4FAD-67A15775545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2667000" y="304800"/>
            <a:ext cx="6324600" cy="11430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75E8BA4B-819B-8387-61CB-BDC0EC0DBF5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86000" y="33528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grpSp>
        <p:nvGrpSpPr>
          <p:cNvPr id="26649" name="Group 25">
            <a:extLst>
              <a:ext uri="{FF2B5EF4-FFF2-40B4-BE49-F238E27FC236}">
                <a16:creationId xmlns:a16="http://schemas.microsoft.com/office/drawing/2014/main" id="{7EEA1CAE-253C-4841-7972-F25A73D810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590800" cy="2057400"/>
            <a:chOff x="0" y="0"/>
            <a:chExt cx="1926" cy="1296"/>
          </a:xfrm>
        </p:grpSpPr>
        <p:sp>
          <p:nvSpPr>
            <p:cNvPr id="26650" name="Rectangle 26">
              <a:extLst>
                <a:ext uri="{FF2B5EF4-FFF2-40B4-BE49-F238E27FC236}">
                  <a16:creationId xmlns:a16="http://schemas.microsoft.com/office/drawing/2014/main" id="{B38984B5-78F6-4B40-B86D-43E56BE67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20" cy="12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0" hangingPunct="0">
                <a:spcBef>
                  <a:spcPct val="50000"/>
                </a:spcBef>
              </a:pPr>
              <a:endParaRPr lang="pt-BR" altLang="pt-BR" sz="2400"/>
            </a:p>
          </p:txBody>
        </p:sp>
        <p:grpSp>
          <p:nvGrpSpPr>
            <p:cNvPr id="26651" name="Group 27">
              <a:extLst>
                <a:ext uri="{FF2B5EF4-FFF2-40B4-BE49-F238E27FC236}">
                  <a16:creationId xmlns:a16="http://schemas.microsoft.com/office/drawing/2014/main" id="{F24250DC-6250-BE1F-C9FA-3A6FDB2E9D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1266"/>
              <a:ext cx="1923" cy="30"/>
              <a:chOff x="1" y="1266"/>
              <a:chExt cx="1923" cy="30"/>
            </a:xfrm>
          </p:grpSpPr>
          <p:sp>
            <p:nvSpPr>
              <p:cNvPr id="26652" name="Rectangle 28">
                <a:extLst>
                  <a:ext uri="{FF2B5EF4-FFF2-40B4-BE49-F238E27FC236}">
                    <a16:creationId xmlns:a16="http://schemas.microsoft.com/office/drawing/2014/main" id="{A8C15B27-9D7A-DB38-2972-39E25972E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" y="1266"/>
                <a:ext cx="1923" cy="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53" name="Rectangle 29">
                <a:extLst>
                  <a:ext uri="{FF2B5EF4-FFF2-40B4-BE49-F238E27FC236}">
                    <a16:creationId xmlns:a16="http://schemas.microsoft.com/office/drawing/2014/main" id="{02984F87-46D0-BB26-D404-509CC4716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54" name="Rectangle 30">
                <a:extLst>
                  <a:ext uri="{FF2B5EF4-FFF2-40B4-BE49-F238E27FC236}">
                    <a16:creationId xmlns:a16="http://schemas.microsoft.com/office/drawing/2014/main" id="{E84F3313-5EEB-3AD2-4AB5-9AA897167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55" name="Rectangle 31">
                <a:extLst>
                  <a:ext uri="{FF2B5EF4-FFF2-40B4-BE49-F238E27FC236}">
                    <a16:creationId xmlns:a16="http://schemas.microsoft.com/office/drawing/2014/main" id="{DA78F5CC-40BD-F948-7E21-AED567042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" y="1273"/>
                <a:ext cx="97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56" name="Rectangle 32">
                <a:extLst>
                  <a:ext uri="{FF2B5EF4-FFF2-40B4-BE49-F238E27FC236}">
                    <a16:creationId xmlns:a16="http://schemas.microsoft.com/office/drawing/2014/main" id="{2BD04817-E82F-6EAF-4176-27E0458A4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57" name="Rectangle 33">
                <a:extLst>
                  <a:ext uri="{FF2B5EF4-FFF2-40B4-BE49-F238E27FC236}">
                    <a16:creationId xmlns:a16="http://schemas.microsoft.com/office/drawing/2014/main" id="{11898AFA-02CA-3996-5E7F-A4A1478A5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58" name="Rectangle 34">
                <a:extLst>
                  <a:ext uri="{FF2B5EF4-FFF2-40B4-BE49-F238E27FC236}">
                    <a16:creationId xmlns:a16="http://schemas.microsoft.com/office/drawing/2014/main" id="{5143D9B1-E185-9D2E-B7D3-B2B96DCA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2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59" name="Rectangle 35">
                <a:extLst>
                  <a:ext uri="{FF2B5EF4-FFF2-40B4-BE49-F238E27FC236}">
                    <a16:creationId xmlns:a16="http://schemas.microsoft.com/office/drawing/2014/main" id="{21396D6A-03AE-FE47-A28E-BD5D75BBE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5" y="1273"/>
                <a:ext cx="97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0" name="Rectangle 36">
                <a:extLst>
                  <a:ext uri="{FF2B5EF4-FFF2-40B4-BE49-F238E27FC236}">
                    <a16:creationId xmlns:a16="http://schemas.microsoft.com/office/drawing/2014/main" id="{301B9E2A-7CC6-7E17-090B-EE2EAA3C4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9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1" name="Rectangle 37">
                <a:extLst>
                  <a:ext uri="{FF2B5EF4-FFF2-40B4-BE49-F238E27FC236}">
                    <a16:creationId xmlns:a16="http://schemas.microsoft.com/office/drawing/2014/main" id="{815E0306-49BB-032A-B955-4871776E9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2" name="Rectangle 38">
                <a:extLst>
                  <a:ext uri="{FF2B5EF4-FFF2-40B4-BE49-F238E27FC236}">
                    <a16:creationId xmlns:a16="http://schemas.microsoft.com/office/drawing/2014/main" id="{38C542A9-8269-D840-8001-BA1A28527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" y="1273"/>
                <a:ext cx="96" cy="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6663" name="Group 39">
              <a:extLst>
                <a:ext uri="{FF2B5EF4-FFF2-40B4-BE49-F238E27FC236}">
                  <a16:creationId xmlns:a16="http://schemas.microsoft.com/office/drawing/2014/main" id="{C8535A91-1811-2291-76D6-5AC0317A3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9" y="0"/>
              <a:ext cx="27" cy="1295"/>
              <a:chOff x="1899" y="0"/>
              <a:chExt cx="27" cy="1295"/>
            </a:xfrm>
          </p:grpSpPr>
          <p:sp>
            <p:nvSpPr>
              <p:cNvPr id="26664" name="Rectangle 40">
                <a:extLst>
                  <a:ext uri="{FF2B5EF4-FFF2-40B4-BE49-F238E27FC236}">
                    <a16:creationId xmlns:a16="http://schemas.microsoft.com/office/drawing/2014/main" id="{E5FDB334-781F-8E6F-9D73-EEF1D9D9D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9" y="0"/>
                <a:ext cx="27" cy="129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5" name="Rectangle 41">
                <a:extLst>
                  <a:ext uri="{FF2B5EF4-FFF2-40B4-BE49-F238E27FC236}">
                    <a16:creationId xmlns:a16="http://schemas.microsoft.com/office/drawing/2014/main" id="{66432611-91E3-9E74-1E0C-D9F5067DD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1195"/>
                <a:ext cx="19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6" name="Rectangle 42">
                <a:extLst>
                  <a:ext uri="{FF2B5EF4-FFF2-40B4-BE49-F238E27FC236}">
                    <a16:creationId xmlns:a16="http://schemas.microsoft.com/office/drawing/2014/main" id="{D927C6BF-D2CB-63FC-ABFD-90ECDB754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1002"/>
                <a:ext cx="19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7" name="Rectangle 43">
                <a:extLst>
                  <a:ext uri="{FF2B5EF4-FFF2-40B4-BE49-F238E27FC236}">
                    <a16:creationId xmlns:a16="http://schemas.microsoft.com/office/drawing/2014/main" id="{31179792-61E1-441C-4678-44DC10562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809"/>
                <a:ext cx="19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8" name="Rectangle 44">
                <a:extLst>
                  <a:ext uri="{FF2B5EF4-FFF2-40B4-BE49-F238E27FC236}">
                    <a16:creationId xmlns:a16="http://schemas.microsoft.com/office/drawing/2014/main" id="{F47AE725-015A-EE99-A23C-9B9D67B1B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616"/>
                <a:ext cx="19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69" name="Rectangle 45">
                <a:extLst>
                  <a:ext uri="{FF2B5EF4-FFF2-40B4-BE49-F238E27FC236}">
                    <a16:creationId xmlns:a16="http://schemas.microsoft.com/office/drawing/2014/main" id="{2F58FA6C-1FE7-6381-175B-3B5AEBC42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423"/>
                <a:ext cx="19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70" name="Rectangle 46">
                <a:extLst>
                  <a:ext uri="{FF2B5EF4-FFF2-40B4-BE49-F238E27FC236}">
                    <a16:creationId xmlns:a16="http://schemas.microsoft.com/office/drawing/2014/main" id="{EF332D5E-F981-9A8A-90C1-AB742327C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230"/>
                <a:ext cx="19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671" name="Rectangle 47">
                <a:extLst>
                  <a:ext uri="{FF2B5EF4-FFF2-40B4-BE49-F238E27FC236}">
                    <a16:creationId xmlns:a16="http://schemas.microsoft.com/office/drawing/2014/main" id="{29042A29-75CC-6B86-6C3B-028705414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0" y="37"/>
                <a:ext cx="19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6672" name="Rectangle 48">
            <a:extLst>
              <a:ext uri="{FF2B5EF4-FFF2-40B4-BE49-F238E27FC236}">
                <a16:creationId xmlns:a16="http://schemas.microsoft.com/office/drawing/2014/main" id="{1E768793-AD95-BFCC-B490-0EAB2D03198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6673" name="Rectangle 49">
            <a:extLst>
              <a:ext uri="{FF2B5EF4-FFF2-40B4-BE49-F238E27FC236}">
                <a16:creationId xmlns:a16="http://schemas.microsoft.com/office/drawing/2014/main" id="{56A7DD7F-8228-BB1B-A9FE-E1B27EBE10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200400" y="6400800"/>
            <a:ext cx="358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6674" name="Rectangle 50">
            <a:extLst>
              <a:ext uri="{FF2B5EF4-FFF2-40B4-BE49-F238E27FC236}">
                <a16:creationId xmlns:a16="http://schemas.microsoft.com/office/drawing/2014/main" id="{7D2D5090-4C89-C2AC-A49B-EAF8620B49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7818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31E4968-85FF-4EE2-BD04-A353749726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C92AA-6BBC-0D55-D28F-1D7445A1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08BB74-870D-4ED7-DD5D-11283B912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0C5F0-72E3-2932-99A5-A2FCFEC6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1C1039-2752-03BC-79D7-C5F51CBE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5D7D40-A064-C158-15FE-CE0C6480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F71678-1EB0-4F88-9804-681F6E3ACF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115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6FFD4-4B0D-9E29-8D58-ED66883D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FFE1EA-077D-F861-3693-424901664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D9C232-5F75-48D3-D8DB-4A601F17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0BE8B7-A9AE-11BD-0BDC-BA9732B8B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C2EADE-6705-4772-ED79-D16A8835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2C91BB-D8EC-4E0D-98E8-4160A90E09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663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103D4-9D25-F9BA-1500-CF45EA6E3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BF965F-C072-9E77-7ECF-39C260D3A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828800"/>
            <a:ext cx="3579813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1471D2-1079-B4AC-6056-B93385AE2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7613" y="1828800"/>
            <a:ext cx="3581400" cy="4343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301814-795F-57A5-FA70-CDBE490A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FDF822-EDEE-33F8-9909-CA66317B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6F91C7-D144-5D3B-CE18-84DF5E04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32EEA-0FB6-4E77-BC44-4DB65A3D17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05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36E16-7293-9235-5112-CCCD9DFE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27FA55-24C4-6F52-1646-6CAF5B77F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085AA4-685E-4A01-BA23-9F7C4196B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22ABB2-8B02-C34B-D9D6-8053096F2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618689D-B8D9-6901-C02C-CC7EF5DBA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887EA0-3E8F-E960-BE97-8CCE185E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D14F7B-3F20-04BA-DD1A-E2F83E13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36ED51-150F-E636-D476-6DBD449C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E0166-C11A-477A-B4B9-A978F2F0DF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357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D0F4B-FFAD-CD29-966B-A28A6B28B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7EBED3-7551-DB92-D090-82B7D259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D8C818-23DA-2C54-F795-25CB6CC6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3C6D41-F19C-4A6C-6E8F-56F808FD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32CF8-6627-4EBC-9E7E-8010289F07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966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F49CED-576F-A177-C378-66059AAB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39FF804-A2C3-B116-D916-7046995F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B9009F-B7C7-B9CB-BD5A-63D3D0A4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0EC02B-54A5-4756-8B4F-560C0EE501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999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472A8-5DBB-B5F7-641F-8D1834F5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BD0669-8820-1F7A-959B-11A2F5023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A82151-F833-0B1F-E810-E2AB2200E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ABC8A8-4938-A6B9-0558-F333D632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4891E2-CBD3-D3E8-1B98-7AB39169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30F8E3-021D-EFC9-1B5E-CDDBAE1A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0477F-C615-44BB-A320-F8E7705F4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459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1059C-8338-A808-6389-2D655B06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558258-FD40-3226-5AA2-2B6C42A78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0ABBA4-D438-1BFD-43A0-B64728A5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5A1327-691D-4A68-7EC7-5FAB57F2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549592-042B-A630-F59D-B3CF42FF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1DBD7E-A1E4-3ABB-95B5-44FEE9D6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502C03-4632-4E69-AAF3-0A16EE6D76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028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B0247-A260-D479-10DE-11CB0328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499580-4A99-09F9-B180-5CA078E99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542F56-BE5C-D76F-4106-EE23C2E7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716A70-494B-43E9-A9F8-0B6FCE15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030ED5-AEB1-9D83-D03D-3131742F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54424-0BB6-4954-95DD-B40F02FE88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37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62D249-80CC-513A-2DF1-A558CE042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828800" cy="5867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B18720-6C18-BD62-27CE-8A11C9F6D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95400" y="304800"/>
            <a:ext cx="5334000" cy="58674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B7A6C8-A173-B1EB-3F14-EA891AEB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53F58A-F5B9-EDF6-324D-D1E7D025D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4E9D5-8541-E945-853C-02562398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E0CA6-4F41-4016-86FB-E5B67838F3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422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>
            <a:extLst>
              <a:ext uri="{FF2B5EF4-FFF2-40B4-BE49-F238E27FC236}">
                <a16:creationId xmlns:a16="http://schemas.microsoft.com/office/drawing/2014/main" id="{ED3413B8-4B17-ADAF-3DF7-3497708186B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600200"/>
            <a:ext cx="8247063" cy="5257800"/>
            <a:chOff x="576" y="1008"/>
            <a:chExt cx="5195" cy="3312"/>
          </a:xfrm>
        </p:grpSpPr>
        <p:sp>
          <p:nvSpPr>
            <p:cNvPr id="25603" name="Rectangle 3">
              <a:extLst>
                <a:ext uri="{FF2B5EF4-FFF2-40B4-BE49-F238E27FC236}">
                  <a16:creationId xmlns:a16="http://schemas.microsoft.com/office/drawing/2014/main" id="{1FCF63D2-903F-2893-EF9E-7F59B2DB8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1014"/>
              <a:ext cx="5117" cy="3305"/>
            </a:xfrm>
            <a:prstGeom prst="rect">
              <a:avLst/>
            </a:prstGeom>
            <a:blipFill dpi="0" rotWithShape="0">
              <a:blip r:embed="rId1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0" hangingPunct="0">
                <a:spcBef>
                  <a:spcPct val="50000"/>
                </a:spcBef>
              </a:pPr>
              <a:endParaRPr lang="pt-BR" altLang="pt-BR" sz="2400"/>
            </a:p>
          </p:txBody>
        </p:sp>
        <p:sp>
          <p:nvSpPr>
            <p:cNvPr id="25604" name="Rectangle 4">
              <a:extLst>
                <a:ext uri="{FF2B5EF4-FFF2-40B4-BE49-F238E27FC236}">
                  <a16:creationId xmlns:a16="http://schemas.microsoft.com/office/drawing/2014/main" id="{66C3C9DC-1EA9-2439-7FC2-E4F24477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08"/>
              <a:ext cx="65" cy="3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05" name="Rectangle 5">
              <a:extLst>
                <a:ext uri="{FF2B5EF4-FFF2-40B4-BE49-F238E27FC236}">
                  <a16:creationId xmlns:a16="http://schemas.microsoft.com/office/drawing/2014/main" id="{12E45780-9EFE-3327-19B2-070AC8FA9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008"/>
              <a:ext cx="5195" cy="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06" name="Rectangle 6">
              <a:extLst>
                <a:ext uri="{FF2B5EF4-FFF2-40B4-BE49-F238E27FC236}">
                  <a16:creationId xmlns:a16="http://schemas.microsoft.com/office/drawing/2014/main" id="{A57160C8-7F89-0E61-76CC-3E4149FAD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8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07" name="Rectangle 7">
              <a:extLst>
                <a:ext uri="{FF2B5EF4-FFF2-40B4-BE49-F238E27FC236}">
                  <a16:creationId xmlns:a16="http://schemas.microsoft.com/office/drawing/2014/main" id="{51F2AA8B-FAEB-A39B-9123-B94E3FD0C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1014"/>
              <a:ext cx="261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08" name="Rectangle 8">
              <a:extLst>
                <a:ext uri="{FF2B5EF4-FFF2-40B4-BE49-F238E27FC236}">
                  <a16:creationId xmlns:a16="http://schemas.microsoft.com/office/drawing/2014/main" id="{1DEBFF80-5CD2-8553-5FCD-7DC5EA6FF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1014"/>
              <a:ext cx="259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09" name="Rectangle 9">
              <a:extLst>
                <a:ext uri="{FF2B5EF4-FFF2-40B4-BE49-F238E27FC236}">
                  <a16:creationId xmlns:a16="http://schemas.microsoft.com/office/drawing/2014/main" id="{025970FB-0066-2599-3BF1-1E30F2A78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0" name="Rectangle 10">
              <a:extLst>
                <a:ext uri="{FF2B5EF4-FFF2-40B4-BE49-F238E27FC236}">
                  <a16:creationId xmlns:a16="http://schemas.microsoft.com/office/drawing/2014/main" id="{ECC5EFF4-6F06-C728-CB61-7FE180CF3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1" name="Rectangle 11">
              <a:extLst>
                <a:ext uri="{FF2B5EF4-FFF2-40B4-BE49-F238E27FC236}">
                  <a16:creationId xmlns:a16="http://schemas.microsoft.com/office/drawing/2014/main" id="{F1A2BAFF-34E4-4762-241B-A9670EF4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7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2" name="Rectangle 12">
              <a:extLst>
                <a:ext uri="{FF2B5EF4-FFF2-40B4-BE49-F238E27FC236}">
                  <a16:creationId xmlns:a16="http://schemas.microsoft.com/office/drawing/2014/main" id="{6F325F5C-8517-8003-5AB6-06814C159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3" name="Rectangle 13">
              <a:extLst>
                <a:ext uri="{FF2B5EF4-FFF2-40B4-BE49-F238E27FC236}">
                  <a16:creationId xmlns:a16="http://schemas.microsoft.com/office/drawing/2014/main" id="{EB26BE57-DE17-3DC2-4F31-EB86915DB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4" name="Rectangle 14">
              <a:extLst>
                <a:ext uri="{FF2B5EF4-FFF2-40B4-BE49-F238E27FC236}">
                  <a16:creationId xmlns:a16="http://schemas.microsoft.com/office/drawing/2014/main" id="{C9037659-D412-2F47-1540-723593DC8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1014"/>
              <a:ext cx="261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5" name="Rectangle 15">
              <a:extLst>
                <a:ext uri="{FF2B5EF4-FFF2-40B4-BE49-F238E27FC236}">
                  <a16:creationId xmlns:a16="http://schemas.microsoft.com/office/drawing/2014/main" id="{5CA4B966-4BD4-42CC-97BA-29FF564F1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" y="1014"/>
              <a:ext cx="260" cy="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6" name="Rectangle 16">
              <a:extLst>
                <a:ext uri="{FF2B5EF4-FFF2-40B4-BE49-F238E27FC236}">
                  <a16:creationId xmlns:a16="http://schemas.microsoft.com/office/drawing/2014/main" id="{6CE87D78-AA2F-C2CB-FFF5-021EBD935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114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7" name="Rectangle 17">
              <a:extLst>
                <a:ext uri="{FF2B5EF4-FFF2-40B4-BE49-F238E27FC236}">
                  <a16:creationId xmlns:a16="http://schemas.microsoft.com/office/drawing/2014/main" id="{B066BED3-75D2-1C9B-1C1F-F30E07546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1607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8" name="Rectangle 18">
              <a:extLst>
                <a:ext uri="{FF2B5EF4-FFF2-40B4-BE49-F238E27FC236}">
                  <a16:creationId xmlns:a16="http://schemas.microsoft.com/office/drawing/2014/main" id="{B9492279-B69A-6A68-8717-90B5E8B6C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2101"/>
              <a:ext cx="53" cy="24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19" name="Rectangle 19">
              <a:extLst>
                <a:ext uri="{FF2B5EF4-FFF2-40B4-BE49-F238E27FC236}">
                  <a16:creationId xmlns:a16="http://schemas.microsoft.com/office/drawing/2014/main" id="{7A6D5C46-7412-8A5B-335A-A43BB6CA6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2594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20" name="Rectangle 20">
              <a:extLst>
                <a:ext uri="{FF2B5EF4-FFF2-40B4-BE49-F238E27FC236}">
                  <a16:creationId xmlns:a16="http://schemas.microsoft.com/office/drawing/2014/main" id="{F23BAA11-D737-6DB0-1CB6-BB8A71C5F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3088"/>
              <a:ext cx="53" cy="24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21" name="Rectangle 21">
              <a:extLst>
                <a:ext uri="{FF2B5EF4-FFF2-40B4-BE49-F238E27FC236}">
                  <a16:creationId xmlns:a16="http://schemas.microsoft.com/office/drawing/2014/main" id="{2E410943-F759-F592-E8F0-C7A8E8715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3581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22" name="Rectangle 22">
              <a:extLst>
                <a:ext uri="{FF2B5EF4-FFF2-40B4-BE49-F238E27FC236}">
                  <a16:creationId xmlns:a16="http://schemas.microsoft.com/office/drawing/2014/main" id="{45A555AD-E5AC-E8B2-CB4E-25D7FB8CE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" y="4074"/>
              <a:ext cx="53" cy="24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623" name="Rectangle 23">
            <a:extLst>
              <a:ext uri="{FF2B5EF4-FFF2-40B4-BE49-F238E27FC236}">
                <a16:creationId xmlns:a16="http://schemas.microsoft.com/office/drawing/2014/main" id="{E532E433-1757-3D5B-0914-9A7846A8A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239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5624" name="Rectangle 24">
            <a:extLst>
              <a:ext uri="{FF2B5EF4-FFF2-40B4-BE49-F238E27FC236}">
                <a16:creationId xmlns:a16="http://schemas.microsoft.com/office/drawing/2014/main" id="{89991F09-55F8-8F81-E7C9-4B19E7ACB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828800"/>
            <a:ext cx="7313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5625" name="Rectangle 25">
            <a:extLst>
              <a:ext uri="{FF2B5EF4-FFF2-40B4-BE49-F238E27FC236}">
                <a16:creationId xmlns:a16="http://schemas.microsoft.com/office/drawing/2014/main" id="{3A69293B-16A5-6A11-E36A-3F0ED3A72D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pt-BR"/>
          </a:p>
        </p:txBody>
      </p:sp>
      <p:sp>
        <p:nvSpPr>
          <p:cNvPr id="25626" name="Rectangle 26">
            <a:extLst>
              <a:ext uri="{FF2B5EF4-FFF2-40B4-BE49-F238E27FC236}">
                <a16:creationId xmlns:a16="http://schemas.microsoft.com/office/drawing/2014/main" id="{34B0E6F1-0B32-8E81-5D14-DB76225D51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40080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pt-BR"/>
          </a:p>
        </p:txBody>
      </p:sp>
      <p:sp>
        <p:nvSpPr>
          <p:cNvPr id="25627" name="Rectangle 27">
            <a:extLst>
              <a:ext uri="{FF2B5EF4-FFF2-40B4-BE49-F238E27FC236}">
                <a16:creationId xmlns:a16="http://schemas.microsoft.com/office/drawing/2014/main" id="{32941FD2-F698-B42B-1A4E-ABE8C8298D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88D5AB70-A4F2-4D7A-8476-5C6CDB76C8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 Narrow" panose="020B0606020202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97542F1-7A20-AA67-AB36-C88D5CF5F8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3600" b="1"/>
              <a:t>350</a:t>
            </a:r>
            <a:br>
              <a:rPr lang="pt-BR" altLang="pt-BR" sz="3600" b="1"/>
            </a:br>
            <a:r>
              <a:rPr lang="pt-BR" altLang="pt-BR" sz="3600" b="1"/>
              <a:t>A HISTÓRIA DA CRUZ</a:t>
            </a:r>
            <a:endParaRPr lang="en-US" altLang="pt-BR" sz="3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EFF0544-1BC1-49DD-0C67-B3FAC7E0B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274638"/>
            <a:ext cx="7354887" cy="6178550"/>
          </a:xfrm>
        </p:spPr>
        <p:txBody>
          <a:bodyPr/>
          <a:lstStyle/>
          <a:p>
            <a:r>
              <a:rPr lang="pt-BR" altLang="pt-BR" sz="3600"/>
              <a:t>Tens tu lido a história da dura cruz, </a:t>
            </a:r>
            <a:br>
              <a:rPr lang="pt-BR" altLang="pt-BR" sz="3600"/>
            </a:br>
            <a:r>
              <a:rPr lang="pt-BR" altLang="pt-BR" sz="3600"/>
              <a:t>Na qual Jesus morreu,</a:t>
            </a:r>
            <a:br>
              <a:rPr lang="pt-BR" altLang="pt-BR" sz="3600"/>
            </a:br>
            <a:r>
              <a:rPr lang="pt-BR" altLang="pt-BR" sz="3600"/>
              <a:t>Desfazendo as trevas raiou a luz, </a:t>
            </a:r>
            <a:br>
              <a:rPr lang="pt-BR" altLang="pt-BR" sz="3600"/>
            </a:br>
            <a:r>
              <a:rPr lang="pt-BR" altLang="pt-BR" sz="3600"/>
              <a:t>Manando o sangue Seu?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32326E9-D02E-2AD6-EFBA-2B876429E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74638"/>
            <a:ext cx="7499350" cy="6107112"/>
          </a:xfrm>
        </p:spPr>
        <p:txBody>
          <a:bodyPr/>
          <a:lstStyle/>
          <a:p>
            <a:r>
              <a:rPr lang="pt-BR" altLang="pt-BR" sz="3600" b="1" i="1"/>
              <a:t>Jesus padeceu na cruz por ti; </a:t>
            </a:r>
            <a:br>
              <a:rPr lang="pt-BR" altLang="pt-BR" sz="3600" b="1" i="1"/>
            </a:br>
            <a:r>
              <a:rPr lang="pt-BR" altLang="pt-BR" sz="3600" b="1" i="1"/>
              <a:t>Jesus padeceu na cruz.</a:t>
            </a:r>
            <a:br>
              <a:rPr lang="pt-BR" altLang="pt-BR" sz="3600" b="1" i="1"/>
            </a:br>
            <a:r>
              <a:rPr lang="pt-BR" altLang="pt-BR" sz="3600" b="1" i="1"/>
              <a:t>Oh! Grande amor do Salvador</a:t>
            </a:r>
            <a:br>
              <a:rPr lang="pt-BR" altLang="pt-BR" sz="3600" b="1" i="1"/>
            </a:br>
            <a:r>
              <a:rPr lang="pt-BR" altLang="pt-BR" sz="3600" b="1" i="1"/>
              <a:t> Morrendo na cruz por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9DA5901-A025-98B0-75D4-440DE8D96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74638"/>
            <a:ext cx="7499350" cy="6107112"/>
          </a:xfrm>
        </p:spPr>
        <p:txBody>
          <a:bodyPr/>
          <a:lstStyle/>
          <a:p>
            <a:r>
              <a:rPr lang="pt-BR" altLang="pt-BR" sz="3600"/>
              <a:t>Tens tu lido que Cristo não se queixou, </a:t>
            </a:r>
            <a:br>
              <a:rPr lang="pt-BR" altLang="pt-BR" sz="3600"/>
            </a:br>
            <a:r>
              <a:rPr lang="pt-BR" altLang="pt-BR" sz="3600"/>
              <a:t>No lenho, em grande dor,</a:t>
            </a:r>
            <a:br>
              <a:rPr lang="pt-BR" altLang="pt-BR" sz="3600"/>
            </a:br>
            <a:r>
              <a:rPr lang="pt-BR" altLang="pt-BR" sz="3600"/>
              <a:t>Mas ao Pai o perdão `inda suplicou </a:t>
            </a:r>
            <a:br>
              <a:rPr lang="pt-BR" altLang="pt-BR" sz="3600"/>
            </a:br>
            <a:r>
              <a:rPr lang="pt-BR" altLang="pt-BR" sz="3600"/>
              <a:t>P'ra o povo pecador?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E5E6F12-9D78-CDE0-426C-11432E8C1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74638"/>
            <a:ext cx="7499350" cy="6107112"/>
          </a:xfrm>
        </p:spPr>
        <p:txBody>
          <a:bodyPr/>
          <a:lstStyle/>
          <a:p>
            <a:r>
              <a:rPr lang="pt-BR" altLang="pt-BR" sz="3600" b="1" i="1"/>
              <a:t>Jesus padeceu na cruz por ti; </a:t>
            </a:r>
            <a:br>
              <a:rPr lang="pt-BR" altLang="pt-BR" sz="3600" b="1" i="1"/>
            </a:br>
            <a:r>
              <a:rPr lang="pt-BR" altLang="pt-BR" sz="3600" b="1" i="1"/>
              <a:t>Jesus padeceu na cruz.</a:t>
            </a:r>
            <a:br>
              <a:rPr lang="pt-BR" altLang="pt-BR" sz="3600" b="1" i="1"/>
            </a:br>
            <a:r>
              <a:rPr lang="pt-BR" altLang="pt-BR" sz="3600" b="1" i="1"/>
              <a:t>Oh! Grande amor do Salvador</a:t>
            </a:r>
            <a:br>
              <a:rPr lang="pt-BR" altLang="pt-BR" sz="3600" b="1" i="1"/>
            </a:br>
            <a:r>
              <a:rPr lang="pt-BR" altLang="pt-BR" sz="3600" b="1" i="1"/>
              <a:t> Morrendo na cruz por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AAC02C8-75CC-DA00-1217-4F3AF794A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74638"/>
            <a:ext cx="7499350" cy="6107112"/>
          </a:xfrm>
        </p:spPr>
        <p:txBody>
          <a:bodyPr/>
          <a:lstStyle/>
          <a:p>
            <a:r>
              <a:rPr lang="pt-BR" altLang="pt-BR" sz="3600"/>
              <a:t>Tens tu lido que Cristo salvou, por fim, </a:t>
            </a:r>
            <a:br>
              <a:rPr lang="pt-BR" altLang="pt-BR" sz="3600"/>
            </a:br>
            <a:r>
              <a:rPr lang="pt-BR" altLang="pt-BR" sz="3600"/>
              <a:t>Na cruz, um malfeitor?</a:t>
            </a:r>
            <a:br>
              <a:rPr lang="pt-BR" altLang="pt-BR" sz="3600"/>
            </a:br>
            <a:r>
              <a:rPr lang="pt-BR" altLang="pt-BR" sz="3600"/>
              <a:t>Que sofrendo na cruz Lhe rogou: </a:t>
            </a:r>
            <a:br>
              <a:rPr lang="pt-BR" altLang="pt-BR" sz="3600"/>
            </a:br>
            <a:r>
              <a:rPr lang="pt-BR" altLang="pt-BR" sz="3600"/>
              <a:t>"De mim, ó lembra-Te, Senhor"?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6085953-DC72-FC3F-3EB9-797226FA2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74638"/>
            <a:ext cx="7499350" cy="6107112"/>
          </a:xfrm>
        </p:spPr>
        <p:txBody>
          <a:bodyPr/>
          <a:lstStyle/>
          <a:p>
            <a:r>
              <a:rPr lang="pt-BR" altLang="pt-BR" sz="3600" b="1" i="1"/>
              <a:t>Jesus padeceu na cruz por ti; </a:t>
            </a:r>
            <a:br>
              <a:rPr lang="pt-BR" altLang="pt-BR" sz="3600" b="1" i="1"/>
            </a:br>
            <a:r>
              <a:rPr lang="pt-BR" altLang="pt-BR" sz="3600" b="1" i="1"/>
              <a:t>Jesus padeceu na cruz.</a:t>
            </a:r>
            <a:br>
              <a:rPr lang="pt-BR" altLang="pt-BR" sz="3600" b="1" i="1"/>
            </a:br>
            <a:r>
              <a:rPr lang="pt-BR" altLang="pt-BR" sz="3600" b="1" i="1"/>
              <a:t>Oh! Grande amor do Salvador</a:t>
            </a:r>
            <a:br>
              <a:rPr lang="pt-BR" altLang="pt-BR" sz="3600" b="1" i="1"/>
            </a:br>
            <a:r>
              <a:rPr lang="pt-BR" altLang="pt-BR" sz="3600" b="1" i="1"/>
              <a:t> Morrendo na cruz por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B13870E-5AA4-1271-DE01-A8AFEB1BD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74638"/>
            <a:ext cx="7499350" cy="6178550"/>
          </a:xfrm>
        </p:spPr>
        <p:txBody>
          <a:bodyPr/>
          <a:lstStyle/>
          <a:p>
            <a:r>
              <a:rPr lang="pt-BR" altLang="pt-BR" sz="3600"/>
              <a:t>Tens tu lido que Cristo exclamou na cruz:</a:t>
            </a:r>
            <a:br>
              <a:rPr lang="pt-BR" altLang="pt-BR" sz="3600"/>
            </a:br>
            <a:r>
              <a:rPr lang="pt-BR" altLang="pt-BR" sz="3600"/>
              <a:t> "Eis consumado está".</a:t>
            </a:r>
            <a:br>
              <a:rPr lang="pt-BR" altLang="pt-BR" sz="3600"/>
            </a:br>
            <a:r>
              <a:rPr lang="pt-BR" altLang="pt-BR" sz="3600"/>
              <a:t>Foi por mim, foi por ti, que morreu Jesus,</a:t>
            </a:r>
            <a:br>
              <a:rPr lang="pt-BR" altLang="pt-BR" sz="3600"/>
            </a:br>
            <a:r>
              <a:rPr lang="pt-BR" altLang="pt-BR" sz="3600"/>
              <a:t>Aceita Cristo já.</a:t>
            </a:r>
            <a:r>
              <a:rPr lang="pt-BR" altLang="pt-BR" sz="900"/>
              <a:t> </a:t>
            </a:r>
            <a:r>
              <a:rPr lang="pt-BR" altLang="pt-BR" sz="1600"/>
              <a:t>P. 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2D777DA-DC7E-B9D7-CDBC-ACDEFA1A3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74638"/>
            <a:ext cx="7499350" cy="6107112"/>
          </a:xfrm>
        </p:spPr>
        <p:txBody>
          <a:bodyPr/>
          <a:lstStyle/>
          <a:p>
            <a:r>
              <a:rPr lang="pt-BR" altLang="pt-BR" sz="3600" b="1" i="1"/>
              <a:t>Jesus padeceu na cruz por ti; </a:t>
            </a:r>
            <a:br>
              <a:rPr lang="pt-BR" altLang="pt-BR" sz="3600" b="1" i="1"/>
            </a:br>
            <a:r>
              <a:rPr lang="pt-BR" altLang="pt-BR" sz="3600" b="1" i="1"/>
              <a:t>Jesus padeceu na cruz.</a:t>
            </a:r>
            <a:br>
              <a:rPr lang="pt-BR" altLang="pt-BR" sz="3600" b="1" i="1"/>
            </a:br>
            <a:r>
              <a:rPr lang="pt-BR" altLang="pt-BR" sz="3600" b="1" i="1"/>
              <a:t>Oh! Grande amor do Salvador</a:t>
            </a:r>
            <a:br>
              <a:rPr lang="pt-BR" altLang="pt-BR" sz="3600" b="1" i="1"/>
            </a:br>
            <a:r>
              <a:rPr lang="pt-BR" altLang="pt-BR" sz="3600" b="1" i="1"/>
              <a:t> Morrendo na cruz por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ducts And Services Overview">
  <a:themeElements>
    <a:clrScheme name="Products And Services Overview 1">
      <a:dk1>
        <a:srgbClr val="000000"/>
      </a:dk1>
      <a:lt1>
        <a:srgbClr val="FFFFFF"/>
      </a:lt1>
      <a:dk2>
        <a:srgbClr val="301800"/>
      </a:dk2>
      <a:lt2>
        <a:srgbClr val="614020"/>
      </a:lt2>
      <a:accent1>
        <a:srgbClr val="B38961"/>
      </a:accent1>
      <a:accent2>
        <a:srgbClr val="996633"/>
      </a:accent2>
      <a:accent3>
        <a:srgbClr val="FFFFFF"/>
      </a:accent3>
      <a:accent4>
        <a:srgbClr val="000000"/>
      </a:accent4>
      <a:accent5>
        <a:srgbClr val="D6C4B7"/>
      </a:accent5>
      <a:accent6>
        <a:srgbClr val="8A5C2D"/>
      </a:accent6>
      <a:hlink>
        <a:srgbClr val="9D9C81"/>
      </a:hlink>
      <a:folHlink>
        <a:srgbClr val="B2B2B2"/>
      </a:folHlink>
    </a:clrScheme>
    <a:fontScheme name="Products And Services Overvie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Products And Services Overview 1">
        <a:dk1>
          <a:srgbClr val="000000"/>
        </a:dk1>
        <a:lt1>
          <a:srgbClr val="FFFFFF"/>
        </a:lt1>
        <a:dk2>
          <a:srgbClr val="301800"/>
        </a:dk2>
        <a:lt2>
          <a:srgbClr val="614020"/>
        </a:lt2>
        <a:accent1>
          <a:srgbClr val="B38961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D6C4B7"/>
        </a:accent5>
        <a:accent6>
          <a:srgbClr val="8A5C2D"/>
        </a:accent6>
        <a:hlink>
          <a:srgbClr val="9D9C8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ducts And Services Overview 2">
        <a:dk1>
          <a:srgbClr val="000000"/>
        </a:dk1>
        <a:lt1>
          <a:srgbClr val="FFFFFF"/>
        </a:lt1>
        <a:dk2>
          <a:srgbClr val="003399"/>
        </a:dk2>
        <a:lt2>
          <a:srgbClr val="003366"/>
        </a:lt2>
        <a:accent1>
          <a:srgbClr val="6397CB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B7C9E2"/>
        </a:accent5>
        <a:accent6>
          <a:srgbClr val="2D5C8A"/>
        </a:accent6>
        <a:hlink>
          <a:srgbClr val="8585E1"/>
        </a:hlink>
        <a:folHlink>
          <a:srgbClr val="867A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ducts And Services Overvi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Products And Services Overview</Template>
  <TotalTime>3</TotalTime>
  <Words>254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Arial Narrow</vt:lpstr>
      <vt:lpstr>Times New Roman</vt:lpstr>
      <vt:lpstr>Wingdings</vt:lpstr>
      <vt:lpstr>Products And Services Overview</vt:lpstr>
      <vt:lpstr>350 A HISTÓRIA DA CRUZ</vt:lpstr>
      <vt:lpstr>Tens tu lido a história da dura cruz,  Na qual Jesus morreu, Desfazendo as trevas raiou a luz,  Manando o sangue Seu? </vt:lpstr>
      <vt:lpstr>Jesus padeceu na cruz por ti;  Jesus padeceu na cruz. Oh! Grande amor do Salvador  Morrendo na cruz por mim!</vt:lpstr>
      <vt:lpstr>Tens tu lido que Cristo não se queixou,  No lenho, em grande dor, Mas ao Pai o perdão `inda suplicou  P'ra o povo pecador? </vt:lpstr>
      <vt:lpstr>Jesus padeceu na cruz por ti;  Jesus padeceu na cruz. Oh! Grande amor do Salvador  Morrendo na cruz por mim!</vt:lpstr>
      <vt:lpstr>Tens tu lido que Cristo salvou, por fim,  Na cruz, um malfeitor? Que sofrendo na cruz Lhe rogou:  "De mim, ó lembra-Te, Senhor"? </vt:lpstr>
      <vt:lpstr>Jesus padeceu na cruz por ti;  Jesus padeceu na cruz. Oh! Grande amor do Salvador  Morrendo na cruz por mim!</vt:lpstr>
      <vt:lpstr>Tens tu lido que Cristo exclamou na cruz:  "Eis consumado está". Foi por mim, foi por ti, que morreu Jesus, Aceita Cristo já. P. L.M. </vt:lpstr>
      <vt:lpstr>Jesus padeceu na cruz por ti;  Jesus padeceu na cruz. Oh! Grande amor do Salvador  Morrendo na cruz por mim!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350 - A HISTÓRIA DA CRUZ</dc:title>
  <dc:creator>Montagna</dc:creator>
  <cp:lastModifiedBy>Emerson Souza</cp:lastModifiedBy>
  <cp:revision>2</cp:revision>
  <dcterms:created xsi:type="dcterms:W3CDTF">2005-10-20T04:20:55Z</dcterms:created>
  <dcterms:modified xsi:type="dcterms:W3CDTF">2026-05-02T22:06:05Z</dcterms:modified>
</cp:coreProperties>
</file>