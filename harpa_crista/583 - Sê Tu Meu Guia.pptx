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B9095-5BA2-C5B0-7123-ED07C3C7F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B5A1A6-CAA1-3625-57BB-36AAB7C9B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2E4C43-3D24-32FE-66B8-4555DAED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146D6A-51C9-C134-D8F7-7CDFC835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83C311-AD7D-CF35-270A-C80630EB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9856A-CABD-4007-BB85-E597DA2EC9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252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B440E-FE9D-5654-6791-E9DA6CCB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C27EF-4892-56EA-AA63-19128EF6E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798E57-2830-EA95-A331-F24B27DD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F59082-74BA-F6F2-225B-EA55C6CA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6BEE7-8A35-38C9-B181-E0EC75BF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2946F-D6DC-43DB-B2DD-B7332D79D8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595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0D60C-EB48-8B77-E667-6FB3C1F6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F03E67-D740-5BC0-7B50-279DDFAC2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185617-8810-3F48-70BC-E3ABEDCB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F8A24-9256-7431-16F3-5682926C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9753C-2B48-BF99-47DD-3BDAA196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E9B01-5E7D-4A93-BD89-1DB29B2BC3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749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5E52E-638B-F242-1473-BBCDC66BF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FEDC6-129D-2A88-BABD-8E2B7387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3DDF2C-86CD-27FE-501F-C203AA499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94919C-EE22-F45E-A748-6B8DBD60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CF64F4-20CB-BA85-8ECC-8CA27C63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359CFE-35ED-AAA0-D7FB-5E0BB1AA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1DFB8-B511-467A-8AE3-992AF2ED6E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083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5E166-E900-B46C-5D57-F5ADA6D3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6A0597-5BB5-7628-497B-79555C4A6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9A5256-2CE4-7308-4AF9-92BD6E9B2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B354A5-6AAB-C0EE-51AD-ED6D82B72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26AED6-DE51-6F0D-B61B-61BE0B8AE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861859-CE88-FBCD-51D3-E3CF278C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118FD2-E5E0-EA3A-72A1-4939BF0A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3E5753-D9E0-EB5B-04E0-6FD01E6B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60B52-843F-488A-9B2E-4415233235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11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5F99A-D4FD-27D5-ED1D-60EE7F89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54398A-0718-29EF-0025-9F0167419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D6F9C1-9CD4-A27F-D104-FD38A89E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9CE763-026F-EFC3-FD70-2A79CCDE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F7577-5BAD-4059-B2C3-2F2539CC2A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549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98742D-85F4-430F-2FB0-68DAF89C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4F35F6-1171-5F7D-C7C3-07AB8D18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F65DD8-B3C4-F31B-9F2E-E0881D43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656B-DE54-489E-823A-3487BE29B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402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AB58B-205D-B8F6-F90C-39F37904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4534B-EDD3-FC98-C47F-BF0FC210E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213393-8F76-6C7D-D208-A37026BF8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355B64-0BAF-58A2-7A1F-D8236A98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E03870-577D-D31E-7664-11DE1DD1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F8D201-64B2-F9E8-4FCB-392A6E4A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274AC-C145-44AF-BE69-5F5020C7DB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536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730FF-1058-9F00-8FDD-E302FD56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435596-3491-949F-3FC8-E0F1F71AD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CB14D7-3359-A98D-950B-16C8663F3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AD0876-ABBE-6C6A-9AFB-C6C1F8AE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7CC87E-624B-B3B7-3911-09E20AD0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FA24B8-BFBF-84B4-1E54-9AE8AA32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DC254-832E-4EF2-8322-2DDB8A35D9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20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1CD26-023B-8CD1-9FE5-6E7019F8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6A0CB1-FBA3-3F9B-1BB3-0E2C9BEC8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ADECD1-1760-BF63-24AD-8CB79193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99EB94-7EF2-7CF4-C35F-B8781300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7E08-DE36-E815-D9DF-43CCEE5D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31340-082E-4F52-87E1-A18DFB2C0D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210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D1EA93-3440-1355-3868-93887FE55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66D5E0-7FB8-BA9A-4639-97152B6B0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0CD6A-29ED-7391-326B-A9FF6688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DF932F-C326-A13A-2231-B43031A4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9093F9-7A17-0624-195A-4A1DD4CD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2BEA3-C8E3-4A34-A0EA-64EB7E9C1B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079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12DF6E-3956-AF54-DDB7-AEBDD417C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0971E0-70D1-89E1-81BE-9D5A11597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85BE1D-852F-F6FF-6D3F-DE7A6873B5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BFFD07-D32B-1404-70C0-30AE36AD16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3087C7-6ED2-64CF-99DB-6300CC3F9C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0F17B91-8630-4FE7-99BE-6B08ADF2124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01905C0-8B7D-7945-0EDB-74D2F61181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583 - Sê Tu Meu Guia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F9C06DE-7790-947B-74B1-8435EC3EB3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4874720-40B3-B01C-D4BC-9F41EDEAE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Sê tu meu Guia, ó Cristo: estou medroso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andar sozinho pela solidão! </a:t>
            </a:r>
            <a:br>
              <a:rPr lang="en-US" altLang="pt-BR" sz="4000" i="1"/>
            </a:br>
            <a:r>
              <a:rPr lang="en-US" altLang="pt-BR" sz="4000" i="1"/>
              <a:t>Sê tu meu Guia, e o ermo pavoroso </a:t>
            </a:r>
            <a:br>
              <a:rPr lang="en-US" altLang="pt-BR" sz="4000" i="1"/>
            </a:br>
            <a:r>
              <a:rPr lang="en-US" altLang="pt-BR" sz="4000" i="1"/>
              <a:t>Já não será lugar de escuridão!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32EBD0-0D08-FEE4-1821-FD2281D47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Sê tu meu Guia, leva-me a teu lado, Pois, junto a ti desejo estar, Senhor! Pois por teu braço, estando assim firmado, </a:t>
            </a:r>
            <a:br>
              <a:rPr lang="en-US" altLang="pt-BR" sz="4000" i="1"/>
            </a:br>
            <a:r>
              <a:rPr lang="en-US" altLang="pt-BR" sz="4000" i="1"/>
              <a:t>Não hei de tropeçar nem ter temor.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D4031C-8DD8-EB17-4CD4-033BD6601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Sê tu meu Guia, em tempo radiante,</a:t>
            </a:r>
            <a:r>
              <a:rPr lang="en-US" altLang="pt-BR" sz="4000"/>
              <a:t> </a:t>
            </a:r>
            <a:r>
              <a:rPr lang="en-US" altLang="pt-BR" sz="4000" i="1"/>
              <a:t>Ou na bonança, ou mesmo em temporal!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Sê tu meu Guia, que eu prossiga avante,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me afastar do rumo divina!.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FDCB48-75A1-CEB8-F59F-A8BCD0BAF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Sê tu meu Guia, até que tenha entrada</a:t>
            </a:r>
            <a:r>
              <a:rPr lang="en-US" altLang="pt-BR" sz="4000"/>
              <a:t> </a:t>
            </a:r>
            <a:r>
              <a:rPr lang="en-US" altLang="pt-BR" sz="4000" i="1"/>
              <a:t>na casa paternal, no Céu além;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Ali, enfim. minha alma descansada</a:t>
            </a:r>
            <a:r>
              <a:rPr lang="en-US" altLang="pt-BR" sz="4000"/>
              <a:t> </a:t>
            </a:r>
            <a:r>
              <a:rPr lang="en-US" altLang="pt-BR" sz="4000" i="1"/>
              <a:t>Terá contigo seu eterno bem.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583 - Sê Tu Meu Guia </vt:lpstr>
      <vt:lpstr>Sê tu meu Guia, ó Cristo: estou medroso  De andar sozinho pela solidão!  Sê tu meu Guia, e o ermo pavoroso  Já não será lugar de escuridão!  </vt:lpstr>
      <vt:lpstr>Sê tu meu Guia, leva-me a teu lado, Pois, junto a ti desejo estar, Senhor! Pois por teu braço, estando assim firmado,  Não hei de tropeçar nem ter temor.  </vt:lpstr>
      <vt:lpstr>Sê tu meu Guia, em tempo radiante, Ou na bonança, ou mesmo em temporal!  Sê tu meu Guia, que eu prossiga avante,  Sem me afastar do rumo divina!.  </vt:lpstr>
      <vt:lpstr>Sê tu meu Guia, até que tenha entrada na casa paternal, no Céu além;  Ali, enfim. minha alma descansada Terá contigo seu eterno bem.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583 - Sê Tu Meu Guia </dc:title>
  <dc:creator>Junior</dc:creator>
  <cp:lastModifiedBy>Emerson Souza</cp:lastModifiedBy>
  <cp:revision>1</cp:revision>
  <dcterms:created xsi:type="dcterms:W3CDTF">2005-12-27T02:04:42Z</dcterms:created>
  <dcterms:modified xsi:type="dcterms:W3CDTF">2026-05-02T22:26:06Z</dcterms:modified>
</cp:coreProperties>
</file>