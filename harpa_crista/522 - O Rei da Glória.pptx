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979E3-66B1-1BA7-6DA2-B9A016A4F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15E79A-F4FC-77F3-E2E4-147B41C67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7B335C-1C63-8955-0096-68FF2FE90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4E0A00-F7A6-97B9-799D-72EB0FA4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8E0B6E-49F5-7CD1-1C97-B44216CF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403392-5F34-4EAE-A7F1-3BF20637FB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558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E2A91-A618-8EDE-F5BA-BCD70CD6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0D8400-8B91-3918-E32D-AE34560B7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49DEE0-6D02-5619-8A70-6BBB1EABE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5CEAFB-794F-5203-05D2-A75399C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9F5C5D-0FAF-4735-439C-251ED38B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76DDB-6C02-442A-87F7-5AF85248B5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079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FAAF3-2CC5-3C00-5638-45A100103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D6DC13-52D4-D240-5B63-993077A79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BD9798-81E6-AD19-0945-5ED2E6764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A55CA9-AC76-A518-DFE0-13FC8C51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C22C0C-AE75-20D4-4177-4396E7C1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A0264E-8871-4A62-8AD8-D5EDEECACD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314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105E8-3E8A-1278-CE9D-41F6C447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CA3C57-6D29-7C5E-A559-E18D66C5F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063AEB-23EF-0FB2-96B3-2FB0EEF11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E27BF5-BBB5-7C2E-492F-411827B5E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B7830F-C7F3-A2EC-323B-B639903C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FB2647-4E55-665F-3EA9-D04454D1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B9AD39-F0D3-495F-8093-278BE5F964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016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9F9B5-FF63-4321-A9A7-0C31C6F2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84DD37-F498-DD39-7271-7A8F8B19C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88BDE9-6A6C-9B9E-6998-D6754EB06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58D54B7-E117-E565-A6F3-60104F500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69491D1-00FE-09C2-ED37-9953311D1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20BDC6F-9C06-F009-9575-08330883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A7B5F31-ADF4-478C-E37D-28AAB540C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490BDE-984E-3AE0-FAEC-CCBDFB32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4102B0-6498-4798-AD1F-3EE9A849E6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2382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11A25-46CC-A59C-111A-765E150B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05CE031-15AB-306A-4381-0AADD376C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B223E4-9C6B-9273-C256-9D2A891B9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7E299B-3F30-9E75-5506-1899FD44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42911-3E5D-4B72-8D93-0FEF850BA9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736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4AB3AF-335F-86A3-110E-CAFE51DAB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767774-096A-6524-ACEF-6EFF0BE3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2841B9-85E7-734F-2516-64E0D41A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620B8-C2A0-4A6F-A059-0FB3669D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8180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76509-622B-677D-33ED-A435F74B9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7F86A9-E70A-AE98-2E74-350E81C35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E8BC81-D0CA-22C4-58BA-4819EE736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68BAA7-AFEE-02A3-9B66-829C8CD79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30E564-18C4-46D1-8C50-0C7D71EB8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6ADD52-9823-365D-E472-31FED3DB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8AC77-EAE5-40A9-98CE-AAC5A241D7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685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93A-25A3-FC75-4070-EE1456F79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25C917D-D458-2AD7-E768-68BAE8462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B5B2C1-98E1-BD6A-A156-B146C7BC7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B7A370-113B-1C0E-4340-136C5791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94DD5E-ABC1-9DFB-A8A8-AAFA18A6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4B9BF2-F616-D9CD-D445-FF8CD93F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0C856F-5295-4DF0-BB9F-5154144EC6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8442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49660-1070-8649-3CD1-B8ECDA7D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C866F1-CA2C-14B3-02BE-7B3094D7C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C60153-4C3D-7122-85BD-9D5ABC81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E92CCB-9149-0995-FD5B-F4C933BA5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A8642E-4527-055D-7174-64686A6A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A21913-6055-4409-A98B-30738E3C4C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3513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F8B00B-B386-7DC0-6B76-FCBAB1834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459ACC-D00E-BAAF-FFC1-B8F468562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832CED-C853-10F9-6D8D-DFFE13926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7DAD7D-570D-8524-A295-47C6685C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9B4996-8A6B-3D16-9650-B42E70FA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95637-DFDF-4C96-BF50-4BAAC2F4E1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715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6E01898-F4E8-48DF-393A-F6AC77064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E6B6BDE-DEC3-89F8-BE30-818FE25DE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560D30-EF51-A9B9-58F6-C5CAAB80535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DE2A652-2E9B-11A3-FABC-DF00228F0B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441841-FE9E-8F8A-407D-0E86D349CE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C115460-6387-48BB-8C97-36C86852E7E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B5ECE38-EE81-6B96-2571-73D785F32DB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522 - O Rei da Glória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AD5E020-B858-B4A4-3DC9-1E51E115A8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727BB99-9A33-0DFC-33D3-8C2908DEA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 Rei da glória, quem será,</a:t>
            </a:r>
            <a:br>
              <a:rPr lang="en-US" altLang="pt-BR" sz="4000" i="1"/>
            </a:br>
            <a:r>
              <a:rPr lang="en-US" altLang="pt-BR" sz="4000"/>
              <a:t> </a:t>
            </a:r>
            <a:r>
              <a:rPr lang="en-US" altLang="pt-BR" sz="4000" i="1"/>
              <a:t>Senhor onipotente?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Só Deus, o Filho, o pode ser.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reina eternamente.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As chagas que Ele recebeu,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morte que na cruz sofreu,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provam cabalmente!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EF7C3A0-829C-2EA2-96F5-EADDEA73D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 A morte que Ele à morte deu,</a:t>
            </a:r>
            <a:r>
              <a:rPr lang="en-US" altLang="pt-BR" sz="4000"/>
              <a:t> </a:t>
            </a:r>
            <a:r>
              <a:rPr lang="en-US" altLang="pt-BR" sz="4000" i="1"/>
              <a:t>Ganhando a vitória,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sepultura que rompeu,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Subindo à excelsa glória,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Declaram Seu real poder,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ao mundo dão a conhecer,</a:t>
            </a:r>
            <a:br>
              <a:rPr lang="en-US" altLang="pt-BR" sz="4000" i="1"/>
            </a:br>
            <a:r>
              <a:rPr lang="en-US" altLang="pt-BR" sz="4000" i="1"/>
              <a:t>Que Cristo é o Rei da glória!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DB2E89-0564-7A22-47F7-9E8564EB1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Eis, elevado lá no céu,</a:t>
            </a:r>
            <a:r>
              <a:rPr lang="en-US" altLang="pt-BR" sz="4000"/>
              <a:t> </a:t>
            </a:r>
            <a:r>
              <a:rPr lang="en-US" altLang="pt-BR" sz="4000" i="1"/>
              <a:t>Jesus, </a:t>
            </a:r>
            <a:br>
              <a:rPr lang="en-US" altLang="pt-BR" sz="4000" i="1"/>
            </a:br>
            <a:r>
              <a:rPr lang="en-US" altLang="pt-BR" sz="4000" i="1"/>
              <a:t>O Rei da glória,</a:t>
            </a:r>
            <a:r>
              <a:rPr lang="en-US" altLang="pt-BR" sz="4000"/>
              <a:t> </a:t>
            </a:r>
            <a:br>
              <a:rPr lang="en-US" altLang="pt-BR" sz="4000" i="1"/>
            </a:br>
            <a:r>
              <a:rPr lang="en-US" altLang="pt-BR" sz="4000" i="1"/>
              <a:t>li reinando além do véu,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Deus, na eterna glória,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Onde remida multidão,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Num êxtase de adoração,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Dá a Jesus a glória!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75D1F01-A7A4-66D1-4E9C-07DEE0E2D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Quão feliz quem nEle crer,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vê-Lo-á na glória!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todo aquel’que renascer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Tem o penhor da glória!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Confessa ser um pecador.</a:t>
            </a:r>
            <a:br>
              <a:rPr lang="en-US" altLang="pt-BR" sz="4000" i="1"/>
            </a:br>
            <a:r>
              <a:rPr lang="en-US" altLang="pt-BR" sz="4000" i="1"/>
              <a:t>Confia só no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Jesus, o Rei da glória!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522 - O Rei da Glória</vt:lpstr>
      <vt:lpstr>O Rei da glória, quem será,  Senhor onipotente?  Só Deus, o Filho, o pode ser.  Que reina eternamente.  As chagas que Ele recebeu,  A morte que na cruz sofreu,  O provam cabalmente!  </vt:lpstr>
      <vt:lpstr> A morte que Ele à morte deu, Ganhando a vitória,  A sepultura que rompeu,  Subindo à excelsa glória,  Declaram Seu real poder,  E ao mundo dão a conhecer, Que Cristo é o Rei da glória! </vt:lpstr>
      <vt:lpstr>Eis, elevado lá no céu, Jesus,  O Rei da glória,  li reinando além do véu,  Com Deus, na eterna glória,  Onde remida multidão,  Num êxtase de adoração,  Dá a Jesus a glória!  </vt:lpstr>
      <vt:lpstr>Oh! Quão feliz quem nEle crer,  Pois vê-Lo-á na glória!  Sim, todo aquel’que renascer  Tem o penhor da glória!  Confessa ser um pecador. Confia só no Salvador,  Jesus, o Rei da glória!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522 - O Rei da Glória</dc:title>
  <dc:creator>Junior</dc:creator>
  <cp:lastModifiedBy>Emerson Souza</cp:lastModifiedBy>
  <cp:revision>1</cp:revision>
  <dcterms:created xsi:type="dcterms:W3CDTF">2005-12-26T22:51:14Z</dcterms:created>
  <dcterms:modified xsi:type="dcterms:W3CDTF">2026-05-02T22:20:47Z</dcterms:modified>
</cp:coreProperties>
</file>