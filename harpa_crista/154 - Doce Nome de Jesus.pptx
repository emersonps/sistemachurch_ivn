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08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Line 2">
            <a:extLst>
              <a:ext uri="{FF2B5EF4-FFF2-40B4-BE49-F238E27FC236}">
                <a16:creationId xmlns:a16="http://schemas.microsoft.com/office/drawing/2014/main" id="{E354F74F-AB4F-35BA-50E9-7B1D049B7D47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287970D5-3C79-54F1-1956-2AF60CD63B8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en-US" altLang="en-US" noProof="0"/>
              <a:t>Clique para editar o estilo do título mestre</a:t>
            </a:r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7D7D0E8B-AAFD-A5BF-A897-93467F85025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/>
            </a:lvl1pPr>
          </a:lstStyle>
          <a:p>
            <a:pPr lvl="0"/>
            <a:r>
              <a:rPr lang="en-US" altLang="en-US" noProof="0"/>
              <a:t>Clique para editar o estilo do subtítulo mestre</a:t>
            </a:r>
          </a:p>
        </p:txBody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937C57A9-DEEA-D323-1D69-F9826AE9A79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FA4A5DC7-B554-AED1-580C-95F565BB0E7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11271" name="Rectangle 7">
            <a:extLst>
              <a:ext uri="{FF2B5EF4-FFF2-40B4-BE49-F238E27FC236}">
                <a16:creationId xmlns:a16="http://schemas.microsoft.com/office/drawing/2014/main" id="{D935BEAD-9A71-C812-95B0-B2A3E6C3654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4D330901-EC8B-4011-8FB9-1174D5CF4692}" type="slidenum">
              <a:rPr lang="en-US" altLang="en-US"/>
              <a:pPr/>
              <a:t>‹nº›</a:t>
            </a:fld>
            <a:endParaRPr lang="en-US" altLang="en-US"/>
          </a:p>
        </p:txBody>
      </p:sp>
      <p:grpSp>
        <p:nvGrpSpPr>
          <p:cNvPr id="11272" name="Group 8">
            <a:extLst>
              <a:ext uri="{FF2B5EF4-FFF2-40B4-BE49-F238E27FC236}">
                <a16:creationId xmlns:a16="http://schemas.microsoft.com/office/drawing/2014/main" id="{D8A89D3D-C0E4-15C4-3B26-2365C55EA78D}"/>
              </a:ext>
            </a:extLst>
          </p:cNvPr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11273" name="Oval 9">
              <a:extLst>
                <a:ext uri="{FF2B5EF4-FFF2-40B4-BE49-F238E27FC236}">
                  <a16:creationId xmlns:a16="http://schemas.microsoft.com/office/drawing/2014/main" id="{F5C983C8-D494-10E5-E8C2-A35430C024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274" name="Oval 10">
              <a:extLst>
                <a:ext uri="{FF2B5EF4-FFF2-40B4-BE49-F238E27FC236}">
                  <a16:creationId xmlns:a16="http://schemas.microsoft.com/office/drawing/2014/main" id="{66FEA15A-A574-4DE5-A492-CF41317484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275" name="Oval 11">
              <a:extLst>
                <a:ext uri="{FF2B5EF4-FFF2-40B4-BE49-F238E27FC236}">
                  <a16:creationId xmlns:a16="http://schemas.microsoft.com/office/drawing/2014/main" id="{2E102C92-5C07-AED0-8140-E141688AFA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276" name="Oval 12">
              <a:extLst>
                <a:ext uri="{FF2B5EF4-FFF2-40B4-BE49-F238E27FC236}">
                  <a16:creationId xmlns:a16="http://schemas.microsoft.com/office/drawing/2014/main" id="{5388D895-75F5-905C-7E16-30652BA941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277" name="Oval 13">
              <a:extLst>
                <a:ext uri="{FF2B5EF4-FFF2-40B4-BE49-F238E27FC236}">
                  <a16:creationId xmlns:a16="http://schemas.microsoft.com/office/drawing/2014/main" id="{99EA6EE1-4405-998A-78BE-BFD74967D0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278" name="Oval 14">
              <a:extLst>
                <a:ext uri="{FF2B5EF4-FFF2-40B4-BE49-F238E27FC236}">
                  <a16:creationId xmlns:a16="http://schemas.microsoft.com/office/drawing/2014/main" id="{F88D45E4-A4D8-071C-8EEB-AA1C6DE40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279" name="Oval 15">
              <a:extLst>
                <a:ext uri="{FF2B5EF4-FFF2-40B4-BE49-F238E27FC236}">
                  <a16:creationId xmlns:a16="http://schemas.microsoft.com/office/drawing/2014/main" id="{280F7415-52AB-ED76-BE11-9EB8C2D2E6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280" name="Oval 16">
              <a:extLst>
                <a:ext uri="{FF2B5EF4-FFF2-40B4-BE49-F238E27FC236}">
                  <a16:creationId xmlns:a16="http://schemas.microsoft.com/office/drawing/2014/main" id="{12162376-5E1E-792B-EE7F-B09FF10BA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281" name="Oval 17">
              <a:extLst>
                <a:ext uri="{FF2B5EF4-FFF2-40B4-BE49-F238E27FC236}">
                  <a16:creationId xmlns:a16="http://schemas.microsoft.com/office/drawing/2014/main" id="{454CA6E2-3BA5-FB0C-393B-C2EFF2D52A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282" name="Oval 18">
              <a:extLst>
                <a:ext uri="{FF2B5EF4-FFF2-40B4-BE49-F238E27FC236}">
                  <a16:creationId xmlns:a16="http://schemas.microsoft.com/office/drawing/2014/main" id="{5793F451-00AC-42C4-883C-6541F847D9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283" name="Oval 19">
              <a:extLst>
                <a:ext uri="{FF2B5EF4-FFF2-40B4-BE49-F238E27FC236}">
                  <a16:creationId xmlns:a16="http://schemas.microsoft.com/office/drawing/2014/main" id="{F519BCC5-B5AE-3894-6A7E-D783539422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284" name="Oval 20">
              <a:extLst>
                <a:ext uri="{FF2B5EF4-FFF2-40B4-BE49-F238E27FC236}">
                  <a16:creationId xmlns:a16="http://schemas.microsoft.com/office/drawing/2014/main" id="{D1FBDA44-CF6E-3F17-93C2-A382FDEDD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285" name="Oval 21">
              <a:extLst>
                <a:ext uri="{FF2B5EF4-FFF2-40B4-BE49-F238E27FC236}">
                  <a16:creationId xmlns:a16="http://schemas.microsoft.com/office/drawing/2014/main" id="{AB2EDD0A-CCFF-F540-D78F-04CB1948BA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286" name="Oval 22">
              <a:extLst>
                <a:ext uri="{FF2B5EF4-FFF2-40B4-BE49-F238E27FC236}">
                  <a16:creationId xmlns:a16="http://schemas.microsoft.com/office/drawing/2014/main" id="{99667995-3A9C-AF39-D559-10D878CCC9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287" name="Oval 23">
              <a:extLst>
                <a:ext uri="{FF2B5EF4-FFF2-40B4-BE49-F238E27FC236}">
                  <a16:creationId xmlns:a16="http://schemas.microsoft.com/office/drawing/2014/main" id="{DA96CC8E-094C-CF25-0E28-C9E7CCF950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288" name="Oval 24">
              <a:extLst>
                <a:ext uri="{FF2B5EF4-FFF2-40B4-BE49-F238E27FC236}">
                  <a16:creationId xmlns:a16="http://schemas.microsoft.com/office/drawing/2014/main" id="{9BDEE0D4-3AF7-ABE2-52F9-54F77FF338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289" name="Oval 25">
              <a:extLst>
                <a:ext uri="{FF2B5EF4-FFF2-40B4-BE49-F238E27FC236}">
                  <a16:creationId xmlns:a16="http://schemas.microsoft.com/office/drawing/2014/main" id="{BAB9237D-B36F-60EB-1987-B790C1D6A6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290" name="Oval 26">
              <a:extLst>
                <a:ext uri="{FF2B5EF4-FFF2-40B4-BE49-F238E27FC236}">
                  <a16:creationId xmlns:a16="http://schemas.microsoft.com/office/drawing/2014/main" id="{827F2026-D058-D59A-B59F-F14827A492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291" name="Oval 27">
              <a:extLst>
                <a:ext uri="{FF2B5EF4-FFF2-40B4-BE49-F238E27FC236}">
                  <a16:creationId xmlns:a16="http://schemas.microsoft.com/office/drawing/2014/main" id="{7105D8B0-8863-FC02-F2D1-74F3353499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292" name="Oval 28">
              <a:extLst>
                <a:ext uri="{FF2B5EF4-FFF2-40B4-BE49-F238E27FC236}">
                  <a16:creationId xmlns:a16="http://schemas.microsoft.com/office/drawing/2014/main" id="{CCA840C9-74F5-7648-585E-E09EF922A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293" name="Oval 29">
              <a:extLst>
                <a:ext uri="{FF2B5EF4-FFF2-40B4-BE49-F238E27FC236}">
                  <a16:creationId xmlns:a16="http://schemas.microsoft.com/office/drawing/2014/main" id="{79B0245A-3032-09DA-7EB0-CA1D7AEF83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294" name="Oval 30">
              <a:extLst>
                <a:ext uri="{FF2B5EF4-FFF2-40B4-BE49-F238E27FC236}">
                  <a16:creationId xmlns:a16="http://schemas.microsoft.com/office/drawing/2014/main" id="{75B73FDA-EEFD-AC92-0862-CD86F12747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295" name="Oval 31">
              <a:extLst>
                <a:ext uri="{FF2B5EF4-FFF2-40B4-BE49-F238E27FC236}">
                  <a16:creationId xmlns:a16="http://schemas.microsoft.com/office/drawing/2014/main" id="{F761931A-B457-6262-37D4-4F805C4254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296" name="Oval 32">
              <a:extLst>
                <a:ext uri="{FF2B5EF4-FFF2-40B4-BE49-F238E27FC236}">
                  <a16:creationId xmlns:a16="http://schemas.microsoft.com/office/drawing/2014/main" id="{F062D7CF-7994-D5DA-FA65-B31C3CDE87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297" name="Oval 33">
              <a:extLst>
                <a:ext uri="{FF2B5EF4-FFF2-40B4-BE49-F238E27FC236}">
                  <a16:creationId xmlns:a16="http://schemas.microsoft.com/office/drawing/2014/main" id="{613F5C76-EEBC-5C63-2339-53D1272A5A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298" name="Oval 34">
              <a:extLst>
                <a:ext uri="{FF2B5EF4-FFF2-40B4-BE49-F238E27FC236}">
                  <a16:creationId xmlns:a16="http://schemas.microsoft.com/office/drawing/2014/main" id="{ED6765C8-E5C2-96DF-1405-6C18AB9B7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299" name="Oval 35">
              <a:extLst>
                <a:ext uri="{FF2B5EF4-FFF2-40B4-BE49-F238E27FC236}">
                  <a16:creationId xmlns:a16="http://schemas.microsoft.com/office/drawing/2014/main" id="{731BC831-17C8-6A47-42B5-EAB02777A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300" name="Oval 36">
              <a:extLst>
                <a:ext uri="{FF2B5EF4-FFF2-40B4-BE49-F238E27FC236}">
                  <a16:creationId xmlns:a16="http://schemas.microsoft.com/office/drawing/2014/main" id="{F06C101C-53B3-C4F3-10D3-97DC0C5B00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301" name="Oval 37">
              <a:extLst>
                <a:ext uri="{FF2B5EF4-FFF2-40B4-BE49-F238E27FC236}">
                  <a16:creationId xmlns:a16="http://schemas.microsoft.com/office/drawing/2014/main" id="{61F7B328-7C58-0618-C756-ED6B0AF46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302" name="Oval 38">
              <a:extLst>
                <a:ext uri="{FF2B5EF4-FFF2-40B4-BE49-F238E27FC236}">
                  <a16:creationId xmlns:a16="http://schemas.microsoft.com/office/drawing/2014/main" id="{3435A9C5-6AC5-4FA1-F33E-766C5769C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303" name="Oval 39">
              <a:extLst>
                <a:ext uri="{FF2B5EF4-FFF2-40B4-BE49-F238E27FC236}">
                  <a16:creationId xmlns:a16="http://schemas.microsoft.com/office/drawing/2014/main" id="{A3F3EFDF-5C8C-9394-873C-5333F39D35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11304" name="Line 40">
            <a:extLst>
              <a:ext uri="{FF2B5EF4-FFF2-40B4-BE49-F238E27FC236}">
                <a16:creationId xmlns:a16="http://schemas.microsoft.com/office/drawing/2014/main" id="{3CF5238C-79CC-E62F-0232-7D8057CA83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B16EF4-AD95-F4CA-18F7-51AE8DD31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42FA71-4FD5-9FC6-D1FB-A6CFC9648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598816-64AB-6DBD-D1D8-E344E6E0D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81B778-CCEF-28B3-49FE-4474A7CF5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F5E604-4AF0-68CA-3567-22DA4E6FC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8B9192-1BBB-4DC3-814E-E7E5CC3753A1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6323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9FFE25-263D-0D8B-96A8-BA3C25ACA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8DDD981-D71F-84BF-CBFE-F5A8FFE05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0CE0CB-9A73-019B-1973-214966D4E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0D08F4-514C-A532-2030-D218A753C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D24B2B-8CFC-A5B2-E402-238C0E61A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53FA8E-2721-4715-91BB-422B81A6023B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1150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DDC7BE-5296-57A5-7D11-F9E17A793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F935C4-57F4-DEE4-0A7C-1A142F3156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B37742-6FDB-F4C9-DBE4-A8CE290374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C975384-3DA9-3891-2F54-3527ADFEF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B91B69D-2925-412C-C924-53FB4E100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99BB240-17DE-2116-7DB9-82C4F2DC6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868607-D149-430F-920F-4C0E0A84B09A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938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862AC5-603E-0064-8BC1-1122FFEF7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F48060F-7F09-1C93-826C-9C85E0DD3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D1C755F-424D-4FE8-908F-06468F91D4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8F42C9-E0B2-BBCA-FDD3-25E29361A3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1E425F0-5749-0C2E-1103-25F9F8C5B2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7D470A3-4D00-D27C-02FA-9FC825FE6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210E646-C839-04EA-D0B3-EB1EDBB33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D506A86-B98F-7E0C-EFFF-0B15372B2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FE2A0B-0B05-4B20-B28F-465F35C2CD07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8757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BA987D-1A75-E40B-C259-D3B1EBB05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462A2FB-FAE9-488B-9F3F-B80BC814D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483A992-F746-73B9-4916-A988BFF5A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F1887C0-026B-5D86-5CEF-ED7B32476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195D7A-7893-4D6F-8ACE-A1A7D0C62641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4620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790249C-65DD-3952-3A82-4AE0B7AE7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04CAD96-EC96-6F24-2165-74135000D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65DF293-517A-5423-F623-ABEC107B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0D0B51-D099-41F7-8A59-FAF1B2AB6FFB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0303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82AC96-A595-D332-EFF7-DC8E9C3B6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053962-8925-25AC-01B7-599BD6728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44DE542-82B7-879D-DFD4-3E602AA144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2A7806-381D-6492-C05E-566E7C6BC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9BD9A53-356C-481C-6BE6-3134DDA15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91E516F-DDC9-C03B-F505-C54BA9481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9DC144-CAF1-4649-80ED-2B9F388C2E4A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7359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3DC876-05A7-F678-30C9-C30F2638F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9317308-43F3-B446-D23A-4B3442B706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6BA903A-91B7-58DE-6D30-9F82A3498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CBB02A-D3AA-212C-714B-6B637828F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3A9D4AE-FBBF-471C-1E0C-0B9ACCD60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42B167-8762-FE99-7CFA-F377CFC5C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69975B-236F-46FB-BC86-270703002842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0335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D92384-E27B-5455-F928-E2CAE9954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14E8A78-7E58-D95E-5513-824233F43E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684691-AE80-F476-0363-42DA37414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FDA515-6AD1-0EE3-F66A-037C54A5E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5AAB71-0076-47AA-BFF0-4785F8328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3DBD63-D3C6-4828-A08F-25EF08E249F0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7987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281D0CA-D08C-0AC8-5229-47BC3319BD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7D2402C-4834-04DF-8C09-D17FD8B81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C0A72F-9183-DD7E-DAED-61FBCCE09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03BFE4-2C9A-01B9-7D68-3CECAFD88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D6BEC3-35B8-B878-1511-DBDF734FD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243810-28A1-4069-889B-87038EF913E8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690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Line 2">
            <a:extLst>
              <a:ext uri="{FF2B5EF4-FFF2-40B4-BE49-F238E27FC236}">
                <a16:creationId xmlns:a16="http://schemas.microsoft.com/office/drawing/2014/main" id="{8D4A1C1A-5B9E-78DB-8EDD-F355CD86D98C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928EBA5-65AF-A0C6-AC3C-9D8F49F386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Clique para editar o estilo do título mestre</a:t>
            </a: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FADDA1CF-DC58-C612-593F-6DC8F2B6CB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Clique para editar os estilos do texto mestre</a:t>
            </a:r>
          </a:p>
          <a:p>
            <a:pPr lvl="1"/>
            <a:r>
              <a:rPr lang="en-US" altLang="en-US"/>
              <a:t>Segundo nível</a:t>
            </a:r>
          </a:p>
          <a:p>
            <a:pPr lvl="2"/>
            <a:r>
              <a:rPr lang="en-US" altLang="en-US"/>
              <a:t>Terceiro nível</a:t>
            </a:r>
          </a:p>
          <a:p>
            <a:pPr lvl="3"/>
            <a:r>
              <a:rPr lang="en-US" altLang="en-US"/>
              <a:t>Quarto nível</a:t>
            </a:r>
          </a:p>
          <a:p>
            <a:pPr lvl="4"/>
            <a:r>
              <a:rPr lang="en-US" altLang="en-US"/>
              <a:t>Quinto nível</a:t>
            </a:r>
          </a:p>
        </p:txBody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5498F04C-BE1F-5296-8D42-AE5AB2A8025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endParaRPr lang="en-US" altLang="en-US"/>
          </a:p>
        </p:txBody>
      </p:sp>
      <p:sp>
        <p:nvSpPr>
          <p:cNvPr id="10246" name="Rectangle 6">
            <a:extLst>
              <a:ext uri="{FF2B5EF4-FFF2-40B4-BE49-F238E27FC236}">
                <a16:creationId xmlns:a16="http://schemas.microsoft.com/office/drawing/2014/main" id="{76CC1502-73F4-9CDF-8171-FDC6CB584E3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endParaRPr lang="en-US" altLang="en-US"/>
          </a:p>
        </p:txBody>
      </p:sp>
      <p:sp>
        <p:nvSpPr>
          <p:cNvPr id="10247" name="Rectangle 7">
            <a:extLst>
              <a:ext uri="{FF2B5EF4-FFF2-40B4-BE49-F238E27FC236}">
                <a16:creationId xmlns:a16="http://schemas.microsoft.com/office/drawing/2014/main" id="{D9379908-11CF-2CEC-EFB8-F24653BFB22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3BA3D141-5B54-45A5-B300-839997757AD2}" type="slidenum">
              <a:rPr lang="en-US" altLang="en-US"/>
              <a:pPr/>
              <a:t>‹nº›</a:t>
            </a:fld>
            <a:endParaRPr lang="en-US" altLang="en-US"/>
          </a:p>
        </p:txBody>
      </p:sp>
      <p:grpSp>
        <p:nvGrpSpPr>
          <p:cNvPr id="10248" name="Group 8">
            <a:extLst>
              <a:ext uri="{FF2B5EF4-FFF2-40B4-BE49-F238E27FC236}">
                <a16:creationId xmlns:a16="http://schemas.microsoft.com/office/drawing/2014/main" id="{69985901-7C1B-AC45-888A-BCD1AE0652DF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249" name="Oval 9">
              <a:extLst>
                <a:ext uri="{FF2B5EF4-FFF2-40B4-BE49-F238E27FC236}">
                  <a16:creationId xmlns:a16="http://schemas.microsoft.com/office/drawing/2014/main" id="{F6C3C6A5-8FA4-3B67-3BF6-4A5B778B59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250" name="Oval 10">
              <a:extLst>
                <a:ext uri="{FF2B5EF4-FFF2-40B4-BE49-F238E27FC236}">
                  <a16:creationId xmlns:a16="http://schemas.microsoft.com/office/drawing/2014/main" id="{CD2038B9-AC13-F830-60CC-1916B7AA09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251" name="Oval 11">
              <a:extLst>
                <a:ext uri="{FF2B5EF4-FFF2-40B4-BE49-F238E27FC236}">
                  <a16:creationId xmlns:a16="http://schemas.microsoft.com/office/drawing/2014/main" id="{34B664BF-4985-1A48-28E2-1AC5CD1719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252" name="Oval 12">
              <a:extLst>
                <a:ext uri="{FF2B5EF4-FFF2-40B4-BE49-F238E27FC236}">
                  <a16:creationId xmlns:a16="http://schemas.microsoft.com/office/drawing/2014/main" id="{66942825-7E98-042E-9B71-27B2384C6F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253" name="Oval 13">
              <a:extLst>
                <a:ext uri="{FF2B5EF4-FFF2-40B4-BE49-F238E27FC236}">
                  <a16:creationId xmlns:a16="http://schemas.microsoft.com/office/drawing/2014/main" id="{5587C592-DE57-B49F-E300-CEA634500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254" name="Oval 14">
              <a:extLst>
                <a:ext uri="{FF2B5EF4-FFF2-40B4-BE49-F238E27FC236}">
                  <a16:creationId xmlns:a16="http://schemas.microsoft.com/office/drawing/2014/main" id="{92081343-B375-9CD9-3BD9-3B1DD5E142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255" name="Oval 15">
              <a:extLst>
                <a:ext uri="{FF2B5EF4-FFF2-40B4-BE49-F238E27FC236}">
                  <a16:creationId xmlns:a16="http://schemas.microsoft.com/office/drawing/2014/main" id="{C208C1E9-C456-7098-647D-F5BF66BB41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256" name="Oval 16">
              <a:extLst>
                <a:ext uri="{FF2B5EF4-FFF2-40B4-BE49-F238E27FC236}">
                  <a16:creationId xmlns:a16="http://schemas.microsoft.com/office/drawing/2014/main" id="{1D2DE9DF-D24E-F859-D24A-E8C23B0C2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257" name="Oval 17">
              <a:extLst>
                <a:ext uri="{FF2B5EF4-FFF2-40B4-BE49-F238E27FC236}">
                  <a16:creationId xmlns:a16="http://schemas.microsoft.com/office/drawing/2014/main" id="{8354C71E-B93F-3ACE-380D-2F9FDA0F2D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258" name="Oval 18">
              <a:extLst>
                <a:ext uri="{FF2B5EF4-FFF2-40B4-BE49-F238E27FC236}">
                  <a16:creationId xmlns:a16="http://schemas.microsoft.com/office/drawing/2014/main" id="{165ED82A-7D20-52E9-E78F-DC0B2B819B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259" name="Oval 19">
              <a:extLst>
                <a:ext uri="{FF2B5EF4-FFF2-40B4-BE49-F238E27FC236}">
                  <a16:creationId xmlns:a16="http://schemas.microsoft.com/office/drawing/2014/main" id="{DA7DBF0F-AAC6-4E57-4C69-C0C2B06DB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260" name="Oval 20">
              <a:extLst>
                <a:ext uri="{FF2B5EF4-FFF2-40B4-BE49-F238E27FC236}">
                  <a16:creationId xmlns:a16="http://schemas.microsoft.com/office/drawing/2014/main" id="{8C51AFC0-0433-F07B-1522-AD5D1D5028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261" name="Oval 21">
              <a:extLst>
                <a:ext uri="{FF2B5EF4-FFF2-40B4-BE49-F238E27FC236}">
                  <a16:creationId xmlns:a16="http://schemas.microsoft.com/office/drawing/2014/main" id="{E04C14F4-B27C-29FA-59BB-87FAB4D63E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262" name="Oval 22">
              <a:extLst>
                <a:ext uri="{FF2B5EF4-FFF2-40B4-BE49-F238E27FC236}">
                  <a16:creationId xmlns:a16="http://schemas.microsoft.com/office/drawing/2014/main" id="{890D5B1B-43CC-260E-DEB9-962EF89F7C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263" name="Oval 23">
              <a:extLst>
                <a:ext uri="{FF2B5EF4-FFF2-40B4-BE49-F238E27FC236}">
                  <a16:creationId xmlns:a16="http://schemas.microsoft.com/office/drawing/2014/main" id="{CE7BD6F0-4B7B-BF3C-EF3B-EDE4BF4A53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264" name="Oval 24">
              <a:extLst>
                <a:ext uri="{FF2B5EF4-FFF2-40B4-BE49-F238E27FC236}">
                  <a16:creationId xmlns:a16="http://schemas.microsoft.com/office/drawing/2014/main" id="{C96CB7E1-5A7C-C9FB-A28F-0C4FB83296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265" name="Oval 25">
              <a:extLst>
                <a:ext uri="{FF2B5EF4-FFF2-40B4-BE49-F238E27FC236}">
                  <a16:creationId xmlns:a16="http://schemas.microsoft.com/office/drawing/2014/main" id="{F7A44BBB-CB53-91DF-B3CE-16EBEB7C81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266" name="Oval 26">
              <a:extLst>
                <a:ext uri="{FF2B5EF4-FFF2-40B4-BE49-F238E27FC236}">
                  <a16:creationId xmlns:a16="http://schemas.microsoft.com/office/drawing/2014/main" id="{35E81874-C915-FEB2-23F8-2DBD26FAC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267" name="Oval 27">
              <a:extLst>
                <a:ext uri="{FF2B5EF4-FFF2-40B4-BE49-F238E27FC236}">
                  <a16:creationId xmlns:a16="http://schemas.microsoft.com/office/drawing/2014/main" id="{A0DA3FD6-011F-6C07-1371-AA3F14DA6D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268" name="Oval 28">
              <a:extLst>
                <a:ext uri="{FF2B5EF4-FFF2-40B4-BE49-F238E27FC236}">
                  <a16:creationId xmlns:a16="http://schemas.microsoft.com/office/drawing/2014/main" id="{232FF23F-805E-0C12-FB4A-C614C2F92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269" name="Oval 29">
              <a:extLst>
                <a:ext uri="{FF2B5EF4-FFF2-40B4-BE49-F238E27FC236}">
                  <a16:creationId xmlns:a16="http://schemas.microsoft.com/office/drawing/2014/main" id="{128A6CFA-D47E-C422-E006-9C89B36143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270" name="Oval 30">
              <a:extLst>
                <a:ext uri="{FF2B5EF4-FFF2-40B4-BE49-F238E27FC236}">
                  <a16:creationId xmlns:a16="http://schemas.microsoft.com/office/drawing/2014/main" id="{0697C428-7297-25E7-9E75-5A162FB835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271" name="Oval 31">
              <a:extLst>
                <a:ext uri="{FF2B5EF4-FFF2-40B4-BE49-F238E27FC236}">
                  <a16:creationId xmlns:a16="http://schemas.microsoft.com/office/drawing/2014/main" id="{140611D3-73CC-2CAD-78A4-207F66E44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272" name="Oval 32">
              <a:extLst>
                <a:ext uri="{FF2B5EF4-FFF2-40B4-BE49-F238E27FC236}">
                  <a16:creationId xmlns:a16="http://schemas.microsoft.com/office/drawing/2014/main" id="{1FBB923B-D8EA-27B1-1DE2-C1D5AEC70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273" name="Oval 33">
              <a:extLst>
                <a:ext uri="{FF2B5EF4-FFF2-40B4-BE49-F238E27FC236}">
                  <a16:creationId xmlns:a16="http://schemas.microsoft.com/office/drawing/2014/main" id="{8939994F-C546-02F5-84C4-3E12C0C6DE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274" name="Oval 34">
              <a:extLst>
                <a:ext uri="{FF2B5EF4-FFF2-40B4-BE49-F238E27FC236}">
                  <a16:creationId xmlns:a16="http://schemas.microsoft.com/office/drawing/2014/main" id="{B499AB30-77AC-4A4B-F705-24ED0F5062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275" name="Oval 35">
              <a:extLst>
                <a:ext uri="{FF2B5EF4-FFF2-40B4-BE49-F238E27FC236}">
                  <a16:creationId xmlns:a16="http://schemas.microsoft.com/office/drawing/2014/main" id="{68D257FE-E5D9-E3CD-68C4-80C96FCA3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276" name="Oval 36">
              <a:extLst>
                <a:ext uri="{FF2B5EF4-FFF2-40B4-BE49-F238E27FC236}">
                  <a16:creationId xmlns:a16="http://schemas.microsoft.com/office/drawing/2014/main" id="{413D76DA-3451-F753-5842-5BFEA06791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277" name="Oval 37">
              <a:extLst>
                <a:ext uri="{FF2B5EF4-FFF2-40B4-BE49-F238E27FC236}">
                  <a16:creationId xmlns:a16="http://schemas.microsoft.com/office/drawing/2014/main" id="{2298B8CF-53FB-307A-4D47-5B66CA95B0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278" name="Oval 38">
              <a:extLst>
                <a:ext uri="{FF2B5EF4-FFF2-40B4-BE49-F238E27FC236}">
                  <a16:creationId xmlns:a16="http://schemas.microsoft.com/office/drawing/2014/main" id="{4FA37332-7FAD-862F-A661-E635C5C5CA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279" name="Oval 39">
              <a:extLst>
                <a:ext uri="{FF2B5EF4-FFF2-40B4-BE49-F238E27FC236}">
                  <a16:creationId xmlns:a16="http://schemas.microsoft.com/office/drawing/2014/main" id="{90674FDD-CA0F-1E3F-0D35-D91EDE99B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8417BF9-FF42-93CA-E34D-367C8FE6258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pt-BR" sz="4400" b="0">
                <a:solidFill>
                  <a:schemeClr val="tx1"/>
                </a:solidFill>
              </a:rPr>
              <a:t>154</a:t>
            </a:r>
            <a:br>
              <a:rPr lang="en-US" altLang="pt-BR" sz="4400" b="0">
                <a:solidFill>
                  <a:schemeClr val="tx1"/>
                </a:solidFill>
              </a:rPr>
            </a:br>
            <a:r>
              <a:rPr lang="en-US" altLang="pt-BR" sz="4400" b="0">
                <a:solidFill>
                  <a:schemeClr val="tx1"/>
                </a:solidFill>
              </a:rPr>
              <a:t>DOCE NOME DE JESUS	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8EF79EA-BECB-5CC0-7422-5B4915CBFF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7605712" cy="4895850"/>
          </a:xfrm>
        </p:spPr>
        <p:txBody>
          <a:bodyPr/>
          <a:lstStyle/>
          <a:p>
            <a:r>
              <a:rPr lang="en-US" altLang="pt-BR" sz="4800" b="0">
                <a:solidFill>
                  <a:schemeClr val="tx1"/>
                </a:solidFill>
              </a:rPr>
              <a:t>Oh! doce nome de Jesus! </a:t>
            </a:r>
            <a:br>
              <a:rPr lang="en-US" altLang="pt-BR" sz="4800" b="0">
                <a:solidFill>
                  <a:schemeClr val="tx1"/>
                </a:solidFill>
              </a:rPr>
            </a:br>
            <a:r>
              <a:rPr lang="en-US" altLang="pt-BR" sz="4800" b="0">
                <a:solidFill>
                  <a:schemeClr val="tx1"/>
                </a:solidFill>
              </a:rPr>
              <a:t>Que belo é a Ti cantar, </a:t>
            </a:r>
            <a:br>
              <a:rPr lang="en-US" altLang="pt-BR" sz="4800" b="0">
                <a:solidFill>
                  <a:schemeClr val="tx1"/>
                </a:solidFill>
              </a:rPr>
            </a:br>
            <a:r>
              <a:rPr lang="en-US" altLang="pt-BR" sz="4800" b="0">
                <a:solidFill>
                  <a:schemeClr val="tx1"/>
                </a:solidFill>
              </a:rPr>
              <a:t>Co'a alma cheia proclamar </a:t>
            </a:r>
            <a:br>
              <a:rPr lang="en-US" altLang="pt-BR" sz="4800" b="0">
                <a:solidFill>
                  <a:schemeClr val="tx1"/>
                </a:solidFill>
              </a:rPr>
            </a:br>
            <a:r>
              <a:rPr lang="en-US" altLang="pt-BR" sz="4800" b="0">
                <a:solidFill>
                  <a:schemeClr val="tx1"/>
                </a:solidFill>
              </a:rPr>
              <a:t>O nome bom de Jesus!</a:t>
            </a:r>
            <a:br>
              <a:rPr lang="en-US" altLang="pt-BR" sz="4800" b="0">
                <a:solidFill>
                  <a:schemeClr val="tx1"/>
                </a:solidFill>
              </a:rPr>
            </a:br>
            <a:endParaRPr lang="en-US" altLang="pt-BR" sz="48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00775CF-747F-CA0C-C9DE-4AA77636D0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836613"/>
            <a:ext cx="7389812" cy="4321175"/>
          </a:xfrm>
        </p:spPr>
        <p:txBody>
          <a:bodyPr/>
          <a:lstStyle/>
          <a:p>
            <a:r>
              <a:rPr lang="en-US" altLang="pt-BR" sz="4800" i="1">
                <a:solidFill>
                  <a:schemeClr val="tx1"/>
                </a:solidFill>
              </a:rPr>
              <a:t>Jesus, ó meu doce Rei! </a:t>
            </a:r>
            <a:br>
              <a:rPr lang="en-US" altLang="pt-BR" sz="4800" i="1">
                <a:solidFill>
                  <a:schemeClr val="tx1"/>
                </a:solidFill>
              </a:rPr>
            </a:br>
            <a:r>
              <a:rPr lang="en-US" altLang="pt-BR" sz="4800" i="1">
                <a:solidFill>
                  <a:schemeClr val="tx1"/>
                </a:solidFill>
              </a:rPr>
              <a:t>Jesus, verdadeiro Deus! </a:t>
            </a:r>
            <a:br>
              <a:rPr lang="en-US" altLang="pt-BR" sz="4800" i="1">
                <a:solidFill>
                  <a:schemeClr val="tx1"/>
                </a:solidFill>
              </a:rPr>
            </a:br>
            <a:r>
              <a:rPr lang="en-US" altLang="pt-BR" sz="4800" i="1">
                <a:solidFill>
                  <a:schemeClr val="tx1"/>
                </a:solidFill>
              </a:rPr>
              <a:t>Jesus, sempre louvarei </a:t>
            </a:r>
            <a:br>
              <a:rPr lang="en-US" altLang="pt-BR" sz="4800" i="1">
                <a:solidFill>
                  <a:schemeClr val="tx1"/>
                </a:solidFill>
              </a:rPr>
            </a:br>
            <a:r>
              <a:rPr lang="en-US" altLang="pt-BR" sz="4800" i="1">
                <a:solidFill>
                  <a:schemeClr val="tx1"/>
                </a:solidFill>
              </a:rPr>
              <a:t>De coração, Teu nome.</a:t>
            </a:r>
            <a:br>
              <a:rPr lang="en-US" altLang="pt-BR" sz="4800" i="1">
                <a:solidFill>
                  <a:schemeClr val="tx1"/>
                </a:solidFill>
              </a:rPr>
            </a:br>
            <a:br>
              <a:rPr lang="en-US" altLang="pt-BR" sz="3500">
                <a:solidFill>
                  <a:schemeClr val="tx1"/>
                </a:solidFill>
              </a:rPr>
            </a:br>
            <a:endParaRPr lang="en-US" altLang="pt-BR" sz="35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167C525-27A0-6D40-2E8C-87C7D4708B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476250"/>
            <a:ext cx="7605712" cy="4824413"/>
          </a:xfrm>
        </p:spPr>
        <p:txBody>
          <a:bodyPr/>
          <a:lstStyle/>
          <a:p>
            <a:r>
              <a:rPr lang="en-US" altLang="pt-BR" sz="4800" b="0">
                <a:solidFill>
                  <a:schemeClr val="tx1"/>
                </a:solidFill>
              </a:rPr>
              <a:t>Adoro o nome de Jesus; </a:t>
            </a:r>
            <a:br>
              <a:rPr lang="en-US" altLang="pt-BR" sz="4800" b="0">
                <a:solidFill>
                  <a:schemeClr val="tx1"/>
                </a:solidFill>
              </a:rPr>
            </a:br>
            <a:r>
              <a:rPr lang="en-US" altLang="pt-BR" sz="4800" b="0">
                <a:solidFill>
                  <a:schemeClr val="tx1"/>
                </a:solidFill>
              </a:rPr>
              <a:t>Jamais me falta Seu amor, </a:t>
            </a:r>
            <a:br>
              <a:rPr lang="en-US" altLang="pt-BR" sz="4800" b="0">
                <a:solidFill>
                  <a:schemeClr val="tx1"/>
                </a:solidFill>
              </a:rPr>
            </a:br>
            <a:r>
              <a:rPr lang="en-US" altLang="pt-BR" sz="4800" b="0">
                <a:solidFill>
                  <a:schemeClr val="tx1"/>
                </a:solidFill>
              </a:rPr>
              <a:t>E põe, à parte, minha dor, </a:t>
            </a:r>
            <a:br>
              <a:rPr lang="en-US" altLang="pt-BR" sz="4800" b="0">
                <a:solidFill>
                  <a:schemeClr val="tx1"/>
                </a:solidFill>
              </a:rPr>
            </a:br>
            <a:r>
              <a:rPr lang="en-US" altLang="pt-BR" sz="4800" b="0">
                <a:solidFill>
                  <a:schemeClr val="tx1"/>
                </a:solidFill>
              </a:rPr>
              <a:t>O nome bom de Jesus.</a:t>
            </a:r>
            <a:br>
              <a:rPr lang="en-US" altLang="pt-BR" sz="4800" b="0">
                <a:solidFill>
                  <a:schemeClr val="tx1"/>
                </a:solidFill>
              </a:rPr>
            </a:br>
            <a:endParaRPr lang="en-US" altLang="pt-BR" sz="48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B80FDD8-140B-E2D4-DE65-AC21484AE3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836613"/>
            <a:ext cx="7389812" cy="4321175"/>
          </a:xfrm>
        </p:spPr>
        <p:txBody>
          <a:bodyPr/>
          <a:lstStyle/>
          <a:p>
            <a:r>
              <a:rPr lang="en-US" altLang="pt-BR" sz="4800" i="1">
                <a:solidFill>
                  <a:schemeClr val="tx1"/>
                </a:solidFill>
              </a:rPr>
              <a:t>Jesus, ó meu doce Rei! </a:t>
            </a:r>
            <a:br>
              <a:rPr lang="en-US" altLang="pt-BR" sz="4800" i="1">
                <a:solidFill>
                  <a:schemeClr val="tx1"/>
                </a:solidFill>
              </a:rPr>
            </a:br>
            <a:r>
              <a:rPr lang="en-US" altLang="pt-BR" sz="4800" i="1">
                <a:solidFill>
                  <a:schemeClr val="tx1"/>
                </a:solidFill>
              </a:rPr>
              <a:t>Jesus, verdadeiro Deus! </a:t>
            </a:r>
            <a:br>
              <a:rPr lang="en-US" altLang="pt-BR" sz="4800" i="1">
                <a:solidFill>
                  <a:schemeClr val="tx1"/>
                </a:solidFill>
              </a:rPr>
            </a:br>
            <a:r>
              <a:rPr lang="en-US" altLang="pt-BR" sz="4800" i="1">
                <a:solidFill>
                  <a:schemeClr val="tx1"/>
                </a:solidFill>
              </a:rPr>
              <a:t>Jesus, sempre louvarei </a:t>
            </a:r>
            <a:br>
              <a:rPr lang="en-US" altLang="pt-BR" sz="4800" i="1">
                <a:solidFill>
                  <a:schemeClr val="tx1"/>
                </a:solidFill>
              </a:rPr>
            </a:br>
            <a:r>
              <a:rPr lang="en-US" altLang="pt-BR" sz="4800" i="1">
                <a:solidFill>
                  <a:schemeClr val="tx1"/>
                </a:solidFill>
              </a:rPr>
              <a:t>De coração, Teu nome.</a:t>
            </a:r>
            <a:br>
              <a:rPr lang="en-US" altLang="pt-BR" sz="4800" i="1">
                <a:solidFill>
                  <a:schemeClr val="tx1"/>
                </a:solidFill>
              </a:rPr>
            </a:br>
            <a:br>
              <a:rPr lang="en-US" altLang="pt-BR" sz="3500">
                <a:solidFill>
                  <a:schemeClr val="tx1"/>
                </a:solidFill>
              </a:rPr>
            </a:br>
            <a:endParaRPr lang="en-US" altLang="pt-BR" sz="35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D1A7A84-63F6-E240-B1F1-F8921D2A33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765175"/>
            <a:ext cx="8137525" cy="4248150"/>
          </a:xfrm>
        </p:spPr>
        <p:txBody>
          <a:bodyPr/>
          <a:lstStyle/>
          <a:p>
            <a:r>
              <a:rPr lang="en-US" altLang="pt-BR" sz="4800" b="0">
                <a:solidFill>
                  <a:schemeClr val="tx1"/>
                </a:solidFill>
              </a:rPr>
              <a:t>Tão puro o nome de Jesus! </a:t>
            </a:r>
            <a:br>
              <a:rPr lang="en-US" altLang="pt-BR" sz="4800" b="0">
                <a:solidFill>
                  <a:schemeClr val="tx1"/>
                </a:solidFill>
              </a:rPr>
            </a:br>
            <a:r>
              <a:rPr lang="en-US" altLang="pt-BR" sz="4800" b="0">
                <a:solidFill>
                  <a:schemeClr val="tx1"/>
                </a:solidFill>
              </a:rPr>
              <a:t>Que meu pesar pôde tirar. </a:t>
            </a:r>
            <a:br>
              <a:rPr lang="en-US" altLang="pt-BR" sz="4800" b="0">
                <a:solidFill>
                  <a:schemeClr val="tx1"/>
                </a:solidFill>
              </a:rPr>
            </a:br>
            <a:r>
              <a:rPr lang="en-US" altLang="pt-BR" sz="4800" b="0">
                <a:solidFill>
                  <a:schemeClr val="tx1"/>
                </a:solidFill>
              </a:rPr>
              <a:t>A grata paz também me dá </a:t>
            </a:r>
            <a:br>
              <a:rPr lang="en-US" altLang="pt-BR" sz="4800" b="0">
                <a:solidFill>
                  <a:schemeClr val="tx1"/>
                </a:solidFill>
              </a:rPr>
            </a:br>
            <a:r>
              <a:rPr lang="en-US" altLang="pt-BR" sz="4800" b="0">
                <a:solidFill>
                  <a:schemeClr val="tx1"/>
                </a:solidFill>
              </a:rPr>
              <a:t>O nome bom de Jesus.</a:t>
            </a:r>
            <a:br>
              <a:rPr lang="en-US" altLang="pt-BR" sz="4800" b="0">
                <a:solidFill>
                  <a:schemeClr val="tx1"/>
                </a:solidFill>
              </a:rPr>
            </a:br>
            <a:endParaRPr lang="en-US" altLang="pt-BR" sz="48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E304E4A-6B2B-92D0-BE06-E44175E99A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836613"/>
            <a:ext cx="7389812" cy="4321175"/>
          </a:xfrm>
        </p:spPr>
        <p:txBody>
          <a:bodyPr/>
          <a:lstStyle/>
          <a:p>
            <a:r>
              <a:rPr lang="en-US" altLang="pt-BR" sz="4800" i="1">
                <a:solidFill>
                  <a:schemeClr val="tx1"/>
                </a:solidFill>
              </a:rPr>
              <a:t>Jesus, ó meu doce Rei! </a:t>
            </a:r>
            <a:br>
              <a:rPr lang="en-US" altLang="pt-BR" sz="4800" i="1">
                <a:solidFill>
                  <a:schemeClr val="tx1"/>
                </a:solidFill>
              </a:rPr>
            </a:br>
            <a:r>
              <a:rPr lang="en-US" altLang="pt-BR" sz="4800" i="1">
                <a:solidFill>
                  <a:schemeClr val="tx1"/>
                </a:solidFill>
              </a:rPr>
              <a:t>Jesus, verdadeiro Deus! </a:t>
            </a:r>
            <a:br>
              <a:rPr lang="en-US" altLang="pt-BR" sz="4800" i="1">
                <a:solidFill>
                  <a:schemeClr val="tx1"/>
                </a:solidFill>
              </a:rPr>
            </a:br>
            <a:r>
              <a:rPr lang="en-US" altLang="pt-BR" sz="4800" i="1">
                <a:solidFill>
                  <a:schemeClr val="tx1"/>
                </a:solidFill>
              </a:rPr>
              <a:t>Jesus, sempre louvarei </a:t>
            </a:r>
            <a:br>
              <a:rPr lang="en-US" altLang="pt-BR" sz="4800" i="1">
                <a:solidFill>
                  <a:schemeClr val="tx1"/>
                </a:solidFill>
              </a:rPr>
            </a:br>
            <a:r>
              <a:rPr lang="en-US" altLang="pt-BR" sz="4800" i="1">
                <a:solidFill>
                  <a:schemeClr val="tx1"/>
                </a:solidFill>
              </a:rPr>
              <a:t>De coração, Teu nome.</a:t>
            </a:r>
            <a:br>
              <a:rPr lang="en-US" altLang="pt-BR" sz="4800" i="1">
                <a:solidFill>
                  <a:schemeClr val="tx1"/>
                </a:solidFill>
              </a:rPr>
            </a:br>
            <a:br>
              <a:rPr lang="en-US" altLang="pt-BR" sz="3500">
                <a:solidFill>
                  <a:schemeClr val="tx1"/>
                </a:solidFill>
              </a:rPr>
            </a:br>
            <a:endParaRPr lang="en-US" altLang="pt-BR" sz="35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B8FA67E-26E9-65F9-BA39-EBB4FAF278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765175"/>
            <a:ext cx="7605712" cy="3887788"/>
          </a:xfrm>
        </p:spPr>
        <p:txBody>
          <a:bodyPr/>
          <a:lstStyle/>
          <a:p>
            <a:r>
              <a:rPr lang="en-US" altLang="pt-BR" sz="4800" b="0">
                <a:solidFill>
                  <a:schemeClr val="tx1"/>
                </a:solidFill>
              </a:rPr>
              <a:t>No doce nome de Jesus,</a:t>
            </a:r>
            <a:br>
              <a:rPr lang="en-US" altLang="pt-BR" sz="4800" b="0">
                <a:solidFill>
                  <a:schemeClr val="tx1"/>
                </a:solidFill>
              </a:rPr>
            </a:br>
            <a:r>
              <a:rPr lang="en-US" altLang="pt-BR" sz="4800" b="0">
                <a:solidFill>
                  <a:schemeClr val="tx1"/>
                </a:solidFill>
              </a:rPr>
              <a:t>A minha alma salva está,</a:t>
            </a:r>
            <a:br>
              <a:rPr lang="en-US" altLang="pt-BR" sz="4800" b="0">
                <a:solidFill>
                  <a:schemeClr val="tx1"/>
                </a:solidFill>
              </a:rPr>
            </a:br>
            <a:r>
              <a:rPr lang="en-US" altLang="pt-BR" sz="4800" b="0">
                <a:solidFill>
                  <a:schemeClr val="tx1"/>
                </a:solidFill>
              </a:rPr>
              <a:t>E nEle tu te salvarás;</a:t>
            </a:r>
            <a:br>
              <a:rPr lang="en-US" altLang="pt-BR" sz="4800" b="0">
                <a:solidFill>
                  <a:schemeClr val="tx1"/>
                </a:solidFill>
              </a:rPr>
            </a:br>
            <a:r>
              <a:rPr lang="en-US" altLang="pt-BR" sz="4800" b="0">
                <a:solidFill>
                  <a:schemeClr val="tx1"/>
                </a:solidFill>
              </a:rPr>
              <a:t>No nome bom de Jesus.</a:t>
            </a:r>
            <a:r>
              <a:rPr lang="en-US" altLang="pt-BR" sz="1400">
                <a:solidFill>
                  <a:schemeClr val="tx1"/>
                </a:solidFill>
              </a:rPr>
              <a:t>	 							P.L.M.</a:t>
            </a:r>
            <a:br>
              <a:rPr lang="en-US" altLang="pt-BR" sz="1400">
                <a:solidFill>
                  <a:schemeClr val="tx1"/>
                </a:solidFill>
              </a:rPr>
            </a:br>
            <a:endParaRPr lang="en-US" altLang="pt-BR" sz="1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BFDDF2B-8954-5963-EAC8-5ABA357515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836613"/>
            <a:ext cx="7389812" cy="4321175"/>
          </a:xfrm>
        </p:spPr>
        <p:txBody>
          <a:bodyPr/>
          <a:lstStyle/>
          <a:p>
            <a:r>
              <a:rPr lang="en-US" altLang="pt-BR" sz="4800" i="1">
                <a:solidFill>
                  <a:schemeClr val="tx1"/>
                </a:solidFill>
              </a:rPr>
              <a:t>Jesus, ó meu doce Rei! </a:t>
            </a:r>
            <a:br>
              <a:rPr lang="en-US" altLang="pt-BR" sz="4800" i="1">
                <a:solidFill>
                  <a:schemeClr val="tx1"/>
                </a:solidFill>
              </a:rPr>
            </a:br>
            <a:r>
              <a:rPr lang="en-US" altLang="pt-BR" sz="4800" i="1">
                <a:solidFill>
                  <a:schemeClr val="tx1"/>
                </a:solidFill>
              </a:rPr>
              <a:t>Jesus, verdadeiro Deus! </a:t>
            </a:r>
            <a:br>
              <a:rPr lang="en-US" altLang="pt-BR" sz="4800" i="1">
                <a:solidFill>
                  <a:schemeClr val="tx1"/>
                </a:solidFill>
              </a:rPr>
            </a:br>
            <a:r>
              <a:rPr lang="en-US" altLang="pt-BR" sz="4800" i="1">
                <a:solidFill>
                  <a:schemeClr val="tx1"/>
                </a:solidFill>
              </a:rPr>
              <a:t>Jesus, sempre louvarei </a:t>
            </a:r>
            <a:br>
              <a:rPr lang="en-US" altLang="pt-BR" sz="4800" i="1">
                <a:solidFill>
                  <a:schemeClr val="tx1"/>
                </a:solidFill>
              </a:rPr>
            </a:br>
            <a:r>
              <a:rPr lang="en-US" altLang="pt-BR" sz="4800" i="1">
                <a:solidFill>
                  <a:schemeClr val="tx1"/>
                </a:solidFill>
              </a:rPr>
              <a:t>De coração, Teu nome.</a:t>
            </a:r>
            <a:br>
              <a:rPr lang="en-US" altLang="pt-BR" sz="4800" i="1">
                <a:solidFill>
                  <a:schemeClr val="tx1"/>
                </a:solidFill>
              </a:rPr>
            </a:br>
            <a:br>
              <a:rPr lang="en-US" altLang="pt-BR" sz="3500">
                <a:solidFill>
                  <a:schemeClr val="tx1"/>
                </a:solidFill>
              </a:rPr>
            </a:br>
            <a:endParaRPr lang="en-US" altLang="pt-BR" sz="35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de">
  <a:themeElements>
    <a:clrScheme name="Rede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Red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Rede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de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de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de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de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de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de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de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de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de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11</TotalTime>
  <Words>246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Times New Roman</vt:lpstr>
      <vt:lpstr>Wingdings</vt:lpstr>
      <vt:lpstr>Rede</vt:lpstr>
      <vt:lpstr>154 DOCE NOME DE JESUS </vt:lpstr>
      <vt:lpstr>Oh! doce nome de Jesus!  Que belo é a Ti cantar,  Co'a alma cheia proclamar  O nome bom de Jesus! </vt:lpstr>
      <vt:lpstr>Jesus, ó meu doce Rei!  Jesus, verdadeiro Deus!  Jesus, sempre louvarei  De coração, Teu nome.  </vt:lpstr>
      <vt:lpstr>Adoro o nome de Jesus;  Jamais me falta Seu amor,  E põe, à parte, minha dor,  O nome bom de Jesus. </vt:lpstr>
      <vt:lpstr>Jesus, ó meu doce Rei!  Jesus, verdadeiro Deus!  Jesus, sempre louvarei  De coração, Teu nome.  </vt:lpstr>
      <vt:lpstr>Tão puro o nome de Jesus!  Que meu pesar pôde tirar.  A grata paz também me dá  O nome bom de Jesus. </vt:lpstr>
      <vt:lpstr>Jesus, ó meu doce Rei!  Jesus, verdadeiro Deus!  Jesus, sempre louvarei  De coração, Teu nome.  </vt:lpstr>
      <vt:lpstr>No doce nome de Jesus, A minha alma salva está, E nEle tu te salvarás; No nome bom de Jesus.         P.L.M. </vt:lpstr>
      <vt:lpstr>Jesus, ó meu doce Rei!  Jesus, verdadeiro Deus!  Jesus, sempre louvarei  De coração, Teu nome. 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154 - DOCE NOME DE JESUS </dc:title>
  <dc:creator>Montagna</dc:creator>
  <cp:lastModifiedBy>Emerson Souza</cp:lastModifiedBy>
  <cp:revision>3</cp:revision>
  <dcterms:created xsi:type="dcterms:W3CDTF">2005-10-16T04:01:03Z</dcterms:created>
  <dcterms:modified xsi:type="dcterms:W3CDTF">2026-05-02T21:49:47Z</dcterms:modified>
</cp:coreProperties>
</file>