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-90" y="-1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4B447F-C109-E7AD-09FE-BEEF86EEE4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74CDFBA-1A49-6242-9A46-230187C61E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69AAFAE-6D4F-6030-8693-1E08A6390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AA97D53-42C0-207E-0EE2-8802319AA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C94163C-4215-7226-AEB0-AD4C0C863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5E3F609-7B81-470E-8C91-427D09C52B2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24629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641B75-A52D-7373-3E33-9791EE83D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7708205-F073-3782-042B-886FCD39AD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410014B-DFEC-BA8A-5AB0-7E5A80312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05314A9-742C-F2EF-108A-F69B185B5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DB8EB0B-645E-C35F-0BB7-9EA4DBA53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E306FA-ABB1-497F-BD01-0599F1E00A5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43969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77EB8E-F2EB-FDBF-5719-BCA95AB50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BD3A320-7892-E844-3106-ADCEAC169A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7F76AC4-86B7-F13B-0E41-883EC6822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E13A31D-D21E-F3C1-BDEE-83D4A96E5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A556831-91EE-5D2F-182A-9B68F590C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1A0C02-B756-4EFA-A98F-004F21CC8AB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221348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3450B2-2480-AEF8-5F7A-696FB2D18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58AB356-7864-0AAD-385C-B9ADD74E2F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2284F51-08B1-9543-5767-837CC72ED7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6C95C90-0DDB-A3C2-70F3-4ABE4B6C3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8D1FA5D-EDE4-956C-E882-B5AAE2675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B0C3A83-BA06-8958-30B0-E1A3A904A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12D0440-6A24-45EC-9F96-28A1CF25BCC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433953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A69442-0B60-EC82-1446-DAD5E845F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45AF1D8-D55F-2ACF-0DDA-54140C04FC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B1D0CEC-E121-5670-76BF-5355D89EFA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A6D6F1A-0EFE-0885-5668-4F4F1A6C25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75F51D2-AE72-C9E6-768B-954E5B6FB2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963DC37-5638-230D-18CA-D4808BD96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E71E09A-907D-D2A7-4552-EB0BE0C18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39E44D3-AD9E-BF91-AAEC-C48365886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1FA6F7-D4E7-46F3-AA9E-CA2C168E4B5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05891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16F8DF-3458-5FFB-4B86-7CEB07A19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D58B01A-E61C-DB11-7E7B-3C4E88DDB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401444B-338D-A2C3-795C-B3DFA2785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62DCD58-5539-4820-D1D7-25A7F1387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8B1193-98B8-43C1-B4A3-31FF680B7B4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46767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3CFCF0C-8676-EF3A-6EE6-095B94592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D659186-44DA-3AC1-CA62-9FE52129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FA9C9AB-F1AD-A789-3FF2-47159CBC6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8F0E2A-A70A-4398-82E1-038311307E7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92461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581432-591A-037E-7DAC-5947D4E36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85C9E2-ADB0-EDB5-90EE-1BA8837F2F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DF00B7B-0C8B-3AAB-9353-C201A23128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37F3857-6934-425F-1EB8-531661D23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9167777-2F07-A368-399D-D825B231F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23C409A-11AC-89D0-3BCE-3912F38DB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2A630B-D847-4D9C-8928-CB1EE754484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77273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56E8CE-B366-0176-8A42-2BB3FB2D5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BC214D7-8C20-FC6C-87BC-A7A634BC3E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7F691C-3A6D-061A-83D8-937069A392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3A2BE85-22B0-FC8B-EAC3-51061685C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0DA309B-B605-5D28-8D5F-13166F52A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F811B45-EA15-1A39-833E-4BC556B8E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23131E-AF9D-400B-9E36-19F81D8FC13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92778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6D76FF-1C1B-6514-F88B-89760B674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DEE0DCB-511E-15B4-C51F-EE55572158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190D783-8031-63DA-817B-26B97C538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871F056-0081-6F1F-335F-6A3170098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5A49FBB-8BE2-4D2F-E4AB-F36C9BAC1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A66B035-B3D8-4452-82F1-EA5CFAF0D4C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74367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F0878F9-872A-8B43-10E6-1C3FC791CD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28B0D16-19F2-8FAA-EE83-E10FCDD281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8131DE2-28B7-ECB2-CCB2-F09F63C67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A078306-43AB-1DFE-4F5D-274EAC134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85DDA78-0265-5488-9D1C-56FEA3844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1F1A14-D175-4B27-B3E3-95293A3C483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56728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85EE5A7-8635-38FC-DF9E-70638F2267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3DB40555-BD9C-8DE7-20AC-9C87BEAF55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E7CDC1E-75F6-C5A4-686E-D75E506EC33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FA5C49C2-B572-A42F-166D-DA90E454F0F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E286D8F-6A36-42F7-99AB-C05D92FC4E1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1AA353AE-0C48-4DA7-966B-34FBC73E9A1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0EF58B35-3367-6968-4208-999F310FB6B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133600"/>
            <a:ext cx="9144000" cy="1470025"/>
          </a:xfrm>
        </p:spPr>
        <p:txBody>
          <a:bodyPr anchor="ctr"/>
          <a:lstStyle/>
          <a:p>
            <a:r>
              <a:rPr lang="en-US" altLang="pt-BR" sz="4400" b="1"/>
              <a:t>496 – Jesus Me Tirou da Lama</a:t>
            </a:r>
            <a:r>
              <a:rPr lang="en-US" altLang="pt-BR" sz="44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4069140F-3C5A-D983-47A1-744E599B51E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651F4254-0ACB-540A-911B-57EBBDD622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i="1"/>
              <a:t>Jazia num lago de fama, de horror,</a:t>
            </a:r>
            <a:r>
              <a:rPr lang="en-US" altLang="pt-BR"/>
              <a:t> </a:t>
            </a:r>
            <a:r>
              <a:rPr lang="en-US" altLang="pt-BR" i="1"/>
              <a:t>Não tinha esperança em mim, pecador,</a:t>
            </a:r>
            <a:r>
              <a:rPr lang="en-US" altLang="pt-BR"/>
              <a:t> </a:t>
            </a:r>
            <a:r>
              <a:rPr lang="en-US" altLang="pt-BR" i="1"/>
              <a:t>Mas tenho clamado a Jesus Salvador,</a:t>
            </a:r>
            <a:r>
              <a:rPr lang="en-US" altLang="pt-BR"/>
              <a:t> </a:t>
            </a:r>
            <a:r>
              <a:rPr lang="en-US" altLang="pt-BR" i="1"/>
              <a:t>Pra fora do lago me tirou o Senhor.</a:t>
            </a:r>
            <a:r>
              <a:rPr lang="en-US" altLang="pt-BR"/>
              <a:t> </a:t>
            </a:r>
            <a:r>
              <a:rPr lang="en-US" altLang="pt-BR" i="1"/>
              <a:t> </a:t>
            </a:r>
            <a:endParaRPr lang="en-US" altLang="pt-B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5869A561-92BA-372B-BF80-EFFC1E8B64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b="1" i="1"/>
              <a:t>Dum lago horrível Jesus me tirou,</a:t>
            </a:r>
            <a:r>
              <a:rPr lang="en-US" altLang="pt-BR"/>
              <a:t> </a:t>
            </a:r>
            <a:r>
              <a:rPr lang="en-US" altLang="pt-BR" b="1" i="1"/>
              <a:t>Sobre a rocha meus pós firmou!</a:t>
            </a:r>
            <a:r>
              <a:rPr lang="en-US" altLang="pt-BR"/>
              <a:t> </a:t>
            </a:r>
            <a:r>
              <a:rPr lang="en-US" altLang="pt-BR" b="1" i="1"/>
              <a:t>Um novo canto em mim soou,</a:t>
            </a:r>
            <a:r>
              <a:rPr lang="en-US" altLang="pt-BR" i="1"/>
              <a:t> </a:t>
            </a:r>
            <a:r>
              <a:rPr lang="en-US" altLang="pt-BR" b="1" i="1"/>
              <a:t>Ao Salvador, Aleluia!</a:t>
            </a:r>
            <a:r>
              <a:rPr lang="en-US" altLang="pt-BR" i="1"/>
              <a:t> 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7E7282A7-6D3D-7B0E-A9D6-7CE9D23A7F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i="1"/>
              <a:t>2 Agora desejo a Cristo seguir,</a:t>
            </a:r>
            <a:r>
              <a:rPr lang="en-US" altLang="pt-BR"/>
              <a:t> </a:t>
            </a:r>
            <a:r>
              <a:rPr lang="en-US" altLang="pt-BR" i="1"/>
              <a:t>Com todo o meu ser eu O quero sentir,</a:t>
            </a:r>
            <a:r>
              <a:rPr lang="en-US" altLang="pt-BR"/>
              <a:t> </a:t>
            </a:r>
            <a:r>
              <a:rPr lang="en-US" altLang="pt-BR" i="1"/>
              <a:t>Pois Ele salvou-me a fim de O servir,</a:t>
            </a:r>
            <a:r>
              <a:rPr lang="en-US" altLang="pt-BR"/>
              <a:t> </a:t>
            </a:r>
            <a:r>
              <a:rPr lang="en-US" altLang="pt-BR" i="1"/>
              <a:t>E para Seu gozo, eu também fruir.</a:t>
            </a:r>
            <a:r>
              <a:rPr lang="en-US" altLang="pt-BR"/>
              <a:t> </a:t>
            </a:r>
            <a:r>
              <a:rPr lang="en-US" altLang="pt-BR" i="1"/>
              <a:t>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7F73985D-211C-B5C2-CC94-E022615EF0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i="1"/>
              <a:t>3 Somente eu quero servir ao Senhor, Com todo prazer e com muito fervor, Assim vou andar de valor em valor, Na luz gloriosa do Consolador! 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B7443A36-F887-20E7-49FB-0B74C52593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i="1"/>
              <a:t>4 Pra sempre agora eu proclamarei,</a:t>
            </a:r>
            <a:r>
              <a:rPr lang="en-US" altLang="pt-BR"/>
              <a:t> </a:t>
            </a:r>
            <a:r>
              <a:rPr lang="en-US" altLang="pt-BR" i="1"/>
              <a:t>"Foi crendo em Cristo que me libertei,</a:t>
            </a:r>
            <a:r>
              <a:rPr lang="en-US" altLang="pt-BR"/>
              <a:t> </a:t>
            </a:r>
            <a:r>
              <a:rPr lang="en-US" altLang="pt-BR" i="1"/>
              <a:t>E foi no Seu sangue que me lavei,</a:t>
            </a:r>
            <a:r>
              <a:rPr lang="en-US" altLang="pt-BR"/>
              <a:t> </a:t>
            </a:r>
            <a:r>
              <a:rPr lang="en-US" altLang="pt-BR" i="1"/>
              <a:t>Na rocha eterna mais me firmarei!"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163</Words>
  <Application>Microsoft Office PowerPoint</Application>
  <PresentationFormat>Apresentação na tela (4:3)</PresentationFormat>
  <Paragraphs>6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8" baseType="lpstr">
      <vt:lpstr>Arial</vt:lpstr>
      <vt:lpstr>Design padrão</vt:lpstr>
      <vt:lpstr>496 – Jesus Me Tirou da Lama </vt:lpstr>
      <vt:lpstr>Jazia num lago de fama, de horror, Não tinha esperança em mim, pecador, Mas tenho clamado a Jesus Salvador, Pra fora do lago me tirou o Senhor.  </vt:lpstr>
      <vt:lpstr>Dum lago horrível Jesus me tirou, Sobre a rocha meus pós firmou! Um novo canto em mim soou, Ao Salvador, Aleluia!  </vt:lpstr>
      <vt:lpstr>2 Agora desejo a Cristo seguir, Com todo o meu ser eu O quero sentir, Pois Ele salvou-me a fim de O servir, E para Seu gozo, eu também fruir.  </vt:lpstr>
      <vt:lpstr>3 Somente eu quero servir ao Senhor, Com todo prazer e com muito fervor, Assim vou andar de valor em valor, Na luz gloriosa do Consolador!  </vt:lpstr>
      <vt:lpstr>4 Pra sempre agora eu proclamarei, "Foi crendo em Cristo que me libertei, E foi no Seu sangue que me lavei, Na rocha eterna mais me firmarei!"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496 – Jesus Me Tirou da Lama </dc:title>
  <dc:creator>Junior</dc:creator>
  <cp:lastModifiedBy>Emerson Souza</cp:lastModifiedBy>
  <cp:revision>1</cp:revision>
  <dcterms:created xsi:type="dcterms:W3CDTF">2005-12-24T22:15:25Z</dcterms:created>
  <dcterms:modified xsi:type="dcterms:W3CDTF">2026-05-02T22:18:25Z</dcterms:modified>
</cp:coreProperties>
</file>