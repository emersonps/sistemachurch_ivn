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CC79FF-B57D-1496-1243-57544CC55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E0DFE2-13BC-CD38-B57B-4269D83139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B326BD-86FC-C491-9543-4DB9DD1A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205E30-1C48-EDB2-6217-73FE60CE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DC1E38-4E94-AD57-FFB3-758DA06D8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55D8A2-A5C2-4CF3-B8F3-225D9B4936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6452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C38C55-EBCF-51A1-BBE9-8A5210F31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3F7B15-EE82-F3B6-8EF5-4B17968F5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AC9584-EAD0-27A3-95DD-1B22D8B82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61B30C-149C-49AA-6B38-A95C2DC17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47DE99-F54A-2FE2-A313-D9626E949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E5F851-5C14-4ACD-B9EC-576F2972A8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6776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A14A6-1085-437D-5DDB-D712E4180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98C82D-BD02-878C-9F0B-63C7B2390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A137AA-C6C0-4FD3-349A-BAD012C4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E78982-E5FB-1BB4-62C7-7E708B5A0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3FEF53-80BA-6B5F-5990-4E9E30CF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D37D2F-D08F-4BA1-98E7-F9145E32D5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2940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EB3D5-8182-AEEF-23B0-C0C25153A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3768D2-0314-492E-BB48-0D7395786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2C908B-E7A0-F170-51AB-001EC09E2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7CE976-5FC9-33A6-1776-BF9BAE8D1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A6C8C5-189D-62C6-C026-4F2521AD8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1AA2F8-A45D-899A-4D5F-6EA18F70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E5D4FF-BD32-4D50-A6B2-03F6C0C938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63394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694B31-A7F2-FF01-A055-CF9D75658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A06DF4-F7A1-51C5-ABCE-EA95A9C5E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1DC621-4BE0-1309-A84B-64A45100D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1714721-7062-B64A-DD77-1D2DAC752B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5CF00C6-4FC1-A775-EFAA-BD3C747AB0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93E2270-A821-4382-FB60-89994FC2C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18306AB-349D-A3D8-E6C7-34754B717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275D6BF-B226-996F-948C-97B2F0A0B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0B29C6-A837-412D-9019-120E5BA779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81862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59D581-8313-D028-85D5-1CD373C8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2D60108-748D-177A-1D62-037CCAC8B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A6A4052-04E0-EBEB-2E42-1806584BB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499EC83-932E-F7A1-D969-6A62AE46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878816-7666-403D-B015-91A1C630C3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09168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BA134A5-83E0-4739-71E6-9E1FDFE4E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1F5B594-BF51-74DA-F24F-8109F5976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E44D9C-C85F-3309-A9F8-0E1216353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C10F80-C7E7-41C3-995B-792FA7D0125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7224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170B6F-DFE1-F9BD-3B9D-CE3FAE25A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62C8FB-6C4C-1933-3C7D-48791D673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D7A745-5757-8D66-DAC6-8A2F7CC30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E6DFA0-FE5B-C971-E867-6FA801E53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E49C25-E71B-6204-DB0D-45EC52BDB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90D284-A473-8A6C-2398-9384414F8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65DA3B-3192-44E0-9EAA-D0A52141ED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21881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9B5DA1-732C-E19B-7596-64FEBA733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9B21AF7-5A63-94C9-8291-E1A8FD26A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BB327E-E5A5-310E-6046-53BB4D6BB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204A2A-9B4D-BBA5-5129-5146C0C59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A6C494-C1F9-5FAA-662E-66F1F5E42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61CAC7C-15D0-D6D2-19A0-74050A570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3D77DD-C4AB-49A1-B6E7-95D2F1AA48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50092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D93AD-0A2F-855E-59C0-D5719BB3D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4976586-9862-1E32-1556-8B2BBF04F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2D9CB3-A6D4-71A8-D46D-3A2856EAF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244025-3B23-437D-EC84-59B1E82A2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2F91B8-82A5-D3E6-9D60-3391C4919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846DB4-713D-4520-9A2F-2FD8C4D017D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35567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15022B1-F6A1-79FC-4ABF-C6DB264B3A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FE5836D-993E-40E6-AFD6-DFC5B71C8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AE0002-870B-EF07-D060-EE20AA377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EAC337-726D-79F7-B409-E0BEA2CC2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5F49F7-FC48-2471-1FCF-C830DBF3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15EE52-FB34-48E9-8ADD-7195C3C2EE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6046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DF06A7C-6530-6114-8B28-C89CFE22E1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2DD5CAE-646F-27D4-3FF1-A998C126FC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E4951C4-A0AB-DAD2-BDEA-AAC0E1443E5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DDF61B2-3DB8-5B00-4AFC-EF68939F33E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2AE688E-6E9C-2983-B368-8F28DCCB06D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16BA2A9-7782-403F-95A3-D0AA874F3DC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A1CC419-6C99-92D8-97C2-CF067F95918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268</a:t>
            </a:r>
            <a:br>
              <a:rPr lang="en-US" altLang="pt-BR" sz="4000" b="1"/>
            </a:br>
            <a:r>
              <a:rPr lang="en-US" altLang="pt-BR" sz="4000" b="1"/>
              <a:t>CONFIANTE EM DEUS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63BAAAA-BB5E-4CA4-2C0B-64C99C14E11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239815D-FBDF-8654-172C-8F49FE77F6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Sê tu, em Deus confiante;</a:t>
            </a:r>
            <a:br>
              <a:rPr lang="en-US" altLang="pt-BR" sz="4000" i="1"/>
            </a:br>
            <a:r>
              <a:rPr lang="en-US" altLang="pt-BR" sz="4000" i="1"/>
              <a:t>Ora muito a Jesus,</a:t>
            </a:r>
            <a:br>
              <a:rPr lang="en-US" altLang="pt-BR" sz="4000" i="1"/>
            </a:br>
            <a:r>
              <a:rPr lang="en-US" altLang="pt-BR" sz="4000" i="1"/>
              <a:t>E alegre, triunfante,</a:t>
            </a:r>
            <a:br>
              <a:rPr lang="en-US" altLang="pt-BR" sz="4000" i="1"/>
            </a:br>
            <a:r>
              <a:rPr lang="en-US" altLang="pt-BR" sz="4000" i="1"/>
              <a:t>Leva sempre tua cruz.</a:t>
            </a:r>
            <a:br>
              <a:rPr lang="en-US" altLang="pt-BR" sz="4000" i="1"/>
            </a:br>
            <a:r>
              <a:rPr lang="en-US" altLang="pt-BR" sz="4000" i="1"/>
              <a:t>No Senhor tem esperança;</a:t>
            </a:r>
            <a:br>
              <a:rPr lang="en-US" altLang="pt-BR" sz="4000" i="1"/>
            </a:br>
            <a:r>
              <a:rPr lang="en-US" altLang="pt-BR" sz="4000" i="1"/>
              <a:t>Pois te guia Sua mão;</a:t>
            </a:r>
            <a:br>
              <a:rPr lang="en-US" altLang="pt-BR" sz="4000" i="1"/>
            </a:br>
            <a:r>
              <a:rPr lang="en-US" altLang="pt-BR" sz="4000" i="1"/>
              <a:t>Vem a Ele, sem tardança,</a:t>
            </a:r>
            <a:br>
              <a:rPr lang="en-US" altLang="pt-BR" sz="4000" i="1"/>
            </a:br>
            <a:r>
              <a:rPr lang="en-US" altLang="pt-BR" sz="4000" i="1"/>
              <a:t>E terás consolação. 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746D0795-C0FC-30B4-B130-04722EE9B2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Glória, glória. </a:t>
            </a:r>
            <a:br>
              <a:rPr lang="en-US" altLang="pt-BR" sz="4000" b="1" i="1"/>
            </a:br>
            <a:r>
              <a:rPr lang="en-US" altLang="pt-BR" sz="4000" b="1" i="1"/>
              <a:t>Aleluia, aleluia a Jesus!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Aleluia! Glória a Jesus!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Glória, glória. </a:t>
            </a:r>
            <a:br>
              <a:rPr lang="en-US" altLang="pt-BR" sz="4000" b="1" i="1"/>
            </a:br>
            <a:r>
              <a:rPr lang="en-US" altLang="pt-BR" sz="4000" b="1" i="1"/>
              <a:t>Aleluia, aleluia a Jesus!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Aleluia ao Redentor! Amém.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A6FB780-A294-C625-CF81-5402BA498A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Se aqui és perseguido, </a:t>
            </a:r>
            <a:br>
              <a:rPr lang="en-US" altLang="pt-BR" sz="4000" i="1"/>
            </a:br>
            <a:r>
              <a:rPr lang="en-US" altLang="pt-BR" sz="4000" i="1"/>
              <a:t>Tens a glória do porvir; </a:t>
            </a:r>
            <a:br>
              <a:rPr lang="en-US" altLang="pt-BR" sz="4000" i="1"/>
            </a:br>
            <a:r>
              <a:rPr lang="en-US" altLang="pt-BR" sz="4000" i="1"/>
              <a:t>Se estás enfraquecido, </a:t>
            </a:r>
            <a:br>
              <a:rPr lang="en-US" altLang="pt-BR" sz="4000" i="1"/>
            </a:br>
            <a:r>
              <a:rPr lang="en-US" altLang="pt-BR" sz="4000" i="1"/>
              <a:t>Novas forças hão de vir; </a:t>
            </a:r>
            <a:br>
              <a:rPr lang="en-US" altLang="pt-BR" sz="4000" i="1"/>
            </a:br>
            <a:r>
              <a:rPr lang="en-US" altLang="pt-BR" sz="4000" i="1"/>
              <a:t>Mesmo que o sol se turve, </a:t>
            </a:r>
            <a:br>
              <a:rPr lang="en-US" altLang="pt-BR" sz="4000" i="1"/>
            </a:br>
            <a:r>
              <a:rPr lang="en-US" altLang="pt-BR" sz="4000" i="1"/>
              <a:t>Haja forte furacão, </a:t>
            </a:r>
            <a:br>
              <a:rPr lang="en-US" altLang="pt-BR" sz="4000" i="1"/>
            </a:br>
            <a:r>
              <a:rPr lang="en-US" altLang="pt-BR" sz="4000" i="1"/>
              <a:t>Sê fiel, não te perturbes, </a:t>
            </a:r>
            <a:br>
              <a:rPr lang="en-US" altLang="pt-BR" sz="4000" i="1"/>
            </a:br>
            <a:r>
              <a:rPr lang="en-US" altLang="pt-BR" sz="4000" i="1"/>
              <a:t>Crê em Deus, de coração.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AF87B81-9A54-5840-C4D6-166A650368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Glória, glória. </a:t>
            </a:r>
            <a:br>
              <a:rPr lang="en-US" altLang="pt-BR" sz="4000" b="1" i="1"/>
            </a:br>
            <a:r>
              <a:rPr lang="en-US" altLang="pt-BR" sz="4000" b="1" i="1"/>
              <a:t>Aleluia, aleluia a Jesus!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Aleluia! Glória a Jesus!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Glória, glória. </a:t>
            </a:r>
            <a:br>
              <a:rPr lang="en-US" altLang="pt-BR" sz="4000" b="1" i="1"/>
            </a:br>
            <a:r>
              <a:rPr lang="en-US" altLang="pt-BR" sz="4000" b="1" i="1"/>
              <a:t>Aleluia, aleluia a Jesus!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Aleluia ao Redentor! Amém.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268 CONFIANTE EM DEUS </vt:lpstr>
      <vt:lpstr>Sê tu, em Deus confiante; Ora muito a Jesus, E alegre, triunfante, Leva sempre tua cruz. No Senhor tem esperança; Pois te guia Sua mão; Vem a Ele, sem tardança, E terás consolação. </vt:lpstr>
      <vt:lpstr>Glória, glória.  Aleluia, aleluia a Jesus!  Aleluia! Glória a Jesus!  Glória, glória.  Aleluia, aleluia a Jesus!  Aleluia ao Redentor! Amém.  </vt:lpstr>
      <vt:lpstr>Se aqui és perseguido,  Tens a glória do porvir;  Se estás enfraquecido,  Novas forças hão de vir;  Mesmo que o sol se turve,  Haja forte furacão,  Sê fiel, não te perturbes,  Crê em Deus, de coração.</vt:lpstr>
      <vt:lpstr>Glória, glória.  Aleluia, aleluia a Jesus!  Aleluia! Glória a Jesus!  Glória, glória.  Aleluia, aleluia a Jesus!  Aleluia ao Redentor! Amém.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268 CONFIANTE EM DEUS </dc:title>
  <dc:creator>Junior</dc:creator>
  <cp:lastModifiedBy>Emerson Souza</cp:lastModifiedBy>
  <cp:revision>1</cp:revision>
  <dcterms:created xsi:type="dcterms:W3CDTF">2005-12-24T00:18:35Z</dcterms:created>
  <dcterms:modified xsi:type="dcterms:W3CDTF">2026-05-02T21:59:16Z</dcterms:modified>
</cp:coreProperties>
</file>