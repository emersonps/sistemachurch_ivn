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9B10EA-0F90-3E32-04B4-D49BDF9AC3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A78120-8E97-6B2F-363C-01AEB734EB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650F61-DEF2-E391-A7E3-89B7D0040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4C6A84-5FFE-018A-C1A5-718FBA811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E75FB0-8D79-590B-E8D9-987BC287B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B14F52-C198-4A4E-AB5E-14E0AD82CA5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20155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47FF87-C539-C4C4-24C7-ABFAD9991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2164A4-14E4-82EA-2CBF-D491C517C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97E5FA-1F94-A543-7C3D-25C19473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18E211-15A2-BAA2-160A-7BCD10A9E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5D9FF0-12AF-DAED-1A3B-C810FE16E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526C65-D5E9-4CA0-8559-175B16C63CE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24911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EBA442-BEEA-C775-FA34-C4B1A0906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63E129D-B1E7-5C4D-87C7-76AF20FFE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937FBC-B9BE-C334-4BC5-2C8A87515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5D8B44-E5F7-A646-7CBC-56C54B3A1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574116-4CE8-FEBB-03B3-28579C50C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449FCE-8121-4F8D-B43C-AEADB656674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02011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A40586-355B-355B-866C-63BF4E9A0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8A5D93-0605-5409-79D5-BE507061C7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4257F3-502C-5D95-6873-36E4187DE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237F9ED-F3FE-0EB6-B86C-5DA1F0542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C7C95B-D619-5AEC-4010-E474EBEF3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9B93277-2A2D-26DA-C17A-C5C337A1D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54B22C-F45C-47CB-86C2-3FA49900ABE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68256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0BC7F7-646F-22F3-6FFF-44225A95A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4F0E24A-BDC7-05DB-4558-5C45F2742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28B8497-F9FB-4B48-2F09-2A5C1B620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154E283-2508-3752-637C-25DE2892CF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238192C-2D7A-492E-0B17-650453E03F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DA53007-EC57-FBA8-1C5B-2B53B6437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2923C3E-50F0-5ABA-D007-1551539E9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1BE537B-7596-4C14-3E15-E0F459513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0682A1-888D-4C4B-9384-9A2FBD042A9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8962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BD4C6-58CD-CC15-C699-1CC12DB5B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26F3771-B7FF-5AB5-8C5F-321C03BD6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DB6A090-A3F4-8416-D283-3FFDDBA6D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0FC1EBA-090C-7AE3-97DD-D587EA979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29B990-9EB3-4F23-9C38-0E559AC597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6675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260996-897B-71F2-5C15-D97154A17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B5C273-B4D9-E883-A6AE-38E78B36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1012CB3-5E39-9FB4-0F28-323CEA02B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4CA1DA-E2BA-4CB9-A1AA-0884627FFE0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78415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74F7D0-6605-6523-B5F8-23B15F088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3084DA-00AB-952B-8D51-06A4B0302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02CC0E9-BF1E-108F-87C9-1A157ED30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7AC5564-CC0E-62FA-782F-19E5EAF52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661E5D1-60F8-17A8-C704-D659BBCC3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9AF87DE-0120-5D8F-0C30-91A8E8AEA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70A92D-8939-44F9-B14C-D8DD7784C9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57268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2375A4-99E7-1DE2-4E29-D78B0F9F8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A1C3BF3-0714-DA5C-0B2D-BB688FD498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85BAF61-CE38-4949-4C48-9EDF93747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A4EBE0C-894D-36B9-6460-6566F8E92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8CAF22D-01C3-C9E1-F682-521130870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458A5A3-0121-55BD-8CED-321EAEA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1390D9-1AE5-439D-883A-25FC62B74D3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79733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1D1C9-2E91-62FA-9870-E10825A91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2A91072-E717-0155-1F19-2BDA7D4549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1B468A-C9D9-A97A-2864-F3C4BC489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78E8C1-34E9-95DD-01E6-9F48F9180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970B3F-8886-A578-8B96-319E31A99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EE2E7A-08A3-4862-B96F-043E632572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52933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4F8CE48-0116-DFE6-DA1E-69E2DB195B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77FCB85-5990-1D37-6090-687AA6908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C791FA-220D-B759-73D6-14E06D357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5E6CEA-C3E6-99E7-5A55-6056B7C3D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739C74-EEDC-1DA2-5AA0-1142C3383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029173-21D0-4CB6-93D6-902CF32FD76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17679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05C7C75-63DA-1870-139D-9880DFF422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DA8C497-E12B-F8A1-DC08-F7F334891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2332E2E-3B4E-2C2C-C243-0BBD6B6C3BF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3E6A583-3452-5872-E791-85A1638D43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D58024E-B25B-F6EC-361F-A19C3B08DA5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5F2EAAB-20AE-4FA0-8189-6A0C4C9EA3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DAACA8B0-FE99-8FC8-41C4-2EFE1E976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0" name="Rectangle 2">
            <a:extLst>
              <a:ext uri="{FF2B5EF4-FFF2-40B4-BE49-F238E27FC236}">
                <a16:creationId xmlns:a16="http://schemas.microsoft.com/office/drawing/2014/main" id="{051D55F5-793E-0656-0D47-64FE2E5ABBE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5400" b="1">
                <a:solidFill>
                  <a:schemeClr val="tx1"/>
                </a:solidFill>
              </a:rPr>
              <a:t>177</a:t>
            </a:r>
            <a:br>
              <a:rPr lang="en-US" altLang="pt-BR" sz="5400" b="1">
                <a:solidFill>
                  <a:schemeClr val="tx1"/>
                </a:solidFill>
              </a:rPr>
            </a:br>
            <a:r>
              <a:rPr lang="en-US" altLang="pt-BR" sz="5400" b="1">
                <a:solidFill>
                  <a:schemeClr val="tx1"/>
                </a:solidFill>
              </a:rPr>
              <a:t>SALVO ESTOU</a:t>
            </a:r>
            <a:br>
              <a:rPr lang="en-US" altLang="pt-BR" sz="5400" b="1">
                <a:solidFill>
                  <a:schemeClr val="tx1"/>
                </a:solidFill>
              </a:rPr>
            </a:br>
            <a:endParaRPr lang="en-US" altLang="pt-BR" sz="54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FCA87FE1-A87C-8353-8E73-A07B3B521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" name="Rectangle 2">
            <a:extLst>
              <a:ext uri="{FF2B5EF4-FFF2-40B4-BE49-F238E27FC236}">
                <a16:creationId xmlns:a16="http://schemas.microsoft.com/office/drawing/2014/main" id="{AA4F7043-357E-87C3-99BA-E18EB051A5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218487" cy="6178550"/>
          </a:xfrm>
        </p:spPr>
        <p:txBody>
          <a:bodyPr/>
          <a:lstStyle/>
          <a:p>
            <a:r>
              <a:rPr lang="en-US" altLang="pt-BR" sz="4000">
                <a:solidFill>
                  <a:schemeClr val="tx1"/>
                </a:solidFill>
              </a:rPr>
              <a:t>Salvo estou, Jesus comprou-me Do pecado e perdição;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Com Seu espírito já selou-me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Deu-me paz no coração.</a:t>
            </a:r>
            <a:br>
              <a:rPr lang="en-US" altLang="pt-BR" sz="4000">
                <a:solidFill>
                  <a:schemeClr val="tx1"/>
                </a:solidFill>
              </a:rPr>
            </a:br>
            <a:endParaRPr lang="en-US" altLang="pt-BR" sz="4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555DDF2B-6BFB-9B5F-085C-9A3DA0920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Rectangle 2">
            <a:extLst>
              <a:ext uri="{FF2B5EF4-FFF2-40B4-BE49-F238E27FC236}">
                <a16:creationId xmlns:a16="http://schemas.microsoft.com/office/drawing/2014/main" id="{2FAC3180-D688-4009-EAE4-2449BBC171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218487" cy="6178550"/>
          </a:xfrm>
        </p:spPr>
        <p:txBody>
          <a:bodyPr/>
          <a:lstStyle/>
          <a:p>
            <a:r>
              <a:rPr lang="en-US" altLang="pt-BR" sz="4000" b="1" i="1">
                <a:solidFill>
                  <a:schemeClr val="tx1"/>
                </a:solidFill>
              </a:rPr>
              <a:t>Glória, glória, aleluia, 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r>
              <a:rPr lang="en-US" altLang="pt-BR" sz="4000" b="1" i="1">
                <a:solidFill>
                  <a:schemeClr val="tx1"/>
                </a:solidFill>
              </a:rPr>
              <a:t>Já achei a salvação; 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r>
              <a:rPr lang="en-US" altLang="pt-BR" sz="4000" b="1" i="1">
                <a:solidFill>
                  <a:schemeClr val="tx1"/>
                </a:solidFill>
              </a:rPr>
              <a:t>Glória, glória, aleluia, 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r>
              <a:rPr lang="en-US" altLang="pt-BR" sz="4000" b="1" i="1">
                <a:solidFill>
                  <a:schemeClr val="tx1"/>
                </a:solidFill>
              </a:rPr>
              <a:t>Cristo deu-me redenção.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endParaRPr lang="en-US" altLang="pt-BR" sz="40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89C69C37-E60B-2EA2-C257-9EA0AFB5F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2" name="Rectangle 2">
            <a:extLst>
              <a:ext uri="{FF2B5EF4-FFF2-40B4-BE49-F238E27FC236}">
                <a16:creationId xmlns:a16="http://schemas.microsoft.com/office/drawing/2014/main" id="{12DE68C1-8D10-8B25-6FC8-EADFA37F0A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218487" cy="6249987"/>
          </a:xfrm>
        </p:spPr>
        <p:txBody>
          <a:bodyPr/>
          <a:lstStyle/>
          <a:p>
            <a:r>
              <a:rPr lang="en-US" altLang="pt-BR" sz="4000">
                <a:solidFill>
                  <a:schemeClr val="tx1"/>
                </a:solidFill>
              </a:rPr>
              <a:t>Cantarei com alegria,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Jubiloso som do céu,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Louvarei com harmonia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A Jesus, o amado meu.</a:t>
            </a:r>
            <a:br>
              <a:rPr lang="en-US" altLang="pt-BR" sz="4000">
                <a:solidFill>
                  <a:schemeClr val="tx1"/>
                </a:solidFill>
              </a:rPr>
            </a:br>
            <a:endParaRPr lang="en-US" altLang="pt-BR" sz="4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FD108676-C992-04E0-30AB-6C5EF580F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67" name="Rectangle 3">
            <a:extLst>
              <a:ext uri="{FF2B5EF4-FFF2-40B4-BE49-F238E27FC236}">
                <a16:creationId xmlns:a16="http://schemas.microsoft.com/office/drawing/2014/main" id="{FC670B00-CB3B-F88A-97EB-47B3F70FA2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218487" cy="6178550"/>
          </a:xfrm>
        </p:spPr>
        <p:txBody>
          <a:bodyPr/>
          <a:lstStyle/>
          <a:p>
            <a:r>
              <a:rPr lang="en-US" altLang="pt-BR" sz="4000" b="1" i="1">
                <a:solidFill>
                  <a:schemeClr val="tx1"/>
                </a:solidFill>
              </a:rPr>
              <a:t>Glória, glória, aleluia, 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r>
              <a:rPr lang="en-US" altLang="pt-BR" sz="4000" b="1" i="1">
                <a:solidFill>
                  <a:schemeClr val="tx1"/>
                </a:solidFill>
              </a:rPr>
              <a:t>Já achei a salvação; 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r>
              <a:rPr lang="en-US" altLang="pt-BR" sz="4000" b="1" i="1">
                <a:solidFill>
                  <a:schemeClr val="tx1"/>
                </a:solidFill>
              </a:rPr>
              <a:t>Glória, glória, aleluia, 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r>
              <a:rPr lang="en-US" altLang="pt-BR" sz="4000" b="1" i="1">
                <a:solidFill>
                  <a:schemeClr val="tx1"/>
                </a:solidFill>
              </a:rPr>
              <a:t>Cristo deu-me redenção.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endParaRPr lang="en-US" altLang="pt-BR" sz="40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>
            <a:extLst>
              <a:ext uri="{FF2B5EF4-FFF2-40B4-BE49-F238E27FC236}">
                <a16:creationId xmlns:a16="http://schemas.microsoft.com/office/drawing/2014/main" id="{4612487A-EBCB-1772-4468-B3E06E9EA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6" name="Rectangle 2">
            <a:extLst>
              <a:ext uri="{FF2B5EF4-FFF2-40B4-BE49-F238E27FC236}">
                <a16:creationId xmlns:a16="http://schemas.microsoft.com/office/drawing/2014/main" id="{14A80114-3D64-105D-026F-972CFEC4BC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74638"/>
            <a:ext cx="8291512" cy="6178550"/>
          </a:xfrm>
        </p:spPr>
        <p:txBody>
          <a:bodyPr/>
          <a:lstStyle/>
          <a:p>
            <a:r>
              <a:rPr lang="en-US" altLang="pt-BR" sz="4000">
                <a:solidFill>
                  <a:schemeClr val="tx1"/>
                </a:solidFill>
              </a:rPr>
              <a:t>A mensagem gloriosa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Duma eterna salvação,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Forte, sim, e poderosa,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Digna é de aceitação.</a:t>
            </a:r>
            <a:br>
              <a:rPr lang="en-US" altLang="pt-BR" sz="4000">
                <a:solidFill>
                  <a:schemeClr val="tx1"/>
                </a:solidFill>
              </a:rPr>
            </a:br>
            <a:endParaRPr lang="en-US" altLang="pt-BR" sz="4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1FF9DB18-43F9-1A05-9647-99CA73CEA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91" name="Rectangle 3">
            <a:extLst>
              <a:ext uri="{FF2B5EF4-FFF2-40B4-BE49-F238E27FC236}">
                <a16:creationId xmlns:a16="http://schemas.microsoft.com/office/drawing/2014/main" id="{8C0E73EE-D2F0-7E36-C7E9-DE3B004915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218487" cy="6178550"/>
          </a:xfrm>
        </p:spPr>
        <p:txBody>
          <a:bodyPr/>
          <a:lstStyle/>
          <a:p>
            <a:r>
              <a:rPr lang="en-US" altLang="pt-BR" sz="4000" b="1" i="1">
                <a:solidFill>
                  <a:schemeClr val="tx1"/>
                </a:solidFill>
              </a:rPr>
              <a:t>Glória, glória, aleluia, 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r>
              <a:rPr lang="en-US" altLang="pt-BR" sz="4000" b="1" i="1">
                <a:solidFill>
                  <a:schemeClr val="tx1"/>
                </a:solidFill>
              </a:rPr>
              <a:t>Já achei a salvação; 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r>
              <a:rPr lang="en-US" altLang="pt-BR" sz="4000" b="1" i="1">
                <a:solidFill>
                  <a:schemeClr val="tx1"/>
                </a:solidFill>
              </a:rPr>
              <a:t>Glória, glória, aleluia, 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r>
              <a:rPr lang="en-US" altLang="pt-BR" sz="4000" b="1" i="1">
                <a:solidFill>
                  <a:schemeClr val="tx1"/>
                </a:solidFill>
              </a:rPr>
              <a:t>Cristo deu-me redenção.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endParaRPr lang="en-US" altLang="pt-BR" sz="40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>
            <a:extLst>
              <a:ext uri="{FF2B5EF4-FFF2-40B4-BE49-F238E27FC236}">
                <a16:creationId xmlns:a16="http://schemas.microsoft.com/office/drawing/2014/main" id="{93285FB4-78C7-FC59-F1CD-4BEED2F9D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0" name="Rectangle 2">
            <a:extLst>
              <a:ext uri="{FF2B5EF4-FFF2-40B4-BE49-F238E27FC236}">
                <a16:creationId xmlns:a16="http://schemas.microsoft.com/office/drawing/2014/main" id="{F6E54A8C-31E2-7E09-9F4E-660F56F27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274638"/>
            <a:ext cx="8147050" cy="6034087"/>
          </a:xfrm>
        </p:spPr>
        <p:txBody>
          <a:bodyPr/>
          <a:lstStyle/>
          <a:p>
            <a:r>
              <a:rPr lang="en-US" altLang="pt-BR" sz="4000">
                <a:solidFill>
                  <a:schemeClr val="tx1"/>
                </a:solidFill>
              </a:rPr>
              <a:t>Ao chegar o fim da lida,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Me recebes, Salvador;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Me concede eterna vida,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No Teu reino de amor.</a:t>
            </a:r>
            <a:r>
              <a:rPr lang="en-US" altLang="pt-BR" sz="1600">
                <a:solidFill>
                  <a:schemeClr val="tx1"/>
                </a:solidFill>
              </a:rPr>
              <a:t>	</a:t>
            </a:r>
            <a:br>
              <a:rPr lang="en-US" altLang="pt-BR" sz="1600">
                <a:solidFill>
                  <a:schemeClr val="tx1"/>
                </a:solidFill>
              </a:rPr>
            </a:br>
            <a:r>
              <a:rPr lang="en-US" altLang="pt-BR" sz="1600">
                <a:solidFill>
                  <a:schemeClr val="tx1"/>
                </a:solidFill>
              </a:rPr>
              <a:t>	                                                                                          F.V.</a:t>
            </a:r>
            <a:br>
              <a:rPr lang="en-US" altLang="pt-BR" sz="1600">
                <a:solidFill>
                  <a:schemeClr val="tx1"/>
                </a:solidFill>
              </a:rPr>
            </a:br>
            <a:endParaRPr lang="en-US" altLang="pt-BR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>
            <a:extLst>
              <a:ext uri="{FF2B5EF4-FFF2-40B4-BE49-F238E27FC236}">
                <a16:creationId xmlns:a16="http://schemas.microsoft.com/office/drawing/2014/main" id="{62742BB3-5118-B2E4-45AC-4DEAD2C26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15" name="Rectangle 3">
            <a:extLst>
              <a:ext uri="{FF2B5EF4-FFF2-40B4-BE49-F238E27FC236}">
                <a16:creationId xmlns:a16="http://schemas.microsoft.com/office/drawing/2014/main" id="{63BA7C32-643F-4008-F51F-1A95792CB4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218487" cy="6178550"/>
          </a:xfrm>
        </p:spPr>
        <p:txBody>
          <a:bodyPr/>
          <a:lstStyle/>
          <a:p>
            <a:r>
              <a:rPr lang="en-US" altLang="pt-BR" sz="4000" b="1" i="1">
                <a:solidFill>
                  <a:schemeClr val="tx1"/>
                </a:solidFill>
              </a:rPr>
              <a:t>Glória, glória, aleluia, 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r>
              <a:rPr lang="en-US" altLang="pt-BR" sz="4000" b="1" i="1">
                <a:solidFill>
                  <a:schemeClr val="tx1"/>
                </a:solidFill>
              </a:rPr>
              <a:t>Já achei a salvação; 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r>
              <a:rPr lang="en-US" altLang="pt-BR" sz="4000" b="1" i="1">
                <a:solidFill>
                  <a:schemeClr val="tx1"/>
                </a:solidFill>
              </a:rPr>
              <a:t>Glória, glória, aleluia, 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r>
              <a:rPr lang="en-US" altLang="pt-BR" sz="4000" b="1" i="1">
                <a:solidFill>
                  <a:schemeClr val="tx1"/>
                </a:solidFill>
              </a:rPr>
              <a:t>Cristo deu-me redenção.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endParaRPr lang="en-US" altLang="pt-BR" sz="40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209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177 SALVO ESTOU </vt:lpstr>
      <vt:lpstr>Salvo estou, Jesus comprou-me Do pecado e perdição; Com Seu espírito já selou-me  Deu-me paz no coração. </vt:lpstr>
      <vt:lpstr>Glória, glória, aleluia,  Já achei a salvação;  Glória, glória, aleluia,  Cristo deu-me redenção. </vt:lpstr>
      <vt:lpstr>Cantarei com alegria,  Jubiloso som do céu,  Louvarei com harmonia  A Jesus, o amado meu. </vt:lpstr>
      <vt:lpstr>Glória, glória, aleluia,  Já achei a salvação;  Glória, glória, aleluia,  Cristo deu-me redenção. </vt:lpstr>
      <vt:lpstr>A mensagem gloriosa  Duma eterna salvação, Forte, sim, e poderosa, Digna é de aceitação. </vt:lpstr>
      <vt:lpstr>Glória, glória, aleluia,  Já achei a salvação;  Glória, glória, aleluia,  Cristo deu-me redenção. </vt:lpstr>
      <vt:lpstr>Ao chegar o fim da lida, Me recebes, Salvador; Me concede eterna vida, No Teu reino de amor.                                                                                             F.V. </vt:lpstr>
      <vt:lpstr>Glória, glória, aleluia,  Já achei a salvação;  Glória, glória, aleluia,  Cristo deu-me redenção.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177 - SALVO ESTOU </dc:title>
  <dc:creator>Montagna</dc:creator>
  <cp:lastModifiedBy>Emerson Souza</cp:lastModifiedBy>
  <cp:revision>4</cp:revision>
  <dcterms:created xsi:type="dcterms:W3CDTF">2005-10-16T05:02:24Z</dcterms:created>
  <dcterms:modified xsi:type="dcterms:W3CDTF">2026-05-02T21:51:36Z</dcterms:modified>
</cp:coreProperties>
</file>