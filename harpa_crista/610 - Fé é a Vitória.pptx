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8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3E56E-6965-AF63-44A1-0C8001969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38D8F8-6849-145B-E129-BBAD8B1432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37E397-4A1C-3AB1-8DD4-12990BDE4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7D161E-F4D3-B53B-EBE1-3F20B0CD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69D232-899F-4559-DD9F-D079B5A76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DA4DEC-803A-442F-8BE7-901B8BAFF3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3609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FFC1E1-DF5B-A2D4-1683-1BDD6AFE5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A99590-24B4-9F1C-AC04-3EEA7E002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B2FACC-3DD8-690C-484D-C1C0E91D7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146BC0-12E1-63E4-1F13-4D3AD66AC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E79BCA-1424-AD1A-4E4B-33A40733A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EB747-FF8E-4A2D-A422-1F97B1C678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7807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04AA7-235A-B215-0845-96BD5D5FE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2E8D181-2C36-1F2C-0F9B-35F5C788E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A961F1-FB3D-89D5-92A2-EE5EC8CD2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220AD2-7E4E-8A98-E897-05FA1F4C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7C1F8E-169B-6FD4-6831-2B0D22C13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FBCB58-3DC0-4AD2-BD0E-9694CA249E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30351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FA8E60-BE99-C0C0-7679-D2F1D0F81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07D7EE-CFE9-1F88-2BDC-394C846F4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48643E7-7B3A-0DC2-0298-1E7D35A44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9CE569-65A4-4B7A-AABF-B1A66DEE3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AFCD12-3BD6-4210-7706-87DF755D2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7D4E040-3657-F26F-2373-C38645614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C8290D-33BC-43E4-A3D9-04BEF81830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99399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5EC3E-EECA-7C7F-5E3D-7DC10C524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CDD0F4-58D6-93AF-377D-DB577816C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85B496-96C9-F3CA-F549-CACFD64B7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069F41-2932-6E97-135C-7E5FFECB9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6B190C0-5EC7-9DBC-09A8-D520C37EF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1EE162B-EA68-CEDF-0309-A7610CFA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F0C9840-AB9E-E622-69F3-0F0876E99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E3CE096-D08D-BFD3-8E71-D47B50AE9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F15381-D403-470D-92AD-1F14521DEF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335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99B14E-BA74-F53B-A5A8-326A5F2E9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C50D5A6-050A-EC66-3A1C-C18548A31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0AA5527-6FDD-633F-14D3-EB7385E58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E19D75E-2FA0-896C-05AD-584A4C15E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883FDD-13D3-4A92-B0E0-D428453F2E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02596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415F7BA-1F42-EB31-98A8-DCEBD204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ECA3C4B-C77D-E421-303E-B54858B8E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2C345A-C094-E18C-0DFB-3F4D4A45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EB30DB-29D9-453A-A7A0-8236BBFCC0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6639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306EA-7176-50C9-BE5B-833464355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A58F53-3574-C674-2400-BA71906F1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BAED1A3-B11E-DDF7-B702-4968D75FD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6DB00E8-5CF7-141A-8DA7-FF838D6CA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F297A3-E44D-112E-2683-588187A92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7395FF-A08B-D008-FB65-CDCD81B24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DD82F8-D30D-409F-94DF-59650725A5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40597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378E13-3B22-4A1D-D79A-E9322FCEC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5ABE3F7-95A3-5900-F368-0DE54900AF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EBB23E-7557-7B4D-305A-2510EE60F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18E2B3-A82C-2BE3-BD91-0D866A91B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C9331A-8CB1-51F7-2976-480479FE9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C007F2-0C81-877E-C406-EE797A9C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B26419-0943-439B-A881-F2A88494DD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67752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CFEF0-6900-905D-9A2C-FD6EC2BD6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F8E687C-F00B-91FA-4740-EF4CC8EBC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FD6010-A2D6-20A8-8289-683E7A10D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E0AF41-FFD5-2F12-FA77-444E6CC2F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B4E7CE-7AB9-3521-2DF0-020B27BD2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26B442-E8BB-4C64-8C7A-26497603A5E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0440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7DBAF4-4332-636E-E775-919038B88D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779DFA-30A8-E29B-3471-2DA37FC9A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690A0F-D3E9-0386-7EE0-A4059976D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85ED2E-0ECD-639E-E3B5-14F6D3791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C9EAA5-70C2-8A5E-8595-3E3B7D83F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E0625C-B26C-44D3-AAD4-93F9F3B9D2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9342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2B196F5-38E3-8418-3702-3EF0D5C9E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4694D7B-62D9-4A02-A7BB-5114DFB6CA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77369EE-38B4-2F44-BF42-C19174B4DA4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11E9BEE-3EAB-37FF-B8FE-2E33720AA66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AAE3568-A32A-FA21-0000-B13557F1ECF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6266A40-FE8E-429C-B836-2D2A2BD7851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5D7BECEC-80A7-D02D-F560-0083CCD08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610 - Fé é a Vitória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br>
              <a:rPr lang="en-US" altLang="pt-BR" sz="4000" i="1"/>
            </a:br>
            <a:br>
              <a:rPr lang="en-US" altLang="pt-BR" sz="4000" b="1" i="1"/>
            </a:br>
            <a:r>
              <a:rPr lang="en-US" altLang="pt-BR" sz="4000" i="1"/>
              <a:t>Fé é a vitória,</a:t>
            </a:r>
            <a:br>
              <a:rPr lang="en-US" altLang="pt-BR" sz="4000" i="1"/>
            </a:br>
            <a:r>
              <a:rPr lang="en-US" altLang="pt-BR" sz="4000" i="1"/>
              <a:t>Sim, fé sempre tem poder.</a:t>
            </a:r>
            <a:br>
              <a:rPr lang="en-US" altLang="pt-BR" sz="4000" i="1"/>
            </a:br>
            <a:r>
              <a:rPr lang="en-US" altLang="pt-BR" sz="4000" i="1"/>
              <a:t>Fé é a vitória:</a:t>
            </a:r>
            <a:br>
              <a:rPr lang="en-US" altLang="pt-BR" sz="4000" i="1"/>
            </a:br>
            <a:r>
              <a:rPr lang="en-US" altLang="pt-BR" sz="4000" i="1"/>
              <a:t>Ao mundo irá vencer.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Apresentação na tela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Design padrão</vt:lpstr>
      <vt:lpstr>610 - Fé é a Vitória    Fé é a vitória, Sim, fé sempre tem poder. Fé é a vitória: Ao mundo irá vencer.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610 - Fé é a Vitória    Fé é a vitória, Sim, fé sempre tem poder. Fé é a vitória: Ao mundo irá vencer. </dc:title>
  <dc:creator>Junior</dc:creator>
  <cp:lastModifiedBy>Emerson Souza</cp:lastModifiedBy>
  <cp:revision>1</cp:revision>
  <dcterms:created xsi:type="dcterms:W3CDTF">2005-12-27T17:41:27Z</dcterms:created>
  <dcterms:modified xsi:type="dcterms:W3CDTF">2026-05-02T22:28:18Z</dcterms:modified>
</cp:coreProperties>
</file>