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F1D58-DF7B-88AD-FB64-B7A9472F4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CDE79B-64CF-143E-18A4-11D9CE66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4BCEB4-011C-E93C-3B1E-50A6479CE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D0A4F5-004A-2BA7-65FE-FBF5E1AA8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D40672-A617-217D-8A91-7051A537F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56FDA8-3E40-496B-9785-BFB7C4FA24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431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5C53B-BCCC-FD53-80F6-D4AC6BCB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62B5D9-DEDD-F496-2697-C248879CC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1551EF-10F1-42C6-1284-58DB01BE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DE877-64E2-7D4F-2534-0E6FCB1CC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C7AFBF-E50D-EEC8-FD6E-3D706BAE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D0075-0256-402A-A3FD-7D53DE00C9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442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89985-4388-986E-7D16-F7CFF512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E2F077-EFAD-D22A-D0E3-9E31C2E8E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7DFECF-B2C5-8353-E29D-111BA7C2B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A92A6F-BD11-6726-F7C8-0B4A0793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50A015-F419-E947-6784-799A48C1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8AED43-B291-459D-BC23-224ADCCC92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455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A150E-3489-E24A-5138-6EDFF1A3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4F0F00-D56B-856F-37E9-3C66338BD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028BCA-48DA-A052-BBE4-75225E3E7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631DD9-246D-8A11-4EC1-931936F9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6577B5-DA69-A65B-0F5D-86FF1592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D006F4-8779-21C2-93DA-CD3499F8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4F919C-5F20-4C46-B86B-8D2320F172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251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E0127-2BD2-3F0A-0B1B-FB951424F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C82067-FF5C-9786-06C8-387C4CFAB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680B7E-A0D6-4CDA-2400-4B5473DD1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C91491-AB34-AE7E-E999-568168256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9F816E-ADE0-F875-497C-F545D39D2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F90172-9833-8F42-C8C4-9772B712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D136E3-B2C6-E5B3-8AD6-A5DD99462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D7D4423-A380-B403-415D-8FD15A07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60BE66-765A-47C9-9F8D-A2C45C55CF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172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FB84C-1E0C-F773-CEC2-B03AE0909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542B4FF-7CF8-14EB-B5F4-0175A420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87FD91-B0B9-1EED-901C-53AA8FC70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0BB94D-4AA4-9928-1F1C-DB4E9C7B0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700C03-B1C1-4661-A7D7-1811DEB4FA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742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6523DA-F7B9-96C9-61E8-DEB175C5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9C573A-3855-9400-6AE3-A5421894A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9B5FEC-D4A5-E4B4-167D-681E24BF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DBF30-9D9B-4ACF-9851-D48D4BA41E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132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A360A-51AA-B9C0-BC02-510A1CCF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C7588F-7022-7E79-D692-F5AB81A55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747D30-7B88-E4EA-B86A-A1A78D288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5DA945-8AAF-CCC4-9758-AEA331BBE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3D2155-9135-F4B9-97F5-1D4AC66E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13ACC1-E5CE-E59A-001B-FB9DD4AE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D04B8-B842-447C-9CA6-E2BB49D180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7536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D0E76-A345-9A8F-DC69-4C077316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52E7C1-24D7-4E28-BE96-2E3935596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9B8BA7-CEFD-D25F-B525-4A3875390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B24DC9-E28C-4721-29D4-ACA0E777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E75DEC-FBD3-0846-F051-9765F6CF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A8C1F5-8496-7B98-A35F-A55E5DAB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F1A03A-513E-4372-BFCB-1577B53A3F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4192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BD901-5D50-45E5-3813-2DC2C9F4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DFB3D2-CFD0-1756-CB27-9B276F2CE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334618-4268-1EC3-1E2A-F766E074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B3036F-3707-CA87-54EE-42E68EE8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A7C0C8-BEF0-93B7-B2F0-91A865A5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8B625C-71B4-408F-A1DC-DA8793DF4F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1310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4A77B4-2D0B-E6B4-6CD8-B9BD0BB4A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BDF271-12BD-F93B-1B3B-67F69BEB7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094A7B-BDFC-5800-15D0-4D802520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26AD79-5DB9-09C3-924A-1D77D5C51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72321C-9337-1458-4561-C79D9DA2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B5699-4F8F-4E57-BDDA-FF176B0EED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8893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DD22CA-DB5F-DE71-E738-B987AD8EF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145EB47-6EE7-F3E3-B306-C2494643B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5971640-191E-6267-DEC6-C2761FFB33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E3A0F87-316E-D31A-15CD-949EB4E756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F29B0AE-78A0-C185-B62F-4A092F1F76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7E0A0CA-3741-4E2F-BA32-9CC9C9DA24C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E03478C-87BD-284E-1864-1DEC7AD17A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95</a:t>
            </a:r>
            <a:br>
              <a:rPr lang="en-US" altLang="pt-BR" sz="4000" b="1"/>
            </a:br>
            <a:r>
              <a:rPr lang="en-US" altLang="pt-BR" sz="4000" b="1"/>
              <a:t>OUVE, Ó PECADOR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814D0C3-2523-32FB-3EDB-628423CD98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337E6EB-56AB-904A-5463-2B5D8ACCE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410200"/>
          </a:xfrm>
        </p:spPr>
        <p:txBody>
          <a:bodyPr/>
          <a:lstStyle/>
          <a:p>
            <a:r>
              <a:rPr lang="en-US" altLang="pt-BR" sz="4000" i="1"/>
              <a:t>Ouve, ouve, ó pecador! </a:t>
            </a:r>
            <a:br>
              <a:rPr lang="en-US" altLang="pt-BR" sz="4000" i="1"/>
            </a:br>
            <a:r>
              <a:rPr lang="en-US" altLang="pt-BR" sz="4000" i="1"/>
              <a:t>Ouve bem, presta atenção </a:t>
            </a:r>
            <a:br>
              <a:rPr lang="en-US" altLang="pt-BR" sz="4000" i="1"/>
            </a:br>
            <a:r>
              <a:rPr lang="en-US" altLang="pt-BR" sz="4000" i="1"/>
              <a:t>A Jesus, o Salvador, </a:t>
            </a:r>
            <a:br>
              <a:rPr lang="en-US" altLang="pt-BR" sz="4000" i="1"/>
            </a:br>
            <a:r>
              <a:rPr lang="en-US" altLang="pt-BR" sz="4000" i="1"/>
              <a:t>Que do céu trouxe o perdão; </a:t>
            </a:r>
            <a:br>
              <a:rPr lang="en-US" altLang="pt-BR" sz="4000" i="1"/>
            </a:br>
            <a:r>
              <a:rPr lang="en-US" altLang="pt-BR" sz="4000" i="1"/>
              <a:t>Ouve a Sua meiga voz; </a:t>
            </a:r>
            <a:br>
              <a:rPr lang="en-US" altLang="pt-BR" sz="4000" i="1"/>
            </a:br>
            <a:r>
              <a:rPr lang="en-US" altLang="pt-BR" sz="4000" i="1"/>
              <a:t>Digna é de aceitação.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DD12DDE-C57C-3C7A-B14D-28CBD1D28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410200"/>
          </a:xfrm>
        </p:spPr>
        <p:txBody>
          <a:bodyPr/>
          <a:lstStyle/>
          <a:p>
            <a:r>
              <a:rPr lang="en-US" altLang="pt-BR" sz="4000" i="1"/>
              <a:t>Ouve o que diz o Senhor, </a:t>
            </a:r>
            <a:br>
              <a:rPr lang="en-US" altLang="pt-BR" sz="4000" i="1"/>
            </a:br>
            <a:r>
              <a:rPr lang="en-US" altLang="pt-BR" sz="4000" i="1"/>
              <a:t>Por Sua mensagem de amor; </a:t>
            </a:r>
            <a:br>
              <a:rPr lang="en-US" altLang="pt-BR" sz="4000" i="1"/>
            </a:br>
            <a:r>
              <a:rPr lang="en-US" altLang="pt-BR" sz="4000" i="1"/>
              <a:t>"Será livre de temor </a:t>
            </a:r>
            <a:br>
              <a:rPr lang="en-US" altLang="pt-BR" sz="4000" i="1"/>
            </a:br>
            <a:r>
              <a:rPr lang="en-US" altLang="pt-BR" sz="4000" i="1"/>
              <a:t>Todo que vier a Mim”; </a:t>
            </a:r>
            <a:br>
              <a:rPr lang="en-US" altLang="pt-BR" sz="4000" i="1"/>
            </a:br>
            <a:r>
              <a:rPr lang="en-US" altLang="pt-BR" sz="4000" i="1"/>
              <a:t>Vem a Cristo, Salvador, </a:t>
            </a:r>
            <a:br>
              <a:rPr lang="en-US" altLang="pt-BR" sz="4000" i="1"/>
            </a:br>
            <a:r>
              <a:rPr lang="en-US" altLang="pt-BR" sz="4000" i="1"/>
              <a:t>E aceita o Seu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B63C68A-5B41-F359-BE78-9FD66D7CD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410200"/>
          </a:xfrm>
        </p:spPr>
        <p:txBody>
          <a:bodyPr/>
          <a:lstStyle/>
          <a:p>
            <a:r>
              <a:rPr lang="en-US" altLang="pt-BR" sz="4000" i="1"/>
              <a:t>Ouve, ouve, ó pecador! </a:t>
            </a:r>
            <a:br>
              <a:rPr lang="en-US" altLang="pt-BR" sz="4000" i="1"/>
            </a:br>
            <a:r>
              <a:rPr lang="en-US" altLang="pt-BR" sz="4000" i="1"/>
              <a:t>E medita com atenção; </a:t>
            </a:r>
            <a:br>
              <a:rPr lang="en-US" altLang="pt-BR" sz="4000" i="1"/>
            </a:br>
            <a:r>
              <a:rPr lang="en-US" altLang="pt-BR" sz="4000" i="1"/>
              <a:t>Deixa o mundo enganador; </a:t>
            </a:r>
            <a:br>
              <a:rPr lang="en-US" altLang="pt-BR" sz="4000" i="1"/>
            </a:br>
            <a:r>
              <a:rPr lang="en-US" altLang="pt-BR" sz="4000" i="1"/>
              <a:t>De Jesus, terás perdão; </a:t>
            </a:r>
            <a:br>
              <a:rPr lang="en-US" altLang="pt-BR" sz="4000" i="1"/>
            </a:br>
            <a:r>
              <a:rPr lang="en-US" altLang="pt-BR" sz="4000" i="1"/>
              <a:t>Ele diz: “Quem crer em Mim, </a:t>
            </a:r>
            <a:br>
              <a:rPr lang="en-US" altLang="pt-BR" sz="4000" i="1"/>
            </a:br>
            <a:r>
              <a:rPr lang="en-US" altLang="pt-BR" sz="4000" i="1"/>
              <a:t>Há de ter a Salvação”.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94D2E2D-B385-0691-82AF-7198AC34C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410200"/>
          </a:xfrm>
        </p:spPr>
        <p:txBody>
          <a:bodyPr/>
          <a:lstStyle/>
          <a:p>
            <a:r>
              <a:rPr lang="en-US" altLang="pt-BR" sz="4000" i="1"/>
              <a:t>Ouvi já, amigos meus, </a:t>
            </a:r>
            <a:br>
              <a:rPr lang="en-US" altLang="pt-BR" sz="4000" i="1"/>
            </a:br>
            <a:r>
              <a:rPr lang="en-US" altLang="pt-BR" sz="4000" i="1"/>
              <a:t>Não tenhais hesitação; </a:t>
            </a:r>
            <a:br>
              <a:rPr lang="en-US" altLang="pt-BR" sz="4000" i="1"/>
            </a:br>
            <a:r>
              <a:rPr lang="en-US" altLang="pt-BR" sz="4000" i="1"/>
              <a:t>Vinde ao Filho, sim, de Deus; </a:t>
            </a:r>
            <a:br>
              <a:rPr lang="en-US" altLang="pt-BR" sz="4000" i="1"/>
            </a:br>
            <a:r>
              <a:rPr lang="en-US" altLang="pt-BR" sz="4000" i="1"/>
              <a:t>Dai-Lhe o vosso coração; </a:t>
            </a:r>
            <a:br>
              <a:rPr lang="en-US" altLang="pt-BR" sz="4000" i="1"/>
            </a:br>
            <a:r>
              <a:rPr lang="en-US" altLang="pt-BR" sz="4000" i="1"/>
              <a:t>Ele diz: “Quem crer em Mim, </a:t>
            </a:r>
            <a:br>
              <a:rPr lang="en-US" altLang="pt-BR" sz="4000" i="1"/>
            </a:br>
            <a:r>
              <a:rPr lang="en-US" altLang="pt-BR" sz="4000" i="1"/>
              <a:t>Não terá condenação”.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95 OUVE, Ó PECADOR </vt:lpstr>
      <vt:lpstr>Ouve, ouve, ó pecador!  Ouve bem, presta atenção  A Jesus, o Salvador,  Que do céu trouxe o perdão;  Ouve a Sua meiga voz;  Digna é de aceitação. </vt:lpstr>
      <vt:lpstr>Ouve o que diz o Senhor,  Por Sua mensagem de amor;  "Será livre de temor  Todo que vier a Mim”;  Vem a Cristo, Salvador,  E aceita o Seu amor. </vt:lpstr>
      <vt:lpstr>Ouve, ouve, ó pecador!  E medita com atenção;  Deixa o mundo enganador;  De Jesus, terás perdão;  Ele diz: “Quem crer em Mim,  Há de ter a Salvação”. </vt:lpstr>
      <vt:lpstr>Ouvi já, amigos meus,  Não tenhais hesitação;  Vinde ao Filho, sim, de Deus;  Dai-Lhe o vosso coração;  Ele diz: “Quem crer em Mim,  Não terá condenação”.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95 OUVE, Ó PECADOR </dc:title>
  <dc:creator>Junior</dc:creator>
  <cp:lastModifiedBy>Emerson Souza</cp:lastModifiedBy>
  <cp:revision>1</cp:revision>
  <dcterms:created xsi:type="dcterms:W3CDTF">2005-12-23T13:07:03Z</dcterms:created>
  <dcterms:modified xsi:type="dcterms:W3CDTF">2026-05-02T21:44:43Z</dcterms:modified>
</cp:coreProperties>
</file>