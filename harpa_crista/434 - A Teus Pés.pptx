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E4245-3275-35DA-E9D5-9138AFC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581B21-BB4B-8E92-2891-1B321B9F4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CD7AEE-029D-91D8-10AD-D6D605D93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99E729-CF2F-553E-BA7A-CA982859D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FC2A6F-34FA-FC7C-1A79-2BB598CC2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A2A747-DCD0-4392-B8CE-8F44D1D6E2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1331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E9148-5D29-F5F6-C4A4-C01F8F0D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643FFA-7982-9B79-9A72-1603D048C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82E267-046A-D454-122B-355592B2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1FB983-98DD-C0F7-2615-BB1FAFA9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809761-CCDD-FEA0-B4CB-8447F065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E6F2BB-F1A4-40DA-976B-4D0F3B2BAE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968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75437-472A-6B66-222D-C370A0980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7593F5-808E-F7E0-B338-A8DE0C8E7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EF268F-565E-386F-99CE-26CDD2C1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D31CF1-2034-A3F3-E0B4-A3BA9D334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3DBF33-87E4-891F-1F1B-C5A47734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1125D1-3121-44AF-9FD3-EB71E98C0D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2036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9F5A9-B8BC-688B-C2AE-697B5C7A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65CA62-61CF-2FC8-7A97-939F6B5ABF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B0779E-F9CE-F4A3-CFEB-C2FA1E19F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0AA547-78E3-78D7-32D1-2319925B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CFA7A2-2A1B-7B23-058C-1FDEC13F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CF469F-C86A-5149-CE29-4DC11F1F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E4F3F-BB2C-4BA9-99BE-78E904469D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3695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2EB17-7CE1-9651-82B3-2EF472B06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F0EEA3-2C22-34CF-E1A9-54B4293E3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35AA1F-A9E7-D60C-DE75-3C8B60A3B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2374BAE-2B27-1DA6-1CF0-ED1908A61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A8C7AD6-DB11-BBBD-6592-D407F3182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BE5F6E5-2641-AA3B-5917-6F7F7948B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1FA2BB-1468-DF80-E0D2-4CF48FD06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340E46F-6B78-9EC0-D696-5D4684CAC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8E6965-E7AB-46B7-B2E5-DBBA0BC3A4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9011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CA8FC-06F6-7605-E73F-0A0B190DC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B739647-764E-0E14-E472-DBE3ABE2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A23A795-5D98-A816-5857-106884D9D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4D223EB-9A2D-AA7A-5D67-3D0288984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685385-3011-4FFE-8D44-7189EB8F08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5910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6BEB4BF-B5AE-8E86-EC23-FF136092C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5AC9630-D6F0-57C7-CD7A-0C01AC6B1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7DD626-2459-8802-61CF-0170D3FB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5714CD-D6D9-4CB0-8824-65ED1EC1D0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2603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09B56-D356-601F-B15A-3E7E622A0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FB58B2-DA85-3B0C-E71A-7F383AEA6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D04E81-734D-6333-0CEF-913FF2935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A3E45B-1287-3F49-32F6-5C67B4A63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E09E90-FE74-3C28-F5E7-62783011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C297D8-C74E-5D0A-F321-A60D1DAC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977BBC-3E54-4431-B043-43BF938F68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3820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8347C-E4A1-6BD8-35E0-FBA23214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34A6D16-1D5A-4C05-EB14-7F48327CB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3DFE3BF-0CA3-F21F-25AF-00E9CA66C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A66A3D-73F1-BCEB-6E2F-A7DBF5950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F5FEB2-C5D9-3138-05DA-CDE7B0E2C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8E2563-D653-C144-1352-0590E7AD2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908BF6-E854-4776-80DC-DCF1F4E1D2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2403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1085C-DC58-4E6E-EBAF-36790F55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86053A-7BC1-AA6F-6798-9FB7A9AD4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EFFDF6-977F-0982-9527-661950AC0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35D3AB-0B35-B74A-19DB-69D21DC6A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3EB15E-556F-CCF5-A147-207F08DF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AF8A0F-6EA1-4A84-854B-EFC48AB65B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2470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00AEEA-F2EE-E6D6-6FCE-BFB79FBF9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2A1574-D676-13D3-674C-6378B7345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06A0A6-59DC-312E-FA71-6642E6AF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C9A605-7EF3-DA74-9F90-04085345F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483B6-1F4A-7D50-A3C1-C4C661FE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F663A-1A5C-411C-84E7-A5DEE6A7AA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942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73F8B4-C492-D6C3-361E-48AE2EBB38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10D1799-6352-94B3-E6E9-7F9C502AA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2CFBE9D-3C26-30B5-58E1-603531E0A2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46CB07B-03C3-BE4A-99D5-5AC35AB0F68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0CE5B3-DDC9-E395-F28C-C9F39B447E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DA0FEFB-9465-4530-9A84-BB2C4F0A135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4952270-29F9-F64B-B025-F170913EAE1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434</a:t>
            </a:r>
            <a:br>
              <a:rPr lang="pt-BR" altLang="pt-BR" sz="4400" b="1"/>
            </a:br>
            <a:r>
              <a:rPr lang="pt-BR" altLang="pt-BR" sz="4400" b="1"/>
              <a:t>A TEUS PÉS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3B6F555-AB09-8809-30D8-96BF9915F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/>
              <a:t>A Teus pés, á Jesus Cristo, </a:t>
            </a:r>
            <a:br>
              <a:rPr lang="pt-BR" altLang="pt-BR" sz="3200"/>
            </a:br>
            <a:r>
              <a:rPr lang="pt-BR" altLang="pt-BR" sz="3200"/>
              <a:t>Tua face buscarei,</a:t>
            </a:r>
            <a:br>
              <a:rPr lang="pt-BR" altLang="pt-BR" sz="3200"/>
            </a:br>
            <a:r>
              <a:rPr lang="pt-BR" altLang="pt-BR" sz="3200"/>
              <a:t>Escutando qual Maria,</a:t>
            </a:r>
            <a:br>
              <a:rPr lang="pt-BR" altLang="pt-BR" sz="3200"/>
            </a:br>
            <a:r>
              <a:rPr lang="pt-BR" altLang="pt-BR" sz="3200"/>
              <a:t>As palavras de amor;</a:t>
            </a:r>
            <a:br>
              <a:rPr lang="pt-BR" altLang="pt-BR" sz="3200"/>
            </a:br>
            <a:r>
              <a:rPr lang="pt-BR" altLang="pt-BR" sz="3200"/>
              <a:t>A Teus pés, ó Jesus Cristo, </a:t>
            </a:r>
            <a:br>
              <a:rPr lang="pt-BR" altLang="pt-BR" sz="3200"/>
            </a:br>
            <a:r>
              <a:rPr lang="pt-BR" altLang="pt-BR" sz="3200"/>
              <a:t>Meu passado esquecerei, </a:t>
            </a:r>
            <a:br>
              <a:rPr lang="pt-BR" altLang="pt-BR" sz="3200"/>
            </a:br>
            <a:r>
              <a:rPr lang="pt-BR" altLang="pt-BR" sz="3200"/>
              <a:t>Pois Tua mão fiel e terna, </a:t>
            </a:r>
            <a:br>
              <a:rPr lang="pt-BR" altLang="pt-BR" sz="3200"/>
            </a:br>
            <a:r>
              <a:rPr lang="pt-BR" altLang="pt-BR" sz="3200"/>
              <a:t>Tem me salvo do temor.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86E7166-99E3-0A9B-4E53-0863A9566E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/>
              <a:t>A Teus pés, ó Jesus Cristo, </a:t>
            </a:r>
            <a:br>
              <a:rPr lang="pt-BR" altLang="pt-BR" sz="3200"/>
            </a:br>
            <a:r>
              <a:rPr lang="pt-BR" altLang="pt-BR" sz="3200"/>
              <a:t>Acho terna compaixão, </a:t>
            </a:r>
            <a:br>
              <a:rPr lang="pt-BR" altLang="pt-BR" sz="3200"/>
            </a:br>
            <a:r>
              <a:rPr lang="pt-BR" altLang="pt-BR" sz="3200"/>
              <a:t>Para todos meus pesares </a:t>
            </a:r>
            <a:br>
              <a:rPr lang="pt-BR" altLang="pt-BR" sz="3200"/>
            </a:br>
            <a:r>
              <a:rPr lang="pt-BR" altLang="pt-BR" sz="3200"/>
              <a:t>Meus conflitos, minha dor; </a:t>
            </a:r>
            <a:br>
              <a:rPr lang="pt-BR" altLang="pt-BR" sz="3200"/>
            </a:br>
            <a:r>
              <a:rPr lang="pt-BR" altLang="pt-BR" sz="3200"/>
              <a:t>Livra-me, ó Jesus Cristo, </a:t>
            </a:r>
            <a:br>
              <a:rPr lang="pt-BR" altLang="pt-BR" sz="3200"/>
            </a:br>
            <a:r>
              <a:rPr lang="pt-BR" altLang="pt-BR" sz="3200"/>
              <a:t>De cuidados, de aflição, </a:t>
            </a:r>
            <a:br>
              <a:rPr lang="pt-BR" altLang="pt-BR" sz="3200"/>
            </a:br>
            <a:r>
              <a:rPr lang="pt-BR" altLang="pt-BR" sz="3200"/>
              <a:t>E concede-me constante </a:t>
            </a:r>
            <a:br>
              <a:rPr lang="pt-BR" altLang="pt-BR" sz="3200"/>
            </a:br>
            <a:r>
              <a:rPr lang="pt-BR" altLang="pt-BR" sz="3200"/>
              <a:t>Teu poder consolador!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B2D529B-3D62-98C4-D483-F355B4D30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200"/>
              <a:t>A Teus pés, ó Jesus Cristo, </a:t>
            </a:r>
            <a:br>
              <a:rPr lang="pt-BR" altLang="pt-BR" sz="3200"/>
            </a:br>
            <a:r>
              <a:rPr lang="pt-BR" altLang="pt-BR" sz="3200"/>
              <a:t>Eu desfruto Teu amor,</a:t>
            </a:r>
            <a:br>
              <a:rPr lang="pt-BR" altLang="pt-BR" sz="3200"/>
            </a:br>
            <a:r>
              <a:rPr lang="pt-BR" altLang="pt-BR" sz="3200"/>
              <a:t>Em Teus olhos há doçura </a:t>
            </a:r>
            <a:br>
              <a:rPr lang="pt-BR" altLang="pt-BR" sz="3200"/>
            </a:br>
            <a:r>
              <a:rPr lang="pt-BR" altLang="pt-BR" sz="3200"/>
              <a:t>Em Teu seio proteção;</a:t>
            </a:r>
            <a:br>
              <a:rPr lang="pt-BR" altLang="pt-BR" sz="3200"/>
            </a:br>
            <a:r>
              <a:rPr lang="pt-BR" altLang="pt-BR" sz="3200"/>
              <a:t>Dá-me, ó Cristo, a Tua mente. </a:t>
            </a:r>
            <a:br>
              <a:rPr lang="pt-BR" altLang="pt-BR" sz="3200"/>
            </a:br>
            <a:r>
              <a:rPr lang="pt-BR" altLang="pt-BR" sz="3200"/>
              <a:t>Dá-me graça e fervor,</a:t>
            </a:r>
            <a:br>
              <a:rPr lang="pt-BR" altLang="pt-BR" sz="3200"/>
            </a:br>
            <a:r>
              <a:rPr lang="pt-BR" altLang="pt-BR" sz="3200"/>
              <a:t>E que o mundo possa sempre </a:t>
            </a:r>
            <a:br>
              <a:rPr lang="pt-BR" altLang="pt-BR" sz="3200"/>
            </a:br>
            <a:r>
              <a:rPr lang="pt-BR" altLang="pt-BR" sz="3200"/>
              <a:t>Ver em mim a salvação.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49D39D5-2993-44A5-0749-8903759A6B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A Teus pés, ó Jesus Cristo,</a:t>
            </a:r>
            <a:br>
              <a:rPr lang="pt-BR" altLang="pt-BR" sz="3200"/>
            </a:br>
            <a:r>
              <a:rPr lang="pt-BR" altLang="pt-BR" sz="3200"/>
              <a:t>Tenho um gozo divinal!</a:t>
            </a:r>
            <a:br>
              <a:rPr lang="pt-BR" altLang="pt-BR" sz="3200"/>
            </a:br>
            <a:r>
              <a:rPr lang="pt-BR" altLang="pt-BR" sz="3200"/>
              <a:t>A Teus pés encontro abrigo,</a:t>
            </a:r>
            <a:br>
              <a:rPr lang="pt-BR" altLang="pt-BR" sz="3200"/>
            </a:br>
            <a:r>
              <a:rPr lang="pt-BR" altLang="pt-BR" sz="3200"/>
              <a:t>Oh! Bondoso Salvador!</a:t>
            </a:r>
            <a:br>
              <a:rPr lang="pt-BR" altLang="pt-BR" sz="3200"/>
            </a:br>
            <a:r>
              <a:rPr lang="pt-BR" altLang="pt-BR" sz="3200"/>
              <a:t>Só em Ti, ó Jesus Cristo,</a:t>
            </a:r>
            <a:br>
              <a:rPr lang="pt-BR" altLang="pt-BR" sz="3200"/>
            </a:br>
            <a:r>
              <a:rPr lang="pt-BR" altLang="pt-BR" sz="3200"/>
              <a:t>Há consolo sem igual,</a:t>
            </a:r>
            <a:br>
              <a:rPr lang="pt-BR" altLang="pt-BR" sz="3200"/>
            </a:br>
            <a:r>
              <a:rPr lang="pt-BR" altLang="pt-BR" sz="3200"/>
              <a:t>Para minh'alma abatida,</a:t>
            </a:r>
            <a:br>
              <a:rPr lang="pt-BR" altLang="pt-BR" sz="3200"/>
            </a:br>
            <a:r>
              <a:rPr lang="pt-BR" altLang="pt-BR" sz="3200"/>
              <a:t>Neste mundo de horror.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434 A TEUS PÉS</vt:lpstr>
      <vt:lpstr>A Teus pés, á Jesus Cristo,  Tua face buscarei, Escutando qual Maria, As palavras de amor; A Teus pés, ó Jesus Cristo,  Meu passado esquecerei,  Pois Tua mão fiel e terna,  Tem me salvo do temor. </vt:lpstr>
      <vt:lpstr>A Teus pés, ó Jesus Cristo,  Acho terna compaixão,  Para todos meus pesares  Meus conflitos, minha dor;  Livra-me, ó Jesus Cristo,  De cuidados, de aflição,  E concede-me constante  Teu poder consolador! </vt:lpstr>
      <vt:lpstr>A Teus pés, ó Jesus Cristo,  Eu desfruto Teu amor, Em Teus olhos há doçura  Em Teu seio proteção; Dá-me, ó Cristo, a Tua mente.  Dá-me graça e fervor, E que o mundo possa sempre  Ver em mim a salvação. </vt:lpstr>
      <vt:lpstr>A Teus pés, ó Jesus Cristo, Tenho um gozo divinal! A Teus pés encontro abrigo, Oh! Bondoso Salvador! Só em Ti, ó Jesus Cristo, Há consolo sem igual, Para minh'alma abatida, Neste mundo de horror.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434 - A TEUS PÉS</dc:title>
  <dc:creator>Montagna</dc:creator>
  <cp:lastModifiedBy>Emerson Souza</cp:lastModifiedBy>
  <cp:revision>2</cp:revision>
  <dcterms:created xsi:type="dcterms:W3CDTF">2005-10-21T07:23:47Z</dcterms:created>
  <dcterms:modified xsi:type="dcterms:W3CDTF">2026-05-02T22:13:17Z</dcterms:modified>
</cp:coreProperties>
</file>