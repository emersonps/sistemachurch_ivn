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56699-C048-D848-5511-DF4159691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6E4F80-8E92-1D8B-EF52-3FA53CED2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9386AD-31D7-4FCC-CFD6-39E9C0B89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97729A-9E72-1281-77D0-E7E2C7C3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615467-7E5C-27CC-7CA2-517D0E79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A29F7B-126B-4272-8A34-6131404987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590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F7BC41-D003-9D6E-4ECA-803E5CFF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43D856-E50A-FE3A-03E9-86FB547C5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A8674-2C0C-DC1F-4C27-5EAC03D64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5C1E56-2421-832C-290E-8DD5CEA3C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3D9046-E6F8-C95F-A638-046D6E31D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51D5E-FE6A-4C75-BE20-C023B50846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9311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695122-5C73-3587-5751-C7EA7C9E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FF1C41-A769-396A-2705-F9E4F5323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923959-8D5E-6AF2-67E6-D3ACB4FA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170B87-2823-EC07-55C1-13543727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4AE9A5-D5DB-FCE3-BD33-F129AB76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D41EF9-5F3E-4EFE-A2C5-D26FD7DD92C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63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52B2D6-C7C9-C65A-65EF-F7B25063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E1BFCC-B180-8E76-DDBC-9F9BB35B6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60DF7C-A118-6A5A-B405-9C0983FA9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8C0748-651C-91E7-ED11-E95C44E5F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C6CA6D-99F1-B79D-7FD0-C43C2213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CB6841E-6764-864B-009D-1E8B5212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64ED8-C10E-4245-A3C1-4EC44C9928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587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79592-F544-1CAE-3353-31068C210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500522-4A5E-72E9-8C96-91D0CC282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168241-093C-8097-C5A8-900A5EF2C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D61D1A-1536-9E12-18F7-CDD384732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4FB8086-A17C-8867-AD95-D84C5C211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AA3024-7F5D-438B-9AA4-36236636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C33AC7C-7FE2-03C9-0918-765F85BD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4452493-5EE1-CBA2-57A0-D186E0DC2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693AB1-A386-4772-9481-64C5FF034E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36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71072-455A-2643-5010-24EE04C2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3D898AD-BD4C-9DF5-0A7D-68A85919A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54F475-9C27-DF7A-5450-2AA9E920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62344AE-2C75-5E79-F0FB-1D5BFB02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E87A81-7159-4992-9681-25E3FC83FC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80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AEC2E29-7DF0-7491-2347-328899B5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800AB1-08EE-8AEA-0C2E-7E7120878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589734-0B27-3E78-AE82-A8974D7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728DE-0FF0-48D3-8B10-FD912EE6CAA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581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8048FD-2C2C-A2E8-097C-B5910A0C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3F4991-1C0E-CB3D-916B-4B5458B73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91721E-A7F4-A84C-01CA-34663F971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C79A5B-888F-B7A7-3587-9761C961F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8B860B-8F09-B953-A496-751DCAF4A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322A91-920D-40DA-CCE9-2DD8CAB4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A24024-6B2A-4526-997B-278DAE1673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1163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8E1FC-086A-3CBF-E6F3-5BFE8407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02B3113-266E-1CDF-A258-C78DF4E53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3543EB-A062-E234-E5B5-AC479F2B0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2183E7D-AECE-4464-4248-35503A7A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44E84BF-92C9-8A78-9605-0A1867D0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BD9F01-848F-1219-F4FA-42ACFF4B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959D8-5EF5-4D90-A304-380D2A706F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4141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821EA-A660-1735-5C37-2BCC11D1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4959E4-E01E-5766-0087-EE2A83190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000D9A-B8F4-426B-E01E-249BA630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EDFC77-87F1-495A-A4D5-DE5777BD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2357E8-BD34-1128-23E5-BFA896EA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478E2-C5FC-49C2-A3A4-52752C68D22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075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B24191-6DC7-90D1-E27C-9736A182D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FF2B37-B51B-9D48-9C49-969E1BBAC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96328E-AB39-A94F-9635-A52A5648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BC9A54-5C1D-4711-0649-295293C8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48BF35-871A-859A-373A-22DE445A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26C0C6-2D42-4E2E-BF25-8729F87F10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4952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7F1528B-FB2F-2590-A117-5DEA773792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CC6D342-0CA4-88B6-177F-0F8FE45EF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B98E9E8-B7FD-262C-9BA7-86DDACD24E4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EDBF262-1C63-A25C-16BC-58C79AA35E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F5A835-8C2A-3C80-9EB3-AE9F690CE7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F2F238-7BC1-4719-9F39-371969B0E66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2172B04-5049-1144-F9F9-7357F0707CF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378</a:t>
            </a:r>
            <a:br>
              <a:rPr lang="pt-BR" altLang="pt-BR" sz="4400" b="1"/>
            </a:br>
            <a:r>
              <a:rPr lang="pt-BR" altLang="pt-BR" sz="4400" b="1"/>
              <a:t>AS PISADAS DO MESTRE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DE988D9-2637-F882-39D2-18F2F164A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4000"/>
              <a:t>Quero seguir as pisadas do Mestre, </a:t>
            </a:r>
            <a:br>
              <a:rPr lang="pt-BR" altLang="pt-BR" sz="4000"/>
            </a:br>
            <a:r>
              <a:rPr lang="pt-BR" altLang="pt-BR" sz="4000"/>
              <a:t>Quero ir após o meu Rei e Senhor, </a:t>
            </a:r>
            <a:br>
              <a:rPr lang="pt-BR" altLang="pt-BR" sz="4000"/>
            </a:br>
            <a:r>
              <a:rPr lang="pt-BR" altLang="pt-BR" sz="4000"/>
              <a:t>Para que no Seu poder me adestre, </a:t>
            </a:r>
            <a:br>
              <a:rPr lang="pt-BR" altLang="pt-BR" sz="4000"/>
            </a:br>
            <a:r>
              <a:rPr lang="pt-BR" altLang="pt-BR" sz="4000"/>
              <a:t>Eu vou orando ao meu Redentor.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2EC43DA-6678-10F8-2FE1-E441DB7DD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4000" b="1" i="1"/>
              <a:t>Quão doce é seguir as pisadas do Mestre </a:t>
            </a:r>
            <a:br>
              <a:rPr lang="pt-BR" altLang="pt-BR" sz="4000" b="1" i="1"/>
            </a:br>
            <a:r>
              <a:rPr lang="pt-BR" altLang="pt-BR" sz="4000" b="1" i="1"/>
              <a:t>Na bendita luz, perto de Jesus!</a:t>
            </a:r>
            <a:br>
              <a:rPr lang="pt-BR" altLang="pt-BR" sz="4000" b="1" i="1"/>
            </a:br>
            <a:r>
              <a:rPr lang="pt-BR" altLang="pt-BR" sz="4000" b="1" i="1"/>
              <a:t>Quão doce é seguir as pisadas do Mestre, </a:t>
            </a:r>
            <a:br>
              <a:rPr lang="pt-BR" altLang="pt-BR" sz="4000" b="1" i="1"/>
            </a:br>
            <a:r>
              <a:rPr lang="pt-BR" altLang="pt-BR" sz="4000" b="1" i="1"/>
              <a:t>E levar a cruz!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06FBE79-6F9F-20A0-E26F-9D7C4ADCB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Ando mais perto de Um que me guia, </a:t>
            </a:r>
            <a:br>
              <a:rPr lang="pt-BR" altLang="pt-BR" sz="4000"/>
            </a:br>
            <a:r>
              <a:rPr lang="pt-BR" altLang="pt-BR" sz="4000"/>
              <a:t>Quando o maligno me vem enganar; </a:t>
            </a:r>
            <a:br>
              <a:rPr lang="pt-BR" altLang="pt-BR" sz="4000"/>
            </a:br>
            <a:r>
              <a:rPr lang="pt-BR" altLang="pt-BR" sz="4000"/>
              <a:t>Que me sustenta na grande porfia, </a:t>
            </a:r>
            <a:br>
              <a:rPr lang="pt-BR" altLang="pt-BR" sz="4000"/>
            </a:br>
            <a:r>
              <a:rPr lang="pt-BR" altLang="pt-BR" sz="4000"/>
              <a:t>Devo por isso, o Seu nome exaltar!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89AD3D-2355-4B7C-13D8-FD8C535380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/>
              <a:t>Sigo Seus passsos de terno carinho, </a:t>
            </a:r>
            <a:br>
              <a:rPr lang="pt-BR" altLang="pt-BR" sz="4000"/>
            </a:br>
            <a:r>
              <a:rPr lang="pt-BR" altLang="pt-BR" sz="4000"/>
              <a:t>Misericórdia, amor e mansidão;</a:t>
            </a:r>
            <a:br>
              <a:rPr lang="pt-BR" altLang="pt-BR" sz="4000"/>
            </a:br>
            <a:r>
              <a:rPr lang="pt-BR" altLang="pt-BR" sz="4000"/>
              <a:t>Qual ave que vai em busca do ninho, </a:t>
            </a:r>
            <a:br>
              <a:rPr lang="pt-BR" altLang="pt-BR" sz="4000"/>
            </a:br>
            <a:r>
              <a:rPr lang="pt-BR" altLang="pt-BR" sz="4000"/>
              <a:t>Eu me dirijo à santa Sião.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949E105-3EFE-F45D-70FA-71A36F7FB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/>
              <a:t>Quero seguir as pisadas de Cristo,</a:t>
            </a:r>
            <a:br>
              <a:rPr lang="pt-BR" altLang="pt-BR" sz="4000"/>
            </a:br>
            <a:r>
              <a:rPr lang="pt-BR" altLang="pt-BR" sz="4000"/>
              <a:t>Sempre acima desejo galgar.</a:t>
            </a:r>
            <a:br>
              <a:rPr lang="pt-BR" altLang="pt-BR" sz="4000"/>
            </a:br>
            <a:r>
              <a:rPr lang="pt-BR" altLang="pt-BR" sz="4000"/>
              <a:t>Para Sião, que por fé eu avisto,</a:t>
            </a:r>
            <a:br>
              <a:rPr lang="pt-BR" altLang="pt-BR" sz="4000"/>
            </a:br>
            <a:r>
              <a:rPr lang="pt-BR" altLang="pt-BR" sz="4000"/>
              <a:t>	Onde p'ra sempre eu vou descansar.	P.L.M.</a:t>
            </a:r>
            <a:endParaRPr lang="en-US" altLang="pt-BR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179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378 AS PISADAS DO MESTRE</vt:lpstr>
      <vt:lpstr>Quero seguir as pisadas do Mestre,  Quero ir após o meu Rei e Senhor,  Para que no Seu poder me adestre,  Eu vou orando ao meu Redentor. </vt:lpstr>
      <vt:lpstr>Quão doce é seguir as pisadas do Mestre  Na bendita luz, perto de Jesus! Quão doce é seguir as pisadas do Mestre,  E levar a cruz!</vt:lpstr>
      <vt:lpstr>Ando mais perto de Um que me guia,  Quando o maligno me vem enganar;  Que me sustenta na grande porfia,  Devo por isso, o Seu nome exaltar! </vt:lpstr>
      <vt:lpstr>Sigo Seus passsos de terno carinho,  Misericórdia, amor e mansidão; Qual ave que vai em busca do ninho,  Eu me dirijo à santa Sião. </vt:lpstr>
      <vt:lpstr>Quero seguir as pisadas de Cristo, Sempre acima desejo galgar. Para Sião, que por fé eu avisto,  Onde p'ra sempre eu vou descansar. P.L.M.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378 - AS PISADAS DO MESTRE</dc:title>
  <dc:creator>Montagna</dc:creator>
  <cp:lastModifiedBy>Emerson Souza</cp:lastModifiedBy>
  <cp:revision>3</cp:revision>
  <dcterms:created xsi:type="dcterms:W3CDTF">2005-10-20T05:52:46Z</dcterms:created>
  <dcterms:modified xsi:type="dcterms:W3CDTF">2026-05-02T22:08:27Z</dcterms:modified>
</cp:coreProperties>
</file>