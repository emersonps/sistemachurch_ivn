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3FC6C-F202-DD3E-730A-165040A5E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A6F09C-DF69-58A9-34A6-EF5B55CAE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2BAD53-D916-D8D9-E627-0227E675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8EDBDB-BE58-F719-259D-9E1E6688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6D49D-D8B4-D21F-146B-F65859A5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CC6229-D103-4A88-B18B-437DCB7E83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595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BA2B1-5580-432D-40F5-B56CDCC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74A688-26EE-84A8-92A3-7F482FAC7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7B0831-7934-C791-878F-A7367386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6B99A7-0680-9CA8-FA37-84C41A1E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6A68D1-2368-7CE5-13CF-DC1C62B6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4376F-87FE-4086-9563-C83AAAC54B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924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9D58D-133B-33A6-33EB-7C3E96F9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078152-216B-CC5A-D4FC-63B8F9794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B0759-5CDD-A75A-C1AF-0DA4A5BA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8B4462-6266-BD79-1037-BACF8758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CC1837-C462-50BB-B5F5-BCFF0374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B8110-FE5A-4A28-934F-0DE542233A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591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445DC-E949-890A-6531-24C40455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05DD41-6269-FD1B-C6CE-88F83481E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A31CCD-A7FD-B321-50E1-C1150D021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135CB9-CD71-C922-A753-ACB748C8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1954B2-98DD-84ED-A1B3-046AB19E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C2FD30-A3F8-D6F6-EBFA-A25540C2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96E5E-F4F0-4085-A285-441D5EB46B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025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E10C7-632D-4F43-970E-E1146E7D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9659F6-EEBC-A5C3-3962-33C4327DD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660B30-9F9D-0E4D-7D0D-37D9A1EB9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EA20BB-2652-67D0-3500-34AF65A5F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577EDA-05E4-9B2F-4316-8CDED1B11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5258A5-89E0-7666-6E83-6BE81342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29DD83-CB44-0DA3-3122-506A7CDF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D6E49D-2AF2-1412-359F-DACDE514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21CD80-4F33-4980-91EF-B1FBC28663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198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8776-31D2-7319-DE1F-AD924785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350419-5F31-6A75-E1E6-6CD24280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649631-9330-47D7-6F59-2BA3F6C3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8A62F0-F1CC-1016-ADC9-E6328290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89400-0E8F-4EBC-AABF-0B4C26E1F1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441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2C1DB8-DF7C-C957-BE22-ABD15E61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881910-120A-A0EF-C39A-03CFA11A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9FF776-43A5-E35F-9884-E407588D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B8E57-C5CD-4595-A2F3-6AB86348C0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632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AB13B-FD0E-53E8-0C38-37A47A45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4E598-4D5B-6FCE-B751-EB9A868AD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234891-0E19-8A3B-2D25-E62EF973A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74C373-3B79-6D52-9912-87E53931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9FC442-AF8D-CE93-027F-5459B232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D5F9D6-867C-FED1-E7E0-F4F839E2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1C92ED-67E4-4F2A-8E87-3EAB97EEC4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124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B1D4E-EBDB-A882-B0D0-371A7B458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51B179-66BD-51A7-537F-7874CE655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A9C980-D681-6759-B600-F543BDC97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4FB1A7-11F6-CC1C-09D7-9BDC568D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1F6AB9-2D88-2B53-5DB0-277A39F5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2F49F4-8657-7DFE-0189-C2C66B29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1B8CE-8B10-42F4-A4C9-F8F32063F7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831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4F1F7-4CEB-2BD8-D5E0-514DBA81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F3B86E-D3DE-C974-1832-A4C343CBB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B5E6E-8A03-B617-5D0C-068574E8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19E882-02AB-162D-4C47-609D42B2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33778E-706C-D4BF-A57A-2A0D48ED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622EC-4AA5-4D77-835B-8CBEBA2688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072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762985-BB5D-7402-5CA7-D7783FCAC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1F47C1-50C9-C008-3119-6748FA8A5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3BA2E1-D6B9-D705-334F-1BD1C53B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447079-C090-45CF-C2E2-B3C58DEE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C3A808-B36C-9B5E-789A-04DF069F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B35A0-1460-4D77-904E-BC4193F7C2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964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1D9638-B792-30CF-7384-7ED060310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35B64A8-B65F-6CEA-2982-A4172604A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6098B4-0712-C871-848C-004A824104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92AD9D-DBD4-AB77-7B28-4719AF49580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FECFD0-EF73-E87F-460E-96BFFE80F5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4C7CD5B-1BD1-411D-88E1-3F622A04AE3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AA87859-8F89-8B7F-5CB2-85E4B16250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98</a:t>
            </a:r>
            <a:br>
              <a:rPr lang="en-US" altLang="pt-BR" sz="4000" b="1" i="1"/>
            </a:br>
            <a:r>
              <a:rPr lang="en-US" altLang="pt-BR" sz="4000" b="1" i="1"/>
              <a:t>ESTARÁS VIGIANDO?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2BD29DD-49FE-DB7D-59DF-1C4A840D7C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5D95F49-3798-95D9-5E58-D312BEB5D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Estarás tu vigiando, </a:t>
            </a:r>
            <a:br>
              <a:rPr lang="en-US" altLang="pt-BR" sz="4000" i="1"/>
            </a:br>
            <a:r>
              <a:rPr lang="en-US" altLang="pt-BR" sz="4000" i="1"/>
              <a:t>Quando Jesus Vier? </a:t>
            </a:r>
            <a:br>
              <a:rPr lang="en-US" altLang="pt-BR" sz="4000" i="1"/>
            </a:br>
            <a:r>
              <a:rPr lang="en-US" altLang="pt-BR" sz="4000" i="1"/>
              <a:t>Ansioso, esperando, </a:t>
            </a:r>
            <a:br>
              <a:rPr lang="en-US" altLang="pt-BR" sz="4000" i="1"/>
            </a:br>
            <a:r>
              <a:rPr lang="en-US" altLang="pt-BR" sz="4000" i="1"/>
              <a:t>Quando Jesus vier?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4409EFC-A661-A105-E8D3-553A78BEE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Oh! Que noite! Solene noite! </a:t>
            </a:r>
            <a:br>
              <a:rPr lang="en-US" altLang="pt-BR" sz="4000" i="1"/>
            </a:br>
            <a:r>
              <a:rPr lang="en-US" altLang="pt-BR" sz="4000" i="1"/>
              <a:t>Brilhará a tua luz, quando Jesus vier? Ó, sê pronto, ó, sê pronto! </a:t>
            </a:r>
            <a:br>
              <a:rPr lang="en-US" altLang="pt-BR" sz="4000" i="1"/>
            </a:br>
            <a:r>
              <a:rPr lang="en-US" altLang="pt-BR" sz="4000" i="1"/>
              <a:t>Ó, sê pronto, quando Jesus vier. </a:t>
            </a:r>
            <a:br>
              <a:rPr lang="en-US" altLang="pt-BR" sz="4000" i="1"/>
            </a:br>
            <a:r>
              <a:rPr lang="en-US" altLang="pt-BR" sz="4000" i="1"/>
              <a:t>Ó, sê pronto, ó sê pronto! </a:t>
            </a:r>
            <a:br>
              <a:rPr lang="en-US" altLang="pt-BR" sz="4000" i="1"/>
            </a:br>
            <a:r>
              <a:rPr lang="en-US" altLang="pt-BR" sz="4000" i="1"/>
              <a:t>Ó sê pronto, quando Jesus vier!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C146FF-F08E-9CF3-AA66-B976953FF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Ouvirás tu o bem-vindo, </a:t>
            </a:r>
            <a:br>
              <a:rPr lang="en-US" altLang="pt-BR" sz="4000" i="1"/>
            </a:br>
            <a:r>
              <a:rPr lang="en-US" altLang="pt-BR" sz="4000" i="1"/>
              <a:t>Quando Jesus vier? </a:t>
            </a:r>
            <a:br>
              <a:rPr lang="en-US" altLang="pt-BR" sz="4000" i="1"/>
            </a:br>
            <a:r>
              <a:rPr lang="en-US" altLang="pt-BR" sz="4000" i="1"/>
              <a:t>Darás o brado sorrindo, </a:t>
            </a:r>
            <a:br>
              <a:rPr lang="en-US" altLang="pt-BR" sz="4000" i="1"/>
            </a:br>
            <a:r>
              <a:rPr lang="en-US" altLang="pt-BR" sz="4000" i="1"/>
              <a:t>Quando Jesus vier?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D9EF516-AE7F-15EC-EDA6-466BE58FA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Oh! Que noite! Solene noite! </a:t>
            </a:r>
            <a:br>
              <a:rPr lang="en-US" altLang="pt-BR" sz="4000" i="1"/>
            </a:br>
            <a:r>
              <a:rPr lang="en-US" altLang="pt-BR" sz="4000" i="1"/>
              <a:t>Brilhará a tua luz, quando Jesus vier? Ó, sê pronto, ó, sê pronto! </a:t>
            </a:r>
            <a:br>
              <a:rPr lang="en-US" altLang="pt-BR" sz="4000" i="1"/>
            </a:br>
            <a:r>
              <a:rPr lang="en-US" altLang="pt-BR" sz="4000" i="1"/>
              <a:t>Ó, sê pronto, quando Jesus vier. </a:t>
            </a:r>
            <a:br>
              <a:rPr lang="en-US" altLang="pt-BR" sz="4000" i="1"/>
            </a:br>
            <a:r>
              <a:rPr lang="en-US" altLang="pt-BR" sz="4000" i="1"/>
              <a:t>Ó, sê pronto, ó sê pronto! </a:t>
            </a:r>
            <a:br>
              <a:rPr lang="en-US" altLang="pt-BR" sz="4000" i="1"/>
            </a:br>
            <a:r>
              <a:rPr lang="en-US" altLang="pt-BR" sz="4000" i="1"/>
              <a:t>Ó sê pronto, quando Jesus vier!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7C61C6A-924A-65FB-8B96-426666983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Só esperas preparar-te, </a:t>
            </a:r>
            <a:br>
              <a:rPr lang="en-US" altLang="pt-BR" sz="4000" i="1"/>
            </a:br>
            <a:r>
              <a:rPr lang="en-US" altLang="pt-BR" sz="4000" i="1"/>
              <a:t>Quando Jesus vier? </a:t>
            </a:r>
            <a:br>
              <a:rPr lang="en-US" altLang="pt-BR" sz="4000" i="1"/>
            </a:br>
            <a:r>
              <a:rPr lang="en-US" altLang="pt-BR" sz="4000" i="1"/>
              <a:t>Qual será a tua parte, </a:t>
            </a:r>
            <a:br>
              <a:rPr lang="en-US" altLang="pt-BR" sz="4000" i="1"/>
            </a:br>
            <a:r>
              <a:rPr lang="en-US" altLang="pt-BR" sz="4000" i="1"/>
              <a:t>Quando Jesus vier?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ACFBEB9-95AF-4773-D706-124408BBC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Oh! Que noite! Solene noite! </a:t>
            </a:r>
            <a:br>
              <a:rPr lang="en-US" altLang="pt-BR" sz="4000" i="1"/>
            </a:br>
            <a:r>
              <a:rPr lang="en-US" altLang="pt-BR" sz="4000" i="1"/>
              <a:t>Brilhará a tua luz, quando Jesus vier? Ó, sê pronto, ó, sê pronto! </a:t>
            </a:r>
            <a:br>
              <a:rPr lang="en-US" altLang="pt-BR" sz="4000" i="1"/>
            </a:br>
            <a:r>
              <a:rPr lang="en-US" altLang="pt-BR" sz="4000" i="1"/>
              <a:t>Ó, sê pronto, quando Jesus vier. </a:t>
            </a:r>
            <a:br>
              <a:rPr lang="en-US" altLang="pt-BR" sz="4000" i="1"/>
            </a:br>
            <a:r>
              <a:rPr lang="en-US" altLang="pt-BR" sz="4000" i="1"/>
              <a:t>Ó, sê pronto, ó sê pronto! </a:t>
            </a:r>
            <a:br>
              <a:rPr lang="en-US" altLang="pt-BR" sz="4000" i="1"/>
            </a:br>
            <a:r>
              <a:rPr lang="en-US" altLang="pt-BR" sz="4000" i="1"/>
              <a:t>Ó sê pronto, quando Jesus vier!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D2620E7-AAB4-2D15-B2D6-F415B3926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Estarás tu jubiloso, </a:t>
            </a:r>
            <a:br>
              <a:rPr lang="en-US" altLang="pt-BR" sz="4000" i="1"/>
            </a:br>
            <a:r>
              <a:rPr lang="en-US" altLang="pt-BR" sz="4000" i="1"/>
              <a:t>Quando Jesus vier? </a:t>
            </a:r>
            <a:br>
              <a:rPr lang="en-US" altLang="pt-BR" sz="4000" i="1"/>
            </a:br>
            <a:r>
              <a:rPr lang="en-US" altLang="pt-BR" sz="4000" i="1"/>
              <a:t>Triste ou esperançoso </a:t>
            </a:r>
            <a:br>
              <a:rPr lang="en-US" altLang="pt-BR" sz="4000" i="1"/>
            </a:br>
            <a:r>
              <a:rPr lang="en-US" altLang="pt-BR" sz="4000" i="1"/>
              <a:t>Quando Jesus vier?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468F1B-91F2-4D37-C019-8769F53B7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Oh! Que noite! Solene noite! </a:t>
            </a:r>
            <a:br>
              <a:rPr lang="en-US" altLang="pt-BR" sz="4000" i="1"/>
            </a:br>
            <a:r>
              <a:rPr lang="en-US" altLang="pt-BR" sz="4000" i="1"/>
              <a:t>Brilhará a tua luz, quando Jesus vier? Ó, sê pronto, ó, sê pronto! </a:t>
            </a:r>
            <a:br>
              <a:rPr lang="en-US" altLang="pt-BR" sz="4000" i="1"/>
            </a:br>
            <a:r>
              <a:rPr lang="en-US" altLang="pt-BR" sz="4000" i="1"/>
              <a:t>Ó, sê pronto, quando Jesus vier. </a:t>
            </a:r>
            <a:br>
              <a:rPr lang="en-US" altLang="pt-BR" sz="4000" i="1"/>
            </a:br>
            <a:r>
              <a:rPr lang="en-US" altLang="pt-BR" sz="4000" i="1"/>
              <a:t>Ó, sê pronto, ó sê pronto! </a:t>
            </a:r>
            <a:br>
              <a:rPr lang="en-US" altLang="pt-BR" sz="4000" i="1"/>
            </a:br>
            <a:r>
              <a:rPr lang="en-US" altLang="pt-BR" sz="4000" i="1"/>
              <a:t>Ó sê pronto, quando Jesus vier!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20BBECCB-CC74-5489-C835-ED27255F1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/>
              <a:t>Oh! Que culto glorioso,</a:t>
            </a:r>
            <a:br>
              <a:rPr lang="en-US" altLang="pt-BR" sz="4000"/>
            </a:br>
            <a:r>
              <a:rPr lang="en-US" altLang="pt-BR" sz="4000"/>
              <a:t>Quando Jesus vier!</a:t>
            </a:r>
            <a:br>
              <a:rPr lang="en-US" altLang="pt-BR" sz="4000"/>
            </a:br>
            <a:r>
              <a:rPr lang="en-US" altLang="pt-BR" sz="4000"/>
              <a:t>Cheio de sublime gozo, </a:t>
            </a:r>
            <a:br>
              <a:rPr lang="en-US" altLang="pt-BR" sz="4000"/>
            </a:br>
            <a:r>
              <a:rPr lang="en-US" altLang="pt-BR" sz="4000"/>
              <a:t>Quando Jesus vier!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8B93230-6FE9-7503-F348-3846E3BE6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Oh! Que noite! Solene noite! </a:t>
            </a:r>
            <a:br>
              <a:rPr lang="en-US" altLang="pt-BR" sz="4000" i="1"/>
            </a:br>
            <a:r>
              <a:rPr lang="en-US" altLang="pt-BR" sz="4000" i="1"/>
              <a:t>Brilhará a tua luz, quando Jesus vier? Ó, sê pronto, ó, sê pronto! </a:t>
            </a:r>
            <a:br>
              <a:rPr lang="en-US" altLang="pt-BR" sz="4000" i="1"/>
            </a:br>
            <a:r>
              <a:rPr lang="en-US" altLang="pt-BR" sz="4000" i="1"/>
              <a:t>Ó, sê pronto, quando Jesus vier. </a:t>
            </a:r>
            <a:br>
              <a:rPr lang="en-US" altLang="pt-BR" sz="4000" i="1"/>
            </a:br>
            <a:r>
              <a:rPr lang="en-US" altLang="pt-BR" sz="4000" i="1"/>
              <a:t>Ó, sê pronto, ó sê pronto! </a:t>
            </a:r>
            <a:br>
              <a:rPr lang="en-US" altLang="pt-BR" sz="4000" i="1"/>
            </a:br>
            <a:r>
              <a:rPr lang="en-US" altLang="pt-BR" sz="4000" i="1"/>
              <a:t>Ó sê pronto, quando Jesus vier!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98 ESTARÁS VIGIANDO?   </vt:lpstr>
      <vt:lpstr>Estarás tu vigiando,  Quando Jesus Vier?  Ansioso, esperando,  Quando Jesus vier? </vt:lpstr>
      <vt:lpstr>Oh! Que noite! Solene noite!  Brilhará a tua luz, quando Jesus vier? Ó, sê pronto, ó, sê pronto!  Ó, sê pronto, quando Jesus vier.  Ó, sê pronto, ó sê pronto!  Ó sê pronto, quando Jesus vier! </vt:lpstr>
      <vt:lpstr>Ouvirás tu o bem-vindo,  Quando Jesus vier?  Darás o brado sorrindo,  Quando Jesus vier? </vt:lpstr>
      <vt:lpstr>Oh! Que noite! Solene noite!  Brilhará a tua luz, quando Jesus vier? Ó, sê pronto, ó, sê pronto!  Ó, sê pronto, quando Jesus vier.  Ó, sê pronto, ó sê pronto!  Ó sê pronto, quando Jesus vier! </vt:lpstr>
      <vt:lpstr>Só esperas preparar-te,  Quando Jesus vier?  Qual será a tua parte,  Quando Jesus vier? </vt:lpstr>
      <vt:lpstr>Oh! Que noite! Solene noite!  Brilhará a tua luz, quando Jesus vier? Ó, sê pronto, ó, sê pronto!  Ó, sê pronto, quando Jesus vier.  Ó, sê pronto, ó sê pronto!  Ó sê pronto, quando Jesus vier! </vt:lpstr>
      <vt:lpstr>Estarás tu jubiloso,  Quando Jesus vier?  Triste ou esperançoso  Quando Jesus vier? </vt:lpstr>
      <vt:lpstr>Oh! Que noite! Solene noite!  Brilhará a tua luz, quando Jesus vier? Ó, sê pronto, ó, sê pronto!  Ó, sê pronto, quando Jesus vier.  Ó, sê pronto, ó sê pronto!  Ó sê pronto, quando Jesus vier! </vt:lpstr>
      <vt:lpstr>Oh! Que culto glorioso, Quando Jesus vier! Cheio de sublime gozo,  Quando Jesus vier! </vt:lpstr>
      <vt:lpstr>Oh! Que noite! Solene noite!  Brilhará a tua luz, quando Jesus vier? Ó, sê pronto, ó, sê pronto!  Ó, sê pronto, quando Jesus vier.  Ó, sê pronto, ó sê pronto!  Ó sê pronto, quando Jesus vier!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98 ESTARÁS VIGIANDO?   </dc:title>
  <dc:creator>Junior</dc:creator>
  <cp:lastModifiedBy>Emerson Souza</cp:lastModifiedBy>
  <cp:revision>1</cp:revision>
  <dcterms:created xsi:type="dcterms:W3CDTF">2005-12-23T13:18:34Z</dcterms:created>
  <dcterms:modified xsi:type="dcterms:W3CDTF">2026-05-02T21:44:59Z</dcterms:modified>
</cp:coreProperties>
</file>