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33C92-DBAC-D77A-D27D-892ED88E4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588714-DB13-8D7E-B2F8-8B7A905A6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F3FA07-945F-6CD4-B188-C1BADCC6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074C9B-4F0A-9E14-BC1B-BF17F5419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9C1DE9-0C4B-ACE6-3806-21393BC6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439A34-6688-4029-BF09-276BCE20F9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71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53795-C53D-80AA-90C0-F6C37904C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C0B5E8-15F9-B28F-BDF9-6C05030B7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5DF0B2-B2A8-9ABE-D35F-71FCA4C3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09522-C504-9CF1-AC75-2B94F7DEF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A333F0-74B4-C263-7E96-E933F454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3A064B-8EE6-48C2-9569-BA1A06DC59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335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ABF94-2FA5-7A92-BF47-37F38A717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EEDFCC-78F6-E718-ED9C-CA50A7702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D59AFE-D550-9545-AB5D-B29EB50E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1E0213-11A0-5387-FF98-DC47DBFA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648F1B-4285-01BD-9ECA-835DB4CA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CF48F4-FB4F-442C-86E8-C4A6002402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888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44E00-F503-6CF7-B1A3-7E3C3A06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BBC81-CD27-07EA-4D37-E0F84E4FA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3BD5DD-1C2B-5DD9-C221-5201CF64F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CFA914-D66D-B287-AD84-F048A1FD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9933A2-9795-F676-CAE6-3D353B94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5A507D-C043-17A7-B3BF-414ECC40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6B6CF-02AB-4FFA-96AC-CD19B79E6C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410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22150-8AF0-609B-227A-1C72856FF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A72A92-62B8-C7F7-AE30-E96AD97D2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140A73-7A36-C38E-9C2C-C5FFCB8CB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BE2EA7-3DA6-A7C6-C9A5-6A4CD794B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4350A2-C9D9-5720-89FD-19A9A6A8A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7E2F310-7B8F-6C4C-3CA5-57B9E59C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35343B-BD8A-22D7-F08C-5C5AF6701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F5496C-C75C-9A70-3FC8-F778677C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CEB432-623D-4CE7-AD03-7301290088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962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148C9-47EA-8ECC-B4FF-3FEF2097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F727AE-C799-E516-C81B-B9CFFEB6F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14D4F47-AC25-A082-7BEB-785A662F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612EFF-8A74-4F37-15AB-3A027F32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6BA500-23BF-42D6-ADC1-126C3E4872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518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E0C16B-CB62-477E-8268-6BAC3BDE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8E758DA-B6A5-3475-3E45-EDEFE0E5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3DA8B3-7DC6-0107-2859-DC1F8474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0163CC-13CB-4287-822F-5326D63F8C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373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B69B9-C8C5-4F99-6F3B-2C34B84AC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8B7C49-4EC7-2338-2685-718259390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7CD3E8-B92D-53F7-E68A-93B9FDC1E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BB4ED9-6AC7-6CCB-08D9-50E06DDE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82AA6D-AF14-1EFD-A80A-6FC61F5E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B4C415-9236-A249-5F6C-856E7912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79CDA-52A7-4583-8F07-03AF4FCB6B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049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298B1-B600-9564-4F2B-FF09CE0B2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34F125-97E8-DB64-A492-F81803FCD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884A8F-4525-A7C9-8219-78CE8A91D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505BEB-A020-9BD1-E89C-F2B68F41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C68B46-EB3D-8AA6-7553-C7F22EEC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A57C78-17D2-FCAB-EA91-9725C1DB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42F8F8-52A4-4FDE-8B24-49CD8C09FD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313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C19F8-6FF5-D168-9C24-45300F093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3A15A4-1F6B-E340-263D-BD7439090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9B91DC-1EE0-5C1E-8085-43E86B88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05C4A-E7D5-F95C-30BF-7F72F9F1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1B901F-36C3-6B75-A60D-B1786819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022900-C7BC-4395-AE69-CF1FA925D7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564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87C304-B945-9FD7-EF19-BE6B14D31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BCFEFD-4E1C-7EB3-1961-38CE0EC29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895EAA-BE0C-D843-CD5D-36C6DDE29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192534-33FE-3DEC-1E93-BDE178CE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93C11F-A7E2-7E1B-752E-BFCE37A5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A1B7B9-18D0-4227-88AE-90B4A1B010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401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32CE00-C8C9-3142-2DED-D9A6A755D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7268800-7D09-FC10-E612-057E14C3B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815F71E-9D31-04FE-532C-603B06A8AD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49DDD94-BF5A-C571-1909-5801163027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D72A769-FF1A-8F8A-08AC-127BA2912E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F8B0396-A548-4652-92AD-1A4EA684853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964A160F-BC68-EAEF-2630-D3FED040A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86D599A8-32C5-166A-7054-B36D633C35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997200"/>
            <a:ext cx="7772400" cy="2519363"/>
          </a:xfrm>
        </p:spPr>
        <p:txBody>
          <a:bodyPr anchor="ctr"/>
          <a:lstStyle/>
          <a:p>
            <a:r>
              <a:rPr lang="en-US" altLang="pt-BR" sz="4400" b="1">
                <a:solidFill>
                  <a:schemeClr val="tx1"/>
                </a:solidFill>
              </a:rPr>
              <a:t>164</a:t>
            </a:r>
            <a:br>
              <a:rPr lang="en-US" altLang="pt-BR" sz="4400" b="1">
                <a:solidFill>
                  <a:schemeClr val="tx1"/>
                </a:solidFill>
              </a:rPr>
            </a:br>
            <a:r>
              <a:rPr lang="en-US" altLang="pt-BR" sz="4400" b="1">
                <a:solidFill>
                  <a:schemeClr val="tx1"/>
                </a:solidFill>
              </a:rPr>
              <a:t>PAZ, LUZ E AMOR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05D8243B-9A48-0CB4-D6B4-F64191150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9C9B9AC7-E9D8-5BE2-2C73-7BED20C46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700213"/>
            <a:ext cx="8218487" cy="4537075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Recebi de graça, abundante paz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Por Deus concedida, que me satisfaz;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Queres recebê-la no teu coração?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Busca o Senhor e Sua salvação,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Mais de Sua paz, mais de Sua paz,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Quero receber de Deus, que é veraz.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Mais de Sua paz, mais de Sua paz,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Quero receber de Deus, que é veraz.</a:t>
            </a:r>
            <a:br>
              <a:rPr lang="en-US" altLang="pt-BR" sz="3200">
                <a:solidFill>
                  <a:schemeClr val="tx1"/>
                </a:solidFill>
              </a:rPr>
            </a:br>
            <a:endParaRPr lang="en-US" altLang="pt-BR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83718601-1890-F101-860F-FE262B37B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2873EB17-545F-0C49-CD48-B6CDC18C5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628775"/>
            <a:ext cx="8218487" cy="4608513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Recebi de graça, abundante luz,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Luz maravilhosa, que me deu Jesus;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Queres recebê-la, pobre pecador?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Deixa, hoje mesmo, o mundo de horror.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Mais de Sua luz, mais de Sua luz,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Quero receber do Salvador Jesus.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Mais de Sua luz, mais de Sua luz,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Quero receber do Salvador Jesus.</a:t>
            </a:r>
            <a:br>
              <a:rPr lang="en-US" altLang="pt-BR" sz="3200">
                <a:solidFill>
                  <a:schemeClr val="tx1"/>
                </a:solidFill>
              </a:rPr>
            </a:br>
            <a:endParaRPr lang="en-US" altLang="pt-BR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9EABD1C0-64BE-08D2-2E73-C4B2E27D1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A5820EE8-DB10-D1F2-06DE-CA40827D3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484313"/>
            <a:ext cx="8291512" cy="4751387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Recebi de graça abundante amor,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O amor divino do Consolador;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Queres recebê-Io? Abre o coração,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E terás mais gozo e veraz perdão.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Mais de Seu amor, mais de Seu amor, Quero receber do bom Consolador, 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Mais de Seu amor, mais de Seu amor,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Quero receber do bom Consolador.</a:t>
            </a:r>
            <a:r>
              <a:rPr lang="en-US" altLang="pt-BR" sz="1400">
                <a:solidFill>
                  <a:schemeClr val="tx1"/>
                </a:solidFill>
              </a:rPr>
              <a:t>	</a:t>
            </a:r>
            <a:br>
              <a:rPr lang="en-US" altLang="pt-BR" sz="1400">
                <a:solidFill>
                  <a:schemeClr val="tx1"/>
                </a:solidFill>
              </a:rPr>
            </a:br>
            <a:r>
              <a:rPr lang="en-US" altLang="pt-BR" sz="1400">
                <a:solidFill>
                  <a:schemeClr val="tx1"/>
                </a:solidFill>
              </a:rPr>
              <a:t> 	                   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227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164 PAZ, LUZ E AMOR</vt:lpstr>
      <vt:lpstr>Recebi de graça, abundante paz Por Deus concedida, que me satisfaz;  Queres recebê-la no teu coração?  Busca o Senhor e Sua salvação,  Mais de Sua paz, mais de Sua paz,  Quero receber de Deus, que é veraz.  Mais de Sua paz, mais de Sua paz,  Quero receber de Deus, que é veraz. </vt:lpstr>
      <vt:lpstr>Recebi de graça, abundante luz, Luz maravilhosa, que me deu Jesus;  Queres recebê-la, pobre pecador?  Deixa, hoje mesmo, o mundo de horror.  Mais de Sua luz, mais de Sua luz,  Quero receber do Salvador Jesus.  Mais de Sua luz, mais de Sua luz,  Quero receber do Salvador Jesus. </vt:lpstr>
      <vt:lpstr>Recebi de graça abundante amor,  O amor divino do Consolador; Queres recebê-Io? Abre o coração,  E terás mais gozo e veraz perdão.  Mais de Seu amor, mais de Seu amor, Quero receber do bom Consolador,  Mais de Seu amor, mais de Seu amor, Quero receber do bom Consolador.                                                                                                                                  P.L.M.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164 - PAZ, LUZ E AMOR</dc:title>
  <dc:creator>Montagna</dc:creator>
  <cp:lastModifiedBy>Emerson Souza</cp:lastModifiedBy>
  <cp:revision>2</cp:revision>
  <dcterms:created xsi:type="dcterms:W3CDTF">2005-10-16T04:31:39Z</dcterms:created>
  <dcterms:modified xsi:type="dcterms:W3CDTF">2026-05-02T21:50:31Z</dcterms:modified>
</cp:coreProperties>
</file>