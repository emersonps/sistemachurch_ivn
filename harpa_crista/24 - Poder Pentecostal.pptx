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5" r:id="rId8"/>
    <p:sldId id="261" r:id="rId9"/>
    <p:sldId id="266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DD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6" autoAdjust="0"/>
    <p:restoredTop sz="86444" autoAdjust="0"/>
  </p:normalViewPr>
  <p:slideViewPr>
    <p:cSldViewPr>
      <p:cViewPr varScale="1">
        <p:scale>
          <a:sx n="47" d="100"/>
          <a:sy n="47" d="100"/>
        </p:scale>
        <p:origin x="-102" y="-3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>
            <a:extLst>
              <a:ext uri="{FF2B5EF4-FFF2-40B4-BE49-F238E27FC236}">
                <a16:creationId xmlns:a16="http://schemas.microsoft.com/office/drawing/2014/main" id="{2A69778B-4BA5-D7F5-A9C7-6747CCBE5E33}"/>
              </a:ext>
            </a:extLst>
          </p:cNvPr>
          <p:cNvGrpSpPr>
            <a:grpSpLocks/>
          </p:cNvGrpSpPr>
          <p:nvPr/>
        </p:nvGrpSpPr>
        <p:grpSpPr bwMode="auto">
          <a:xfrm>
            <a:off x="3800475" y="1789113"/>
            <a:ext cx="5340350" cy="5056187"/>
            <a:chOff x="2394" y="1127"/>
            <a:chExt cx="3364" cy="3185"/>
          </a:xfrm>
        </p:grpSpPr>
        <p:sp>
          <p:nvSpPr>
            <p:cNvPr id="16387" name="Rectangle 3">
              <a:extLst>
                <a:ext uri="{FF2B5EF4-FFF2-40B4-BE49-F238E27FC236}">
                  <a16:creationId xmlns:a16="http://schemas.microsoft.com/office/drawing/2014/main" id="{CFCA4313-C395-D5A9-CE9D-A50426889AA2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230" y="1365"/>
              <a:ext cx="197" cy="10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88" name="Oval 4">
              <a:extLst>
                <a:ext uri="{FF2B5EF4-FFF2-40B4-BE49-F238E27FC236}">
                  <a16:creationId xmlns:a16="http://schemas.microsoft.com/office/drawing/2014/main" id="{43A5FB36-53BB-9255-6F75-4325AAE7E19E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299" y="1185"/>
              <a:ext cx="47" cy="47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89" name="Rectangle 5">
              <a:extLst>
                <a:ext uri="{FF2B5EF4-FFF2-40B4-BE49-F238E27FC236}">
                  <a16:creationId xmlns:a16="http://schemas.microsoft.com/office/drawing/2014/main" id="{F37A1FC1-FCE5-A5DB-E254-5C17A4237169}"/>
                </a:ext>
              </a:extLst>
            </p:cNvPr>
            <p:cNvSpPr>
              <a:spLocks noChangeArrowheads="1"/>
            </p:cNvSpPr>
            <p:nvPr/>
          </p:nvSpPr>
          <p:spPr bwMode="ltGray">
            <a:xfrm rot="995337">
              <a:off x="5205" y="1495"/>
              <a:ext cx="6" cy="20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0" name="Freeform 6">
              <a:extLst>
                <a:ext uri="{FF2B5EF4-FFF2-40B4-BE49-F238E27FC236}">
                  <a16:creationId xmlns:a16="http://schemas.microsoft.com/office/drawing/2014/main" id="{75687176-9ED3-5E9C-19FB-64D2A97AF735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4871" y="3508"/>
              <a:ext cx="66" cy="96"/>
            </a:xfrm>
            <a:custGeom>
              <a:avLst/>
              <a:gdLst>
                <a:gd name="T0" fmla="*/ 18 w 66"/>
                <a:gd name="T1" fmla="*/ 96 h 96"/>
                <a:gd name="T2" fmla="*/ 42 w 66"/>
                <a:gd name="T3" fmla="*/ 78 h 96"/>
                <a:gd name="T4" fmla="*/ 60 w 66"/>
                <a:gd name="T5" fmla="*/ 60 h 96"/>
                <a:gd name="T6" fmla="*/ 66 w 66"/>
                <a:gd name="T7" fmla="*/ 36 h 96"/>
                <a:gd name="T8" fmla="*/ 60 w 66"/>
                <a:gd name="T9" fmla="*/ 12 h 96"/>
                <a:gd name="T10" fmla="*/ 36 w 66"/>
                <a:gd name="T11" fmla="*/ 0 h 96"/>
                <a:gd name="T12" fmla="*/ 24 w 66"/>
                <a:gd name="T13" fmla="*/ 6 h 96"/>
                <a:gd name="T14" fmla="*/ 12 w 66"/>
                <a:gd name="T15" fmla="*/ 12 h 96"/>
                <a:gd name="T16" fmla="*/ 0 w 66"/>
                <a:gd name="T17" fmla="*/ 36 h 96"/>
                <a:gd name="T18" fmla="*/ 0 w 66"/>
                <a:gd name="T19" fmla="*/ 60 h 96"/>
                <a:gd name="T20" fmla="*/ 12 w 66"/>
                <a:gd name="T21" fmla="*/ 84 h 96"/>
                <a:gd name="T22" fmla="*/ 18 w 66"/>
                <a:gd name="T23" fmla="*/ 96 h 96"/>
                <a:gd name="T24" fmla="*/ 18 w 66"/>
                <a:gd name="T25" fmla="*/ 96 h 96"/>
                <a:gd name="T26" fmla="*/ 42 w 66"/>
                <a:gd name="T27" fmla="*/ 18 h 96"/>
                <a:gd name="T28" fmla="*/ 54 w 66"/>
                <a:gd name="T29" fmla="*/ 24 h 96"/>
                <a:gd name="T30" fmla="*/ 60 w 66"/>
                <a:gd name="T31" fmla="*/ 36 h 96"/>
                <a:gd name="T32" fmla="*/ 60 w 66"/>
                <a:gd name="T33" fmla="*/ 48 h 96"/>
                <a:gd name="T34" fmla="*/ 54 w 66"/>
                <a:gd name="T35" fmla="*/ 54 h 96"/>
                <a:gd name="T36" fmla="*/ 36 w 66"/>
                <a:gd name="T37" fmla="*/ 72 h 96"/>
                <a:gd name="T38" fmla="*/ 24 w 66"/>
                <a:gd name="T39" fmla="*/ 78 h 96"/>
                <a:gd name="T40" fmla="*/ 24 w 66"/>
                <a:gd name="T41" fmla="*/ 78 h 96"/>
                <a:gd name="T42" fmla="*/ 12 w 66"/>
                <a:gd name="T43" fmla="*/ 48 h 96"/>
                <a:gd name="T44" fmla="*/ 18 w 66"/>
                <a:gd name="T45" fmla="*/ 24 h 96"/>
                <a:gd name="T46" fmla="*/ 30 w 66"/>
                <a:gd name="T47" fmla="*/ 18 h 96"/>
                <a:gd name="T48" fmla="*/ 42 w 66"/>
                <a:gd name="T49" fmla="*/ 18 h 96"/>
                <a:gd name="T50" fmla="*/ 42 w 66"/>
                <a:gd name="T51" fmla="*/ 1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6" h="96">
                  <a:moveTo>
                    <a:pt x="18" y="96"/>
                  </a:moveTo>
                  <a:lnTo>
                    <a:pt x="42" y="78"/>
                  </a:lnTo>
                  <a:lnTo>
                    <a:pt x="60" y="60"/>
                  </a:lnTo>
                  <a:lnTo>
                    <a:pt x="66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0" y="60"/>
                  </a:lnTo>
                  <a:lnTo>
                    <a:pt x="12" y="84"/>
                  </a:lnTo>
                  <a:lnTo>
                    <a:pt x="18" y="96"/>
                  </a:lnTo>
                  <a:lnTo>
                    <a:pt x="18" y="96"/>
                  </a:lnTo>
                  <a:close/>
                  <a:moveTo>
                    <a:pt x="42" y="18"/>
                  </a:moveTo>
                  <a:lnTo>
                    <a:pt x="54" y="24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36" y="72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12" y="48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1" name="Rectangle 7">
              <a:extLst>
                <a:ext uri="{FF2B5EF4-FFF2-40B4-BE49-F238E27FC236}">
                  <a16:creationId xmlns:a16="http://schemas.microsoft.com/office/drawing/2014/main" id="{F5A4D80C-7548-D339-2495-B53139E8B8CB}"/>
                </a:ext>
              </a:extLst>
            </p:cNvPr>
            <p:cNvSpPr>
              <a:spLocks noChangeArrowheads="1"/>
            </p:cNvSpPr>
            <p:nvPr/>
          </p:nvSpPr>
          <p:spPr bwMode="ltGray">
            <a:xfrm rot="91736">
              <a:off x="5487" y="1535"/>
              <a:ext cx="6" cy="1998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2" name="Rectangle 8">
              <a:extLst>
                <a:ext uri="{FF2B5EF4-FFF2-40B4-BE49-F238E27FC236}">
                  <a16:creationId xmlns:a16="http://schemas.microsoft.com/office/drawing/2014/main" id="{56429FA3-AC57-CA2E-B8ED-A84A18A4508A}"/>
                </a:ext>
              </a:extLst>
            </p:cNvPr>
            <p:cNvSpPr>
              <a:spLocks noChangeArrowheads="1"/>
            </p:cNvSpPr>
            <p:nvPr/>
          </p:nvSpPr>
          <p:spPr bwMode="ltGray">
            <a:xfrm rot="-926223">
              <a:off x="5640" y="1521"/>
              <a:ext cx="6" cy="881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3" name="Rectangle 9">
              <a:extLst>
                <a:ext uri="{FF2B5EF4-FFF2-40B4-BE49-F238E27FC236}">
                  <a16:creationId xmlns:a16="http://schemas.microsoft.com/office/drawing/2014/main" id="{F50AE9A1-9D84-C42E-BEFA-FDA8AEFFB47B}"/>
                </a:ext>
              </a:extLst>
            </p:cNvPr>
            <p:cNvSpPr>
              <a:spLocks noChangeArrowheads="1"/>
            </p:cNvSpPr>
            <p:nvPr/>
          </p:nvSpPr>
          <p:spPr bwMode="ltGray">
            <a:xfrm rot="-1140313">
              <a:off x="3444" y="1816"/>
              <a:ext cx="6" cy="203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4" name="Rectangle 10">
              <a:extLst>
                <a:ext uri="{FF2B5EF4-FFF2-40B4-BE49-F238E27FC236}">
                  <a16:creationId xmlns:a16="http://schemas.microsoft.com/office/drawing/2014/main" id="{7D35FBD9-ECD2-4D41-C501-95BBBB1F97D7}"/>
                </a:ext>
              </a:extLst>
            </p:cNvPr>
            <p:cNvSpPr>
              <a:spLocks noChangeArrowheads="1"/>
            </p:cNvSpPr>
            <p:nvPr/>
          </p:nvSpPr>
          <p:spPr bwMode="ltGray">
            <a:xfrm rot="1114412">
              <a:off x="2757" y="1821"/>
              <a:ext cx="6" cy="2119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5" name="Rectangle 11">
              <a:extLst>
                <a:ext uri="{FF2B5EF4-FFF2-40B4-BE49-F238E27FC236}">
                  <a16:creationId xmlns:a16="http://schemas.microsoft.com/office/drawing/2014/main" id="{3CE7D949-D2ED-2555-C1A9-B05EE5200C80}"/>
                </a:ext>
              </a:extLst>
            </p:cNvPr>
            <p:cNvSpPr>
              <a:spLocks noChangeArrowheads="1"/>
            </p:cNvSpPr>
            <p:nvPr/>
          </p:nvSpPr>
          <p:spPr bwMode="ltGray">
            <a:xfrm rot="254676">
              <a:off x="3035" y="1870"/>
              <a:ext cx="6" cy="190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6" name="Freeform 12">
              <a:extLst>
                <a:ext uri="{FF2B5EF4-FFF2-40B4-BE49-F238E27FC236}">
                  <a16:creationId xmlns:a16="http://schemas.microsoft.com/office/drawing/2014/main" id="{AD90D707-05C7-E1F6-9F3F-75E2CAFF0BC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007" y="3021"/>
              <a:ext cx="623" cy="156"/>
            </a:xfrm>
            <a:custGeom>
              <a:avLst/>
              <a:gdLst>
                <a:gd name="T0" fmla="*/ 6 w 623"/>
                <a:gd name="T1" fmla="*/ 18 h 156"/>
                <a:gd name="T2" fmla="*/ 162 w 623"/>
                <a:gd name="T3" fmla="*/ 36 h 156"/>
                <a:gd name="T4" fmla="*/ 251 w 623"/>
                <a:gd name="T5" fmla="*/ 36 h 156"/>
                <a:gd name="T6" fmla="*/ 354 w 623"/>
                <a:gd name="T7" fmla="*/ 30 h 156"/>
                <a:gd name="T8" fmla="*/ 473 w 623"/>
                <a:gd name="T9" fmla="*/ 18 h 156"/>
                <a:gd name="T10" fmla="*/ 611 w 623"/>
                <a:gd name="T11" fmla="*/ 0 h 156"/>
                <a:gd name="T12" fmla="*/ 623 w 623"/>
                <a:gd name="T13" fmla="*/ 114 h 156"/>
                <a:gd name="T14" fmla="*/ 497 w 623"/>
                <a:gd name="T15" fmla="*/ 138 h 156"/>
                <a:gd name="T16" fmla="*/ 414 w 623"/>
                <a:gd name="T17" fmla="*/ 150 h 156"/>
                <a:gd name="T18" fmla="*/ 318 w 623"/>
                <a:gd name="T19" fmla="*/ 156 h 156"/>
                <a:gd name="T20" fmla="*/ 215 w 623"/>
                <a:gd name="T21" fmla="*/ 156 h 156"/>
                <a:gd name="T22" fmla="*/ 108 w 623"/>
                <a:gd name="T23" fmla="*/ 150 h 156"/>
                <a:gd name="T24" fmla="*/ 0 w 623"/>
                <a:gd name="T25" fmla="*/ 132 h 156"/>
                <a:gd name="T26" fmla="*/ 6 w 623"/>
                <a:gd name="T27" fmla="*/ 18 h 156"/>
                <a:gd name="T28" fmla="*/ 6 w 623"/>
                <a:gd name="T29" fmla="*/ 1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23" h="156">
                  <a:moveTo>
                    <a:pt x="6" y="18"/>
                  </a:moveTo>
                  <a:lnTo>
                    <a:pt x="162" y="36"/>
                  </a:lnTo>
                  <a:lnTo>
                    <a:pt x="251" y="36"/>
                  </a:lnTo>
                  <a:lnTo>
                    <a:pt x="354" y="30"/>
                  </a:lnTo>
                  <a:lnTo>
                    <a:pt x="473" y="18"/>
                  </a:lnTo>
                  <a:lnTo>
                    <a:pt x="611" y="0"/>
                  </a:lnTo>
                  <a:lnTo>
                    <a:pt x="623" y="114"/>
                  </a:lnTo>
                  <a:lnTo>
                    <a:pt x="497" y="138"/>
                  </a:lnTo>
                  <a:lnTo>
                    <a:pt x="414" y="150"/>
                  </a:lnTo>
                  <a:lnTo>
                    <a:pt x="318" y="156"/>
                  </a:lnTo>
                  <a:lnTo>
                    <a:pt x="215" y="156"/>
                  </a:lnTo>
                  <a:lnTo>
                    <a:pt x="108" y="150"/>
                  </a:lnTo>
                  <a:lnTo>
                    <a:pt x="0" y="132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7" name="Freeform 13">
              <a:extLst>
                <a:ext uri="{FF2B5EF4-FFF2-40B4-BE49-F238E27FC236}">
                  <a16:creationId xmlns:a16="http://schemas.microsoft.com/office/drawing/2014/main" id="{01622981-4A3F-1815-C3FC-AB9B87FBD34E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762" y="3591"/>
              <a:ext cx="996" cy="126"/>
            </a:xfrm>
            <a:custGeom>
              <a:avLst/>
              <a:gdLst>
                <a:gd name="T0" fmla="*/ 754 w 993"/>
                <a:gd name="T1" fmla="*/ 6 h 126"/>
                <a:gd name="T2" fmla="*/ 652 w 993"/>
                <a:gd name="T3" fmla="*/ 6 h 126"/>
                <a:gd name="T4" fmla="*/ 563 w 993"/>
                <a:gd name="T5" fmla="*/ 6 h 126"/>
                <a:gd name="T6" fmla="*/ 479 w 993"/>
                <a:gd name="T7" fmla="*/ 6 h 126"/>
                <a:gd name="T8" fmla="*/ 401 w 993"/>
                <a:gd name="T9" fmla="*/ 6 h 126"/>
                <a:gd name="T10" fmla="*/ 335 w 993"/>
                <a:gd name="T11" fmla="*/ 0 h 126"/>
                <a:gd name="T12" fmla="*/ 276 w 993"/>
                <a:gd name="T13" fmla="*/ 0 h 126"/>
                <a:gd name="T14" fmla="*/ 222 w 993"/>
                <a:gd name="T15" fmla="*/ 0 h 126"/>
                <a:gd name="T16" fmla="*/ 180 w 993"/>
                <a:gd name="T17" fmla="*/ 6 h 126"/>
                <a:gd name="T18" fmla="*/ 138 w 993"/>
                <a:gd name="T19" fmla="*/ 6 h 126"/>
                <a:gd name="T20" fmla="*/ 108 w 993"/>
                <a:gd name="T21" fmla="*/ 6 h 126"/>
                <a:gd name="T22" fmla="*/ 54 w 993"/>
                <a:gd name="T23" fmla="*/ 6 h 126"/>
                <a:gd name="T24" fmla="*/ 24 w 993"/>
                <a:gd name="T25" fmla="*/ 12 h 126"/>
                <a:gd name="T26" fmla="*/ 6 w 993"/>
                <a:gd name="T27" fmla="*/ 18 h 126"/>
                <a:gd name="T28" fmla="*/ 0 w 993"/>
                <a:gd name="T29" fmla="*/ 24 h 126"/>
                <a:gd name="T30" fmla="*/ 12 w 993"/>
                <a:gd name="T31" fmla="*/ 42 h 126"/>
                <a:gd name="T32" fmla="*/ 18 w 993"/>
                <a:gd name="T33" fmla="*/ 48 h 126"/>
                <a:gd name="T34" fmla="*/ 30 w 993"/>
                <a:gd name="T35" fmla="*/ 54 h 126"/>
                <a:gd name="T36" fmla="*/ 60 w 993"/>
                <a:gd name="T37" fmla="*/ 60 h 126"/>
                <a:gd name="T38" fmla="*/ 90 w 993"/>
                <a:gd name="T39" fmla="*/ 72 h 126"/>
                <a:gd name="T40" fmla="*/ 144 w 993"/>
                <a:gd name="T41" fmla="*/ 84 h 126"/>
                <a:gd name="T42" fmla="*/ 210 w 993"/>
                <a:gd name="T43" fmla="*/ 90 h 126"/>
                <a:gd name="T44" fmla="*/ 293 w 993"/>
                <a:gd name="T45" fmla="*/ 102 h 126"/>
                <a:gd name="T46" fmla="*/ 389 w 993"/>
                <a:gd name="T47" fmla="*/ 108 h 126"/>
                <a:gd name="T48" fmla="*/ 503 w 993"/>
                <a:gd name="T49" fmla="*/ 120 h 126"/>
                <a:gd name="T50" fmla="*/ 622 w 993"/>
                <a:gd name="T51" fmla="*/ 120 h 126"/>
                <a:gd name="T52" fmla="*/ 754 w 993"/>
                <a:gd name="T53" fmla="*/ 126 h 126"/>
                <a:gd name="T54" fmla="*/ 873 w 993"/>
                <a:gd name="T55" fmla="*/ 126 h 126"/>
                <a:gd name="T56" fmla="*/ 993 w 993"/>
                <a:gd name="T57" fmla="*/ 126 h 126"/>
                <a:gd name="T58" fmla="*/ 993 w 993"/>
                <a:gd name="T59" fmla="*/ 12 h 126"/>
                <a:gd name="T60" fmla="*/ 879 w 993"/>
                <a:gd name="T61" fmla="*/ 12 h 126"/>
                <a:gd name="T62" fmla="*/ 754 w 993"/>
                <a:gd name="T63" fmla="*/ 6 h 126"/>
                <a:gd name="T64" fmla="*/ 754 w 993"/>
                <a:gd name="T65" fmla="*/ 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93" h="126">
                  <a:moveTo>
                    <a:pt x="754" y="6"/>
                  </a:moveTo>
                  <a:lnTo>
                    <a:pt x="652" y="6"/>
                  </a:lnTo>
                  <a:lnTo>
                    <a:pt x="563" y="6"/>
                  </a:lnTo>
                  <a:lnTo>
                    <a:pt x="479" y="6"/>
                  </a:lnTo>
                  <a:lnTo>
                    <a:pt x="401" y="6"/>
                  </a:lnTo>
                  <a:lnTo>
                    <a:pt x="335" y="0"/>
                  </a:lnTo>
                  <a:lnTo>
                    <a:pt x="276" y="0"/>
                  </a:lnTo>
                  <a:lnTo>
                    <a:pt x="222" y="0"/>
                  </a:lnTo>
                  <a:lnTo>
                    <a:pt x="180" y="6"/>
                  </a:lnTo>
                  <a:lnTo>
                    <a:pt x="138" y="6"/>
                  </a:lnTo>
                  <a:lnTo>
                    <a:pt x="108" y="6"/>
                  </a:lnTo>
                  <a:lnTo>
                    <a:pt x="54" y="6"/>
                  </a:lnTo>
                  <a:lnTo>
                    <a:pt x="24" y="12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12" y="42"/>
                  </a:lnTo>
                  <a:lnTo>
                    <a:pt x="18" y="48"/>
                  </a:lnTo>
                  <a:lnTo>
                    <a:pt x="30" y="54"/>
                  </a:lnTo>
                  <a:lnTo>
                    <a:pt x="60" y="60"/>
                  </a:lnTo>
                  <a:lnTo>
                    <a:pt x="90" y="72"/>
                  </a:lnTo>
                  <a:lnTo>
                    <a:pt x="144" y="84"/>
                  </a:lnTo>
                  <a:lnTo>
                    <a:pt x="210" y="90"/>
                  </a:lnTo>
                  <a:lnTo>
                    <a:pt x="293" y="102"/>
                  </a:lnTo>
                  <a:lnTo>
                    <a:pt x="389" y="108"/>
                  </a:lnTo>
                  <a:lnTo>
                    <a:pt x="503" y="120"/>
                  </a:lnTo>
                  <a:lnTo>
                    <a:pt x="622" y="120"/>
                  </a:lnTo>
                  <a:lnTo>
                    <a:pt x="754" y="126"/>
                  </a:lnTo>
                  <a:lnTo>
                    <a:pt x="873" y="126"/>
                  </a:lnTo>
                  <a:lnTo>
                    <a:pt x="993" y="126"/>
                  </a:lnTo>
                  <a:lnTo>
                    <a:pt x="993" y="12"/>
                  </a:lnTo>
                  <a:lnTo>
                    <a:pt x="879" y="12"/>
                  </a:lnTo>
                  <a:lnTo>
                    <a:pt x="754" y="6"/>
                  </a:lnTo>
                  <a:lnTo>
                    <a:pt x="754" y="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8" name="Freeform 14">
              <a:extLst>
                <a:ext uri="{FF2B5EF4-FFF2-40B4-BE49-F238E27FC236}">
                  <a16:creationId xmlns:a16="http://schemas.microsoft.com/office/drawing/2014/main" id="{D0DECF95-D7E0-5AEC-6B73-F868DAEEE85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786" y="3645"/>
              <a:ext cx="972" cy="245"/>
            </a:xfrm>
            <a:custGeom>
              <a:avLst/>
              <a:gdLst>
                <a:gd name="T0" fmla="*/ 0 w 969"/>
                <a:gd name="T1" fmla="*/ 0 h 245"/>
                <a:gd name="T2" fmla="*/ 24 w 969"/>
                <a:gd name="T3" fmla="*/ 54 h 245"/>
                <a:gd name="T4" fmla="*/ 66 w 969"/>
                <a:gd name="T5" fmla="*/ 96 h 245"/>
                <a:gd name="T6" fmla="*/ 120 w 969"/>
                <a:gd name="T7" fmla="*/ 137 h 245"/>
                <a:gd name="T8" fmla="*/ 198 w 969"/>
                <a:gd name="T9" fmla="*/ 173 h 245"/>
                <a:gd name="T10" fmla="*/ 293 w 969"/>
                <a:gd name="T11" fmla="*/ 203 h 245"/>
                <a:gd name="T12" fmla="*/ 353 w 969"/>
                <a:gd name="T13" fmla="*/ 215 h 245"/>
                <a:gd name="T14" fmla="*/ 413 w 969"/>
                <a:gd name="T15" fmla="*/ 227 h 245"/>
                <a:gd name="T16" fmla="*/ 479 w 969"/>
                <a:gd name="T17" fmla="*/ 233 h 245"/>
                <a:gd name="T18" fmla="*/ 556 w 969"/>
                <a:gd name="T19" fmla="*/ 239 h 245"/>
                <a:gd name="T20" fmla="*/ 634 w 969"/>
                <a:gd name="T21" fmla="*/ 245 h 245"/>
                <a:gd name="T22" fmla="*/ 724 w 969"/>
                <a:gd name="T23" fmla="*/ 245 h 245"/>
                <a:gd name="T24" fmla="*/ 855 w 969"/>
                <a:gd name="T25" fmla="*/ 245 h 245"/>
                <a:gd name="T26" fmla="*/ 969 w 969"/>
                <a:gd name="T27" fmla="*/ 239 h 245"/>
                <a:gd name="T28" fmla="*/ 969 w 969"/>
                <a:gd name="T29" fmla="*/ 60 h 245"/>
                <a:gd name="T30" fmla="*/ 700 w 969"/>
                <a:gd name="T31" fmla="*/ 60 h 245"/>
                <a:gd name="T32" fmla="*/ 503 w 969"/>
                <a:gd name="T33" fmla="*/ 54 h 245"/>
                <a:gd name="T34" fmla="*/ 317 w 969"/>
                <a:gd name="T35" fmla="*/ 42 h 245"/>
                <a:gd name="T36" fmla="*/ 150 w 969"/>
                <a:gd name="T37" fmla="*/ 24 h 245"/>
                <a:gd name="T38" fmla="*/ 72 w 969"/>
                <a:gd name="T39" fmla="*/ 12 h 245"/>
                <a:gd name="T40" fmla="*/ 0 w 969"/>
                <a:gd name="T41" fmla="*/ 0 h 245"/>
                <a:gd name="T42" fmla="*/ 0 w 969"/>
                <a:gd name="T43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9" h="245">
                  <a:moveTo>
                    <a:pt x="0" y="0"/>
                  </a:moveTo>
                  <a:lnTo>
                    <a:pt x="24" y="54"/>
                  </a:lnTo>
                  <a:lnTo>
                    <a:pt x="66" y="96"/>
                  </a:lnTo>
                  <a:lnTo>
                    <a:pt x="120" y="137"/>
                  </a:lnTo>
                  <a:lnTo>
                    <a:pt x="198" y="173"/>
                  </a:lnTo>
                  <a:lnTo>
                    <a:pt x="293" y="203"/>
                  </a:lnTo>
                  <a:lnTo>
                    <a:pt x="353" y="215"/>
                  </a:lnTo>
                  <a:lnTo>
                    <a:pt x="413" y="227"/>
                  </a:lnTo>
                  <a:lnTo>
                    <a:pt x="479" y="233"/>
                  </a:lnTo>
                  <a:lnTo>
                    <a:pt x="556" y="239"/>
                  </a:lnTo>
                  <a:lnTo>
                    <a:pt x="634" y="245"/>
                  </a:lnTo>
                  <a:lnTo>
                    <a:pt x="724" y="245"/>
                  </a:lnTo>
                  <a:lnTo>
                    <a:pt x="855" y="245"/>
                  </a:lnTo>
                  <a:lnTo>
                    <a:pt x="969" y="239"/>
                  </a:lnTo>
                  <a:lnTo>
                    <a:pt x="969" y="60"/>
                  </a:lnTo>
                  <a:lnTo>
                    <a:pt x="700" y="60"/>
                  </a:lnTo>
                  <a:lnTo>
                    <a:pt x="503" y="54"/>
                  </a:lnTo>
                  <a:lnTo>
                    <a:pt x="317" y="42"/>
                  </a:lnTo>
                  <a:lnTo>
                    <a:pt x="150" y="24"/>
                  </a:lnTo>
                  <a:lnTo>
                    <a:pt x="72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9" name="Freeform 15">
              <a:extLst>
                <a:ext uri="{FF2B5EF4-FFF2-40B4-BE49-F238E27FC236}">
                  <a16:creationId xmlns:a16="http://schemas.microsoft.com/office/drawing/2014/main" id="{D397AB19-97F5-9B10-8306-E8CC1980E82F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804" y="3591"/>
              <a:ext cx="954" cy="90"/>
            </a:xfrm>
            <a:custGeom>
              <a:avLst/>
              <a:gdLst>
                <a:gd name="T0" fmla="*/ 700 w 951"/>
                <a:gd name="T1" fmla="*/ 0 h 90"/>
                <a:gd name="T2" fmla="*/ 598 w 951"/>
                <a:gd name="T3" fmla="*/ 0 h 90"/>
                <a:gd name="T4" fmla="*/ 515 w 951"/>
                <a:gd name="T5" fmla="*/ 0 h 90"/>
                <a:gd name="T6" fmla="*/ 431 w 951"/>
                <a:gd name="T7" fmla="*/ 0 h 90"/>
                <a:gd name="T8" fmla="*/ 365 w 951"/>
                <a:gd name="T9" fmla="*/ 0 h 90"/>
                <a:gd name="T10" fmla="*/ 299 w 951"/>
                <a:gd name="T11" fmla="*/ 0 h 90"/>
                <a:gd name="T12" fmla="*/ 245 w 951"/>
                <a:gd name="T13" fmla="*/ 0 h 90"/>
                <a:gd name="T14" fmla="*/ 198 w 951"/>
                <a:gd name="T15" fmla="*/ 0 h 90"/>
                <a:gd name="T16" fmla="*/ 162 w 951"/>
                <a:gd name="T17" fmla="*/ 0 h 90"/>
                <a:gd name="T18" fmla="*/ 126 w 951"/>
                <a:gd name="T19" fmla="*/ 6 h 90"/>
                <a:gd name="T20" fmla="*/ 96 w 951"/>
                <a:gd name="T21" fmla="*/ 6 h 90"/>
                <a:gd name="T22" fmla="*/ 54 w 951"/>
                <a:gd name="T23" fmla="*/ 12 h 90"/>
                <a:gd name="T24" fmla="*/ 30 w 951"/>
                <a:gd name="T25" fmla="*/ 12 h 90"/>
                <a:gd name="T26" fmla="*/ 12 w 951"/>
                <a:gd name="T27" fmla="*/ 18 h 90"/>
                <a:gd name="T28" fmla="*/ 6 w 951"/>
                <a:gd name="T29" fmla="*/ 18 h 90"/>
                <a:gd name="T30" fmla="*/ 0 w 951"/>
                <a:gd name="T31" fmla="*/ 24 h 90"/>
                <a:gd name="T32" fmla="*/ 6 w 951"/>
                <a:gd name="T33" fmla="*/ 30 h 90"/>
                <a:gd name="T34" fmla="*/ 24 w 951"/>
                <a:gd name="T35" fmla="*/ 36 h 90"/>
                <a:gd name="T36" fmla="*/ 54 w 951"/>
                <a:gd name="T37" fmla="*/ 42 h 90"/>
                <a:gd name="T38" fmla="*/ 102 w 951"/>
                <a:gd name="T39" fmla="*/ 54 h 90"/>
                <a:gd name="T40" fmla="*/ 168 w 951"/>
                <a:gd name="T41" fmla="*/ 60 h 90"/>
                <a:gd name="T42" fmla="*/ 251 w 951"/>
                <a:gd name="T43" fmla="*/ 66 h 90"/>
                <a:gd name="T44" fmla="*/ 341 w 951"/>
                <a:gd name="T45" fmla="*/ 78 h 90"/>
                <a:gd name="T46" fmla="*/ 449 w 951"/>
                <a:gd name="T47" fmla="*/ 84 h 90"/>
                <a:gd name="T48" fmla="*/ 568 w 951"/>
                <a:gd name="T49" fmla="*/ 84 h 90"/>
                <a:gd name="T50" fmla="*/ 694 w 951"/>
                <a:gd name="T51" fmla="*/ 90 h 90"/>
                <a:gd name="T52" fmla="*/ 825 w 951"/>
                <a:gd name="T53" fmla="*/ 90 h 90"/>
                <a:gd name="T54" fmla="*/ 951 w 951"/>
                <a:gd name="T55" fmla="*/ 90 h 90"/>
                <a:gd name="T56" fmla="*/ 951 w 951"/>
                <a:gd name="T57" fmla="*/ 6 h 90"/>
                <a:gd name="T58" fmla="*/ 831 w 951"/>
                <a:gd name="T59" fmla="*/ 6 h 90"/>
                <a:gd name="T60" fmla="*/ 772 w 951"/>
                <a:gd name="T61" fmla="*/ 6 h 90"/>
                <a:gd name="T62" fmla="*/ 700 w 951"/>
                <a:gd name="T63" fmla="*/ 0 h 90"/>
                <a:gd name="T64" fmla="*/ 700 w 951"/>
                <a:gd name="T65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51" h="90">
                  <a:moveTo>
                    <a:pt x="700" y="0"/>
                  </a:moveTo>
                  <a:lnTo>
                    <a:pt x="598" y="0"/>
                  </a:lnTo>
                  <a:lnTo>
                    <a:pt x="515" y="0"/>
                  </a:lnTo>
                  <a:lnTo>
                    <a:pt x="431" y="0"/>
                  </a:lnTo>
                  <a:lnTo>
                    <a:pt x="365" y="0"/>
                  </a:lnTo>
                  <a:lnTo>
                    <a:pt x="299" y="0"/>
                  </a:lnTo>
                  <a:lnTo>
                    <a:pt x="245" y="0"/>
                  </a:lnTo>
                  <a:lnTo>
                    <a:pt x="198" y="0"/>
                  </a:lnTo>
                  <a:lnTo>
                    <a:pt x="162" y="0"/>
                  </a:lnTo>
                  <a:lnTo>
                    <a:pt x="126" y="6"/>
                  </a:lnTo>
                  <a:lnTo>
                    <a:pt x="96" y="6"/>
                  </a:lnTo>
                  <a:lnTo>
                    <a:pt x="54" y="12"/>
                  </a:lnTo>
                  <a:lnTo>
                    <a:pt x="30" y="12"/>
                  </a:lnTo>
                  <a:lnTo>
                    <a:pt x="12" y="18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6" y="30"/>
                  </a:lnTo>
                  <a:lnTo>
                    <a:pt x="24" y="36"/>
                  </a:lnTo>
                  <a:lnTo>
                    <a:pt x="54" y="42"/>
                  </a:lnTo>
                  <a:lnTo>
                    <a:pt x="102" y="54"/>
                  </a:lnTo>
                  <a:lnTo>
                    <a:pt x="168" y="60"/>
                  </a:lnTo>
                  <a:lnTo>
                    <a:pt x="251" y="66"/>
                  </a:lnTo>
                  <a:lnTo>
                    <a:pt x="341" y="78"/>
                  </a:lnTo>
                  <a:lnTo>
                    <a:pt x="449" y="84"/>
                  </a:lnTo>
                  <a:lnTo>
                    <a:pt x="568" y="84"/>
                  </a:lnTo>
                  <a:lnTo>
                    <a:pt x="694" y="90"/>
                  </a:lnTo>
                  <a:lnTo>
                    <a:pt x="825" y="90"/>
                  </a:lnTo>
                  <a:lnTo>
                    <a:pt x="951" y="90"/>
                  </a:lnTo>
                  <a:lnTo>
                    <a:pt x="951" y="6"/>
                  </a:lnTo>
                  <a:lnTo>
                    <a:pt x="831" y="6"/>
                  </a:lnTo>
                  <a:lnTo>
                    <a:pt x="772" y="6"/>
                  </a:lnTo>
                  <a:lnTo>
                    <a:pt x="700" y="0"/>
                  </a:lnTo>
                  <a:lnTo>
                    <a:pt x="7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0" name="Freeform 16">
              <a:extLst>
                <a:ext uri="{FF2B5EF4-FFF2-40B4-BE49-F238E27FC236}">
                  <a16:creationId xmlns:a16="http://schemas.microsoft.com/office/drawing/2014/main" id="{B5C3EB78-7803-7619-9E88-DEEBEDB31684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059" y="1541"/>
              <a:ext cx="102" cy="155"/>
            </a:xfrm>
            <a:custGeom>
              <a:avLst/>
              <a:gdLst>
                <a:gd name="T0" fmla="*/ 102 w 102"/>
                <a:gd name="T1" fmla="*/ 0 h 155"/>
                <a:gd name="T2" fmla="*/ 0 w 102"/>
                <a:gd name="T3" fmla="*/ 12 h 155"/>
                <a:gd name="T4" fmla="*/ 30 w 102"/>
                <a:gd name="T5" fmla="*/ 72 h 155"/>
                <a:gd name="T6" fmla="*/ 30 w 102"/>
                <a:gd name="T7" fmla="*/ 155 h 155"/>
                <a:gd name="T8" fmla="*/ 72 w 102"/>
                <a:gd name="T9" fmla="*/ 155 h 155"/>
                <a:gd name="T10" fmla="*/ 72 w 102"/>
                <a:gd name="T11" fmla="*/ 66 h 155"/>
                <a:gd name="T12" fmla="*/ 102 w 102"/>
                <a:gd name="T13" fmla="*/ 0 h 155"/>
                <a:gd name="T14" fmla="*/ 102 w 102"/>
                <a:gd name="T1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155">
                  <a:moveTo>
                    <a:pt x="102" y="0"/>
                  </a:moveTo>
                  <a:lnTo>
                    <a:pt x="0" y="12"/>
                  </a:lnTo>
                  <a:lnTo>
                    <a:pt x="30" y="72"/>
                  </a:lnTo>
                  <a:lnTo>
                    <a:pt x="30" y="155"/>
                  </a:lnTo>
                  <a:lnTo>
                    <a:pt x="72" y="155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1" name="Freeform 17">
              <a:extLst>
                <a:ext uri="{FF2B5EF4-FFF2-40B4-BE49-F238E27FC236}">
                  <a16:creationId xmlns:a16="http://schemas.microsoft.com/office/drawing/2014/main" id="{8D809DC6-4D72-C1F3-9F65-BEDFD5D89EB2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3059" y="1690"/>
              <a:ext cx="90" cy="96"/>
            </a:xfrm>
            <a:custGeom>
              <a:avLst/>
              <a:gdLst>
                <a:gd name="T0" fmla="*/ 48 w 90"/>
                <a:gd name="T1" fmla="*/ 96 h 96"/>
                <a:gd name="T2" fmla="*/ 72 w 90"/>
                <a:gd name="T3" fmla="*/ 72 h 96"/>
                <a:gd name="T4" fmla="*/ 84 w 90"/>
                <a:gd name="T5" fmla="*/ 48 h 96"/>
                <a:gd name="T6" fmla="*/ 90 w 90"/>
                <a:gd name="T7" fmla="*/ 36 h 96"/>
                <a:gd name="T8" fmla="*/ 84 w 90"/>
                <a:gd name="T9" fmla="*/ 24 h 96"/>
                <a:gd name="T10" fmla="*/ 66 w 90"/>
                <a:gd name="T11" fmla="*/ 6 h 96"/>
                <a:gd name="T12" fmla="*/ 42 w 90"/>
                <a:gd name="T13" fmla="*/ 0 h 96"/>
                <a:gd name="T14" fmla="*/ 24 w 90"/>
                <a:gd name="T15" fmla="*/ 0 h 96"/>
                <a:gd name="T16" fmla="*/ 12 w 90"/>
                <a:gd name="T17" fmla="*/ 12 h 96"/>
                <a:gd name="T18" fmla="*/ 6 w 90"/>
                <a:gd name="T19" fmla="*/ 24 h 96"/>
                <a:gd name="T20" fmla="*/ 0 w 90"/>
                <a:gd name="T21" fmla="*/ 36 h 96"/>
                <a:gd name="T22" fmla="*/ 12 w 90"/>
                <a:gd name="T23" fmla="*/ 66 h 96"/>
                <a:gd name="T24" fmla="*/ 30 w 90"/>
                <a:gd name="T25" fmla="*/ 84 h 96"/>
                <a:gd name="T26" fmla="*/ 48 w 90"/>
                <a:gd name="T27" fmla="*/ 96 h 96"/>
                <a:gd name="T28" fmla="*/ 48 w 90"/>
                <a:gd name="T29" fmla="*/ 96 h 96"/>
                <a:gd name="T30" fmla="*/ 48 w 90"/>
                <a:gd name="T31" fmla="*/ 12 h 96"/>
                <a:gd name="T32" fmla="*/ 66 w 90"/>
                <a:gd name="T33" fmla="*/ 18 h 96"/>
                <a:gd name="T34" fmla="*/ 72 w 90"/>
                <a:gd name="T35" fmla="*/ 24 h 96"/>
                <a:gd name="T36" fmla="*/ 72 w 90"/>
                <a:gd name="T37" fmla="*/ 36 h 96"/>
                <a:gd name="T38" fmla="*/ 72 w 90"/>
                <a:gd name="T39" fmla="*/ 48 h 96"/>
                <a:gd name="T40" fmla="*/ 54 w 90"/>
                <a:gd name="T41" fmla="*/ 66 h 96"/>
                <a:gd name="T42" fmla="*/ 48 w 90"/>
                <a:gd name="T43" fmla="*/ 78 h 96"/>
                <a:gd name="T44" fmla="*/ 30 w 90"/>
                <a:gd name="T45" fmla="*/ 66 h 96"/>
                <a:gd name="T46" fmla="*/ 24 w 90"/>
                <a:gd name="T47" fmla="*/ 48 h 96"/>
                <a:gd name="T48" fmla="*/ 18 w 90"/>
                <a:gd name="T49" fmla="*/ 30 h 96"/>
                <a:gd name="T50" fmla="*/ 30 w 90"/>
                <a:gd name="T51" fmla="*/ 12 h 96"/>
                <a:gd name="T52" fmla="*/ 48 w 90"/>
                <a:gd name="T53" fmla="*/ 12 h 96"/>
                <a:gd name="T54" fmla="*/ 48 w 90"/>
                <a:gd name="T55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0" h="96">
                  <a:moveTo>
                    <a:pt x="48" y="96"/>
                  </a:moveTo>
                  <a:lnTo>
                    <a:pt x="72" y="72"/>
                  </a:lnTo>
                  <a:lnTo>
                    <a:pt x="84" y="48"/>
                  </a:lnTo>
                  <a:lnTo>
                    <a:pt x="90" y="36"/>
                  </a:lnTo>
                  <a:lnTo>
                    <a:pt x="84" y="24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0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36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54" y="66"/>
                  </a:lnTo>
                  <a:lnTo>
                    <a:pt x="48" y="78"/>
                  </a:lnTo>
                  <a:lnTo>
                    <a:pt x="30" y="66"/>
                  </a:lnTo>
                  <a:lnTo>
                    <a:pt x="24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2" name="Freeform 18">
              <a:extLst>
                <a:ext uri="{FF2B5EF4-FFF2-40B4-BE49-F238E27FC236}">
                  <a16:creationId xmlns:a16="http://schemas.microsoft.com/office/drawing/2014/main" id="{2A95F9B0-ACC0-7673-9D56-B3B8BADDC078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3059" y="1768"/>
              <a:ext cx="90" cy="108"/>
            </a:xfrm>
            <a:custGeom>
              <a:avLst/>
              <a:gdLst>
                <a:gd name="T0" fmla="*/ 0 w 90"/>
                <a:gd name="T1" fmla="*/ 90 h 108"/>
                <a:gd name="T2" fmla="*/ 12 w 90"/>
                <a:gd name="T3" fmla="*/ 102 h 108"/>
                <a:gd name="T4" fmla="*/ 24 w 90"/>
                <a:gd name="T5" fmla="*/ 108 h 108"/>
                <a:gd name="T6" fmla="*/ 54 w 90"/>
                <a:gd name="T7" fmla="*/ 108 h 108"/>
                <a:gd name="T8" fmla="*/ 78 w 90"/>
                <a:gd name="T9" fmla="*/ 96 h 108"/>
                <a:gd name="T10" fmla="*/ 90 w 90"/>
                <a:gd name="T11" fmla="*/ 72 h 108"/>
                <a:gd name="T12" fmla="*/ 84 w 90"/>
                <a:gd name="T13" fmla="*/ 42 h 108"/>
                <a:gd name="T14" fmla="*/ 66 w 90"/>
                <a:gd name="T15" fmla="*/ 24 h 108"/>
                <a:gd name="T16" fmla="*/ 54 w 90"/>
                <a:gd name="T17" fmla="*/ 12 h 108"/>
                <a:gd name="T18" fmla="*/ 48 w 90"/>
                <a:gd name="T19" fmla="*/ 6 h 108"/>
                <a:gd name="T20" fmla="*/ 48 w 90"/>
                <a:gd name="T21" fmla="*/ 6 h 108"/>
                <a:gd name="T22" fmla="*/ 48 w 90"/>
                <a:gd name="T23" fmla="*/ 0 h 108"/>
                <a:gd name="T24" fmla="*/ 24 w 90"/>
                <a:gd name="T25" fmla="*/ 24 h 108"/>
                <a:gd name="T26" fmla="*/ 6 w 90"/>
                <a:gd name="T27" fmla="*/ 48 h 108"/>
                <a:gd name="T28" fmla="*/ 0 w 90"/>
                <a:gd name="T29" fmla="*/ 66 h 108"/>
                <a:gd name="T30" fmla="*/ 0 w 90"/>
                <a:gd name="T31" fmla="*/ 90 h 108"/>
                <a:gd name="T32" fmla="*/ 0 w 90"/>
                <a:gd name="T33" fmla="*/ 90 h 108"/>
                <a:gd name="T34" fmla="*/ 12 w 90"/>
                <a:gd name="T35" fmla="*/ 66 h 108"/>
                <a:gd name="T36" fmla="*/ 18 w 90"/>
                <a:gd name="T37" fmla="*/ 48 h 108"/>
                <a:gd name="T38" fmla="*/ 30 w 90"/>
                <a:gd name="T39" fmla="*/ 36 h 108"/>
                <a:gd name="T40" fmla="*/ 42 w 90"/>
                <a:gd name="T41" fmla="*/ 24 h 108"/>
                <a:gd name="T42" fmla="*/ 48 w 90"/>
                <a:gd name="T43" fmla="*/ 18 h 108"/>
                <a:gd name="T44" fmla="*/ 66 w 90"/>
                <a:gd name="T45" fmla="*/ 30 h 108"/>
                <a:gd name="T46" fmla="*/ 72 w 90"/>
                <a:gd name="T47" fmla="*/ 48 h 108"/>
                <a:gd name="T48" fmla="*/ 78 w 90"/>
                <a:gd name="T49" fmla="*/ 72 h 108"/>
                <a:gd name="T50" fmla="*/ 78 w 90"/>
                <a:gd name="T51" fmla="*/ 84 h 108"/>
                <a:gd name="T52" fmla="*/ 66 w 90"/>
                <a:gd name="T53" fmla="*/ 96 h 108"/>
                <a:gd name="T54" fmla="*/ 42 w 90"/>
                <a:gd name="T55" fmla="*/ 102 h 108"/>
                <a:gd name="T56" fmla="*/ 30 w 90"/>
                <a:gd name="T57" fmla="*/ 96 h 108"/>
                <a:gd name="T58" fmla="*/ 18 w 90"/>
                <a:gd name="T59" fmla="*/ 90 h 108"/>
                <a:gd name="T60" fmla="*/ 12 w 90"/>
                <a:gd name="T61" fmla="*/ 78 h 108"/>
                <a:gd name="T62" fmla="*/ 12 w 90"/>
                <a:gd name="T63" fmla="*/ 66 h 108"/>
                <a:gd name="T64" fmla="*/ 12 w 90"/>
                <a:gd name="T65" fmla="*/ 6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54" y="108"/>
                  </a:lnTo>
                  <a:lnTo>
                    <a:pt x="78" y="96"/>
                  </a:lnTo>
                  <a:lnTo>
                    <a:pt x="90" y="72"/>
                  </a:lnTo>
                  <a:lnTo>
                    <a:pt x="84" y="42"/>
                  </a:lnTo>
                  <a:lnTo>
                    <a:pt x="66" y="24"/>
                  </a:lnTo>
                  <a:lnTo>
                    <a:pt x="54" y="12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30" y="36"/>
                  </a:lnTo>
                  <a:lnTo>
                    <a:pt x="42" y="24"/>
                  </a:lnTo>
                  <a:lnTo>
                    <a:pt x="48" y="18"/>
                  </a:lnTo>
                  <a:lnTo>
                    <a:pt x="66" y="30"/>
                  </a:lnTo>
                  <a:lnTo>
                    <a:pt x="72" y="48"/>
                  </a:lnTo>
                  <a:lnTo>
                    <a:pt x="78" y="72"/>
                  </a:lnTo>
                  <a:lnTo>
                    <a:pt x="78" y="84"/>
                  </a:lnTo>
                  <a:lnTo>
                    <a:pt x="66" y="96"/>
                  </a:lnTo>
                  <a:lnTo>
                    <a:pt x="42" y="102"/>
                  </a:lnTo>
                  <a:lnTo>
                    <a:pt x="30" y="96"/>
                  </a:lnTo>
                  <a:lnTo>
                    <a:pt x="18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3" name="Freeform 19">
              <a:extLst>
                <a:ext uri="{FF2B5EF4-FFF2-40B4-BE49-F238E27FC236}">
                  <a16:creationId xmlns:a16="http://schemas.microsoft.com/office/drawing/2014/main" id="{0E955027-8F65-516B-7A5C-A77F01CDA85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470" y="1205"/>
              <a:ext cx="102" cy="156"/>
            </a:xfrm>
            <a:custGeom>
              <a:avLst/>
              <a:gdLst>
                <a:gd name="T0" fmla="*/ 102 w 102"/>
                <a:gd name="T1" fmla="*/ 0 h 156"/>
                <a:gd name="T2" fmla="*/ 0 w 102"/>
                <a:gd name="T3" fmla="*/ 6 h 156"/>
                <a:gd name="T4" fmla="*/ 30 w 102"/>
                <a:gd name="T5" fmla="*/ 72 h 156"/>
                <a:gd name="T6" fmla="*/ 30 w 102"/>
                <a:gd name="T7" fmla="*/ 156 h 156"/>
                <a:gd name="T8" fmla="*/ 72 w 102"/>
                <a:gd name="T9" fmla="*/ 156 h 156"/>
                <a:gd name="T10" fmla="*/ 72 w 102"/>
                <a:gd name="T11" fmla="*/ 66 h 156"/>
                <a:gd name="T12" fmla="*/ 102 w 102"/>
                <a:gd name="T13" fmla="*/ 0 h 156"/>
                <a:gd name="T14" fmla="*/ 102 w 102"/>
                <a:gd name="T1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156">
                  <a:moveTo>
                    <a:pt x="102" y="0"/>
                  </a:moveTo>
                  <a:lnTo>
                    <a:pt x="0" y="6"/>
                  </a:lnTo>
                  <a:lnTo>
                    <a:pt x="30" y="72"/>
                  </a:lnTo>
                  <a:lnTo>
                    <a:pt x="30" y="156"/>
                  </a:lnTo>
                  <a:lnTo>
                    <a:pt x="72" y="156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4" name="Freeform 20">
              <a:extLst>
                <a:ext uri="{FF2B5EF4-FFF2-40B4-BE49-F238E27FC236}">
                  <a16:creationId xmlns:a16="http://schemas.microsoft.com/office/drawing/2014/main" id="{1B066904-CBCF-5A27-B901-C9E87D0F14FC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5476" y="1349"/>
              <a:ext cx="84" cy="96"/>
            </a:xfrm>
            <a:custGeom>
              <a:avLst/>
              <a:gdLst>
                <a:gd name="T0" fmla="*/ 42 w 84"/>
                <a:gd name="T1" fmla="*/ 96 h 96"/>
                <a:gd name="T2" fmla="*/ 66 w 84"/>
                <a:gd name="T3" fmla="*/ 78 h 96"/>
                <a:gd name="T4" fmla="*/ 84 w 84"/>
                <a:gd name="T5" fmla="*/ 54 h 96"/>
                <a:gd name="T6" fmla="*/ 84 w 84"/>
                <a:gd name="T7" fmla="*/ 30 h 96"/>
                <a:gd name="T8" fmla="*/ 66 w 84"/>
                <a:gd name="T9" fmla="*/ 6 h 96"/>
                <a:gd name="T10" fmla="*/ 42 w 84"/>
                <a:gd name="T11" fmla="*/ 0 h 96"/>
                <a:gd name="T12" fmla="*/ 24 w 84"/>
                <a:gd name="T13" fmla="*/ 6 h 96"/>
                <a:gd name="T14" fmla="*/ 12 w 84"/>
                <a:gd name="T15" fmla="*/ 18 h 96"/>
                <a:gd name="T16" fmla="*/ 6 w 84"/>
                <a:gd name="T17" fmla="*/ 30 h 96"/>
                <a:gd name="T18" fmla="*/ 0 w 84"/>
                <a:gd name="T19" fmla="*/ 42 h 96"/>
                <a:gd name="T20" fmla="*/ 12 w 84"/>
                <a:gd name="T21" fmla="*/ 66 h 96"/>
                <a:gd name="T22" fmla="*/ 30 w 84"/>
                <a:gd name="T23" fmla="*/ 84 h 96"/>
                <a:gd name="T24" fmla="*/ 42 w 84"/>
                <a:gd name="T25" fmla="*/ 96 h 96"/>
                <a:gd name="T26" fmla="*/ 42 w 84"/>
                <a:gd name="T27" fmla="*/ 96 h 96"/>
                <a:gd name="T28" fmla="*/ 48 w 84"/>
                <a:gd name="T29" fmla="*/ 12 h 96"/>
                <a:gd name="T30" fmla="*/ 66 w 84"/>
                <a:gd name="T31" fmla="*/ 18 h 96"/>
                <a:gd name="T32" fmla="*/ 72 w 84"/>
                <a:gd name="T33" fmla="*/ 30 h 96"/>
                <a:gd name="T34" fmla="*/ 72 w 84"/>
                <a:gd name="T35" fmla="*/ 42 h 96"/>
                <a:gd name="T36" fmla="*/ 66 w 84"/>
                <a:gd name="T37" fmla="*/ 54 h 96"/>
                <a:gd name="T38" fmla="*/ 54 w 84"/>
                <a:gd name="T39" fmla="*/ 72 h 96"/>
                <a:gd name="T40" fmla="*/ 42 w 84"/>
                <a:gd name="T41" fmla="*/ 84 h 96"/>
                <a:gd name="T42" fmla="*/ 42 w 84"/>
                <a:gd name="T43" fmla="*/ 84 h 96"/>
                <a:gd name="T44" fmla="*/ 30 w 84"/>
                <a:gd name="T45" fmla="*/ 72 h 96"/>
                <a:gd name="T46" fmla="*/ 18 w 84"/>
                <a:gd name="T47" fmla="*/ 54 h 96"/>
                <a:gd name="T48" fmla="*/ 18 w 84"/>
                <a:gd name="T49" fmla="*/ 30 h 96"/>
                <a:gd name="T50" fmla="*/ 30 w 84"/>
                <a:gd name="T51" fmla="*/ 18 h 96"/>
                <a:gd name="T52" fmla="*/ 48 w 84"/>
                <a:gd name="T53" fmla="*/ 12 h 96"/>
                <a:gd name="T54" fmla="*/ 48 w 84"/>
                <a:gd name="T55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4" h="96">
                  <a:moveTo>
                    <a:pt x="42" y="96"/>
                  </a:moveTo>
                  <a:lnTo>
                    <a:pt x="66" y="78"/>
                  </a:lnTo>
                  <a:lnTo>
                    <a:pt x="84" y="54"/>
                  </a:lnTo>
                  <a:lnTo>
                    <a:pt x="84" y="30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6"/>
                  </a:lnTo>
                  <a:lnTo>
                    <a:pt x="12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2" y="96"/>
                  </a:lnTo>
                  <a:lnTo>
                    <a:pt x="42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4"/>
                  </a:lnTo>
                  <a:lnTo>
                    <a:pt x="54" y="72"/>
                  </a:lnTo>
                  <a:lnTo>
                    <a:pt x="42" y="84"/>
                  </a:lnTo>
                  <a:lnTo>
                    <a:pt x="42" y="84"/>
                  </a:lnTo>
                  <a:lnTo>
                    <a:pt x="30" y="72"/>
                  </a:lnTo>
                  <a:lnTo>
                    <a:pt x="18" y="54"/>
                  </a:lnTo>
                  <a:lnTo>
                    <a:pt x="18" y="30"/>
                  </a:lnTo>
                  <a:lnTo>
                    <a:pt x="30" y="18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5" name="Freeform 21">
              <a:extLst>
                <a:ext uri="{FF2B5EF4-FFF2-40B4-BE49-F238E27FC236}">
                  <a16:creationId xmlns:a16="http://schemas.microsoft.com/office/drawing/2014/main" id="{3612C7D0-9ACD-6A09-FC53-8D3A3CF1C756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5470" y="1433"/>
              <a:ext cx="90" cy="108"/>
            </a:xfrm>
            <a:custGeom>
              <a:avLst/>
              <a:gdLst>
                <a:gd name="T0" fmla="*/ 6 w 90"/>
                <a:gd name="T1" fmla="*/ 90 h 108"/>
                <a:gd name="T2" fmla="*/ 18 w 90"/>
                <a:gd name="T3" fmla="*/ 102 h 108"/>
                <a:gd name="T4" fmla="*/ 30 w 90"/>
                <a:gd name="T5" fmla="*/ 108 h 108"/>
                <a:gd name="T6" fmla="*/ 60 w 90"/>
                <a:gd name="T7" fmla="*/ 108 h 108"/>
                <a:gd name="T8" fmla="*/ 84 w 90"/>
                <a:gd name="T9" fmla="*/ 96 h 108"/>
                <a:gd name="T10" fmla="*/ 90 w 90"/>
                <a:gd name="T11" fmla="*/ 84 h 108"/>
                <a:gd name="T12" fmla="*/ 90 w 90"/>
                <a:gd name="T13" fmla="*/ 66 h 108"/>
                <a:gd name="T14" fmla="*/ 84 w 90"/>
                <a:gd name="T15" fmla="*/ 36 h 108"/>
                <a:gd name="T16" fmla="*/ 72 w 90"/>
                <a:gd name="T17" fmla="*/ 18 h 108"/>
                <a:gd name="T18" fmla="*/ 60 w 90"/>
                <a:gd name="T19" fmla="*/ 6 h 108"/>
                <a:gd name="T20" fmla="*/ 54 w 90"/>
                <a:gd name="T21" fmla="*/ 0 h 108"/>
                <a:gd name="T22" fmla="*/ 54 w 90"/>
                <a:gd name="T23" fmla="*/ 0 h 108"/>
                <a:gd name="T24" fmla="*/ 48 w 90"/>
                <a:gd name="T25" fmla="*/ 0 h 108"/>
                <a:gd name="T26" fmla="*/ 24 w 90"/>
                <a:gd name="T27" fmla="*/ 24 h 108"/>
                <a:gd name="T28" fmla="*/ 12 w 90"/>
                <a:gd name="T29" fmla="*/ 48 h 108"/>
                <a:gd name="T30" fmla="*/ 0 w 90"/>
                <a:gd name="T31" fmla="*/ 66 h 108"/>
                <a:gd name="T32" fmla="*/ 6 w 90"/>
                <a:gd name="T33" fmla="*/ 90 h 108"/>
                <a:gd name="T34" fmla="*/ 6 w 90"/>
                <a:gd name="T35" fmla="*/ 90 h 108"/>
                <a:gd name="T36" fmla="*/ 18 w 90"/>
                <a:gd name="T37" fmla="*/ 66 h 108"/>
                <a:gd name="T38" fmla="*/ 24 w 90"/>
                <a:gd name="T39" fmla="*/ 48 h 108"/>
                <a:gd name="T40" fmla="*/ 36 w 90"/>
                <a:gd name="T41" fmla="*/ 30 h 108"/>
                <a:gd name="T42" fmla="*/ 42 w 90"/>
                <a:gd name="T43" fmla="*/ 18 h 108"/>
                <a:gd name="T44" fmla="*/ 48 w 90"/>
                <a:gd name="T45" fmla="*/ 12 h 108"/>
                <a:gd name="T46" fmla="*/ 78 w 90"/>
                <a:gd name="T47" fmla="*/ 42 h 108"/>
                <a:gd name="T48" fmla="*/ 84 w 90"/>
                <a:gd name="T49" fmla="*/ 66 h 108"/>
                <a:gd name="T50" fmla="*/ 66 w 90"/>
                <a:gd name="T51" fmla="*/ 90 h 108"/>
                <a:gd name="T52" fmla="*/ 54 w 90"/>
                <a:gd name="T53" fmla="*/ 96 h 108"/>
                <a:gd name="T54" fmla="*/ 42 w 90"/>
                <a:gd name="T55" fmla="*/ 96 h 108"/>
                <a:gd name="T56" fmla="*/ 30 w 90"/>
                <a:gd name="T57" fmla="*/ 96 h 108"/>
                <a:gd name="T58" fmla="*/ 24 w 90"/>
                <a:gd name="T59" fmla="*/ 84 h 108"/>
                <a:gd name="T60" fmla="*/ 18 w 90"/>
                <a:gd name="T61" fmla="*/ 78 h 108"/>
                <a:gd name="T62" fmla="*/ 18 w 90"/>
                <a:gd name="T63" fmla="*/ 66 h 108"/>
                <a:gd name="T64" fmla="*/ 18 w 90"/>
                <a:gd name="T65" fmla="*/ 6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108">
                  <a:moveTo>
                    <a:pt x="6" y="90"/>
                  </a:moveTo>
                  <a:lnTo>
                    <a:pt x="18" y="102"/>
                  </a:lnTo>
                  <a:lnTo>
                    <a:pt x="30" y="108"/>
                  </a:lnTo>
                  <a:lnTo>
                    <a:pt x="60" y="108"/>
                  </a:lnTo>
                  <a:lnTo>
                    <a:pt x="84" y="96"/>
                  </a:lnTo>
                  <a:lnTo>
                    <a:pt x="90" y="84"/>
                  </a:lnTo>
                  <a:lnTo>
                    <a:pt x="90" y="66"/>
                  </a:lnTo>
                  <a:lnTo>
                    <a:pt x="84" y="36"/>
                  </a:lnTo>
                  <a:lnTo>
                    <a:pt x="72" y="18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12" y="48"/>
                  </a:lnTo>
                  <a:lnTo>
                    <a:pt x="0" y="66"/>
                  </a:lnTo>
                  <a:lnTo>
                    <a:pt x="6" y="90"/>
                  </a:lnTo>
                  <a:lnTo>
                    <a:pt x="6" y="90"/>
                  </a:lnTo>
                  <a:close/>
                  <a:moveTo>
                    <a:pt x="18" y="66"/>
                  </a:moveTo>
                  <a:lnTo>
                    <a:pt x="24" y="48"/>
                  </a:lnTo>
                  <a:lnTo>
                    <a:pt x="36" y="30"/>
                  </a:lnTo>
                  <a:lnTo>
                    <a:pt x="42" y="18"/>
                  </a:lnTo>
                  <a:lnTo>
                    <a:pt x="48" y="12"/>
                  </a:lnTo>
                  <a:lnTo>
                    <a:pt x="78" y="42"/>
                  </a:lnTo>
                  <a:lnTo>
                    <a:pt x="84" y="66"/>
                  </a:lnTo>
                  <a:lnTo>
                    <a:pt x="66" y="90"/>
                  </a:lnTo>
                  <a:lnTo>
                    <a:pt x="54" y="96"/>
                  </a:lnTo>
                  <a:lnTo>
                    <a:pt x="42" y="96"/>
                  </a:lnTo>
                  <a:lnTo>
                    <a:pt x="30" y="96"/>
                  </a:lnTo>
                  <a:lnTo>
                    <a:pt x="24" y="84"/>
                  </a:lnTo>
                  <a:lnTo>
                    <a:pt x="18" y="78"/>
                  </a:lnTo>
                  <a:lnTo>
                    <a:pt x="18" y="66"/>
                  </a:lnTo>
                  <a:lnTo>
                    <a:pt x="18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6" name="Freeform 22">
              <a:extLst>
                <a:ext uri="{FF2B5EF4-FFF2-40B4-BE49-F238E27FC236}">
                  <a16:creationId xmlns:a16="http://schemas.microsoft.com/office/drawing/2014/main" id="{7B3F9ED1-67ED-52EB-FE19-601483CD4FF9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5428" y="3525"/>
              <a:ext cx="66" cy="96"/>
            </a:xfrm>
            <a:custGeom>
              <a:avLst/>
              <a:gdLst>
                <a:gd name="T0" fmla="*/ 30 w 66"/>
                <a:gd name="T1" fmla="*/ 96 h 96"/>
                <a:gd name="T2" fmla="*/ 54 w 66"/>
                <a:gd name="T3" fmla="*/ 72 h 96"/>
                <a:gd name="T4" fmla="*/ 66 w 66"/>
                <a:gd name="T5" fmla="*/ 48 h 96"/>
                <a:gd name="T6" fmla="*/ 66 w 66"/>
                <a:gd name="T7" fmla="*/ 24 h 96"/>
                <a:gd name="T8" fmla="*/ 54 w 66"/>
                <a:gd name="T9" fmla="*/ 6 h 96"/>
                <a:gd name="T10" fmla="*/ 30 w 66"/>
                <a:gd name="T11" fmla="*/ 0 h 96"/>
                <a:gd name="T12" fmla="*/ 18 w 66"/>
                <a:gd name="T13" fmla="*/ 0 h 96"/>
                <a:gd name="T14" fmla="*/ 6 w 66"/>
                <a:gd name="T15" fmla="*/ 12 h 96"/>
                <a:gd name="T16" fmla="*/ 0 w 66"/>
                <a:gd name="T17" fmla="*/ 36 h 96"/>
                <a:gd name="T18" fmla="*/ 6 w 66"/>
                <a:gd name="T19" fmla="*/ 60 h 96"/>
                <a:gd name="T20" fmla="*/ 18 w 66"/>
                <a:gd name="T21" fmla="*/ 84 h 96"/>
                <a:gd name="T22" fmla="*/ 30 w 66"/>
                <a:gd name="T23" fmla="*/ 96 h 96"/>
                <a:gd name="T24" fmla="*/ 30 w 66"/>
                <a:gd name="T25" fmla="*/ 96 h 96"/>
                <a:gd name="T26" fmla="*/ 30 w 66"/>
                <a:gd name="T27" fmla="*/ 12 h 96"/>
                <a:gd name="T28" fmla="*/ 48 w 66"/>
                <a:gd name="T29" fmla="*/ 18 h 96"/>
                <a:gd name="T30" fmla="*/ 54 w 66"/>
                <a:gd name="T31" fmla="*/ 24 h 96"/>
                <a:gd name="T32" fmla="*/ 54 w 66"/>
                <a:gd name="T33" fmla="*/ 36 h 96"/>
                <a:gd name="T34" fmla="*/ 48 w 66"/>
                <a:gd name="T35" fmla="*/ 48 h 96"/>
                <a:gd name="T36" fmla="*/ 36 w 66"/>
                <a:gd name="T37" fmla="*/ 66 h 96"/>
                <a:gd name="T38" fmla="*/ 30 w 66"/>
                <a:gd name="T39" fmla="*/ 78 h 96"/>
                <a:gd name="T40" fmla="*/ 18 w 66"/>
                <a:gd name="T41" fmla="*/ 66 h 96"/>
                <a:gd name="T42" fmla="*/ 12 w 66"/>
                <a:gd name="T43" fmla="*/ 48 h 96"/>
                <a:gd name="T44" fmla="*/ 6 w 66"/>
                <a:gd name="T45" fmla="*/ 30 h 96"/>
                <a:gd name="T46" fmla="*/ 18 w 66"/>
                <a:gd name="T47" fmla="*/ 12 h 96"/>
                <a:gd name="T48" fmla="*/ 30 w 66"/>
                <a:gd name="T49" fmla="*/ 12 h 96"/>
                <a:gd name="T50" fmla="*/ 30 w 66"/>
                <a:gd name="T51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6" h="96">
                  <a:moveTo>
                    <a:pt x="30" y="96"/>
                  </a:moveTo>
                  <a:lnTo>
                    <a:pt x="54" y="72"/>
                  </a:lnTo>
                  <a:lnTo>
                    <a:pt x="66" y="48"/>
                  </a:lnTo>
                  <a:lnTo>
                    <a:pt x="66" y="24"/>
                  </a:lnTo>
                  <a:lnTo>
                    <a:pt x="54" y="6"/>
                  </a:lnTo>
                  <a:lnTo>
                    <a:pt x="30" y="0"/>
                  </a:lnTo>
                  <a:lnTo>
                    <a:pt x="18" y="0"/>
                  </a:lnTo>
                  <a:lnTo>
                    <a:pt x="6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18" y="84"/>
                  </a:lnTo>
                  <a:lnTo>
                    <a:pt x="30" y="96"/>
                  </a:lnTo>
                  <a:lnTo>
                    <a:pt x="30" y="96"/>
                  </a:lnTo>
                  <a:close/>
                  <a:moveTo>
                    <a:pt x="30" y="12"/>
                  </a:moveTo>
                  <a:lnTo>
                    <a:pt x="48" y="18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48" y="48"/>
                  </a:lnTo>
                  <a:lnTo>
                    <a:pt x="36" y="66"/>
                  </a:lnTo>
                  <a:lnTo>
                    <a:pt x="30" y="78"/>
                  </a:lnTo>
                  <a:lnTo>
                    <a:pt x="18" y="66"/>
                  </a:lnTo>
                  <a:lnTo>
                    <a:pt x="12" y="48"/>
                  </a:lnTo>
                  <a:lnTo>
                    <a:pt x="6" y="30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7" name="Freeform 23">
              <a:extLst>
                <a:ext uri="{FF2B5EF4-FFF2-40B4-BE49-F238E27FC236}">
                  <a16:creationId xmlns:a16="http://schemas.microsoft.com/office/drawing/2014/main" id="{7F7B041E-B60D-1CD8-099F-A1E0DBB5A1EC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017" y="1127"/>
              <a:ext cx="2603" cy="444"/>
            </a:xfrm>
            <a:custGeom>
              <a:avLst/>
              <a:gdLst>
                <a:gd name="T0" fmla="*/ 2577 w 2594"/>
                <a:gd name="T1" fmla="*/ 0 h 444"/>
                <a:gd name="T2" fmla="*/ 2594 w 2594"/>
                <a:gd name="T3" fmla="*/ 72 h 444"/>
                <a:gd name="T4" fmla="*/ 6 w 2594"/>
                <a:gd name="T5" fmla="*/ 444 h 444"/>
                <a:gd name="T6" fmla="*/ 0 w 2594"/>
                <a:gd name="T7" fmla="*/ 396 h 444"/>
                <a:gd name="T8" fmla="*/ 1225 w 2594"/>
                <a:gd name="T9" fmla="*/ 96 h 444"/>
                <a:gd name="T10" fmla="*/ 1351 w 2594"/>
                <a:gd name="T11" fmla="*/ 78 h 444"/>
                <a:gd name="T12" fmla="*/ 2577 w 2594"/>
                <a:gd name="T13" fmla="*/ 0 h 444"/>
                <a:gd name="T14" fmla="*/ 2577 w 2594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94" h="444">
                  <a:moveTo>
                    <a:pt x="2577" y="0"/>
                  </a:moveTo>
                  <a:lnTo>
                    <a:pt x="2594" y="72"/>
                  </a:lnTo>
                  <a:lnTo>
                    <a:pt x="6" y="444"/>
                  </a:lnTo>
                  <a:lnTo>
                    <a:pt x="0" y="396"/>
                  </a:lnTo>
                  <a:lnTo>
                    <a:pt x="1225" y="96"/>
                  </a:lnTo>
                  <a:lnTo>
                    <a:pt x="1351" y="78"/>
                  </a:lnTo>
                  <a:lnTo>
                    <a:pt x="2577" y="0"/>
                  </a:lnTo>
                  <a:lnTo>
                    <a:pt x="25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8" name="Freeform 24">
              <a:extLst>
                <a:ext uri="{FF2B5EF4-FFF2-40B4-BE49-F238E27FC236}">
                  <a16:creationId xmlns:a16="http://schemas.microsoft.com/office/drawing/2014/main" id="{B2CF456E-F94C-F80B-EC5D-7BD13D23E292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2934" y="3773"/>
              <a:ext cx="84" cy="95"/>
            </a:xfrm>
            <a:custGeom>
              <a:avLst/>
              <a:gdLst>
                <a:gd name="T0" fmla="*/ 36 w 84"/>
                <a:gd name="T1" fmla="*/ 95 h 95"/>
                <a:gd name="T2" fmla="*/ 60 w 84"/>
                <a:gd name="T3" fmla="*/ 77 h 95"/>
                <a:gd name="T4" fmla="*/ 78 w 84"/>
                <a:gd name="T5" fmla="*/ 53 h 95"/>
                <a:gd name="T6" fmla="*/ 84 w 84"/>
                <a:gd name="T7" fmla="*/ 42 h 95"/>
                <a:gd name="T8" fmla="*/ 84 w 84"/>
                <a:gd name="T9" fmla="*/ 30 h 95"/>
                <a:gd name="T10" fmla="*/ 72 w 84"/>
                <a:gd name="T11" fmla="*/ 6 h 95"/>
                <a:gd name="T12" fmla="*/ 42 w 84"/>
                <a:gd name="T13" fmla="*/ 0 h 95"/>
                <a:gd name="T14" fmla="*/ 30 w 84"/>
                <a:gd name="T15" fmla="*/ 0 h 95"/>
                <a:gd name="T16" fmla="*/ 12 w 84"/>
                <a:gd name="T17" fmla="*/ 12 h 95"/>
                <a:gd name="T18" fmla="*/ 0 w 84"/>
                <a:gd name="T19" fmla="*/ 24 h 95"/>
                <a:gd name="T20" fmla="*/ 0 w 84"/>
                <a:gd name="T21" fmla="*/ 36 h 95"/>
                <a:gd name="T22" fmla="*/ 6 w 84"/>
                <a:gd name="T23" fmla="*/ 59 h 95"/>
                <a:gd name="T24" fmla="*/ 24 w 84"/>
                <a:gd name="T25" fmla="*/ 83 h 95"/>
                <a:gd name="T26" fmla="*/ 36 w 84"/>
                <a:gd name="T27" fmla="*/ 95 h 95"/>
                <a:gd name="T28" fmla="*/ 36 w 84"/>
                <a:gd name="T29" fmla="*/ 95 h 95"/>
                <a:gd name="T30" fmla="*/ 48 w 84"/>
                <a:gd name="T31" fmla="*/ 12 h 95"/>
                <a:gd name="T32" fmla="*/ 66 w 84"/>
                <a:gd name="T33" fmla="*/ 18 h 95"/>
                <a:gd name="T34" fmla="*/ 72 w 84"/>
                <a:gd name="T35" fmla="*/ 30 h 95"/>
                <a:gd name="T36" fmla="*/ 72 w 84"/>
                <a:gd name="T37" fmla="*/ 42 h 95"/>
                <a:gd name="T38" fmla="*/ 66 w 84"/>
                <a:gd name="T39" fmla="*/ 53 h 95"/>
                <a:gd name="T40" fmla="*/ 48 w 84"/>
                <a:gd name="T41" fmla="*/ 71 h 95"/>
                <a:gd name="T42" fmla="*/ 42 w 84"/>
                <a:gd name="T43" fmla="*/ 77 h 95"/>
                <a:gd name="T44" fmla="*/ 36 w 84"/>
                <a:gd name="T45" fmla="*/ 77 h 95"/>
                <a:gd name="T46" fmla="*/ 24 w 84"/>
                <a:gd name="T47" fmla="*/ 65 h 95"/>
                <a:gd name="T48" fmla="*/ 18 w 84"/>
                <a:gd name="T49" fmla="*/ 48 h 95"/>
                <a:gd name="T50" fmla="*/ 18 w 84"/>
                <a:gd name="T51" fmla="*/ 30 h 95"/>
                <a:gd name="T52" fmla="*/ 30 w 84"/>
                <a:gd name="T53" fmla="*/ 12 h 95"/>
                <a:gd name="T54" fmla="*/ 48 w 84"/>
                <a:gd name="T55" fmla="*/ 12 h 95"/>
                <a:gd name="T56" fmla="*/ 48 w 84"/>
                <a:gd name="T57" fmla="*/ 1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4" h="95">
                  <a:moveTo>
                    <a:pt x="36" y="95"/>
                  </a:moveTo>
                  <a:lnTo>
                    <a:pt x="60" y="77"/>
                  </a:lnTo>
                  <a:lnTo>
                    <a:pt x="78" y="53"/>
                  </a:lnTo>
                  <a:lnTo>
                    <a:pt x="84" y="42"/>
                  </a:lnTo>
                  <a:lnTo>
                    <a:pt x="84" y="30"/>
                  </a:lnTo>
                  <a:lnTo>
                    <a:pt x="72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12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6" y="59"/>
                  </a:lnTo>
                  <a:lnTo>
                    <a:pt x="24" y="83"/>
                  </a:lnTo>
                  <a:lnTo>
                    <a:pt x="36" y="95"/>
                  </a:lnTo>
                  <a:lnTo>
                    <a:pt x="36" y="95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3"/>
                  </a:lnTo>
                  <a:lnTo>
                    <a:pt x="48" y="71"/>
                  </a:lnTo>
                  <a:lnTo>
                    <a:pt x="42" y="77"/>
                  </a:lnTo>
                  <a:lnTo>
                    <a:pt x="36" y="77"/>
                  </a:lnTo>
                  <a:lnTo>
                    <a:pt x="24" y="65"/>
                  </a:lnTo>
                  <a:lnTo>
                    <a:pt x="18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9" name="Freeform 25">
              <a:extLst>
                <a:ext uri="{FF2B5EF4-FFF2-40B4-BE49-F238E27FC236}">
                  <a16:creationId xmlns:a16="http://schemas.microsoft.com/office/drawing/2014/main" id="{C69FB3B6-C12C-7119-4C03-04CA35F23C4C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3779" y="3872"/>
              <a:ext cx="90" cy="108"/>
            </a:xfrm>
            <a:custGeom>
              <a:avLst/>
              <a:gdLst>
                <a:gd name="T0" fmla="*/ 12 w 90"/>
                <a:gd name="T1" fmla="*/ 96 h 108"/>
                <a:gd name="T2" fmla="*/ 24 w 90"/>
                <a:gd name="T3" fmla="*/ 108 h 108"/>
                <a:gd name="T4" fmla="*/ 42 w 90"/>
                <a:gd name="T5" fmla="*/ 108 h 108"/>
                <a:gd name="T6" fmla="*/ 66 w 90"/>
                <a:gd name="T7" fmla="*/ 102 h 108"/>
                <a:gd name="T8" fmla="*/ 84 w 90"/>
                <a:gd name="T9" fmla="*/ 78 h 108"/>
                <a:gd name="T10" fmla="*/ 90 w 90"/>
                <a:gd name="T11" fmla="*/ 66 h 108"/>
                <a:gd name="T12" fmla="*/ 84 w 90"/>
                <a:gd name="T13" fmla="*/ 48 h 108"/>
                <a:gd name="T14" fmla="*/ 66 w 90"/>
                <a:gd name="T15" fmla="*/ 24 h 108"/>
                <a:gd name="T16" fmla="*/ 48 w 90"/>
                <a:gd name="T17" fmla="*/ 12 h 108"/>
                <a:gd name="T18" fmla="*/ 36 w 90"/>
                <a:gd name="T19" fmla="*/ 0 h 108"/>
                <a:gd name="T20" fmla="*/ 30 w 90"/>
                <a:gd name="T21" fmla="*/ 0 h 108"/>
                <a:gd name="T22" fmla="*/ 30 w 90"/>
                <a:gd name="T23" fmla="*/ 0 h 108"/>
                <a:gd name="T24" fmla="*/ 24 w 90"/>
                <a:gd name="T25" fmla="*/ 0 h 108"/>
                <a:gd name="T26" fmla="*/ 12 w 90"/>
                <a:gd name="T27" fmla="*/ 30 h 108"/>
                <a:gd name="T28" fmla="*/ 0 w 90"/>
                <a:gd name="T29" fmla="*/ 54 h 108"/>
                <a:gd name="T30" fmla="*/ 0 w 90"/>
                <a:gd name="T31" fmla="*/ 78 h 108"/>
                <a:gd name="T32" fmla="*/ 12 w 90"/>
                <a:gd name="T33" fmla="*/ 96 h 108"/>
                <a:gd name="T34" fmla="*/ 12 w 90"/>
                <a:gd name="T35" fmla="*/ 96 h 108"/>
                <a:gd name="T36" fmla="*/ 12 w 90"/>
                <a:gd name="T37" fmla="*/ 72 h 108"/>
                <a:gd name="T38" fmla="*/ 18 w 90"/>
                <a:gd name="T39" fmla="*/ 54 h 108"/>
                <a:gd name="T40" fmla="*/ 24 w 90"/>
                <a:gd name="T41" fmla="*/ 36 h 108"/>
                <a:gd name="T42" fmla="*/ 30 w 90"/>
                <a:gd name="T43" fmla="*/ 18 h 108"/>
                <a:gd name="T44" fmla="*/ 30 w 90"/>
                <a:gd name="T45" fmla="*/ 12 h 108"/>
                <a:gd name="T46" fmla="*/ 48 w 90"/>
                <a:gd name="T47" fmla="*/ 24 h 108"/>
                <a:gd name="T48" fmla="*/ 66 w 90"/>
                <a:gd name="T49" fmla="*/ 36 h 108"/>
                <a:gd name="T50" fmla="*/ 78 w 90"/>
                <a:gd name="T51" fmla="*/ 54 h 108"/>
                <a:gd name="T52" fmla="*/ 78 w 90"/>
                <a:gd name="T53" fmla="*/ 72 h 108"/>
                <a:gd name="T54" fmla="*/ 72 w 90"/>
                <a:gd name="T55" fmla="*/ 84 h 108"/>
                <a:gd name="T56" fmla="*/ 48 w 90"/>
                <a:gd name="T57" fmla="*/ 96 h 108"/>
                <a:gd name="T58" fmla="*/ 36 w 90"/>
                <a:gd name="T59" fmla="*/ 96 h 108"/>
                <a:gd name="T60" fmla="*/ 24 w 90"/>
                <a:gd name="T61" fmla="*/ 90 h 108"/>
                <a:gd name="T62" fmla="*/ 18 w 90"/>
                <a:gd name="T63" fmla="*/ 84 h 108"/>
                <a:gd name="T64" fmla="*/ 12 w 90"/>
                <a:gd name="T65" fmla="*/ 72 h 108"/>
                <a:gd name="T66" fmla="*/ 12 w 90"/>
                <a:gd name="T67" fmla="*/ 7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0" h="108">
                  <a:moveTo>
                    <a:pt x="12" y="96"/>
                  </a:moveTo>
                  <a:lnTo>
                    <a:pt x="24" y="108"/>
                  </a:lnTo>
                  <a:lnTo>
                    <a:pt x="42" y="108"/>
                  </a:lnTo>
                  <a:lnTo>
                    <a:pt x="66" y="102"/>
                  </a:lnTo>
                  <a:lnTo>
                    <a:pt x="84" y="78"/>
                  </a:lnTo>
                  <a:lnTo>
                    <a:pt x="90" y="66"/>
                  </a:lnTo>
                  <a:lnTo>
                    <a:pt x="84" y="48"/>
                  </a:lnTo>
                  <a:lnTo>
                    <a:pt x="66" y="24"/>
                  </a:lnTo>
                  <a:lnTo>
                    <a:pt x="48" y="12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12" y="30"/>
                  </a:lnTo>
                  <a:lnTo>
                    <a:pt x="0" y="54"/>
                  </a:lnTo>
                  <a:lnTo>
                    <a:pt x="0" y="78"/>
                  </a:lnTo>
                  <a:lnTo>
                    <a:pt x="12" y="96"/>
                  </a:lnTo>
                  <a:lnTo>
                    <a:pt x="12" y="96"/>
                  </a:lnTo>
                  <a:close/>
                  <a:moveTo>
                    <a:pt x="12" y="72"/>
                  </a:moveTo>
                  <a:lnTo>
                    <a:pt x="18" y="54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54"/>
                  </a:lnTo>
                  <a:lnTo>
                    <a:pt x="78" y="72"/>
                  </a:lnTo>
                  <a:lnTo>
                    <a:pt x="72" y="84"/>
                  </a:lnTo>
                  <a:lnTo>
                    <a:pt x="48" y="96"/>
                  </a:lnTo>
                  <a:lnTo>
                    <a:pt x="36" y="96"/>
                  </a:lnTo>
                  <a:lnTo>
                    <a:pt x="24" y="90"/>
                  </a:lnTo>
                  <a:lnTo>
                    <a:pt x="18" y="84"/>
                  </a:lnTo>
                  <a:lnTo>
                    <a:pt x="12" y="72"/>
                  </a:lnTo>
                  <a:lnTo>
                    <a:pt x="12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0" name="Freeform 26">
              <a:extLst>
                <a:ext uri="{FF2B5EF4-FFF2-40B4-BE49-F238E27FC236}">
                  <a16:creationId xmlns:a16="http://schemas.microsoft.com/office/drawing/2014/main" id="{BE4120F1-22A9-72DB-FAD7-28AE95B23B97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2400" y="3872"/>
              <a:ext cx="72" cy="90"/>
            </a:xfrm>
            <a:custGeom>
              <a:avLst/>
              <a:gdLst>
                <a:gd name="T0" fmla="*/ 71 w 71"/>
                <a:gd name="T1" fmla="*/ 90 h 90"/>
                <a:gd name="T2" fmla="*/ 71 w 71"/>
                <a:gd name="T3" fmla="*/ 60 h 90"/>
                <a:gd name="T4" fmla="*/ 71 w 71"/>
                <a:gd name="T5" fmla="*/ 36 h 90"/>
                <a:gd name="T6" fmla="*/ 60 w 71"/>
                <a:gd name="T7" fmla="*/ 12 h 90"/>
                <a:gd name="T8" fmla="*/ 36 w 71"/>
                <a:gd name="T9" fmla="*/ 0 h 90"/>
                <a:gd name="T10" fmla="*/ 12 w 71"/>
                <a:gd name="T11" fmla="*/ 12 h 90"/>
                <a:gd name="T12" fmla="*/ 0 w 71"/>
                <a:gd name="T13" fmla="*/ 36 h 90"/>
                <a:gd name="T14" fmla="*/ 6 w 71"/>
                <a:gd name="T15" fmla="*/ 60 h 90"/>
                <a:gd name="T16" fmla="*/ 30 w 71"/>
                <a:gd name="T17" fmla="*/ 78 h 90"/>
                <a:gd name="T18" fmla="*/ 54 w 71"/>
                <a:gd name="T19" fmla="*/ 90 h 90"/>
                <a:gd name="T20" fmla="*/ 71 w 71"/>
                <a:gd name="T21" fmla="*/ 90 h 90"/>
                <a:gd name="T22" fmla="*/ 71 w 71"/>
                <a:gd name="T23" fmla="*/ 90 h 90"/>
                <a:gd name="T24" fmla="*/ 24 w 71"/>
                <a:gd name="T25" fmla="*/ 18 h 90"/>
                <a:gd name="T26" fmla="*/ 42 w 71"/>
                <a:gd name="T27" fmla="*/ 18 h 90"/>
                <a:gd name="T28" fmla="*/ 54 w 71"/>
                <a:gd name="T29" fmla="*/ 18 h 90"/>
                <a:gd name="T30" fmla="*/ 60 w 71"/>
                <a:gd name="T31" fmla="*/ 42 h 90"/>
                <a:gd name="T32" fmla="*/ 60 w 71"/>
                <a:gd name="T33" fmla="*/ 66 h 90"/>
                <a:gd name="T34" fmla="*/ 60 w 71"/>
                <a:gd name="T35" fmla="*/ 72 h 90"/>
                <a:gd name="T36" fmla="*/ 60 w 71"/>
                <a:gd name="T37" fmla="*/ 78 h 90"/>
                <a:gd name="T38" fmla="*/ 42 w 71"/>
                <a:gd name="T39" fmla="*/ 72 h 90"/>
                <a:gd name="T40" fmla="*/ 24 w 71"/>
                <a:gd name="T41" fmla="*/ 66 h 90"/>
                <a:gd name="T42" fmla="*/ 12 w 71"/>
                <a:gd name="T43" fmla="*/ 48 h 90"/>
                <a:gd name="T44" fmla="*/ 12 w 71"/>
                <a:gd name="T45" fmla="*/ 30 h 90"/>
                <a:gd name="T46" fmla="*/ 24 w 71"/>
                <a:gd name="T47" fmla="*/ 18 h 90"/>
                <a:gd name="T48" fmla="*/ 24 w 71"/>
                <a:gd name="T49" fmla="*/ 1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71" h="90">
                  <a:moveTo>
                    <a:pt x="71" y="90"/>
                  </a:moveTo>
                  <a:lnTo>
                    <a:pt x="71" y="60"/>
                  </a:lnTo>
                  <a:lnTo>
                    <a:pt x="71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30" y="78"/>
                  </a:lnTo>
                  <a:lnTo>
                    <a:pt x="54" y="90"/>
                  </a:lnTo>
                  <a:lnTo>
                    <a:pt x="71" y="90"/>
                  </a:lnTo>
                  <a:lnTo>
                    <a:pt x="71" y="90"/>
                  </a:lnTo>
                  <a:close/>
                  <a:moveTo>
                    <a:pt x="24" y="18"/>
                  </a:moveTo>
                  <a:lnTo>
                    <a:pt x="42" y="18"/>
                  </a:lnTo>
                  <a:lnTo>
                    <a:pt x="54" y="18"/>
                  </a:lnTo>
                  <a:lnTo>
                    <a:pt x="60" y="42"/>
                  </a:lnTo>
                  <a:lnTo>
                    <a:pt x="60" y="66"/>
                  </a:lnTo>
                  <a:lnTo>
                    <a:pt x="60" y="72"/>
                  </a:lnTo>
                  <a:lnTo>
                    <a:pt x="60" y="78"/>
                  </a:lnTo>
                  <a:lnTo>
                    <a:pt x="42" y="72"/>
                  </a:lnTo>
                  <a:lnTo>
                    <a:pt x="24" y="66"/>
                  </a:lnTo>
                  <a:lnTo>
                    <a:pt x="12" y="48"/>
                  </a:lnTo>
                  <a:lnTo>
                    <a:pt x="12" y="30"/>
                  </a:lnTo>
                  <a:lnTo>
                    <a:pt x="24" y="18"/>
                  </a:lnTo>
                  <a:lnTo>
                    <a:pt x="24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1" name="Oval 27">
              <a:extLst>
                <a:ext uri="{FF2B5EF4-FFF2-40B4-BE49-F238E27FC236}">
                  <a16:creationId xmlns:a16="http://schemas.microsoft.com/office/drawing/2014/main" id="{4B7F799E-200A-1785-E2C4-0595F7318F4F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444" y="3838"/>
              <a:ext cx="1380" cy="389"/>
            </a:xfrm>
            <a:prstGeom prst="ellipse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2" name="Oval 28">
              <a:extLst>
                <a:ext uri="{FF2B5EF4-FFF2-40B4-BE49-F238E27FC236}">
                  <a16:creationId xmlns:a16="http://schemas.microsoft.com/office/drawing/2014/main" id="{0062828B-2F0D-BE50-7DB1-6E1DBA9A5F40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394" y="3834"/>
              <a:ext cx="1502" cy="288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3" name="Oval 29">
              <a:extLst>
                <a:ext uri="{FF2B5EF4-FFF2-40B4-BE49-F238E27FC236}">
                  <a16:creationId xmlns:a16="http://schemas.microsoft.com/office/drawing/2014/main" id="{876098F0-773C-9BAF-6F05-D7EC338469F0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441" y="3860"/>
              <a:ext cx="1425" cy="22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4" name="Freeform 30">
              <a:extLst>
                <a:ext uri="{FF2B5EF4-FFF2-40B4-BE49-F238E27FC236}">
                  <a16:creationId xmlns:a16="http://schemas.microsoft.com/office/drawing/2014/main" id="{98F367CF-04F8-146E-DA21-1F62E4AB5C5B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3743" y="3788"/>
              <a:ext cx="90" cy="96"/>
            </a:xfrm>
            <a:custGeom>
              <a:avLst/>
              <a:gdLst>
                <a:gd name="T0" fmla="*/ 66 w 90"/>
                <a:gd name="T1" fmla="*/ 96 h 96"/>
                <a:gd name="T2" fmla="*/ 78 w 90"/>
                <a:gd name="T3" fmla="*/ 66 h 96"/>
                <a:gd name="T4" fmla="*/ 90 w 90"/>
                <a:gd name="T5" fmla="*/ 42 h 96"/>
                <a:gd name="T6" fmla="*/ 78 w 90"/>
                <a:gd name="T7" fmla="*/ 18 h 96"/>
                <a:gd name="T8" fmla="*/ 60 w 90"/>
                <a:gd name="T9" fmla="*/ 0 h 96"/>
                <a:gd name="T10" fmla="*/ 30 w 90"/>
                <a:gd name="T11" fmla="*/ 6 h 96"/>
                <a:gd name="T12" fmla="*/ 18 w 90"/>
                <a:gd name="T13" fmla="*/ 18 h 96"/>
                <a:gd name="T14" fmla="*/ 6 w 90"/>
                <a:gd name="T15" fmla="*/ 30 h 96"/>
                <a:gd name="T16" fmla="*/ 0 w 90"/>
                <a:gd name="T17" fmla="*/ 42 h 96"/>
                <a:gd name="T18" fmla="*/ 6 w 90"/>
                <a:gd name="T19" fmla="*/ 60 h 96"/>
                <a:gd name="T20" fmla="*/ 24 w 90"/>
                <a:gd name="T21" fmla="*/ 78 h 96"/>
                <a:gd name="T22" fmla="*/ 48 w 90"/>
                <a:gd name="T23" fmla="*/ 90 h 96"/>
                <a:gd name="T24" fmla="*/ 66 w 90"/>
                <a:gd name="T25" fmla="*/ 96 h 96"/>
                <a:gd name="T26" fmla="*/ 66 w 90"/>
                <a:gd name="T27" fmla="*/ 96 h 96"/>
                <a:gd name="T28" fmla="*/ 42 w 90"/>
                <a:gd name="T29" fmla="*/ 18 h 96"/>
                <a:gd name="T30" fmla="*/ 60 w 90"/>
                <a:gd name="T31" fmla="*/ 18 h 96"/>
                <a:gd name="T32" fmla="*/ 72 w 90"/>
                <a:gd name="T33" fmla="*/ 24 h 96"/>
                <a:gd name="T34" fmla="*/ 72 w 90"/>
                <a:gd name="T35" fmla="*/ 36 h 96"/>
                <a:gd name="T36" fmla="*/ 72 w 90"/>
                <a:gd name="T37" fmla="*/ 48 h 96"/>
                <a:gd name="T38" fmla="*/ 66 w 90"/>
                <a:gd name="T39" fmla="*/ 72 h 96"/>
                <a:gd name="T40" fmla="*/ 60 w 90"/>
                <a:gd name="T41" fmla="*/ 78 h 96"/>
                <a:gd name="T42" fmla="*/ 60 w 90"/>
                <a:gd name="T43" fmla="*/ 84 h 96"/>
                <a:gd name="T44" fmla="*/ 42 w 90"/>
                <a:gd name="T45" fmla="*/ 72 h 96"/>
                <a:gd name="T46" fmla="*/ 30 w 90"/>
                <a:gd name="T47" fmla="*/ 66 h 96"/>
                <a:gd name="T48" fmla="*/ 18 w 90"/>
                <a:gd name="T49" fmla="*/ 42 h 96"/>
                <a:gd name="T50" fmla="*/ 24 w 90"/>
                <a:gd name="T51" fmla="*/ 30 h 96"/>
                <a:gd name="T52" fmla="*/ 42 w 90"/>
                <a:gd name="T53" fmla="*/ 18 h 96"/>
                <a:gd name="T54" fmla="*/ 42 w 90"/>
                <a:gd name="T55" fmla="*/ 1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0" h="96">
                  <a:moveTo>
                    <a:pt x="66" y="96"/>
                  </a:moveTo>
                  <a:lnTo>
                    <a:pt x="78" y="66"/>
                  </a:lnTo>
                  <a:lnTo>
                    <a:pt x="90" y="42"/>
                  </a:lnTo>
                  <a:lnTo>
                    <a:pt x="78" y="18"/>
                  </a:lnTo>
                  <a:lnTo>
                    <a:pt x="60" y="0"/>
                  </a:lnTo>
                  <a:lnTo>
                    <a:pt x="30" y="6"/>
                  </a:lnTo>
                  <a:lnTo>
                    <a:pt x="18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24" y="78"/>
                  </a:lnTo>
                  <a:lnTo>
                    <a:pt x="48" y="90"/>
                  </a:lnTo>
                  <a:lnTo>
                    <a:pt x="66" y="96"/>
                  </a:lnTo>
                  <a:lnTo>
                    <a:pt x="66" y="96"/>
                  </a:lnTo>
                  <a:close/>
                  <a:moveTo>
                    <a:pt x="42" y="18"/>
                  </a:moveTo>
                  <a:lnTo>
                    <a:pt x="60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66" y="72"/>
                  </a:lnTo>
                  <a:lnTo>
                    <a:pt x="60" y="78"/>
                  </a:lnTo>
                  <a:lnTo>
                    <a:pt x="60" y="84"/>
                  </a:lnTo>
                  <a:lnTo>
                    <a:pt x="42" y="72"/>
                  </a:lnTo>
                  <a:lnTo>
                    <a:pt x="30" y="66"/>
                  </a:lnTo>
                  <a:lnTo>
                    <a:pt x="18" y="42"/>
                  </a:lnTo>
                  <a:lnTo>
                    <a:pt x="24" y="30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5" name="Freeform 31">
              <a:extLst>
                <a:ext uri="{FF2B5EF4-FFF2-40B4-BE49-F238E27FC236}">
                  <a16:creationId xmlns:a16="http://schemas.microsoft.com/office/drawing/2014/main" id="{61CE8D3E-280F-2F8F-38C3-DCA6B87A57E7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5422" y="3603"/>
              <a:ext cx="72" cy="108"/>
            </a:xfrm>
            <a:custGeom>
              <a:avLst/>
              <a:gdLst>
                <a:gd name="T0" fmla="*/ 0 w 72"/>
                <a:gd name="T1" fmla="*/ 90 h 108"/>
                <a:gd name="T2" fmla="*/ 12 w 72"/>
                <a:gd name="T3" fmla="*/ 102 h 108"/>
                <a:gd name="T4" fmla="*/ 24 w 72"/>
                <a:gd name="T5" fmla="*/ 108 h 108"/>
                <a:gd name="T6" fmla="*/ 48 w 72"/>
                <a:gd name="T7" fmla="*/ 108 h 108"/>
                <a:gd name="T8" fmla="*/ 66 w 72"/>
                <a:gd name="T9" fmla="*/ 96 h 108"/>
                <a:gd name="T10" fmla="*/ 72 w 72"/>
                <a:gd name="T11" fmla="*/ 66 h 108"/>
                <a:gd name="T12" fmla="*/ 66 w 72"/>
                <a:gd name="T13" fmla="*/ 42 h 108"/>
                <a:gd name="T14" fmla="*/ 60 w 72"/>
                <a:gd name="T15" fmla="*/ 18 h 108"/>
                <a:gd name="T16" fmla="*/ 48 w 72"/>
                <a:gd name="T17" fmla="*/ 6 h 108"/>
                <a:gd name="T18" fmla="*/ 42 w 72"/>
                <a:gd name="T19" fmla="*/ 0 h 108"/>
                <a:gd name="T20" fmla="*/ 42 w 72"/>
                <a:gd name="T21" fmla="*/ 0 h 108"/>
                <a:gd name="T22" fmla="*/ 36 w 72"/>
                <a:gd name="T23" fmla="*/ 0 h 108"/>
                <a:gd name="T24" fmla="*/ 18 w 72"/>
                <a:gd name="T25" fmla="*/ 24 h 108"/>
                <a:gd name="T26" fmla="*/ 6 w 72"/>
                <a:gd name="T27" fmla="*/ 48 h 108"/>
                <a:gd name="T28" fmla="*/ 0 w 72"/>
                <a:gd name="T29" fmla="*/ 66 h 108"/>
                <a:gd name="T30" fmla="*/ 0 w 72"/>
                <a:gd name="T31" fmla="*/ 90 h 108"/>
                <a:gd name="T32" fmla="*/ 0 w 72"/>
                <a:gd name="T33" fmla="*/ 90 h 108"/>
                <a:gd name="T34" fmla="*/ 12 w 72"/>
                <a:gd name="T35" fmla="*/ 66 h 108"/>
                <a:gd name="T36" fmla="*/ 18 w 72"/>
                <a:gd name="T37" fmla="*/ 48 h 108"/>
                <a:gd name="T38" fmla="*/ 24 w 72"/>
                <a:gd name="T39" fmla="*/ 36 h 108"/>
                <a:gd name="T40" fmla="*/ 30 w 72"/>
                <a:gd name="T41" fmla="*/ 24 h 108"/>
                <a:gd name="T42" fmla="*/ 36 w 72"/>
                <a:gd name="T43" fmla="*/ 18 h 108"/>
                <a:gd name="T44" fmla="*/ 54 w 72"/>
                <a:gd name="T45" fmla="*/ 30 h 108"/>
                <a:gd name="T46" fmla="*/ 60 w 72"/>
                <a:gd name="T47" fmla="*/ 48 h 108"/>
                <a:gd name="T48" fmla="*/ 66 w 72"/>
                <a:gd name="T49" fmla="*/ 72 h 108"/>
                <a:gd name="T50" fmla="*/ 66 w 72"/>
                <a:gd name="T51" fmla="*/ 84 h 108"/>
                <a:gd name="T52" fmla="*/ 54 w 72"/>
                <a:gd name="T53" fmla="*/ 96 h 108"/>
                <a:gd name="T54" fmla="*/ 30 w 72"/>
                <a:gd name="T55" fmla="*/ 102 h 108"/>
                <a:gd name="T56" fmla="*/ 24 w 72"/>
                <a:gd name="T57" fmla="*/ 96 h 108"/>
                <a:gd name="T58" fmla="*/ 12 w 72"/>
                <a:gd name="T59" fmla="*/ 90 h 108"/>
                <a:gd name="T60" fmla="*/ 12 w 72"/>
                <a:gd name="T61" fmla="*/ 78 h 108"/>
                <a:gd name="T62" fmla="*/ 12 w 72"/>
                <a:gd name="T63" fmla="*/ 66 h 108"/>
                <a:gd name="T64" fmla="*/ 12 w 72"/>
                <a:gd name="T65" fmla="*/ 6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48" y="108"/>
                  </a:lnTo>
                  <a:lnTo>
                    <a:pt x="66" y="96"/>
                  </a:lnTo>
                  <a:lnTo>
                    <a:pt x="72" y="66"/>
                  </a:lnTo>
                  <a:lnTo>
                    <a:pt x="66" y="42"/>
                  </a:lnTo>
                  <a:lnTo>
                    <a:pt x="60" y="18"/>
                  </a:lnTo>
                  <a:lnTo>
                    <a:pt x="48" y="6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18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24" y="36"/>
                  </a:lnTo>
                  <a:lnTo>
                    <a:pt x="30" y="24"/>
                  </a:lnTo>
                  <a:lnTo>
                    <a:pt x="36" y="18"/>
                  </a:lnTo>
                  <a:lnTo>
                    <a:pt x="54" y="30"/>
                  </a:lnTo>
                  <a:lnTo>
                    <a:pt x="60" y="48"/>
                  </a:lnTo>
                  <a:lnTo>
                    <a:pt x="66" y="72"/>
                  </a:lnTo>
                  <a:lnTo>
                    <a:pt x="66" y="84"/>
                  </a:lnTo>
                  <a:lnTo>
                    <a:pt x="54" y="96"/>
                  </a:lnTo>
                  <a:lnTo>
                    <a:pt x="30" y="102"/>
                  </a:lnTo>
                  <a:lnTo>
                    <a:pt x="24" y="96"/>
                  </a:lnTo>
                  <a:lnTo>
                    <a:pt x="12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6" name="Rectangle 32">
              <a:extLst>
                <a:ext uri="{FF2B5EF4-FFF2-40B4-BE49-F238E27FC236}">
                  <a16:creationId xmlns:a16="http://schemas.microsoft.com/office/drawing/2014/main" id="{6BBD805A-E432-9E68-7F60-85419325308F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238" y="1773"/>
              <a:ext cx="173" cy="2539"/>
            </a:xfrm>
            <a:prstGeom prst="rect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7" name="Rectangle 33">
              <a:extLst>
                <a:ext uri="{FF2B5EF4-FFF2-40B4-BE49-F238E27FC236}">
                  <a16:creationId xmlns:a16="http://schemas.microsoft.com/office/drawing/2014/main" id="{A93AF368-6E64-9C4D-003B-776644BA5DC5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288" y="1545"/>
              <a:ext cx="76" cy="24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8" name="AutoShape 34">
              <a:extLst>
                <a:ext uri="{FF2B5EF4-FFF2-40B4-BE49-F238E27FC236}">
                  <a16:creationId xmlns:a16="http://schemas.microsoft.com/office/drawing/2014/main" id="{ED95113F-4A80-46DF-2909-922BD9DCF41D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220" y="1743"/>
              <a:ext cx="205" cy="52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9" name="Freeform 35">
              <a:extLst>
                <a:ext uri="{FF2B5EF4-FFF2-40B4-BE49-F238E27FC236}">
                  <a16:creationId xmlns:a16="http://schemas.microsoft.com/office/drawing/2014/main" id="{242FF610-FF5E-FD1D-9E2F-4870C27DFE6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306" y="1529"/>
              <a:ext cx="252" cy="1576"/>
            </a:xfrm>
            <a:custGeom>
              <a:avLst/>
              <a:gdLst>
                <a:gd name="T0" fmla="*/ 252 w 252"/>
                <a:gd name="T1" fmla="*/ 1576 h 1576"/>
                <a:gd name="T2" fmla="*/ 12 w 252"/>
                <a:gd name="T3" fmla="*/ 84 h 1576"/>
                <a:gd name="T4" fmla="*/ 12 w 252"/>
                <a:gd name="T5" fmla="*/ 60 h 1576"/>
                <a:gd name="T6" fmla="*/ 0 w 252"/>
                <a:gd name="T7" fmla="*/ 12 h 1576"/>
                <a:gd name="T8" fmla="*/ 72 w 252"/>
                <a:gd name="T9" fmla="*/ 0 h 1576"/>
                <a:gd name="T10" fmla="*/ 72 w 252"/>
                <a:gd name="T11" fmla="*/ 0 h 1576"/>
                <a:gd name="T12" fmla="*/ 78 w 252"/>
                <a:gd name="T13" fmla="*/ 48 h 1576"/>
                <a:gd name="T14" fmla="*/ 88 w 252"/>
                <a:gd name="T15" fmla="*/ 66 h 1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2" h="1576">
                  <a:moveTo>
                    <a:pt x="252" y="1576"/>
                  </a:moveTo>
                  <a:lnTo>
                    <a:pt x="12" y="84"/>
                  </a:lnTo>
                  <a:lnTo>
                    <a:pt x="12" y="60"/>
                  </a:lnTo>
                  <a:lnTo>
                    <a:pt x="0" y="12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8" y="48"/>
                  </a:lnTo>
                  <a:lnTo>
                    <a:pt x="88" y="66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20" name="Freeform 36">
              <a:extLst>
                <a:ext uri="{FF2B5EF4-FFF2-40B4-BE49-F238E27FC236}">
                  <a16:creationId xmlns:a16="http://schemas.microsoft.com/office/drawing/2014/main" id="{43A3E388-718B-75AF-0237-FEB4F92EC662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169" y="1421"/>
              <a:ext cx="317" cy="138"/>
            </a:xfrm>
            <a:custGeom>
              <a:avLst/>
              <a:gdLst>
                <a:gd name="T0" fmla="*/ 161 w 316"/>
                <a:gd name="T1" fmla="*/ 0 h 138"/>
                <a:gd name="T2" fmla="*/ 227 w 316"/>
                <a:gd name="T3" fmla="*/ 6 h 138"/>
                <a:gd name="T4" fmla="*/ 275 w 316"/>
                <a:gd name="T5" fmla="*/ 36 h 138"/>
                <a:gd name="T6" fmla="*/ 304 w 316"/>
                <a:gd name="T7" fmla="*/ 78 h 138"/>
                <a:gd name="T8" fmla="*/ 316 w 316"/>
                <a:gd name="T9" fmla="*/ 138 h 138"/>
                <a:gd name="T10" fmla="*/ 0 w 316"/>
                <a:gd name="T11" fmla="*/ 138 h 138"/>
                <a:gd name="T12" fmla="*/ 11 w 316"/>
                <a:gd name="T13" fmla="*/ 78 h 138"/>
                <a:gd name="T14" fmla="*/ 47 w 316"/>
                <a:gd name="T15" fmla="*/ 36 h 138"/>
                <a:gd name="T16" fmla="*/ 95 w 316"/>
                <a:gd name="T17" fmla="*/ 6 h 138"/>
                <a:gd name="T18" fmla="*/ 161 w 316"/>
                <a:gd name="T19" fmla="*/ 0 h 138"/>
                <a:gd name="T20" fmla="*/ 161 w 316"/>
                <a:gd name="T21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6" h="138">
                  <a:moveTo>
                    <a:pt x="161" y="0"/>
                  </a:moveTo>
                  <a:lnTo>
                    <a:pt x="227" y="6"/>
                  </a:lnTo>
                  <a:lnTo>
                    <a:pt x="275" y="36"/>
                  </a:lnTo>
                  <a:lnTo>
                    <a:pt x="304" y="78"/>
                  </a:lnTo>
                  <a:lnTo>
                    <a:pt x="316" y="138"/>
                  </a:lnTo>
                  <a:lnTo>
                    <a:pt x="0" y="138"/>
                  </a:lnTo>
                  <a:lnTo>
                    <a:pt x="11" y="78"/>
                  </a:lnTo>
                  <a:lnTo>
                    <a:pt x="47" y="36"/>
                  </a:lnTo>
                  <a:lnTo>
                    <a:pt x="95" y="6"/>
                  </a:lnTo>
                  <a:lnTo>
                    <a:pt x="161" y="0"/>
                  </a:lnTo>
                  <a:lnTo>
                    <a:pt x="16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421" name="Rectangle 37">
            <a:extLst>
              <a:ext uri="{FF2B5EF4-FFF2-40B4-BE49-F238E27FC236}">
                <a16:creationId xmlns:a16="http://schemas.microsoft.com/office/drawing/2014/main" id="{85F9B8A2-C756-6AD6-82B2-A671DD03A3B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6422" name="Rectangle 38">
            <a:extLst>
              <a:ext uri="{FF2B5EF4-FFF2-40B4-BE49-F238E27FC236}">
                <a16:creationId xmlns:a16="http://schemas.microsoft.com/office/drawing/2014/main" id="{29227E55-C027-6D99-929E-92D75C8CB4B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6423" name="Rectangle 39">
            <a:extLst>
              <a:ext uri="{FF2B5EF4-FFF2-40B4-BE49-F238E27FC236}">
                <a16:creationId xmlns:a16="http://schemas.microsoft.com/office/drawing/2014/main" id="{AE29643E-38F5-1B5A-2701-3186008FB41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6424" name="Rectangle 40">
            <a:extLst>
              <a:ext uri="{FF2B5EF4-FFF2-40B4-BE49-F238E27FC236}">
                <a16:creationId xmlns:a16="http://schemas.microsoft.com/office/drawing/2014/main" id="{95E23CF4-D974-DD67-18B0-8B5819115CE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6425" name="Rectangle 41">
            <a:extLst>
              <a:ext uri="{FF2B5EF4-FFF2-40B4-BE49-F238E27FC236}">
                <a16:creationId xmlns:a16="http://schemas.microsoft.com/office/drawing/2014/main" id="{43F14497-C8B2-49AB-67C2-C97EE90FFAF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BDFDA754-D688-4F81-8396-EFD20A17E95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2E223-D577-3AC5-7180-5762BD231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FD1BEE-EDB4-055E-E6CC-4B55B1D17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79B5F5-BDA0-9DA1-B848-E935C6E6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427BD4-81D4-9339-1ED8-31BB97D32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EED3BF-A13D-2C84-8C05-1B3FA7824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5520EF-608B-46B2-A181-D4E78090B5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0725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666C2-C040-042C-5A07-73040C415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FAB171-A59C-D823-FBF4-96E98A7E9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DA6A43-CD51-D215-B87E-EB1E9718A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574ECC-4F42-E7DF-08BA-D59E4479B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80E56F-EC89-BCA7-7CC6-273D516D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C0EC40-E83F-4B10-B017-1F110D8C9E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93159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6CA92B-2657-9836-E103-A355FFE1A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0CC1A1-0244-A2E9-2EC5-A48A891CF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EBEF84-BB8F-A269-1BA5-AEEE967BC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240970-790A-CE71-6789-4CEF3CAC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7A5BBF5-7162-EB27-8F28-B5890B561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8BC7EC-0D15-D872-8216-12E6DB1C3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A2C5B-DEF0-46F1-86FD-90B53C2C43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96397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3590B-973C-2085-DE5E-17F17357C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CF0880-EEDB-0A37-7C9F-11DE803EF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36CEC3-1C8D-F2CE-8E2D-9165C0BD3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7956EA8-739C-73D3-675F-609041DD98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D76119-E1BE-3BD9-A57F-82090C6BB0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A61D080-7E96-DB6B-70C3-3879FE3DC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87B6A47-B6B1-784E-7F90-F3FDAC4C8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91FC2B4-80AE-C481-6D22-B178E944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1984D9-3596-44AA-8A7E-68E23E91D1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80139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E59E3-8CE3-16E4-26A5-7908617C3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73DBD59-8D75-0F68-736C-F4A7E2C3F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A06E5A2-1094-6756-DC9B-4EF841059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853B628-4358-8048-D6C1-B7188206F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8C2ED-64AE-40DD-9E74-A945FFF993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3266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CE9BED-B153-FC52-340F-3F1B03884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CF0BBC2-C9D8-6A0A-0893-A0520DCF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7045BD-127F-7772-322B-E963D7E83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47F13C-2FDD-4EF2-A4A1-10924463DD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8257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CA314-A555-B67E-C976-F84405AC2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2B48B7-DC92-DAF1-1979-E98D7CE9F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6CBD86-E3A4-CE6F-65DF-66622D53C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32697D-565A-3FBB-CFE8-39E3424F5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9B2389-3F67-E115-12A4-4FB9074F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C71FC0-0F2A-373E-9995-4629E0416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420A1F-81A2-43B1-BED1-401BEF2A64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17270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3AF61-17B0-0FCE-1838-9254DC6E6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6303C63-D567-3BF6-0323-34392C215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2703CD-4B40-3FF7-5871-B1610B8A8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28778B-A00B-F9BE-8106-D0F79CB13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7ED347-246A-3FD8-6AA1-5F848A55A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BFE791-9F96-1FF5-2D79-07A216964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7AA412-1A59-4270-A6A5-2961895355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434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4C66E-041A-AC23-055D-4E53CD30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E760A56-50A4-0C3C-00BD-50E06B2D8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8124B7-121E-95DD-0EAD-2AD53C96A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7348DC-4532-DAC7-C77C-A6F80C897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CB3CEE-2418-5286-108C-9EECBC7C3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2659E0-EB6E-405A-A1B1-C3E237D8EA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131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3B4879-ED5F-5244-24BE-1C046279B0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8170A2-6E87-2B52-EF91-34DB4B142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DB076-6121-2006-0176-DFBB0D994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73D122-D3A9-4DD3-720E-32A8A69FF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6F38EB-B322-D499-CE5A-7AD995A66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ABACD-9342-48FA-A678-D1E41AD1367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9882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>
            <a:extLst>
              <a:ext uri="{FF2B5EF4-FFF2-40B4-BE49-F238E27FC236}">
                <a16:creationId xmlns:a16="http://schemas.microsoft.com/office/drawing/2014/main" id="{1769EA30-885E-E2CC-61CD-AD26C8E0214F}"/>
              </a:ext>
            </a:extLst>
          </p:cNvPr>
          <p:cNvGrpSpPr>
            <a:grpSpLocks/>
          </p:cNvGrpSpPr>
          <p:nvPr/>
        </p:nvGrpSpPr>
        <p:grpSpPr bwMode="auto">
          <a:xfrm>
            <a:off x="3800475" y="1789113"/>
            <a:ext cx="5340350" cy="5056187"/>
            <a:chOff x="2394" y="1127"/>
            <a:chExt cx="3364" cy="3185"/>
          </a:xfrm>
        </p:grpSpPr>
        <p:sp>
          <p:nvSpPr>
            <p:cNvPr id="15363" name="Rectangle 3">
              <a:extLst>
                <a:ext uri="{FF2B5EF4-FFF2-40B4-BE49-F238E27FC236}">
                  <a16:creationId xmlns:a16="http://schemas.microsoft.com/office/drawing/2014/main" id="{4E77FF21-A3B3-925B-BFD8-774A7AE42913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4230" y="1365"/>
              <a:ext cx="197" cy="10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4" name="Oval 4">
              <a:extLst>
                <a:ext uri="{FF2B5EF4-FFF2-40B4-BE49-F238E27FC236}">
                  <a16:creationId xmlns:a16="http://schemas.microsoft.com/office/drawing/2014/main" id="{64B939A7-E809-EC16-6641-02A55FAB86E0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4299" y="1185"/>
              <a:ext cx="47" cy="47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5" name="Rectangle 5">
              <a:extLst>
                <a:ext uri="{FF2B5EF4-FFF2-40B4-BE49-F238E27FC236}">
                  <a16:creationId xmlns:a16="http://schemas.microsoft.com/office/drawing/2014/main" id="{AF840225-FFFC-5D37-B806-2CB7097736A8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 rot="995337">
              <a:off x="5205" y="1495"/>
              <a:ext cx="6" cy="20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6" name="Freeform 6">
              <a:extLst>
                <a:ext uri="{FF2B5EF4-FFF2-40B4-BE49-F238E27FC236}">
                  <a16:creationId xmlns:a16="http://schemas.microsoft.com/office/drawing/2014/main" id="{971372F1-5DAF-4A18-C0A5-DCBE4B208F47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4871" y="3508"/>
              <a:ext cx="66" cy="96"/>
            </a:xfrm>
            <a:custGeom>
              <a:avLst/>
              <a:gdLst>
                <a:gd name="T0" fmla="*/ 18 w 66"/>
                <a:gd name="T1" fmla="*/ 96 h 96"/>
                <a:gd name="T2" fmla="*/ 42 w 66"/>
                <a:gd name="T3" fmla="*/ 78 h 96"/>
                <a:gd name="T4" fmla="*/ 60 w 66"/>
                <a:gd name="T5" fmla="*/ 60 h 96"/>
                <a:gd name="T6" fmla="*/ 66 w 66"/>
                <a:gd name="T7" fmla="*/ 36 h 96"/>
                <a:gd name="T8" fmla="*/ 60 w 66"/>
                <a:gd name="T9" fmla="*/ 12 h 96"/>
                <a:gd name="T10" fmla="*/ 36 w 66"/>
                <a:gd name="T11" fmla="*/ 0 h 96"/>
                <a:gd name="T12" fmla="*/ 24 w 66"/>
                <a:gd name="T13" fmla="*/ 6 h 96"/>
                <a:gd name="T14" fmla="*/ 12 w 66"/>
                <a:gd name="T15" fmla="*/ 12 h 96"/>
                <a:gd name="T16" fmla="*/ 0 w 66"/>
                <a:gd name="T17" fmla="*/ 36 h 96"/>
                <a:gd name="T18" fmla="*/ 0 w 66"/>
                <a:gd name="T19" fmla="*/ 60 h 96"/>
                <a:gd name="T20" fmla="*/ 12 w 66"/>
                <a:gd name="T21" fmla="*/ 84 h 96"/>
                <a:gd name="T22" fmla="*/ 18 w 66"/>
                <a:gd name="T23" fmla="*/ 96 h 96"/>
                <a:gd name="T24" fmla="*/ 18 w 66"/>
                <a:gd name="T25" fmla="*/ 96 h 96"/>
                <a:gd name="T26" fmla="*/ 42 w 66"/>
                <a:gd name="T27" fmla="*/ 18 h 96"/>
                <a:gd name="T28" fmla="*/ 54 w 66"/>
                <a:gd name="T29" fmla="*/ 24 h 96"/>
                <a:gd name="T30" fmla="*/ 60 w 66"/>
                <a:gd name="T31" fmla="*/ 36 h 96"/>
                <a:gd name="T32" fmla="*/ 60 w 66"/>
                <a:gd name="T33" fmla="*/ 48 h 96"/>
                <a:gd name="T34" fmla="*/ 54 w 66"/>
                <a:gd name="T35" fmla="*/ 54 h 96"/>
                <a:gd name="T36" fmla="*/ 36 w 66"/>
                <a:gd name="T37" fmla="*/ 72 h 96"/>
                <a:gd name="T38" fmla="*/ 24 w 66"/>
                <a:gd name="T39" fmla="*/ 78 h 96"/>
                <a:gd name="T40" fmla="*/ 24 w 66"/>
                <a:gd name="T41" fmla="*/ 78 h 96"/>
                <a:gd name="T42" fmla="*/ 12 w 66"/>
                <a:gd name="T43" fmla="*/ 48 h 96"/>
                <a:gd name="T44" fmla="*/ 18 w 66"/>
                <a:gd name="T45" fmla="*/ 24 h 96"/>
                <a:gd name="T46" fmla="*/ 30 w 66"/>
                <a:gd name="T47" fmla="*/ 18 h 96"/>
                <a:gd name="T48" fmla="*/ 42 w 66"/>
                <a:gd name="T49" fmla="*/ 18 h 96"/>
                <a:gd name="T50" fmla="*/ 42 w 66"/>
                <a:gd name="T51" fmla="*/ 1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6" h="96">
                  <a:moveTo>
                    <a:pt x="18" y="96"/>
                  </a:moveTo>
                  <a:lnTo>
                    <a:pt x="42" y="78"/>
                  </a:lnTo>
                  <a:lnTo>
                    <a:pt x="60" y="60"/>
                  </a:lnTo>
                  <a:lnTo>
                    <a:pt x="66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0" y="60"/>
                  </a:lnTo>
                  <a:lnTo>
                    <a:pt x="12" y="84"/>
                  </a:lnTo>
                  <a:lnTo>
                    <a:pt x="18" y="96"/>
                  </a:lnTo>
                  <a:lnTo>
                    <a:pt x="18" y="96"/>
                  </a:lnTo>
                  <a:close/>
                  <a:moveTo>
                    <a:pt x="42" y="18"/>
                  </a:moveTo>
                  <a:lnTo>
                    <a:pt x="54" y="24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36" y="72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12" y="48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7" name="Rectangle 7">
              <a:extLst>
                <a:ext uri="{FF2B5EF4-FFF2-40B4-BE49-F238E27FC236}">
                  <a16:creationId xmlns:a16="http://schemas.microsoft.com/office/drawing/2014/main" id="{116E0319-9C8F-AC14-A8DD-5CA4313BC200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 rot="91736">
              <a:off x="5487" y="1535"/>
              <a:ext cx="6" cy="1998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8" name="Rectangle 8">
              <a:extLst>
                <a:ext uri="{FF2B5EF4-FFF2-40B4-BE49-F238E27FC236}">
                  <a16:creationId xmlns:a16="http://schemas.microsoft.com/office/drawing/2014/main" id="{50B7EA72-ED9F-985D-2786-0EBA5544BB7B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 rot="-926223">
              <a:off x="5640" y="1521"/>
              <a:ext cx="6" cy="881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9" name="Rectangle 9">
              <a:extLst>
                <a:ext uri="{FF2B5EF4-FFF2-40B4-BE49-F238E27FC236}">
                  <a16:creationId xmlns:a16="http://schemas.microsoft.com/office/drawing/2014/main" id="{8C43FCCD-297C-9625-A7EE-BF605ACA51B2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 rot="-1140313">
              <a:off x="3444" y="1816"/>
              <a:ext cx="6" cy="203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0" name="Rectangle 10">
              <a:extLst>
                <a:ext uri="{FF2B5EF4-FFF2-40B4-BE49-F238E27FC236}">
                  <a16:creationId xmlns:a16="http://schemas.microsoft.com/office/drawing/2014/main" id="{7283BE1D-F25C-61F8-1DF2-E415F3FCE548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 rot="1114412">
              <a:off x="2757" y="1821"/>
              <a:ext cx="6" cy="2119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1" name="Rectangle 11">
              <a:extLst>
                <a:ext uri="{FF2B5EF4-FFF2-40B4-BE49-F238E27FC236}">
                  <a16:creationId xmlns:a16="http://schemas.microsoft.com/office/drawing/2014/main" id="{C6C20BFA-225A-C5D2-759F-97C25E959040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 rot="254676">
              <a:off x="3035" y="1870"/>
              <a:ext cx="6" cy="190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2" name="Freeform 12">
              <a:extLst>
                <a:ext uri="{FF2B5EF4-FFF2-40B4-BE49-F238E27FC236}">
                  <a16:creationId xmlns:a16="http://schemas.microsoft.com/office/drawing/2014/main" id="{36C5DA1F-FE18-0BB7-F73B-456F7C663487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4007" y="3021"/>
              <a:ext cx="623" cy="156"/>
            </a:xfrm>
            <a:custGeom>
              <a:avLst/>
              <a:gdLst>
                <a:gd name="T0" fmla="*/ 6 w 623"/>
                <a:gd name="T1" fmla="*/ 18 h 156"/>
                <a:gd name="T2" fmla="*/ 162 w 623"/>
                <a:gd name="T3" fmla="*/ 36 h 156"/>
                <a:gd name="T4" fmla="*/ 251 w 623"/>
                <a:gd name="T5" fmla="*/ 36 h 156"/>
                <a:gd name="T6" fmla="*/ 354 w 623"/>
                <a:gd name="T7" fmla="*/ 30 h 156"/>
                <a:gd name="T8" fmla="*/ 473 w 623"/>
                <a:gd name="T9" fmla="*/ 18 h 156"/>
                <a:gd name="T10" fmla="*/ 611 w 623"/>
                <a:gd name="T11" fmla="*/ 0 h 156"/>
                <a:gd name="T12" fmla="*/ 623 w 623"/>
                <a:gd name="T13" fmla="*/ 114 h 156"/>
                <a:gd name="T14" fmla="*/ 497 w 623"/>
                <a:gd name="T15" fmla="*/ 138 h 156"/>
                <a:gd name="T16" fmla="*/ 414 w 623"/>
                <a:gd name="T17" fmla="*/ 150 h 156"/>
                <a:gd name="T18" fmla="*/ 318 w 623"/>
                <a:gd name="T19" fmla="*/ 156 h 156"/>
                <a:gd name="T20" fmla="*/ 215 w 623"/>
                <a:gd name="T21" fmla="*/ 156 h 156"/>
                <a:gd name="T22" fmla="*/ 108 w 623"/>
                <a:gd name="T23" fmla="*/ 150 h 156"/>
                <a:gd name="T24" fmla="*/ 0 w 623"/>
                <a:gd name="T25" fmla="*/ 132 h 156"/>
                <a:gd name="T26" fmla="*/ 6 w 623"/>
                <a:gd name="T27" fmla="*/ 18 h 156"/>
                <a:gd name="T28" fmla="*/ 6 w 623"/>
                <a:gd name="T29" fmla="*/ 1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23" h="156">
                  <a:moveTo>
                    <a:pt x="6" y="18"/>
                  </a:moveTo>
                  <a:lnTo>
                    <a:pt x="162" y="36"/>
                  </a:lnTo>
                  <a:lnTo>
                    <a:pt x="251" y="36"/>
                  </a:lnTo>
                  <a:lnTo>
                    <a:pt x="354" y="30"/>
                  </a:lnTo>
                  <a:lnTo>
                    <a:pt x="473" y="18"/>
                  </a:lnTo>
                  <a:lnTo>
                    <a:pt x="611" y="0"/>
                  </a:lnTo>
                  <a:lnTo>
                    <a:pt x="623" y="114"/>
                  </a:lnTo>
                  <a:lnTo>
                    <a:pt x="497" y="138"/>
                  </a:lnTo>
                  <a:lnTo>
                    <a:pt x="414" y="150"/>
                  </a:lnTo>
                  <a:lnTo>
                    <a:pt x="318" y="156"/>
                  </a:lnTo>
                  <a:lnTo>
                    <a:pt x="215" y="156"/>
                  </a:lnTo>
                  <a:lnTo>
                    <a:pt x="108" y="150"/>
                  </a:lnTo>
                  <a:lnTo>
                    <a:pt x="0" y="132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3" name="Freeform 13">
              <a:extLst>
                <a:ext uri="{FF2B5EF4-FFF2-40B4-BE49-F238E27FC236}">
                  <a16:creationId xmlns:a16="http://schemas.microsoft.com/office/drawing/2014/main" id="{45DF6B72-03AF-E347-BFB5-FDB2E1A89627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4762" y="3591"/>
              <a:ext cx="996" cy="126"/>
            </a:xfrm>
            <a:custGeom>
              <a:avLst/>
              <a:gdLst>
                <a:gd name="T0" fmla="*/ 754 w 993"/>
                <a:gd name="T1" fmla="*/ 6 h 126"/>
                <a:gd name="T2" fmla="*/ 652 w 993"/>
                <a:gd name="T3" fmla="*/ 6 h 126"/>
                <a:gd name="T4" fmla="*/ 563 w 993"/>
                <a:gd name="T5" fmla="*/ 6 h 126"/>
                <a:gd name="T6" fmla="*/ 479 w 993"/>
                <a:gd name="T7" fmla="*/ 6 h 126"/>
                <a:gd name="T8" fmla="*/ 401 w 993"/>
                <a:gd name="T9" fmla="*/ 6 h 126"/>
                <a:gd name="T10" fmla="*/ 335 w 993"/>
                <a:gd name="T11" fmla="*/ 0 h 126"/>
                <a:gd name="T12" fmla="*/ 276 w 993"/>
                <a:gd name="T13" fmla="*/ 0 h 126"/>
                <a:gd name="T14" fmla="*/ 222 w 993"/>
                <a:gd name="T15" fmla="*/ 0 h 126"/>
                <a:gd name="T16" fmla="*/ 180 w 993"/>
                <a:gd name="T17" fmla="*/ 6 h 126"/>
                <a:gd name="T18" fmla="*/ 138 w 993"/>
                <a:gd name="T19" fmla="*/ 6 h 126"/>
                <a:gd name="T20" fmla="*/ 108 w 993"/>
                <a:gd name="T21" fmla="*/ 6 h 126"/>
                <a:gd name="T22" fmla="*/ 54 w 993"/>
                <a:gd name="T23" fmla="*/ 6 h 126"/>
                <a:gd name="T24" fmla="*/ 24 w 993"/>
                <a:gd name="T25" fmla="*/ 12 h 126"/>
                <a:gd name="T26" fmla="*/ 6 w 993"/>
                <a:gd name="T27" fmla="*/ 18 h 126"/>
                <a:gd name="T28" fmla="*/ 0 w 993"/>
                <a:gd name="T29" fmla="*/ 24 h 126"/>
                <a:gd name="T30" fmla="*/ 12 w 993"/>
                <a:gd name="T31" fmla="*/ 42 h 126"/>
                <a:gd name="T32" fmla="*/ 18 w 993"/>
                <a:gd name="T33" fmla="*/ 48 h 126"/>
                <a:gd name="T34" fmla="*/ 30 w 993"/>
                <a:gd name="T35" fmla="*/ 54 h 126"/>
                <a:gd name="T36" fmla="*/ 60 w 993"/>
                <a:gd name="T37" fmla="*/ 60 h 126"/>
                <a:gd name="T38" fmla="*/ 90 w 993"/>
                <a:gd name="T39" fmla="*/ 72 h 126"/>
                <a:gd name="T40" fmla="*/ 144 w 993"/>
                <a:gd name="T41" fmla="*/ 84 h 126"/>
                <a:gd name="T42" fmla="*/ 210 w 993"/>
                <a:gd name="T43" fmla="*/ 90 h 126"/>
                <a:gd name="T44" fmla="*/ 293 w 993"/>
                <a:gd name="T45" fmla="*/ 102 h 126"/>
                <a:gd name="T46" fmla="*/ 389 w 993"/>
                <a:gd name="T47" fmla="*/ 108 h 126"/>
                <a:gd name="T48" fmla="*/ 503 w 993"/>
                <a:gd name="T49" fmla="*/ 120 h 126"/>
                <a:gd name="T50" fmla="*/ 622 w 993"/>
                <a:gd name="T51" fmla="*/ 120 h 126"/>
                <a:gd name="T52" fmla="*/ 754 w 993"/>
                <a:gd name="T53" fmla="*/ 126 h 126"/>
                <a:gd name="T54" fmla="*/ 873 w 993"/>
                <a:gd name="T55" fmla="*/ 126 h 126"/>
                <a:gd name="T56" fmla="*/ 993 w 993"/>
                <a:gd name="T57" fmla="*/ 126 h 126"/>
                <a:gd name="T58" fmla="*/ 993 w 993"/>
                <a:gd name="T59" fmla="*/ 12 h 126"/>
                <a:gd name="T60" fmla="*/ 879 w 993"/>
                <a:gd name="T61" fmla="*/ 12 h 126"/>
                <a:gd name="T62" fmla="*/ 754 w 993"/>
                <a:gd name="T63" fmla="*/ 6 h 126"/>
                <a:gd name="T64" fmla="*/ 754 w 993"/>
                <a:gd name="T65" fmla="*/ 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93" h="126">
                  <a:moveTo>
                    <a:pt x="754" y="6"/>
                  </a:moveTo>
                  <a:lnTo>
                    <a:pt x="652" y="6"/>
                  </a:lnTo>
                  <a:lnTo>
                    <a:pt x="563" y="6"/>
                  </a:lnTo>
                  <a:lnTo>
                    <a:pt x="479" y="6"/>
                  </a:lnTo>
                  <a:lnTo>
                    <a:pt x="401" y="6"/>
                  </a:lnTo>
                  <a:lnTo>
                    <a:pt x="335" y="0"/>
                  </a:lnTo>
                  <a:lnTo>
                    <a:pt x="276" y="0"/>
                  </a:lnTo>
                  <a:lnTo>
                    <a:pt x="222" y="0"/>
                  </a:lnTo>
                  <a:lnTo>
                    <a:pt x="180" y="6"/>
                  </a:lnTo>
                  <a:lnTo>
                    <a:pt x="138" y="6"/>
                  </a:lnTo>
                  <a:lnTo>
                    <a:pt x="108" y="6"/>
                  </a:lnTo>
                  <a:lnTo>
                    <a:pt x="54" y="6"/>
                  </a:lnTo>
                  <a:lnTo>
                    <a:pt x="24" y="12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12" y="42"/>
                  </a:lnTo>
                  <a:lnTo>
                    <a:pt x="18" y="48"/>
                  </a:lnTo>
                  <a:lnTo>
                    <a:pt x="30" y="54"/>
                  </a:lnTo>
                  <a:lnTo>
                    <a:pt x="60" y="60"/>
                  </a:lnTo>
                  <a:lnTo>
                    <a:pt x="90" y="72"/>
                  </a:lnTo>
                  <a:lnTo>
                    <a:pt x="144" y="84"/>
                  </a:lnTo>
                  <a:lnTo>
                    <a:pt x="210" y="90"/>
                  </a:lnTo>
                  <a:lnTo>
                    <a:pt x="293" y="102"/>
                  </a:lnTo>
                  <a:lnTo>
                    <a:pt x="389" y="108"/>
                  </a:lnTo>
                  <a:lnTo>
                    <a:pt x="503" y="120"/>
                  </a:lnTo>
                  <a:lnTo>
                    <a:pt x="622" y="120"/>
                  </a:lnTo>
                  <a:lnTo>
                    <a:pt x="754" y="126"/>
                  </a:lnTo>
                  <a:lnTo>
                    <a:pt x="873" y="126"/>
                  </a:lnTo>
                  <a:lnTo>
                    <a:pt x="993" y="126"/>
                  </a:lnTo>
                  <a:lnTo>
                    <a:pt x="993" y="12"/>
                  </a:lnTo>
                  <a:lnTo>
                    <a:pt x="879" y="12"/>
                  </a:lnTo>
                  <a:lnTo>
                    <a:pt x="754" y="6"/>
                  </a:lnTo>
                  <a:lnTo>
                    <a:pt x="754" y="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4" name="Freeform 14">
              <a:extLst>
                <a:ext uri="{FF2B5EF4-FFF2-40B4-BE49-F238E27FC236}">
                  <a16:creationId xmlns:a16="http://schemas.microsoft.com/office/drawing/2014/main" id="{F9AAA3B9-F7D7-C1CA-6CB2-D8B17A443113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4786" y="3645"/>
              <a:ext cx="972" cy="245"/>
            </a:xfrm>
            <a:custGeom>
              <a:avLst/>
              <a:gdLst>
                <a:gd name="T0" fmla="*/ 0 w 969"/>
                <a:gd name="T1" fmla="*/ 0 h 245"/>
                <a:gd name="T2" fmla="*/ 24 w 969"/>
                <a:gd name="T3" fmla="*/ 54 h 245"/>
                <a:gd name="T4" fmla="*/ 66 w 969"/>
                <a:gd name="T5" fmla="*/ 96 h 245"/>
                <a:gd name="T6" fmla="*/ 120 w 969"/>
                <a:gd name="T7" fmla="*/ 137 h 245"/>
                <a:gd name="T8" fmla="*/ 198 w 969"/>
                <a:gd name="T9" fmla="*/ 173 h 245"/>
                <a:gd name="T10" fmla="*/ 293 w 969"/>
                <a:gd name="T11" fmla="*/ 203 h 245"/>
                <a:gd name="T12" fmla="*/ 353 w 969"/>
                <a:gd name="T13" fmla="*/ 215 h 245"/>
                <a:gd name="T14" fmla="*/ 413 w 969"/>
                <a:gd name="T15" fmla="*/ 227 h 245"/>
                <a:gd name="T16" fmla="*/ 479 w 969"/>
                <a:gd name="T17" fmla="*/ 233 h 245"/>
                <a:gd name="T18" fmla="*/ 556 w 969"/>
                <a:gd name="T19" fmla="*/ 239 h 245"/>
                <a:gd name="T20" fmla="*/ 634 w 969"/>
                <a:gd name="T21" fmla="*/ 245 h 245"/>
                <a:gd name="T22" fmla="*/ 724 w 969"/>
                <a:gd name="T23" fmla="*/ 245 h 245"/>
                <a:gd name="T24" fmla="*/ 855 w 969"/>
                <a:gd name="T25" fmla="*/ 245 h 245"/>
                <a:gd name="T26" fmla="*/ 969 w 969"/>
                <a:gd name="T27" fmla="*/ 239 h 245"/>
                <a:gd name="T28" fmla="*/ 969 w 969"/>
                <a:gd name="T29" fmla="*/ 60 h 245"/>
                <a:gd name="T30" fmla="*/ 700 w 969"/>
                <a:gd name="T31" fmla="*/ 60 h 245"/>
                <a:gd name="T32" fmla="*/ 503 w 969"/>
                <a:gd name="T33" fmla="*/ 54 h 245"/>
                <a:gd name="T34" fmla="*/ 317 w 969"/>
                <a:gd name="T35" fmla="*/ 42 h 245"/>
                <a:gd name="T36" fmla="*/ 150 w 969"/>
                <a:gd name="T37" fmla="*/ 24 h 245"/>
                <a:gd name="T38" fmla="*/ 72 w 969"/>
                <a:gd name="T39" fmla="*/ 12 h 245"/>
                <a:gd name="T40" fmla="*/ 0 w 969"/>
                <a:gd name="T41" fmla="*/ 0 h 245"/>
                <a:gd name="T42" fmla="*/ 0 w 969"/>
                <a:gd name="T43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9" h="245">
                  <a:moveTo>
                    <a:pt x="0" y="0"/>
                  </a:moveTo>
                  <a:lnTo>
                    <a:pt x="24" y="54"/>
                  </a:lnTo>
                  <a:lnTo>
                    <a:pt x="66" y="96"/>
                  </a:lnTo>
                  <a:lnTo>
                    <a:pt x="120" y="137"/>
                  </a:lnTo>
                  <a:lnTo>
                    <a:pt x="198" y="173"/>
                  </a:lnTo>
                  <a:lnTo>
                    <a:pt x="293" y="203"/>
                  </a:lnTo>
                  <a:lnTo>
                    <a:pt x="353" y="215"/>
                  </a:lnTo>
                  <a:lnTo>
                    <a:pt x="413" y="227"/>
                  </a:lnTo>
                  <a:lnTo>
                    <a:pt x="479" y="233"/>
                  </a:lnTo>
                  <a:lnTo>
                    <a:pt x="556" y="239"/>
                  </a:lnTo>
                  <a:lnTo>
                    <a:pt x="634" y="245"/>
                  </a:lnTo>
                  <a:lnTo>
                    <a:pt x="724" y="245"/>
                  </a:lnTo>
                  <a:lnTo>
                    <a:pt x="855" y="245"/>
                  </a:lnTo>
                  <a:lnTo>
                    <a:pt x="969" y="239"/>
                  </a:lnTo>
                  <a:lnTo>
                    <a:pt x="969" y="60"/>
                  </a:lnTo>
                  <a:lnTo>
                    <a:pt x="700" y="60"/>
                  </a:lnTo>
                  <a:lnTo>
                    <a:pt x="503" y="54"/>
                  </a:lnTo>
                  <a:lnTo>
                    <a:pt x="317" y="42"/>
                  </a:lnTo>
                  <a:lnTo>
                    <a:pt x="150" y="24"/>
                  </a:lnTo>
                  <a:lnTo>
                    <a:pt x="72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5" name="Freeform 15">
              <a:extLst>
                <a:ext uri="{FF2B5EF4-FFF2-40B4-BE49-F238E27FC236}">
                  <a16:creationId xmlns:a16="http://schemas.microsoft.com/office/drawing/2014/main" id="{CD23D594-740E-74DF-B0CD-7958D02F4946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4804" y="3591"/>
              <a:ext cx="954" cy="90"/>
            </a:xfrm>
            <a:custGeom>
              <a:avLst/>
              <a:gdLst>
                <a:gd name="T0" fmla="*/ 700 w 951"/>
                <a:gd name="T1" fmla="*/ 0 h 90"/>
                <a:gd name="T2" fmla="*/ 598 w 951"/>
                <a:gd name="T3" fmla="*/ 0 h 90"/>
                <a:gd name="T4" fmla="*/ 515 w 951"/>
                <a:gd name="T5" fmla="*/ 0 h 90"/>
                <a:gd name="T6" fmla="*/ 431 w 951"/>
                <a:gd name="T7" fmla="*/ 0 h 90"/>
                <a:gd name="T8" fmla="*/ 365 w 951"/>
                <a:gd name="T9" fmla="*/ 0 h 90"/>
                <a:gd name="T10" fmla="*/ 299 w 951"/>
                <a:gd name="T11" fmla="*/ 0 h 90"/>
                <a:gd name="T12" fmla="*/ 245 w 951"/>
                <a:gd name="T13" fmla="*/ 0 h 90"/>
                <a:gd name="T14" fmla="*/ 198 w 951"/>
                <a:gd name="T15" fmla="*/ 0 h 90"/>
                <a:gd name="T16" fmla="*/ 162 w 951"/>
                <a:gd name="T17" fmla="*/ 0 h 90"/>
                <a:gd name="T18" fmla="*/ 126 w 951"/>
                <a:gd name="T19" fmla="*/ 6 h 90"/>
                <a:gd name="T20" fmla="*/ 96 w 951"/>
                <a:gd name="T21" fmla="*/ 6 h 90"/>
                <a:gd name="T22" fmla="*/ 54 w 951"/>
                <a:gd name="T23" fmla="*/ 12 h 90"/>
                <a:gd name="T24" fmla="*/ 30 w 951"/>
                <a:gd name="T25" fmla="*/ 12 h 90"/>
                <a:gd name="T26" fmla="*/ 12 w 951"/>
                <a:gd name="T27" fmla="*/ 18 h 90"/>
                <a:gd name="T28" fmla="*/ 6 w 951"/>
                <a:gd name="T29" fmla="*/ 18 h 90"/>
                <a:gd name="T30" fmla="*/ 0 w 951"/>
                <a:gd name="T31" fmla="*/ 24 h 90"/>
                <a:gd name="T32" fmla="*/ 6 w 951"/>
                <a:gd name="T33" fmla="*/ 30 h 90"/>
                <a:gd name="T34" fmla="*/ 24 w 951"/>
                <a:gd name="T35" fmla="*/ 36 h 90"/>
                <a:gd name="T36" fmla="*/ 54 w 951"/>
                <a:gd name="T37" fmla="*/ 42 h 90"/>
                <a:gd name="T38" fmla="*/ 102 w 951"/>
                <a:gd name="T39" fmla="*/ 54 h 90"/>
                <a:gd name="T40" fmla="*/ 168 w 951"/>
                <a:gd name="T41" fmla="*/ 60 h 90"/>
                <a:gd name="T42" fmla="*/ 251 w 951"/>
                <a:gd name="T43" fmla="*/ 66 h 90"/>
                <a:gd name="T44" fmla="*/ 341 w 951"/>
                <a:gd name="T45" fmla="*/ 78 h 90"/>
                <a:gd name="T46" fmla="*/ 449 w 951"/>
                <a:gd name="T47" fmla="*/ 84 h 90"/>
                <a:gd name="T48" fmla="*/ 568 w 951"/>
                <a:gd name="T49" fmla="*/ 84 h 90"/>
                <a:gd name="T50" fmla="*/ 694 w 951"/>
                <a:gd name="T51" fmla="*/ 90 h 90"/>
                <a:gd name="T52" fmla="*/ 825 w 951"/>
                <a:gd name="T53" fmla="*/ 90 h 90"/>
                <a:gd name="T54" fmla="*/ 951 w 951"/>
                <a:gd name="T55" fmla="*/ 90 h 90"/>
                <a:gd name="T56" fmla="*/ 951 w 951"/>
                <a:gd name="T57" fmla="*/ 6 h 90"/>
                <a:gd name="T58" fmla="*/ 831 w 951"/>
                <a:gd name="T59" fmla="*/ 6 h 90"/>
                <a:gd name="T60" fmla="*/ 772 w 951"/>
                <a:gd name="T61" fmla="*/ 6 h 90"/>
                <a:gd name="T62" fmla="*/ 700 w 951"/>
                <a:gd name="T63" fmla="*/ 0 h 90"/>
                <a:gd name="T64" fmla="*/ 700 w 951"/>
                <a:gd name="T65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51" h="90">
                  <a:moveTo>
                    <a:pt x="700" y="0"/>
                  </a:moveTo>
                  <a:lnTo>
                    <a:pt x="598" y="0"/>
                  </a:lnTo>
                  <a:lnTo>
                    <a:pt x="515" y="0"/>
                  </a:lnTo>
                  <a:lnTo>
                    <a:pt x="431" y="0"/>
                  </a:lnTo>
                  <a:lnTo>
                    <a:pt x="365" y="0"/>
                  </a:lnTo>
                  <a:lnTo>
                    <a:pt x="299" y="0"/>
                  </a:lnTo>
                  <a:lnTo>
                    <a:pt x="245" y="0"/>
                  </a:lnTo>
                  <a:lnTo>
                    <a:pt x="198" y="0"/>
                  </a:lnTo>
                  <a:lnTo>
                    <a:pt x="162" y="0"/>
                  </a:lnTo>
                  <a:lnTo>
                    <a:pt x="126" y="6"/>
                  </a:lnTo>
                  <a:lnTo>
                    <a:pt x="96" y="6"/>
                  </a:lnTo>
                  <a:lnTo>
                    <a:pt x="54" y="12"/>
                  </a:lnTo>
                  <a:lnTo>
                    <a:pt x="30" y="12"/>
                  </a:lnTo>
                  <a:lnTo>
                    <a:pt x="12" y="18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6" y="30"/>
                  </a:lnTo>
                  <a:lnTo>
                    <a:pt x="24" y="36"/>
                  </a:lnTo>
                  <a:lnTo>
                    <a:pt x="54" y="42"/>
                  </a:lnTo>
                  <a:lnTo>
                    <a:pt x="102" y="54"/>
                  </a:lnTo>
                  <a:lnTo>
                    <a:pt x="168" y="60"/>
                  </a:lnTo>
                  <a:lnTo>
                    <a:pt x="251" y="66"/>
                  </a:lnTo>
                  <a:lnTo>
                    <a:pt x="341" y="78"/>
                  </a:lnTo>
                  <a:lnTo>
                    <a:pt x="449" y="84"/>
                  </a:lnTo>
                  <a:lnTo>
                    <a:pt x="568" y="84"/>
                  </a:lnTo>
                  <a:lnTo>
                    <a:pt x="694" y="90"/>
                  </a:lnTo>
                  <a:lnTo>
                    <a:pt x="825" y="90"/>
                  </a:lnTo>
                  <a:lnTo>
                    <a:pt x="951" y="90"/>
                  </a:lnTo>
                  <a:lnTo>
                    <a:pt x="951" y="6"/>
                  </a:lnTo>
                  <a:lnTo>
                    <a:pt x="831" y="6"/>
                  </a:lnTo>
                  <a:lnTo>
                    <a:pt x="772" y="6"/>
                  </a:lnTo>
                  <a:lnTo>
                    <a:pt x="700" y="0"/>
                  </a:lnTo>
                  <a:lnTo>
                    <a:pt x="7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6" name="Freeform 16">
              <a:extLst>
                <a:ext uri="{FF2B5EF4-FFF2-40B4-BE49-F238E27FC236}">
                  <a16:creationId xmlns:a16="http://schemas.microsoft.com/office/drawing/2014/main" id="{DBE4D7B9-FCC8-0B31-51F8-6F0C84B674AE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3059" y="1541"/>
              <a:ext cx="102" cy="155"/>
            </a:xfrm>
            <a:custGeom>
              <a:avLst/>
              <a:gdLst>
                <a:gd name="T0" fmla="*/ 102 w 102"/>
                <a:gd name="T1" fmla="*/ 0 h 155"/>
                <a:gd name="T2" fmla="*/ 0 w 102"/>
                <a:gd name="T3" fmla="*/ 12 h 155"/>
                <a:gd name="T4" fmla="*/ 30 w 102"/>
                <a:gd name="T5" fmla="*/ 72 h 155"/>
                <a:gd name="T6" fmla="*/ 30 w 102"/>
                <a:gd name="T7" fmla="*/ 155 h 155"/>
                <a:gd name="T8" fmla="*/ 72 w 102"/>
                <a:gd name="T9" fmla="*/ 155 h 155"/>
                <a:gd name="T10" fmla="*/ 72 w 102"/>
                <a:gd name="T11" fmla="*/ 66 h 155"/>
                <a:gd name="T12" fmla="*/ 102 w 102"/>
                <a:gd name="T13" fmla="*/ 0 h 155"/>
                <a:gd name="T14" fmla="*/ 102 w 102"/>
                <a:gd name="T1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155">
                  <a:moveTo>
                    <a:pt x="102" y="0"/>
                  </a:moveTo>
                  <a:lnTo>
                    <a:pt x="0" y="12"/>
                  </a:lnTo>
                  <a:lnTo>
                    <a:pt x="30" y="72"/>
                  </a:lnTo>
                  <a:lnTo>
                    <a:pt x="30" y="155"/>
                  </a:lnTo>
                  <a:lnTo>
                    <a:pt x="72" y="155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7" name="Freeform 17">
              <a:extLst>
                <a:ext uri="{FF2B5EF4-FFF2-40B4-BE49-F238E27FC236}">
                  <a16:creationId xmlns:a16="http://schemas.microsoft.com/office/drawing/2014/main" id="{773E35B2-D111-BB3A-EDDF-83F429031DF8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3059" y="1690"/>
              <a:ext cx="90" cy="96"/>
            </a:xfrm>
            <a:custGeom>
              <a:avLst/>
              <a:gdLst>
                <a:gd name="T0" fmla="*/ 48 w 90"/>
                <a:gd name="T1" fmla="*/ 96 h 96"/>
                <a:gd name="T2" fmla="*/ 72 w 90"/>
                <a:gd name="T3" fmla="*/ 72 h 96"/>
                <a:gd name="T4" fmla="*/ 84 w 90"/>
                <a:gd name="T5" fmla="*/ 48 h 96"/>
                <a:gd name="T6" fmla="*/ 90 w 90"/>
                <a:gd name="T7" fmla="*/ 36 h 96"/>
                <a:gd name="T8" fmla="*/ 84 w 90"/>
                <a:gd name="T9" fmla="*/ 24 h 96"/>
                <a:gd name="T10" fmla="*/ 66 w 90"/>
                <a:gd name="T11" fmla="*/ 6 h 96"/>
                <a:gd name="T12" fmla="*/ 42 w 90"/>
                <a:gd name="T13" fmla="*/ 0 h 96"/>
                <a:gd name="T14" fmla="*/ 24 w 90"/>
                <a:gd name="T15" fmla="*/ 0 h 96"/>
                <a:gd name="T16" fmla="*/ 12 w 90"/>
                <a:gd name="T17" fmla="*/ 12 h 96"/>
                <a:gd name="T18" fmla="*/ 6 w 90"/>
                <a:gd name="T19" fmla="*/ 24 h 96"/>
                <a:gd name="T20" fmla="*/ 0 w 90"/>
                <a:gd name="T21" fmla="*/ 36 h 96"/>
                <a:gd name="T22" fmla="*/ 12 w 90"/>
                <a:gd name="T23" fmla="*/ 66 h 96"/>
                <a:gd name="T24" fmla="*/ 30 w 90"/>
                <a:gd name="T25" fmla="*/ 84 h 96"/>
                <a:gd name="T26" fmla="*/ 48 w 90"/>
                <a:gd name="T27" fmla="*/ 96 h 96"/>
                <a:gd name="T28" fmla="*/ 48 w 90"/>
                <a:gd name="T29" fmla="*/ 96 h 96"/>
                <a:gd name="T30" fmla="*/ 48 w 90"/>
                <a:gd name="T31" fmla="*/ 12 h 96"/>
                <a:gd name="T32" fmla="*/ 66 w 90"/>
                <a:gd name="T33" fmla="*/ 18 h 96"/>
                <a:gd name="T34" fmla="*/ 72 w 90"/>
                <a:gd name="T35" fmla="*/ 24 h 96"/>
                <a:gd name="T36" fmla="*/ 72 w 90"/>
                <a:gd name="T37" fmla="*/ 36 h 96"/>
                <a:gd name="T38" fmla="*/ 72 w 90"/>
                <a:gd name="T39" fmla="*/ 48 h 96"/>
                <a:gd name="T40" fmla="*/ 54 w 90"/>
                <a:gd name="T41" fmla="*/ 66 h 96"/>
                <a:gd name="T42" fmla="*/ 48 w 90"/>
                <a:gd name="T43" fmla="*/ 78 h 96"/>
                <a:gd name="T44" fmla="*/ 30 w 90"/>
                <a:gd name="T45" fmla="*/ 66 h 96"/>
                <a:gd name="T46" fmla="*/ 24 w 90"/>
                <a:gd name="T47" fmla="*/ 48 h 96"/>
                <a:gd name="T48" fmla="*/ 18 w 90"/>
                <a:gd name="T49" fmla="*/ 30 h 96"/>
                <a:gd name="T50" fmla="*/ 30 w 90"/>
                <a:gd name="T51" fmla="*/ 12 h 96"/>
                <a:gd name="T52" fmla="*/ 48 w 90"/>
                <a:gd name="T53" fmla="*/ 12 h 96"/>
                <a:gd name="T54" fmla="*/ 48 w 90"/>
                <a:gd name="T55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0" h="96">
                  <a:moveTo>
                    <a:pt x="48" y="96"/>
                  </a:moveTo>
                  <a:lnTo>
                    <a:pt x="72" y="72"/>
                  </a:lnTo>
                  <a:lnTo>
                    <a:pt x="84" y="48"/>
                  </a:lnTo>
                  <a:lnTo>
                    <a:pt x="90" y="36"/>
                  </a:lnTo>
                  <a:lnTo>
                    <a:pt x="84" y="24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0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36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54" y="66"/>
                  </a:lnTo>
                  <a:lnTo>
                    <a:pt x="48" y="78"/>
                  </a:lnTo>
                  <a:lnTo>
                    <a:pt x="30" y="66"/>
                  </a:lnTo>
                  <a:lnTo>
                    <a:pt x="24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8" name="Freeform 18">
              <a:extLst>
                <a:ext uri="{FF2B5EF4-FFF2-40B4-BE49-F238E27FC236}">
                  <a16:creationId xmlns:a16="http://schemas.microsoft.com/office/drawing/2014/main" id="{6CC9E7B9-E784-C7C9-6ED3-1076FE340904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3059" y="1768"/>
              <a:ext cx="90" cy="108"/>
            </a:xfrm>
            <a:custGeom>
              <a:avLst/>
              <a:gdLst>
                <a:gd name="T0" fmla="*/ 0 w 90"/>
                <a:gd name="T1" fmla="*/ 90 h 108"/>
                <a:gd name="T2" fmla="*/ 12 w 90"/>
                <a:gd name="T3" fmla="*/ 102 h 108"/>
                <a:gd name="T4" fmla="*/ 24 w 90"/>
                <a:gd name="T5" fmla="*/ 108 h 108"/>
                <a:gd name="T6" fmla="*/ 54 w 90"/>
                <a:gd name="T7" fmla="*/ 108 h 108"/>
                <a:gd name="T8" fmla="*/ 78 w 90"/>
                <a:gd name="T9" fmla="*/ 96 h 108"/>
                <a:gd name="T10" fmla="*/ 90 w 90"/>
                <a:gd name="T11" fmla="*/ 72 h 108"/>
                <a:gd name="T12" fmla="*/ 84 w 90"/>
                <a:gd name="T13" fmla="*/ 42 h 108"/>
                <a:gd name="T14" fmla="*/ 66 w 90"/>
                <a:gd name="T15" fmla="*/ 24 h 108"/>
                <a:gd name="T16" fmla="*/ 54 w 90"/>
                <a:gd name="T17" fmla="*/ 12 h 108"/>
                <a:gd name="T18" fmla="*/ 48 w 90"/>
                <a:gd name="T19" fmla="*/ 6 h 108"/>
                <a:gd name="T20" fmla="*/ 48 w 90"/>
                <a:gd name="T21" fmla="*/ 6 h 108"/>
                <a:gd name="T22" fmla="*/ 48 w 90"/>
                <a:gd name="T23" fmla="*/ 0 h 108"/>
                <a:gd name="T24" fmla="*/ 24 w 90"/>
                <a:gd name="T25" fmla="*/ 24 h 108"/>
                <a:gd name="T26" fmla="*/ 6 w 90"/>
                <a:gd name="T27" fmla="*/ 48 h 108"/>
                <a:gd name="T28" fmla="*/ 0 w 90"/>
                <a:gd name="T29" fmla="*/ 66 h 108"/>
                <a:gd name="T30" fmla="*/ 0 w 90"/>
                <a:gd name="T31" fmla="*/ 90 h 108"/>
                <a:gd name="T32" fmla="*/ 0 w 90"/>
                <a:gd name="T33" fmla="*/ 90 h 108"/>
                <a:gd name="T34" fmla="*/ 12 w 90"/>
                <a:gd name="T35" fmla="*/ 66 h 108"/>
                <a:gd name="T36" fmla="*/ 18 w 90"/>
                <a:gd name="T37" fmla="*/ 48 h 108"/>
                <a:gd name="T38" fmla="*/ 30 w 90"/>
                <a:gd name="T39" fmla="*/ 36 h 108"/>
                <a:gd name="T40" fmla="*/ 42 w 90"/>
                <a:gd name="T41" fmla="*/ 24 h 108"/>
                <a:gd name="T42" fmla="*/ 48 w 90"/>
                <a:gd name="T43" fmla="*/ 18 h 108"/>
                <a:gd name="T44" fmla="*/ 66 w 90"/>
                <a:gd name="T45" fmla="*/ 30 h 108"/>
                <a:gd name="T46" fmla="*/ 72 w 90"/>
                <a:gd name="T47" fmla="*/ 48 h 108"/>
                <a:gd name="T48" fmla="*/ 78 w 90"/>
                <a:gd name="T49" fmla="*/ 72 h 108"/>
                <a:gd name="T50" fmla="*/ 78 w 90"/>
                <a:gd name="T51" fmla="*/ 84 h 108"/>
                <a:gd name="T52" fmla="*/ 66 w 90"/>
                <a:gd name="T53" fmla="*/ 96 h 108"/>
                <a:gd name="T54" fmla="*/ 42 w 90"/>
                <a:gd name="T55" fmla="*/ 102 h 108"/>
                <a:gd name="T56" fmla="*/ 30 w 90"/>
                <a:gd name="T57" fmla="*/ 96 h 108"/>
                <a:gd name="T58" fmla="*/ 18 w 90"/>
                <a:gd name="T59" fmla="*/ 90 h 108"/>
                <a:gd name="T60" fmla="*/ 12 w 90"/>
                <a:gd name="T61" fmla="*/ 78 h 108"/>
                <a:gd name="T62" fmla="*/ 12 w 90"/>
                <a:gd name="T63" fmla="*/ 66 h 108"/>
                <a:gd name="T64" fmla="*/ 12 w 90"/>
                <a:gd name="T65" fmla="*/ 6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54" y="108"/>
                  </a:lnTo>
                  <a:lnTo>
                    <a:pt x="78" y="96"/>
                  </a:lnTo>
                  <a:lnTo>
                    <a:pt x="90" y="72"/>
                  </a:lnTo>
                  <a:lnTo>
                    <a:pt x="84" y="42"/>
                  </a:lnTo>
                  <a:lnTo>
                    <a:pt x="66" y="24"/>
                  </a:lnTo>
                  <a:lnTo>
                    <a:pt x="54" y="12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30" y="36"/>
                  </a:lnTo>
                  <a:lnTo>
                    <a:pt x="42" y="24"/>
                  </a:lnTo>
                  <a:lnTo>
                    <a:pt x="48" y="18"/>
                  </a:lnTo>
                  <a:lnTo>
                    <a:pt x="66" y="30"/>
                  </a:lnTo>
                  <a:lnTo>
                    <a:pt x="72" y="48"/>
                  </a:lnTo>
                  <a:lnTo>
                    <a:pt x="78" y="72"/>
                  </a:lnTo>
                  <a:lnTo>
                    <a:pt x="78" y="84"/>
                  </a:lnTo>
                  <a:lnTo>
                    <a:pt x="66" y="96"/>
                  </a:lnTo>
                  <a:lnTo>
                    <a:pt x="42" y="102"/>
                  </a:lnTo>
                  <a:lnTo>
                    <a:pt x="30" y="96"/>
                  </a:lnTo>
                  <a:lnTo>
                    <a:pt x="18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9" name="Freeform 19">
              <a:extLst>
                <a:ext uri="{FF2B5EF4-FFF2-40B4-BE49-F238E27FC236}">
                  <a16:creationId xmlns:a16="http://schemas.microsoft.com/office/drawing/2014/main" id="{93200136-612C-8811-C88F-D1E67A464678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5470" y="1205"/>
              <a:ext cx="102" cy="156"/>
            </a:xfrm>
            <a:custGeom>
              <a:avLst/>
              <a:gdLst>
                <a:gd name="T0" fmla="*/ 102 w 102"/>
                <a:gd name="T1" fmla="*/ 0 h 156"/>
                <a:gd name="T2" fmla="*/ 0 w 102"/>
                <a:gd name="T3" fmla="*/ 6 h 156"/>
                <a:gd name="T4" fmla="*/ 30 w 102"/>
                <a:gd name="T5" fmla="*/ 72 h 156"/>
                <a:gd name="T6" fmla="*/ 30 w 102"/>
                <a:gd name="T7" fmla="*/ 156 h 156"/>
                <a:gd name="T8" fmla="*/ 72 w 102"/>
                <a:gd name="T9" fmla="*/ 156 h 156"/>
                <a:gd name="T10" fmla="*/ 72 w 102"/>
                <a:gd name="T11" fmla="*/ 66 h 156"/>
                <a:gd name="T12" fmla="*/ 102 w 102"/>
                <a:gd name="T13" fmla="*/ 0 h 156"/>
                <a:gd name="T14" fmla="*/ 102 w 102"/>
                <a:gd name="T1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156">
                  <a:moveTo>
                    <a:pt x="102" y="0"/>
                  </a:moveTo>
                  <a:lnTo>
                    <a:pt x="0" y="6"/>
                  </a:lnTo>
                  <a:lnTo>
                    <a:pt x="30" y="72"/>
                  </a:lnTo>
                  <a:lnTo>
                    <a:pt x="30" y="156"/>
                  </a:lnTo>
                  <a:lnTo>
                    <a:pt x="72" y="156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0" name="Freeform 20">
              <a:extLst>
                <a:ext uri="{FF2B5EF4-FFF2-40B4-BE49-F238E27FC236}">
                  <a16:creationId xmlns:a16="http://schemas.microsoft.com/office/drawing/2014/main" id="{F6E33860-4357-E7F2-91A3-8754EF1BCF4C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476" y="1349"/>
              <a:ext cx="84" cy="96"/>
            </a:xfrm>
            <a:custGeom>
              <a:avLst/>
              <a:gdLst>
                <a:gd name="T0" fmla="*/ 42 w 84"/>
                <a:gd name="T1" fmla="*/ 96 h 96"/>
                <a:gd name="T2" fmla="*/ 66 w 84"/>
                <a:gd name="T3" fmla="*/ 78 h 96"/>
                <a:gd name="T4" fmla="*/ 84 w 84"/>
                <a:gd name="T5" fmla="*/ 54 h 96"/>
                <a:gd name="T6" fmla="*/ 84 w 84"/>
                <a:gd name="T7" fmla="*/ 30 h 96"/>
                <a:gd name="T8" fmla="*/ 66 w 84"/>
                <a:gd name="T9" fmla="*/ 6 h 96"/>
                <a:gd name="T10" fmla="*/ 42 w 84"/>
                <a:gd name="T11" fmla="*/ 0 h 96"/>
                <a:gd name="T12" fmla="*/ 24 w 84"/>
                <a:gd name="T13" fmla="*/ 6 h 96"/>
                <a:gd name="T14" fmla="*/ 12 w 84"/>
                <a:gd name="T15" fmla="*/ 18 h 96"/>
                <a:gd name="T16" fmla="*/ 6 w 84"/>
                <a:gd name="T17" fmla="*/ 30 h 96"/>
                <a:gd name="T18" fmla="*/ 0 w 84"/>
                <a:gd name="T19" fmla="*/ 42 h 96"/>
                <a:gd name="T20" fmla="*/ 12 w 84"/>
                <a:gd name="T21" fmla="*/ 66 h 96"/>
                <a:gd name="T22" fmla="*/ 30 w 84"/>
                <a:gd name="T23" fmla="*/ 84 h 96"/>
                <a:gd name="T24" fmla="*/ 42 w 84"/>
                <a:gd name="T25" fmla="*/ 96 h 96"/>
                <a:gd name="T26" fmla="*/ 42 w 84"/>
                <a:gd name="T27" fmla="*/ 96 h 96"/>
                <a:gd name="T28" fmla="*/ 48 w 84"/>
                <a:gd name="T29" fmla="*/ 12 h 96"/>
                <a:gd name="T30" fmla="*/ 66 w 84"/>
                <a:gd name="T31" fmla="*/ 18 h 96"/>
                <a:gd name="T32" fmla="*/ 72 w 84"/>
                <a:gd name="T33" fmla="*/ 30 h 96"/>
                <a:gd name="T34" fmla="*/ 72 w 84"/>
                <a:gd name="T35" fmla="*/ 42 h 96"/>
                <a:gd name="T36" fmla="*/ 66 w 84"/>
                <a:gd name="T37" fmla="*/ 54 h 96"/>
                <a:gd name="T38" fmla="*/ 54 w 84"/>
                <a:gd name="T39" fmla="*/ 72 h 96"/>
                <a:gd name="T40" fmla="*/ 42 w 84"/>
                <a:gd name="T41" fmla="*/ 84 h 96"/>
                <a:gd name="T42" fmla="*/ 42 w 84"/>
                <a:gd name="T43" fmla="*/ 84 h 96"/>
                <a:gd name="T44" fmla="*/ 30 w 84"/>
                <a:gd name="T45" fmla="*/ 72 h 96"/>
                <a:gd name="T46" fmla="*/ 18 w 84"/>
                <a:gd name="T47" fmla="*/ 54 h 96"/>
                <a:gd name="T48" fmla="*/ 18 w 84"/>
                <a:gd name="T49" fmla="*/ 30 h 96"/>
                <a:gd name="T50" fmla="*/ 30 w 84"/>
                <a:gd name="T51" fmla="*/ 18 h 96"/>
                <a:gd name="T52" fmla="*/ 48 w 84"/>
                <a:gd name="T53" fmla="*/ 12 h 96"/>
                <a:gd name="T54" fmla="*/ 48 w 84"/>
                <a:gd name="T55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4" h="96">
                  <a:moveTo>
                    <a:pt x="42" y="96"/>
                  </a:moveTo>
                  <a:lnTo>
                    <a:pt x="66" y="78"/>
                  </a:lnTo>
                  <a:lnTo>
                    <a:pt x="84" y="54"/>
                  </a:lnTo>
                  <a:lnTo>
                    <a:pt x="84" y="30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6"/>
                  </a:lnTo>
                  <a:lnTo>
                    <a:pt x="12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2" y="96"/>
                  </a:lnTo>
                  <a:lnTo>
                    <a:pt x="42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4"/>
                  </a:lnTo>
                  <a:lnTo>
                    <a:pt x="54" y="72"/>
                  </a:lnTo>
                  <a:lnTo>
                    <a:pt x="42" y="84"/>
                  </a:lnTo>
                  <a:lnTo>
                    <a:pt x="42" y="84"/>
                  </a:lnTo>
                  <a:lnTo>
                    <a:pt x="30" y="72"/>
                  </a:lnTo>
                  <a:lnTo>
                    <a:pt x="18" y="54"/>
                  </a:lnTo>
                  <a:lnTo>
                    <a:pt x="18" y="30"/>
                  </a:lnTo>
                  <a:lnTo>
                    <a:pt x="30" y="18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1" name="Freeform 21">
              <a:extLst>
                <a:ext uri="{FF2B5EF4-FFF2-40B4-BE49-F238E27FC236}">
                  <a16:creationId xmlns:a16="http://schemas.microsoft.com/office/drawing/2014/main" id="{89D28579-D693-5093-DFD2-D62FFD05EF2C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470" y="1433"/>
              <a:ext cx="90" cy="108"/>
            </a:xfrm>
            <a:custGeom>
              <a:avLst/>
              <a:gdLst>
                <a:gd name="T0" fmla="*/ 6 w 90"/>
                <a:gd name="T1" fmla="*/ 90 h 108"/>
                <a:gd name="T2" fmla="*/ 18 w 90"/>
                <a:gd name="T3" fmla="*/ 102 h 108"/>
                <a:gd name="T4" fmla="*/ 30 w 90"/>
                <a:gd name="T5" fmla="*/ 108 h 108"/>
                <a:gd name="T6" fmla="*/ 60 w 90"/>
                <a:gd name="T7" fmla="*/ 108 h 108"/>
                <a:gd name="T8" fmla="*/ 84 w 90"/>
                <a:gd name="T9" fmla="*/ 96 h 108"/>
                <a:gd name="T10" fmla="*/ 90 w 90"/>
                <a:gd name="T11" fmla="*/ 84 h 108"/>
                <a:gd name="T12" fmla="*/ 90 w 90"/>
                <a:gd name="T13" fmla="*/ 66 h 108"/>
                <a:gd name="T14" fmla="*/ 84 w 90"/>
                <a:gd name="T15" fmla="*/ 36 h 108"/>
                <a:gd name="T16" fmla="*/ 72 w 90"/>
                <a:gd name="T17" fmla="*/ 18 h 108"/>
                <a:gd name="T18" fmla="*/ 60 w 90"/>
                <a:gd name="T19" fmla="*/ 6 h 108"/>
                <a:gd name="T20" fmla="*/ 54 w 90"/>
                <a:gd name="T21" fmla="*/ 0 h 108"/>
                <a:gd name="T22" fmla="*/ 54 w 90"/>
                <a:gd name="T23" fmla="*/ 0 h 108"/>
                <a:gd name="T24" fmla="*/ 48 w 90"/>
                <a:gd name="T25" fmla="*/ 0 h 108"/>
                <a:gd name="T26" fmla="*/ 24 w 90"/>
                <a:gd name="T27" fmla="*/ 24 h 108"/>
                <a:gd name="T28" fmla="*/ 12 w 90"/>
                <a:gd name="T29" fmla="*/ 48 h 108"/>
                <a:gd name="T30" fmla="*/ 0 w 90"/>
                <a:gd name="T31" fmla="*/ 66 h 108"/>
                <a:gd name="T32" fmla="*/ 6 w 90"/>
                <a:gd name="T33" fmla="*/ 90 h 108"/>
                <a:gd name="T34" fmla="*/ 6 w 90"/>
                <a:gd name="T35" fmla="*/ 90 h 108"/>
                <a:gd name="T36" fmla="*/ 18 w 90"/>
                <a:gd name="T37" fmla="*/ 66 h 108"/>
                <a:gd name="T38" fmla="*/ 24 w 90"/>
                <a:gd name="T39" fmla="*/ 48 h 108"/>
                <a:gd name="T40" fmla="*/ 36 w 90"/>
                <a:gd name="T41" fmla="*/ 30 h 108"/>
                <a:gd name="T42" fmla="*/ 42 w 90"/>
                <a:gd name="T43" fmla="*/ 18 h 108"/>
                <a:gd name="T44" fmla="*/ 48 w 90"/>
                <a:gd name="T45" fmla="*/ 12 h 108"/>
                <a:gd name="T46" fmla="*/ 78 w 90"/>
                <a:gd name="T47" fmla="*/ 42 h 108"/>
                <a:gd name="T48" fmla="*/ 84 w 90"/>
                <a:gd name="T49" fmla="*/ 66 h 108"/>
                <a:gd name="T50" fmla="*/ 66 w 90"/>
                <a:gd name="T51" fmla="*/ 90 h 108"/>
                <a:gd name="T52" fmla="*/ 54 w 90"/>
                <a:gd name="T53" fmla="*/ 96 h 108"/>
                <a:gd name="T54" fmla="*/ 42 w 90"/>
                <a:gd name="T55" fmla="*/ 96 h 108"/>
                <a:gd name="T56" fmla="*/ 30 w 90"/>
                <a:gd name="T57" fmla="*/ 96 h 108"/>
                <a:gd name="T58" fmla="*/ 24 w 90"/>
                <a:gd name="T59" fmla="*/ 84 h 108"/>
                <a:gd name="T60" fmla="*/ 18 w 90"/>
                <a:gd name="T61" fmla="*/ 78 h 108"/>
                <a:gd name="T62" fmla="*/ 18 w 90"/>
                <a:gd name="T63" fmla="*/ 66 h 108"/>
                <a:gd name="T64" fmla="*/ 18 w 90"/>
                <a:gd name="T65" fmla="*/ 6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108">
                  <a:moveTo>
                    <a:pt x="6" y="90"/>
                  </a:moveTo>
                  <a:lnTo>
                    <a:pt x="18" y="102"/>
                  </a:lnTo>
                  <a:lnTo>
                    <a:pt x="30" y="108"/>
                  </a:lnTo>
                  <a:lnTo>
                    <a:pt x="60" y="108"/>
                  </a:lnTo>
                  <a:lnTo>
                    <a:pt x="84" y="96"/>
                  </a:lnTo>
                  <a:lnTo>
                    <a:pt x="90" y="84"/>
                  </a:lnTo>
                  <a:lnTo>
                    <a:pt x="90" y="66"/>
                  </a:lnTo>
                  <a:lnTo>
                    <a:pt x="84" y="36"/>
                  </a:lnTo>
                  <a:lnTo>
                    <a:pt x="72" y="18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12" y="48"/>
                  </a:lnTo>
                  <a:lnTo>
                    <a:pt x="0" y="66"/>
                  </a:lnTo>
                  <a:lnTo>
                    <a:pt x="6" y="90"/>
                  </a:lnTo>
                  <a:lnTo>
                    <a:pt x="6" y="90"/>
                  </a:lnTo>
                  <a:close/>
                  <a:moveTo>
                    <a:pt x="18" y="66"/>
                  </a:moveTo>
                  <a:lnTo>
                    <a:pt x="24" y="48"/>
                  </a:lnTo>
                  <a:lnTo>
                    <a:pt x="36" y="30"/>
                  </a:lnTo>
                  <a:lnTo>
                    <a:pt x="42" y="18"/>
                  </a:lnTo>
                  <a:lnTo>
                    <a:pt x="48" y="12"/>
                  </a:lnTo>
                  <a:lnTo>
                    <a:pt x="78" y="42"/>
                  </a:lnTo>
                  <a:lnTo>
                    <a:pt x="84" y="66"/>
                  </a:lnTo>
                  <a:lnTo>
                    <a:pt x="66" y="90"/>
                  </a:lnTo>
                  <a:lnTo>
                    <a:pt x="54" y="96"/>
                  </a:lnTo>
                  <a:lnTo>
                    <a:pt x="42" y="96"/>
                  </a:lnTo>
                  <a:lnTo>
                    <a:pt x="30" y="96"/>
                  </a:lnTo>
                  <a:lnTo>
                    <a:pt x="24" y="84"/>
                  </a:lnTo>
                  <a:lnTo>
                    <a:pt x="18" y="78"/>
                  </a:lnTo>
                  <a:lnTo>
                    <a:pt x="18" y="66"/>
                  </a:lnTo>
                  <a:lnTo>
                    <a:pt x="18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2" name="Freeform 22">
              <a:extLst>
                <a:ext uri="{FF2B5EF4-FFF2-40B4-BE49-F238E27FC236}">
                  <a16:creationId xmlns:a16="http://schemas.microsoft.com/office/drawing/2014/main" id="{A36FE787-50D8-063E-CADC-931124426CDC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428" y="3525"/>
              <a:ext cx="66" cy="96"/>
            </a:xfrm>
            <a:custGeom>
              <a:avLst/>
              <a:gdLst>
                <a:gd name="T0" fmla="*/ 30 w 66"/>
                <a:gd name="T1" fmla="*/ 96 h 96"/>
                <a:gd name="T2" fmla="*/ 54 w 66"/>
                <a:gd name="T3" fmla="*/ 72 h 96"/>
                <a:gd name="T4" fmla="*/ 66 w 66"/>
                <a:gd name="T5" fmla="*/ 48 h 96"/>
                <a:gd name="T6" fmla="*/ 66 w 66"/>
                <a:gd name="T7" fmla="*/ 24 h 96"/>
                <a:gd name="T8" fmla="*/ 54 w 66"/>
                <a:gd name="T9" fmla="*/ 6 h 96"/>
                <a:gd name="T10" fmla="*/ 30 w 66"/>
                <a:gd name="T11" fmla="*/ 0 h 96"/>
                <a:gd name="T12" fmla="*/ 18 w 66"/>
                <a:gd name="T13" fmla="*/ 0 h 96"/>
                <a:gd name="T14" fmla="*/ 6 w 66"/>
                <a:gd name="T15" fmla="*/ 12 h 96"/>
                <a:gd name="T16" fmla="*/ 0 w 66"/>
                <a:gd name="T17" fmla="*/ 36 h 96"/>
                <a:gd name="T18" fmla="*/ 6 w 66"/>
                <a:gd name="T19" fmla="*/ 60 h 96"/>
                <a:gd name="T20" fmla="*/ 18 w 66"/>
                <a:gd name="T21" fmla="*/ 84 h 96"/>
                <a:gd name="T22" fmla="*/ 30 w 66"/>
                <a:gd name="T23" fmla="*/ 96 h 96"/>
                <a:gd name="T24" fmla="*/ 30 w 66"/>
                <a:gd name="T25" fmla="*/ 96 h 96"/>
                <a:gd name="T26" fmla="*/ 30 w 66"/>
                <a:gd name="T27" fmla="*/ 12 h 96"/>
                <a:gd name="T28" fmla="*/ 48 w 66"/>
                <a:gd name="T29" fmla="*/ 18 h 96"/>
                <a:gd name="T30" fmla="*/ 54 w 66"/>
                <a:gd name="T31" fmla="*/ 24 h 96"/>
                <a:gd name="T32" fmla="*/ 54 w 66"/>
                <a:gd name="T33" fmla="*/ 36 h 96"/>
                <a:gd name="T34" fmla="*/ 48 w 66"/>
                <a:gd name="T35" fmla="*/ 48 h 96"/>
                <a:gd name="T36" fmla="*/ 36 w 66"/>
                <a:gd name="T37" fmla="*/ 66 h 96"/>
                <a:gd name="T38" fmla="*/ 30 w 66"/>
                <a:gd name="T39" fmla="*/ 78 h 96"/>
                <a:gd name="T40" fmla="*/ 18 w 66"/>
                <a:gd name="T41" fmla="*/ 66 h 96"/>
                <a:gd name="T42" fmla="*/ 12 w 66"/>
                <a:gd name="T43" fmla="*/ 48 h 96"/>
                <a:gd name="T44" fmla="*/ 6 w 66"/>
                <a:gd name="T45" fmla="*/ 30 h 96"/>
                <a:gd name="T46" fmla="*/ 18 w 66"/>
                <a:gd name="T47" fmla="*/ 12 h 96"/>
                <a:gd name="T48" fmla="*/ 30 w 66"/>
                <a:gd name="T49" fmla="*/ 12 h 96"/>
                <a:gd name="T50" fmla="*/ 30 w 66"/>
                <a:gd name="T51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6" h="96">
                  <a:moveTo>
                    <a:pt x="30" y="96"/>
                  </a:moveTo>
                  <a:lnTo>
                    <a:pt x="54" y="72"/>
                  </a:lnTo>
                  <a:lnTo>
                    <a:pt x="66" y="48"/>
                  </a:lnTo>
                  <a:lnTo>
                    <a:pt x="66" y="24"/>
                  </a:lnTo>
                  <a:lnTo>
                    <a:pt x="54" y="6"/>
                  </a:lnTo>
                  <a:lnTo>
                    <a:pt x="30" y="0"/>
                  </a:lnTo>
                  <a:lnTo>
                    <a:pt x="18" y="0"/>
                  </a:lnTo>
                  <a:lnTo>
                    <a:pt x="6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18" y="84"/>
                  </a:lnTo>
                  <a:lnTo>
                    <a:pt x="30" y="96"/>
                  </a:lnTo>
                  <a:lnTo>
                    <a:pt x="30" y="96"/>
                  </a:lnTo>
                  <a:close/>
                  <a:moveTo>
                    <a:pt x="30" y="12"/>
                  </a:moveTo>
                  <a:lnTo>
                    <a:pt x="48" y="18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48" y="48"/>
                  </a:lnTo>
                  <a:lnTo>
                    <a:pt x="36" y="66"/>
                  </a:lnTo>
                  <a:lnTo>
                    <a:pt x="30" y="78"/>
                  </a:lnTo>
                  <a:lnTo>
                    <a:pt x="18" y="66"/>
                  </a:lnTo>
                  <a:lnTo>
                    <a:pt x="12" y="48"/>
                  </a:lnTo>
                  <a:lnTo>
                    <a:pt x="6" y="30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3" name="Freeform 23">
              <a:extLst>
                <a:ext uri="{FF2B5EF4-FFF2-40B4-BE49-F238E27FC236}">
                  <a16:creationId xmlns:a16="http://schemas.microsoft.com/office/drawing/2014/main" id="{37886A1B-073B-3AEE-505F-95FFA1AD8CAC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3017" y="1127"/>
              <a:ext cx="2603" cy="444"/>
            </a:xfrm>
            <a:custGeom>
              <a:avLst/>
              <a:gdLst>
                <a:gd name="T0" fmla="*/ 2577 w 2594"/>
                <a:gd name="T1" fmla="*/ 0 h 444"/>
                <a:gd name="T2" fmla="*/ 2594 w 2594"/>
                <a:gd name="T3" fmla="*/ 72 h 444"/>
                <a:gd name="T4" fmla="*/ 6 w 2594"/>
                <a:gd name="T5" fmla="*/ 444 h 444"/>
                <a:gd name="T6" fmla="*/ 0 w 2594"/>
                <a:gd name="T7" fmla="*/ 396 h 444"/>
                <a:gd name="T8" fmla="*/ 1225 w 2594"/>
                <a:gd name="T9" fmla="*/ 96 h 444"/>
                <a:gd name="T10" fmla="*/ 1351 w 2594"/>
                <a:gd name="T11" fmla="*/ 78 h 444"/>
                <a:gd name="T12" fmla="*/ 2577 w 2594"/>
                <a:gd name="T13" fmla="*/ 0 h 444"/>
                <a:gd name="T14" fmla="*/ 2577 w 2594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94" h="444">
                  <a:moveTo>
                    <a:pt x="2577" y="0"/>
                  </a:moveTo>
                  <a:lnTo>
                    <a:pt x="2594" y="72"/>
                  </a:lnTo>
                  <a:lnTo>
                    <a:pt x="6" y="444"/>
                  </a:lnTo>
                  <a:lnTo>
                    <a:pt x="0" y="396"/>
                  </a:lnTo>
                  <a:lnTo>
                    <a:pt x="1225" y="96"/>
                  </a:lnTo>
                  <a:lnTo>
                    <a:pt x="1351" y="78"/>
                  </a:lnTo>
                  <a:lnTo>
                    <a:pt x="2577" y="0"/>
                  </a:lnTo>
                  <a:lnTo>
                    <a:pt x="25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4" name="Freeform 24">
              <a:extLst>
                <a:ext uri="{FF2B5EF4-FFF2-40B4-BE49-F238E27FC236}">
                  <a16:creationId xmlns:a16="http://schemas.microsoft.com/office/drawing/2014/main" id="{9276CD39-595D-7F8F-3FC2-3BED7B0CEF91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2934" y="3773"/>
              <a:ext cx="84" cy="95"/>
            </a:xfrm>
            <a:custGeom>
              <a:avLst/>
              <a:gdLst>
                <a:gd name="T0" fmla="*/ 36 w 84"/>
                <a:gd name="T1" fmla="*/ 95 h 95"/>
                <a:gd name="T2" fmla="*/ 60 w 84"/>
                <a:gd name="T3" fmla="*/ 77 h 95"/>
                <a:gd name="T4" fmla="*/ 78 w 84"/>
                <a:gd name="T5" fmla="*/ 53 h 95"/>
                <a:gd name="T6" fmla="*/ 84 w 84"/>
                <a:gd name="T7" fmla="*/ 42 h 95"/>
                <a:gd name="T8" fmla="*/ 84 w 84"/>
                <a:gd name="T9" fmla="*/ 30 h 95"/>
                <a:gd name="T10" fmla="*/ 72 w 84"/>
                <a:gd name="T11" fmla="*/ 6 h 95"/>
                <a:gd name="T12" fmla="*/ 42 w 84"/>
                <a:gd name="T13" fmla="*/ 0 h 95"/>
                <a:gd name="T14" fmla="*/ 30 w 84"/>
                <a:gd name="T15" fmla="*/ 0 h 95"/>
                <a:gd name="T16" fmla="*/ 12 w 84"/>
                <a:gd name="T17" fmla="*/ 12 h 95"/>
                <a:gd name="T18" fmla="*/ 0 w 84"/>
                <a:gd name="T19" fmla="*/ 24 h 95"/>
                <a:gd name="T20" fmla="*/ 0 w 84"/>
                <a:gd name="T21" fmla="*/ 36 h 95"/>
                <a:gd name="T22" fmla="*/ 6 w 84"/>
                <a:gd name="T23" fmla="*/ 59 h 95"/>
                <a:gd name="T24" fmla="*/ 24 w 84"/>
                <a:gd name="T25" fmla="*/ 83 h 95"/>
                <a:gd name="T26" fmla="*/ 36 w 84"/>
                <a:gd name="T27" fmla="*/ 95 h 95"/>
                <a:gd name="T28" fmla="*/ 36 w 84"/>
                <a:gd name="T29" fmla="*/ 95 h 95"/>
                <a:gd name="T30" fmla="*/ 48 w 84"/>
                <a:gd name="T31" fmla="*/ 12 h 95"/>
                <a:gd name="T32" fmla="*/ 66 w 84"/>
                <a:gd name="T33" fmla="*/ 18 h 95"/>
                <a:gd name="T34" fmla="*/ 72 w 84"/>
                <a:gd name="T35" fmla="*/ 30 h 95"/>
                <a:gd name="T36" fmla="*/ 72 w 84"/>
                <a:gd name="T37" fmla="*/ 42 h 95"/>
                <a:gd name="T38" fmla="*/ 66 w 84"/>
                <a:gd name="T39" fmla="*/ 53 h 95"/>
                <a:gd name="T40" fmla="*/ 48 w 84"/>
                <a:gd name="T41" fmla="*/ 71 h 95"/>
                <a:gd name="T42" fmla="*/ 42 w 84"/>
                <a:gd name="T43" fmla="*/ 77 h 95"/>
                <a:gd name="T44" fmla="*/ 36 w 84"/>
                <a:gd name="T45" fmla="*/ 77 h 95"/>
                <a:gd name="T46" fmla="*/ 24 w 84"/>
                <a:gd name="T47" fmla="*/ 65 h 95"/>
                <a:gd name="T48" fmla="*/ 18 w 84"/>
                <a:gd name="T49" fmla="*/ 48 h 95"/>
                <a:gd name="T50" fmla="*/ 18 w 84"/>
                <a:gd name="T51" fmla="*/ 30 h 95"/>
                <a:gd name="T52" fmla="*/ 30 w 84"/>
                <a:gd name="T53" fmla="*/ 12 h 95"/>
                <a:gd name="T54" fmla="*/ 48 w 84"/>
                <a:gd name="T55" fmla="*/ 12 h 95"/>
                <a:gd name="T56" fmla="*/ 48 w 84"/>
                <a:gd name="T57" fmla="*/ 1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4" h="95">
                  <a:moveTo>
                    <a:pt x="36" y="95"/>
                  </a:moveTo>
                  <a:lnTo>
                    <a:pt x="60" y="77"/>
                  </a:lnTo>
                  <a:lnTo>
                    <a:pt x="78" y="53"/>
                  </a:lnTo>
                  <a:lnTo>
                    <a:pt x="84" y="42"/>
                  </a:lnTo>
                  <a:lnTo>
                    <a:pt x="84" y="30"/>
                  </a:lnTo>
                  <a:lnTo>
                    <a:pt x="72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12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6" y="59"/>
                  </a:lnTo>
                  <a:lnTo>
                    <a:pt x="24" y="83"/>
                  </a:lnTo>
                  <a:lnTo>
                    <a:pt x="36" y="95"/>
                  </a:lnTo>
                  <a:lnTo>
                    <a:pt x="36" y="95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3"/>
                  </a:lnTo>
                  <a:lnTo>
                    <a:pt x="48" y="71"/>
                  </a:lnTo>
                  <a:lnTo>
                    <a:pt x="42" y="77"/>
                  </a:lnTo>
                  <a:lnTo>
                    <a:pt x="36" y="77"/>
                  </a:lnTo>
                  <a:lnTo>
                    <a:pt x="24" y="65"/>
                  </a:lnTo>
                  <a:lnTo>
                    <a:pt x="18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5" name="Freeform 25">
              <a:extLst>
                <a:ext uri="{FF2B5EF4-FFF2-40B4-BE49-F238E27FC236}">
                  <a16:creationId xmlns:a16="http://schemas.microsoft.com/office/drawing/2014/main" id="{FA722727-F2ED-F73F-5970-CF84A0489AAD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3779" y="3872"/>
              <a:ext cx="90" cy="108"/>
            </a:xfrm>
            <a:custGeom>
              <a:avLst/>
              <a:gdLst>
                <a:gd name="T0" fmla="*/ 12 w 90"/>
                <a:gd name="T1" fmla="*/ 96 h 108"/>
                <a:gd name="T2" fmla="*/ 24 w 90"/>
                <a:gd name="T3" fmla="*/ 108 h 108"/>
                <a:gd name="T4" fmla="*/ 42 w 90"/>
                <a:gd name="T5" fmla="*/ 108 h 108"/>
                <a:gd name="T6" fmla="*/ 66 w 90"/>
                <a:gd name="T7" fmla="*/ 102 h 108"/>
                <a:gd name="T8" fmla="*/ 84 w 90"/>
                <a:gd name="T9" fmla="*/ 78 h 108"/>
                <a:gd name="T10" fmla="*/ 90 w 90"/>
                <a:gd name="T11" fmla="*/ 66 h 108"/>
                <a:gd name="T12" fmla="*/ 84 w 90"/>
                <a:gd name="T13" fmla="*/ 48 h 108"/>
                <a:gd name="T14" fmla="*/ 66 w 90"/>
                <a:gd name="T15" fmla="*/ 24 h 108"/>
                <a:gd name="T16" fmla="*/ 48 w 90"/>
                <a:gd name="T17" fmla="*/ 12 h 108"/>
                <a:gd name="T18" fmla="*/ 36 w 90"/>
                <a:gd name="T19" fmla="*/ 0 h 108"/>
                <a:gd name="T20" fmla="*/ 30 w 90"/>
                <a:gd name="T21" fmla="*/ 0 h 108"/>
                <a:gd name="T22" fmla="*/ 30 w 90"/>
                <a:gd name="T23" fmla="*/ 0 h 108"/>
                <a:gd name="T24" fmla="*/ 24 w 90"/>
                <a:gd name="T25" fmla="*/ 0 h 108"/>
                <a:gd name="T26" fmla="*/ 12 w 90"/>
                <a:gd name="T27" fmla="*/ 30 h 108"/>
                <a:gd name="T28" fmla="*/ 0 w 90"/>
                <a:gd name="T29" fmla="*/ 54 h 108"/>
                <a:gd name="T30" fmla="*/ 0 w 90"/>
                <a:gd name="T31" fmla="*/ 78 h 108"/>
                <a:gd name="T32" fmla="*/ 12 w 90"/>
                <a:gd name="T33" fmla="*/ 96 h 108"/>
                <a:gd name="T34" fmla="*/ 12 w 90"/>
                <a:gd name="T35" fmla="*/ 96 h 108"/>
                <a:gd name="T36" fmla="*/ 12 w 90"/>
                <a:gd name="T37" fmla="*/ 72 h 108"/>
                <a:gd name="T38" fmla="*/ 18 w 90"/>
                <a:gd name="T39" fmla="*/ 54 h 108"/>
                <a:gd name="T40" fmla="*/ 24 w 90"/>
                <a:gd name="T41" fmla="*/ 36 h 108"/>
                <a:gd name="T42" fmla="*/ 30 w 90"/>
                <a:gd name="T43" fmla="*/ 18 h 108"/>
                <a:gd name="T44" fmla="*/ 30 w 90"/>
                <a:gd name="T45" fmla="*/ 12 h 108"/>
                <a:gd name="T46" fmla="*/ 48 w 90"/>
                <a:gd name="T47" fmla="*/ 24 h 108"/>
                <a:gd name="T48" fmla="*/ 66 w 90"/>
                <a:gd name="T49" fmla="*/ 36 h 108"/>
                <a:gd name="T50" fmla="*/ 78 w 90"/>
                <a:gd name="T51" fmla="*/ 54 h 108"/>
                <a:gd name="T52" fmla="*/ 78 w 90"/>
                <a:gd name="T53" fmla="*/ 72 h 108"/>
                <a:gd name="T54" fmla="*/ 72 w 90"/>
                <a:gd name="T55" fmla="*/ 84 h 108"/>
                <a:gd name="T56" fmla="*/ 48 w 90"/>
                <a:gd name="T57" fmla="*/ 96 h 108"/>
                <a:gd name="T58" fmla="*/ 36 w 90"/>
                <a:gd name="T59" fmla="*/ 96 h 108"/>
                <a:gd name="T60" fmla="*/ 24 w 90"/>
                <a:gd name="T61" fmla="*/ 90 h 108"/>
                <a:gd name="T62" fmla="*/ 18 w 90"/>
                <a:gd name="T63" fmla="*/ 84 h 108"/>
                <a:gd name="T64" fmla="*/ 12 w 90"/>
                <a:gd name="T65" fmla="*/ 72 h 108"/>
                <a:gd name="T66" fmla="*/ 12 w 90"/>
                <a:gd name="T67" fmla="*/ 7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0" h="108">
                  <a:moveTo>
                    <a:pt x="12" y="96"/>
                  </a:moveTo>
                  <a:lnTo>
                    <a:pt x="24" y="108"/>
                  </a:lnTo>
                  <a:lnTo>
                    <a:pt x="42" y="108"/>
                  </a:lnTo>
                  <a:lnTo>
                    <a:pt x="66" y="102"/>
                  </a:lnTo>
                  <a:lnTo>
                    <a:pt x="84" y="78"/>
                  </a:lnTo>
                  <a:lnTo>
                    <a:pt x="90" y="66"/>
                  </a:lnTo>
                  <a:lnTo>
                    <a:pt x="84" y="48"/>
                  </a:lnTo>
                  <a:lnTo>
                    <a:pt x="66" y="24"/>
                  </a:lnTo>
                  <a:lnTo>
                    <a:pt x="48" y="12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12" y="30"/>
                  </a:lnTo>
                  <a:lnTo>
                    <a:pt x="0" y="54"/>
                  </a:lnTo>
                  <a:lnTo>
                    <a:pt x="0" y="78"/>
                  </a:lnTo>
                  <a:lnTo>
                    <a:pt x="12" y="96"/>
                  </a:lnTo>
                  <a:lnTo>
                    <a:pt x="12" y="96"/>
                  </a:lnTo>
                  <a:close/>
                  <a:moveTo>
                    <a:pt x="12" y="72"/>
                  </a:moveTo>
                  <a:lnTo>
                    <a:pt x="18" y="54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54"/>
                  </a:lnTo>
                  <a:lnTo>
                    <a:pt x="78" y="72"/>
                  </a:lnTo>
                  <a:lnTo>
                    <a:pt x="72" y="84"/>
                  </a:lnTo>
                  <a:lnTo>
                    <a:pt x="48" y="96"/>
                  </a:lnTo>
                  <a:lnTo>
                    <a:pt x="36" y="96"/>
                  </a:lnTo>
                  <a:lnTo>
                    <a:pt x="24" y="90"/>
                  </a:lnTo>
                  <a:lnTo>
                    <a:pt x="18" y="84"/>
                  </a:lnTo>
                  <a:lnTo>
                    <a:pt x="12" y="72"/>
                  </a:lnTo>
                  <a:lnTo>
                    <a:pt x="12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6" name="Freeform 26">
              <a:extLst>
                <a:ext uri="{FF2B5EF4-FFF2-40B4-BE49-F238E27FC236}">
                  <a16:creationId xmlns:a16="http://schemas.microsoft.com/office/drawing/2014/main" id="{AB19E860-D5F8-640B-D960-210217812694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2400" y="3872"/>
              <a:ext cx="72" cy="90"/>
            </a:xfrm>
            <a:custGeom>
              <a:avLst/>
              <a:gdLst>
                <a:gd name="T0" fmla="*/ 71 w 71"/>
                <a:gd name="T1" fmla="*/ 90 h 90"/>
                <a:gd name="T2" fmla="*/ 71 w 71"/>
                <a:gd name="T3" fmla="*/ 60 h 90"/>
                <a:gd name="T4" fmla="*/ 71 w 71"/>
                <a:gd name="T5" fmla="*/ 36 h 90"/>
                <a:gd name="T6" fmla="*/ 60 w 71"/>
                <a:gd name="T7" fmla="*/ 12 h 90"/>
                <a:gd name="T8" fmla="*/ 36 w 71"/>
                <a:gd name="T9" fmla="*/ 0 h 90"/>
                <a:gd name="T10" fmla="*/ 12 w 71"/>
                <a:gd name="T11" fmla="*/ 12 h 90"/>
                <a:gd name="T12" fmla="*/ 0 w 71"/>
                <a:gd name="T13" fmla="*/ 36 h 90"/>
                <a:gd name="T14" fmla="*/ 6 w 71"/>
                <a:gd name="T15" fmla="*/ 60 h 90"/>
                <a:gd name="T16" fmla="*/ 30 w 71"/>
                <a:gd name="T17" fmla="*/ 78 h 90"/>
                <a:gd name="T18" fmla="*/ 54 w 71"/>
                <a:gd name="T19" fmla="*/ 90 h 90"/>
                <a:gd name="T20" fmla="*/ 71 w 71"/>
                <a:gd name="T21" fmla="*/ 90 h 90"/>
                <a:gd name="T22" fmla="*/ 71 w 71"/>
                <a:gd name="T23" fmla="*/ 90 h 90"/>
                <a:gd name="T24" fmla="*/ 24 w 71"/>
                <a:gd name="T25" fmla="*/ 18 h 90"/>
                <a:gd name="T26" fmla="*/ 42 w 71"/>
                <a:gd name="T27" fmla="*/ 18 h 90"/>
                <a:gd name="T28" fmla="*/ 54 w 71"/>
                <a:gd name="T29" fmla="*/ 18 h 90"/>
                <a:gd name="T30" fmla="*/ 60 w 71"/>
                <a:gd name="T31" fmla="*/ 42 h 90"/>
                <a:gd name="T32" fmla="*/ 60 w 71"/>
                <a:gd name="T33" fmla="*/ 66 h 90"/>
                <a:gd name="T34" fmla="*/ 60 w 71"/>
                <a:gd name="T35" fmla="*/ 72 h 90"/>
                <a:gd name="T36" fmla="*/ 60 w 71"/>
                <a:gd name="T37" fmla="*/ 78 h 90"/>
                <a:gd name="T38" fmla="*/ 42 w 71"/>
                <a:gd name="T39" fmla="*/ 72 h 90"/>
                <a:gd name="T40" fmla="*/ 24 w 71"/>
                <a:gd name="T41" fmla="*/ 66 h 90"/>
                <a:gd name="T42" fmla="*/ 12 w 71"/>
                <a:gd name="T43" fmla="*/ 48 h 90"/>
                <a:gd name="T44" fmla="*/ 12 w 71"/>
                <a:gd name="T45" fmla="*/ 30 h 90"/>
                <a:gd name="T46" fmla="*/ 24 w 71"/>
                <a:gd name="T47" fmla="*/ 18 h 90"/>
                <a:gd name="T48" fmla="*/ 24 w 71"/>
                <a:gd name="T49" fmla="*/ 1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71" h="90">
                  <a:moveTo>
                    <a:pt x="71" y="90"/>
                  </a:moveTo>
                  <a:lnTo>
                    <a:pt x="71" y="60"/>
                  </a:lnTo>
                  <a:lnTo>
                    <a:pt x="71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30" y="78"/>
                  </a:lnTo>
                  <a:lnTo>
                    <a:pt x="54" y="90"/>
                  </a:lnTo>
                  <a:lnTo>
                    <a:pt x="71" y="90"/>
                  </a:lnTo>
                  <a:lnTo>
                    <a:pt x="71" y="90"/>
                  </a:lnTo>
                  <a:close/>
                  <a:moveTo>
                    <a:pt x="24" y="18"/>
                  </a:moveTo>
                  <a:lnTo>
                    <a:pt x="42" y="18"/>
                  </a:lnTo>
                  <a:lnTo>
                    <a:pt x="54" y="18"/>
                  </a:lnTo>
                  <a:lnTo>
                    <a:pt x="60" y="42"/>
                  </a:lnTo>
                  <a:lnTo>
                    <a:pt x="60" y="66"/>
                  </a:lnTo>
                  <a:lnTo>
                    <a:pt x="60" y="72"/>
                  </a:lnTo>
                  <a:lnTo>
                    <a:pt x="60" y="78"/>
                  </a:lnTo>
                  <a:lnTo>
                    <a:pt x="42" y="72"/>
                  </a:lnTo>
                  <a:lnTo>
                    <a:pt x="24" y="66"/>
                  </a:lnTo>
                  <a:lnTo>
                    <a:pt x="12" y="48"/>
                  </a:lnTo>
                  <a:lnTo>
                    <a:pt x="12" y="30"/>
                  </a:lnTo>
                  <a:lnTo>
                    <a:pt x="24" y="18"/>
                  </a:lnTo>
                  <a:lnTo>
                    <a:pt x="24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7" name="Oval 27">
              <a:extLst>
                <a:ext uri="{FF2B5EF4-FFF2-40B4-BE49-F238E27FC236}">
                  <a16:creationId xmlns:a16="http://schemas.microsoft.com/office/drawing/2014/main" id="{BBCE605C-1BBD-F8AD-8560-2C723EB53392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2444" y="3838"/>
              <a:ext cx="1380" cy="389"/>
            </a:xfrm>
            <a:prstGeom prst="ellipse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8" name="Oval 28">
              <a:extLst>
                <a:ext uri="{FF2B5EF4-FFF2-40B4-BE49-F238E27FC236}">
                  <a16:creationId xmlns:a16="http://schemas.microsoft.com/office/drawing/2014/main" id="{590BE8F9-504F-65AF-4B7B-58DF608219DD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2394" y="3834"/>
              <a:ext cx="1502" cy="288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9" name="Oval 29">
              <a:extLst>
                <a:ext uri="{FF2B5EF4-FFF2-40B4-BE49-F238E27FC236}">
                  <a16:creationId xmlns:a16="http://schemas.microsoft.com/office/drawing/2014/main" id="{572A0174-9BBD-6329-DA47-B181D3BBD531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2441" y="3860"/>
              <a:ext cx="1425" cy="22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90" name="Freeform 30">
              <a:extLst>
                <a:ext uri="{FF2B5EF4-FFF2-40B4-BE49-F238E27FC236}">
                  <a16:creationId xmlns:a16="http://schemas.microsoft.com/office/drawing/2014/main" id="{61FE2931-193E-5E77-7946-1243C14D9E9D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3743" y="3788"/>
              <a:ext cx="90" cy="96"/>
            </a:xfrm>
            <a:custGeom>
              <a:avLst/>
              <a:gdLst>
                <a:gd name="T0" fmla="*/ 66 w 90"/>
                <a:gd name="T1" fmla="*/ 96 h 96"/>
                <a:gd name="T2" fmla="*/ 78 w 90"/>
                <a:gd name="T3" fmla="*/ 66 h 96"/>
                <a:gd name="T4" fmla="*/ 90 w 90"/>
                <a:gd name="T5" fmla="*/ 42 h 96"/>
                <a:gd name="T6" fmla="*/ 78 w 90"/>
                <a:gd name="T7" fmla="*/ 18 h 96"/>
                <a:gd name="T8" fmla="*/ 60 w 90"/>
                <a:gd name="T9" fmla="*/ 0 h 96"/>
                <a:gd name="T10" fmla="*/ 30 w 90"/>
                <a:gd name="T11" fmla="*/ 6 h 96"/>
                <a:gd name="T12" fmla="*/ 18 w 90"/>
                <a:gd name="T13" fmla="*/ 18 h 96"/>
                <a:gd name="T14" fmla="*/ 6 w 90"/>
                <a:gd name="T15" fmla="*/ 30 h 96"/>
                <a:gd name="T16" fmla="*/ 0 w 90"/>
                <a:gd name="T17" fmla="*/ 42 h 96"/>
                <a:gd name="T18" fmla="*/ 6 w 90"/>
                <a:gd name="T19" fmla="*/ 60 h 96"/>
                <a:gd name="T20" fmla="*/ 24 w 90"/>
                <a:gd name="T21" fmla="*/ 78 h 96"/>
                <a:gd name="T22" fmla="*/ 48 w 90"/>
                <a:gd name="T23" fmla="*/ 90 h 96"/>
                <a:gd name="T24" fmla="*/ 66 w 90"/>
                <a:gd name="T25" fmla="*/ 96 h 96"/>
                <a:gd name="T26" fmla="*/ 66 w 90"/>
                <a:gd name="T27" fmla="*/ 96 h 96"/>
                <a:gd name="T28" fmla="*/ 42 w 90"/>
                <a:gd name="T29" fmla="*/ 18 h 96"/>
                <a:gd name="T30" fmla="*/ 60 w 90"/>
                <a:gd name="T31" fmla="*/ 18 h 96"/>
                <a:gd name="T32" fmla="*/ 72 w 90"/>
                <a:gd name="T33" fmla="*/ 24 h 96"/>
                <a:gd name="T34" fmla="*/ 72 w 90"/>
                <a:gd name="T35" fmla="*/ 36 h 96"/>
                <a:gd name="T36" fmla="*/ 72 w 90"/>
                <a:gd name="T37" fmla="*/ 48 h 96"/>
                <a:gd name="T38" fmla="*/ 66 w 90"/>
                <a:gd name="T39" fmla="*/ 72 h 96"/>
                <a:gd name="T40" fmla="*/ 60 w 90"/>
                <a:gd name="T41" fmla="*/ 78 h 96"/>
                <a:gd name="T42" fmla="*/ 60 w 90"/>
                <a:gd name="T43" fmla="*/ 84 h 96"/>
                <a:gd name="T44" fmla="*/ 42 w 90"/>
                <a:gd name="T45" fmla="*/ 72 h 96"/>
                <a:gd name="T46" fmla="*/ 30 w 90"/>
                <a:gd name="T47" fmla="*/ 66 h 96"/>
                <a:gd name="T48" fmla="*/ 18 w 90"/>
                <a:gd name="T49" fmla="*/ 42 h 96"/>
                <a:gd name="T50" fmla="*/ 24 w 90"/>
                <a:gd name="T51" fmla="*/ 30 h 96"/>
                <a:gd name="T52" fmla="*/ 42 w 90"/>
                <a:gd name="T53" fmla="*/ 18 h 96"/>
                <a:gd name="T54" fmla="*/ 42 w 90"/>
                <a:gd name="T55" fmla="*/ 1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0" h="96">
                  <a:moveTo>
                    <a:pt x="66" y="96"/>
                  </a:moveTo>
                  <a:lnTo>
                    <a:pt x="78" y="66"/>
                  </a:lnTo>
                  <a:lnTo>
                    <a:pt x="90" y="42"/>
                  </a:lnTo>
                  <a:lnTo>
                    <a:pt x="78" y="18"/>
                  </a:lnTo>
                  <a:lnTo>
                    <a:pt x="60" y="0"/>
                  </a:lnTo>
                  <a:lnTo>
                    <a:pt x="30" y="6"/>
                  </a:lnTo>
                  <a:lnTo>
                    <a:pt x="18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24" y="78"/>
                  </a:lnTo>
                  <a:lnTo>
                    <a:pt x="48" y="90"/>
                  </a:lnTo>
                  <a:lnTo>
                    <a:pt x="66" y="96"/>
                  </a:lnTo>
                  <a:lnTo>
                    <a:pt x="66" y="96"/>
                  </a:lnTo>
                  <a:close/>
                  <a:moveTo>
                    <a:pt x="42" y="18"/>
                  </a:moveTo>
                  <a:lnTo>
                    <a:pt x="60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66" y="72"/>
                  </a:lnTo>
                  <a:lnTo>
                    <a:pt x="60" y="78"/>
                  </a:lnTo>
                  <a:lnTo>
                    <a:pt x="60" y="84"/>
                  </a:lnTo>
                  <a:lnTo>
                    <a:pt x="42" y="72"/>
                  </a:lnTo>
                  <a:lnTo>
                    <a:pt x="30" y="66"/>
                  </a:lnTo>
                  <a:lnTo>
                    <a:pt x="18" y="42"/>
                  </a:lnTo>
                  <a:lnTo>
                    <a:pt x="24" y="30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91" name="Freeform 31">
              <a:extLst>
                <a:ext uri="{FF2B5EF4-FFF2-40B4-BE49-F238E27FC236}">
                  <a16:creationId xmlns:a16="http://schemas.microsoft.com/office/drawing/2014/main" id="{58B16CF8-A78F-17EE-F067-559BA9D7A560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422" y="3603"/>
              <a:ext cx="72" cy="108"/>
            </a:xfrm>
            <a:custGeom>
              <a:avLst/>
              <a:gdLst>
                <a:gd name="T0" fmla="*/ 0 w 72"/>
                <a:gd name="T1" fmla="*/ 90 h 108"/>
                <a:gd name="T2" fmla="*/ 12 w 72"/>
                <a:gd name="T3" fmla="*/ 102 h 108"/>
                <a:gd name="T4" fmla="*/ 24 w 72"/>
                <a:gd name="T5" fmla="*/ 108 h 108"/>
                <a:gd name="T6" fmla="*/ 48 w 72"/>
                <a:gd name="T7" fmla="*/ 108 h 108"/>
                <a:gd name="T8" fmla="*/ 66 w 72"/>
                <a:gd name="T9" fmla="*/ 96 h 108"/>
                <a:gd name="T10" fmla="*/ 72 w 72"/>
                <a:gd name="T11" fmla="*/ 66 h 108"/>
                <a:gd name="T12" fmla="*/ 66 w 72"/>
                <a:gd name="T13" fmla="*/ 42 h 108"/>
                <a:gd name="T14" fmla="*/ 60 w 72"/>
                <a:gd name="T15" fmla="*/ 18 h 108"/>
                <a:gd name="T16" fmla="*/ 48 w 72"/>
                <a:gd name="T17" fmla="*/ 6 h 108"/>
                <a:gd name="T18" fmla="*/ 42 w 72"/>
                <a:gd name="T19" fmla="*/ 0 h 108"/>
                <a:gd name="T20" fmla="*/ 42 w 72"/>
                <a:gd name="T21" fmla="*/ 0 h 108"/>
                <a:gd name="T22" fmla="*/ 36 w 72"/>
                <a:gd name="T23" fmla="*/ 0 h 108"/>
                <a:gd name="T24" fmla="*/ 18 w 72"/>
                <a:gd name="T25" fmla="*/ 24 h 108"/>
                <a:gd name="T26" fmla="*/ 6 w 72"/>
                <a:gd name="T27" fmla="*/ 48 h 108"/>
                <a:gd name="T28" fmla="*/ 0 w 72"/>
                <a:gd name="T29" fmla="*/ 66 h 108"/>
                <a:gd name="T30" fmla="*/ 0 w 72"/>
                <a:gd name="T31" fmla="*/ 90 h 108"/>
                <a:gd name="T32" fmla="*/ 0 w 72"/>
                <a:gd name="T33" fmla="*/ 90 h 108"/>
                <a:gd name="T34" fmla="*/ 12 w 72"/>
                <a:gd name="T35" fmla="*/ 66 h 108"/>
                <a:gd name="T36" fmla="*/ 18 w 72"/>
                <a:gd name="T37" fmla="*/ 48 h 108"/>
                <a:gd name="T38" fmla="*/ 24 w 72"/>
                <a:gd name="T39" fmla="*/ 36 h 108"/>
                <a:gd name="T40" fmla="*/ 30 w 72"/>
                <a:gd name="T41" fmla="*/ 24 h 108"/>
                <a:gd name="T42" fmla="*/ 36 w 72"/>
                <a:gd name="T43" fmla="*/ 18 h 108"/>
                <a:gd name="T44" fmla="*/ 54 w 72"/>
                <a:gd name="T45" fmla="*/ 30 h 108"/>
                <a:gd name="T46" fmla="*/ 60 w 72"/>
                <a:gd name="T47" fmla="*/ 48 h 108"/>
                <a:gd name="T48" fmla="*/ 66 w 72"/>
                <a:gd name="T49" fmla="*/ 72 h 108"/>
                <a:gd name="T50" fmla="*/ 66 w 72"/>
                <a:gd name="T51" fmla="*/ 84 h 108"/>
                <a:gd name="T52" fmla="*/ 54 w 72"/>
                <a:gd name="T53" fmla="*/ 96 h 108"/>
                <a:gd name="T54" fmla="*/ 30 w 72"/>
                <a:gd name="T55" fmla="*/ 102 h 108"/>
                <a:gd name="T56" fmla="*/ 24 w 72"/>
                <a:gd name="T57" fmla="*/ 96 h 108"/>
                <a:gd name="T58" fmla="*/ 12 w 72"/>
                <a:gd name="T59" fmla="*/ 90 h 108"/>
                <a:gd name="T60" fmla="*/ 12 w 72"/>
                <a:gd name="T61" fmla="*/ 78 h 108"/>
                <a:gd name="T62" fmla="*/ 12 w 72"/>
                <a:gd name="T63" fmla="*/ 66 h 108"/>
                <a:gd name="T64" fmla="*/ 12 w 72"/>
                <a:gd name="T65" fmla="*/ 6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48" y="108"/>
                  </a:lnTo>
                  <a:lnTo>
                    <a:pt x="66" y="96"/>
                  </a:lnTo>
                  <a:lnTo>
                    <a:pt x="72" y="66"/>
                  </a:lnTo>
                  <a:lnTo>
                    <a:pt x="66" y="42"/>
                  </a:lnTo>
                  <a:lnTo>
                    <a:pt x="60" y="18"/>
                  </a:lnTo>
                  <a:lnTo>
                    <a:pt x="48" y="6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18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24" y="36"/>
                  </a:lnTo>
                  <a:lnTo>
                    <a:pt x="30" y="24"/>
                  </a:lnTo>
                  <a:lnTo>
                    <a:pt x="36" y="18"/>
                  </a:lnTo>
                  <a:lnTo>
                    <a:pt x="54" y="30"/>
                  </a:lnTo>
                  <a:lnTo>
                    <a:pt x="60" y="48"/>
                  </a:lnTo>
                  <a:lnTo>
                    <a:pt x="66" y="72"/>
                  </a:lnTo>
                  <a:lnTo>
                    <a:pt x="66" y="84"/>
                  </a:lnTo>
                  <a:lnTo>
                    <a:pt x="54" y="96"/>
                  </a:lnTo>
                  <a:lnTo>
                    <a:pt x="30" y="102"/>
                  </a:lnTo>
                  <a:lnTo>
                    <a:pt x="24" y="96"/>
                  </a:lnTo>
                  <a:lnTo>
                    <a:pt x="12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92" name="Rectangle 32">
              <a:extLst>
                <a:ext uri="{FF2B5EF4-FFF2-40B4-BE49-F238E27FC236}">
                  <a16:creationId xmlns:a16="http://schemas.microsoft.com/office/drawing/2014/main" id="{CD636151-AF3C-0322-F042-3493FDB14B87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4238" y="1773"/>
              <a:ext cx="173" cy="2539"/>
            </a:xfrm>
            <a:prstGeom prst="rect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93" name="Rectangle 33">
              <a:extLst>
                <a:ext uri="{FF2B5EF4-FFF2-40B4-BE49-F238E27FC236}">
                  <a16:creationId xmlns:a16="http://schemas.microsoft.com/office/drawing/2014/main" id="{2EE771B6-2077-31E1-766D-2BDC2643CBFC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4288" y="1545"/>
              <a:ext cx="76" cy="24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94" name="AutoShape 34">
              <a:extLst>
                <a:ext uri="{FF2B5EF4-FFF2-40B4-BE49-F238E27FC236}">
                  <a16:creationId xmlns:a16="http://schemas.microsoft.com/office/drawing/2014/main" id="{27B5D208-FFE2-F140-9101-A2A3802C73E5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4220" y="1743"/>
              <a:ext cx="205" cy="52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95" name="Freeform 35">
              <a:extLst>
                <a:ext uri="{FF2B5EF4-FFF2-40B4-BE49-F238E27FC236}">
                  <a16:creationId xmlns:a16="http://schemas.microsoft.com/office/drawing/2014/main" id="{8ED42C96-6EFA-9FB3-499B-108FC108F044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4306" y="1529"/>
              <a:ext cx="252" cy="1576"/>
            </a:xfrm>
            <a:custGeom>
              <a:avLst/>
              <a:gdLst>
                <a:gd name="T0" fmla="*/ 252 w 252"/>
                <a:gd name="T1" fmla="*/ 1576 h 1576"/>
                <a:gd name="T2" fmla="*/ 12 w 252"/>
                <a:gd name="T3" fmla="*/ 84 h 1576"/>
                <a:gd name="T4" fmla="*/ 12 w 252"/>
                <a:gd name="T5" fmla="*/ 60 h 1576"/>
                <a:gd name="T6" fmla="*/ 0 w 252"/>
                <a:gd name="T7" fmla="*/ 12 h 1576"/>
                <a:gd name="T8" fmla="*/ 72 w 252"/>
                <a:gd name="T9" fmla="*/ 0 h 1576"/>
                <a:gd name="T10" fmla="*/ 72 w 252"/>
                <a:gd name="T11" fmla="*/ 0 h 1576"/>
                <a:gd name="T12" fmla="*/ 78 w 252"/>
                <a:gd name="T13" fmla="*/ 48 h 1576"/>
                <a:gd name="T14" fmla="*/ 88 w 252"/>
                <a:gd name="T15" fmla="*/ 66 h 1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2" h="1576">
                  <a:moveTo>
                    <a:pt x="252" y="1576"/>
                  </a:moveTo>
                  <a:lnTo>
                    <a:pt x="12" y="84"/>
                  </a:lnTo>
                  <a:lnTo>
                    <a:pt x="12" y="60"/>
                  </a:lnTo>
                  <a:lnTo>
                    <a:pt x="0" y="12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8" y="48"/>
                  </a:lnTo>
                  <a:lnTo>
                    <a:pt x="88" y="66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96" name="Freeform 36">
              <a:extLst>
                <a:ext uri="{FF2B5EF4-FFF2-40B4-BE49-F238E27FC236}">
                  <a16:creationId xmlns:a16="http://schemas.microsoft.com/office/drawing/2014/main" id="{BD0C9C72-4B13-14C4-1E0B-3E52AA32D07E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4169" y="1421"/>
              <a:ext cx="317" cy="138"/>
            </a:xfrm>
            <a:custGeom>
              <a:avLst/>
              <a:gdLst>
                <a:gd name="T0" fmla="*/ 161 w 316"/>
                <a:gd name="T1" fmla="*/ 0 h 138"/>
                <a:gd name="T2" fmla="*/ 227 w 316"/>
                <a:gd name="T3" fmla="*/ 6 h 138"/>
                <a:gd name="T4" fmla="*/ 275 w 316"/>
                <a:gd name="T5" fmla="*/ 36 h 138"/>
                <a:gd name="T6" fmla="*/ 304 w 316"/>
                <a:gd name="T7" fmla="*/ 78 h 138"/>
                <a:gd name="T8" fmla="*/ 316 w 316"/>
                <a:gd name="T9" fmla="*/ 138 h 138"/>
                <a:gd name="T10" fmla="*/ 0 w 316"/>
                <a:gd name="T11" fmla="*/ 138 h 138"/>
                <a:gd name="T12" fmla="*/ 11 w 316"/>
                <a:gd name="T13" fmla="*/ 78 h 138"/>
                <a:gd name="T14" fmla="*/ 47 w 316"/>
                <a:gd name="T15" fmla="*/ 36 h 138"/>
                <a:gd name="T16" fmla="*/ 95 w 316"/>
                <a:gd name="T17" fmla="*/ 6 h 138"/>
                <a:gd name="T18" fmla="*/ 161 w 316"/>
                <a:gd name="T19" fmla="*/ 0 h 138"/>
                <a:gd name="T20" fmla="*/ 161 w 316"/>
                <a:gd name="T21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6" h="138">
                  <a:moveTo>
                    <a:pt x="161" y="0"/>
                  </a:moveTo>
                  <a:lnTo>
                    <a:pt x="227" y="6"/>
                  </a:lnTo>
                  <a:lnTo>
                    <a:pt x="275" y="36"/>
                  </a:lnTo>
                  <a:lnTo>
                    <a:pt x="304" y="78"/>
                  </a:lnTo>
                  <a:lnTo>
                    <a:pt x="316" y="138"/>
                  </a:lnTo>
                  <a:lnTo>
                    <a:pt x="0" y="138"/>
                  </a:lnTo>
                  <a:lnTo>
                    <a:pt x="11" y="78"/>
                  </a:lnTo>
                  <a:lnTo>
                    <a:pt x="47" y="36"/>
                  </a:lnTo>
                  <a:lnTo>
                    <a:pt x="95" y="6"/>
                  </a:lnTo>
                  <a:lnTo>
                    <a:pt x="161" y="0"/>
                  </a:lnTo>
                  <a:lnTo>
                    <a:pt x="16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5397" name="Rectangle 37">
            <a:extLst>
              <a:ext uri="{FF2B5EF4-FFF2-40B4-BE49-F238E27FC236}">
                <a16:creationId xmlns:a16="http://schemas.microsoft.com/office/drawing/2014/main" id="{2B96BE7B-E468-F8E4-F2DE-84DADAB333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5398" name="Rectangle 38">
            <a:extLst>
              <a:ext uri="{FF2B5EF4-FFF2-40B4-BE49-F238E27FC236}">
                <a16:creationId xmlns:a16="http://schemas.microsoft.com/office/drawing/2014/main" id="{B2A33D7C-A3F4-BA76-3DB7-0902971EC7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5399" name="Rectangle 39">
            <a:extLst>
              <a:ext uri="{FF2B5EF4-FFF2-40B4-BE49-F238E27FC236}">
                <a16:creationId xmlns:a16="http://schemas.microsoft.com/office/drawing/2014/main" id="{80D759C5-E9A3-EF91-9393-9287330294D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78563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pt-BR"/>
          </a:p>
        </p:txBody>
      </p:sp>
      <p:sp>
        <p:nvSpPr>
          <p:cNvPr id="15400" name="Rectangle 40">
            <a:extLst>
              <a:ext uri="{FF2B5EF4-FFF2-40B4-BE49-F238E27FC236}">
                <a16:creationId xmlns:a16="http://schemas.microsoft.com/office/drawing/2014/main" id="{38A81FE4-3E77-A402-AAA4-F72A4B1528C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78563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pt-BR"/>
          </a:p>
        </p:txBody>
      </p:sp>
      <p:sp>
        <p:nvSpPr>
          <p:cNvPr id="15401" name="Rectangle 41">
            <a:extLst>
              <a:ext uri="{FF2B5EF4-FFF2-40B4-BE49-F238E27FC236}">
                <a16:creationId xmlns:a16="http://schemas.microsoft.com/office/drawing/2014/main" id="{855DC2E5-CFDE-A6E1-39AD-D6F32293E5D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78563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79E424D-9C73-4EDF-AA31-70B7D191433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3365867-DC91-0390-40BC-3A61148BBD9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pt-BR" sz="4800" i="1">
                <a:solidFill>
                  <a:srgbClr val="ECDDB6"/>
                </a:solidFill>
              </a:rPr>
              <a:t>24 </a:t>
            </a:r>
            <a:br>
              <a:rPr lang="en-US" altLang="pt-BR" sz="4800" i="1">
                <a:solidFill>
                  <a:srgbClr val="ECDDB6"/>
                </a:solidFill>
              </a:rPr>
            </a:br>
            <a:r>
              <a:rPr lang="en-US" altLang="pt-BR" sz="4800" i="1">
                <a:solidFill>
                  <a:srgbClr val="ECDDB6"/>
                </a:solidFill>
              </a:rPr>
              <a:t>PODER PENTECOSTAL</a:t>
            </a:r>
            <a:r>
              <a:rPr lang="en-US" altLang="pt-BR" sz="4800">
                <a:solidFill>
                  <a:srgbClr val="ECDDB6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E613E83-F6A3-7B13-8576-458CDDB8B5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943600"/>
          </a:xfrm>
        </p:spPr>
        <p:txBody>
          <a:bodyPr/>
          <a:lstStyle/>
          <a:p>
            <a:r>
              <a:rPr lang="en-US" altLang="pt-BR" sz="4000" i="1">
                <a:solidFill>
                  <a:srgbClr val="ECDDB6"/>
                </a:solidFill>
              </a:rPr>
              <a:t>No Pentecostes sucedeu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i="1">
                <a:solidFill>
                  <a:srgbClr val="ECDDB6"/>
                </a:solidFill>
              </a:rPr>
              <a:t>O que Jesus falou,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i="1">
                <a:solidFill>
                  <a:srgbClr val="ECDDB6"/>
                </a:solidFill>
              </a:rPr>
              <a:t>Pois de repente lá do céu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i="1">
                <a:solidFill>
                  <a:srgbClr val="ECDDB6"/>
                </a:solidFill>
              </a:rPr>
              <a:t>Um vento assoprou,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i="1">
                <a:solidFill>
                  <a:srgbClr val="ECDDB6"/>
                </a:solidFill>
              </a:rPr>
              <a:t>Que veio a casa toda encher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i="1">
                <a:solidFill>
                  <a:srgbClr val="ECDDB6"/>
                </a:solidFill>
              </a:rPr>
              <a:t>E os corações com mui poder.</a:t>
            </a:r>
            <a:r>
              <a:rPr lang="en-US" altLang="pt-BR" sz="4000">
                <a:solidFill>
                  <a:srgbClr val="ECDDB6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1B3DBCC-9D96-9639-0131-4485045E41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943600"/>
          </a:xfrm>
        </p:spPr>
        <p:txBody>
          <a:bodyPr/>
          <a:lstStyle/>
          <a:p>
            <a:r>
              <a:rPr lang="en-US" altLang="pt-BR" sz="4000" b="1" i="1">
                <a:solidFill>
                  <a:srgbClr val="ECDDB6"/>
                </a:solidFill>
              </a:rPr>
              <a:t>Poder, poder, poder pentecostal.</a:t>
            </a:r>
            <a:r>
              <a:rPr lang="en-US" altLang="pt-BR" sz="4000" i="1">
                <a:solidFill>
                  <a:srgbClr val="ECDDB6"/>
                </a:solidFill>
              </a:rPr>
              <a:t>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b="1" i="1">
                <a:solidFill>
                  <a:srgbClr val="ECDDB6"/>
                </a:solidFill>
              </a:rPr>
              <a:t>Ó vem nos Inflamar,</a:t>
            </a:r>
            <a:r>
              <a:rPr lang="en-US" altLang="pt-BR" sz="4000" i="1">
                <a:solidFill>
                  <a:srgbClr val="ECDDB6"/>
                </a:solidFill>
              </a:rPr>
              <a:t>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b="1" i="1">
                <a:solidFill>
                  <a:srgbClr val="ECDDB6"/>
                </a:solidFill>
              </a:rPr>
              <a:t>Também nos renovar;</a:t>
            </a:r>
            <a:br>
              <a:rPr lang="en-US" altLang="pt-BR" sz="4000" b="1" i="1">
                <a:solidFill>
                  <a:srgbClr val="ECDDB6"/>
                </a:solidFill>
              </a:rPr>
            </a:br>
            <a:r>
              <a:rPr lang="en-US" altLang="pt-BR" sz="4000" b="1" i="1">
                <a:solidFill>
                  <a:srgbClr val="ECDDB6"/>
                </a:solidFill>
              </a:rPr>
              <a:t>Ó vem, sim, vem, ó chama divinal, </a:t>
            </a:r>
            <a:br>
              <a:rPr lang="en-US" altLang="pt-BR" sz="4000" b="1" i="1">
                <a:solidFill>
                  <a:srgbClr val="ECDDB6"/>
                </a:solidFill>
              </a:rPr>
            </a:br>
            <a:r>
              <a:rPr lang="en-US" altLang="pt-BR" sz="4000" b="1" i="1">
                <a:solidFill>
                  <a:srgbClr val="ECDDB6"/>
                </a:solidFill>
              </a:rPr>
              <a:t>Teus servos batizar.</a:t>
            </a:r>
            <a:r>
              <a:rPr lang="en-US" altLang="pt-BR" sz="4000">
                <a:solidFill>
                  <a:srgbClr val="ECDDB6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626229C-609F-042D-BE1F-68D19DCDE3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943600"/>
          </a:xfrm>
        </p:spPr>
        <p:txBody>
          <a:bodyPr/>
          <a:lstStyle/>
          <a:p>
            <a:r>
              <a:rPr lang="en-US" altLang="pt-BR" sz="4000" i="1">
                <a:solidFill>
                  <a:srgbClr val="ECDDB6"/>
                </a:solidFill>
              </a:rPr>
              <a:t>Em cada um veio repousar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i="1">
                <a:solidFill>
                  <a:srgbClr val="ECDDB6"/>
                </a:solidFill>
              </a:rPr>
              <a:t>A preciosa luz,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i="1">
                <a:solidFill>
                  <a:srgbClr val="ECDDB6"/>
                </a:solidFill>
              </a:rPr>
              <a:t>O Preceptor que veio ficar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i="1">
                <a:solidFill>
                  <a:srgbClr val="ECDDB6"/>
                </a:solidFill>
              </a:rPr>
              <a:t>Co'os servos de Jesus;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i="1">
                <a:solidFill>
                  <a:srgbClr val="ECDDB6"/>
                </a:solidFill>
              </a:rPr>
              <a:t>Foi o fogo santo do Senhor.</a:t>
            </a:r>
            <a:r>
              <a:rPr lang="en-US" altLang="pt-BR" sz="4000">
                <a:solidFill>
                  <a:srgbClr val="ECDDB6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B772188-42DD-FA1D-7C3F-F83961A76F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943600"/>
          </a:xfrm>
        </p:spPr>
        <p:txBody>
          <a:bodyPr/>
          <a:lstStyle/>
          <a:p>
            <a:r>
              <a:rPr lang="en-US" altLang="pt-BR" sz="4000" b="1" i="1">
                <a:solidFill>
                  <a:srgbClr val="ECDDB6"/>
                </a:solidFill>
              </a:rPr>
              <a:t>Poder, poder, poder pentecostal.</a:t>
            </a:r>
            <a:r>
              <a:rPr lang="en-US" altLang="pt-BR" sz="4000" i="1">
                <a:solidFill>
                  <a:srgbClr val="ECDDB6"/>
                </a:solidFill>
              </a:rPr>
              <a:t>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b="1" i="1">
                <a:solidFill>
                  <a:srgbClr val="ECDDB6"/>
                </a:solidFill>
              </a:rPr>
              <a:t>Ó vem nos Inflamar,</a:t>
            </a:r>
            <a:r>
              <a:rPr lang="en-US" altLang="pt-BR" sz="4000" i="1">
                <a:solidFill>
                  <a:srgbClr val="ECDDB6"/>
                </a:solidFill>
              </a:rPr>
              <a:t>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b="1" i="1">
                <a:solidFill>
                  <a:srgbClr val="ECDDB6"/>
                </a:solidFill>
              </a:rPr>
              <a:t>Também nos renovar;</a:t>
            </a:r>
            <a:br>
              <a:rPr lang="en-US" altLang="pt-BR" sz="4000" b="1" i="1">
                <a:solidFill>
                  <a:srgbClr val="ECDDB6"/>
                </a:solidFill>
              </a:rPr>
            </a:br>
            <a:r>
              <a:rPr lang="en-US" altLang="pt-BR" sz="4000" b="1" i="1">
                <a:solidFill>
                  <a:srgbClr val="ECDDB6"/>
                </a:solidFill>
              </a:rPr>
              <a:t>Ó vem, sim, vem, ó chama divinal, </a:t>
            </a:r>
            <a:br>
              <a:rPr lang="en-US" altLang="pt-BR" sz="4000" b="1" i="1">
                <a:solidFill>
                  <a:srgbClr val="ECDDB6"/>
                </a:solidFill>
              </a:rPr>
            </a:br>
            <a:r>
              <a:rPr lang="en-US" altLang="pt-BR" sz="4000" b="1" i="1">
                <a:solidFill>
                  <a:srgbClr val="ECDDB6"/>
                </a:solidFill>
              </a:rPr>
              <a:t>Teus servos batizar.</a:t>
            </a:r>
            <a:r>
              <a:rPr lang="en-US" altLang="pt-BR" sz="4000">
                <a:solidFill>
                  <a:srgbClr val="ECDDB6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35FD03-76AB-340A-4E30-FD386D037C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943600"/>
          </a:xfrm>
        </p:spPr>
        <p:txBody>
          <a:bodyPr/>
          <a:lstStyle/>
          <a:p>
            <a:r>
              <a:rPr lang="en-US" altLang="pt-BR" sz="4000" i="1">
                <a:solidFill>
                  <a:srgbClr val="ECDDB6"/>
                </a:solidFill>
              </a:rPr>
              <a:t>E começaram a falar,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i="1">
                <a:solidFill>
                  <a:srgbClr val="ECDDB6"/>
                </a:solidFill>
              </a:rPr>
              <a:t>Repletos de poder,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i="1">
                <a:solidFill>
                  <a:srgbClr val="ECDDB6"/>
                </a:solidFill>
              </a:rPr>
              <a:t>Em outras línguas exaltar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i="1">
                <a:solidFill>
                  <a:srgbClr val="ECDDB6"/>
                </a:solidFill>
              </a:rPr>
              <a:t>Ao que mandou trazer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i="1">
                <a:solidFill>
                  <a:srgbClr val="ECDDB6"/>
                </a:solidFill>
              </a:rPr>
              <a:t>Os ricos dons do Seu amor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i="1">
                <a:solidFill>
                  <a:srgbClr val="ECDDB6"/>
                </a:solidFill>
              </a:rPr>
              <a:t>E o poder consolador.</a:t>
            </a:r>
            <a:r>
              <a:rPr lang="en-US" altLang="pt-BR" sz="4000">
                <a:solidFill>
                  <a:srgbClr val="ECDDB6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301D3E2-A175-2BCD-5DC0-2FDE33B9AF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943600"/>
          </a:xfrm>
        </p:spPr>
        <p:txBody>
          <a:bodyPr/>
          <a:lstStyle/>
          <a:p>
            <a:r>
              <a:rPr lang="en-US" altLang="pt-BR" sz="4000" b="1" i="1">
                <a:solidFill>
                  <a:srgbClr val="ECDDB6"/>
                </a:solidFill>
              </a:rPr>
              <a:t>Poder, poder, poder pentecostal.</a:t>
            </a:r>
            <a:r>
              <a:rPr lang="en-US" altLang="pt-BR" sz="4000" i="1">
                <a:solidFill>
                  <a:srgbClr val="ECDDB6"/>
                </a:solidFill>
              </a:rPr>
              <a:t>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b="1" i="1">
                <a:solidFill>
                  <a:srgbClr val="ECDDB6"/>
                </a:solidFill>
              </a:rPr>
              <a:t>Ó vem nos Inflamar,</a:t>
            </a:r>
            <a:r>
              <a:rPr lang="en-US" altLang="pt-BR" sz="4000" i="1">
                <a:solidFill>
                  <a:srgbClr val="ECDDB6"/>
                </a:solidFill>
              </a:rPr>
              <a:t>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b="1" i="1">
                <a:solidFill>
                  <a:srgbClr val="ECDDB6"/>
                </a:solidFill>
              </a:rPr>
              <a:t>Também nos renovar;</a:t>
            </a:r>
            <a:br>
              <a:rPr lang="en-US" altLang="pt-BR" sz="4000" b="1" i="1">
                <a:solidFill>
                  <a:srgbClr val="ECDDB6"/>
                </a:solidFill>
              </a:rPr>
            </a:br>
            <a:r>
              <a:rPr lang="en-US" altLang="pt-BR" sz="4000" b="1" i="1">
                <a:solidFill>
                  <a:srgbClr val="ECDDB6"/>
                </a:solidFill>
              </a:rPr>
              <a:t>Ó vem, sim, vem, ó chama divinal, </a:t>
            </a:r>
            <a:br>
              <a:rPr lang="en-US" altLang="pt-BR" sz="4000" b="1" i="1">
                <a:solidFill>
                  <a:srgbClr val="ECDDB6"/>
                </a:solidFill>
              </a:rPr>
            </a:br>
            <a:r>
              <a:rPr lang="en-US" altLang="pt-BR" sz="4000" b="1" i="1">
                <a:solidFill>
                  <a:srgbClr val="ECDDB6"/>
                </a:solidFill>
              </a:rPr>
              <a:t>Teus servos batizar.</a:t>
            </a:r>
            <a:r>
              <a:rPr lang="en-US" altLang="pt-BR" sz="4000">
                <a:solidFill>
                  <a:srgbClr val="ECDDB6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55F84A1-531F-8A27-C8EE-1541F8F646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943600"/>
          </a:xfrm>
        </p:spPr>
        <p:txBody>
          <a:bodyPr/>
          <a:lstStyle/>
          <a:p>
            <a:r>
              <a:rPr lang="en-US" altLang="pt-BR" sz="4000" i="1">
                <a:solidFill>
                  <a:srgbClr val="ECDDB6"/>
                </a:solidFill>
              </a:rPr>
              <a:t>E quem deseja receber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i="1">
                <a:solidFill>
                  <a:srgbClr val="ECDDB6"/>
                </a:solidFill>
              </a:rPr>
              <a:t>Esta água salutar.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i="1">
                <a:solidFill>
                  <a:srgbClr val="ECDDB6"/>
                </a:solidFill>
              </a:rPr>
              <a:t>Que é prometida ao que crer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i="1">
                <a:solidFill>
                  <a:srgbClr val="ECDDB6"/>
                </a:solidFill>
              </a:rPr>
              <a:t>E humilde esperar,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i="1">
                <a:solidFill>
                  <a:srgbClr val="ECDDB6"/>
                </a:solidFill>
              </a:rPr>
              <a:t>Perseverando em oração,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i="1">
                <a:solidFill>
                  <a:srgbClr val="ECDDB6"/>
                </a:solidFill>
              </a:rPr>
              <a:t>Terá poder seu coração.</a:t>
            </a:r>
            <a:r>
              <a:rPr lang="en-US" altLang="pt-BR" sz="4000">
                <a:solidFill>
                  <a:srgbClr val="ECDDB6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FAD52AF-F67E-22EA-243C-1B22ACB14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943600"/>
          </a:xfrm>
        </p:spPr>
        <p:txBody>
          <a:bodyPr/>
          <a:lstStyle/>
          <a:p>
            <a:r>
              <a:rPr lang="en-US" altLang="pt-BR" sz="4000" b="1" i="1">
                <a:solidFill>
                  <a:srgbClr val="ECDDB6"/>
                </a:solidFill>
              </a:rPr>
              <a:t>Poder, poder, poder pentecostal.</a:t>
            </a:r>
            <a:r>
              <a:rPr lang="en-US" altLang="pt-BR" sz="4000" i="1">
                <a:solidFill>
                  <a:srgbClr val="ECDDB6"/>
                </a:solidFill>
              </a:rPr>
              <a:t>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b="1" i="1">
                <a:solidFill>
                  <a:srgbClr val="ECDDB6"/>
                </a:solidFill>
              </a:rPr>
              <a:t>Ó vem nos Inflamar,</a:t>
            </a:r>
            <a:r>
              <a:rPr lang="en-US" altLang="pt-BR" sz="4000" i="1">
                <a:solidFill>
                  <a:srgbClr val="ECDDB6"/>
                </a:solidFill>
              </a:rPr>
              <a:t> </a:t>
            </a:r>
            <a:br>
              <a:rPr lang="en-US" altLang="pt-BR" sz="4000" i="1">
                <a:solidFill>
                  <a:srgbClr val="ECDDB6"/>
                </a:solidFill>
              </a:rPr>
            </a:br>
            <a:r>
              <a:rPr lang="en-US" altLang="pt-BR" sz="4000" b="1" i="1">
                <a:solidFill>
                  <a:srgbClr val="ECDDB6"/>
                </a:solidFill>
              </a:rPr>
              <a:t>Também nos renovar;</a:t>
            </a:r>
            <a:br>
              <a:rPr lang="en-US" altLang="pt-BR" sz="4000" b="1" i="1">
                <a:solidFill>
                  <a:srgbClr val="ECDDB6"/>
                </a:solidFill>
              </a:rPr>
            </a:br>
            <a:r>
              <a:rPr lang="en-US" altLang="pt-BR" sz="4000" b="1" i="1">
                <a:solidFill>
                  <a:srgbClr val="ECDDB6"/>
                </a:solidFill>
              </a:rPr>
              <a:t>Ó vem, sim, vem, ó chama divinal, </a:t>
            </a:r>
            <a:br>
              <a:rPr lang="en-US" altLang="pt-BR" sz="4000" b="1" i="1">
                <a:solidFill>
                  <a:srgbClr val="ECDDB6"/>
                </a:solidFill>
              </a:rPr>
            </a:br>
            <a:r>
              <a:rPr lang="en-US" altLang="pt-BR" sz="4000" b="1" i="1">
                <a:solidFill>
                  <a:srgbClr val="ECDDB6"/>
                </a:solidFill>
              </a:rPr>
              <a:t>Teus servos batizar.</a:t>
            </a:r>
            <a:r>
              <a:rPr lang="en-US" altLang="pt-BR" sz="4000">
                <a:solidFill>
                  <a:srgbClr val="ECDDB6"/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lança">
  <a:themeElements>
    <a:clrScheme name="Balança 1">
      <a:dk1>
        <a:srgbClr val="663300"/>
      </a:dk1>
      <a:lt1>
        <a:srgbClr val="FFFFFF"/>
      </a:lt1>
      <a:dk2>
        <a:srgbClr val="996600"/>
      </a:dk2>
      <a:lt2>
        <a:srgbClr val="DBBD71"/>
      </a:lt2>
      <a:accent1>
        <a:srgbClr val="F8A500"/>
      </a:accent1>
      <a:accent2>
        <a:srgbClr val="808000"/>
      </a:accent2>
      <a:accent3>
        <a:srgbClr val="CAB8AA"/>
      </a:accent3>
      <a:accent4>
        <a:srgbClr val="DADADA"/>
      </a:accent4>
      <a:accent5>
        <a:srgbClr val="FBCFAA"/>
      </a:accent5>
      <a:accent6>
        <a:srgbClr val="737300"/>
      </a:accent6>
      <a:hlink>
        <a:srgbClr val="FFCC66"/>
      </a:hlink>
      <a:folHlink>
        <a:srgbClr val="CCA500"/>
      </a:folHlink>
    </a:clrScheme>
    <a:fontScheme name="Balança">
      <a:majorFont>
        <a:latin typeface="Arial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alança 1">
        <a:dk1>
          <a:srgbClr val="663300"/>
        </a:dk1>
        <a:lt1>
          <a:srgbClr val="FFFFFF"/>
        </a:lt1>
        <a:dk2>
          <a:srgbClr val="996600"/>
        </a:dk2>
        <a:lt2>
          <a:srgbClr val="DBBD71"/>
        </a:lt2>
        <a:accent1>
          <a:srgbClr val="F8A500"/>
        </a:accent1>
        <a:accent2>
          <a:srgbClr val="808000"/>
        </a:accent2>
        <a:accent3>
          <a:srgbClr val="CAB8AA"/>
        </a:accent3>
        <a:accent4>
          <a:srgbClr val="DADADA"/>
        </a:accent4>
        <a:accent5>
          <a:srgbClr val="FBCFAA"/>
        </a:accent5>
        <a:accent6>
          <a:srgbClr val="737300"/>
        </a:accent6>
        <a:hlink>
          <a:srgbClr val="FFCC66"/>
        </a:hlink>
        <a:folHlink>
          <a:srgbClr val="CCA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ça 2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CC66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B8AA"/>
        </a:accent5>
        <a:accent6>
          <a:srgbClr val="AC6D56"/>
        </a:accent6>
        <a:hlink>
          <a:srgbClr val="FFFF99"/>
        </a:hlink>
        <a:folHlink>
          <a:srgbClr val="E5B32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ça 3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2EB62E"/>
        </a:accent1>
        <a:accent2>
          <a:srgbClr val="527C3A"/>
        </a:accent2>
        <a:accent3>
          <a:srgbClr val="B2B9AC"/>
        </a:accent3>
        <a:accent4>
          <a:srgbClr val="DADADA"/>
        </a:accent4>
        <a:accent5>
          <a:srgbClr val="ADD7AD"/>
        </a:accent5>
        <a:accent6>
          <a:srgbClr val="497034"/>
        </a:accent6>
        <a:hlink>
          <a:srgbClr val="DDD8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ça 4">
        <a:dk1>
          <a:srgbClr val="005A58"/>
        </a:dk1>
        <a:lt1>
          <a:srgbClr val="FFFFFF"/>
        </a:lt1>
        <a:dk2>
          <a:srgbClr val="00716E"/>
        </a:dk2>
        <a:lt2>
          <a:srgbClr val="FFFF99"/>
        </a:lt2>
        <a:accent1>
          <a:srgbClr val="2DB3B0"/>
        </a:accent1>
        <a:accent2>
          <a:srgbClr val="6D6FC7"/>
        </a:accent2>
        <a:accent3>
          <a:srgbClr val="AABBBA"/>
        </a:accent3>
        <a:accent4>
          <a:srgbClr val="DADADA"/>
        </a:accent4>
        <a:accent5>
          <a:srgbClr val="ADD6D4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ça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336699"/>
        </a:accent1>
        <a:accent2>
          <a:srgbClr val="00B000"/>
        </a:accent2>
        <a:accent3>
          <a:srgbClr val="ACB3C1"/>
        </a:accent3>
        <a:accent4>
          <a:srgbClr val="DADADA"/>
        </a:accent4>
        <a:accent5>
          <a:srgbClr val="ADB8CA"/>
        </a:accent5>
        <a:accent6>
          <a:srgbClr val="009F00"/>
        </a:accent6>
        <a:hlink>
          <a:srgbClr val="00CCFF"/>
        </a:hlink>
        <a:folHlink>
          <a:srgbClr val="B5FFF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ça 6">
        <a:dk1>
          <a:srgbClr val="2F2D25"/>
        </a:dk1>
        <a:lt1>
          <a:srgbClr val="FFFFFF"/>
        </a:lt1>
        <a:dk2>
          <a:srgbClr val="656151"/>
        </a:dk2>
        <a:lt2>
          <a:srgbClr val="FFFFCC"/>
        </a:lt2>
        <a:accent1>
          <a:srgbClr val="818173"/>
        </a:accent1>
        <a:accent2>
          <a:srgbClr val="809EA8"/>
        </a:accent2>
        <a:accent3>
          <a:srgbClr val="B8B7B3"/>
        </a:accent3>
        <a:accent4>
          <a:srgbClr val="DADADA"/>
        </a:accent4>
        <a:accent5>
          <a:srgbClr val="C1C1BC"/>
        </a:accent5>
        <a:accent6>
          <a:srgbClr val="738F98"/>
        </a:accent6>
        <a:hlink>
          <a:srgbClr val="E2C86A"/>
        </a:hlink>
        <a:folHlink>
          <a:srgbClr val="B7B6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ça 7">
        <a:dk1>
          <a:srgbClr val="B4AF80"/>
        </a:dk1>
        <a:lt1>
          <a:srgbClr val="FFFFFF"/>
        </a:lt1>
        <a:dk2>
          <a:srgbClr val="C8C6A2"/>
        </a:dk2>
        <a:lt2>
          <a:srgbClr val="827F4C"/>
        </a:lt2>
        <a:accent1>
          <a:srgbClr val="7C784E"/>
        </a:accent1>
        <a:accent2>
          <a:srgbClr val="A2A4AC"/>
        </a:accent2>
        <a:accent3>
          <a:srgbClr val="E0DFCE"/>
        </a:accent3>
        <a:accent4>
          <a:srgbClr val="DADADA"/>
        </a:accent4>
        <a:accent5>
          <a:srgbClr val="BFBEB2"/>
        </a:accent5>
        <a:accent6>
          <a:srgbClr val="92949B"/>
        </a:accent6>
        <a:hlink>
          <a:srgbClr val="33CC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ça 8">
        <a:dk1>
          <a:srgbClr val="000000"/>
        </a:dk1>
        <a:lt1>
          <a:srgbClr val="DDDDDD"/>
        </a:lt1>
        <a:dk2>
          <a:srgbClr val="000000"/>
        </a:dk2>
        <a:lt2>
          <a:srgbClr val="B8B7D1"/>
        </a:lt2>
        <a:accent1>
          <a:srgbClr val="F1F0F4"/>
        </a:accent1>
        <a:accent2>
          <a:srgbClr val="C1BCFC"/>
        </a:accent2>
        <a:accent3>
          <a:srgbClr val="EBEBEB"/>
        </a:accent3>
        <a:accent4>
          <a:srgbClr val="000000"/>
        </a:accent4>
        <a:accent5>
          <a:srgbClr val="F7F6F8"/>
        </a:accent5>
        <a:accent6>
          <a:srgbClr val="AFAAE4"/>
        </a:accent6>
        <a:hlink>
          <a:srgbClr val="5454C6"/>
        </a:hlink>
        <a:folHlink>
          <a:srgbClr val="6A6F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ança 9">
        <a:dk1>
          <a:srgbClr val="000000"/>
        </a:dk1>
        <a:lt1>
          <a:srgbClr val="FFFFFF"/>
        </a:lt1>
        <a:dk2>
          <a:srgbClr val="00A29E"/>
        </a:dk2>
        <a:lt2>
          <a:srgbClr val="CBCBCB"/>
        </a:lt2>
        <a:accent1>
          <a:srgbClr val="E5E5FF"/>
        </a:accent1>
        <a:accent2>
          <a:srgbClr val="79CD6B"/>
        </a:accent2>
        <a:accent3>
          <a:srgbClr val="FFFFFF"/>
        </a:accent3>
        <a:accent4>
          <a:srgbClr val="000000"/>
        </a:accent4>
        <a:accent5>
          <a:srgbClr val="F0F0FF"/>
        </a:accent5>
        <a:accent6>
          <a:srgbClr val="6DBA60"/>
        </a:accent6>
        <a:hlink>
          <a:srgbClr val="4477DE"/>
        </a:hlink>
        <a:folHlink>
          <a:srgbClr val="65498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Balança</Template>
  <TotalTime>2</TotalTime>
  <Words>275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Tahoma</vt:lpstr>
      <vt:lpstr>Wingdings</vt:lpstr>
      <vt:lpstr>Balança</vt:lpstr>
      <vt:lpstr>24  PODER PENTECOSTAL </vt:lpstr>
      <vt:lpstr>No Pentecostes sucedeu  O que Jesus falou,  Pois de repente lá do céu  Um vento assoprou,  Que veio a casa toda encher  E os corações com mui poder. </vt:lpstr>
      <vt:lpstr>Poder, poder, poder pentecostal.  Ó vem nos Inflamar,  Também nos renovar; Ó vem, sim, vem, ó chama divinal,  Teus servos batizar. </vt:lpstr>
      <vt:lpstr>Em cada um veio repousar  A preciosa luz, O Preceptor que veio ficar  Co'os servos de Jesus;  Foi o fogo santo do Senhor. </vt:lpstr>
      <vt:lpstr>Poder, poder, poder pentecostal.  Ó vem nos Inflamar,  Também nos renovar; Ó vem, sim, vem, ó chama divinal,  Teus servos batizar. </vt:lpstr>
      <vt:lpstr>E começaram a falar,  Repletos de poder,  Em outras línguas exaltar  Ao que mandou trazer  Os ricos dons do Seu amor  E o poder consolador. </vt:lpstr>
      <vt:lpstr>Poder, poder, poder pentecostal.  Ó vem nos Inflamar,  Também nos renovar; Ó vem, sim, vem, ó chama divinal,  Teus servos batizar. </vt:lpstr>
      <vt:lpstr>E quem deseja receber  Esta água salutar.  Que é prometida ao que crer  E humilde esperar,  Perseverando em oração,  Terá poder seu coração. </vt:lpstr>
      <vt:lpstr>Poder, poder, poder pentecostal.  Ó vem nos Inflamar,  Também nos renovar; Ó vem, sim, vem, ó chama divinal,  Teus servos batizar.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  PODER PENTECOSTAL </dc:title>
  <dc:creator>Junior</dc:creator>
  <cp:lastModifiedBy>Emerson Souza</cp:lastModifiedBy>
  <cp:revision>3</cp:revision>
  <dcterms:created xsi:type="dcterms:W3CDTF">2005-12-23T00:19:41Z</dcterms:created>
  <dcterms:modified xsi:type="dcterms:W3CDTF">2026-05-02T21:39:01Z</dcterms:modified>
</cp:coreProperties>
</file>