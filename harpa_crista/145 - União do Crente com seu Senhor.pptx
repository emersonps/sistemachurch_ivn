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1" r:id="rId1"/>
  </p:sldMasterIdLst>
  <p:sldIdLst>
    <p:sldId id="256" r:id="rId2"/>
    <p:sldId id="257" r:id="rId3"/>
    <p:sldId id="258" r:id="rId4"/>
    <p:sldId id="259" r:id="rId5"/>
    <p:sldId id="262" r:id="rId6"/>
    <p:sldId id="260" r:id="rId7"/>
    <p:sldId id="263" r:id="rId8"/>
    <p:sldId id="261" r:id="rId9"/>
    <p:sldId id="264" r:id="rId10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6" d="100"/>
          <a:sy n="66" d="100"/>
        </p:scale>
        <p:origin x="-108" y="-18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290" name="Group 2">
            <a:extLst>
              <a:ext uri="{FF2B5EF4-FFF2-40B4-BE49-F238E27FC236}">
                <a16:creationId xmlns:a16="http://schemas.microsoft.com/office/drawing/2014/main" id="{AE249F98-7638-C7E7-DEB3-240D33D86585}"/>
              </a:ext>
            </a:extLst>
          </p:cNvPr>
          <p:cNvGrpSpPr>
            <a:grpSpLocks/>
          </p:cNvGrpSpPr>
          <p:nvPr/>
        </p:nvGrpSpPr>
        <p:grpSpPr bwMode="auto">
          <a:xfrm>
            <a:off x="0" y="0"/>
            <a:ext cx="9144000" cy="6858000"/>
            <a:chOff x="0" y="0"/>
            <a:chExt cx="5760" cy="4320"/>
          </a:xfrm>
        </p:grpSpPr>
        <p:sp>
          <p:nvSpPr>
            <p:cNvPr id="12291" name="Rectangle 3">
              <a:extLst>
                <a:ext uri="{FF2B5EF4-FFF2-40B4-BE49-F238E27FC236}">
                  <a16:creationId xmlns:a16="http://schemas.microsoft.com/office/drawing/2014/main" id="{93A8BBA3-6E45-5897-8954-DD9F2C427324}"/>
                </a:ext>
              </a:extLst>
            </p:cNvPr>
            <p:cNvSpPr>
              <a:spLocks noChangeArrowheads="1"/>
            </p:cNvSpPr>
            <p:nvPr/>
          </p:nvSpPr>
          <p:spPr bwMode="hidden">
            <a:xfrm>
              <a:off x="0" y="0"/>
              <a:ext cx="2208" cy="4320"/>
            </a:xfrm>
            <a:prstGeom prst="rect">
              <a:avLst/>
            </a:prstGeom>
            <a:gradFill rotWithShape="0">
              <a:gsLst>
                <a:gs pos="0">
                  <a:schemeClr val="folHlink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pt-BR" altLang="pt-BR" sz="2400">
                <a:latin typeface="Times New Roman" panose="02020603050405020304" pitchFamily="18" charset="0"/>
              </a:endParaRPr>
            </a:p>
          </p:txBody>
        </p:sp>
        <p:sp>
          <p:nvSpPr>
            <p:cNvPr id="12292" name="Rectangle 4">
              <a:extLst>
                <a:ext uri="{FF2B5EF4-FFF2-40B4-BE49-F238E27FC236}">
                  <a16:creationId xmlns:a16="http://schemas.microsoft.com/office/drawing/2014/main" id="{04635BD0-0814-044E-E498-2A2025B81DB5}"/>
                </a:ext>
              </a:extLst>
            </p:cNvPr>
            <p:cNvSpPr>
              <a:spLocks noChangeArrowheads="1"/>
            </p:cNvSpPr>
            <p:nvPr/>
          </p:nvSpPr>
          <p:spPr bwMode="hidden">
            <a:xfrm>
              <a:off x="1081" y="1065"/>
              <a:ext cx="4679" cy="1596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 altLang="pt-BR" sz="2400">
                <a:latin typeface="Times New Roman" panose="02020603050405020304" pitchFamily="18" charset="0"/>
              </a:endParaRPr>
            </a:p>
          </p:txBody>
        </p:sp>
        <p:grpSp>
          <p:nvGrpSpPr>
            <p:cNvPr id="12293" name="Group 5">
              <a:extLst>
                <a:ext uri="{FF2B5EF4-FFF2-40B4-BE49-F238E27FC236}">
                  <a16:creationId xmlns:a16="http://schemas.microsoft.com/office/drawing/2014/main" id="{94BCC049-7DC9-0714-45D8-B741490F03F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0" y="672"/>
              <a:ext cx="1806" cy="1989"/>
              <a:chOff x="0" y="672"/>
              <a:chExt cx="1806" cy="1989"/>
            </a:xfrm>
          </p:grpSpPr>
          <p:sp>
            <p:nvSpPr>
              <p:cNvPr id="12294" name="Rectangle 6">
                <a:extLst>
                  <a:ext uri="{FF2B5EF4-FFF2-40B4-BE49-F238E27FC236}">
                    <a16:creationId xmlns:a16="http://schemas.microsoft.com/office/drawing/2014/main" id="{85791D5A-41A5-8D59-53CF-5938FD5FCA57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auto">
              <a:xfrm>
                <a:off x="361" y="2257"/>
                <a:ext cx="363" cy="404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 altLang="pt-BR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2295" name="Rectangle 7">
                <a:extLst>
                  <a:ext uri="{FF2B5EF4-FFF2-40B4-BE49-F238E27FC236}">
                    <a16:creationId xmlns:a16="http://schemas.microsoft.com/office/drawing/2014/main" id="{979F0BF3-17CC-A7CE-A153-DECBF8209BD1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auto">
              <a:xfrm>
                <a:off x="1081" y="1065"/>
                <a:ext cx="362" cy="405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 altLang="pt-BR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2296" name="Rectangle 8">
                <a:extLst>
                  <a:ext uri="{FF2B5EF4-FFF2-40B4-BE49-F238E27FC236}">
                    <a16:creationId xmlns:a16="http://schemas.microsoft.com/office/drawing/2014/main" id="{19FD1E70-83ED-AECA-C4FA-DEB240C5E540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auto">
              <a:xfrm>
                <a:off x="1437" y="672"/>
                <a:ext cx="369" cy="400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 altLang="pt-BR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2297" name="Rectangle 9">
                <a:extLst>
                  <a:ext uri="{FF2B5EF4-FFF2-40B4-BE49-F238E27FC236}">
                    <a16:creationId xmlns:a16="http://schemas.microsoft.com/office/drawing/2014/main" id="{E1FA669E-CD1C-1A4B-8F3D-DEA8F6B195EC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auto">
              <a:xfrm>
                <a:off x="719" y="2257"/>
                <a:ext cx="368" cy="404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 altLang="pt-BR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2298" name="Rectangle 10">
                <a:extLst>
                  <a:ext uri="{FF2B5EF4-FFF2-40B4-BE49-F238E27FC236}">
                    <a16:creationId xmlns:a16="http://schemas.microsoft.com/office/drawing/2014/main" id="{9DAC0A74-5196-7D8A-47D6-9AFAED08FDAA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auto">
              <a:xfrm>
                <a:off x="1437" y="1065"/>
                <a:ext cx="369" cy="405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 altLang="pt-BR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2299" name="Rectangle 11">
                <a:extLst>
                  <a:ext uri="{FF2B5EF4-FFF2-40B4-BE49-F238E27FC236}">
                    <a16:creationId xmlns:a16="http://schemas.microsoft.com/office/drawing/2014/main" id="{55FD3AA0-6F8A-4830-1020-E6577F64D815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auto">
              <a:xfrm>
                <a:off x="719" y="1464"/>
                <a:ext cx="368" cy="399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 altLang="pt-BR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2300" name="Rectangle 12">
                <a:extLst>
                  <a:ext uri="{FF2B5EF4-FFF2-40B4-BE49-F238E27FC236}">
                    <a16:creationId xmlns:a16="http://schemas.microsoft.com/office/drawing/2014/main" id="{3B2103A6-0DF7-E804-F504-12F4D8F0E717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auto">
              <a:xfrm>
                <a:off x="0" y="1464"/>
                <a:ext cx="367" cy="399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 altLang="pt-BR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2301" name="Rectangle 13">
                <a:extLst>
                  <a:ext uri="{FF2B5EF4-FFF2-40B4-BE49-F238E27FC236}">
                    <a16:creationId xmlns:a16="http://schemas.microsoft.com/office/drawing/2014/main" id="{31B6F387-8080-0C1D-6145-0A30AAE0A584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auto">
              <a:xfrm>
                <a:off x="1081" y="1464"/>
                <a:ext cx="362" cy="399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 altLang="pt-BR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2302" name="Rectangle 14">
                <a:extLst>
                  <a:ext uri="{FF2B5EF4-FFF2-40B4-BE49-F238E27FC236}">
                    <a16:creationId xmlns:a16="http://schemas.microsoft.com/office/drawing/2014/main" id="{B5A357DC-3DF3-3AEE-8612-D4955D907265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auto">
              <a:xfrm>
                <a:off x="361" y="1857"/>
                <a:ext cx="363" cy="406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 altLang="pt-BR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2303" name="Rectangle 15">
                <a:extLst>
                  <a:ext uri="{FF2B5EF4-FFF2-40B4-BE49-F238E27FC236}">
                    <a16:creationId xmlns:a16="http://schemas.microsoft.com/office/drawing/2014/main" id="{F7F64487-5140-E435-8068-A3280D8D4DCA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auto">
              <a:xfrm>
                <a:off x="719" y="1857"/>
                <a:ext cx="368" cy="406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 altLang="pt-BR" sz="2400">
                  <a:latin typeface="Times New Roman" panose="02020603050405020304" pitchFamily="18" charset="0"/>
                </a:endParaRPr>
              </a:p>
            </p:txBody>
          </p:sp>
        </p:grpSp>
      </p:grpSp>
      <p:sp>
        <p:nvSpPr>
          <p:cNvPr id="12304" name="Rectangle 16">
            <a:extLst>
              <a:ext uri="{FF2B5EF4-FFF2-40B4-BE49-F238E27FC236}">
                <a16:creationId xmlns:a16="http://schemas.microsoft.com/office/drawing/2014/main" id="{DD9CCCF1-F500-D8D5-F38B-AF3C97DBB2EB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>
          <a:xfrm>
            <a:off x="457200" y="6248400"/>
            <a:ext cx="2133600" cy="457200"/>
          </a:xfrm>
        </p:spPr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12305" name="Rectangle 17">
            <a:extLst>
              <a:ext uri="{FF2B5EF4-FFF2-40B4-BE49-F238E27FC236}">
                <a16:creationId xmlns:a16="http://schemas.microsoft.com/office/drawing/2014/main" id="{0534FBAC-A6AA-6419-F608-505C8539D935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12306" name="Rectangle 18">
            <a:extLst>
              <a:ext uri="{FF2B5EF4-FFF2-40B4-BE49-F238E27FC236}">
                <a16:creationId xmlns:a16="http://schemas.microsoft.com/office/drawing/2014/main" id="{A9828E56-0BFA-0338-E911-8B307E92045A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/>
        <p:txBody>
          <a:bodyPr/>
          <a:lstStyle>
            <a:lvl1pPr>
              <a:defRPr/>
            </a:lvl1pPr>
          </a:lstStyle>
          <a:p>
            <a:fld id="{7EF8E247-C180-4AAC-84DB-C0B8A0CDE378}" type="slidenum">
              <a:rPr lang="en-US" altLang="pt-BR"/>
              <a:pPr/>
              <a:t>‹nº›</a:t>
            </a:fld>
            <a:endParaRPr lang="en-US" altLang="pt-BR"/>
          </a:p>
        </p:txBody>
      </p:sp>
      <p:sp>
        <p:nvSpPr>
          <p:cNvPr id="12307" name="Rectangle 19">
            <a:extLst>
              <a:ext uri="{FF2B5EF4-FFF2-40B4-BE49-F238E27FC236}">
                <a16:creationId xmlns:a16="http://schemas.microsoft.com/office/drawing/2014/main" id="{CBAD902E-2569-BA7C-05C4-E6320AF69E29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2971800" y="1828800"/>
            <a:ext cx="6019800" cy="2209800"/>
          </a:xfrm>
        </p:spPr>
        <p:txBody>
          <a:bodyPr/>
          <a:lstStyle>
            <a:lvl1pPr>
              <a:defRPr sz="5000">
                <a:solidFill>
                  <a:srgbClr val="FFFFFF"/>
                </a:solidFill>
              </a:defRPr>
            </a:lvl1pPr>
          </a:lstStyle>
          <a:p>
            <a:pPr lvl="0"/>
            <a:r>
              <a:rPr lang="en-US" altLang="pt-BR" noProof="0"/>
              <a:t>Clique para editar o estilo do título mestre</a:t>
            </a:r>
          </a:p>
        </p:txBody>
      </p:sp>
      <p:sp>
        <p:nvSpPr>
          <p:cNvPr id="12308" name="Rectangle 20">
            <a:extLst>
              <a:ext uri="{FF2B5EF4-FFF2-40B4-BE49-F238E27FC236}">
                <a16:creationId xmlns:a16="http://schemas.microsoft.com/office/drawing/2014/main" id="{ED3A52F9-6F3C-8958-1905-CEC72D67078A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2971800" y="4267200"/>
            <a:ext cx="6019800" cy="1752600"/>
          </a:xfrm>
        </p:spPr>
        <p:txBody>
          <a:bodyPr/>
          <a:lstStyle>
            <a:lvl1pPr marL="0" indent="0">
              <a:buFont typeface="Wingdings" panose="05000000000000000000" pitchFamily="2" charset="2"/>
              <a:buNone/>
              <a:defRPr sz="3400"/>
            </a:lvl1pPr>
          </a:lstStyle>
          <a:p>
            <a:pPr lvl="0"/>
            <a:r>
              <a:rPr lang="en-US" altLang="pt-BR" noProof="0"/>
              <a:t>Clique para editar o estilo do subtítulo mestre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09E8F18-1D46-36BE-7A50-1B455C7D26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37C6B9F-4196-0A2F-67D1-6C37BB582F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D7AAA1D3-FA4E-8F13-56CE-AA99A093D86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CE5A0B69-928C-6181-932D-929120D9B26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95F2827A-B7CD-4151-85D5-D05C6C23C3C3}" type="slidenum">
              <a:rPr lang="en-US" altLang="pt-BR"/>
              <a:pPr/>
              <a:t>‹nº›</a:t>
            </a:fld>
            <a:endParaRPr lang="en-US" altLang="pt-BR"/>
          </a:p>
        </p:txBody>
      </p:sp>
      <p:sp>
        <p:nvSpPr>
          <p:cNvPr id="6" name="Espaço Reservado para Data 5">
            <a:extLst>
              <a:ext uri="{FF2B5EF4-FFF2-40B4-BE49-F238E27FC236}">
                <a16:creationId xmlns:a16="http://schemas.microsoft.com/office/drawing/2014/main" id="{3255C53F-A6C5-C1BA-B4DF-954487D3C26E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3171779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F584D66-EBB2-6C61-20A7-665D52AFD6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871C19B5-F20E-ED89-27EB-F5ED4DBE0D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958E0A6E-26E0-C2C6-3EA9-61BC4054F78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B6271EA9-80C1-B081-6138-30F03361B10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62F14B5D-1D68-4E0C-A207-2F5F275CFC37}" type="slidenum">
              <a:rPr lang="en-US" altLang="pt-BR"/>
              <a:pPr/>
              <a:t>‹nº›</a:t>
            </a:fld>
            <a:endParaRPr lang="en-US" altLang="pt-BR"/>
          </a:p>
        </p:txBody>
      </p:sp>
      <p:sp>
        <p:nvSpPr>
          <p:cNvPr id="6" name="Espaço Reservado para Data 5">
            <a:extLst>
              <a:ext uri="{FF2B5EF4-FFF2-40B4-BE49-F238E27FC236}">
                <a16:creationId xmlns:a16="http://schemas.microsoft.com/office/drawing/2014/main" id="{146E6252-82EE-E792-A88F-B737AE08773E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0592738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A0336BA-9B57-0330-4B4B-ADE1B916FA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BF428CA-750F-7F5C-F5EF-CE5887C225E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981200"/>
            <a:ext cx="4038600" cy="3886200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EA442F42-B83E-6271-9275-B77A0FD86C8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4038600" cy="3886200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4019828-66BD-7691-A462-5663AAECBB49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826E67A-98A5-54CF-5B63-EF945E0F56A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E847615D-AB5F-47F9-A0FD-C3F9B8034D8E}" type="slidenum">
              <a:rPr lang="en-US" altLang="pt-BR"/>
              <a:pPr/>
              <a:t>‹nº›</a:t>
            </a:fld>
            <a:endParaRPr lang="en-US" altLang="pt-BR"/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B4759E62-B629-275E-A894-D4C9F24ABA93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7533817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AE90543-D5D6-EA34-685D-6D5193E705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40EF92CD-7A47-94F0-CA21-B54D03CE13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5D3D91A0-10DE-8B20-53DA-A641ECA80C8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B4946CD0-BD17-ACFE-1620-26C71E3FB92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2E773F67-6A84-E433-0DF7-962F9C0072A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Rodapé 6">
            <a:extLst>
              <a:ext uri="{FF2B5EF4-FFF2-40B4-BE49-F238E27FC236}">
                <a16:creationId xmlns:a16="http://schemas.microsoft.com/office/drawing/2014/main" id="{933961D8-CFD5-75CD-1BBA-5CCA7EC5888F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8" name="Espaço Reservado para Número de Slide 7">
            <a:extLst>
              <a:ext uri="{FF2B5EF4-FFF2-40B4-BE49-F238E27FC236}">
                <a16:creationId xmlns:a16="http://schemas.microsoft.com/office/drawing/2014/main" id="{1D38F1F9-17AA-20EC-A7F6-028628D7A2B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8516DD2A-EC82-44A2-B5C2-2A7BD00AB875}" type="slidenum">
              <a:rPr lang="en-US" altLang="pt-BR"/>
              <a:pPr/>
              <a:t>‹nº›</a:t>
            </a:fld>
            <a:endParaRPr lang="en-US" altLang="pt-BR"/>
          </a:p>
        </p:txBody>
      </p:sp>
      <p:sp>
        <p:nvSpPr>
          <p:cNvPr id="9" name="Espaço Reservado para Data 8">
            <a:extLst>
              <a:ext uri="{FF2B5EF4-FFF2-40B4-BE49-F238E27FC236}">
                <a16:creationId xmlns:a16="http://schemas.microsoft.com/office/drawing/2014/main" id="{40242F90-5BE2-4EA2-884E-CD1056E91680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268525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73D4777-4E26-2365-5317-FA13EF8EBD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06E93B34-2F61-DE89-C0B2-64CE30A63EC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6FA84025-D8B3-6522-9011-C33ADBC665F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26CF398E-F4F2-413D-BBA3-C83EAEAD315A}" type="slidenum">
              <a:rPr lang="en-US" altLang="pt-BR"/>
              <a:pPr/>
              <a:t>‹nº›</a:t>
            </a:fld>
            <a:endParaRPr lang="en-US" altLang="pt-BR"/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8BC57386-8669-27C2-6986-BCF89D1BA222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8195886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Rodapé 1">
            <a:extLst>
              <a:ext uri="{FF2B5EF4-FFF2-40B4-BE49-F238E27FC236}">
                <a16:creationId xmlns:a16="http://schemas.microsoft.com/office/drawing/2014/main" id="{B2F1313E-C9CE-1C42-0919-6181D621D15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3" name="Espaço Reservado para Número de Slide 2">
            <a:extLst>
              <a:ext uri="{FF2B5EF4-FFF2-40B4-BE49-F238E27FC236}">
                <a16:creationId xmlns:a16="http://schemas.microsoft.com/office/drawing/2014/main" id="{3CE50477-2E91-4372-BB70-B07AA0F2FB3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AEE0795A-BD83-4DDD-AFC5-66EF0B2CCDF4}" type="slidenum">
              <a:rPr lang="en-US" altLang="pt-BR"/>
              <a:pPr/>
              <a:t>‹nº›</a:t>
            </a:fld>
            <a:endParaRPr lang="en-US" altLang="pt-BR"/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C765016-50D9-9868-F4F6-B9402F0F2077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8892967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117CEE9-874C-882F-3E64-C89CAF3DC6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163CD12-91A9-7700-9862-0AE239B996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92EF9CE4-13D9-47B0-238D-6AFF8FBD701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AF9F34B-F9FB-C00F-09C7-5033E8186B6F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1A655C7-1AFC-2AA8-79F0-67785DD3F01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34E1959A-F760-4750-B44D-68F792C49ABB}" type="slidenum">
              <a:rPr lang="en-US" altLang="pt-BR"/>
              <a:pPr/>
              <a:t>‹nº›</a:t>
            </a:fld>
            <a:endParaRPr lang="en-US" altLang="pt-BR"/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8E0135A6-7F14-C5F5-5389-CC57EA5163F3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9101025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A6C875F-25E4-3EB7-BE3A-FB49A2D543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D66C7D07-450A-C430-52D4-9996E710CE0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CB33504B-579B-4908-C5DC-B5DD0654855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A732D81-0459-136D-615D-1D1A5A6FCE4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581981A-FC32-8EA4-EA2F-C2222173EC4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CA365C7B-D8A2-43C7-9289-2E8291E6B4FB}" type="slidenum">
              <a:rPr lang="en-US" altLang="pt-BR"/>
              <a:pPr/>
              <a:t>‹nº›</a:t>
            </a:fld>
            <a:endParaRPr lang="en-US" altLang="pt-BR"/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50DE6947-EB41-79C7-A32F-33197BBC0357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8682901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D609501-A631-6A5E-AF3E-7D0662E85A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D3AA4DF1-47BE-7514-1942-AA9A0D5769E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678B32AE-CB5C-9747-4102-7B43AAB0FFE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6F29B37A-9A32-831B-C4B1-DB16D9BD76E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BD1DDD3E-ACB5-409D-A7B3-B839822AACC2}" type="slidenum">
              <a:rPr lang="en-US" altLang="pt-BR"/>
              <a:pPr/>
              <a:t>‹nº›</a:t>
            </a:fld>
            <a:endParaRPr lang="en-US" altLang="pt-BR"/>
          </a:p>
        </p:txBody>
      </p:sp>
      <p:sp>
        <p:nvSpPr>
          <p:cNvPr id="6" name="Espaço Reservado para Data 5">
            <a:extLst>
              <a:ext uri="{FF2B5EF4-FFF2-40B4-BE49-F238E27FC236}">
                <a16:creationId xmlns:a16="http://schemas.microsoft.com/office/drawing/2014/main" id="{51128274-11F2-78EA-1EE4-79E1F5DD2159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6110711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9A9FD6F2-42B5-FFC6-F5D2-1500B99911B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629400" y="457200"/>
            <a:ext cx="2057400" cy="5410200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F2EF9A5C-CBEB-FE16-DFD5-B8C4C83BAB8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57200" y="457200"/>
            <a:ext cx="6019800" cy="5410200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F2B77F5C-CD82-51B3-2D59-912C45059479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7D0C0EE8-310B-0BC0-EAEE-6193B1F4073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4526E8F7-1C81-4CE8-A7EF-D2485A8C8B2E}" type="slidenum">
              <a:rPr lang="en-US" altLang="pt-BR"/>
              <a:pPr/>
              <a:t>‹nº›</a:t>
            </a:fld>
            <a:endParaRPr lang="en-US" altLang="pt-BR"/>
          </a:p>
        </p:txBody>
      </p:sp>
      <p:sp>
        <p:nvSpPr>
          <p:cNvPr id="6" name="Espaço Reservado para Data 5">
            <a:extLst>
              <a:ext uri="{FF2B5EF4-FFF2-40B4-BE49-F238E27FC236}">
                <a16:creationId xmlns:a16="http://schemas.microsoft.com/office/drawing/2014/main" id="{BA56426C-958B-6A0D-CF79-83896FD3E5DC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4173218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>
            <a:extLst>
              <a:ext uri="{FF2B5EF4-FFF2-40B4-BE49-F238E27FC236}">
                <a16:creationId xmlns:a16="http://schemas.microsoft.com/office/drawing/2014/main" id="{59FA6EDC-18CF-3C1A-7CEE-51718E4A92AC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>
              <a:defRPr sz="1200"/>
            </a:lvl1pPr>
          </a:lstStyle>
          <a:p>
            <a:endParaRPr lang="en-US" altLang="pt-BR"/>
          </a:p>
        </p:txBody>
      </p:sp>
      <p:sp>
        <p:nvSpPr>
          <p:cNvPr id="11267" name="Rectangle 3">
            <a:extLst>
              <a:ext uri="{FF2B5EF4-FFF2-40B4-BE49-F238E27FC236}">
                <a16:creationId xmlns:a16="http://schemas.microsoft.com/office/drawing/2014/main" id="{7D64956A-1375-8249-2F83-B1780A2EE304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2133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Arial Black" panose="020B0A04020102020204" pitchFamily="34" charset="0"/>
              </a:defRPr>
            </a:lvl1pPr>
          </a:lstStyle>
          <a:p>
            <a:fld id="{C183D2AB-AD15-4448-91AA-AA480FF76629}" type="slidenum">
              <a:rPr lang="en-US" altLang="pt-BR"/>
              <a:pPr/>
              <a:t>‹nº›</a:t>
            </a:fld>
            <a:endParaRPr lang="en-US" altLang="pt-BR"/>
          </a:p>
        </p:txBody>
      </p:sp>
      <p:grpSp>
        <p:nvGrpSpPr>
          <p:cNvPr id="11268" name="Group 4">
            <a:extLst>
              <a:ext uri="{FF2B5EF4-FFF2-40B4-BE49-F238E27FC236}">
                <a16:creationId xmlns:a16="http://schemas.microsoft.com/office/drawing/2014/main" id="{018ADD53-F3D2-1781-5506-67C94F04E09C}"/>
              </a:ext>
            </a:extLst>
          </p:cNvPr>
          <p:cNvGrpSpPr>
            <a:grpSpLocks/>
          </p:cNvGrpSpPr>
          <p:nvPr/>
        </p:nvGrpSpPr>
        <p:grpSpPr bwMode="auto">
          <a:xfrm>
            <a:off x="0" y="0"/>
            <a:ext cx="9144000" cy="546100"/>
            <a:chOff x="0" y="0"/>
            <a:chExt cx="5760" cy="344"/>
          </a:xfrm>
        </p:grpSpPr>
        <p:sp>
          <p:nvSpPr>
            <p:cNvPr id="11269" name="Rectangle 5">
              <a:extLst>
                <a:ext uri="{FF2B5EF4-FFF2-40B4-BE49-F238E27FC236}">
                  <a16:creationId xmlns:a16="http://schemas.microsoft.com/office/drawing/2014/main" id="{29AAAC60-48F9-A3C3-7BB1-969F718A656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0"/>
              <a:ext cx="180" cy="336"/>
            </a:xfrm>
            <a:prstGeom prst="rect">
              <a:avLst/>
            </a:prstGeom>
            <a:gradFill rotWithShape="0">
              <a:gsLst>
                <a:gs pos="0">
                  <a:schemeClr val="folHlink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pt-BR" altLang="pt-BR" sz="2400">
                <a:latin typeface="Times New Roman" panose="02020603050405020304" pitchFamily="18" charset="0"/>
              </a:endParaRPr>
            </a:p>
          </p:txBody>
        </p:sp>
        <p:sp>
          <p:nvSpPr>
            <p:cNvPr id="11270" name="Rectangle 6">
              <a:extLst>
                <a:ext uri="{FF2B5EF4-FFF2-40B4-BE49-F238E27FC236}">
                  <a16:creationId xmlns:a16="http://schemas.microsoft.com/office/drawing/2014/main" id="{8F82831F-370B-0422-4625-F3E76466E7B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0" y="85"/>
              <a:ext cx="5500" cy="173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 altLang="pt-BR" sz="2400">
                <a:latin typeface="Times New Roman" panose="02020603050405020304" pitchFamily="18" charset="0"/>
              </a:endParaRPr>
            </a:p>
          </p:txBody>
        </p:sp>
        <p:sp>
          <p:nvSpPr>
            <p:cNvPr id="11271" name="Rectangle 7">
              <a:extLst>
                <a:ext uri="{FF2B5EF4-FFF2-40B4-BE49-F238E27FC236}">
                  <a16:creationId xmlns:a16="http://schemas.microsoft.com/office/drawing/2014/main" id="{8A49377F-C6E8-1C23-6E59-93BF74AFB16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8" y="85"/>
              <a:ext cx="87" cy="89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 altLang="pt-BR">
                <a:solidFill>
                  <a:schemeClr val="hlink"/>
                </a:solidFill>
              </a:endParaRPr>
            </a:p>
          </p:txBody>
        </p:sp>
        <p:sp>
          <p:nvSpPr>
            <p:cNvPr id="11272" name="Rectangle 8">
              <a:extLst>
                <a:ext uri="{FF2B5EF4-FFF2-40B4-BE49-F238E27FC236}">
                  <a16:creationId xmlns:a16="http://schemas.microsoft.com/office/drawing/2014/main" id="{347F627F-7AA1-74FA-4807-5D59942520B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5" y="0"/>
              <a:ext cx="88" cy="87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 altLang="pt-BR">
                <a:solidFill>
                  <a:schemeClr val="hlink"/>
                </a:solidFill>
              </a:endParaRPr>
            </a:p>
          </p:txBody>
        </p:sp>
        <p:sp>
          <p:nvSpPr>
            <p:cNvPr id="11273" name="Rectangle 9">
              <a:extLst>
                <a:ext uri="{FF2B5EF4-FFF2-40B4-BE49-F238E27FC236}">
                  <a16:creationId xmlns:a16="http://schemas.microsoft.com/office/drawing/2014/main" id="{988A6805-6412-DD3A-B29A-DFD6712A275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5" y="85"/>
              <a:ext cx="88" cy="89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 altLang="pt-BR">
                <a:solidFill>
                  <a:schemeClr val="accent2"/>
                </a:solidFill>
              </a:endParaRPr>
            </a:p>
          </p:txBody>
        </p:sp>
        <p:sp>
          <p:nvSpPr>
            <p:cNvPr id="11274" name="Rectangle 10">
              <a:extLst>
                <a:ext uri="{FF2B5EF4-FFF2-40B4-BE49-F238E27FC236}">
                  <a16:creationId xmlns:a16="http://schemas.microsoft.com/office/drawing/2014/main" id="{7D4D7ADD-7750-E9D9-8B2D-CBBA7EFFEA4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3" y="173"/>
              <a:ext cx="86" cy="87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 altLang="pt-BR">
                <a:solidFill>
                  <a:schemeClr val="hlink"/>
                </a:solidFill>
              </a:endParaRPr>
            </a:p>
          </p:txBody>
        </p:sp>
        <p:sp>
          <p:nvSpPr>
            <p:cNvPr id="11275" name="Rectangle 11">
              <a:extLst>
                <a:ext uri="{FF2B5EF4-FFF2-40B4-BE49-F238E27FC236}">
                  <a16:creationId xmlns:a16="http://schemas.microsoft.com/office/drawing/2014/main" id="{22630EB3-A392-FE8C-8174-66FE7554D8F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3" y="86"/>
              <a:ext cx="89" cy="87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 altLang="pt-BR" sz="2400">
                <a:latin typeface="Times New Roman" panose="02020603050405020304" pitchFamily="18" charset="0"/>
              </a:endParaRPr>
            </a:p>
          </p:txBody>
        </p:sp>
        <p:sp>
          <p:nvSpPr>
            <p:cNvPr id="11276" name="Rectangle 12">
              <a:extLst>
                <a:ext uri="{FF2B5EF4-FFF2-40B4-BE49-F238E27FC236}">
                  <a16:creationId xmlns:a16="http://schemas.microsoft.com/office/drawing/2014/main" id="{AEE512B0-48BE-2569-96D9-7558A32C45E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8" y="171"/>
              <a:ext cx="87" cy="87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 altLang="pt-BR">
                <a:solidFill>
                  <a:schemeClr val="accent2"/>
                </a:solidFill>
              </a:endParaRPr>
            </a:p>
          </p:txBody>
        </p:sp>
        <p:sp>
          <p:nvSpPr>
            <p:cNvPr id="11277" name="Rectangle 13">
              <a:extLst>
                <a:ext uri="{FF2B5EF4-FFF2-40B4-BE49-F238E27FC236}">
                  <a16:creationId xmlns:a16="http://schemas.microsoft.com/office/drawing/2014/main" id="{AEB6635B-D379-A1F1-BEE0-7410FFA204A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3" y="258"/>
              <a:ext cx="86" cy="86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 altLang="pt-BR">
                <a:solidFill>
                  <a:schemeClr val="accent2"/>
                </a:solidFill>
              </a:endParaRPr>
            </a:p>
          </p:txBody>
        </p:sp>
      </p:grpSp>
      <p:sp>
        <p:nvSpPr>
          <p:cNvPr id="11278" name="Rectangle 14">
            <a:extLst>
              <a:ext uri="{FF2B5EF4-FFF2-40B4-BE49-F238E27FC236}">
                <a16:creationId xmlns:a16="http://schemas.microsoft.com/office/drawing/2014/main" id="{6ED4C7EC-8956-0D67-F6C1-D9FF4266A6A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457200"/>
            <a:ext cx="8229600" cy="137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 estilo do título mestre</a:t>
            </a:r>
          </a:p>
        </p:txBody>
      </p:sp>
      <p:sp>
        <p:nvSpPr>
          <p:cNvPr id="11279" name="Rectangle 15">
            <a:extLst>
              <a:ext uri="{FF2B5EF4-FFF2-40B4-BE49-F238E27FC236}">
                <a16:creationId xmlns:a16="http://schemas.microsoft.com/office/drawing/2014/main" id="{12099D92-1354-572E-1041-E444B8ACF11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981200"/>
            <a:ext cx="8229600" cy="3886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os estilos do texto mestre</a:t>
            </a:r>
          </a:p>
          <a:p>
            <a:pPr lvl="1"/>
            <a:r>
              <a:rPr lang="en-US" altLang="pt-BR"/>
              <a:t>Segundo nível</a:t>
            </a:r>
          </a:p>
          <a:p>
            <a:pPr lvl="2"/>
            <a:r>
              <a:rPr lang="en-US" altLang="pt-BR"/>
              <a:t>Terceiro nível</a:t>
            </a:r>
          </a:p>
          <a:p>
            <a:pPr lvl="3"/>
            <a:r>
              <a:rPr lang="en-US" altLang="pt-BR"/>
              <a:t>Quarto nível</a:t>
            </a:r>
          </a:p>
          <a:p>
            <a:pPr lvl="4"/>
            <a:r>
              <a:rPr lang="en-US" altLang="pt-BR"/>
              <a:t>Quinto nível</a:t>
            </a:r>
          </a:p>
        </p:txBody>
      </p:sp>
      <p:sp>
        <p:nvSpPr>
          <p:cNvPr id="11280" name="Rectangle 16">
            <a:extLst>
              <a:ext uri="{FF2B5EF4-FFF2-40B4-BE49-F238E27FC236}">
                <a16:creationId xmlns:a16="http://schemas.microsoft.com/office/drawing/2014/main" id="{823F34CD-DC00-FBBB-5374-466C6EBFD161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 alt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2" r:id="rId1"/>
    <p:sldLayoutId id="2147483653" r:id="rId2"/>
    <p:sldLayoutId id="2147483654" r:id="rId3"/>
    <p:sldLayoutId id="2147483655" r:id="rId4"/>
    <p:sldLayoutId id="2147483656" r:id="rId5"/>
    <p:sldLayoutId id="2147483657" r:id="rId6"/>
    <p:sldLayoutId id="2147483658" r:id="rId7"/>
    <p:sldLayoutId id="2147483659" r:id="rId8"/>
    <p:sldLayoutId id="2147483660" r:id="rId9"/>
    <p:sldLayoutId id="2147483661" r:id="rId10"/>
    <p:sldLayoutId id="2147483662" r:id="rId11"/>
  </p:sldLayoutIdLst>
  <p:txStyles>
    <p:titleStyle>
      <a:lvl1pPr algn="l" rtl="0" fontAlgn="base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</a:defRPr>
      </a:lvl2pPr>
      <a:lvl3pPr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</a:defRPr>
      </a:lvl3pPr>
      <a:lvl4pPr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</a:defRPr>
      </a:lvl4pPr>
      <a:lvl5pPr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lr>
          <a:schemeClr val="bg2"/>
        </a:buClr>
        <a:buSzPct val="75000"/>
        <a:buFont typeface="Wingdings" panose="05000000000000000000" pitchFamily="2" charset="2"/>
        <a:buChar char="n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lr>
          <a:schemeClr val="accent2"/>
        </a:buClr>
        <a:buSzPct val="80000"/>
        <a:buFont typeface="Wingdings" panose="05000000000000000000" pitchFamily="2" charset="2"/>
        <a:buChar char="¨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SzPct val="65000"/>
        <a:buFont typeface="Wingdings" panose="05000000000000000000" pitchFamily="2" charset="2"/>
        <a:buChar char="n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anose="05000000000000000000" pitchFamily="2" charset="2"/>
        <a:buChar char="¨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anose="05000000000000000000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53FCFB9B-478F-B030-0E02-32FE94D95957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lang="en-US" altLang="pt-BR" sz="2400" b="1">
                <a:solidFill>
                  <a:schemeClr val="bg1"/>
                </a:solidFill>
              </a:rPr>
              <a:t>145 </a:t>
            </a:r>
            <a:br>
              <a:rPr lang="en-US" altLang="pt-BR" sz="2400" b="1">
                <a:solidFill>
                  <a:schemeClr val="bg1"/>
                </a:solidFill>
              </a:rPr>
            </a:br>
            <a:r>
              <a:rPr lang="en-US" altLang="pt-BR" sz="2400" b="1">
                <a:solidFill>
                  <a:schemeClr val="bg1"/>
                </a:solidFill>
              </a:rPr>
              <a:t>UNIÃO DO CRENTE COM SEU SENHOR</a:t>
            </a:r>
            <a:br>
              <a:rPr lang="en-US" altLang="pt-BR" sz="2400" b="1">
                <a:solidFill>
                  <a:schemeClr val="bg1"/>
                </a:solidFill>
              </a:rPr>
            </a:br>
            <a:endParaRPr lang="en-US" altLang="pt-BR" sz="2400" b="1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D88268AE-4568-7F37-F50C-65EF6246894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39750" y="692150"/>
            <a:ext cx="8147050" cy="5041900"/>
          </a:xfrm>
        </p:spPr>
        <p:txBody>
          <a:bodyPr/>
          <a:lstStyle/>
          <a:p>
            <a:r>
              <a:rPr lang="en-US" altLang="pt-BR" sz="4000"/>
              <a:t>A minha alma Te ama, ó Senhor! </a:t>
            </a:r>
            <a:br>
              <a:rPr lang="en-US" altLang="pt-BR" sz="4000"/>
            </a:br>
            <a:r>
              <a:rPr lang="en-US" altLang="pt-BR" sz="4000"/>
              <a:t>E desfalece sedenta de amor; </a:t>
            </a:r>
            <a:br>
              <a:rPr lang="en-US" altLang="pt-BR" sz="4000"/>
            </a:br>
            <a:r>
              <a:rPr lang="en-US" altLang="pt-BR" sz="4000"/>
              <a:t>Es meu consolo na aflição,</a:t>
            </a:r>
            <a:br>
              <a:rPr lang="en-US" altLang="pt-BR" sz="4000"/>
            </a:br>
            <a:r>
              <a:rPr lang="en-US" altLang="pt-BR" sz="4000"/>
              <a:t>E luz perfeita na escuridão; </a:t>
            </a:r>
            <a:br>
              <a:rPr lang="en-US" altLang="pt-BR" sz="4000"/>
            </a:br>
            <a:r>
              <a:rPr lang="en-US" altLang="pt-BR" sz="4000"/>
              <a:t>Meu verdadeiro pão.</a:t>
            </a:r>
            <a:br>
              <a:rPr lang="en-US" altLang="pt-BR" sz="4000"/>
            </a:br>
            <a:endParaRPr lang="en-US" altLang="pt-BR" sz="40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59CDD03F-A771-5D30-CC54-D5438E5944B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11188" y="457200"/>
            <a:ext cx="8075612" cy="5851525"/>
          </a:xfrm>
        </p:spPr>
        <p:txBody>
          <a:bodyPr/>
          <a:lstStyle/>
          <a:p>
            <a:r>
              <a:rPr lang="en-US" altLang="pt-BR" sz="4000" b="1" i="1"/>
              <a:t>A minha alma ama-Te, Senhor, De Ti só</a:t>
            </a:r>
            <a:r>
              <a:rPr lang="en-US" altLang="pt-BR" sz="4000" i="1"/>
              <a:t> </a:t>
            </a:r>
            <a:r>
              <a:rPr lang="en-US" altLang="pt-BR" sz="4000" b="1" i="1"/>
              <a:t>recebe vida e amor!</a:t>
            </a:r>
            <a:br>
              <a:rPr lang="en-US" altLang="pt-BR" sz="4000" b="1" i="1"/>
            </a:br>
            <a:br>
              <a:rPr lang="en-US" altLang="pt-BR" sz="4000"/>
            </a:br>
            <a:endParaRPr lang="en-US" altLang="pt-BR" sz="40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0140A706-84DC-5C01-F9C1-07FBD5FF5A3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39750" y="549275"/>
            <a:ext cx="8353425" cy="5832475"/>
          </a:xfrm>
        </p:spPr>
        <p:txBody>
          <a:bodyPr/>
          <a:lstStyle/>
          <a:p>
            <a:r>
              <a:rPr lang="en-US" altLang="pt-BR" sz="4000"/>
              <a:t>A minha alma Te ama, á Senhor! Almeja sempre andar no Teu temor; </a:t>
            </a:r>
            <a:br>
              <a:rPr lang="en-US" altLang="pt-BR" sz="4000"/>
            </a:br>
            <a:r>
              <a:rPr lang="en-US" altLang="pt-BR" sz="4000"/>
              <a:t>Tu vives já no meu coração</a:t>
            </a:r>
            <a:br>
              <a:rPr lang="en-US" altLang="pt-BR" sz="4000"/>
            </a:br>
            <a:r>
              <a:rPr lang="en-US" altLang="pt-BR" sz="4000"/>
              <a:t>E guias-me pela Tua mão;</a:t>
            </a:r>
            <a:br>
              <a:rPr lang="en-US" altLang="pt-BR" sz="4000"/>
            </a:br>
            <a:r>
              <a:rPr lang="en-US" altLang="pt-BR" sz="4000"/>
              <a:t>Es minha salvação.</a:t>
            </a:r>
            <a:br>
              <a:rPr lang="en-US" altLang="pt-BR" sz="4000"/>
            </a:br>
            <a:endParaRPr lang="en-US" altLang="pt-BR" sz="40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>
            <a:extLst>
              <a:ext uri="{FF2B5EF4-FFF2-40B4-BE49-F238E27FC236}">
                <a16:creationId xmlns:a16="http://schemas.microsoft.com/office/drawing/2014/main" id="{C6AD0157-F920-EA34-6008-0E9568839B7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11188" y="457200"/>
            <a:ext cx="8075612" cy="5851525"/>
          </a:xfrm>
        </p:spPr>
        <p:txBody>
          <a:bodyPr/>
          <a:lstStyle/>
          <a:p>
            <a:r>
              <a:rPr lang="en-US" altLang="pt-BR" sz="4000" b="1" i="1"/>
              <a:t>A minha alma ama-Te, Senhor, De Ti só</a:t>
            </a:r>
            <a:r>
              <a:rPr lang="en-US" altLang="pt-BR" sz="4000" i="1"/>
              <a:t> </a:t>
            </a:r>
            <a:r>
              <a:rPr lang="en-US" altLang="pt-BR" sz="4000" b="1" i="1"/>
              <a:t>recebe vida e amor!</a:t>
            </a:r>
            <a:br>
              <a:rPr lang="en-US" altLang="pt-BR" sz="4000" b="1" i="1"/>
            </a:br>
            <a:br>
              <a:rPr lang="en-US" altLang="pt-BR" sz="4000"/>
            </a:br>
            <a:endParaRPr lang="en-US" altLang="pt-BR" sz="40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883A71D2-CD12-5CAB-CDC8-309DFDEA748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95288" y="620713"/>
            <a:ext cx="8291512" cy="5400675"/>
          </a:xfrm>
        </p:spPr>
        <p:txBody>
          <a:bodyPr/>
          <a:lstStyle/>
          <a:p>
            <a:r>
              <a:rPr lang="en-US" altLang="pt-BR" sz="4000"/>
              <a:t>A minha alma Te ama, á Senhor! </a:t>
            </a:r>
            <a:br>
              <a:rPr lang="en-US" altLang="pt-BR" sz="4000"/>
            </a:br>
            <a:r>
              <a:rPr lang="en-US" altLang="pt-BR" sz="4000"/>
              <a:t>A Tua face procura com fervor; Desejo ter a celeste paz,</a:t>
            </a:r>
            <a:br>
              <a:rPr lang="en-US" altLang="pt-BR" sz="4000"/>
            </a:br>
            <a:r>
              <a:rPr lang="en-US" altLang="pt-BR" sz="4000"/>
              <a:t>O gozo santo, que satifaz,</a:t>
            </a:r>
            <a:br>
              <a:rPr lang="en-US" altLang="pt-BR" sz="4000"/>
            </a:br>
            <a:r>
              <a:rPr lang="en-US" altLang="pt-BR" sz="4000"/>
              <a:t>E salvação veraz.</a:t>
            </a:r>
            <a:br>
              <a:rPr lang="en-US" altLang="pt-BR" sz="4000"/>
            </a:br>
            <a:endParaRPr lang="en-US" altLang="pt-BR" sz="40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>
            <a:extLst>
              <a:ext uri="{FF2B5EF4-FFF2-40B4-BE49-F238E27FC236}">
                <a16:creationId xmlns:a16="http://schemas.microsoft.com/office/drawing/2014/main" id="{A3F9B14C-0E20-278D-5D56-CD811E7FC39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11188" y="457200"/>
            <a:ext cx="8075612" cy="5851525"/>
          </a:xfrm>
        </p:spPr>
        <p:txBody>
          <a:bodyPr/>
          <a:lstStyle/>
          <a:p>
            <a:r>
              <a:rPr lang="en-US" altLang="pt-BR" sz="4000" b="1" i="1"/>
              <a:t>A minha alma ama-Te, Senhor, De Ti só</a:t>
            </a:r>
            <a:r>
              <a:rPr lang="en-US" altLang="pt-BR" sz="4000" i="1"/>
              <a:t> </a:t>
            </a:r>
            <a:r>
              <a:rPr lang="en-US" altLang="pt-BR" sz="4000" b="1" i="1"/>
              <a:t>recebe vida e amor!</a:t>
            </a:r>
            <a:br>
              <a:rPr lang="en-US" altLang="pt-BR" sz="4000" b="1" i="1"/>
            </a:br>
            <a:br>
              <a:rPr lang="en-US" altLang="pt-BR" sz="4000"/>
            </a:br>
            <a:endParaRPr lang="en-US" altLang="pt-BR" sz="40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55C13B97-04F3-6E28-12BB-217AB0B7833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11188" y="457200"/>
            <a:ext cx="8281987" cy="5851525"/>
          </a:xfrm>
        </p:spPr>
        <p:txBody>
          <a:bodyPr/>
          <a:lstStyle/>
          <a:p>
            <a:r>
              <a:rPr lang="en-US" altLang="pt-BR" sz="4000"/>
              <a:t>A minha alma Te ama, á Senhor!</a:t>
            </a:r>
            <a:br>
              <a:rPr lang="en-US" altLang="pt-BR" sz="4000"/>
            </a:br>
            <a:r>
              <a:rPr lang="en-US" altLang="pt-BR" sz="4000"/>
              <a:t>Por mim sofreste incomparável dor;</a:t>
            </a:r>
            <a:br>
              <a:rPr lang="en-US" altLang="pt-BR" sz="4000"/>
            </a:br>
            <a:r>
              <a:rPr lang="en-US" altLang="pt-BR" sz="4000"/>
              <a:t>Teu nome quero, aqui louvar;</a:t>
            </a:r>
            <a:br>
              <a:rPr lang="en-US" altLang="pt-BR" sz="4000"/>
            </a:br>
            <a:r>
              <a:rPr lang="en-US" altLang="pt-BR" sz="4000"/>
              <a:t>Os Teus preceitos e leis honrar,</a:t>
            </a:r>
            <a:br>
              <a:rPr lang="en-US" altLang="pt-BR" sz="4000"/>
            </a:br>
            <a:r>
              <a:rPr lang="en-US" altLang="pt-BR" sz="4000"/>
              <a:t>E sempre em Ti pensar.</a:t>
            </a:r>
            <a:br>
              <a:rPr lang="en-US" altLang="pt-BR" sz="4000"/>
            </a:br>
            <a:r>
              <a:rPr lang="en-US" altLang="pt-BR" sz="1400"/>
              <a:t>	                                                                                                                                  P.L.M.</a:t>
            </a:r>
            <a:br>
              <a:rPr lang="en-US" altLang="pt-BR" sz="1400"/>
            </a:br>
            <a:endParaRPr lang="en-US" altLang="pt-BR" sz="14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>
            <a:extLst>
              <a:ext uri="{FF2B5EF4-FFF2-40B4-BE49-F238E27FC236}">
                <a16:creationId xmlns:a16="http://schemas.microsoft.com/office/drawing/2014/main" id="{F07DE7CE-4E16-E596-B9B4-67B9A54CDF3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11188" y="457200"/>
            <a:ext cx="8075612" cy="5851525"/>
          </a:xfrm>
        </p:spPr>
        <p:txBody>
          <a:bodyPr/>
          <a:lstStyle/>
          <a:p>
            <a:r>
              <a:rPr lang="en-US" altLang="pt-BR" sz="4000" b="1" i="1"/>
              <a:t>A minha alma ama-Te, Senhor, De Ti só</a:t>
            </a:r>
            <a:r>
              <a:rPr lang="en-US" altLang="pt-BR" sz="4000" i="1"/>
              <a:t> </a:t>
            </a:r>
            <a:r>
              <a:rPr lang="en-US" altLang="pt-BR" sz="4000" b="1" i="1"/>
              <a:t>recebe vida e amor!</a:t>
            </a:r>
            <a:br>
              <a:rPr lang="en-US" altLang="pt-BR" sz="4000" b="1" i="1"/>
            </a:br>
            <a:br>
              <a:rPr lang="en-US" altLang="pt-BR" sz="4000"/>
            </a:br>
            <a:endParaRPr lang="en-US" altLang="pt-BR" sz="40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ixel">
  <a:themeElements>
    <a:clrScheme name="Pixel 12">
      <a:dk1>
        <a:srgbClr val="000000"/>
      </a:dk1>
      <a:lt1>
        <a:srgbClr val="FFFFFF"/>
      </a:lt1>
      <a:dk2>
        <a:srgbClr val="000000"/>
      </a:dk2>
      <a:lt2>
        <a:srgbClr val="00007D"/>
      </a:lt2>
      <a:accent1>
        <a:srgbClr val="9999FF"/>
      </a:accent1>
      <a:accent2>
        <a:srgbClr val="9999CC"/>
      </a:accent2>
      <a:accent3>
        <a:srgbClr val="FFFFFF"/>
      </a:accent3>
      <a:accent4>
        <a:srgbClr val="000000"/>
      </a:accent4>
      <a:accent5>
        <a:srgbClr val="CACAFF"/>
      </a:accent5>
      <a:accent6>
        <a:srgbClr val="8A8AB9"/>
      </a:accent6>
      <a:hlink>
        <a:srgbClr val="666699"/>
      </a:hlink>
      <a:folHlink>
        <a:srgbClr val="CCCCE6"/>
      </a:folHlink>
    </a:clrScheme>
    <a:fontScheme name="Pixel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>
    <a:extraClrScheme>
      <a:clrScheme name="Pixel 1">
        <a:dk1>
          <a:srgbClr val="0066FF"/>
        </a:dk1>
        <a:lt1>
          <a:srgbClr val="FFFFFF"/>
        </a:lt1>
        <a:dk2>
          <a:srgbClr val="000066"/>
        </a:dk2>
        <a:lt2>
          <a:srgbClr val="FFFFFF"/>
        </a:lt2>
        <a:accent1>
          <a:srgbClr val="6699FF"/>
        </a:accent1>
        <a:accent2>
          <a:srgbClr val="3333FF"/>
        </a:accent2>
        <a:accent3>
          <a:srgbClr val="AAAAB8"/>
        </a:accent3>
        <a:accent4>
          <a:srgbClr val="DADADA"/>
        </a:accent4>
        <a:accent5>
          <a:srgbClr val="B8CAFF"/>
        </a:accent5>
        <a:accent6>
          <a:srgbClr val="2D2DE7"/>
        </a:accent6>
        <a:hlink>
          <a:srgbClr val="FFCC00"/>
        </a:hlink>
        <a:folHlink>
          <a:srgbClr val="0000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2">
        <a:dk1>
          <a:srgbClr val="009999"/>
        </a:dk1>
        <a:lt1>
          <a:srgbClr val="FFFFFF"/>
        </a:lt1>
        <a:dk2>
          <a:srgbClr val="334B49"/>
        </a:dk2>
        <a:lt2>
          <a:srgbClr val="FFFFFF"/>
        </a:lt2>
        <a:accent1>
          <a:srgbClr val="33CCCC"/>
        </a:accent1>
        <a:accent2>
          <a:srgbClr val="008080"/>
        </a:accent2>
        <a:accent3>
          <a:srgbClr val="ADB1B1"/>
        </a:accent3>
        <a:accent4>
          <a:srgbClr val="DADADA"/>
        </a:accent4>
        <a:accent5>
          <a:srgbClr val="ADE2E2"/>
        </a:accent5>
        <a:accent6>
          <a:srgbClr val="007373"/>
        </a:accent6>
        <a:hlink>
          <a:srgbClr val="FFCC00"/>
        </a:hlink>
        <a:folHlink>
          <a:srgbClr val="0066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3">
        <a:dk1>
          <a:srgbClr val="006699"/>
        </a:dk1>
        <a:lt1>
          <a:srgbClr val="FFFFFF"/>
        </a:lt1>
        <a:dk2>
          <a:srgbClr val="333399"/>
        </a:dk2>
        <a:lt2>
          <a:srgbClr val="FFFFFF"/>
        </a:lt2>
        <a:accent1>
          <a:srgbClr val="0099CC"/>
        </a:accent1>
        <a:accent2>
          <a:srgbClr val="0386AF"/>
        </a:accent2>
        <a:accent3>
          <a:srgbClr val="ADADCA"/>
        </a:accent3>
        <a:accent4>
          <a:srgbClr val="DADADA"/>
        </a:accent4>
        <a:accent5>
          <a:srgbClr val="AACAE2"/>
        </a:accent5>
        <a:accent6>
          <a:srgbClr val="02799E"/>
        </a:accent6>
        <a:hlink>
          <a:srgbClr val="FFCC00"/>
        </a:hlink>
        <a:folHlink>
          <a:srgbClr val="6699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4">
        <a:dk1>
          <a:srgbClr val="008080"/>
        </a:dk1>
        <a:lt1>
          <a:srgbClr val="FFFFFF"/>
        </a:lt1>
        <a:dk2>
          <a:srgbClr val="2F978D"/>
        </a:dk2>
        <a:lt2>
          <a:srgbClr val="FFFFFF"/>
        </a:lt2>
        <a:accent1>
          <a:srgbClr val="0099FF"/>
        </a:accent1>
        <a:accent2>
          <a:srgbClr val="009999"/>
        </a:accent2>
        <a:accent3>
          <a:srgbClr val="ADC9C5"/>
        </a:accent3>
        <a:accent4>
          <a:srgbClr val="DADADA"/>
        </a:accent4>
        <a:accent5>
          <a:srgbClr val="AACAFF"/>
        </a:accent5>
        <a:accent6>
          <a:srgbClr val="008A8A"/>
        </a:accent6>
        <a:hlink>
          <a:srgbClr val="FFFFCC"/>
        </a:hlink>
        <a:folHlink>
          <a:srgbClr val="70CAC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5">
        <a:dk1>
          <a:srgbClr val="822504"/>
        </a:dk1>
        <a:lt1>
          <a:srgbClr val="FFFFFF"/>
        </a:lt1>
        <a:dk2>
          <a:srgbClr val="330000"/>
        </a:dk2>
        <a:lt2>
          <a:srgbClr val="FFFFFF"/>
        </a:lt2>
        <a:accent1>
          <a:srgbClr val="FF9900"/>
        </a:accent1>
        <a:accent2>
          <a:srgbClr val="9E2A06"/>
        </a:accent2>
        <a:accent3>
          <a:srgbClr val="ADAAAA"/>
        </a:accent3>
        <a:accent4>
          <a:srgbClr val="DADADA"/>
        </a:accent4>
        <a:accent5>
          <a:srgbClr val="FFCAAA"/>
        </a:accent5>
        <a:accent6>
          <a:srgbClr val="8F2505"/>
        </a:accent6>
        <a:hlink>
          <a:srgbClr val="FF3300"/>
        </a:hlink>
        <a:folHlink>
          <a:srgbClr val="7C070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6">
        <a:dk1>
          <a:srgbClr val="336600"/>
        </a:dk1>
        <a:lt1>
          <a:srgbClr val="FFFFFF"/>
        </a:lt1>
        <a:dk2>
          <a:srgbClr val="4A7911"/>
        </a:dk2>
        <a:lt2>
          <a:srgbClr val="FFFFFF"/>
        </a:lt2>
        <a:accent1>
          <a:srgbClr val="666633"/>
        </a:accent1>
        <a:accent2>
          <a:srgbClr val="669900"/>
        </a:accent2>
        <a:accent3>
          <a:srgbClr val="B1BEAA"/>
        </a:accent3>
        <a:accent4>
          <a:srgbClr val="DADADA"/>
        </a:accent4>
        <a:accent5>
          <a:srgbClr val="B8B8AD"/>
        </a:accent5>
        <a:accent6>
          <a:srgbClr val="5C8A00"/>
        </a:accent6>
        <a:hlink>
          <a:srgbClr val="FFCC00"/>
        </a:hlink>
        <a:folHlink>
          <a:srgbClr val="99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7">
        <a:dk1>
          <a:srgbClr val="000000"/>
        </a:dk1>
        <a:lt1>
          <a:srgbClr val="FFFFFF"/>
        </a:lt1>
        <a:dk2>
          <a:srgbClr val="000000"/>
        </a:dk2>
        <a:lt2>
          <a:srgbClr val="CC3300"/>
        </a:lt2>
        <a:accent1>
          <a:srgbClr val="FFCC00"/>
        </a:accent1>
        <a:accent2>
          <a:srgbClr val="CC6600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B95C00"/>
        </a:accent6>
        <a:hlink>
          <a:srgbClr val="663300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8">
        <a:dk1>
          <a:srgbClr val="003300"/>
        </a:dk1>
        <a:lt1>
          <a:srgbClr val="FFFFFF"/>
        </a:lt1>
        <a:dk2>
          <a:srgbClr val="000000"/>
        </a:dk2>
        <a:lt2>
          <a:srgbClr val="336600"/>
        </a:lt2>
        <a:accent1>
          <a:srgbClr val="CCCC00"/>
        </a:accent1>
        <a:accent2>
          <a:srgbClr val="669900"/>
        </a:accent2>
        <a:accent3>
          <a:srgbClr val="FFFFFF"/>
        </a:accent3>
        <a:accent4>
          <a:srgbClr val="002A00"/>
        </a:accent4>
        <a:accent5>
          <a:srgbClr val="E2E2AA"/>
        </a:accent5>
        <a:accent6>
          <a:srgbClr val="5C8A00"/>
        </a:accent6>
        <a:hlink>
          <a:srgbClr val="333300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9">
        <a:dk1>
          <a:srgbClr val="000000"/>
        </a:dk1>
        <a:lt1>
          <a:srgbClr val="FFFFFF"/>
        </a:lt1>
        <a:dk2>
          <a:srgbClr val="000000"/>
        </a:dk2>
        <a:lt2>
          <a:srgbClr val="440044"/>
        </a:lt2>
        <a:accent1>
          <a:srgbClr val="FFCCCC"/>
        </a:accent1>
        <a:accent2>
          <a:srgbClr val="790571"/>
        </a:accent2>
        <a:accent3>
          <a:srgbClr val="FFFFFF"/>
        </a:accent3>
        <a:accent4>
          <a:srgbClr val="000000"/>
        </a:accent4>
        <a:accent5>
          <a:srgbClr val="FFE2E2"/>
        </a:accent5>
        <a:accent6>
          <a:srgbClr val="6D0466"/>
        </a:accent6>
        <a:hlink>
          <a:srgbClr val="993366"/>
        </a:hlink>
        <a:folHlink>
          <a:srgbClr val="9F839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0">
        <a:dk1>
          <a:srgbClr val="000000"/>
        </a:dk1>
        <a:lt1>
          <a:srgbClr val="FFFFFF"/>
        </a:lt1>
        <a:dk2>
          <a:srgbClr val="000000"/>
        </a:dk2>
        <a:lt2>
          <a:srgbClr val="FF9900"/>
        </a:lt2>
        <a:accent1>
          <a:srgbClr val="FFCC99"/>
        </a:accent1>
        <a:accent2>
          <a:srgbClr val="FBA313"/>
        </a:accent2>
        <a:accent3>
          <a:srgbClr val="FFFFFF"/>
        </a:accent3>
        <a:accent4>
          <a:srgbClr val="000000"/>
        </a:accent4>
        <a:accent5>
          <a:srgbClr val="FFE2CA"/>
        </a:accent5>
        <a:accent6>
          <a:srgbClr val="E39310"/>
        </a:accent6>
        <a:hlink>
          <a:srgbClr val="CC3300"/>
        </a:hlink>
        <a:folHlink>
          <a:srgbClr val="FCC66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1">
        <a:dk1>
          <a:srgbClr val="000000"/>
        </a:dk1>
        <a:lt1>
          <a:srgbClr val="FFFFFF"/>
        </a:lt1>
        <a:dk2>
          <a:srgbClr val="000000"/>
        </a:dk2>
        <a:lt2>
          <a:srgbClr val="779F92"/>
        </a:lt2>
        <a:accent1>
          <a:srgbClr val="33CCCC"/>
        </a:accent1>
        <a:accent2>
          <a:srgbClr val="9DC2D7"/>
        </a:accent2>
        <a:accent3>
          <a:srgbClr val="FFFFFF"/>
        </a:accent3>
        <a:accent4>
          <a:srgbClr val="000000"/>
        </a:accent4>
        <a:accent5>
          <a:srgbClr val="ADE2E2"/>
        </a:accent5>
        <a:accent6>
          <a:srgbClr val="8EB0C3"/>
        </a:accent6>
        <a:hlink>
          <a:srgbClr val="006666"/>
        </a:hlink>
        <a:folHlink>
          <a:srgbClr val="CCCC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2">
        <a:dk1>
          <a:srgbClr val="000000"/>
        </a:dk1>
        <a:lt1>
          <a:srgbClr val="FFFFFF"/>
        </a:lt1>
        <a:dk2>
          <a:srgbClr val="000000"/>
        </a:dk2>
        <a:lt2>
          <a:srgbClr val="00007D"/>
        </a:lt2>
        <a:accent1>
          <a:srgbClr val="9999FF"/>
        </a:accent1>
        <a:accent2>
          <a:srgbClr val="9999CC"/>
        </a:accent2>
        <a:accent3>
          <a:srgbClr val="FFFFFF"/>
        </a:accent3>
        <a:accent4>
          <a:srgbClr val="000000"/>
        </a:accent4>
        <a:accent5>
          <a:srgbClr val="CACAFF"/>
        </a:accent5>
        <a:accent6>
          <a:srgbClr val="8A8AB9"/>
        </a:accent6>
        <a:hlink>
          <a:srgbClr val="666699"/>
        </a:hlink>
        <a:folHlink>
          <a:srgbClr val="CCCCE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Pixel</Template>
  <TotalTime>6</TotalTime>
  <Words>235</Words>
  <Application>Microsoft Office PowerPoint</Application>
  <PresentationFormat>Apresentação na tela (4:3)</PresentationFormat>
  <Paragraphs>9</Paragraphs>
  <Slides>9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9</vt:i4>
      </vt:variant>
    </vt:vector>
  </HeadingPairs>
  <TitlesOfParts>
    <vt:vector size="14" baseType="lpstr">
      <vt:lpstr>Arial</vt:lpstr>
      <vt:lpstr>Times New Roman</vt:lpstr>
      <vt:lpstr>Wingdings</vt:lpstr>
      <vt:lpstr>Arial Black</vt:lpstr>
      <vt:lpstr>Pixel</vt:lpstr>
      <vt:lpstr>145  UNIÃO DO CRENTE COM SEU SENHOR </vt:lpstr>
      <vt:lpstr>A minha alma Te ama, ó Senhor!  E desfalece sedenta de amor;  Es meu consolo na aflição, E luz perfeita na escuridão;  Meu verdadeiro pão. </vt:lpstr>
      <vt:lpstr>A minha alma ama-Te, Senhor, De Ti só recebe vida e amor!  </vt:lpstr>
      <vt:lpstr>A minha alma Te ama, á Senhor! Almeja sempre andar no Teu temor;  Tu vives já no meu coração E guias-me pela Tua mão; Es minha salvação. </vt:lpstr>
      <vt:lpstr>A minha alma ama-Te, Senhor, De Ti só recebe vida e amor!  </vt:lpstr>
      <vt:lpstr>A minha alma Te ama, á Senhor!  A Tua face procura com fervor; Desejo ter a celeste paz, O gozo santo, que satifaz, E salvação veraz. </vt:lpstr>
      <vt:lpstr>A minha alma ama-Te, Senhor, De Ti só recebe vida e amor!  </vt:lpstr>
      <vt:lpstr>A minha alma Te ama, á Senhor! Por mim sofreste incomparável dor; Teu nome quero, aqui louvar; Os Teus preceitos e leis honrar, E sempre em Ti pensar.                                                                                                                                    P.L.M. </vt:lpstr>
      <vt:lpstr>A minha alma ama-Te, Senhor, De Ti só recebe vida e amor!  </vt:lpstr>
    </vt:vector>
  </TitlesOfParts>
  <Company>IEAD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145 - UNIÃO DO CRENTE COM SEU SENHOR </dc:title>
  <dc:creator>Montagna</dc:creator>
  <cp:lastModifiedBy>Emerson Souza</cp:lastModifiedBy>
  <cp:revision>3</cp:revision>
  <dcterms:created xsi:type="dcterms:W3CDTF">2005-10-16T03:42:19Z</dcterms:created>
  <dcterms:modified xsi:type="dcterms:W3CDTF">2026-05-02T21:48:55Z</dcterms:modified>
</cp:coreProperties>
</file>