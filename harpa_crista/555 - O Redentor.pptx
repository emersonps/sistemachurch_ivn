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259E5-A1D6-8D35-692B-49B645CE3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199592-0AD8-6012-B376-70570F600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B9A0BF-310F-1685-5646-8ED711BE7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1D268B-B9AF-508B-AE1C-0EECAC8B8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0336BE-E10D-C0C6-BB4D-560DD54F7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87361C-EB78-4BE0-B77F-B593AE8BC8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837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6D0B3-4E98-4F4D-6BEC-B1E4DC6D6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6F2C11-58A2-2CF9-6ADF-7F56F6A31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7C853E-F6B3-625C-7D04-2CB7A0E3C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75D505-2EAF-FAFF-E5C8-2E4993CA8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AC16FD-D1A5-C190-F9E8-7CA7D8F5B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241E6C-BA22-4284-9AC2-4BE37F60D9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051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0709-4322-F999-5DEE-E28633431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411A14-3847-FB04-8D97-AEF3AFDD0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7A5BA3-8215-D7E2-DB83-34A77A1D3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A5FB1B-2659-58CE-6939-F490588C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713E5-6DEC-5A04-5F52-3C820F1A9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355854-40B1-408C-8F4C-C1D43EBD5D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332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F7EDB-DCA8-5D6C-DADC-B24D66BCE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14791D-D5BC-C026-C77B-6FA70E6BB1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093F30-2887-889A-84F0-96FC3A5BD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4A47B1-0EE0-40EE-987A-C71FCCF21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88B505-5BED-5A9B-EB49-21E4381D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F60CC8-F421-27A3-76F1-E2FD36A6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BB9490-22D0-4903-A7DE-B46BD8F357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6302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E3A31-7DDB-80D1-7EFE-7B9AB4C32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4D51DD-0164-1552-E95B-C6024CD8D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A5847D-A9EA-76A4-9F3D-22782707E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6B9DE0-D769-B626-D19B-8556F3CDF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D606AC7-E647-F70C-14CC-C14C189C1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0922E3-E8D6-A8E8-5250-2CE773325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B070875-078F-8474-1BEA-86639F92C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C279F92-0EB2-662B-0BDF-043D4DF28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2F6EDB-8F61-4057-AA10-D8982F4248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2756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9D870-9412-11FC-B095-F47109D2F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059AA08-2205-7A2B-5EB1-D5B367C99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C5E767E-AA33-7D56-8E9C-137874C0A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DA85C4-933B-2EE1-15E9-7B2F867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246769-6DAC-4B32-A593-2161832170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3013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71A5BA-9016-F4CA-F560-3880C9486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14C41A9-92CF-6331-19B4-6DE46B51D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BA0471-6901-A63C-C2D6-15A7C004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F67AA3-6ABA-441C-91FB-F087D7E5F7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077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3BDC2E-D649-E292-70D5-7F555AD3F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FBFD44-D058-F9CC-E6FB-ADDCD2AB5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A36446-C352-DA3A-D6ED-AAD431130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DA5988-5F51-3D27-AC40-CA1D8D8FE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7D5034-BF91-2073-E018-08061D72C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1A126A-4106-E5D1-DFC5-F1CF72C4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409B2E-7FDC-4DF2-9862-E1A7E6EDC4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025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2A291-5DAC-0908-F5A3-722890132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36808B4-ECB6-A124-D4BA-E0E53E01B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E79E8A-007C-7806-DD47-2D98F79B2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2E20DE-B503-C093-5ACD-E669F12F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FF871F-1F1B-59C6-7B6F-D49F9DF11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90FFCD-CBB0-D48B-C37B-1D7D9139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E3A304-44AB-48AA-AA38-92163499AB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449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5BD61-FD02-1BAC-4B88-AF7AE1A8E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B4407E3-A931-F143-633A-C920BCC42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DA8DD4-879A-A3AE-2558-F1BDA8BCD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CA19FB-18EB-3456-B080-92050969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2E81A4-873F-CD01-7245-E8FFF510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6D951C-7F16-49F8-B100-B558B295BA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467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8AA4AB-BDED-434E-BD37-A7B240C2A3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F4933E-BFBE-FB02-69D4-654A37F60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19BB69-4581-DB92-0CBB-708B691A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D3502C-A372-95E3-869D-2F73ACE30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961155-AAB4-25C7-2A94-D5249A2D4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D1B791-82EE-47F3-BF1F-357C917BF1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75797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CB4F44E-CBB2-0E83-82D9-D11D6C254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6B7382C-0630-3480-201E-A7D88E7D1F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CA06685-9DE3-BFE7-E878-910A0D6E740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620C16D-7173-B06F-B57B-81988CD7A7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358CF5F-1778-066D-2114-097D6B560E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816871D-F860-483D-8829-522FAB0F07B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C82C632-74FF-1258-B56A-D21A1881D60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555 - O Redentor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B3FAB95-DCF2-F458-5161-0238D32B3BF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95C996B-5BFB-0DA0-090E-2C8B88AD33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Sei que vive o Redentor,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Sei que há vida em seu favor. </a:t>
            </a:r>
            <a:br>
              <a:rPr lang="en-US" altLang="pt-BR" sz="4000" i="1"/>
            </a:br>
            <a:r>
              <a:rPr lang="en-US" altLang="pt-BR" sz="4000" i="1"/>
              <a:t>Ele aqui na cruz morreu: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Reina em glória lá no Céu. 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525BA65-4D4B-3717-989C-293785FA3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Vive para interceder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nas lutas me valer,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Vive pra me sustentar,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do mal me resguardar.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3B9A125-BFA3-6CE1-BD59-C39D61E250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Deus me livra do temor,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Minorando a minha dor.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tristeza me desfaz,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Dá-me gozo, vida e paz.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5E7A9FF-855B-42D4-54F1-5BC37B2EDF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Vive! Hosanas eu lhe dou!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Vive! reina! e salvo eu sou!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Vivo nele, o Redentor,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Sempre firme em seu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555 - O Redentor</vt:lpstr>
      <vt:lpstr>Sei que vive o Redentor,  Sei que há vida em seu favor.  Ele aqui na cruz morreu:  Reina em glória lá no Céu.  </vt:lpstr>
      <vt:lpstr>Vive para interceder  E nas lutas me valer,  Vive pra me sustentar,  E do mal me resguardar. </vt:lpstr>
      <vt:lpstr>Deus me livra do temor,  Minorando a minha dor.  A tristeza me desfaz,  Dá-me gozo, vida e paz.  </vt:lpstr>
      <vt:lpstr>Vive! Hosanas eu lhe dou!  Vive! reina! e salvo eu sou!  Vivo nele, o Redentor,  Sempre firme em seu amor!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555 - O Redentor</dc:title>
  <dc:creator>Junior</dc:creator>
  <cp:lastModifiedBy>Emerson Souza</cp:lastModifiedBy>
  <cp:revision>1</cp:revision>
  <dcterms:created xsi:type="dcterms:W3CDTF">2005-12-27T00:28:56Z</dcterms:created>
  <dcterms:modified xsi:type="dcterms:W3CDTF">2026-05-02T22:23:34Z</dcterms:modified>
</cp:coreProperties>
</file>