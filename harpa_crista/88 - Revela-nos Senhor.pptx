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0" r:id="rId7"/>
    <p:sldId id="263" r:id="rId8"/>
    <p:sldId id="261" r:id="rId9"/>
    <p:sldId id="264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FFCC"/>
    <a:srgbClr val="008000"/>
    <a:srgbClr val="00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66" d="100"/>
          <a:sy n="66" d="100"/>
        </p:scale>
        <p:origin x="-108" y="-20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03F6AD-4CD3-F32B-EEB0-FAFFA99C10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6933704-C990-8F79-F925-B65DC04386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EA4B8BF-04BF-FE0A-637F-9832F6486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746BF45-E5BF-C339-9B51-8808D952E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5A42E51-884A-7BE2-9FF8-2D35ED2A4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57322DC-AA7F-4B5E-B748-AD63082B386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7932916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313142-AD73-C88E-4473-62D2E06002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DF30D88-8697-A7CC-BC2F-188BA8F62F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5A0E88A-8097-EEDC-22DA-3DDF17A59F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124C65B-8FAA-0A9B-CA8A-FEDC937546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D74C6C4-D11D-DABA-E77B-89F167F81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21BD273-0F79-4DD1-9F3D-DC9ABFA6FB1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7304578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7632D8-265B-E908-02AE-D8A5C4F8BE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2C61A2A-1ACB-A371-1EFF-B32DB43266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984751D-DE49-6F3A-8A2F-E9A2A31E34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FD4B5C4-D9EF-2EEB-E601-02486D09EE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C834D69-04DC-69DC-0A0F-DFCA201022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F623C75-4776-4EA1-AB88-D24AF503E74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2707241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39F1AB-6C8E-F658-7D2C-1759AB52BE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D5CB974-5B71-D844-AC3F-4BB4331650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D58DE88-9C37-F9F7-43D5-92E2654659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20B4741-4B4B-AAF9-2E62-C973A5EE77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9ED2278-B962-0ECE-017B-EA2B10E8A4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C2FAFEC-7CFD-BEF4-70C1-52109E3E68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BBAD8A1-41C3-400B-8E7C-2E0FC7CB141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6726905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FC7D8C-D476-B804-A8CE-5F972D4C8A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3F33536-01B6-10DB-A757-0F706650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E927935-FEC7-66C3-0E8B-B496B47ECD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4C989FF6-226B-D33D-FF02-578538376D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5504997E-66DF-92B8-9F89-02F5CA8FEF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B24E5C9B-B783-26F9-A7C6-9CAB2871BB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84E17EF3-0395-5625-2823-8459CDB1C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50499E46-3190-06D5-D32F-058D3FF716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A1C25BD-34A2-4EF1-B4EB-9AA87D466B2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3834512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403731-AAD1-F669-BC3F-CA6D05AEF9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FB22DD84-E797-B8EE-6CC9-1FC68F0263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D9A9805F-2B86-CDBD-D2AD-49F02D408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8B473A64-0073-B630-4139-25DC9B9702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234768D-6EF9-47B2-8941-312F4216D68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50083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9341DC4B-0649-7AB8-7C6E-5305F41400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DEB7F4DC-658B-E827-463E-88F1A299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14CA952-F74B-2BBF-F6DE-7C06CFBA8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997A71A-459B-4BA7-A1EF-95C73C00B9C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9166048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1B6D52-AC16-6902-4473-AF817E3D5F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B317538-5BD6-C7E2-F726-E2B2D044FF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9A5A848-CAC9-84A2-DAA1-B4DCD05DFD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BB1C717-3922-D417-26EE-2EDA94A522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51BBF03-28BE-83FB-B482-C889CC7941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82E34F5-65A4-D4D4-D344-EF3044922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E0AFF9B-F12A-41B7-9B02-504940A503C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2832787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6217D5-548F-5E77-113A-4F51FBD0FF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24DC42AF-4A70-2AAA-7661-DBD2B70FEFC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8347177-3BE1-5C69-556C-BACE576D1A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2591F77-62D9-0BF3-26CF-B4F0684E7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29611E2-7FD2-4150-0EED-99D88F535C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1B85828-28AD-ED38-24D8-3BF6468BD2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47DF5D4-318B-413A-9325-83E8A09DD72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723137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391FBE-A572-6F1B-EDAC-BF3C305BD6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DC13AEF-8A1E-843F-1B5B-BD1D143CC0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D99D555-A5AA-F4FD-C85F-2E8C706F8C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9099F12-4ADE-CA50-2199-93DFA889F4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CF4F8DB-6AA3-8733-E3A5-70CD9D1BF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C3BA1A3-9BDB-4489-986B-CD296EE462C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1073922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BD2E6029-E022-21E6-B81C-3CC111048DD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B93ACBF-07B2-4D33-77FD-144E77AFD1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58266EC-2287-7262-DA50-27F758358A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BCF5D23-AF6D-6D9C-EEF3-C73C1C5FE0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EFB8AEB-E09A-4AB6-A9B3-08AA56E4FD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5055C06-4E5C-4655-B1E0-3B7C3447D7B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2779454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003300"/>
            </a:gs>
            <a:gs pos="100000">
              <a:srgbClr val="008000"/>
            </a:gs>
          </a:gsLst>
          <a:path path="rect">
            <a:fillToRect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5EDD28EB-78D1-C9D5-3851-9352DC57459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3F6816D5-187B-7770-0382-0A74E525C24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8EC0FD95-39D4-EB39-E684-0993B698B9F6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D42B2ED2-6671-5D33-12D3-F0AB5814748B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FE3E1F8D-5CB5-232B-A0F5-825989715944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70E84F5A-E030-4339-A719-9B5A1B9FD014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29CC1971-83EF-BCED-1014-C43070E56969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1773238"/>
            <a:ext cx="7918450" cy="1827212"/>
          </a:xfrm>
        </p:spPr>
        <p:txBody>
          <a:bodyPr anchor="ctr"/>
          <a:lstStyle/>
          <a:p>
            <a:r>
              <a:rPr lang="en-US" altLang="pt-BR" sz="4000" b="1">
                <a:solidFill>
                  <a:srgbClr val="CCFFCC"/>
                </a:solidFill>
              </a:rPr>
              <a:t>88</a:t>
            </a:r>
            <a:br>
              <a:rPr lang="en-US" altLang="pt-BR" sz="4000" b="1">
                <a:solidFill>
                  <a:srgbClr val="CCFFCC"/>
                </a:solidFill>
              </a:rPr>
            </a:br>
            <a:r>
              <a:rPr lang="en-US" altLang="pt-BR" sz="4000" b="1">
                <a:solidFill>
                  <a:srgbClr val="CCFFCC"/>
                </a:solidFill>
              </a:rPr>
              <a:t>REVELA A NÓS, SENHOR</a:t>
            </a:r>
            <a:br>
              <a:rPr lang="en-US" altLang="pt-BR" sz="4000" b="1">
                <a:solidFill>
                  <a:srgbClr val="CCFFCC"/>
                </a:solidFill>
              </a:rPr>
            </a:br>
            <a:endParaRPr lang="en-US" altLang="pt-BR" sz="4000" b="1">
              <a:solidFill>
                <a:srgbClr val="CCFFCC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3A9D05D9-499C-3101-68FD-D44A76C4469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620713"/>
            <a:ext cx="9144000" cy="4464050"/>
          </a:xfrm>
          <a:noFill/>
          <a:ln/>
        </p:spPr>
        <p:txBody>
          <a:bodyPr/>
          <a:lstStyle/>
          <a:p>
            <a:r>
              <a:rPr lang="en-US" altLang="pt-BR">
                <a:solidFill>
                  <a:srgbClr val="CCFFCC"/>
                </a:solidFill>
              </a:rPr>
              <a:t>Jesus, meu Rei, Mestre e Senhor, O Teu amor revela a mim,</a:t>
            </a:r>
            <a:br>
              <a:rPr lang="en-US" altLang="pt-BR">
                <a:solidFill>
                  <a:srgbClr val="CCFFCC"/>
                </a:solidFill>
              </a:rPr>
            </a:br>
            <a:r>
              <a:rPr lang="en-US" altLang="pt-BR">
                <a:solidFill>
                  <a:srgbClr val="CCFFCC"/>
                </a:solidFill>
              </a:rPr>
              <a:t>Enquanto eu aqui viver,</a:t>
            </a:r>
            <a:br>
              <a:rPr lang="en-US" altLang="pt-BR">
                <a:solidFill>
                  <a:srgbClr val="CCFFCC"/>
                </a:solidFill>
              </a:rPr>
            </a:br>
            <a:r>
              <a:rPr lang="en-US" altLang="pt-BR">
                <a:solidFill>
                  <a:srgbClr val="CCFFCC"/>
                </a:solidFill>
              </a:rPr>
              <a:t>Até eu ver da vida o fim.</a:t>
            </a:r>
            <a:br>
              <a:rPr lang="en-US" altLang="pt-BR">
                <a:solidFill>
                  <a:srgbClr val="CCFFCC"/>
                </a:solidFill>
              </a:rPr>
            </a:br>
            <a:endParaRPr lang="en-US" altLang="pt-BR">
              <a:solidFill>
                <a:srgbClr val="CCFFCC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3">
            <a:extLst>
              <a:ext uri="{FF2B5EF4-FFF2-40B4-BE49-F238E27FC236}">
                <a16:creationId xmlns:a16="http://schemas.microsoft.com/office/drawing/2014/main" id="{BA1AC936-1BF5-76D6-45D7-B955C93D3DD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836613"/>
            <a:ext cx="9144000" cy="3887787"/>
          </a:xfrm>
        </p:spPr>
        <p:txBody>
          <a:bodyPr/>
          <a:lstStyle/>
          <a:p>
            <a:pPr lvl="1" algn="ctr">
              <a:spcBef>
                <a:spcPct val="0"/>
              </a:spcBef>
              <a:buFontTx/>
              <a:buNone/>
            </a:pPr>
            <a:r>
              <a:rPr lang="en-US" altLang="pt-BR" sz="3600" b="1" i="1">
                <a:solidFill>
                  <a:srgbClr val="CCFFCC"/>
                </a:solidFill>
              </a:rPr>
              <a:t>Revela a nós, Senhor Jesus, </a:t>
            </a:r>
          </a:p>
          <a:p>
            <a:pPr lvl="1" algn="ctr">
              <a:spcBef>
                <a:spcPct val="0"/>
              </a:spcBef>
              <a:buFontTx/>
              <a:buNone/>
            </a:pPr>
            <a:r>
              <a:rPr lang="en-US" altLang="pt-BR" sz="3600" b="1" i="1">
                <a:solidFill>
                  <a:srgbClr val="CCFFCC"/>
                </a:solidFill>
              </a:rPr>
              <a:t>Meu Salvador, </a:t>
            </a:r>
          </a:p>
          <a:p>
            <a:pPr lvl="1" algn="ctr">
              <a:spcBef>
                <a:spcPct val="0"/>
              </a:spcBef>
              <a:buFontTx/>
              <a:buNone/>
            </a:pPr>
            <a:r>
              <a:rPr lang="en-US" altLang="pt-BR" sz="3600" b="1" i="1">
                <a:solidFill>
                  <a:srgbClr val="CCFFCC"/>
                </a:solidFill>
              </a:rPr>
              <a:t>As maravilhas mil do Teu divino amor; </a:t>
            </a:r>
          </a:p>
          <a:p>
            <a:pPr lvl="1" algn="ctr">
              <a:spcBef>
                <a:spcPct val="0"/>
              </a:spcBef>
              <a:buFontTx/>
              <a:buNone/>
            </a:pPr>
            <a:r>
              <a:rPr lang="en-US" altLang="pt-BR" sz="3600" b="1" i="1">
                <a:solidFill>
                  <a:srgbClr val="CCFFCC"/>
                </a:solidFill>
              </a:rPr>
              <a:t>E com veraz louvor, fervente gratidão; </a:t>
            </a:r>
          </a:p>
          <a:p>
            <a:pPr lvl="1" algn="ctr">
              <a:spcBef>
                <a:spcPct val="0"/>
              </a:spcBef>
              <a:buFontTx/>
              <a:buNone/>
            </a:pPr>
            <a:r>
              <a:rPr lang="en-US" altLang="pt-BR" sz="3600" b="1" i="1">
                <a:solidFill>
                  <a:srgbClr val="CCFFCC"/>
                </a:solidFill>
              </a:rPr>
              <a:t>Eleva a Ti, Jesus Senhor, </a:t>
            </a:r>
          </a:p>
          <a:p>
            <a:pPr lvl="1" algn="ctr">
              <a:spcBef>
                <a:spcPct val="0"/>
              </a:spcBef>
              <a:buFontTx/>
              <a:buNone/>
            </a:pPr>
            <a:r>
              <a:rPr lang="en-US" altLang="pt-BR" sz="3600" b="1" i="1">
                <a:solidFill>
                  <a:srgbClr val="CCFFCC"/>
                </a:solidFill>
              </a:rPr>
              <a:t>O nosso coração.</a:t>
            </a:r>
          </a:p>
          <a:p>
            <a:pPr algn="ctr"/>
            <a:endParaRPr lang="en-US" altLang="pt-BR" sz="3600">
              <a:solidFill>
                <a:srgbClr val="CCFFCC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4" name="Rectangle 4">
            <a:extLst>
              <a:ext uri="{FF2B5EF4-FFF2-40B4-BE49-F238E27FC236}">
                <a16:creationId xmlns:a16="http://schemas.microsoft.com/office/drawing/2014/main" id="{8D7D394D-EA7D-55D8-0AB6-90F3B898A63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549275"/>
            <a:ext cx="9144000" cy="4319588"/>
          </a:xfrm>
          <a:noFill/>
          <a:ln/>
        </p:spPr>
        <p:txBody>
          <a:bodyPr/>
          <a:lstStyle/>
          <a:p>
            <a:r>
              <a:rPr lang="en-US" altLang="pt-BR">
                <a:solidFill>
                  <a:srgbClr val="CCFFCC"/>
                </a:solidFill>
              </a:rPr>
              <a:t>As bênçãos mil do Teu amor, </a:t>
            </a:r>
            <a:br>
              <a:rPr lang="en-US" altLang="pt-BR">
                <a:solidFill>
                  <a:srgbClr val="CCFFCC"/>
                </a:solidFill>
              </a:rPr>
            </a:br>
            <a:r>
              <a:rPr lang="en-US" altLang="pt-BR">
                <a:solidFill>
                  <a:srgbClr val="CCFFCC"/>
                </a:solidFill>
              </a:rPr>
              <a:t>Qual esplendor me cercarão; </a:t>
            </a:r>
            <a:br>
              <a:rPr lang="en-US" altLang="pt-BR">
                <a:solidFill>
                  <a:srgbClr val="CCFFCC"/>
                </a:solidFill>
              </a:rPr>
            </a:br>
            <a:r>
              <a:rPr lang="en-US" altLang="pt-BR">
                <a:solidFill>
                  <a:srgbClr val="CCFFCC"/>
                </a:solidFill>
              </a:rPr>
              <a:t>O Teu olhar será, Jesus, </a:t>
            </a:r>
            <a:br>
              <a:rPr lang="en-US" altLang="pt-BR">
                <a:solidFill>
                  <a:srgbClr val="CCFFCC"/>
                </a:solidFill>
              </a:rPr>
            </a:br>
            <a:r>
              <a:rPr lang="en-US" altLang="pt-BR">
                <a:solidFill>
                  <a:srgbClr val="CCFFCC"/>
                </a:solidFill>
              </a:rPr>
              <a:t>A grata luz do coração.</a:t>
            </a:r>
            <a:br>
              <a:rPr lang="en-US" altLang="pt-BR">
                <a:solidFill>
                  <a:srgbClr val="CCFFCC"/>
                </a:solidFill>
              </a:rPr>
            </a:br>
            <a:endParaRPr lang="en-US" altLang="pt-BR">
              <a:solidFill>
                <a:srgbClr val="CCFFCC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7" name="Rectangle 5">
            <a:extLst>
              <a:ext uri="{FF2B5EF4-FFF2-40B4-BE49-F238E27FC236}">
                <a16:creationId xmlns:a16="http://schemas.microsoft.com/office/drawing/2014/main" id="{4AE25B41-5364-E718-9A0A-88E8606FF63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476250"/>
            <a:ext cx="9144000" cy="4824413"/>
          </a:xfrm>
          <a:noFill/>
          <a:ln/>
        </p:spPr>
        <p:txBody>
          <a:bodyPr/>
          <a:lstStyle/>
          <a:p>
            <a:r>
              <a:rPr lang="en-US" altLang="pt-BR" sz="3600" b="1" i="1">
                <a:solidFill>
                  <a:srgbClr val="CCFFCC"/>
                </a:solidFill>
              </a:rPr>
              <a:t>Revela a nós, Senhor Jesus, </a:t>
            </a:r>
            <a:br>
              <a:rPr lang="en-US" altLang="pt-BR" sz="3600" b="1" i="1">
                <a:solidFill>
                  <a:srgbClr val="CCFFCC"/>
                </a:solidFill>
              </a:rPr>
            </a:br>
            <a:r>
              <a:rPr lang="en-US" altLang="pt-BR" sz="3600" b="1" i="1">
                <a:solidFill>
                  <a:srgbClr val="CCFFCC"/>
                </a:solidFill>
              </a:rPr>
              <a:t>Meu Salvador, </a:t>
            </a:r>
            <a:br>
              <a:rPr lang="en-US" altLang="pt-BR" sz="3600" b="1" i="1">
                <a:solidFill>
                  <a:srgbClr val="CCFFCC"/>
                </a:solidFill>
              </a:rPr>
            </a:br>
            <a:r>
              <a:rPr lang="en-US" altLang="pt-BR" sz="3600" b="1" i="1">
                <a:solidFill>
                  <a:srgbClr val="CCFFCC"/>
                </a:solidFill>
              </a:rPr>
              <a:t>As maravilhas mil do Teu divino amor; </a:t>
            </a:r>
            <a:br>
              <a:rPr lang="en-US" altLang="pt-BR" sz="3600" b="1" i="1">
                <a:solidFill>
                  <a:srgbClr val="CCFFCC"/>
                </a:solidFill>
              </a:rPr>
            </a:br>
            <a:r>
              <a:rPr lang="en-US" altLang="pt-BR" sz="3600" b="1" i="1">
                <a:solidFill>
                  <a:srgbClr val="CCFFCC"/>
                </a:solidFill>
              </a:rPr>
              <a:t>E com veraz louvor, fervente gratidão; </a:t>
            </a:r>
            <a:br>
              <a:rPr lang="en-US" altLang="pt-BR" sz="3600" b="1" i="1">
                <a:solidFill>
                  <a:srgbClr val="CCFFCC"/>
                </a:solidFill>
              </a:rPr>
            </a:br>
            <a:r>
              <a:rPr lang="en-US" altLang="pt-BR" sz="3600" b="1" i="1">
                <a:solidFill>
                  <a:srgbClr val="CCFFCC"/>
                </a:solidFill>
              </a:rPr>
              <a:t>Eleva a Ti, Jesus Senhor, </a:t>
            </a:r>
            <a:br>
              <a:rPr lang="en-US" altLang="pt-BR" sz="3600" b="1" i="1">
                <a:solidFill>
                  <a:srgbClr val="CCFFCC"/>
                </a:solidFill>
              </a:rPr>
            </a:br>
            <a:r>
              <a:rPr lang="en-US" altLang="pt-BR" sz="3600" b="1" i="1">
                <a:solidFill>
                  <a:srgbClr val="CCFFCC"/>
                </a:solidFill>
              </a:rPr>
              <a:t>O nosso coração.</a:t>
            </a:r>
            <a:br>
              <a:rPr lang="en-US" altLang="pt-BR" sz="3600" b="1" i="1">
                <a:solidFill>
                  <a:srgbClr val="CCFFCC"/>
                </a:solidFill>
              </a:rPr>
            </a:br>
            <a:endParaRPr lang="en-US" altLang="pt-BR" sz="3600" b="1" i="1">
              <a:solidFill>
                <a:srgbClr val="CCFFCC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Rectangle 4">
            <a:extLst>
              <a:ext uri="{FF2B5EF4-FFF2-40B4-BE49-F238E27FC236}">
                <a16:creationId xmlns:a16="http://schemas.microsoft.com/office/drawing/2014/main" id="{7A82EA45-670F-992E-4FB4-905F2FD06B1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549275"/>
            <a:ext cx="9144000" cy="4535488"/>
          </a:xfrm>
          <a:noFill/>
          <a:ln/>
        </p:spPr>
        <p:txBody>
          <a:bodyPr/>
          <a:lstStyle/>
          <a:p>
            <a:r>
              <a:rPr lang="en-US" altLang="pt-BR">
                <a:solidFill>
                  <a:srgbClr val="CCFFCC"/>
                </a:solidFill>
              </a:rPr>
              <a:t>Sorrisos Teus verei brilhar, </a:t>
            </a:r>
            <a:br>
              <a:rPr lang="en-US" altLang="pt-BR">
                <a:solidFill>
                  <a:srgbClr val="CCFFCC"/>
                </a:solidFill>
              </a:rPr>
            </a:br>
            <a:r>
              <a:rPr lang="en-US" altLang="pt-BR">
                <a:solidFill>
                  <a:srgbClr val="CCFFCC"/>
                </a:solidFill>
              </a:rPr>
              <a:t>Se não andar no mundo vil: Desfrutarei prazer veraz, </a:t>
            </a:r>
            <a:br>
              <a:rPr lang="en-US" altLang="pt-BR">
                <a:solidFill>
                  <a:srgbClr val="CCFFCC"/>
                </a:solidFill>
              </a:rPr>
            </a:br>
            <a:r>
              <a:rPr lang="en-US" altLang="pt-BR">
                <a:solidFill>
                  <a:srgbClr val="CCFFCC"/>
                </a:solidFill>
              </a:rPr>
              <a:t>Tempo de paz primaveril.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5" name="Rectangle 5">
            <a:extLst>
              <a:ext uri="{FF2B5EF4-FFF2-40B4-BE49-F238E27FC236}">
                <a16:creationId xmlns:a16="http://schemas.microsoft.com/office/drawing/2014/main" id="{84237379-9D1F-71B4-F789-00E40FAE665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549275"/>
            <a:ext cx="9144000" cy="4535488"/>
          </a:xfrm>
          <a:noFill/>
          <a:ln/>
        </p:spPr>
        <p:txBody>
          <a:bodyPr/>
          <a:lstStyle/>
          <a:p>
            <a:r>
              <a:rPr lang="en-US" altLang="pt-BR" sz="3600" b="1" i="1">
                <a:solidFill>
                  <a:srgbClr val="CCFFCC"/>
                </a:solidFill>
              </a:rPr>
              <a:t>Revela a nós, Senhor Jesus, </a:t>
            </a:r>
            <a:br>
              <a:rPr lang="en-US" altLang="pt-BR" sz="3600" b="1" i="1">
                <a:solidFill>
                  <a:srgbClr val="CCFFCC"/>
                </a:solidFill>
              </a:rPr>
            </a:br>
            <a:r>
              <a:rPr lang="en-US" altLang="pt-BR" sz="3600" b="1" i="1">
                <a:solidFill>
                  <a:srgbClr val="CCFFCC"/>
                </a:solidFill>
              </a:rPr>
              <a:t>Meu Salvador, </a:t>
            </a:r>
            <a:br>
              <a:rPr lang="en-US" altLang="pt-BR" sz="3600" b="1" i="1">
                <a:solidFill>
                  <a:srgbClr val="CCFFCC"/>
                </a:solidFill>
              </a:rPr>
            </a:br>
            <a:r>
              <a:rPr lang="en-US" altLang="pt-BR" sz="3600" b="1" i="1">
                <a:solidFill>
                  <a:srgbClr val="CCFFCC"/>
                </a:solidFill>
              </a:rPr>
              <a:t>As maravilhas mil do Teu divino amor; </a:t>
            </a:r>
            <a:br>
              <a:rPr lang="en-US" altLang="pt-BR" sz="3600" b="1" i="1">
                <a:solidFill>
                  <a:srgbClr val="CCFFCC"/>
                </a:solidFill>
              </a:rPr>
            </a:br>
            <a:r>
              <a:rPr lang="en-US" altLang="pt-BR" sz="3600" b="1" i="1">
                <a:solidFill>
                  <a:srgbClr val="CCFFCC"/>
                </a:solidFill>
              </a:rPr>
              <a:t>E com veraz louvor, fervente gratidão; </a:t>
            </a:r>
            <a:br>
              <a:rPr lang="en-US" altLang="pt-BR" sz="3600" b="1" i="1">
                <a:solidFill>
                  <a:srgbClr val="CCFFCC"/>
                </a:solidFill>
              </a:rPr>
            </a:br>
            <a:r>
              <a:rPr lang="en-US" altLang="pt-BR" sz="3600" b="1" i="1">
                <a:solidFill>
                  <a:srgbClr val="CCFFCC"/>
                </a:solidFill>
              </a:rPr>
              <a:t>Eleva a Ti, Jesus Senhor, </a:t>
            </a:r>
            <a:br>
              <a:rPr lang="en-US" altLang="pt-BR" sz="3600" b="1" i="1">
                <a:solidFill>
                  <a:srgbClr val="CCFFCC"/>
                </a:solidFill>
              </a:rPr>
            </a:br>
            <a:r>
              <a:rPr lang="en-US" altLang="pt-BR" sz="3600" b="1" i="1">
                <a:solidFill>
                  <a:srgbClr val="CCFFCC"/>
                </a:solidFill>
              </a:rPr>
              <a:t>O nosso coração.</a:t>
            </a:r>
            <a:br>
              <a:rPr lang="en-US" altLang="pt-BR" sz="3600" b="1" i="1">
                <a:solidFill>
                  <a:srgbClr val="CCFFCC"/>
                </a:solidFill>
              </a:rPr>
            </a:br>
            <a:endParaRPr lang="en-US" altLang="pt-BR" sz="3600" b="1" i="1">
              <a:solidFill>
                <a:srgbClr val="CCFFCC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2" name="Rectangle 4">
            <a:extLst>
              <a:ext uri="{FF2B5EF4-FFF2-40B4-BE49-F238E27FC236}">
                <a16:creationId xmlns:a16="http://schemas.microsoft.com/office/drawing/2014/main" id="{74DC9A4F-E289-8C75-399F-5778D1CFC8B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549275"/>
            <a:ext cx="9144000" cy="4248150"/>
          </a:xfrm>
          <a:noFill/>
          <a:ln/>
        </p:spPr>
        <p:txBody>
          <a:bodyPr/>
          <a:lstStyle/>
          <a:p>
            <a:r>
              <a:rPr lang="en-US" altLang="pt-BR">
                <a:solidFill>
                  <a:srgbClr val="CCFFCC"/>
                </a:solidFill>
              </a:rPr>
              <a:t>E, quando for no céu morar,</a:t>
            </a:r>
            <a:br>
              <a:rPr lang="en-US" altLang="pt-BR">
                <a:solidFill>
                  <a:srgbClr val="CCFFCC"/>
                </a:solidFill>
              </a:rPr>
            </a:br>
            <a:r>
              <a:rPr lang="en-US" altLang="pt-BR">
                <a:solidFill>
                  <a:srgbClr val="CCFFCC"/>
                </a:solidFill>
              </a:rPr>
              <a:t>E descansar dos dias meus,</a:t>
            </a:r>
            <a:br>
              <a:rPr lang="en-US" altLang="pt-BR">
                <a:solidFill>
                  <a:srgbClr val="CCFFCC"/>
                </a:solidFill>
              </a:rPr>
            </a:br>
            <a:r>
              <a:rPr lang="en-US" altLang="pt-BR">
                <a:solidFill>
                  <a:srgbClr val="CCFFCC"/>
                </a:solidFill>
              </a:rPr>
              <a:t>Feliz viver receberei</a:t>
            </a:r>
            <a:br>
              <a:rPr lang="en-US" altLang="pt-BR">
                <a:solidFill>
                  <a:srgbClr val="CCFFCC"/>
                </a:solidFill>
              </a:rPr>
            </a:br>
            <a:r>
              <a:rPr lang="en-US" altLang="pt-BR">
                <a:solidFill>
                  <a:srgbClr val="CCFFCC"/>
                </a:solidFill>
              </a:rPr>
              <a:t>	De Ti, meu Rei, </a:t>
            </a:r>
            <a:br>
              <a:rPr lang="en-US" altLang="pt-BR">
                <a:solidFill>
                  <a:srgbClr val="CCFFCC"/>
                </a:solidFill>
              </a:rPr>
            </a:br>
            <a:r>
              <a:rPr lang="en-US" altLang="pt-BR">
                <a:solidFill>
                  <a:srgbClr val="CCFFCC"/>
                </a:solidFill>
              </a:rPr>
              <a:t>Meu santo Deus!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3" name="Rectangle 5">
            <a:extLst>
              <a:ext uri="{FF2B5EF4-FFF2-40B4-BE49-F238E27FC236}">
                <a16:creationId xmlns:a16="http://schemas.microsoft.com/office/drawing/2014/main" id="{6CD63B13-41A0-4A49-D1CC-1009B621827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549275"/>
            <a:ext cx="9144000" cy="4608513"/>
          </a:xfrm>
          <a:noFill/>
          <a:ln/>
        </p:spPr>
        <p:txBody>
          <a:bodyPr/>
          <a:lstStyle/>
          <a:p>
            <a:r>
              <a:rPr lang="en-US" altLang="pt-BR" sz="3600" b="1" i="1">
                <a:solidFill>
                  <a:srgbClr val="CCFFCC"/>
                </a:solidFill>
              </a:rPr>
              <a:t>Revela a nós, Senhor Jesus, </a:t>
            </a:r>
            <a:br>
              <a:rPr lang="en-US" altLang="pt-BR" sz="3600" b="1" i="1">
                <a:solidFill>
                  <a:srgbClr val="CCFFCC"/>
                </a:solidFill>
              </a:rPr>
            </a:br>
            <a:r>
              <a:rPr lang="en-US" altLang="pt-BR" sz="3600" b="1" i="1">
                <a:solidFill>
                  <a:srgbClr val="CCFFCC"/>
                </a:solidFill>
              </a:rPr>
              <a:t>Meu Salvador, </a:t>
            </a:r>
            <a:br>
              <a:rPr lang="en-US" altLang="pt-BR" sz="3600" b="1" i="1">
                <a:solidFill>
                  <a:srgbClr val="CCFFCC"/>
                </a:solidFill>
              </a:rPr>
            </a:br>
            <a:r>
              <a:rPr lang="en-US" altLang="pt-BR" sz="3600" b="1" i="1">
                <a:solidFill>
                  <a:srgbClr val="CCFFCC"/>
                </a:solidFill>
              </a:rPr>
              <a:t>As maravilhas mil do Teu divino amor; </a:t>
            </a:r>
            <a:br>
              <a:rPr lang="en-US" altLang="pt-BR" sz="3600" b="1" i="1">
                <a:solidFill>
                  <a:srgbClr val="CCFFCC"/>
                </a:solidFill>
              </a:rPr>
            </a:br>
            <a:r>
              <a:rPr lang="en-US" altLang="pt-BR" sz="3600" b="1" i="1">
                <a:solidFill>
                  <a:srgbClr val="CCFFCC"/>
                </a:solidFill>
              </a:rPr>
              <a:t>E com veraz louvor, fervente gratidão; </a:t>
            </a:r>
            <a:br>
              <a:rPr lang="en-US" altLang="pt-BR" sz="3600" b="1" i="1">
                <a:solidFill>
                  <a:srgbClr val="CCFFCC"/>
                </a:solidFill>
              </a:rPr>
            </a:br>
            <a:r>
              <a:rPr lang="en-US" altLang="pt-BR" sz="3600" b="1" i="1">
                <a:solidFill>
                  <a:srgbClr val="CCFFCC"/>
                </a:solidFill>
              </a:rPr>
              <a:t>Eleva a Ti, Jesus Senhor, </a:t>
            </a:r>
            <a:br>
              <a:rPr lang="en-US" altLang="pt-BR" sz="3600" b="1" i="1">
                <a:solidFill>
                  <a:srgbClr val="CCFFCC"/>
                </a:solidFill>
              </a:rPr>
            </a:br>
            <a:r>
              <a:rPr lang="en-US" altLang="pt-BR" sz="3600" b="1" i="1">
                <a:solidFill>
                  <a:srgbClr val="CCFFCC"/>
                </a:solidFill>
              </a:rPr>
              <a:t>O nosso coração.</a:t>
            </a:r>
            <a:br>
              <a:rPr lang="en-US" altLang="pt-BR" sz="3600" b="1" i="1">
                <a:solidFill>
                  <a:srgbClr val="CCFFCC"/>
                </a:solidFill>
              </a:rPr>
            </a:br>
            <a:endParaRPr lang="en-US" altLang="pt-BR" sz="3600" b="1" i="1">
              <a:solidFill>
                <a:srgbClr val="CCFFCC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290</Words>
  <Application>Microsoft Office PowerPoint</Application>
  <PresentationFormat>Apresentação na tela (4:3)</PresentationFormat>
  <Paragraphs>14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1" baseType="lpstr">
      <vt:lpstr>Arial</vt:lpstr>
      <vt:lpstr>Design padrão</vt:lpstr>
      <vt:lpstr>88 REVELA A NÓS, SENHOR </vt:lpstr>
      <vt:lpstr>Jesus, meu Rei, Mestre e Senhor, O Teu amor revela a mim, Enquanto eu aqui viver, Até eu ver da vida o fim. </vt:lpstr>
      <vt:lpstr>Apresentação do PowerPoint</vt:lpstr>
      <vt:lpstr>As bênçãos mil do Teu amor,  Qual esplendor me cercarão;  O Teu olhar será, Jesus,  A grata luz do coração. </vt:lpstr>
      <vt:lpstr>Revela a nós, Senhor Jesus,  Meu Salvador,  As maravilhas mil do Teu divino amor;  E com veraz louvor, fervente gratidão;  Eleva a Ti, Jesus Senhor,  O nosso coração. </vt:lpstr>
      <vt:lpstr>Sorrisos Teus verei brilhar,  Se não andar no mundo vil: Desfrutarei prazer veraz,  Tempo de paz primaveril.</vt:lpstr>
      <vt:lpstr>Revela a nós, Senhor Jesus,  Meu Salvador,  As maravilhas mil do Teu divino amor;  E com veraz louvor, fervente gratidão;  Eleva a Ti, Jesus Senhor,  O nosso coração. </vt:lpstr>
      <vt:lpstr>E, quando for no céu morar, E descansar dos dias meus, Feliz viver receberei  De Ti, meu Rei,  Meu santo Deus!</vt:lpstr>
      <vt:lpstr>Revela a nós, Senhor Jesus,  Meu Salvador,  As maravilhas mil do Teu divino amor;  E com veraz louvor, fervente gratidão;  Eleva a Ti, Jesus Senhor,  O nosso coração. </vt:lpstr>
    </vt:vector>
  </TitlesOfParts>
  <Company>IEAD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88 </dc:title>
  <dc:creator>Montagna</dc:creator>
  <cp:lastModifiedBy>Emerson Souza</cp:lastModifiedBy>
  <cp:revision>2</cp:revision>
  <dcterms:created xsi:type="dcterms:W3CDTF">2005-10-16T01:28:26Z</dcterms:created>
  <dcterms:modified xsi:type="dcterms:W3CDTF">2026-05-02T21:44:09Z</dcterms:modified>
</cp:coreProperties>
</file>