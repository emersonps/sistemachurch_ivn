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7D739-3143-9D8B-0752-995B23F92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E58B9-B165-CF61-9F11-DA2AC3390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137308-DAA0-1EDC-F80F-4FCB9130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155C83-BBDC-7F74-1B14-A40F7DF4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7ED46-774F-6E25-FC18-6CD90971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4559D-B533-4F7E-B16C-13C84525F8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306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7F8E0-66C8-DFC3-1169-30E3A9F3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7952C-6407-A3CE-18C8-428FA9E9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9B63D4-0E0F-7C38-5AF1-9914454C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2B337-9CF5-04FA-CA1C-EF8C9511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F95F34-54B9-3C86-9348-A0BE95FA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FCC9D4-D703-40B8-BA8B-6FD7871BE0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48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D6350-2D36-0029-8DCB-7ABC898D5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46CF68-31A9-D0E8-1119-3177203EC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FEBAD0-6EB1-CF50-64BE-63B0FB12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8A190F-3A85-77D5-7BF3-530C7FCA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80B525-BC50-00E8-A308-EAC0BEED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77D64-D208-46E8-A9C1-92CA39DF05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01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D5322-D225-E166-384A-CA0434A5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70C88A-FE4F-FD0D-8B1C-88EF594BA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90563C-6A2C-D1F2-ECCB-26CB9CBF9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2BECF1-8528-7667-EEE4-0717DAD2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7DFE7E-D81C-B4E3-59A0-F44454E9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B2705C-399D-276C-0480-545DBD36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5BE26-937D-4682-BE35-D573D853CC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837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394F2-ECF1-1354-B55A-2592A9B4C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271040-6CD7-7CEB-5FC1-22DF283DD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CFF714-9C04-D130-4D38-F9054BDE7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EB2CB6-BD93-C818-B799-752986748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D0B5D3F-5673-C455-E799-F23DCE0FC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7B3C8FD-05D0-42E5-B2AA-8DB338CF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F9F427B-112D-D4C1-DC97-6150242D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E78C25-2795-C3F7-A2D4-519BC3AE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95E8E-C47E-45E0-A268-3025F13145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603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8DB37-18B4-1BA4-BA84-53C01CEA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B56F4B-BA09-9058-E691-332514E3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F4D080-B795-9F75-B3D2-8385D145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1ED189-7DEC-E7D0-9866-363E5DC9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2F3D2-01BB-4641-8D7B-C120A22256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059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6A15F6-C2AB-2A24-111D-DD58A024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FF8D10-B51E-DAEF-56DE-8FA56152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E3A900-2D76-3634-444B-8FFE8EC0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27A75A-5180-46E7-B297-3931A65E5B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149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0B1EE-9A36-C1AC-7C87-441CF08C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C5E351-75B3-A698-57C5-2BE187B05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373904-692F-F6D5-574D-9F6B0EE96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BCAF05-AF3F-96DD-D7DD-C23B0947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1905FE-0BF2-A854-A2D3-61032815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E06A09-E8C1-E674-40A5-A841C0CE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37E8D-713F-4113-ACDC-BA85CFA807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047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1294B-4869-BF65-79AD-40307662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BB890E6-F72F-50EB-A082-E3221D91D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52897B-FEE6-F7EF-3DD4-EB46A2300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A43D0D-F90B-911D-5D10-3BC0F014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7DAB5-4650-2C91-89B7-7DFC3CA2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AB2FA0-5782-5806-BD47-2B8572C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2BB73-4BC1-4DF0-AC0F-4CA1BE1F67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018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ED688-2421-0903-0237-86E8E052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D622BB-653F-7811-1E2A-3E9C2A6CB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20B3D0-5AA5-1B87-FC2C-E2A404B8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08F4F4-A083-002C-F610-4F902A1B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7BF86-12B3-D6A1-2A81-2DFA8A94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7F45DD-F637-40CC-9F4D-D850757E06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570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2A1F31-D070-8153-B12C-6710E16FB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0DBA17-12D4-CFBA-7DC6-CB16592C2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09D56-B65E-B861-445A-39A3E791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6CCC88-49E4-71E5-AC7A-1D6A0105D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35058C-9ED4-4329-C819-EA01E4ED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F6E70E-8A65-428E-B952-DBA78CD654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541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A8028F-79B8-82ED-92B2-9D78BAB6A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EDB6710-E5C5-16BD-AE94-A9474E2CD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1DAA15-0915-DA60-A1C7-97AA86861B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7A29A4-51A6-CDE7-8738-72695F8132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AB5EBC2-340F-95C5-BF0D-1FF573B117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4E8F393-5896-4F65-B94F-C5E6222CCD1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13AA413-FA9A-1649-6BC6-25390762B1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418</a:t>
            </a:r>
            <a:br>
              <a:rPr lang="pt-BR" altLang="pt-BR" sz="4400" b="1"/>
            </a:br>
            <a:r>
              <a:rPr lang="pt-BR" altLang="pt-BR" sz="4400" b="1"/>
              <a:t>SOU UM SOLDADO	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B71AC21-68CF-D2CF-785F-C04595BBD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Sou um soldado de Jesus</a:t>
            </a:r>
            <a:br>
              <a:rPr lang="pt-BR" altLang="pt-BR"/>
            </a:br>
            <a:r>
              <a:rPr lang="pt-BR" altLang="pt-BR"/>
              <a:t>E servo do Senhor;</a:t>
            </a:r>
            <a:br>
              <a:rPr lang="pt-BR" altLang="pt-BR"/>
            </a:br>
            <a:r>
              <a:rPr lang="pt-BR" altLang="pt-BR"/>
              <a:t>Não temerei levar a cruz,</a:t>
            </a:r>
            <a:br>
              <a:rPr lang="pt-BR" altLang="pt-BR"/>
            </a:br>
            <a:r>
              <a:rPr lang="pt-BR" altLang="pt-BR"/>
              <a:t>Sofrendo grande 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8157EE-9386-82FB-0DF2-E8C45A8F6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Depois da batalha me coroará,</a:t>
            </a:r>
            <a:br>
              <a:rPr lang="pt-BR" altLang="pt-BR" sz="4000" b="1" i="1"/>
            </a:br>
            <a:r>
              <a:rPr lang="pt-BR" altLang="pt-BR" sz="4000" b="1" i="1"/>
              <a:t>Deus me coroará;</a:t>
            </a:r>
            <a:br>
              <a:rPr lang="pt-BR" altLang="pt-BR" sz="4000" b="1" i="1"/>
            </a:br>
            <a:r>
              <a:rPr lang="pt-BR" altLang="pt-BR" sz="4000" b="1" i="1"/>
              <a:t>Deus me coroará;</a:t>
            </a:r>
            <a:br>
              <a:rPr lang="pt-BR" altLang="pt-BR" sz="4000" b="1"/>
            </a:br>
            <a:r>
              <a:rPr lang="pt-BR" altLang="pt-BR" sz="4000" b="1"/>
              <a:t>Depois da batalha me coroará,</a:t>
            </a:r>
            <a:br>
              <a:rPr lang="pt-BR" altLang="pt-BR" sz="4000" b="1"/>
            </a:br>
            <a:r>
              <a:rPr lang="pt-BR" altLang="pt-BR" sz="4000" b="1"/>
              <a:t>Na celestial mansão;</a:t>
            </a:r>
            <a:br>
              <a:rPr lang="pt-BR" altLang="pt-BR" sz="4000" b="1" i="1"/>
            </a:br>
            <a:r>
              <a:rPr lang="pt-BR" altLang="pt-BR" sz="4000" b="1" i="1"/>
              <a:t>Lá verei o meu Rei,</a:t>
            </a:r>
            <a:br>
              <a:rPr lang="pt-BR" altLang="pt-BR" sz="4000" b="1" i="1"/>
            </a:br>
            <a:r>
              <a:rPr lang="pt-BR" altLang="pt-BR" sz="4000" b="1" i="1"/>
              <a:t>E terei meu galardão,</a:t>
            </a:r>
            <a:br>
              <a:rPr lang="pt-BR" altLang="pt-BR" sz="4000" b="1" i="1"/>
            </a:br>
            <a:r>
              <a:rPr lang="pt-BR" altLang="pt-BR" sz="4000" b="1" i="1"/>
              <a:t>Depois da batalha me coroará, </a:t>
            </a:r>
            <a:br>
              <a:rPr lang="pt-BR" altLang="pt-BR" sz="4000" b="1" i="1"/>
            </a:br>
            <a:r>
              <a:rPr lang="pt-BR" altLang="pt-BR" sz="4000" b="1" i="1"/>
              <a:t>Na cidade de Sião!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36D354-E4F0-FA92-D401-77824D2EB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Lutaram outros sem temor, </a:t>
            </a:r>
            <a:br>
              <a:rPr lang="pt-BR" altLang="pt-BR"/>
            </a:br>
            <a:r>
              <a:rPr lang="pt-BR" altLang="pt-BR"/>
              <a:t>Mui forte hei de ser;</a:t>
            </a:r>
            <a:br>
              <a:rPr lang="pt-BR" altLang="pt-BR"/>
            </a:br>
            <a:r>
              <a:rPr lang="pt-BR" altLang="pt-BR"/>
              <a:t>Pelejarei por meu Senhor, </a:t>
            </a:r>
            <a:br>
              <a:rPr lang="pt-BR" altLang="pt-BR"/>
            </a:br>
            <a:r>
              <a:rPr lang="pt-BR" altLang="pt-BR"/>
              <a:t>Confiando em Seu poder.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C2912F3-7853-A644-5E62-0A003C9A3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Depois da batalha me coroará,</a:t>
            </a:r>
            <a:br>
              <a:rPr lang="pt-BR" altLang="pt-BR" sz="4000" b="1" i="1"/>
            </a:br>
            <a:r>
              <a:rPr lang="pt-BR" altLang="pt-BR" sz="4000" b="1" i="1"/>
              <a:t>Deus me coroará;</a:t>
            </a:r>
            <a:br>
              <a:rPr lang="pt-BR" altLang="pt-BR" sz="4000" b="1" i="1"/>
            </a:br>
            <a:r>
              <a:rPr lang="pt-BR" altLang="pt-BR" sz="4000" b="1" i="1"/>
              <a:t>Deus me coroará;</a:t>
            </a:r>
            <a:br>
              <a:rPr lang="pt-BR" altLang="pt-BR" sz="4000" b="1"/>
            </a:br>
            <a:r>
              <a:rPr lang="pt-BR" altLang="pt-BR" sz="4000" b="1"/>
              <a:t>Depois da batalha me coroará,</a:t>
            </a:r>
            <a:br>
              <a:rPr lang="pt-BR" altLang="pt-BR" sz="4000" b="1"/>
            </a:br>
            <a:r>
              <a:rPr lang="pt-BR" altLang="pt-BR" sz="4000" b="1"/>
              <a:t>Na celestial mansão;</a:t>
            </a:r>
            <a:br>
              <a:rPr lang="pt-BR" altLang="pt-BR" sz="4000" b="1" i="1"/>
            </a:br>
            <a:r>
              <a:rPr lang="pt-BR" altLang="pt-BR" sz="4000" b="1" i="1"/>
              <a:t>Lá verei o meu Rei,</a:t>
            </a:r>
            <a:br>
              <a:rPr lang="pt-BR" altLang="pt-BR" sz="4000" b="1" i="1"/>
            </a:br>
            <a:r>
              <a:rPr lang="pt-BR" altLang="pt-BR" sz="4000" b="1" i="1"/>
              <a:t>E terei meu galardão,</a:t>
            </a:r>
            <a:br>
              <a:rPr lang="pt-BR" altLang="pt-BR" sz="4000" b="1" i="1"/>
            </a:br>
            <a:r>
              <a:rPr lang="pt-BR" altLang="pt-BR" sz="4000" b="1" i="1"/>
              <a:t>Depois da batalha me coroará, </a:t>
            </a:r>
            <a:br>
              <a:rPr lang="pt-BR" altLang="pt-BR" sz="4000" b="1" i="1"/>
            </a:br>
            <a:r>
              <a:rPr lang="pt-BR" altLang="pt-BR" sz="4000" b="1" i="1"/>
              <a:t>Na cidade de Sião!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5D4555D-6E97-D397-D2D8-29A1BEF98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Se eu for fiel ao meu Jesus </a:t>
            </a:r>
            <a:br>
              <a:rPr lang="pt-BR" altLang="pt-BR"/>
            </a:br>
            <a:r>
              <a:rPr lang="pt-BR" altLang="pt-BR"/>
              <a:t>E não voltar p'ra trás,</a:t>
            </a:r>
            <a:br>
              <a:rPr lang="pt-BR" altLang="pt-BR"/>
            </a:br>
            <a:r>
              <a:rPr lang="pt-BR" altLang="pt-BR"/>
              <a:t>Alcançarei no céu de luz, </a:t>
            </a:r>
            <a:br>
              <a:rPr lang="pt-BR" altLang="pt-BR"/>
            </a:br>
            <a:r>
              <a:rPr lang="pt-BR" altLang="pt-BR"/>
              <a:t>Lugar de santa paz.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57745BE-2C68-B899-33B3-FB952E72C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Depois da batalha me coroará,</a:t>
            </a:r>
            <a:br>
              <a:rPr lang="pt-BR" altLang="pt-BR" sz="4000" b="1" i="1"/>
            </a:br>
            <a:r>
              <a:rPr lang="pt-BR" altLang="pt-BR" sz="4000" b="1" i="1"/>
              <a:t>Deus me coroará;</a:t>
            </a:r>
            <a:br>
              <a:rPr lang="pt-BR" altLang="pt-BR" sz="4000" b="1" i="1"/>
            </a:br>
            <a:r>
              <a:rPr lang="pt-BR" altLang="pt-BR" sz="4000" b="1" i="1"/>
              <a:t>Deus me coroará;</a:t>
            </a:r>
            <a:br>
              <a:rPr lang="pt-BR" altLang="pt-BR" sz="4000" b="1"/>
            </a:br>
            <a:r>
              <a:rPr lang="pt-BR" altLang="pt-BR" sz="4000" b="1"/>
              <a:t>Depois da batalha me coroará,</a:t>
            </a:r>
            <a:br>
              <a:rPr lang="pt-BR" altLang="pt-BR" sz="4000" b="1"/>
            </a:br>
            <a:r>
              <a:rPr lang="pt-BR" altLang="pt-BR" sz="4000" b="1"/>
              <a:t>Na celestial mansão;</a:t>
            </a:r>
            <a:br>
              <a:rPr lang="pt-BR" altLang="pt-BR" sz="4000" b="1" i="1"/>
            </a:br>
            <a:r>
              <a:rPr lang="pt-BR" altLang="pt-BR" sz="4000" b="1" i="1"/>
              <a:t>Lá verei o meu Rei,</a:t>
            </a:r>
            <a:br>
              <a:rPr lang="pt-BR" altLang="pt-BR" sz="4000" b="1" i="1"/>
            </a:br>
            <a:r>
              <a:rPr lang="pt-BR" altLang="pt-BR" sz="4000" b="1" i="1"/>
              <a:t>E terei meu galardão,</a:t>
            </a:r>
            <a:br>
              <a:rPr lang="pt-BR" altLang="pt-BR" sz="4000" b="1" i="1"/>
            </a:br>
            <a:r>
              <a:rPr lang="pt-BR" altLang="pt-BR" sz="4000" b="1" i="1"/>
              <a:t>Depois da batalha me coroará, </a:t>
            </a:r>
            <a:br>
              <a:rPr lang="pt-BR" altLang="pt-BR" sz="4000" b="1" i="1"/>
            </a:br>
            <a:r>
              <a:rPr lang="pt-BR" altLang="pt-BR" sz="4000" b="1" i="1"/>
              <a:t>Na cidade de Sião!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418 SOU UM SOLDADO </vt:lpstr>
      <vt:lpstr>Sou um soldado de Jesus E servo do Senhor; Não temerei levar a cruz, Sofrendo grande dor. </vt:lpstr>
      <vt:lpstr>Depois da batalha me coroará, Deus me coroará; Deus me coroará; Depois da batalha me coroará, Na celestial mansão; Lá verei o meu Rei, E terei meu galardão, Depois da batalha me coroará,  Na cidade de Sião!</vt:lpstr>
      <vt:lpstr>Lutaram outros sem temor,  Mui forte hei de ser; Pelejarei por meu Senhor,  Confiando em Seu poder. </vt:lpstr>
      <vt:lpstr>Depois da batalha me coroará, Deus me coroará; Deus me coroará; Depois da batalha me coroará, Na celestial mansão; Lá verei o meu Rei, E terei meu galardão, Depois da batalha me coroará,  Na cidade de Sião!</vt:lpstr>
      <vt:lpstr>Se eu for fiel ao meu Jesus  E não voltar p'ra trás, Alcançarei no céu de luz,  Lugar de santa paz. </vt:lpstr>
      <vt:lpstr>Depois da batalha me coroará, Deus me coroará; Deus me coroará; Depois da batalha me coroará, Na celestial mansão; Lá verei o meu Rei, E terei meu galardão, Depois da batalha me coroará,  Na cidade de Sião!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418 - SOU UM SOLDADO </dc:title>
  <dc:creator>Montagna</dc:creator>
  <cp:lastModifiedBy>Emerson Souza</cp:lastModifiedBy>
  <cp:revision>2</cp:revision>
  <dcterms:created xsi:type="dcterms:W3CDTF">2005-10-21T06:30:48Z</dcterms:created>
  <dcterms:modified xsi:type="dcterms:W3CDTF">2026-05-02T22:11:46Z</dcterms:modified>
</cp:coreProperties>
</file>