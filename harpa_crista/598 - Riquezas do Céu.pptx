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B3676-87C6-0879-047E-09EE3CA96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125E85-34D7-C6BD-C3DE-A902F53B7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CC0637-4247-0DF5-6B9B-69BEBE0A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4BF6A6-5CC6-9169-D05C-37E2DA84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69C83C-80D8-4B85-04F9-CD62C91D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63C45-4258-49C3-BDE0-A5E4DBF6F0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3469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3B6CE-7DD5-4744-D180-03D475CC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F735AF-BBBD-2E50-6C5E-215C1F73B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13ECC7-47FC-D9B6-9E34-85F79867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C15941-5997-BA98-4B01-F9D2932F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2F7890-49A7-90D9-64A8-983F846C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8ACCB-7CD4-4075-BAC2-CCD6976C4E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216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4AE03-48CD-30AE-84EC-C1788F62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A52F7B-105C-6DDE-870D-B2976C15E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AF81FC-F732-C1BC-E209-88EDA08EC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F9C61C-AF0C-C64C-0279-A472195F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E72349-78DE-EE7A-2CDE-53F75B52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03001-2887-4D66-A5C6-941428DBD1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814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B2766-9E02-4BBB-7A2F-6CB7721E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B406E6-6210-6B99-8D41-2C25BA7EA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120E9E-4B7F-8B75-064C-C5B3CA90D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7CDE6C-9B86-714F-94F4-A4C0B3CD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FACF17-5DC5-0D5E-C6DC-D928B800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0A9C93-9489-A46A-CEAF-B29621E2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958A4-AAC7-4090-9A58-18862391D0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669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2C944-4FD3-6BE7-085D-A83E5CD5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DE228A-5D9A-3FAD-6E9D-A4C122305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F878CF-827D-5B48-A23D-7DF044813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8B7E0B-81E1-FF6E-14E1-51F14C12E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A0EFC9C-65D2-533E-8022-EB21552C4F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A10C89-A528-33BC-6D6F-343B2BD3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BF14B3-C8B6-DB95-1AFF-7B14C304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C8EC3F-102E-46FA-1619-8DBB1505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55D8D-E07B-4F95-B8F2-BD516E679F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787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D6D79-FEE5-95F1-8B2F-510C9F46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6740DE-65B8-C7C0-3196-559E4710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F5F9D8-8250-A2FA-26B4-88DE2A330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736A38-68FA-9623-2864-1F2C85BE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AB14D-A7A1-4510-9B36-544B4A0349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7596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6E91E7-1224-8234-8EA4-9346864C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2DD31D-600F-537F-8DE3-57CDE9D4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1C2074-90D4-46E9-9B97-5A865B53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98F68C-C75F-40DE-86C6-0BA74095CB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5085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4EE68-200C-5B7C-349F-38DDA0E3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BB3ECA-C602-1330-1712-0FB21E54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2112D6-2908-8DC6-77D7-9577A49C7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18B912-5DAF-DEB2-573E-37DFF7AF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A105BD-5460-8A60-4BBC-4D485F1A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8678DB-373E-9A20-3C78-9E67A665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79EE0A-96DE-4219-8AC7-940B933339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751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98D32-E07B-35E6-5D47-4057FA84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22A44F-FE35-1F0A-8DD2-D5B4A2814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6570A4-C0A4-26F0-4287-D6935D06E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C448C1-1DAE-94E2-FA0F-299ED943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DE36AE-36FE-EFF9-9A0D-55E7A8A8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18FB4A-A079-10E9-AD02-8577134F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EC1F79-DB17-4FB3-AE4C-8E4CB05DDD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870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510CC-879B-5B43-D787-BD905FC0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F7F269-A4DD-780B-9412-7685BC628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8EF16D-06E8-F1A5-ABFD-DA288330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75A73-B416-445A-DC67-B08132612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1780C0-1DEB-8295-0741-D179E114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07CB13-F962-4244-A460-CEDACD411A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188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65A84B-115B-D1FE-EDC2-74DC9EF22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9AACF8-63EA-622D-F310-DF1B724AE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5C7146-188B-34D1-C598-7A9048CC6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F23B47-2B59-DEA5-C074-87E435187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43CB67-0DB1-1BA4-61B1-19A86827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104BF9-F0DE-4FC2-B0D9-724EF5E641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850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BD5FB51-3479-47FC-54A7-86A901363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0A09546-44A1-6E2E-3F3A-C20DA2585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6F0BB07-234E-2729-5B5E-84305F615A8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E83ADB-6E46-BDF4-4DC9-6DED6655C9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DFCD6F-EA77-CAEB-1136-AA3C009FAA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417DDB-BA72-49DC-BF7A-532C60A345E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39F4383-5C69-FFE8-CBDD-9D5B9D8AE4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598 – Riquezas do Céu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974CF75-FDB0-D3CD-C9AB-8BE001AB1A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>
            <a:extLst>
              <a:ext uri="{FF2B5EF4-FFF2-40B4-BE49-F238E27FC236}">
                <a16:creationId xmlns:a16="http://schemas.microsoft.com/office/drawing/2014/main" id="{E164B1A2-C395-A700-F322-426C00005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buscai, não as riquezas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Deste mundo de incertezas!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As do Céu não têm tristezas: </a:t>
            </a:r>
            <a:br>
              <a:rPr lang="en-US" altLang="pt-BR" sz="4000" i="1"/>
            </a:br>
            <a:r>
              <a:rPr lang="en-US" altLang="pt-BR" sz="4000" i="1"/>
              <a:t>Oh! buscai-as, sim, buscai!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8442739-F15C-FE42-6074-1D5ECFCC8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buscai. não as loucuras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só trazem amarguras. </a:t>
            </a:r>
            <a:br>
              <a:rPr lang="en-US" altLang="pt-BR" sz="4000" i="1"/>
            </a:br>
            <a:r>
              <a:rPr lang="en-US" altLang="pt-BR" sz="4000" i="1"/>
              <a:t>Mas as eternais venturas: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buscai-as, sim. buscai!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5A66FF-E385-1B96-111A-2F3F44C81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buscai Jesus primeiro,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real, fiel Cordeiro!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Nele há gozo verdadeiro: </a:t>
            </a:r>
            <a:br>
              <a:rPr lang="en-US" altLang="pt-BR" sz="4000" i="1"/>
            </a:br>
            <a:r>
              <a:rPr lang="en-US" altLang="pt-BR" sz="4000" i="1"/>
              <a:t>Oh! buscai-o, sim, buscai!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D8AB171-E48D-4EAA-1464-2AFD08B7C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Sim, buscai Jesus bendito,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amor é infinito,</a:t>
            </a:r>
            <a:r>
              <a:rPr lang="en-US" altLang="pt-BR" sz="4000"/>
              <a:t> </a:t>
            </a:r>
            <a:r>
              <a:rPr lang="en-US" altLang="pt-BR" sz="4000" i="1"/>
              <a:t>Inefável, inaudito:</a:t>
            </a:r>
            <a:r>
              <a:rPr lang="en-US" altLang="pt-BR" sz="4000"/>
              <a:t> </a:t>
            </a:r>
            <a:r>
              <a:rPr lang="en-US" altLang="pt-BR" sz="4000" i="1"/>
              <a:t>Oh! buscai-o, sim, buscai!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B33A84B-6024-AE60-E878-53FB38318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buscai a santidade,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pureza, a caridade!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temor, com humildade,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buscai-as! sim, buscai!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BDCF4B5-F46B-54A7-3BFB-FEECD7111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 Jesus imitadores,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Sede bons trabalhadores!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buscai os pecadores: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buscai-os, sim, buscai!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80BA6657-F82B-01F5-688E-C78247565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Com amor, a convidá-los.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Ide agora procurá-los,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Jesus manda chamá-los: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buscai-os, sim, buscai!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Apresentação na tela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Design padrão</vt:lpstr>
      <vt:lpstr>598 – Riquezas do Céu </vt:lpstr>
      <vt:lpstr>Oh! buscai, não as riquezas  Deste mundo de incertezas!  As do Céu não têm tristezas:  Oh! buscai-as, sim, buscai!  </vt:lpstr>
      <vt:lpstr>Oh! buscai. não as loucuras  Que só trazem amarguras.  Mas as eternais venturas:  Oh! buscai-as, sim. buscai!  </vt:lpstr>
      <vt:lpstr>Oh! buscai Jesus primeiro,  Ao real, fiel Cordeiro!  Nele há gozo verdadeiro:  Oh! buscai-o, sim, buscai!  </vt:lpstr>
      <vt:lpstr>Sim, buscai Jesus bendito,  Seu amor é infinito, Inefável, inaudito: Oh! buscai-o, sim, buscai! </vt:lpstr>
      <vt:lpstr>Oh! buscai a santidade,  A pureza, a caridade!  Com temor, com humildade,  Oh! buscai-as! sim, buscai!  </vt:lpstr>
      <vt:lpstr>De Jesus imitadores,  Sede bons trabalhadores!  E buscai os pecadores:  Oh! buscai-os, sim, buscai!  </vt:lpstr>
      <vt:lpstr>Com amor, a convidá-los.  Ide agora procurá-los,  Pois Jesus manda chamá-los:  Oh! buscai-os, sim, buscai!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598 – Riquezas do Céu </dc:title>
  <dc:creator>Junior</dc:creator>
  <cp:lastModifiedBy>Emerson Souza</cp:lastModifiedBy>
  <cp:revision>1</cp:revision>
  <dcterms:created xsi:type="dcterms:W3CDTF">2005-12-27T02:36:36Z</dcterms:created>
  <dcterms:modified xsi:type="dcterms:W3CDTF">2026-05-02T22:27:16Z</dcterms:modified>
</cp:coreProperties>
</file>