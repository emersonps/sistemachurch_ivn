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D11F9-BE06-07DE-FF3D-A4079CC05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AFB30-0D1B-F665-6EEA-52B391C26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AFFDC8-5154-95FA-1877-C582ADA8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F7719A-E8D0-EE11-EB73-0CC252F6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431ACE-9E52-6808-C722-03E1FC12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BBDF3-9E47-459F-A116-831CA503AB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009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7F562-2E3A-6886-7329-4FA0985F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DB934-21BD-4394-E812-D0921320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9559F-8ED4-351F-ED11-0D182F0C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EAB4D-0849-8732-982E-48168163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3548E1-5E1A-636F-7763-0DE46D34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452B8-6C48-4EE4-A77E-0ED02E7536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794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1267-7718-2161-6649-2AC19CF0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B02FF8-8BDC-3A8A-69AE-2B909163D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C85CBE-4891-78C3-4975-2097C074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4C2EBE-B508-1278-EA25-BBA01B69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11ACD2-CE88-ACDD-9BBE-D4176831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585A0-95E7-491A-A485-92C704146E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85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1A0F3-5B88-5518-4461-F0B4ED32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05F858-72AF-D579-B7A2-7FE5356C1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3639E9-8C64-36A5-01D2-75B2B97C1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DF0C95-4380-6D5D-9B28-E8B24914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6FBCA0-E02C-9205-D326-34BA9504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88D4FF-DF54-F97E-BD5E-FF0EE606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FE0D8-BC7C-4374-B37B-DD66B4159D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058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33B1E-9BBA-19E3-D827-F57D033D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D08903-D09F-F55C-FE16-8FBF3EC7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C5A724-E7BC-4330-B7CB-74A7B2FA1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45B836-3AFC-E79F-80F9-C62035300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27E3EE-386B-0600-E032-F283C3096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D18C24-A5D9-E3EB-57B4-63E98C35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B2EB90-093B-788B-B208-F3533B06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0E7462-E8DC-A129-A526-4BD367F7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35040-ECE2-453A-9ACC-A346133E87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781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7F8EE-6EF0-3039-E997-2A332118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C5048C-6EAB-093B-F509-B6390323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CE7E42-4CC4-6159-2D2B-176414DC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06A0CC-FB1C-D5A3-9629-96694AA3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4109A-0F44-4D73-BA8D-AB47C94FA3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78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27A94A-9668-CA79-3FAF-895F4CD2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B9EC22-F119-B218-FF7C-E37A806F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13F179-9868-B610-41F3-81D161927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724C5-3F74-4123-A5AD-C799C414E5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748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BC969-4389-06B9-F69A-3B96609B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CD6122-0D72-E5B9-9012-BB6E2416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16B0A9-1CD0-9B66-574A-2C054923E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085E03-3E64-8B7A-4922-0FC5F36A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F6F6D2-FBFA-C983-CC19-BE5364DC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8144F2-C43B-1DE6-E426-E9FCC357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54338C-2C9B-438B-A0F3-9C81EDE342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153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EAB0B-EE20-1827-FCD0-DF4E6E723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F83DC4-4B92-E09E-F3C0-6985E2651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435395-41EE-45E8-A259-13C6EFAD7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BECAE4-AD02-9E34-0E89-854E6D7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35EBB4-9F2C-DAF6-9531-5D79613A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72F92D-457B-1219-F7F6-A4C183EF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3F21D-1783-4FA1-9E27-159633E2B5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815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9B924-6D64-72B6-1813-2883B882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62D969-CFFD-ABA6-93EE-9DCC99AB6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A8BBAE-46EE-9499-EC01-2B07467E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452C7E-9B00-1FB5-65B8-A375F91B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B78195-0DA9-086A-66F4-85C90AF4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F3129-C353-4F2A-85CA-0B216E4FEF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34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32A166-E7A2-5280-3FD3-81F055F01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8B4427-13C7-18E6-D455-59914F282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27BFB9-68A2-29E3-C97E-C88641D7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33AFF8-B8A3-FE68-3680-B6750004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AC6E3B-5327-A295-7063-46F1823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E2A0B4-0165-4B2C-AFA3-2BCA78E8DE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66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49A06F5-8996-3691-EB5F-BAEBB1A4D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5CDADC-E47E-FD09-1FBC-E2D897D8B2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A5939B-B050-BAFA-00FB-5F08FDF37B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8993E9A-CDC8-DD65-C0E6-E0E9FAF9B5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2A14B3-8F33-B85E-6836-1453791AE7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68925B-4E65-4BE5-AA00-B57B69CA630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7139C82-8BA8-403B-5D71-B96A62F60A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235</a:t>
            </a:r>
            <a:br>
              <a:rPr lang="en-US" altLang="pt-BR" sz="4000" b="1"/>
            </a:br>
            <a:r>
              <a:rPr lang="en-US" altLang="pt-BR" sz="4000" b="1"/>
              <a:t>JÁ SEI, JÁ SEI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1449219-9B0C-927A-3BA3-5BFA5D60F9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EB34BB33-09DA-B107-53FB-39A7A7901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Comprado com sangue de Cristo, Alegre ao céu, sim eu vou;  </a:t>
            </a:r>
            <a:br>
              <a:rPr lang="en-US" altLang="pt-BR" sz="4000" i="1"/>
            </a:br>
            <a:r>
              <a:rPr lang="en-US" altLang="pt-BR" sz="4000" i="1"/>
              <a:t>Liberto do vício maldito, </a:t>
            </a:r>
            <a:br>
              <a:rPr lang="en-US" altLang="pt-BR" sz="4000" i="1"/>
            </a:br>
            <a:r>
              <a:rPr lang="en-US" altLang="pt-BR" sz="4000" i="1"/>
              <a:t>Já sei que de Deus, filho sou.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44813D7-E86B-07E2-A39E-8EFF9534B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Comprado com sangue eu sou;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Cristo ao céu, sim eu 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62DED39-2AE8-171D-66CB-B736EA60C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Estou livre da lei severa, </a:t>
            </a:r>
            <a:br>
              <a:rPr lang="en-US" altLang="pt-BR" sz="4000" i="1"/>
            </a:br>
            <a:r>
              <a:rPr lang="en-US" altLang="pt-BR" sz="4000" i="1"/>
              <a:t>Pois Cristo me quis redimir, </a:t>
            </a:r>
            <a:br>
              <a:rPr lang="en-US" altLang="pt-BR" sz="4000" i="1"/>
            </a:br>
            <a:r>
              <a:rPr lang="en-US" altLang="pt-BR" sz="4000" i="1"/>
              <a:t>Enchendo minh’alma, deveras, </a:t>
            </a:r>
            <a:br>
              <a:rPr lang="en-US" altLang="pt-BR" sz="4000" i="1"/>
            </a:br>
            <a:r>
              <a:rPr lang="en-US" altLang="pt-BR" sz="4000" i="1"/>
              <a:t>Do gozo, que vem do porvir.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D3A4AA5-816B-B995-2188-B66FA08B2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Comprado com sangue eu sou;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Cristo ao céu, sim eu 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3461737-643A-6359-61BD-BBB20EC6F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Em Cristo Jesus sempre espero, </a:t>
            </a:r>
            <a:br>
              <a:rPr lang="en-US" altLang="pt-BR" sz="4000" i="1"/>
            </a:br>
            <a:r>
              <a:rPr lang="en-US" altLang="pt-BR" sz="4000" i="1"/>
              <a:t>E nunca O posso deixar; </a:t>
            </a:r>
            <a:br>
              <a:rPr lang="en-US" altLang="pt-BR" sz="4000" i="1"/>
            </a:br>
            <a:r>
              <a:rPr lang="en-US" altLang="pt-BR" sz="4000" i="1"/>
              <a:t>Calar Seus favores não quero, </a:t>
            </a:r>
            <a:br>
              <a:rPr lang="en-US" altLang="pt-BR" sz="4000" i="1"/>
            </a:br>
            <a:r>
              <a:rPr lang="en-US" altLang="pt-BR" sz="4000" i="1"/>
              <a:t>Vou sempre de Cristo falar!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0EC4527-4F7F-E723-CB2C-71808B71C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Comprado com sangue eu sou;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Cristo ao céu, sim eu vou.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1E2FFE6-C68A-DFB8-1C60-0DB221B21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Eu sei que, um dia, a beleza </a:t>
            </a:r>
            <a:br>
              <a:rPr lang="en-US" altLang="pt-BR" sz="4000" i="1"/>
            </a:br>
            <a:r>
              <a:rPr lang="en-US" altLang="pt-BR" sz="4000" i="1"/>
              <a:t>Do grande Rei vou contemplar; </a:t>
            </a:r>
            <a:br>
              <a:rPr lang="en-US" altLang="pt-BR" sz="4000" i="1"/>
            </a:br>
            <a:r>
              <a:rPr lang="en-US" altLang="pt-BR" sz="4000" i="1"/>
              <a:t>Agora me dá fortaleza, </a:t>
            </a:r>
            <a:br>
              <a:rPr lang="en-US" altLang="pt-BR" sz="4000" i="1"/>
            </a:br>
            <a:r>
              <a:rPr lang="en-US" altLang="pt-BR" sz="4000" i="1"/>
              <a:t>E sempre me quer consolar!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D757443-DA9A-E36B-C838-34096697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Comprado com sangue eu sou;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Cristo ao céu, sim eu vou.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9CBA07E-35FE-ADBD-13A8-729D05FBD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Eu sei que me espera a coroa, </a:t>
            </a:r>
            <a:br>
              <a:rPr lang="en-US" altLang="pt-BR" sz="4000" i="1"/>
            </a:br>
            <a:r>
              <a:rPr lang="en-US" altLang="pt-BR" sz="4000" i="1"/>
              <a:t>A qual, a Seus servos dará, </a:t>
            </a:r>
            <a:br>
              <a:rPr lang="en-US" altLang="pt-BR" sz="4000" i="1"/>
            </a:br>
            <a:r>
              <a:rPr lang="en-US" altLang="pt-BR" sz="4000" i="1"/>
              <a:t>Jesus, a divina pessoa, </a:t>
            </a:r>
            <a:br>
              <a:rPr lang="en-US" altLang="pt-BR" sz="4000" i="1"/>
            </a:br>
            <a:r>
              <a:rPr lang="en-US" altLang="pt-BR" sz="4000" i="1"/>
              <a:t>No céu onde Ele está!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6DF0BEB-7396-D5F0-5811-158C75A71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Comprado com sangue eu sou;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sei, já sei,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Cristo ao céu, sim eu 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235 JÁ SEI, JÁ SEI </vt:lpstr>
      <vt:lpstr>Comprado com sangue de Cristo, Alegre ao céu, sim eu vou;   Liberto do vício maldito,  Já sei que de Deus, filho sou.  </vt:lpstr>
      <vt:lpstr>Já sei, já sei,  Comprado com sangue eu sou;  Já sei, já sei,  Com Cristo ao céu, sim eu vou.</vt:lpstr>
      <vt:lpstr>Estou livre da lei severa,  Pois Cristo me quis redimir,  Enchendo minh’alma, deveras,  Do gozo, que vem do porvir.  </vt:lpstr>
      <vt:lpstr>Já sei, já sei,  Comprado com sangue eu sou;  Já sei, já sei,  Com Cristo ao céu, sim eu vou.</vt:lpstr>
      <vt:lpstr>Em Cristo Jesus sempre espero,  E nunca O posso deixar;  Calar Seus favores não quero,  Vou sempre de Cristo falar!</vt:lpstr>
      <vt:lpstr>Já sei, já sei,  Comprado com sangue eu sou;  Já sei, já sei,  Com Cristo ao céu, sim eu vou.</vt:lpstr>
      <vt:lpstr>Eu sei que, um dia, a beleza  Do grande Rei vou contemplar;  Agora me dá fortaleza,  E sempre me quer consolar!  </vt:lpstr>
      <vt:lpstr>Já sei, já sei,  Comprado com sangue eu sou;  Já sei, já sei,  Com Cristo ao céu, sim eu vou.</vt:lpstr>
      <vt:lpstr>Eu sei que me espera a coroa,  A qual, a Seus servos dará,  Jesus, a divina pessoa,  No céu onde Ele está!</vt:lpstr>
      <vt:lpstr>Já sei, já sei,  Comprado com sangue eu sou;  Já sei, já sei,  Com Cristo ao céu, sim eu vou.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235 JÁ SEI, JÁ SEI </dc:title>
  <dc:creator>Junior</dc:creator>
  <cp:lastModifiedBy>Emerson Souza</cp:lastModifiedBy>
  <cp:revision>1</cp:revision>
  <dcterms:created xsi:type="dcterms:W3CDTF">2005-12-23T23:20:27Z</dcterms:created>
  <dcterms:modified xsi:type="dcterms:W3CDTF">2026-05-02T21:56:32Z</dcterms:modified>
</cp:coreProperties>
</file>