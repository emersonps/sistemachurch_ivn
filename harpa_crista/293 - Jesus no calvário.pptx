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6660F-29A8-9767-EE15-3FD0EDC2A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3E648B-7979-E506-9982-D1A3F556E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201939-3DAE-E457-FDB8-4BAF1C69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CC5B62-538E-7DD0-A2C8-F4A6C1B3C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857365-2725-A4E4-A667-2262C671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CD0A89-0263-401A-92B6-ACBBAC4A2D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530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2C33C-FBDF-F48B-669C-09A05369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6FDC41-04AF-BDFA-6B06-A863406B0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EA64F5-7D01-9675-9220-8B931D52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5F26CA-FAA8-D914-E1AA-E1600A71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4A4577-4BA0-0C9B-DA3A-31E41734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AC95F5-BF93-4BFF-A41F-E8BE5CEC71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459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DC3D8-F546-2530-D309-1EB4C843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EADBEB-047C-4FE3-C5E9-1AB1CCA51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B16573-F09F-08CA-283B-65A6EE17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F6FBF8-81FB-F443-B80A-0613F7D60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08F4BD-363E-16C6-E1FE-DD4AA6FD8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AE1FEB-20A1-4CBB-87FD-3F8B32EADF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1219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05F01-1F03-04F2-B3B5-AE2E35CE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75BA20-DE5E-9ACB-7AED-0D47D55B6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5506C8-6080-307F-3365-ACB9FA226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D49098-F73B-5EAA-848C-DA1947CD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014915-6EBA-0074-1791-DB8A8433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0648DA-52E8-36CE-239A-A463C9A3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735ED6-066F-4B79-819D-CA3C89AF94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953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CF6B4-55BC-2614-D30F-CB7B28F8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C9659E-DC5C-BF67-53B1-BB4B807D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66501B-D857-6BC6-4238-39102EB93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99930-E6D2-3D85-F95B-1CB876279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D23C8B-1706-9442-867D-AAF94E51B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E8C62C4-5AEE-5AC7-6019-EF4625DB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60E9342-3D80-F5DD-7196-117D2087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A78F9C-FDF1-1BA8-F514-BF6A53AF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95D665-170C-4166-AA9E-F56B94015A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70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3CB57-995D-2825-5306-8E314513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92D23B-191E-F794-5DCA-A8DC0E5F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D54358-1615-E0F5-A7C7-3A817457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47D077-E062-1A23-410C-0F045CF0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C0E119-9961-45B6-AB09-3CC74C2A1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468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2F9B39-B68F-5715-FA49-7317829F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A7B835-1886-EF69-F1EC-861571BD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5D17F5-DBE9-F860-AA07-CBACE4276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93162-494B-45C6-9EF4-5EEFC7174F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917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9C4F6-259B-889F-0125-E371F9A7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5CC0CA-DAE2-ABA0-87BE-8F8B2C7CF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667176-CCF4-07EB-55D9-988E7F256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3A6D4A-3CAD-66AE-82F5-E5F95C0A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AD77E1-7278-490B-EF00-F2A7572F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D15ADF-716F-4633-20A7-8B2F3BC6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9B5C3-1C93-44B2-8DEB-47873F751F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983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EC774-31D2-8031-26C1-42DD0FF5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B4EA30-68B8-688A-DD56-8669594AF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547350-43FA-76C7-75FC-0FF8A627F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9C0753-134D-395D-2DC0-CAE26956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858966-F3D2-23CA-86AC-FBCC4968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2606FA-7495-4034-D704-E3296EEA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37B6D-9CBC-47A9-81A4-C36DFAF274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891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CB48E-065F-51FF-4F22-AC1664B2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BB098D-4C14-E5ED-3E43-93A66E106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91EA2F-4753-BEB9-AF01-F4391364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D6D8ED-2BE7-23B3-E342-A177C9FF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9EF9E5-3D25-F5CD-EB33-A03934ED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B9ACF-9FB7-419C-94E1-F357B93243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7093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E0A0BC-DC38-46E8-ABA0-C02BA0551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80BD7C-B8BC-CF7D-2286-73ABA8153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9B957B-883D-1E6C-515E-F3EE91601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4995DF-35A8-4DE2-68F3-CC3BCEC2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3CE405-FC8D-57D8-4B27-6A5B6463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5877F-3E62-439C-A01B-61BE8D5F86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445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5D8842-4B5A-D53D-7A83-14FD7AD52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3128704-8EC0-FAF5-FBDB-CE05CF399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C04171E-4735-3F52-D59F-45810F0840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42C114-5CB9-C2F5-E097-18D4467387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BC780B3-B56E-D2D6-60AE-C5FED64473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5D9D894-3F85-4CDE-8CD0-0B097AF42AB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792084D-DF86-C869-98A2-73D5DF2080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293</a:t>
            </a:r>
            <a:br>
              <a:rPr lang="en-US" altLang="pt-BR" sz="4000" b="1"/>
            </a:br>
            <a:r>
              <a:rPr lang="en-US" altLang="pt-BR" sz="4000" b="1"/>
              <a:t>JESUS NO CALVÁRIO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3E4BBE9-AA35-8697-980A-33DFB2985D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CF4C133-F45A-F5AD-53BA-93E5D4457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Jesus no Calvário, por mim sofreu </a:t>
            </a:r>
            <a:br>
              <a:rPr lang="en-US" altLang="pt-BR" sz="4000" i="1"/>
            </a:br>
            <a:r>
              <a:rPr lang="en-US" altLang="pt-BR" sz="4000" i="1"/>
              <a:t>A morte da maldição; </a:t>
            </a:r>
            <a:br>
              <a:rPr lang="en-US" altLang="pt-BR" sz="4000" i="1"/>
            </a:br>
            <a:r>
              <a:rPr lang="en-US" altLang="pt-BR" sz="4000" i="1"/>
              <a:t>Minh’alma ganhou, com o sangue Seu O preço da redenção. </a:t>
            </a:r>
            <a:br>
              <a:rPr lang="en-US" altLang="pt-BR" sz="4000" i="1"/>
            </a:br>
            <a:r>
              <a:rPr lang="en-US" altLang="pt-BR" sz="4000" i="1"/>
              <a:t>Do alto da cruz, Jesus exclamou: “Consumado está”, ao espírito rendeu; O sangue verteu, a me expiou, </a:t>
            </a:r>
            <a:br>
              <a:rPr lang="en-US" altLang="pt-BR" sz="4000" i="1"/>
            </a:br>
            <a:r>
              <a:rPr lang="en-US" altLang="pt-BR" sz="4000" i="1"/>
              <a:t>Unindo-me ao povo Seu.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12498A5-0FC0-0C47-4A04-9D2C11923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Na cruz do Calvário, a cédula foi Cravada que Ele riscou. </a:t>
            </a:r>
            <a:br>
              <a:rPr lang="en-US" altLang="pt-BR" sz="4000" i="1"/>
            </a:br>
            <a:r>
              <a:rPr lang="en-US" altLang="pt-BR" sz="4000" i="1"/>
              <a:t>O véu se rasgou, a porta se abriu, Aberta p’ra Deus ficou. </a:t>
            </a:r>
            <a:br>
              <a:rPr lang="en-US" altLang="pt-BR" sz="4000" i="1"/>
            </a:br>
            <a:r>
              <a:rPr lang="en-US" altLang="pt-BR" sz="4000" i="1"/>
              <a:t>Sobre a cruz eu morri, </a:t>
            </a:r>
            <a:br>
              <a:rPr lang="en-US" altLang="pt-BR" sz="4000" i="1"/>
            </a:br>
            <a:r>
              <a:rPr lang="en-US" altLang="pt-BR" sz="4000" i="1"/>
              <a:t>Com Cristo Jesus; </a:t>
            </a:r>
            <a:br>
              <a:rPr lang="en-US" altLang="pt-BR" sz="4000" i="1"/>
            </a:br>
            <a:r>
              <a:rPr lang="en-US" altLang="pt-BR" sz="4000" i="1"/>
              <a:t>O meu “ego” falaz sobre o lenho levou. A noite fugiu, e raiou a luz! </a:t>
            </a:r>
            <a:br>
              <a:rPr lang="en-US" altLang="pt-BR" sz="4000" i="1"/>
            </a:br>
            <a:r>
              <a:rPr lang="en-US" altLang="pt-BR" sz="4000" i="1"/>
              <a:t>Por Cristo eu salvo estou.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F1AD40D-BCC6-B555-1105-5E200F8B9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Na cruz do Calvário, ao mundo morri; Aqui um estranho fiquei; </a:t>
            </a:r>
            <a:br>
              <a:rPr lang="en-US" altLang="pt-BR" sz="4000" i="1"/>
            </a:br>
            <a:r>
              <a:rPr lang="en-US" altLang="pt-BR" sz="4000" i="1"/>
              <a:t>Não vivo mais eu, com Cristo me uni; Que vida excelsa achei! </a:t>
            </a:r>
            <a:br>
              <a:rPr lang="en-US" altLang="pt-BR" sz="4000" i="1"/>
            </a:br>
            <a:r>
              <a:rPr lang="en-US" altLang="pt-BR" sz="4000" i="1"/>
              <a:t>O Cordeiro de Deus minh’alma nevou; O sangue pascoal a culpa tirou, </a:t>
            </a:r>
            <a:br>
              <a:rPr lang="en-US" altLang="pt-BR" sz="4000" i="1"/>
            </a:br>
            <a:r>
              <a:rPr lang="en-US" altLang="pt-BR" sz="4000" i="1"/>
              <a:t>O destruidor minh’alma passou, </a:t>
            </a:r>
            <a:br>
              <a:rPr lang="en-US" altLang="pt-BR" sz="4000" i="1"/>
            </a:br>
            <a:r>
              <a:rPr lang="en-US" altLang="pt-BR" sz="4000" i="1"/>
              <a:t>Em Cristo liberto estou.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293 JESUS NO CALVÁRIO </vt:lpstr>
      <vt:lpstr>Jesus no Calvário, por mim sofreu  A morte da maldição;  Minh’alma ganhou, com o sangue Seu O preço da redenção.  Do alto da cruz, Jesus exclamou: “Consumado está”, ao espírito rendeu; O sangue verteu, a me expiou,  Unindo-me ao povo Seu.  </vt:lpstr>
      <vt:lpstr>Na cruz do Calvário, a cédula foi Cravada que Ele riscou.  O véu se rasgou, a porta se abriu, Aberta p’ra Deus ficou.  Sobre a cruz eu morri,  Com Cristo Jesus;  O meu “ego” falaz sobre o lenho levou. A noite fugiu, e raiou a luz!  Por Cristo eu salvo estou.  </vt:lpstr>
      <vt:lpstr>Na cruz do Calvário, ao mundo morri; Aqui um estranho fiquei;  Não vivo mais eu, com Cristo me uni; Que vida excelsa achei!  O Cordeiro de Deus minh’alma nevou; O sangue pascoal a culpa tirou,  O destruidor minh’alma passou,  Em Cristo liberto estou.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293 JESUS NO CALVÁRIO </dc:title>
  <dc:creator>Junior</dc:creator>
  <cp:lastModifiedBy>Emerson Souza</cp:lastModifiedBy>
  <cp:revision>1</cp:revision>
  <dcterms:created xsi:type="dcterms:W3CDTF">2005-12-24T11:58:46Z</dcterms:created>
  <dcterms:modified xsi:type="dcterms:W3CDTF">2026-05-02T22:01:23Z</dcterms:modified>
</cp:coreProperties>
</file>