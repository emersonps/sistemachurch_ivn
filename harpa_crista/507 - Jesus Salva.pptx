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0719C-870C-3A2A-41CE-B75B682060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D0B1E4-DAD7-171E-31F9-527C33A1F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68DD9C-E491-D73E-C0EF-27DF4E98E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581990-C56C-AA13-E438-902C7B7E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C88D24-2942-5B44-2B7D-F9CE5B278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96F92-A66A-47EE-A65C-57433B977A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417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0068C-A862-8CA2-2549-C4E15402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52A8C1-68D7-3042-DEA3-62553ED9B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B17CB9-19CB-C442-2F64-1C4734815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971CED-168E-EF24-1335-36A71D891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8D8D5-FF12-2724-6C89-2B7BADAD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72A852-E722-4748-8C46-CCC66EC4C5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6164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B5904-A4FC-2726-B41A-CC391F735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1ACFB4-849D-57FE-0FF5-EB54A7F8C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150B17-660D-A2FB-D958-1717FBAB6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F798C9-1794-562F-6B67-F3252D9D8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6981A7-9E36-109B-8E40-4BB81544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54C079-8173-4B58-B787-EAFFDF260B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8037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10565-4487-8D6E-F27D-C3D66BB9F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5D34E3-634B-C2DE-BC93-8B6E612BA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6D2659-70E3-E0E6-8830-16862C818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E3BB1B-CFE2-9A86-64CC-E320E3F7A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BA1B1D-8931-B1CC-57D5-6124EC226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193D5A-F07F-6DFB-9405-EF11A71F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F1B4BB-AEE6-4E3A-9829-568D4F6941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4127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85EEF-339C-8C38-ED6D-2358F957E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2A2ECF-DCA0-5597-9D2F-B1F1AC7C4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0A6CA6-3E06-2E72-E970-FF0634511C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28A15F6-B619-71C3-6D77-A76132071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5553AAC-FF43-C156-5F9E-1AE85C7B8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9851803-6265-F779-48F9-56778A34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C47484-2880-572E-A7DA-0BD73F483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44A2C33-E272-BAC9-FFEE-CB8F52E3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FC6CDF-0C0E-4B9F-B345-4F16291DF4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6512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43CF7-3C83-FD64-DD8A-2EF0D173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7B2856-FFED-81B4-0B59-8B937235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CDB5850-EED5-AEBB-D855-4765AAB9F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98C3BE-1593-2149-1C30-A6D0140F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D898C9-9EA1-4A00-8EB2-686F839179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8250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F29D92B-D7C0-2196-FEFA-A794A9878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8E8E82E-46D6-58F6-47FD-3035F4F00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B07FEC-E084-9B77-7617-AD182850D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A2BE82-0527-463E-A0D7-19F90BE28D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922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1F86D-F09C-1A4C-DA2D-C2B554691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C27D73-2354-4577-104B-0A7E37FF8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C089F6-40D0-2A49-3892-7E881C692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4F8F1F-2379-9EE4-2774-AE6B3E141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F2F63B-3837-5D1D-351D-63562748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2FE8CA-23AB-83FC-5F80-78429CD99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E7780E-9AAA-411D-AB59-7890AE176B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6156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EE61B-8515-7583-AFC2-93F95B964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650935D-F84F-7C7C-6E0B-FB629A5693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4B7F900-D86F-0237-FEBE-39CF89EE8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ECDF75-CE38-FC0A-F15B-1127145B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52AA65-3FEF-1ED6-4022-B8B1D9EAB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8FEB5B-7EC2-AF8D-D93B-78305CF4B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153A76-3CD7-4398-A923-9866F0389E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293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60DD8-E89A-B393-15E7-C6599E87A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8FAC450-1431-2809-A7B4-01A19C81E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837FAB-E07C-241A-AB28-FA10B1F81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83C5AE-3DAD-2929-61F4-2481098EC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5957D3-402E-FD64-C81C-D011441E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78CE3B-C8C8-4C76-942B-5B7A234D86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895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1DB4B7-6581-351E-3B81-C6E87EA88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5C20A2E-6F34-7642-C7B9-EDA05BB55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171715-1946-9C41-CD76-138A6DF68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7F7BE-63E0-1C57-E1E0-4FB75FAE4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32524F-341B-F6F5-4886-DA29FECD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E74A01-A933-46E8-91CB-0522FA36B2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50196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199AA70-0C8D-374C-82DD-694CB0CEDA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778E5E2-6A6D-FB7A-8A46-CE9AF5E67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EDD9FA4-BA7E-908C-D5A6-A77401F15F3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B24331D-D2FE-9029-42EE-F4E8003431F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8B52044-A112-EE3D-0678-39ACB26C88A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5DFA9B9-19DA-4BA7-B0DF-2A6D66D2C78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EB64212-446D-8FBA-E71D-29CFB32A27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507 - Jesus Salva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DF79BA4-CC1E-A103-7226-35C8BF38D7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39611C38-933A-0007-C56B-DC006B2CA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i="1"/>
              <a:t>O Salvador te quer salvar, Ó pecador, vem sem tardar;</a:t>
            </a:r>
            <a:r>
              <a:rPr lang="en-US" altLang="pt-BR"/>
              <a:t> </a:t>
            </a:r>
            <a:r>
              <a:rPr lang="en-US" altLang="pt-BR" i="1"/>
              <a:t>Recebe no teu coração</a:t>
            </a:r>
            <a:r>
              <a:rPr lang="en-US" altLang="pt-BR"/>
              <a:t> </a:t>
            </a:r>
            <a:r>
              <a:rPr lang="en-US" altLang="pt-BR" i="1"/>
              <a:t>A gloriosa salvação!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37896D2-C2B7-F737-7A8C-54E42AF15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b="1" i="1"/>
              <a:t>Jesus salva, Jesus salva,</a:t>
            </a:r>
            <a:r>
              <a:rPr lang="en-US" altLang="pt-BR" i="1"/>
              <a:t> </a:t>
            </a:r>
            <a:r>
              <a:rPr lang="en-US" altLang="pt-BR" b="1" i="1"/>
              <a:t>Jesus salva o pecador.</a:t>
            </a:r>
            <a:r>
              <a:rPr lang="en-US" altLang="pt-BR" i="1"/>
              <a:t> </a:t>
            </a:r>
            <a:r>
              <a:rPr lang="en-US" altLang="pt-BR" b="1" i="1"/>
              <a:t>Ele te ama, hoje te chama,</a:t>
            </a:r>
            <a:r>
              <a:rPr lang="en-US" altLang="pt-BR" i="1"/>
              <a:t> </a:t>
            </a:r>
            <a:r>
              <a:rPr lang="en-US" altLang="pt-BR" b="1" i="1"/>
              <a:t>Com Sua voz de amor;</a:t>
            </a:r>
            <a:r>
              <a:rPr lang="en-US" altLang="pt-BR" i="1"/>
              <a:t> </a:t>
            </a:r>
            <a:r>
              <a:rPr lang="en-US" altLang="pt-BR" b="1" i="1"/>
              <a:t>Jesus salva, Jesus salva,</a:t>
            </a:r>
            <a:r>
              <a:rPr lang="en-US" altLang="pt-BR" i="1"/>
              <a:t> </a:t>
            </a:r>
            <a:r>
              <a:rPr lang="en-US" altLang="pt-BR" b="1" i="1"/>
              <a:t>Jesus salva o pecador.</a:t>
            </a:r>
            <a:r>
              <a:rPr lang="en-US" altLang="pt-BR" i="1"/>
              <a:t> </a:t>
            </a:r>
            <a:r>
              <a:rPr lang="en-US" altLang="pt-BR" b="1" i="1"/>
              <a:t>Vem tu agora, vem sem demora,</a:t>
            </a:r>
            <a:r>
              <a:rPr lang="en-US" altLang="pt-BR" i="1"/>
              <a:t> </a:t>
            </a:r>
            <a:r>
              <a:rPr lang="en-US" altLang="pt-BR" b="1" i="1"/>
              <a:t>Te entregar ao Senhor.</a:t>
            </a:r>
            <a:r>
              <a:rPr lang="en-US" altLang="pt-BR" i="1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B635B81-B275-F846-513E-F8BF880A64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i="1"/>
              <a:t>2 O Salvador te chama, vem, Recebe logo o sumo bem; A salvação, o dom de Deus,</a:t>
            </a:r>
            <a:r>
              <a:rPr lang="en-US" altLang="pt-BR"/>
              <a:t> </a:t>
            </a:r>
            <a:r>
              <a:rPr lang="en-US" altLang="pt-BR" i="1"/>
              <a:t>A Jesus Cristo, o Rei dos céus.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AF7A88C-CB13-31D6-DCFA-2BCAE11E4E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i="1"/>
              <a:t>3 O Salvador, chorando está,</a:t>
            </a:r>
            <a:r>
              <a:rPr lang="en-US" altLang="pt-BR"/>
              <a:t> </a:t>
            </a:r>
            <a:r>
              <a:rPr lang="en-US" altLang="pt-BR" i="1"/>
              <a:t>Por que não te entregas já?</a:t>
            </a:r>
            <a:r>
              <a:rPr lang="en-US" altLang="pt-BR"/>
              <a:t> </a:t>
            </a:r>
            <a:r>
              <a:rPr lang="en-US" altLang="pt-BR" i="1"/>
              <a:t>Vem hoje mesmo a Jesus.</a:t>
            </a:r>
            <a:r>
              <a:rPr lang="en-US" altLang="pt-BR"/>
              <a:t> </a:t>
            </a:r>
            <a:r>
              <a:rPr lang="en-US" altLang="pt-BR" i="1"/>
              <a:t>Vem receber celeste luz!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507 - Jesus Salva </vt:lpstr>
      <vt:lpstr>O Salvador te quer salvar, Ó pecador, vem sem tardar; Recebe no teu coração A gloriosa salvação!  </vt:lpstr>
      <vt:lpstr>Jesus salva, Jesus salva, Jesus salva o pecador. Ele te ama, hoje te chama, Com Sua voz de amor; Jesus salva, Jesus salva, Jesus salva o pecador. Vem tu agora, vem sem demora, Te entregar ao Senhor. </vt:lpstr>
      <vt:lpstr>2 O Salvador te chama, vem, Recebe logo o sumo bem; A salvação, o dom de Deus, A Jesus Cristo, o Rei dos céus.  </vt:lpstr>
      <vt:lpstr>3 O Salvador, chorando está, Por que não te entregas já? Vem hoje mesmo a Jesus. Vem receber celeste luz!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507 - Jesus Salva </dc:title>
  <dc:creator>Junior</dc:creator>
  <cp:lastModifiedBy>Emerson Souza</cp:lastModifiedBy>
  <cp:revision>1</cp:revision>
  <dcterms:created xsi:type="dcterms:W3CDTF">2005-12-24T14:45:49Z</dcterms:created>
  <dcterms:modified xsi:type="dcterms:W3CDTF">2026-05-02T22:19:20Z</dcterms:modified>
</cp:coreProperties>
</file>