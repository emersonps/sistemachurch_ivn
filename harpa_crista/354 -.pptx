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174C4-4A29-7615-C45B-206629872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A2413C-1DD1-C742-AA5A-C8A1BC532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6354D0-3FFC-D205-1938-1204512B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FDBD01-809D-EB30-D10B-BD22A63C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70AA6-18AE-27F9-5B37-7449DD13C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99F2C4-5EB1-4C85-9A93-08510C81614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7896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D2878-4A56-C3EB-F92C-64EDF1A4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A432E1-4C1B-2D24-EBB8-BBFE642FB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2DB91E-F56B-A3BE-EF79-146C34B89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36D367-DD5A-0667-14DF-7BE0BF91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F96493-8326-8F0C-AF53-EDC4F2EA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CF795C-73CC-44B9-AF02-D5FDCD954B7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8224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21A4A-3CD1-D2DC-45C4-AF67991D1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72BEE2-4224-2509-98AB-E8EB6EC9D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CDD5DC-B3EC-982B-2562-81514419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414B76-8588-FF95-F147-510FA260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A61506-2B5E-A414-8057-4F053D6BB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5E4510-08D7-4B04-A67E-0FB1B501E21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04103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7A733-1886-5802-3103-F7D78E536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E08CB4-B26B-80FB-4E3D-57CE5C8613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88A897-CA69-4D40-2990-386744CC9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90C400-08E3-D36C-C608-1C6A8616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FA7DE4-90EC-6065-1C83-81C92303E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E20AB-517D-11CC-8590-009D4452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FEF8E9-C24F-46C2-99C8-541B6A0766A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62893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34C1C-B089-6A78-A9E0-E5284C232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23A510-99FE-C298-0147-8A1896DC4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362AB9-C7E8-B032-A346-5EA3CF6FE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BD2C8AF-E7CE-F332-97EE-E4488E662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7413CC-564C-638E-374F-1EBE08432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C3C29DB-624B-7253-1465-84ECB71B6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77AF137-5F5B-CE27-7A5E-BC6ADC61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ABD59A6-F542-E24A-4CA9-96C201303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BD6832-229A-48F4-8AB4-2783AFAF970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21839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42704-0688-489C-B6D0-F1E635590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D8FC13-095F-F4B9-0ADD-3F50AECA5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6036E2E-D436-0EC9-2DFB-33F3BA254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8B0F97-6E79-249C-A92C-1B834C26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8BC81E-C493-4FA7-8432-69E43C26E15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92134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71D6B73-C990-4F8C-6F1A-BE25C3D13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F9A166-B65B-DA08-7968-B5A98EBA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628BA5-42DF-E898-0809-F7E7E016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AC934E-D342-4601-BF56-582E0F7D947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49912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D8F1B-B313-51D8-41AA-11D5C6820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C681E6-4D49-5EEA-B6E8-76AD5095E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2DC6DE-7BA1-B3D8-1F31-BE3773E6A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4A6610-3F29-F7C5-0FF7-1BEB88A0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BE00D1-4CD1-21FE-ACA7-F6808E4F0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73954F-834D-E235-A7CF-2AD7B67D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F69602-3702-4DBC-8D6A-194937D95CF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36208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E12C4-CBE9-4AF4-5635-C1B6FCC1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ECC247-AB4E-F007-A225-820851256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04D429-ED68-800E-ED98-DD4329CBE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12BDB8-B1B5-A927-1454-728A0CDB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18E42A-5A1F-964E-F419-7090FBE6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6CA40D-E919-EA96-AE19-B98F1085B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19F6E5-E461-467D-9E6E-CD72745B44F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5891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713237-03D3-F838-5153-A58A09D41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0525E3-804E-2F3F-FA47-7B5636D75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028BBB-DAD0-711F-C2F2-7DBD9479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ACFA66-7A5B-DCD4-69B3-4C9F7C5C2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D47A74-1C25-CB57-7761-51C7F6F0A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BD4CF8-334B-4A2B-8491-4C7388A5B6E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0038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6C243F1-08BD-8507-6745-D7C574781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CDF639-376C-D2E8-BA71-1F7117711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A988BA-4356-447E-DF94-267BD7F0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7888E2-4303-E22F-2F7F-EFA3C33B7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B4F0C0-7B16-FFC2-5566-0B0F2EFE7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A5B158-4D89-4E92-8FA9-1DAB2CE4A59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1427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3C13F1F-70BA-394A-5D08-63EB4D2A3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FB73F90-0BF7-C7FD-2999-CB5EADF2D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162AF0-C101-1CAA-8658-6D46931A78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E5CA4D6-E16F-BD86-1C5F-1CE61EC3B1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FBEFC2F-C6BF-C17D-7B5E-201AB5A20D6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9A58CAA-DE95-4671-B387-5E37781F6960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E523816-0687-943C-9494-035FDE63DA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354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1434FCB-B231-9831-1D96-50332D2F94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4B387C7-120D-4287-2817-0AD9827CA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Eu tenho que guardar </a:t>
            </a:r>
            <a:br>
              <a:rPr lang="pt-BR" altLang="pt-BR"/>
            </a:br>
            <a:r>
              <a:rPr lang="pt-BR" altLang="pt-BR"/>
              <a:t>Minh´alma imortal.</a:t>
            </a:r>
            <a:br>
              <a:rPr lang="pt-BR" altLang="pt-BR"/>
            </a:br>
            <a:r>
              <a:rPr lang="pt-BR" altLang="pt-BR"/>
              <a:t>E prepará-la para entrar </a:t>
            </a:r>
            <a:br>
              <a:rPr lang="pt-BR" altLang="pt-BR"/>
            </a:br>
            <a:r>
              <a:rPr lang="pt-BR" altLang="pt-BR"/>
              <a:t>No reino celestial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0A94736-1B32-0CB8-D5FE-A6581D59A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Pra isso eu fazer</a:t>
            </a:r>
            <a:br>
              <a:rPr lang="pt-BR" altLang="pt-BR"/>
            </a:br>
            <a:r>
              <a:rPr lang="pt-BR" altLang="pt-BR"/>
              <a:t>Meu Deus vem me ajudar</a:t>
            </a:r>
            <a:br>
              <a:rPr lang="pt-BR" altLang="pt-BR"/>
            </a:br>
            <a:r>
              <a:rPr lang="pt-BR" altLang="pt-BR"/>
              <a:t>A Teu serviço sim</a:t>
            </a:r>
            <a:br>
              <a:rPr lang="pt-BR" altLang="pt-BR"/>
            </a:br>
            <a:r>
              <a:rPr lang="pt-BR" altLang="pt-BR"/>
              <a:t>Meu ser Te quero consagrar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E83A0D4-FBB1-B988-37FE-0748237F3D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Teu filho quero ser</a:t>
            </a:r>
            <a:br>
              <a:rPr lang="pt-BR" altLang="pt-BR"/>
            </a:br>
            <a:r>
              <a:rPr lang="pt-BR" altLang="pt-BR"/>
              <a:t>De todo coração</a:t>
            </a:r>
            <a:br>
              <a:rPr lang="pt-BR" altLang="pt-BR"/>
            </a:br>
            <a:r>
              <a:rPr lang="pt-BR" altLang="pt-BR"/>
              <a:t>E pra sempre obter</a:t>
            </a:r>
            <a:br>
              <a:rPr lang="pt-BR" altLang="pt-BR"/>
            </a:br>
            <a:r>
              <a:rPr lang="pt-BR" altLang="pt-BR"/>
              <a:t>Tua eterba proteção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C765FB4-805B-88F7-1328-9CE39759B6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Ajuda-me a velar </a:t>
            </a:r>
            <a:br>
              <a:rPr lang="pt-BR" altLang="pt-BR"/>
            </a:br>
            <a:r>
              <a:rPr lang="pt-BR" altLang="pt-BR"/>
              <a:t>Na fé me firmar bem</a:t>
            </a:r>
            <a:br>
              <a:rPr lang="pt-BR" altLang="pt-BR"/>
            </a:br>
            <a:r>
              <a:rPr lang="pt-BR" altLang="pt-BR"/>
              <a:t>Pois em Ti posso confiar</a:t>
            </a:r>
            <a:br>
              <a:rPr lang="pt-BR" altLang="pt-BR"/>
            </a:br>
            <a:r>
              <a:rPr lang="pt-BR" altLang="pt-BR"/>
              <a:t>E descançar também.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354</vt:lpstr>
      <vt:lpstr>Eu tenho que guardar  Minh´alma imortal. E prepará-la para entrar  No reino celestial</vt:lpstr>
      <vt:lpstr>Pra isso eu fazer Meu Deus vem me ajudar A Teu serviço sim Meu ser Te quero consagrar</vt:lpstr>
      <vt:lpstr>Teu filho quero ser De todo coração E pra sempre obter Tua eterba proteção</vt:lpstr>
      <vt:lpstr>Ajuda-me a velar  Na fé me firmar bem Pois em Ti posso confiar E descançar também.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354</dc:title>
  <dc:creator>User041</dc:creator>
  <cp:lastModifiedBy>Emerson Souza</cp:lastModifiedBy>
  <cp:revision>1</cp:revision>
  <dcterms:created xsi:type="dcterms:W3CDTF">2006-07-01T22:23:30Z</dcterms:created>
  <dcterms:modified xsi:type="dcterms:W3CDTF">2026-05-02T22:06:28Z</dcterms:modified>
</cp:coreProperties>
</file>