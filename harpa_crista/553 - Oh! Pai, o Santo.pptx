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598386-E781-79CD-E9F9-0E22AEC7B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6E9FD2-7C69-6C98-74E1-9B24EFFBC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67694-3F09-E625-319B-A2361EA1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98D063-6F1C-ADEC-F64E-D03D392C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4EBFA2-0B47-C7F7-5D18-5E514A36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DCCD1-2130-4AF2-A80D-A4E2363875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180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580B8-63F9-B25C-4121-5B28CC126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9D1538-FC81-55E4-6271-5FCCC5158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888608-5C39-8E7F-890D-028DCC29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8D299B-BF1E-AD58-A703-E3A0A967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5FB10E-B9B2-8F5E-2495-AD4B865E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0B465-8D9D-4F40-862A-3678DE9D49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557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01C7-DC06-7B9C-52AC-FA15FBE9A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102288-E1A9-5C48-66BF-622F00D4F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A67BE3-F643-731D-FB2A-B9F80197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DDA9B6-7015-7F14-732D-FD4A9817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481692-0237-EC75-F315-41E9726A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9652E-D831-40D1-979C-2D0BCBCF4F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2780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88379-075E-2BB5-2EA6-B9B5C086C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91ABB-5918-038C-0B8E-9CA24EDDE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045143-28FA-1717-A528-F88A42CD9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0EEA57-2B25-A07C-B188-BA6CA438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827A33-84CE-0AA7-E737-3C897418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3D5681-87AC-7EFE-D4D4-6B625523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56782-28EE-4127-9C16-8FD0301272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332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4E09F-B26D-EBEE-91A5-87C668128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FEFD9A-8B2D-0EEE-9F24-BF1029A8C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ED14F1-A285-AD53-513D-76C743ABA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F9C642-BAD0-3BA7-CCF7-67F89C1CD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D537E6-817E-1624-B1DA-FE7D4164B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16303C6-8DF8-F185-1BE4-FE7A5A04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731B1A8-2BC5-8FB6-4754-3FB23C09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EB8F50-AA58-F9D9-98FD-40113897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EC098A-5EE1-4171-A818-946C976ABF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580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1CE9A-1D73-B250-8F6D-084CE630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C153CF-CF37-F866-F23B-2D77F27A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21868F-E6EF-F4A0-8318-FB8BF3E89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0A7C107-E64A-80D6-F2ED-4663BB7F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16B2D2-C1C3-48BA-9BB3-59596D7ED7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768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50EDA8-CC07-7BF9-F483-AC884CDC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2D80FAE-A6A4-7F54-2F76-361F8533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E0AA98-75B6-84A0-2CA0-9B8E80AC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E20C7D-5AE3-440E-AF21-843083463C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568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E7BCA-5042-61CC-2EBA-92533C692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87BE5F-34B6-7D2D-0D69-93A6E98A3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9F8001-515F-5939-82BE-DF3082E62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F32D15-5204-2CD2-1696-B4EB8843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E5BD63-B41D-FAE5-017E-394D713F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CAA3D1-CBAA-5850-575E-17FDC486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CBADE-3A0A-495E-AAF9-5F4E921BA1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201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A491B-60AD-27BE-FD0F-8429E4CB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B3BC288-D0FC-B24E-4787-8936B32F8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43F34B-2E8F-2A29-1D5D-6DC01FBC6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8CEAD2-7E40-3AF0-1F95-5A83E5089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9AE836-AAD4-C960-3F47-9380EEF69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26611D-E8EF-AEB5-9F17-7DEFAAFE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E9FA5-78C8-41AC-9865-027FF56F16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557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93716-D70C-FF83-73E8-DB37AF499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F74882-B580-84DF-3E2D-695415A81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0CA5CB-48C6-A1EB-F466-2500BF1C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D6BAF7-4713-1CBF-1515-86FD77874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7EC716-3145-167A-275D-9E7FE09A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787ADC-6DAA-461D-BB35-AC290C40DC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215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0C6DDC-F08D-E3B4-8B02-B5576E12B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D0DE4E-74DE-930F-4F6D-3BA8D0AF7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0259C9-EF16-134F-8DBF-0C7EE5CE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D1207B-198D-F390-1131-3A139C58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3BA2B8-CAD7-02BD-1BC1-72613AA7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6DA2C5-91CE-4593-B899-7805DE0975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622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78769D-CC0D-7A60-C1B0-98149958E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975E745-A20D-4561-8BEB-949AC138C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C36631-AC8E-2CA6-E05B-9F43E1592E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E7FB6A5-7C82-46C0-8DC2-C78EBA4B86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54F77E8-62AF-6493-96DD-282233E6B6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D1FCC8C-A7CA-4269-9032-C93FCAF69F5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A4D562B-72E9-E4C9-2080-D81E6643A0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553 - Oh! Pai, o Santo Espírito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FF69B45-01FA-D4F0-0366-0517FFF06E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3BD7B3B-B106-F5A8-25E6-0776B14D2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Pai, o Santo Espírito,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Pedimos, vem nos dar,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que Ele venha já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seu poder nos outorgar!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E9F35D-F3C3-957C-E952-9D5262287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Convença-nos de todo o mal,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Console os corações,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Ampare-nos a fé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meio à dor e ás aflições! 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2DC517C-1C58-9695-8C55-04227B1416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Habite nossos corações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sermos templos teus,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Opere conversão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redenção, oh! nosso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553 - Oh! Pai, o Santo Espírito</vt:lpstr>
      <vt:lpstr>Oh! Pai, o Santo Espírito,  Pedimos, vem nos dar,  Pra que Ele venha já  O seu poder nos outorgar!  </vt:lpstr>
      <vt:lpstr>Convença-nos de todo o mal,  Console os corações,  Ampare-nos a fé  Em meio à dor e ás aflições!    </vt:lpstr>
      <vt:lpstr>Habite nossos corações  Pra sermos templos teus,  Opere conversão  E redenção, oh! nosso Deus!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553 - Oh! Pai, o Santo Espírito</dc:title>
  <dc:creator>Junior</dc:creator>
  <cp:lastModifiedBy>Emerson Souza</cp:lastModifiedBy>
  <cp:revision>1</cp:revision>
  <dcterms:created xsi:type="dcterms:W3CDTF">2005-12-27T00:24:47Z</dcterms:created>
  <dcterms:modified xsi:type="dcterms:W3CDTF">2026-05-02T22:23:22Z</dcterms:modified>
</cp:coreProperties>
</file>