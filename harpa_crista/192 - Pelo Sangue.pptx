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72E04-33D8-A738-CE23-540103CCC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A9C092-CF39-8F85-43AE-2ADE3EC81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9E7C3C-844A-9ABE-3C43-9089B6C8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2AC12D-CA9E-9A3E-4A1A-F13D3B94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62772F-6E83-455E-11B3-8A3D0D5C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596E4-D236-4AD6-A9B0-1AE5968ADE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147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76CFA-6B0E-8066-4008-FD38301C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F198DE-ED45-91AE-A960-1511F6BBF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F4FFE0-7F65-87C2-090A-885E6B17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136B9E-776C-9E69-364F-52A05DA8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F24CF3-0CC8-9A05-199B-9BF7C4D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4C17F-0D2F-4F69-8999-1615103D15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588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69AE1-13CF-D151-2CE5-7F5FA51E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BA66E3-CADA-8A41-D05F-9FBDB286E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518E96-CC40-463B-DF66-8F8D6753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CBFE15-BE7F-0E8F-09E6-9599FD3B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A93DCD-2946-199C-01B2-FF261504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DC5216-F1FA-4F59-B1A5-CE7C9F115E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144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18E71-FAEC-0267-6780-40DAA40E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598309-5502-2B7B-0791-AE7867777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11B72C-9730-C34D-88CD-DAA0DD9FD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6C6563-3B8C-1831-6EA8-28E1FDBB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FE8940-7E4A-38DC-B777-728DFD47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233140-7C61-E906-C96C-7435A03E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BFC57-586E-4622-94DE-6746C012F7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521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B6D4E-4821-E7B7-804B-28F63580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A88065-8624-25DA-8CD9-6DFD128A7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4D7851-B570-C6B7-B95E-DD5BDF1C4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9417AD-9950-7DA4-C279-6A7D0EE17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74CDF5-DF46-E2A4-60E1-AAB1550C8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81DAAA-D508-BF7D-8EDE-524A6A92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329FF1-42E6-3950-83BF-E61CC214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96599F-2185-533C-A52B-C829AF7F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CEB20-0882-4A32-9C7D-E0C89397A6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780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CB5B9-775E-520F-524E-A70EE894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B1E7FC-AC37-64A4-2569-82680F51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9D988B-AD1B-E3FE-420D-CC18AC36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8817A14-C3C2-7391-C8AC-7CA84A25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387127-BF2B-4143-B681-4416688576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442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46AE69-6233-87E4-BF4E-B6BB261D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5044D2-0933-269F-54DB-090DD825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CC8798-A2A5-9FE1-2FA3-711547EE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A8565-0AD6-4946-993C-096BC9742E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825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514DD-87DF-E1A1-D154-D04E3DED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7DC89-DDFC-51F1-8C86-90B9D0567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2688D4-12C8-887E-1063-A25ED8CC7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ACEA45-4C89-0BEF-D9DD-75298B8C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E25492-F090-8AA4-1D3C-BD84A346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45A1C2-1324-19E3-7D5E-96A5DB1E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56E67-42E6-4ABB-B38F-C45E546567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12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54035-39F9-1093-B2EA-55B7B23D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A0B02D-BDC8-589C-2E19-9EE885629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7CE9AA-762C-32DB-59D9-B0FBEF51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D59BEC-053F-38BE-FBC1-89578726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AE3007-43C6-35AB-BE8F-3EB88944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812926-9958-3A5F-ABFF-C84B4C2B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8B734-F746-4780-B591-B70B6AE397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700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E757D-2796-C50B-69ED-40D84905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5089F1-2764-F89B-E9E5-29325A788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73D325-6092-A4BB-8576-C5957ADD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140591-50BD-4948-8F70-6C21DD04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A1D9F5-6E33-9F7A-21A7-95C4B1DC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C1C701-555C-4B83-AA69-C132F4CB0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438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6B51DD-22A4-3D09-0F98-ACB8BA552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C97508-FE8A-B0C8-FAFF-998D61B7D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4C0523-5B44-64D7-18CD-808C6442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F3B001-78A6-B919-5CEF-599D6A2B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F439A-6320-7DEE-9C52-7939C312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505807-8EE5-4BE1-B15C-55145C81BB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4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F79D7E-1B3D-3FB7-E301-09876B7D1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2C2729-3C66-723B-C1EE-8E9AA414F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AB4999-89AD-C6D8-B94C-269A4EC1AE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F3D798-CFF1-2A1D-E393-E8E0592AE7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51CCE84-2EEF-24BA-9F4D-0EE4CFEDE1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D40B5B-F3CA-455C-B6FD-F4865F7A5BF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19C6493-E395-1611-97FF-539BD7709D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192</a:t>
            </a:r>
            <a:br>
              <a:rPr lang="en-US" altLang="pt-BR" sz="4000" b="1"/>
            </a:br>
            <a:r>
              <a:rPr lang="en-US" altLang="pt-BR" sz="4000" b="1"/>
              <a:t>PELO SANGUE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46F69AC-D95A-1FBD-AEC4-978C581BAA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EC83A80-C397-0A95-4224-F4C3F2808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/>
              <a:t>Pelo mundo brilha a luz,</a:t>
            </a:r>
            <a:br>
              <a:rPr lang="en-US" altLang="pt-BR" sz="4000"/>
            </a:br>
            <a:r>
              <a:rPr lang="en-US" altLang="pt-BR" sz="4000"/>
              <a:t>Desde que morreu Jesus.</a:t>
            </a:r>
            <a:br>
              <a:rPr lang="en-US" altLang="pt-BR" sz="4000"/>
            </a:br>
            <a:r>
              <a:rPr lang="en-US" altLang="pt-BR" sz="4000"/>
              <a:t>Pendurado lá na cruz do Calvário!</a:t>
            </a:r>
            <a:br>
              <a:rPr lang="en-US" altLang="pt-BR" sz="4000"/>
            </a:br>
            <a:r>
              <a:rPr lang="en-US" altLang="pt-BR" sz="4000"/>
              <a:t>Os pecados carregou</a:t>
            </a:r>
            <a:br>
              <a:rPr lang="en-US" altLang="pt-BR" sz="4000"/>
            </a:br>
            <a:r>
              <a:rPr lang="en-US" altLang="pt-BR" sz="4000"/>
              <a:t>E de culpa nos livrou,</a:t>
            </a:r>
            <a:br>
              <a:rPr lang="en-US" altLang="pt-BR" sz="4000"/>
            </a:br>
            <a:r>
              <a:rPr lang="en-US" altLang="pt-BR" sz="4000"/>
              <a:t>Com o sangue que manou, </a:t>
            </a:r>
            <a:br>
              <a:rPr lang="en-US" altLang="pt-BR" sz="4000"/>
            </a:br>
            <a:r>
              <a:rPr lang="en-US" altLang="pt-BR" sz="4000"/>
              <a:t>No Calvário!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8B305B7-60CE-E31E-5687-15808E781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/>
              <a:t>Pelo sangue, pelo sangue,</a:t>
            </a:r>
            <a:br>
              <a:rPr lang="en-US" altLang="pt-BR" sz="4000" b="1"/>
            </a:br>
            <a:r>
              <a:rPr lang="en-US" altLang="pt-BR" sz="4000" b="1"/>
              <a:t>Somos redimidos, sim</a:t>
            </a:r>
            <a:br>
              <a:rPr lang="en-US" altLang="pt-BR" sz="4000" b="1"/>
            </a:br>
            <a:r>
              <a:rPr lang="en-US" altLang="pt-BR" sz="4000" b="1"/>
              <a:t>Pelo sangue carmesim;</a:t>
            </a:r>
            <a:br>
              <a:rPr lang="en-US" altLang="pt-BR" sz="4000" b="1"/>
            </a:br>
            <a:r>
              <a:rPr lang="en-US" altLang="pt-BR" sz="4000" b="1"/>
              <a:t>Pelo sangue, pelo sangue.</a:t>
            </a:r>
            <a:br>
              <a:rPr lang="en-US" altLang="pt-BR" sz="4000" b="1"/>
            </a:br>
            <a:r>
              <a:rPr lang="en-US" altLang="pt-BR" sz="4000" b="1"/>
              <a:t>Pelo sangue de Jesus, no Calvário!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6B432A-65FD-F16A-9E9C-BD23DE63B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Antes, tinha mui temor, </a:t>
            </a:r>
            <a:br>
              <a:rPr lang="en-US" altLang="pt-BR" sz="4000" i="1"/>
            </a:br>
            <a:r>
              <a:rPr lang="en-US" altLang="pt-BR" sz="4000" i="1"/>
              <a:t>Mas, agora, tenho amor, </a:t>
            </a:r>
            <a:br>
              <a:rPr lang="en-US" altLang="pt-BR" sz="4000" i="1"/>
            </a:br>
            <a:r>
              <a:rPr lang="en-US" altLang="pt-BR" sz="4000" i="1"/>
              <a:t>Pois compreendo o valor do Calvário; Eu vivi na perdição </a:t>
            </a:r>
            <a:br>
              <a:rPr lang="en-US" altLang="pt-BR" sz="4000" i="1"/>
            </a:br>
            <a:r>
              <a:rPr lang="en-US" altLang="pt-BR" sz="4000" i="1"/>
              <a:t>Mas achei a salvação </a:t>
            </a:r>
            <a:br>
              <a:rPr lang="en-US" altLang="pt-BR" sz="4000" i="1"/>
            </a:br>
            <a:r>
              <a:rPr lang="en-US" altLang="pt-BR" sz="4000" i="1"/>
              <a:t>Pela grande redenção: o Calvário!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F82566-A899-3922-39BE-03D4475D6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/>
              <a:t>Pelo sangue, pelo sangue,</a:t>
            </a:r>
            <a:br>
              <a:rPr lang="en-US" altLang="pt-BR" sz="4000" b="1"/>
            </a:br>
            <a:r>
              <a:rPr lang="en-US" altLang="pt-BR" sz="4000" b="1"/>
              <a:t>Somos redimidos, sim</a:t>
            </a:r>
            <a:br>
              <a:rPr lang="en-US" altLang="pt-BR" sz="4000" b="1"/>
            </a:br>
            <a:r>
              <a:rPr lang="en-US" altLang="pt-BR" sz="4000" b="1"/>
              <a:t>Pelo sangue carmesim;</a:t>
            </a:r>
            <a:br>
              <a:rPr lang="en-US" altLang="pt-BR" sz="4000" b="1"/>
            </a:br>
            <a:r>
              <a:rPr lang="en-US" altLang="pt-BR" sz="4000" b="1"/>
              <a:t>Pelo sangue, pelo sangue.</a:t>
            </a:r>
            <a:br>
              <a:rPr lang="en-US" altLang="pt-BR" sz="4000" b="1"/>
            </a:br>
            <a:r>
              <a:rPr lang="en-US" altLang="pt-BR" sz="4000" b="1"/>
              <a:t>Pelo sangue de Jesus, no Calvário!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B6633CA-5176-FE5D-9E61-276496B7D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És um grande pecador? </a:t>
            </a:r>
            <a:br>
              <a:rPr lang="en-US" altLang="pt-BR" sz="4000" i="1"/>
            </a:br>
            <a:r>
              <a:rPr lang="en-US" altLang="pt-BR" sz="4000" i="1"/>
              <a:t>Eis aqui Teu Salvador! </a:t>
            </a:r>
            <a:br>
              <a:rPr lang="en-US" altLang="pt-BR" sz="4000" i="1"/>
            </a:br>
            <a:r>
              <a:rPr lang="en-US" altLang="pt-BR" sz="4000" i="1"/>
              <a:t>Tema do bom pregador: o Calvário. </a:t>
            </a:r>
            <a:br>
              <a:rPr lang="en-US" altLang="pt-BR" sz="4000" i="1"/>
            </a:br>
            <a:r>
              <a:rPr lang="en-US" altLang="pt-BR" sz="4000" i="1"/>
              <a:t>O Cordeiro divinal </a:t>
            </a:r>
            <a:br>
              <a:rPr lang="en-US" altLang="pt-BR" sz="4000" i="1"/>
            </a:br>
            <a:r>
              <a:rPr lang="en-US" altLang="pt-BR" sz="4000" i="1"/>
              <a:t>Padeceu na cruz teu mal, </a:t>
            </a:r>
            <a:br>
              <a:rPr lang="en-US" altLang="pt-BR" sz="4000" i="1"/>
            </a:br>
            <a:r>
              <a:rPr lang="en-US" altLang="pt-BR" sz="4000" i="1"/>
              <a:t>E oferece graça tal, no Calvário.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EB7B49C-B98B-BFE3-D455-9B3C2224A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/>
              <a:t>Pelo sangue, pelo sangue,</a:t>
            </a:r>
            <a:br>
              <a:rPr lang="en-US" altLang="pt-BR" sz="4000" b="1"/>
            </a:br>
            <a:r>
              <a:rPr lang="en-US" altLang="pt-BR" sz="4000" b="1"/>
              <a:t>Somos redimidos, sim</a:t>
            </a:r>
            <a:br>
              <a:rPr lang="en-US" altLang="pt-BR" sz="4000" b="1"/>
            </a:br>
            <a:r>
              <a:rPr lang="en-US" altLang="pt-BR" sz="4000" b="1"/>
              <a:t>Pelo sangue carmesim;</a:t>
            </a:r>
            <a:br>
              <a:rPr lang="en-US" altLang="pt-BR" sz="4000" b="1"/>
            </a:br>
            <a:r>
              <a:rPr lang="en-US" altLang="pt-BR" sz="4000" b="1"/>
              <a:t>Pelo sangue, pelo sangue.</a:t>
            </a:r>
            <a:br>
              <a:rPr lang="en-US" altLang="pt-BR" sz="4000" b="1"/>
            </a:br>
            <a:r>
              <a:rPr lang="en-US" altLang="pt-BR" sz="4000" b="1"/>
              <a:t>Pelo sangue de Jesus, no Calvário!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192 PELO SANGUE </vt:lpstr>
      <vt:lpstr>Pelo mundo brilha a luz, Desde que morreu Jesus. Pendurado lá na cruz do Calvário! Os pecados carregou E de culpa nos livrou, Com o sangue que manou,  No Calvário! </vt:lpstr>
      <vt:lpstr>Pelo sangue, pelo sangue, Somos redimidos, sim Pelo sangue carmesim; Pelo sangue, pelo sangue. Pelo sangue de Jesus, no Calvário! </vt:lpstr>
      <vt:lpstr>Antes, tinha mui temor,  Mas, agora, tenho amor,  Pois compreendo o valor do Calvário; Eu vivi na perdição  Mas achei a salvação  Pela grande redenção: o Calvário! </vt:lpstr>
      <vt:lpstr>Pelo sangue, pelo sangue, Somos redimidos, sim Pelo sangue carmesim; Pelo sangue, pelo sangue. Pelo sangue de Jesus, no Calvário! </vt:lpstr>
      <vt:lpstr>És um grande pecador?  Eis aqui Teu Salvador!  Tema do bom pregador: o Calvário.  O Cordeiro divinal  Padeceu na cruz teu mal,  E oferece graça tal, no Calvário. </vt:lpstr>
      <vt:lpstr>Pelo sangue, pelo sangue, Somos redimidos, sim Pelo sangue carmesim; Pelo sangue, pelo sangue. Pelo sangue de Jesus, no Calvário!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192 PELO SANGUE </dc:title>
  <dc:creator>Junior</dc:creator>
  <cp:lastModifiedBy>Emerson Souza</cp:lastModifiedBy>
  <cp:revision>1</cp:revision>
  <dcterms:created xsi:type="dcterms:W3CDTF">2005-12-23T17:44:41Z</dcterms:created>
  <dcterms:modified xsi:type="dcterms:W3CDTF">2026-05-02T21:52:52Z</dcterms:modified>
</cp:coreProperties>
</file>