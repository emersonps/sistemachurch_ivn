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DB5D0D-2CE2-26CC-6390-20E9A0F0F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ADB627-F907-65C0-84ED-0CECCF9DB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7C1DA9-E6DD-DF94-4D39-64D30860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CA723F-0348-5373-EB64-AF770C296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4A0EB7-9E66-DF24-6BBD-28E9EBB2B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602589-6229-4052-AF1D-3CDB9B2F60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4484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4D2E5-139C-44DE-1285-6F69F3A34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E68617-7C0B-636A-5F86-1F2605B4F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07C650-F9FD-BA63-4663-9B7BE12B9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BD70F4-5E9D-34EC-AB68-4FDF20D5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DD4878-EE6A-747B-23B2-E7183D67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B693CA-E1EC-45A8-9DAB-8E683E892C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29977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24DD7-38FD-61A6-DD02-0D1B5819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8FB7CF-E9CB-6504-7FB5-9E0C418BB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45D85C-80F1-CF14-0E35-286D73B53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950823-1223-1354-F462-6EA36F219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31AE0B-9D63-D363-72D3-0CE80F2D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12A77A-733B-44BF-8F24-830461DA52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4500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16D41-4CDE-C238-32B3-9FB406D7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B082DA-84FF-E4BE-7348-4E89670E5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5D2312-CBCD-7A73-F5E0-48B5AFFFA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0D9F9B-AB2E-02D3-F3AC-D94EA15B6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DA7080-2700-215A-2DC6-470A4136F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5BF7A8-3EBF-5BA4-A690-37397AAC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EE7BE1-C2A4-4AA0-B655-120FA3A2BE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37653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6A3F3-B350-EB39-E382-0D888F488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CBE8D5-5505-95F1-7C57-1F13B2CCB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39BAB7-B9A5-FA6F-FEDB-CEB1E027B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D89AF6A-57AC-4A28-D322-9565AB216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AE2993F-40F4-8009-F2B2-77F75F265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1A1F464-28D4-59B3-AEF3-5D345F2E4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CB6021-FCD0-16AB-1198-D170305B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690A128-FDD5-6A59-F471-E60ACD370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FB71D-72C0-4827-8E42-A3062FE1A8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087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1503E4-D7A1-C574-4AB9-A5F23289C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5F7A9E4-D78C-F423-EA1D-42F20029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AF7DC2A-9C6F-5664-AF1F-7A39A880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62D8181-977D-695A-A5C5-B5152738E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3DF00-EA1F-4F8D-B464-51BBEAF81D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4867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011B96E-F5AC-BE4E-1A28-09648DB4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4A4D22C-DBC1-7CB8-5278-563DC492E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A5701F-B6DA-A9B9-219F-52F1DB48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900367-C795-4295-9282-81DFCF2184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3912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E1206-5CB5-0727-B64A-B732ADEA2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1BE829-166C-DFE2-F6B9-458AEC4D0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EC5270-482B-83B6-96B5-4D441BA1B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205294-DB82-5674-BDC8-B22DC5819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3B6F84-36EF-416D-A535-04EBCB33D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481121-F861-1C78-D2C8-F8C87B3CE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DEB4A1-F42C-403A-A7F2-EC34FAE55C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68991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8547F-1DCF-F0EA-B4C0-FB49E2F48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49E4DE7-666F-7F67-0E95-755475CB9F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200A23-8BF7-3AA8-F85A-2239F7206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9DD9D3-7140-5562-50BE-631E3A9D5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E5FCC2-6934-6175-42D8-60B7AB939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2DF27E-AFA7-0AC9-F866-56DAAD376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37E3B-45F3-4FCC-9C1F-593D8E7755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303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BE990-4ED4-6CD2-5DAE-928089B25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F9B10D1-6739-13C8-5067-6AD7AD144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B16E41-6F99-68D6-5666-14B8ACFE6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9F62A6-E6AA-E6C4-1DCB-DEC0CEA65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C24679-358F-1C40-0565-29F81C02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E3F1C4-BD63-4B34-B9AC-629FA37F7A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942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FA635E-E756-F8F1-29BF-056ECB619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BE5EC1-774F-5025-5855-D824011B5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64809E-BD71-EC01-E63D-46BF8AFC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B37E15-38F3-409C-31EE-46D97AF44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1C7795-E748-6370-286B-1726ADAF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1EDC91-EF54-4CB3-BE31-10E75F801D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7659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871FBA1-D2EA-64AE-AA93-A15F2ADDB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9EE3D6-0937-C20A-788C-2410532E90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6015401-945C-7B29-8640-757C417A8A3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C2E13A6-1914-B74D-474D-081F3077828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C11A953-FF5A-1EC3-A52C-1E689760F16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B7AB0DD-3C9C-4E0C-B102-14F27FF33E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F8E8B5F-4531-6AAD-C18A-2DB9A6C03EA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110</a:t>
            </a:r>
            <a:br>
              <a:rPr lang="en-US" altLang="pt-BR" sz="4000" b="1"/>
            </a:br>
            <a:r>
              <a:rPr lang="en-US" altLang="pt-BR" sz="4000" b="1"/>
              <a:t>CLAMA: JESUS, JESUS!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D59B141-8729-4827-1A18-99E1748D7B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B68A130-1DB2-E476-6256-D32ABD370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562600"/>
          </a:xfrm>
        </p:spPr>
        <p:txBody>
          <a:bodyPr/>
          <a:lstStyle/>
          <a:p>
            <a:r>
              <a:rPr lang="en-US" altLang="pt-BR" sz="3800" i="1"/>
              <a:t>Ó clama na tribulação: Jesus, Jesus. </a:t>
            </a:r>
            <a:br>
              <a:rPr lang="en-US" altLang="pt-BR" sz="3800" i="1"/>
            </a:br>
            <a:r>
              <a:rPr lang="en-US" altLang="pt-BR" sz="3800" i="1"/>
              <a:t>De todo o teu coração: Jesus, Jesus, </a:t>
            </a:r>
            <a:br>
              <a:rPr lang="en-US" altLang="pt-BR" sz="3800" i="1"/>
            </a:br>
            <a:r>
              <a:rPr lang="en-US" altLang="pt-BR" sz="3800" i="1"/>
              <a:t>Por certo, te socorrerá: Jesus, Jesus, </a:t>
            </a:r>
            <a:br>
              <a:rPr lang="en-US" altLang="pt-BR" sz="3800" i="1"/>
            </a:br>
            <a:r>
              <a:rPr lang="en-US" altLang="pt-BR" sz="3800" i="1"/>
              <a:t>E gozo e paz te dará: Jesus, Jesus.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65571B9-0367-7D69-1758-DF5082C851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562600"/>
          </a:xfrm>
        </p:spPr>
        <p:txBody>
          <a:bodyPr/>
          <a:lstStyle/>
          <a:p>
            <a:r>
              <a:rPr lang="en-US" altLang="pt-BR" sz="3600" i="1"/>
              <a:t>Tu queres um bom Salvador? Jesus, Jesus, </a:t>
            </a:r>
            <a:br>
              <a:rPr lang="en-US" altLang="pt-BR" sz="3600" i="1"/>
            </a:br>
            <a:r>
              <a:rPr lang="en-US" altLang="pt-BR" sz="3600" i="1"/>
              <a:t>Que ama o vil pecador? Jesus, Jesus, </a:t>
            </a:r>
            <a:br>
              <a:rPr lang="en-US" altLang="pt-BR" sz="3600" i="1"/>
            </a:br>
            <a:r>
              <a:rPr lang="en-US" altLang="pt-BR" sz="3600" i="1"/>
              <a:t>E que tem poder p’ra salvar? Jesus, Jesus,</a:t>
            </a:r>
            <a:br>
              <a:rPr lang="en-US" altLang="pt-BR" sz="3600" i="1"/>
            </a:br>
            <a:r>
              <a:rPr lang="en-US" altLang="pt-BR" sz="3600" i="1"/>
              <a:t>E para o céu te levar? Jesus, Jesus.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A7740BE-AA46-E519-916F-89134D939D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562600"/>
          </a:xfrm>
        </p:spPr>
        <p:txBody>
          <a:bodyPr/>
          <a:lstStyle/>
          <a:p>
            <a:r>
              <a:rPr lang="en-US" altLang="pt-BR" sz="3800" i="1"/>
              <a:t>Há um que te pode curar: Jesus, Jesus. E da corrupção te guardar: Jesus. Jesus Só um nome dá salvação: Jesus, Jesus. O gozo, a paz, o perdão: Jesus, Jesus.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F44D3E6-9D17-F2E5-D403-EC3FBE331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562600"/>
          </a:xfrm>
        </p:spPr>
        <p:txBody>
          <a:bodyPr/>
          <a:lstStyle/>
          <a:p>
            <a:r>
              <a:rPr lang="en-US" altLang="pt-BR" sz="3800" i="1"/>
              <a:t>Aceita, no teu coração: Jesus, Jesus; Assim, tu terás salvação, Jesus, Jesus; Abraça, com terno amor: Jesus, Jesus; Que chora por ti, pecador, Jesus, Jesus.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110 CLAMA: JESUS, JESUS! </vt:lpstr>
      <vt:lpstr>Ó clama na tribulação: Jesus, Jesus.  De todo o teu coração: Jesus, Jesus,  Por certo, te socorrerá: Jesus, Jesus,  E gozo e paz te dará: Jesus, Jesus. </vt:lpstr>
      <vt:lpstr>Tu queres um bom Salvador? Jesus, Jesus,  Que ama o vil pecador? Jesus, Jesus,  E que tem poder p’ra salvar? Jesus, Jesus, E para o céu te levar? Jesus, Jesus. </vt:lpstr>
      <vt:lpstr>Há um que te pode curar: Jesus, Jesus. E da corrupção te guardar: Jesus. Jesus Só um nome dá salvação: Jesus, Jesus. O gozo, a paz, o perdão: Jesus, Jesus. </vt:lpstr>
      <vt:lpstr>Aceita, no teu coração: Jesus, Jesus; Assim, tu terás salvação, Jesus, Jesus; Abraça, com terno amor: Jesus, Jesus; Que chora por ti, pecador, Jesus, Jesus.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110 CLAMA: JESUS, JESUS! </dc:title>
  <dc:creator>Junior</dc:creator>
  <cp:lastModifiedBy>Emerson Souza</cp:lastModifiedBy>
  <cp:revision>1</cp:revision>
  <dcterms:created xsi:type="dcterms:W3CDTF">2005-12-23T14:09:58Z</dcterms:created>
  <dcterms:modified xsi:type="dcterms:W3CDTF">2026-05-02T21:45:53Z</dcterms:modified>
</cp:coreProperties>
</file>