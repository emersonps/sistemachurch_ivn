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EE031-CEBE-9ECF-E34C-3E4A45AB5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CC781C-A868-BD60-9231-5B75E6C38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C606E9-1E44-E9EC-0AF5-38768BBA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0513D8-6AD2-26B8-95A3-CF8AAB0E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D1217E-241A-A944-F7CD-BB51207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BAFCF7-F0AD-4366-932D-ADE6167F56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299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E88B3-F1C3-874A-7B36-04CC596F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B69798-6966-99F8-3169-50ED32B21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24D18F-7654-B319-BDA8-36A27B46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A58114-983B-1769-EF75-B7411879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E793B5-6110-DD4D-2B0D-9FEF35F2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84527-58CB-4BDA-9EBA-1B6806084A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435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226C4-7C74-2582-FF7F-6C22B224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1F994D-90CD-65EB-2D10-AB8E248F8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644008-D97B-3265-25A7-8D388BF1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32C9F3-8DAD-BDEC-7228-0558343A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D9E081-3619-B870-F874-4D346816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35A9E-53F4-4AA3-AE2B-380782C067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15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550B-9B22-10CC-2101-3D259AD9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6F530-178A-1E58-BB62-C054826EC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D9B7F6-3EF0-6954-D4D6-8C26193A1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92FACB-12E5-5EAA-8343-1D4240570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5440ED-C9BA-968A-EA84-48FCD8AA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7CCE3-5826-E45F-3852-66BDBB00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6DB86B-DA50-439E-9FFD-7D3CAD8B0F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113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6B386-0F41-1EA2-2334-5AE4106E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7861D2-91C2-F6C3-6355-696520DA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632BEF-F8E1-7B37-103F-40ED27F2A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9A84CA-C993-2573-368C-B3B09B765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00AC2D-8EC7-AAA2-BCB5-B96BEF39E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9BDF85-4C8A-B2AC-CD01-144C03D2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508CE9-345A-5FC4-56D0-25364DDF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BB6E5E-B285-342B-25E4-117B5727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4634E-0F0A-4DE2-ADFA-63B222E4A9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09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B73FB-E336-D9E1-D618-5F2D8C2C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282337-C44E-090D-042B-33D7E10A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3E5FB1-C7EC-37ED-45D1-3DF82F23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A62126-5A6A-C921-85C3-D52080B4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AA5875-4C5D-42C6-A9E2-44581C9423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561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044A71-3B8B-6842-51D5-F47578E8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F5C052-D5FE-31FA-0DA2-DBF91249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D64847-3B46-A2F0-0CE5-8754F1E5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03B0F-2445-433F-BE1E-F62C736B32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86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3970A-48DC-0F98-02C9-517AF869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DE2BD0-03C8-F2D9-A129-1AAE2950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14CE45-3BC5-8934-A9DE-836F34142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7D944F-C36D-F661-6A10-9A059B81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633D50-D8A2-9D90-9E35-8FCE3CFB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DE5E80-F30D-D1AB-8EAF-62F4A682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9F3AFE-57E8-4F42-A3DD-B9FDBA5323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823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3C55D-9E63-3ECF-D9C8-6DF68E15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790D85-8B93-7DF4-0113-79DFCC59D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575F80-CF59-E86D-4C55-EF7B870D5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C0D589-7F0C-CAAE-8DFE-FD7B976E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980ADB-5B5F-A3F3-2001-F53FCABE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5E9CCF-C5D9-0437-8B3A-40585623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45336-A877-4212-B977-C205744E4C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086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D1A1C-E16B-6A61-F660-947C0B5E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49F99F-5126-7467-6198-FCAD34A6A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25E9EA-606E-11F8-2FEF-E4434D5F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4AE48F-EC7B-283C-0FE3-DECD1432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6A024B-19F4-654B-C9C9-71810B26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932DD-3E4E-4895-8E9B-6B14556F72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01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8236EB-2A76-388F-7799-1634356FB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5CE8A-E757-5806-76C9-BF253CDEA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8822A-6754-6982-EBB7-9E5038CA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28D29F-12EB-5C99-520D-E3331787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F2253A-CA93-D215-9092-641159F3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9BEF6-C9D4-48A6-87AF-0E87B25315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633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8474F5-6F1F-CFB4-0B8C-6E32B6875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740657-E3D4-1A97-9AA1-09BD830B5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16931B-84B8-3A56-F5A0-E696F40090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B551DB-9498-8043-3D49-7C6980A8B6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F7E71F2-1B25-6C17-09EA-320AF46904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EC726B2-43ED-4ACB-8AD5-27D9AA70C01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92543FD-EBF7-0372-3747-085FAE09C9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chemeClr val="bg1"/>
                </a:solidFill>
              </a:rPr>
              <a:t>Marchemos sem temor</a:t>
            </a:r>
            <a:endParaRPr lang="en-US" altLang="pt-BR" sz="4400">
              <a:solidFill>
                <a:schemeClr val="bg1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AEB05C1-2243-FD2F-D6AE-5AA9EEE1F4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FB51CA5-C047-CE28-0506-1D499E798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943600"/>
          </a:xfrm>
        </p:spPr>
        <p:txBody>
          <a:bodyPr/>
          <a:lstStyle/>
          <a:p>
            <a:r>
              <a:rPr lang="en-US" altLang="pt-BR" i="1">
                <a:solidFill>
                  <a:schemeClr val="bg1"/>
                </a:solidFill>
              </a:rPr>
              <a:t>P'ra Sião marchamos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Sem algum temor,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Por fé nos chamamos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Filhos do Senhor;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Presto caminhamos,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Sem pra trás olhar,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Com Jesus nós vamos,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Não podemos errar.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2EF95F77-7970-B2CA-89AF-644464D2E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Marchemos sem temor,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Repletos de valor,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Marchemos nas pisadas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Do bom Redentor;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Depressa, sem tardar,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Até no céu entrar;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Por Jesus podemos sempre triunfar.</a:t>
            </a:r>
            <a:r>
              <a:rPr lang="en-US" altLang="pt-BR" sz="400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1FE4F2FE-7DE9-0D5F-A15C-48798B6B1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chemeClr val="bg1"/>
                </a:solidFill>
              </a:rPr>
              <a:t>P'ra Sião marchamos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Sem desanimar,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A verdade, vamos todos proclamar; Presto caminhamos,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Carregando a cruz,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Pois nós desejamos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Ver no céu a Jesus.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CF8F194C-72D5-62A8-0EBB-1B6EB0BDD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Marchemos sem temor,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Repletos de valor,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Marchemos nas pisadas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Do bom Redentor;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Depressa, sem tardar,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Até no céu entrar;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Por Jesus podemos sempre triunfar.</a:t>
            </a:r>
            <a:r>
              <a:rPr lang="en-US" altLang="pt-BR" sz="400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2A91F0B5-FD7D-7D33-3917-F3CEF1D58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chemeClr val="bg1"/>
                </a:solidFill>
              </a:rPr>
              <a:t>P'ra Sião marchamos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Em celeste luz,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Dirigidos vamos p'Io Senhor Jesus; Presto caminhamos,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Rasga-se o véu; J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Já daqui estamos, </a:t>
            </a:r>
            <a:br>
              <a:rPr lang="en-US" altLang="pt-BR" i="1">
                <a:solidFill>
                  <a:schemeClr val="bg1"/>
                </a:solidFill>
              </a:rPr>
            </a:br>
            <a:r>
              <a:rPr lang="en-US" altLang="pt-BR" i="1">
                <a:solidFill>
                  <a:schemeClr val="bg1"/>
                </a:solidFill>
              </a:rPr>
              <a:t>Pela fé, vendo o céu.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45FE934-A993-113C-AE03-404484A11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Marchemos sem temor,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Repletos de valor,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Marchemos nas pisadas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Do bom Redentor;</a:t>
            </a:r>
            <a:r>
              <a:rPr lang="en-US" altLang="pt-BR" sz="4000" i="1">
                <a:solidFill>
                  <a:schemeClr val="bg1"/>
                </a:solidFill>
              </a:rPr>
              <a:t> </a:t>
            </a:r>
            <a:br>
              <a:rPr lang="en-US" altLang="pt-BR" sz="4000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Depressa, sem tardar,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Até no céu entrar;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Por Jesus podemos sempre triunfar.</a:t>
            </a:r>
            <a:r>
              <a:rPr lang="en-US" altLang="pt-BR" sz="400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Marchemos sem temor</vt:lpstr>
      <vt:lpstr>P'ra Sião marchamos  Sem algum temor,  Por fé nos chamamos  Filhos do Senhor;  Presto caminhamos, Sem pra trás olhar,  Com Jesus nós vamos,  Não podemos errar. </vt:lpstr>
      <vt:lpstr>Marchemos sem temor,  Repletos de valor,  Marchemos nas pisadas  Do bom Redentor;  Depressa, sem tardar,  Até no céu entrar; Por Jesus podemos sempre triunfar. </vt:lpstr>
      <vt:lpstr>P'ra Sião marchamos  Sem desanimar,  A verdade, vamos todos proclamar; Presto caminhamos,  Carregando a cruz,  Pois nós desejamos  Ver no céu a Jesus. </vt:lpstr>
      <vt:lpstr>Marchemos sem temor,  Repletos de valor,  Marchemos nas pisadas  Do bom Redentor;  Depressa, sem tardar,  Até no céu entrar;  Por Jesus podemos sempre triunfar. </vt:lpstr>
      <vt:lpstr>P'ra Sião marchamos  Em celeste luz,  Dirigidos vamos p'Io Senhor Jesus; Presto caminhamos,  Rasga-se o véu; J Já daqui estamos,  Pela fé, vendo o céu. </vt:lpstr>
      <vt:lpstr>Marchemos sem temor,  Repletos de valor,  Marchemos nas pisadas  Do bom Redentor;  Depressa, sem tardar,  Até no céu entrar; Por Jesus podemos sempre triunfar.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Marchemos sem temor</dc:title>
  <dc:creator>Junior</dc:creator>
  <cp:lastModifiedBy>Emerson Souza</cp:lastModifiedBy>
  <cp:revision>1</cp:revision>
  <dcterms:created xsi:type="dcterms:W3CDTF">2005-11-20T21:09:29Z</dcterms:created>
  <dcterms:modified xsi:type="dcterms:W3CDTF">2026-05-02T21:57:00Z</dcterms:modified>
</cp:coreProperties>
</file>