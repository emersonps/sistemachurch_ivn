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B5951A88-1A44-9150-9024-C7691C49A83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13315" name="Freeform 3">
              <a:extLst>
                <a:ext uri="{FF2B5EF4-FFF2-40B4-BE49-F238E27FC236}">
                  <a16:creationId xmlns:a16="http://schemas.microsoft.com/office/drawing/2014/main" id="{43CBF724-B250-02E5-4D92-01CB50DEE5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54FC4BAA-83B2-7BB9-2E34-F435255E13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B093B2C-32E1-EC43-B4EF-72358E075631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8ACFA0B-54DC-C8E2-E879-A1A1CD95A53B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4BB610F0-8942-0D77-3FB2-AE91FA1885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10D65999-27DC-A45C-DB4B-BD9C1A5E99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E943626-435D-407F-823D-6B01FF64F82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CAF85499-4A84-F77A-40F0-2EE109A430A6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11BFC-101B-9C22-0A9B-8337B702B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3A5C07-196A-E1E0-DE36-E86EA674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9C7823-1E85-81AB-5DA1-C7B0515D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625A8F-3B85-762E-1425-916E82B4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33E220-8FB7-1A2D-3E7F-E9816AFC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499DC6-CE27-4683-9F59-C79F66F648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433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A313A-A25F-654E-AA8C-F39580898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DD4A5-9C16-D3A9-8138-0E655C18A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A840D8-CFB7-AAE9-B025-8520097C6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9D3A12-4DC1-BEBF-5475-D2AAD8B7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737066-1A87-E14F-3266-161B4337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4735F-DE90-4A8F-B597-91EEFFDDFD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566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9FF50-3510-65B6-5D17-4C003B29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9ACD23-6913-6658-C61F-35AF92F1B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804A48-5DA3-3A0F-29E4-B3BE9DA9C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B4A3C6-F468-5B65-F03D-6B326BED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6000AC-D1F0-C1E5-BEC2-D00AC55D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DC44C-B556-A8C7-9A38-FE0EBE4A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FBB2F-9754-4282-9D43-5B64EA3613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956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3B0D4-3CD0-04E6-63AC-44FE1BE4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0FA53C-8732-A392-F3E5-55000A8AD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532CF8-C65D-764D-06BB-F2A9775D3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5144BF-BBB5-1CF1-4966-71ACB32C1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A81D6C-5EC7-F97F-4F8A-50D2F5704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1EDD473-78DE-DA0F-027E-8EC22FCC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584D81-582B-B105-36AC-F6628404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9E4D26-D01C-B043-045A-65705BC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DDB93-F1B9-4DDC-BB56-E8321D0C63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663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06D0A-E64C-2B81-BF02-E5F0512F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DFED4D-5F12-1C27-5EC5-08A6958F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E2720C-0416-D042-16DC-C1D16A15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D92BAF-C0C6-8D15-93FD-DA60030D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4698F-DC01-414F-8A1F-EAFD6593DE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601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81E9A-8DC8-4E85-272C-A121DF58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83B6ED-C718-796A-587B-5C513CE1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1821D9-E2BA-D87E-858A-46344C5B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1E308-508F-4569-88D6-CD429374D3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18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8D240-714D-BEFF-E5A2-304E44E8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74E89-2BBE-9189-6FB7-E6554D4F6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AB2398-7E3E-0C9D-C39E-836F37EE3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B2D9AB-1100-AD4F-02B9-77284EE0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491659-E768-07EE-F1A1-DB1A8324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E7D104-288D-F1DC-A054-0FF87D76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605BC-EA6B-4196-A735-940A5C6660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024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06D04-89BE-8C34-754C-9DA16116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2E7BE1-E050-FD95-2789-4B5B17521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326643-CB58-F4FA-B4B3-51C747B7C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E72AD9-DB12-8E3B-44DB-174FB0C1E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6474F5-BA3C-B5CA-85A1-804D53C4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535E5D-C7C7-A1C0-9D3D-46481EF6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FEC87-2040-421C-8F28-253D0D8200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373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76A71-6060-2625-8297-3DACBFC2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45ECB6-E226-4767-DBBC-A3D920E70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B164A-8A64-B39F-9C4A-5CF26655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6AC6C6-6A0B-4C26-8DD7-345CA4DB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330CF0-BB86-D12B-2EE3-6F51F491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03658-9BB1-425A-B27B-452B83EEDC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2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FB976A-F122-99F3-3FD2-5B99FF946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2A8303-9F35-FCFB-DEBB-B4EE8F834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91671-2511-E758-0DEF-35D8317A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4157DD-8F24-841A-D950-741BEEF5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DAE3E3-62C7-9625-E5BA-31D389E0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8A1BF-600F-4743-AB68-C13E1EF1F5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517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449F68D5-1E9C-D23C-D04B-9C25455FCB1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F4BA945F-09E1-BDDE-4A27-EBB825B64D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2" name="Freeform 4">
              <a:extLst>
                <a:ext uri="{FF2B5EF4-FFF2-40B4-BE49-F238E27FC236}">
                  <a16:creationId xmlns:a16="http://schemas.microsoft.com/office/drawing/2014/main" id="{D703EBCC-21A4-6EDE-A225-F913AFD184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293" name="Rectangle 5">
            <a:extLst>
              <a:ext uri="{FF2B5EF4-FFF2-40B4-BE49-F238E27FC236}">
                <a16:creationId xmlns:a16="http://schemas.microsoft.com/office/drawing/2014/main" id="{48EE4AAF-FDF2-6C67-66D0-C543464D6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9F53B50B-FE3A-BF36-4A41-2599D9A8C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635A9AAE-C8D8-C5EE-C026-26E6744236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4BF81BF3-39BF-DCBB-3B42-C4C39B79B1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82C6994C-0A0F-DFF3-3F9D-46F42C641B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3DDD9E14-D527-4BC3-A98E-3D05A017F30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F6493F0-650D-6249-CA75-F2322E13E8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3850" y="1768475"/>
            <a:ext cx="8569325" cy="2597150"/>
          </a:xfrm>
        </p:spPr>
        <p:txBody>
          <a:bodyPr/>
          <a:lstStyle/>
          <a:p>
            <a:r>
              <a:rPr lang="en-US" altLang="pt-BR" sz="4400" b="1">
                <a:solidFill>
                  <a:schemeClr val="tx1"/>
                </a:solidFill>
              </a:rPr>
              <a:t>132 - OBREIROS DO SENHOR</a:t>
            </a:r>
            <a:br>
              <a:rPr lang="en-US" altLang="pt-BR" sz="4800" b="1">
                <a:solidFill>
                  <a:schemeClr val="tx1"/>
                </a:solidFill>
              </a:rPr>
            </a:br>
            <a:endParaRPr lang="en-US" altLang="pt-BR" sz="4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3B0773-AE9C-DEBF-A2ED-506EEAA53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291512" cy="5761038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</a:rPr>
              <a:t>Somos obreiros do Senhor,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 messe vamos, com amor,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 proclamar a salvação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De Cristo e o Seu perdão;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Pois trabalhemos por amor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De Cristo, nosso Salvador,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Que por nós o sangue derramou,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no Calvário expirou.</a:t>
            </a:r>
            <a:br>
              <a:rPr lang="en-US" altLang="pt-BR" sz="3600">
                <a:solidFill>
                  <a:schemeClr val="tx1"/>
                </a:solidFill>
              </a:rPr>
            </a:br>
            <a:endParaRPr lang="en-US" altLang="pt-BR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158624C-107C-F12D-A819-D86D89D7E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249987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À colheita vinde já, pois Jesus vos chama;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"Todos devem trabalhar"; o Senhor proclama,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Breve, tudo findará, não se poderá segar;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Vinde crentes, vinde trabalhar.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404FA9C-A8CC-E384-7EEE-528D3DFC1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6178550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</a:rPr>
              <a:t>O Evangelho, ó pregai,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 todo mundo, sim chamai,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E, sem temor, as novas dai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a bandeira levantai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Em nossas mãos Deus confiou,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 graça que nos enviou.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As novas dai, não vacileis,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Que a vitória obtereis.</a:t>
            </a:r>
            <a:br>
              <a:rPr lang="en-US" altLang="pt-BR" sz="3600">
                <a:solidFill>
                  <a:schemeClr val="tx1"/>
                </a:solidFill>
              </a:rPr>
            </a:br>
            <a:endParaRPr lang="en-US" altLang="pt-BR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BFA3A9F-8146-4B64-788E-0232B9D2B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249987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À colheita vinde já, pois Jesus vos chama;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"Todos devem trabalhar"; o Senhor proclama,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Breve, tudo findará, não se poderá segar;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Vinde crentes, vinde trabalhar.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07B0126-2165-C4FC-CCB3-DB2867394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323012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</a:rPr>
              <a:t>As horas, prestes, passarão,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nunca mais a vós virão,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Se não falardes de Jesus,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Alguns jamais verão a luz.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Ainda hoje há perdão,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O mundo jaz na perdição,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Oh! não desprezeis o favor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Do amoroso Salvador.</a:t>
            </a:r>
            <a:br>
              <a:rPr lang="en-US" altLang="pt-BR" sz="3600">
                <a:solidFill>
                  <a:schemeClr val="tx1"/>
                </a:solidFill>
              </a:rPr>
            </a:br>
            <a:endParaRPr lang="en-US" altLang="pt-BR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F45BDC4-7ACE-432C-1F6C-2E0FDCFA5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4638"/>
            <a:ext cx="8218487" cy="6249987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À colheita vinde já, pois Jesus vos chama;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"Todos devem trabalhar"; o Senhor proclama,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Breve, tudo findará, não se poderá segar;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Vinde crentes, vinde trabalhar.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nda">
  <a:themeElements>
    <a:clrScheme name="Fenda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Fen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nda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enda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9</TotalTime>
  <Words>288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Tahoma</vt:lpstr>
      <vt:lpstr>Times New Roman</vt:lpstr>
      <vt:lpstr>Wingdings</vt:lpstr>
      <vt:lpstr>Fenda</vt:lpstr>
      <vt:lpstr>132 - OBREIROS DO SENHOR </vt:lpstr>
      <vt:lpstr>Somos obreiros do Senhor,  A messe vamos, com amor,  A proclamar a salvação  De Cristo e o Seu perdão;  Pois trabalhemos por amor  De Cristo, nosso Salvador, Que por nós o sangue derramou,  E no Calvário expirou. </vt:lpstr>
      <vt:lpstr>À colheita vinde já, pois Jesus vos chama;  "Todos devem trabalhar"; o Senhor proclama,  Breve, tudo findará, não se poderá segar;  Vinde crentes, vinde trabalhar. </vt:lpstr>
      <vt:lpstr>O Evangelho, ó pregai, A todo mundo, sim chamai,  E, sem temor, as novas dai  E a bandeira levantai Em nossas mãos Deus confiou,  A graça que nos enviou. As novas dai, não vacileis,  Que a vitória obtereis. </vt:lpstr>
      <vt:lpstr>À colheita vinde já, pois Jesus vos chama;  "Todos devem trabalhar"; o Senhor proclama,  Breve, tudo findará, não se poderá segar;  Vinde crentes, vinde trabalhar. </vt:lpstr>
      <vt:lpstr>As horas, prestes, passarão,  E nunca mais a vós virão,  Se não falardes de Jesus,  Alguns jamais verão a luz.  Ainda hoje há perdão,  O mundo jaz na perdição,  Oh! não desprezeis o favor  Do amoroso Salvador. </vt:lpstr>
      <vt:lpstr>À colheita vinde já, pois Jesus vos chama;  "Todos devem trabalhar"; o Senhor proclama,  Breve, tudo findará, não se poderá segar;  Vinde crentes, vinde trabalhar.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132 - OBREIROS DO SENHOR </dc:title>
  <dc:creator>Montagna</dc:creator>
  <cp:lastModifiedBy>Emerson Souza</cp:lastModifiedBy>
  <cp:revision>3</cp:revision>
  <dcterms:created xsi:type="dcterms:W3CDTF">2005-10-16T03:20:48Z</dcterms:created>
  <dcterms:modified xsi:type="dcterms:W3CDTF">2026-05-02T21:47:47Z</dcterms:modified>
</cp:coreProperties>
</file>