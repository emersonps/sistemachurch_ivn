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>
            <a:extLst>
              <a:ext uri="{FF2B5EF4-FFF2-40B4-BE49-F238E27FC236}">
                <a16:creationId xmlns:a16="http://schemas.microsoft.com/office/drawing/2014/main" id="{779F1A81-B6E6-95B7-5504-11D50C4DFEB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26627" name="Group 3">
              <a:extLst>
                <a:ext uri="{FF2B5EF4-FFF2-40B4-BE49-F238E27FC236}">
                  <a16:creationId xmlns:a16="http://schemas.microsoft.com/office/drawing/2014/main" id="{60AA16D2-4637-C043-BCEC-6395B85D460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26628" name="Freeform 4">
                <a:extLst>
                  <a:ext uri="{FF2B5EF4-FFF2-40B4-BE49-F238E27FC236}">
                    <a16:creationId xmlns:a16="http://schemas.microsoft.com/office/drawing/2014/main" id="{1A79BE0B-251D-35C8-7BF1-89B54EADCEC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29" name="Freeform 5">
                <a:extLst>
                  <a:ext uri="{FF2B5EF4-FFF2-40B4-BE49-F238E27FC236}">
                    <a16:creationId xmlns:a16="http://schemas.microsoft.com/office/drawing/2014/main" id="{9024E73B-9E18-3092-9C1C-9A2A09E2CCC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30" name="Freeform 6">
                <a:extLst>
                  <a:ext uri="{FF2B5EF4-FFF2-40B4-BE49-F238E27FC236}">
                    <a16:creationId xmlns:a16="http://schemas.microsoft.com/office/drawing/2014/main" id="{2A606D30-DB13-25E5-CF24-17CD462D2A5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31" name="Freeform 7">
                <a:extLst>
                  <a:ext uri="{FF2B5EF4-FFF2-40B4-BE49-F238E27FC236}">
                    <a16:creationId xmlns:a16="http://schemas.microsoft.com/office/drawing/2014/main" id="{E05CD560-AD35-050B-36A0-4569F862629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32" name="Freeform 8">
                <a:extLst>
                  <a:ext uri="{FF2B5EF4-FFF2-40B4-BE49-F238E27FC236}">
                    <a16:creationId xmlns:a16="http://schemas.microsoft.com/office/drawing/2014/main" id="{DFB59885-7462-38CB-D1C5-A98AF9052D5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6633" name="Freeform 9">
              <a:extLst>
                <a:ext uri="{FF2B5EF4-FFF2-40B4-BE49-F238E27FC236}">
                  <a16:creationId xmlns:a16="http://schemas.microsoft.com/office/drawing/2014/main" id="{F87BF7C8-386B-6991-67B3-943D0D851E3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4" name="Freeform 10">
              <a:extLst>
                <a:ext uri="{FF2B5EF4-FFF2-40B4-BE49-F238E27FC236}">
                  <a16:creationId xmlns:a16="http://schemas.microsoft.com/office/drawing/2014/main" id="{63A22FDE-8AE4-4EF5-7889-5875ED1A571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635" name="Rectangle 11">
            <a:extLst>
              <a:ext uri="{FF2B5EF4-FFF2-40B4-BE49-F238E27FC236}">
                <a16:creationId xmlns:a16="http://schemas.microsoft.com/office/drawing/2014/main" id="{08E5707F-AF01-9BF9-7E17-B410AB3D5B7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2B4897FE-5630-3F39-EAFE-42E27B6AEB1E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D75F49F5-3142-1352-7DCC-C528CB516824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6638" name="Rectangle 14">
            <a:extLst>
              <a:ext uri="{FF2B5EF4-FFF2-40B4-BE49-F238E27FC236}">
                <a16:creationId xmlns:a16="http://schemas.microsoft.com/office/drawing/2014/main" id="{9BC3FE1F-B60F-04D5-1058-0156A1A756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E8BDA3C5-E611-889A-5943-3F3002733D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83FE944-B6AC-43B8-899C-7676A7A2B83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7F866-EB5F-99FE-45AD-4C6078E8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2D896A-9979-C0BB-37EF-C391BC6B9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264B41-EABE-7154-7231-0E8D584D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C8F1C1-2125-B990-D8D6-4176E8C738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A0301B-FAB4-469F-995B-85DBE514DB9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73BEEC-EFE2-1804-D61E-7627D2DD3A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531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FD10A-4F1E-6B99-D831-8370E850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BDA751-59BC-CB0A-9DBA-E2CAE7CF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9E3E1D-4A8D-D266-6E54-DFF2DF67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745E4F-7F5E-D2DB-06C0-6944E3019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151BFE-3F5F-45C8-9F15-ACD5C79D6B4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8CB2CE-1586-D6A9-4573-EF3F723DFF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178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46FB0-EE3D-0EA9-F070-6CDB87DB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19A954-844F-3442-A81D-68BCFF78F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8636B3-F998-2434-D010-FABFE84EF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4E38F9-A735-77B5-ABED-563AD944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AB4FD4-A09E-A672-E920-8AD7BA4A89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C319F0-ADB8-494C-838A-B7FFD2C978A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F2CA29D8-1509-36CA-416F-4B20869D0F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60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FE8CA-F92B-DA8E-6B23-A68FD7EB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03D313-C044-986E-7397-86400A54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A98F08-9359-D729-D5DC-066852B94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9A0F7C-1811-AC4C-1851-4257D0119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DD693E-5976-C062-ED11-A33D5FAB9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02AEF1-7DFA-99BE-D9E1-D2070274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B70481C-C489-5CAA-ED13-D66F2EA13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14C2A3-E95C-4775-BA42-653C1BFF730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D6BBDF9C-5742-E40C-F03F-A9A3830BF3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804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B3D2B-FC83-EFDE-7778-F1A2F2775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D8B092-9A88-1AEC-32B5-AECFCE5CF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2A55C5-2043-4AB6-0D42-3A30D06240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BE1B7F-7559-43A0-A4BC-AF3CC288D0B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35C60E-0385-646D-BB43-C225FADB9C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288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FD9BF8-CC0F-C016-2769-5C7081DE5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A09F44F-BE17-6CEE-01D7-901FEF55D9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C1D17C-3E77-4A70-BAC0-5B9DBC5ABC1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583258-1BF5-B1E6-A83E-328F4EB70A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737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15D-872F-E9C6-4161-975344DD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4EB3B-74CF-84AF-7333-174003424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FFC2B8-3D64-E466-E016-6EFE07E76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0AA8FA-973A-2EE3-D1D3-6A74CCCD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478B0F-ED85-5584-FE35-BC832CCCB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DB3A9B-FF37-49EE-BCEE-9B69567D1C48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48A7463B-A9A7-0FA4-849F-203E9B1C5E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460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7A887-B632-8EB9-F6D5-7FF85CAC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1BCD96-0E77-5C7A-2C11-0F5D8743C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07A752-7846-37FD-71E4-9A590F42E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B754F7-0ECB-D4E2-5A0F-5A0D7822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095963-EF4C-8A38-F533-86AEBEA56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2954E4-58F8-4AE7-8383-EECDD309733D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33967DD-FB16-9007-FDBC-4BA642BCAC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604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56653-96AC-10C9-F451-46431E11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FE25B7-90C0-0256-4AB4-EF38D9DC1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3DAC9E-E066-EBEE-4C53-5EFB65A8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E1A426-8922-E832-F192-4FC9B33CE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296E48C-0C3F-4CE6-98A5-BF545AD5DD5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8BACCA-D3A4-3E6E-1439-67E07CE5C6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855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2D2F62-A480-EBF3-3B88-88C10D465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6A6CA3-3BAE-E726-1917-C72430FE7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4C075D-D96B-A6ED-A681-409CA73D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BFCE93-6AD8-3953-65A4-290D53C13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D18ABC7-5210-4BCD-B89C-2F53502D135D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47E595-B578-B371-E5FC-8E23E93F91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959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22FF936-128B-DE17-FEDC-EA13CDBCCD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20BA5DD-AA2F-E003-32EE-29499FEB52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FABBF33-C496-4FBA-8439-7AB6E0EAEA2B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25604" name="Group 4">
            <a:extLst>
              <a:ext uri="{FF2B5EF4-FFF2-40B4-BE49-F238E27FC236}">
                <a16:creationId xmlns:a16="http://schemas.microsoft.com/office/drawing/2014/main" id="{C971A2D4-AD96-910E-6A99-3E51357ADCE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25605" name="Group 5">
              <a:extLst>
                <a:ext uri="{FF2B5EF4-FFF2-40B4-BE49-F238E27FC236}">
                  <a16:creationId xmlns:a16="http://schemas.microsoft.com/office/drawing/2014/main" id="{E48DB633-9CE6-8103-91F1-F4FD4014C70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25606" name="Freeform 6">
                <a:extLst>
                  <a:ext uri="{FF2B5EF4-FFF2-40B4-BE49-F238E27FC236}">
                    <a16:creationId xmlns:a16="http://schemas.microsoft.com/office/drawing/2014/main" id="{18A2DA8C-A833-348D-21C1-67E816E7BB6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07" name="Freeform 7">
                <a:extLst>
                  <a:ext uri="{FF2B5EF4-FFF2-40B4-BE49-F238E27FC236}">
                    <a16:creationId xmlns:a16="http://schemas.microsoft.com/office/drawing/2014/main" id="{B726B778-50A5-2A41-ED73-3F29AB1D005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08" name="Freeform 8">
                <a:extLst>
                  <a:ext uri="{FF2B5EF4-FFF2-40B4-BE49-F238E27FC236}">
                    <a16:creationId xmlns:a16="http://schemas.microsoft.com/office/drawing/2014/main" id="{D7B6D029-CFEC-0C54-6046-FBA6D825BAD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09" name="Freeform 9">
                <a:extLst>
                  <a:ext uri="{FF2B5EF4-FFF2-40B4-BE49-F238E27FC236}">
                    <a16:creationId xmlns:a16="http://schemas.microsoft.com/office/drawing/2014/main" id="{5A8AE461-5C0C-E7EA-21F1-9E8D450BFAA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10" name="Freeform 10">
                <a:extLst>
                  <a:ext uri="{FF2B5EF4-FFF2-40B4-BE49-F238E27FC236}">
                    <a16:creationId xmlns:a16="http://schemas.microsoft.com/office/drawing/2014/main" id="{2DF5D630-DB28-CE9C-84CA-E89A69257A4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5611" name="Freeform 11">
              <a:extLst>
                <a:ext uri="{FF2B5EF4-FFF2-40B4-BE49-F238E27FC236}">
                  <a16:creationId xmlns:a16="http://schemas.microsoft.com/office/drawing/2014/main" id="{13AD7817-1B78-6EEB-BB25-164CAF463A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2" name="Freeform 12">
              <a:extLst>
                <a:ext uri="{FF2B5EF4-FFF2-40B4-BE49-F238E27FC236}">
                  <a16:creationId xmlns:a16="http://schemas.microsoft.com/office/drawing/2014/main" id="{5CEDFE8A-E927-90E4-C92F-CBC00CB141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51C34718-0DF2-4FEA-D682-5AAD4B78999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4B7189A6-54A1-A628-5032-8B02F44ACD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CBC08062-B292-E3C4-05DF-EC3B94FC8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6D5A59-A9B0-76F1-3BF6-56BA133466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5400" b="0">
                <a:solidFill>
                  <a:schemeClr val="tx1"/>
                </a:solidFill>
              </a:rPr>
              <a:t>157</a:t>
            </a:r>
            <a:br>
              <a:rPr lang="en-US" altLang="pt-BR" sz="5400" b="0">
                <a:solidFill>
                  <a:schemeClr val="tx1"/>
                </a:solidFill>
              </a:rPr>
            </a:br>
            <a:r>
              <a:rPr lang="en-US" altLang="pt-BR" sz="5400" b="0">
                <a:solidFill>
                  <a:schemeClr val="tx1"/>
                </a:solidFill>
              </a:rPr>
              <a:t>CRISTO, EM BREVE, VEM!</a:t>
            </a:r>
            <a:br>
              <a:rPr lang="en-US" altLang="pt-BR" sz="5400" b="0">
                <a:solidFill>
                  <a:schemeClr val="tx1"/>
                </a:solidFill>
              </a:rPr>
            </a:br>
            <a:endParaRPr lang="en-US" altLang="pt-BR" sz="54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8B693F8-48A6-9A07-D642-6BE91D0EFA5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574675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O dia vem, a clarear,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Já fugiu a noite, brilha a luz dalém; Um grito soa: aprontar!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Cristo, em breve, vem!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624E4E6-8A69-8283-1FB3-9A3F6351298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274638"/>
            <a:ext cx="8713788" cy="5962650"/>
          </a:xfrm>
        </p:spPr>
        <p:txBody>
          <a:bodyPr/>
          <a:lstStyle/>
          <a:p>
            <a:r>
              <a:rPr lang="en-US" altLang="pt-BR" sz="4000" i="1">
                <a:solidFill>
                  <a:schemeClr val="tx1"/>
                </a:solidFill>
              </a:rPr>
              <a:t>Qual forte vendaval, rugindo sobre o mar,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Escuta-se a mensagem, que do céu provém;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Ouvi a grande nova, que alegria traz;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"Cristo, em breve, vem!"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5DAD9D-B248-B36F-8293-A4DA2BB247D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755650" y="260350"/>
            <a:ext cx="7942263" cy="590550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Ó povos, tribos e nações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Que escravizados no pecado estais, Ó preparai os corações!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Oh! Por que demorais?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2515D31-CCCF-9F9D-1673-DCED310CFD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274638"/>
            <a:ext cx="8713788" cy="5962650"/>
          </a:xfrm>
        </p:spPr>
        <p:txBody>
          <a:bodyPr/>
          <a:lstStyle/>
          <a:p>
            <a:r>
              <a:rPr lang="en-US" altLang="pt-BR" sz="4000" i="1">
                <a:solidFill>
                  <a:schemeClr val="tx1"/>
                </a:solidFill>
              </a:rPr>
              <a:t>Qual forte vendaval, rugindo sobre o mar,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Escuta-se a mensagem, que do céu provém;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Ouvi a grande nova, que alegria traz;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"Cristo, em breve, vem!"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E69F654-8CDA-7908-61C3-4767D5335A2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333375"/>
            <a:ext cx="8569325" cy="596265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Da morte queiram acordar;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Trevas e pecados, à luz, hão de fugir;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Em breve iremos encontrar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Cristo, que há de vir.	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					E.J. e F.S.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2DA7168-E7A8-2804-C1BE-62788AEE5D9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274638"/>
            <a:ext cx="8713788" cy="5962650"/>
          </a:xfrm>
        </p:spPr>
        <p:txBody>
          <a:bodyPr/>
          <a:lstStyle/>
          <a:p>
            <a:r>
              <a:rPr lang="en-US" altLang="pt-BR" sz="4000" i="1">
                <a:solidFill>
                  <a:schemeClr val="tx1"/>
                </a:solidFill>
              </a:rPr>
              <a:t>Qual forte vendaval, rugindo sobre o mar,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Escuta-se a mensagem, que do céu provém;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Ouvi a grande nova, que alegria traz; 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"Cristo, em breve, vem!"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6</TotalTime>
  <Words>230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Garamond</vt:lpstr>
      <vt:lpstr>Times New Roman</vt:lpstr>
      <vt:lpstr>Wingdings</vt:lpstr>
      <vt:lpstr>Fluxo</vt:lpstr>
      <vt:lpstr>157 CRISTO, EM BREVE, VEM! </vt:lpstr>
      <vt:lpstr>O dia vem, a clarear, Já fugiu a noite, brilha a luz dalém; Um grito soa: aprontar! Cristo, em breve, vem! </vt:lpstr>
      <vt:lpstr>Qual forte vendaval, rugindo sobre o mar,  Escuta-se a mensagem, que do céu provém;  Ouvi a grande nova, que alegria traz;  "Cristo, em breve, vem!"</vt:lpstr>
      <vt:lpstr>Ó povos, tribos e nações Que escravizados no pecado estais, Ó preparai os corações! Oh! Por que demorais? </vt:lpstr>
      <vt:lpstr>Qual forte vendaval, rugindo sobre o mar,  Escuta-se a mensagem, que do céu provém;  Ouvi a grande nova, que alegria traz;  "Cristo, em breve, vem!"</vt:lpstr>
      <vt:lpstr>Da morte queiram acordar; Trevas e pecados, à luz, hão de fugir; Em breve iremos encontrar Cristo, que há de vir.       E.J. e F.S. </vt:lpstr>
      <vt:lpstr>Qual forte vendaval, rugindo sobre o mar,  Escuta-se a mensagem, que do céu provém;  Ouvi a grande nova, que alegria traz;  "Cristo, em breve, vem!"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157 - CRISTO, EM BREVE, VEM! </dc:title>
  <dc:creator>Montagna</dc:creator>
  <cp:lastModifiedBy>Emerson Souza</cp:lastModifiedBy>
  <cp:revision>2</cp:revision>
  <dcterms:created xsi:type="dcterms:W3CDTF">2005-10-16T04:13:10Z</dcterms:created>
  <dcterms:modified xsi:type="dcterms:W3CDTF">2026-05-02T21:50:03Z</dcterms:modified>
</cp:coreProperties>
</file>