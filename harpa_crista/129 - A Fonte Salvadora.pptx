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08B64-0CBD-5DCB-B1C9-AB063AC49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3DC4EB-01D9-FDFF-8E8B-A501DBEA0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ED4BC9-87D6-5D5E-3C75-21973D9AC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F7B849-8D08-5EC3-487C-3B9256F7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B389A0-B476-693A-0522-5AFE1617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C7C9C-4181-43A8-B979-8B5DA8A36A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596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E1798-2037-ED9B-40F9-40B5D3600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2812CC-3FE1-9CF1-F1AE-30F7CF526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1F1289-30B1-22C1-DEBD-A354AAC7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0E677B-6F51-ECDA-EC7D-C320E8EF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11D0C-8977-A901-47D4-82FCDF8D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539C4-6969-460A-BAA9-E7E073E367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4609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2C924-F228-8947-00C4-11FA5FB6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156598-098E-92EE-384D-C74E10549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784E90-31A7-F0F6-F588-A2F728B0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C51E56-12A2-03D3-A179-79A01F59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AB656E-E3B6-E780-2F01-002E236D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B3FAF8-1D04-43F2-B037-18BC743643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829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2411E-A3CD-2B7E-EBFC-13822608A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BF693-A6BF-FFC6-20F8-820F5AAE5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A4887D-8A4B-B9F7-C1FD-07F66F2DF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87FCE3-86B1-A7E0-4D19-C76AF84F0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62369F-5CF9-3B09-1881-2915D7B7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D2DF1A-6209-448F-D4A7-2FA293ED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AA60B7-7208-4F4F-8861-93F34B7074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648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CAFC0-50E8-32DA-1825-3E85A28C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471A9A-13A4-0667-B895-A28712ECD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0B8B5B-2536-09B0-9F7B-63FEB3A23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72F2F90-AB0F-BDC1-9B07-AD32E72F4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21029F8-FAE5-04E7-14F3-9899E2CBF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525D7B0-8084-7312-CAF2-F8EE2E98F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6FC1354-9C7C-8CBD-5709-232B4ED2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894044-1385-1C2C-18CD-FDC3CD01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9E6507-874A-4126-9070-0759D4758E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265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B0491-C5D7-D717-2CB6-F2E63E52E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ABD315-ABBF-326C-F545-6BCB0D1E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38FB54-A408-6E7D-CBBD-0763ED7F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A66AC8-821E-1CF6-50A7-D7BDCDBE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6DD336-AB63-43E5-8654-96AF8E6EF3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3989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FCA005-763E-3762-0607-45A42388E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4E8CBBF-EBA1-01ED-F1F8-46C35280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A0359E-F7B5-B44E-3DDF-6043F90E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494A38-E9A1-48DA-9F48-82576E577B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950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0A5EA-BB67-9551-79B4-FF69A199D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25033-1D27-0FBE-2DA4-7372FCD96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448518-8F80-6B6B-389B-82D51EFDA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949387-4F3E-DE3D-3B15-868A6672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7009E5-CA33-DECB-7419-10F9B128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08D05A-E10D-0BCB-F516-F00BCB5C7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6D90A2-29A3-435B-9892-740E6CB706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734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3F822-6809-48C4-FB51-77667CEB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87AEBF6-59D2-9D0B-8458-FAFEAB630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7782FA-2B32-567A-48EF-81C739E3E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31A028-D930-4F70-044B-13E95146E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E03D2E-8298-BD6B-1B76-689EDBC5A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F29749-76D5-6AF2-80C0-BD211F72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CDF3DC-32C7-4397-937E-C5C4512E18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3660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61314-F976-81D4-E080-ABCF59F8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7A6183-9254-2742-C51D-397540DA1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E42948-41FF-C2D0-E62F-476F8998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961229-101A-6984-108D-370B18DC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D095A7-E128-9932-54CA-C7B4F50D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78918-6D67-40C0-B4B4-913B9F7499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396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176A77-F9AB-D433-A210-13E79BA60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B9E665-DD01-1E2D-6AE2-0981F4F4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BE9E47-144F-7C1C-A346-A988BD57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5865A5-1B6D-2E3B-F518-470E008E4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3422D2-B64F-A371-B06C-72D3B363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E2ED43-0985-49C0-9225-FFAC7542E8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9155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3C5A3A-FFB7-E7BF-F6A8-C3DC8AEB3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AF6BCF-D49D-5E43-4D64-C522D214C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8B9917F-D747-DAD9-5BF8-473AFFCF8F1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BDBFE51-0528-DA72-3B34-6663D6D514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184D94A-BDA1-30B2-714D-F7AB740A7F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AC03AD7-7DC1-4675-A2E9-5200E2BE4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99E2F4D-9416-9E9B-2C37-D3838F67D6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1557338"/>
            <a:ext cx="7847012" cy="2043112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FFF8EB"/>
                </a:solidFill>
              </a:rPr>
              <a:t>129</a:t>
            </a:r>
            <a:br>
              <a:rPr lang="en-US" altLang="pt-BR" sz="4000" b="1">
                <a:solidFill>
                  <a:srgbClr val="FFF8EB"/>
                </a:solidFill>
              </a:rPr>
            </a:br>
            <a:r>
              <a:rPr lang="en-US" altLang="pt-BR" sz="4000" b="1">
                <a:solidFill>
                  <a:srgbClr val="FFF8EB"/>
                </a:solidFill>
              </a:rPr>
              <a:t>A FONTE SALVADORA</a:t>
            </a:r>
            <a:br>
              <a:rPr lang="en-US" altLang="pt-BR" sz="4000" b="1">
                <a:solidFill>
                  <a:srgbClr val="FFF8EB"/>
                </a:solidFill>
              </a:rPr>
            </a:br>
            <a:endParaRPr lang="en-US" altLang="pt-BR" sz="4000" b="1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E60150E-D088-E04B-65B8-C9AC7020C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233863"/>
          </a:xfrm>
        </p:spPr>
        <p:txBody>
          <a:bodyPr/>
          <a:lstStyle/>
          <a:p>
            <a:r>
              <a:rPr lang="en-US" altLang="pt-BR">
                <a:solidFill>
                  <a:srgbClr val="FFF8EB"/>
                </a:solidFill>
              </a:rPr>
              <a:t>Ó pecador, vem à fonte, 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Com o teu fardo de dor, 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Vem sepultá-lo nas águas; 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Paz acharás no Senhor.</a:t>
            </a:r>
            <a:br>
              <a:rPr lang="en-US" altLang="pt-BR">
                <a:solidFill>
                  <a:srgbClr val="FFF8EB"/>
                </a:solidFill>
              </a:rPr>
            </a:br>
            <a:endParaRPr lang="en-US" altLang="pt-BR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2732CCF-2811-3819-4AC4-352C5E0D1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026025"/>
          </a:xfrm>
        </p:spPr>
        <p:txBody>
          <a:bodyPr/>
          <a:lstStyle/>
          <a:p>
            <a:r>
              <a:rPr lang="en-US" altLang="pt-BR" sz="4000" b="1" i="1">
                <a:solidFill>
                  <a:srgbClr val="FFF8EB"/>
                </a:solidFill>
              </a:rPr>
              <a:t>Depressa vem, depressa vem!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Um só instante não queiras perder; Jesus espera salvar-te;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Mercê p'ra ti, Ele tem.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endParaRPr lang="en-US" altLang="pt-BR" sz="4000" b="1" i="1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E553C7-B671-32B1-45C0-F8019B460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4738687"/>
          </a:xfrm>
        </p:spPr>
        <p:txBody>
          <a:bodyPr/>
          <a:lstStyle/>
          <a:p>
            <a:r>
              <a:rPr lang="en-US" altLang="pt-BR">
                <a:solidFill>
                  <a:srgbClr val="FFF8EB"/>
                </a:solidFill>
              </a:rPr>
              <a:t>Como estás, vem à fonte, 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Jesus esperando está; 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E tua alma manchada 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Alva e pura será.</a:t>
            </a:r>
            <a:br>
              <a:rPr lang="en-US" altLang="pt-BR">
                <a:solidFill>
                  <a:srgbClr val="FFF8EB"/>
                </a:solidFill>
              </a:rPr>
            </a:br>
            <a:endParaRPr lang="en-US" altLang="pt-BR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8D47140E-1185-87CB-D880-EA22E492C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752975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8EB"/>
                </a:solidFill>
              </a:rPr>
              <a:t>Depressa vem, depressa vem!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Um só instante não queiras perder; Jesus espera salvar-te;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Mercê p'ra ti, Ele tem.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endParaRPr lang="en-US" altLang="pt-BR" sz="4000" b="1" i="1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9EAD916-0929-8FE1-6392-860BA3E19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667250"/>
          </a:xfrm>
        </p:spPr>
        <p:txBody>
          <a:bodyPr/>
          <a:lstStyle/>
          <a:p>
            <a:r>
              <a:rPr lang="en-US" altLang="pt-BR">
                <a:solidFill>
                  <a:srgbClr val="FFF8EB"/>
                </a:solidFill>
              </a:rPr>
              <a:t>O Salvador não despreza 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Quem, arrependido, crer.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A vida eterna esperando 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De Suas mãos receber.</a:t>
            </a:r>
            <a:br>
              <a:rPr lang="en-US" altLang="pt-BR">
                <a:solidFill>
                  <a:srgbClr val="FFF8EB"/>
                </a:solidFill>
              </a:rPr>
            </a:br>
            <a:endParaRPr lang="en-US" altLang="pt-BR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893768DC-BD0E-193B-30AC-C54C4B381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608513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8EB"/>
                </a:solidFill>
              </a:rPr>
              <a:t>Depressa vem, depressa vem!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Um só instante não queiras perder; Jesus espera salvar-te;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Mercê p'ra ti, Ele tem.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endParaRPr lang="en-US" altLang="pt-BR" sz="4000" b="1" i="1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245607C-0C6C-AF37-B269-1F1F79437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738688"/>
          </a:xfrm>
        </p:spPr>
        <p:txBody>
          <a:bodyPr/>
          <a:lstStyle/>
          <a:p>
            <a:r>
              <a:rPr lang="en-US" altLang="pt-BR">
                <a:solidFill>
                  <a:srgbClr val="FFF8EB"/>
                </a:solidFill>
              </a:rPr>
              <a:t>Vem ser curado na fonte;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Jesus a paz te quer dar;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Vem, humilhado e contrito,</a:t>
            </a: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Tua alma purificar.	</a:t>
            </a:r>
            <a:br>
              <a:rPr lang="en-US" altLang="pt-BR">
                <a:solidFill>
                  <a:srgbClr val="FFF8EB"/>
                </a:solidFill>
              </a:rPr>
            </a:br>
            <a:br>
              <a:rPr lang="en-US" altLang="pt-BR">
                <a:solidFill>
                  <a:srgbClr val="FFF8EB"/>
                </a:solidFill>
              </a:rPr>
            </a:br>
            <a:r>
              <a:rPr lang="en-US" altLang="pt-BR">
                <a:solidFill>
                  <a:srgbClr val="FFF8EB"/>
                </a:solidFill>
              </a:rPr>
              <a:t>								</a:t>
            </a:r>
            <a:r>
              <a:rPr lang="en-US" altLang="pt-BR" sz="1800">
                <a:solidFill>
                  <a:srgbClr val="FFF8EB"/>
                </a:solidFill>
              </a:rPr>
              <a:t>A.S.</a:t>
            </a:r>
            <a:br>
              <a:rPr lang="en-US" altLang="pt-BR">
                <a:solidFill>
                  <a:srgbClr val="FFF8EB"/>
                </a:solidFill>
              </a:rPr>
            </a:br>
            <a:endParaRPr lang="en-US" altLang="pt-BR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CEAA3CF6-08C5-68ED-B4DB-34D554A18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4752975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8EB"/>
                </a:solidFill>
              </a:rPr>
              <a:t>Depressa vem, depressa vem!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Um só instante não queiras perder; 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Jesus espera salvar-te;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r>
              <a:rPr lang="en-US" altLang="pt-BR" sz="4000" b="1" i="1">
                <a:solidFill>
                  <a:srgbClr val="FFF8EB"/>
                </a:solidFill>
              </a:rPr>
              <a:t>Mercê p'ra ti, Ele tem.</a:t>
            </a:r>
            <a:br>
              <a:rPr lang="en-US" altLang="pt-BR" sz="4000" b="1" i="1">
                <a:solidFill>
                  <a:srgbClr val="FFF8EB"/>
                </a:solidFill>
              </a:rPr>
            </a:br>
            <a:endParaRPr lang="en-US" altLang="pt-BR" sz="4000" b="1" i="1">
              <a:solidFill>
                <a:srgbClr val="FFF8E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129 A FONTE SALVADORA </vt:lpstr>
      <vt:lpstr>Ó pecador, vem à fonte,  Com o teu fardo de dor,  Vem sepultá-lo nas águas;  Paz acharás no Senhor. </vt:lpstr>
      <vt:lpstr>Depressa vem, depressa vem! Um só instante não queiras perder; Jesus espera salvar-te; Mercê p'ra ti, Ele tem. </vt:lpstr>
      <vt:lpstr>Como estás, vem à fonte,  Jesus esperando está;  E tua alma manchada  Alva e pura será. </vt:lpstr>
      <vt:lpstr>Depressa vem, depressa vem! Um só instante não queiras perder; Jesus espera salvar-te; Mercê p'ra ti, Ele tem. </vt:lpstr>
      <vt:lpstr>O Salvador não despreza  Quem, arrependido, crer. A vida eterna esperando  De Suas mãos receber. </vt:lpstr>
      <vt:lpstr>Depressa vem, depressa vem! Um só instante não queiras perder; Jesus espera salvar-te; Mercê p'ra ti, Ele tem. </vt:lpstr>
      <vt:lpstr>Vem ser curado na fonte; Jesus a paz te quer dar; Vem, humilhado e contrito, Tua alma purificar.           A.S. </vt:lpstr>
      <vt:lpstr>Depressa vem, depressa vem! Um só instante não queiras perder;  Jesus espera salvar-te; Mercê p'ra ti, Ele tem.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129 - A FONTE SALVADORA </dc:title>
  <dc:creator>Montagna</dc:creator>
  <cp:lastModifiedBy>Emerson Souza</cp:lastModifiedBy>
  <cp:revision>3</cp:revision>
  <dcterms:created xsi:type="dcterms:W3CDTF">2005-10-16T03:10:50Z</dcterms:created>
  <dcterms:modified xsi:type="dcterms:W3CDTF">2026-05-02T21:47:31Z</dcterms:modified>
</cp:coreProperties>
</file>