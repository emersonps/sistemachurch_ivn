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B3252-084D-B239-09C2-48F623C82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65E281-3032-6F1B-CD7D-E6D1C145C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30F5A0-3EB2-06E0-0511-27C70CEE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6566D4-6246-7619-584C-E82DD183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32B256-CFCE-6887-044D-BF90C336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FCF2DF-50FF-42F0-97A5-F586E9F70D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699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24DB2-C9B8-366D-8DF9-D715BA00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3EDA68-18B5-B053-221F-810735F32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9EAB01-E1BF-B68C-1ECE-FA8560AA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504A57-8E4A-E4C9-2500-A553F924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458223-6F66-5954-3A1F-A0BC98A9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870F7F-1D43-490D-B5E8-2EB7154BAE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406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0FCEA-43F6-5F74-47F1-56ABE59E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BF1551-D5E6-3870-A98E-ACF20C11E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41CE66-4B02-C721-BB35-C2D06668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07316D-8413-363E-62A5-6895D111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6398F3-8EF6-5399-7CEC-16A4211B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AAD35-1D19-4D82-8FDE-B3977FCC45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382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07C36-2701-CF96-F826-204D1681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7AF87A-ABBF-C3C4-0454-B7D42A47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278E1F-895B-9C3F-35DD-D04C556FD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E5203B-5581-747F-CDEF-0C8B3971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ACA529-B1D8-667E-9568-C819C358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97F468-6D41-77F4-BB57-E63D64F2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39AA51-3F47-459D-B9C7-B8FC47093F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731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67979-88E7-8F88-EF37-D7BACB9B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62E92E-88B8-7AD5-943E-4F9D9F966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A467FB-7E68-A619-A63C-D23ECA183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AB7BA7-6420-6945-D643-98C12B6FB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D0EAFE-E08F-4137-5CAB-1C635DFFD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2E7F18-6F45-ACB6-6F25-5832A34C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31ACF9C-30D3-3B80-171A-0EDDF549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5542B35-C69A-8384-217F-19316BE8B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438650-78BC-4EA2-82AF-C7AF0114B7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035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C07BE-1AC2-CE95-D78E-42175548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1B8F97-EFC6-413C-5F36-7D153476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5A652B-9E1B-B589-4C20-82CB5D04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346A3BA-BADC-73EF-FBC5-13FEF471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019881-F61B-421F-BDE0-4DF2FA5911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030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F242363-8A85-7417-DF92-41188257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C4EDAF0-DE3A-6D1F-ADEB-B0D07A25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7A2801-A3AB-FA33-44A5-118781F1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498A8-DF62-469D-B7AB-C7F9293E64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542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C80B0-21A5-B980-93A1-BCBF4789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39BD85-B9A7-3A4E-4B69-2B4B9FEDC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BC1E1E-766F-F058-FE15-3A9621ACE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EDC88C-8CE4-03CE-B493-5BD0315C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EDADAF-8A3F-3533-5503-2B9D2D03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1A534E-F78B-A714-FE14-F58689B8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DDD96-6771-4839-917E-1AA409C810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080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9C700-8E28-F988-2912-D93D651C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1366B4-1E22-9BA4-E092-59C8FF8D9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A02586F-CA16-C302-DB51-3A60ECD63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391A8B-C345-ED5B-FBCA-EF4B454E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68D823-6040-83C4-5C4B-6D70E0C16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C03167-1D6A-E9AE-42D5-E94DECB1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319524-D456-4921-828F-66E42A7193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4264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7A2A2-0990-2F25-7D71-081F8499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199BCF-CE05-59B7-C2A4-AB356396A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EB9F14-2EDF-E430-C80B-F068E4C0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EC6978-C8B4-D17D-792F-4C0FEC8A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2B9C90-5408-5CC6-53AA-06D7DF09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71498F-EE99-4404-9A3A-40C17D3B7C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220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64FFF5-84D1-186E-34D3-C3235351B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87B677-F9D5-FDD8-7D83-1B4C5B38D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A27E12-1002-08FF-95B9-E1547070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0DAFC1-2C23-7B10-24E6-22AF1E77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C4722D-5216-A1DC-6C6B-62A770BA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FE55D-3F53-4C6C-AAA4-1F5F684FA8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5104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A22D75A-C6C2-220F-54AA-94334EEDF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2C4B3E9-06F0-BC70-CE4F-88F633198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E0EA12A-6F93-5694-C387-6ADE29ED92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F087921-5363-6E7B-B7A8-1BC431E6C8B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A6D406E-1394-6F96-CBA1-DC3A9985E5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D560366-8D27-49E5-8A75-03A74683481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843A701-BCBC-AE4A-5775-5A05AC14D0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860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479 – Ao raiar do novo ano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342A3B9-EA9A-2F4E-EC54-D743DBB4EB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30C97EB-C2C3-3A1F-46EC-888937140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É meia noite, o ano já fenece,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Nós elevamos os olhos aos céus,</a:t>
            </a:r>
            <a:r>
              <a:rPr lang="en-US" altLang="pt-BR" sz="4000"/>
              <a:t> </a:t>
            </a:r>
            <a:r>
              <a:rPr lang="en-US" altLang="pt-BR" sz="4000" i="1"/>
              <a:t>Todos orando para que comece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ano novo na graça de Deus.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5632AFF-DFD2-8BBF-7E15-AE4282549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As nossas vozes juntas levantemos,</a:t>
            </a:r>
            <a:r>
              <a:rPr lang="en-US" altLang="pt-BR" sz="4000"/>
              <a:t> </a:t>
            </a:r>
            <a:r>
              <a:rPr lang="en-US" altLang="pt-BR" sz="4000" b="1" i="1"/>
              <a:t>Com alegria e suave som;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gratidão a Cristo, jubilemos,</a:t>
            </a:r>
            <a:r>
              <a:rPr lang="en-US" altLang="pt-BR" sz="4000" i="1"/>
              <a:t> </a:t>
            </a:r>
            <a:r>
              <a:rPr lang="en-US" altLang="pt-BR" sz="4000" b="1" i="1"/>
              <a:t>Pelo raiar de mais um ano bom.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693C640-0237-C606-36F6-675AEE59E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Senhor, pedimos nós ardentemente,</a:t>
            </a:r>
            <a:r>
              <a:rPr lang="en-US" altLang="pt-BR" sz="4000"/>
              <a:t> </a:t>
            </a:r>
            <a:r>
              <a:rPr lang="en-US" altLang="pt-BR" sz="4000" i="1"/>
              <a:t>Ouve, por Teu infinito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Salva da nossa pátria toda gente,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Tua honra, e pra Teu louvor.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1EA924E-0CDA-639A-B535-DAE0E09C8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As nossas vozes juntas levantemos,</a:t>
            </a:r>
            <a:r>
              <a:rPr lang="en-US" altLang="pt-BR" sz="4000"/>
              <a:t> </a:t>
            </a:r>
            <a:r>
              <a:rPr lang="en-US" altLang="pt-BR" sz="4000" b="1" i="1"/>
              <a:t>Com alegria e suave som;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gratidão a Cristo, jubilemos,</a:t>
            </a:r>
            <a:r>
              <a:rPr lang="en-US" altLang="pt-BR" sz="4000" i="1"/>
              <a:t> </a:t>
            </a:r>
            <a:r>
              <a:rPr lang="en-US" altLang="pt-BR" sz="4000" b="1" i="1"/>
              <a:t>Pelo raiar de mais um ano bom.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6938A1F-BDA3-0953-DB3C-F94F92A49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As nossas almas torna impolutas,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nos deixando em fraqueza cair,</a:t>
            </a:r>
            <a:r>
              <a:rPr lang="en-US" altLang="pt-BR" sz="4000"/>
              <a:t> </a:t>
            </a:r>
            <a:r>
              <a:rPr lang="en-US" altLang="pt-BR" sz="4000" i="1"/>
              <a:t>Nossa oração, Senhor, hoje escuta,</a:t>
            </a:r>
            <a:r>
              <a:rPr lang="en-US" altLang="pt-BR" sz="4000"/>
              <a:t> </a:t>
            </a:r>
            <a:r>
              <a:rPr lang="en-US" altLang="pt-BR" sz="4000" i="1"/>
              <a:t>Para podermos aqui Te servir.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DF3D13F-7C30-41DE-819C-81D754D00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As nossas vozes juntas levantemos,</a:t>
            </a:r>
            <a:r>
              <a:rPr lang="en-US" altLang="pt-BR" sz="4000"/>
              <a:t> </a:t>
            </a:r>
            <a:r>
              <a:rPr lang="en-US" altLang="pt-BR" sz="4000" b="1" i="1"/>
              <a:t>Com alegria e suave som;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gratidão a Cristo, jubilemos,</a:t>
            </a:r>
            <a:r>
              <a:rPr lang="en-US" altLang="pt-BR" sz="4000" i="1"/>
              <a:t> </a:t>
            </a:r>
            <a:r>
              <a:rPr lang="en-US" altLang="pt-BR" sz="4000" b="1" i="1"/>
              <a:t>Pelo raiar de mais um ano bom.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D631051-E106-80DA-2A43-EB2E79622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Graças a Ti, por esse ano findo,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nos supriste com muito poder;</a:t>
            </a:r>
            <a:r>
              <a:rPr lang="en-US" altLang="pt-BR" sz="4000"/>
              <a:t> </a:t>
            </a:r>
            <a:r>
              <a:rPr lang="en-US" altLang="pt-BR" sz="4000" i="1"/>
              <a:t>Graças a Ti, por esse ano vindo,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bênçãos mil vamos nós receber.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5AEE829-A6E7-8161-7061-6B406C35F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As nossas vozes juntas levantemos,</a:t>
            </a:r>
            <a:r>
              <a:rPr lang="en-US" altLang="pt-BR" sz="4000"/>
              <a:t> </a:t>
            </a:r>
            <a:r>
              <a:rPr lang="en-US" altLang="pt-BR" sz="4000" b="1" i="1"/>
              <a:t>Com alegria e suave som;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Em gratidão a Cristo, jubilemos,</a:t>
            </a:r>
            <a:r>
              <a:rPr lang="en-US" altLang="pt-BR" sz="4000" i="1"/>
              <a:t> </a:t>
            </a:r>
            <a:r>
              <a:rPr lang="en-US" altLang="pt-BR" sz="4000" b="1" i="1"/>
              <a:t>Pelo raiar de mais um ano bom.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479 – Ao raiar do novo ano</vt:lpstr>
      <vt:lpstr>É meia noite, o ano já fenece,  Nós elevamos os olhos aos céus, Todos orando para que comece  O ano novo na graça de Deus.  </vt:lpstr>
      <vt:lpstr>As nossas vozes juntas levantemos, Com alegria e suave som;  Em gratidão a Cristo, jubilemos, Pelo raiar de mais um ano bom. </vt:lpstr>
      <vt:lpstr>  Senhor, pedimos nós ardentemente, Ouve, por Teu infinito amor;  Salva da nossa pátria toda gente,  Pra Tua honra, e pra Teu louvor.  </vt:lpstr>
      <vt:lpstr>As nossas vozes juntas levantemos, Com alegria e suave som;  Em gratidão a Cristo, jubilemos, Pelo raiar de mais um ano bom. </vt:lpstr>
      <vt:lpstr>As nossas almas torna impolutas,  Não nos deixando em fraqueza cair, Nossa oração, Senhor, hoje escuta, Para podermos aqui Te servir.  </vt:lpstr>
      <vt:lpstr>As nossas vozes juntas levantemos, Com alegria e suave som;  Em gratidão a Cristo, jubilemos, Pelo raiar de mais um ano bom. </vt:lpstr>
      <vt:lpstr>Graças a Ti, por esse ano findo,  Pois nos supriste com muito poder; Graças a Ti, por esse ano vindo,  Pois bênçãos mil vamos nós receber.</vt:lpstr>
      <vt:lpstr>As nossas vozes juntas levantemos, Com alegria e suave som;  Em gratidão a Cristo, jubilemos, Pelo raiar de mais um ano bom.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479 – Ao raiar do novo ano</dc:title>
  <dc:creator>Junior</dc:creator>
  <cp:lastModifiedBy>Emerson Souza</cp:lastModifiedBy>
  <cp:revision>1</cp:revision>
  <dcterms:created xsi:type="dcterms:W3CDTF">2005-12-25T21:56:45Z</dcterms:created>
  <dcterms:modified xsi:type="dcterms:W3CDTF">2026-05-02T22:17:09Z</dcterms:modified>
</cp:coreProperties>
</file>