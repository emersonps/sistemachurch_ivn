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516B6-A925-156B-23C5-D08E64197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65A943-7237-DFE3-DBDC-6156FB7AC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3ED6A-7785-92CA-E370-05CA59B3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1BC08E-3F4C-185B-D0D9-8CA82FB5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EECFA7-9794-ADE1-ED7E-8E8751F7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0CF19B-6BB6-47E4-9F6E-CDDBD2C30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659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5C7A-2B0D-16F6-55AE-AB7781DE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51A3B9-C145-2E65-230B-A44905E44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D2B028-E252-62A4-2320-394945A1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223556-28D0-B0D7-ACF9-472BD44B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53F850-FA9E-E9D4-0269-BFA66A10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2ECC0-5ED7-48A5-8263-BE92287D81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04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1C77B-9454-BAF8-6948-BEE2394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3EC1D-17AC-D76A-76E8-221657B9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8BC0D-BB96-3E73-5C6F-C5A07294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01CC04-9B0C-DAED-1EBC-FB820526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D498B-D5D1-7824-F35F-44A3EBA6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D8EBF-ADE1-4F6D-A810-59B2943FF6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085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8324A-A692-3010-AD28-A40322E4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2CDBC4-48ED-B12F-4C77-F205D64F3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BD563F-F386-A4FD-9A83-D182C268A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0FD54C-F052-FEEE-DDDC-78AE023B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F3CA02-5154-39D1-F765-B6EA9A02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FA4A97-88DB-CA53-6423-0B38E06D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34AC0B-E4C2-4A3C-BBCC-1D824E9DB8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527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FF19F-84A9-8476-9C07-4FE5C83E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C70D3B-2421-3A78-B1DD-1EA225C29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6DD4D0-8C2F-2A2B-89D8-B2465BF5B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A975E7-9996-6177-94A4-A2FEE123A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50C15D-4469-DAD4-C012-632AC7E69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CB9874-0D67-96EF-732A-1E79256E2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3B9A11-E5A4-4C37-DAC5-9C94EC0D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33DD77-61EB-2038-C591-7419B8ED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80E96D-BEA5-4CE0-A9EC-2E3117443E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60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C429C-ED55-5F0C-0ECA-71F277F8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7A3C93-9E27-78EA-202C-76BCEAA7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3F0FC0-BF1E-AC35-31D3-F0FF515A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2D2C2A-760D-41D2-45F3-7F791964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48876-C09E-43C4-BE68-630F66C9F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895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731DF8-2C88-85FC-D536-3DE18E1E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229916-D908-256B-4946-635E08BB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AC430B-F7C5-06FB-1B25-DB3D15E6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36704-4B04-4725-8B1A-C0FE5E8FBF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57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CF42B-611B-5F89-26CF-5E8E1F66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A850C-F185-D58F-9EB1-65358A09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7CC42C-6A98-D5F4-1B30-7B6903EC9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B08C22-24D9-C724-99BF-AA5E84A9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32DC56-3809-CAD3-757E-079C8345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BA302F-091D-215E-23AF-62452F0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C0E8C-5D6F-4239-96E1-30BEADF6FE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12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1F2FA-08FA-B25E-5EEB-B1BD8694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45BA94-D54E-9064-FDC0-8D901A582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5815DA-C7D6-246B-0C00-7B779193E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589D4D-1EAC-3D97-90D5-79C40BCE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02023F-7E06-2DD1-875F-AF9A9246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9076D0-DB03-941D-2EB7-F870DA04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98485-0DA9-4DCC-983C-369208887C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089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AABB3-B576-F59C-2F77-B0AB9548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4840C5-390F-B3C0-B8C8-A8C6EE375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83175A-00AB-336D-8F34-2A642839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1B8153-FA1E-311A-1AFE-BDD3D43E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E8356C-7E38-15E6-BC90-41C290C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6744F-E584-4720-8C2B-5BF40192AF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833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911B7F-B01C-D55A-1734-88A33E0C1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F59A57-6AD7-4067-9627-BC55D31E6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C7A1F8-F194-A746-8A02-487A21C0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D33FBF-0F7D-56F7-BF14-76199402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D2A5C6-BF12-32AF-413B-3D2413A6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25EEE7-00B0-42B3-B811-F795FFBE77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036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6F29BF-B7BC-1F12-F302-F6412BABC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593C65-0453-E46A-84A2-467382195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2E1557C-D621-0E7E-0B4C-048F50C02E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436539-4BA1-166E-B861-9C11817E19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1BED959-BBE0-7828-5414-E1296F0703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8AEA0E-B1CC-44B0-BDAF-893BEC7A049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13217D-4E19-CCB5-6F3F-6728102F3F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2133600"/>
            <a:ext cx="8458200" cy="1470025"/>
          </a:xfrm>
        </p:spPr>
        <p:txBody>
          <a:bodyPr anchor="ctr"/>
          <a:lstStyle/>
          <a:p>
            <a:r>
              <a:rPr lang="en-US" altLang="pt-BR" sz="3400" b="1"/>
              <a:t>376 – Vamos Todos Trabalhar</a:t>
            </a:r>
            <a:endParaRPr lang="en-US" altLang="pt-BR" sz="3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D2D1051-F793-98EF-E860-F92F4F0BD9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16F58F5-24C0-7F9A-C524-6F08DBECC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400" i="1"/>
              <a:t>Vamos todos trabalhar para o Senhor Jesus, </a:t>
            </a:r>
            <a:br>
              <a:rPr lang="en-US" altLang="pt-BR" sz="3400" i="1"/>
            </a:br>
            <a:r>
              <a:rPr lang="en-US" altLang="pt-BR" sz="3400" i="1"/>
              <a:t>Nosso guia Ele é, para o campo nos conduz, </a:t>
            </a:r>
            <a:br>
              <a:rPr lang="en-US" altLang="pt-BR" sz="3400" i="1"/>
            </a:br>
            <a:r>
              <a:rPr lang="en-US" altLang="pt-BR" sz="3400" i="1"/>
              <a:t>Prontos nós devemos 'star, </a:t>
            </a:r>
            <a:br>
              <a:rPr lang="en-US" altLang="pt-BR" sz="3400" i="1"/>
            </a:br>
            <a:r>
              <a:rPr lang="en-US" altLang="pt-BR" sz="3400" i="1"/>
              <a:t>Pois Jesus não vai tardar. </a:t>
            </a:r>
            <a:br>
              <a:rPr lang="en-US" altLang="pt-BR" sz="3400" i="1"/>
            </a:br>
            <a:r>
              <a:rPr lang="en-US" altLang="pt-BR" sz="3400" i="1"/>
              <a:t>Subiremos para o céu, onde vamos habitar.  </a:t>
            </a:r>
            <a:endParaRPr lang="en-US" altLang="pt-BR"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3605B02-E5B8-B139-671C-B35160A59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400" i="1"/>
              <a:t>Reunidos em amor, com Jesus, o Salvador, Vamos sempre nos lembrar </a:t>
            </a:r>
            <a:br>
              <a:rPr lang="en-US" altLang="pt-BR" sz="3400" i="1"/>
            </a:br>
            <a:r>
              <a:rPr lang="en-US" altLang="pt-BR" sz="3400" i="1"/>
              <a:t>Das palavras do Senhor: </a:t>
            </a:r>
            <a:br>
              <a:rPr lang="en-US" altLang="pt-BR" sz="3400" i="1"/>
            </a:br>
            <a:r>
              <a:rPr lang="en-US" altLang="pt-BR" sz="3400" i="1"/>
              <a:t>“Orfãos não vos deixarei, mas ao Pai, </a:t>
            </a:r>
            <a:br>
              <a:rPr lang="en-US" altLang="pt-BR" sz="3400" i="1"/>
            </a:br>
            <a:r>
              <a:rPr lang="en-US" altLang="pt-BR" sz="3400" i="1"/>
              <a:t>Eu rogarei, Dar-vos o Consolador, </a:t>
            </a:r>
            <a:br>
              <a:rPr lang="en-US" altLang="pt-BR" sz="3400" i="1"/>
            </a:br>
            <a:r>
              <a:rPr lang="en-US" altLang="pt-BR" sz="3400" i="1"/>
              <a:t>Que do céu enviarei”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E05B91A-CD84-3B9E-BDD1-D4838D5EF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400" i="1"/>
              <a:t>Aos discípulos ordenou, logo após ressuscitar: O Evangelho de amor,</a:t>
            </a:r>
            <a:br>
              <a:rPr lang="en-US" altLang="pt-BR" sz="3400" i="1"/>
            </a:br>
            <a:r>
              <a:rPr lang="en-US" altLang="pt-BR" sz="3400" i="1"/>
              <a:t>Ide a todos, sim, pregar,</a:t>
            </a:r>
            <a:br>
              <a:rPr lang="en-US" altLang="pt-BR" sz="3400" i="1"/>
            </a:br>
            <a:r>
              <a:rPr lang="en-US" altLang="pt-BR" sz="3400" i="1"/>
              <a:t>O que crê se salvará, e sinais receberá, </a:t>
            </a:r>
            <a:br>
              <a:rPr lang="en-US" altLang="pt-BR" sz="3400" i="1"/>
            </a:br>
            <a:r>
              <a:rPr lang="en-US" altLang="pt-BR" sz="3400" i="1"/>
              <a:t>Pelo Espírito de Deus, novas línguas falará”.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9F8A7E-8032-0F62-011B-960F956F5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400" i="1"/>
              <a:t>Este selo de amor foi mandado por Jesus, </a:t>
            </a:r>
            <a:br>
              <a:rPr lang="en-US" altLang="pt-BR" sz="3400" i="1"/>
            </a:br>
            <a:r>
              <a:rPr lang="en-US" altLang="pt-BR" sz="3400" i="1"/>
              <a:t>O cenác’lo todo encheu </a:t>
            </a:r>
            <a:br>
              <a:rPr lang="en-US" altLang="pt-BR" sz="3400" i="1"/>
            </a:br>
            <a:r>
              <a:rPr lang="en-US" altLang="pt-BR" sz="3400" i="1"/>
              <a:t>De poder do céu, de luz, </a:t>
            </a:r>
            <a:br>
              <a:rPr lang="en-US" altLang="pt-BR" sz="3400" i="1"/>
            </a:br>
            <a:r>
              <a:rPr lang="en-US" altLang="pt-BR" sz="3400" i="1"/>
              <a:t>Compungidos, os judeus, </a:t>
            </a:r>
            <a:br>
              <a:rPr lang="en-US" altLang="pt-BR" sz="3400" i="1"/>
            </a:br>
            <a:r>
              <a:rPr lang="en-US" altLang="pt-BR" sz="3400" i="1"/>
              <a:t>Creram no Rei divinal; </a:t>
            </a:r>
            <a:br>
              <a:rPr lang="en-US" altLang="pt-BR" sz="3400" i="1"/>
            </a:br>
            <a:r>
              <a:rPr lang="en-US" altLang="pt-BR" sz="3400" i="1"/>
              <a:t>Aceitaram a Jesus pelo poder do sinal.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376 – Vamos Todos Trabalhar</vt:lpstr>
      <vt:lpstr>Vamos todos trabalhar para o Senhor Jesus,  Nosso guia Ele é, para o campo nos conduz,  Prontos nós devemos 'star,  Pois Jesus não vai tardar.  Subiremos para o céu, onde vamos habitar.  </vt:lpstr>
      <vt:lpstr>Reunidos em amor, com Jesus, o Salvador, Vamos sempre nos lembrar  Das palavras do Senhor:  “Orfãos não vos deixarei, mas ao Pai,  Eu rogarei, Dar-vos o Consolador,  Que do céu enviarei”  </vt:lpstr>
      <vt:lpstr>Aos discípulos ordenou, logo após ressuscitar: O Evangelho de amor, Ide a todos, sim, pregar, O que crê se salvará, e sinais receberá,  Pelo Espírito de Deus, novas línguas falará”.  </vt:lpstr>
      <vt:lpstr>Este selo de amor foi mandado por Jesus,  O cenác’lo todo encheu  De poder do céu, de luz,  Compungidos, os judeus,  Creram no Rei divinal;  Aceitaram a Jesus pelo poder do sinal.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376 – Vamos Todos Trabalhar</dc:title>
  <dc:creator>Junior</dc:creator>
  <cp:lastModifiedBy>Emerson Souza</cp:lastModifiedBy>
  <cp:revision>1</cp:revision>
  <dcterms:created xsi:type="dcterms:W3CDTF">2005-12-26T22:45:02Z</dcterms:created>
  <dcterms:modified xsi:type="dcterms:W3CDTF">2026-05-02T22:08:16Z</dcterms:modified>
</cp:coreProperties>
</file>