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6AA47009-6678-27C3-B179-23BB04D4142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2291" name="Group 3">
              <a:extLst>
                <a:ext uri="{FF2B5EF4-FFF2-40B4-BE49-F238E27FC236}">
                  <a16:creationId xmlns:a16="http://schemas.microsoft.com/office/drawing/2014/main" id="{55A0C3E2-6D68-0ADE-635E-082117D49C5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2292" name="Freeform 4">
                <a:extLst>
                  <a:ext uri="{FF2B5EF4-FFF2-40B4-BE49-F238E27FC236}">
                    <a16:creationId xmlns:a16="http://schemas.microsoft.com/office/drawing/2014/main" id="{475733B8-C5FC-785B-6106-83C0CA95AE6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3" name="Freeform 5">
                <a:extLst>
                  <a:ext uri="{FF2B5EF4-FFF2-40B4-BE49-F238E27FC236}">
                    <a16:creationId xmlns:a16="http://schemas.microsoft.com/office/drawing/2014/main" id="{CBC14552-11B8-942D-C0E7-224853D5BEF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4" name="Freeform 6">
                <a:extLst>
                  <a:ext uri="{FF2B5EF4-FFF2-40B4-BE49-F238E27FC236}">
                    <a16:creationId xmlns:a16="http://schemas.microsoft.com/office/drawing/2014/main" id="{13A47F5B-B549-7100-5C24-D58AAA08EB8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5" name="Freeform 7">
                <a:extLst>
                  <a:ext uri="{FF2B5EF4-FFF2-40B4-BE49-F238E27FC236}">
                    <a16:creationId xmlns:a16="http://schemas.microsoft.com/office/drawing/2014/main" id="{A60C39CF-6FD9-EC61-540D-F155F5E04F1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6" name="Freeform 8">
                <a:extLst>
                  <a:ext uri="{FF2B5EF4-FFF2-40B4-BE49-F238E27FC236}">
                    <a16:creationId xmlns:a16="http://schemas.microsoft.com/office/drawing/2014/main" id="{C128E81C-9502-ED96-3343-E0C7370560F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2297" name="Freeform 9">
              <a:extLst>
                <a:ext uri="{FF2B5EF4-FFF2-40B4-BE49-F238E27FC236}">
                  <a16:creationId xmlns:a16="http://schemas.microsoft.com/office/drawing/2014/main" id="{7D932476-4DD1-94C0-14AD-EF7894B50A9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8" name="Freeform 10">
              <a:extLst>
                <a:ext uri="{FF2B5EF4-FFF2-40B4-BE49-F238E27FC236}">
                  <a16:creationId xmlns:a16="http://schemas.microsoft.com/office/drawing/2014/main" id="{91D2BE92-79C6-261F-05E3-4BBC8F71DF8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C42D5550-9BBF-964D-303C-ADAE01DC8EC2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2300" name="Rectangle 12">
            <a:extLst>
              <a:ext uri="{FF2B5EF4-FFF2-40B4-BE49-F238E27FC236}">
                <a16:creationId xmlns:a16="http://schemas.microsoft.com/office/drawing/2014/main" id="{504151D5-4125-E684-928A-3A0F6BF473C3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2301" name="Rectangle 13">
            <a:extLst>
              <a:ext uri="{FF2B5EF4-FFF2-40B4-BE49-F238E27FC236}">
                <a16:creationId xmlns:a16="http://schemas.microsoft.com/office/drawing/2014/main" id="{95B609C3-FC37-6EEA-DC59-24CE8EC28B25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2302" name="Rectangle 14">
            <a:extLst>
              <a:ext uri="{FF2B5EF4-FFF2-40B4-BE49-F238E27FC236}">
                <a16:creationId xmlns:a16="http://schemas.microsoft.com/office/drawing/2014/main" id="{234D6302-0C2C-DE8F-6CDA-9907EA052BC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C92F6A36-B55D-96D1-6871-4289F7E028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B19AE84-ED75-4880-B2F1-17C9DB7AE6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A927E-A880-927C-5C02-B0C0F660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A78080-0DAC-3E81-F094-B93C7B6A2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D4D0EF-502E-04B4-C55E-FD7FB39E5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F92ED1-7AD8-F18F-C421-D2E1123F27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6E40E39-E711-478A-AE66-9ED5656F67B9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D98834-8BF7-0BD9-B1F5-71A49BC300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913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C4D413-0EEC-DE5F-DFE1-475DA36A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5179F6-5C7C-4694-57B0-A28980C5D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6B6B69-8AA6-5916-1ADD-372D1E94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0A065A-4352-0B5E-3CEA-D8ADECA0D2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CC5FE6D-C744-4184-9B50-B897028D1ACF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176264-D4A4-83E6-2A80-10F116A5A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825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F6F7E-0AF6-D010-8001-ED72E9729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83C6BB-DEB2-FB93-DE15-498DAF788A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36444F-773C-0A0E-E397-5C1960A7B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A507A2-6A61-BA76-1D60-92FB3CE58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F5CC55-FFE9-8EA1-F86F-7E2F90DB3F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7635221-1560-42FE-8ADC-9CC57C9FAA38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A94F097B-2E14-9F42-DFD3-C8E4ABF93B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820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F066E-51FB-315F-A2DF-AEC414F64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03CEB6-5990-1902-61AD-AC78FA659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2BA392-ABA7-1E57-0E3E-964D6A499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8E5A28F-A5A9-F10B-86BC-50AB78196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2463D10-9A65-4F40-493A-D0047F6F99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426030B-E5BA-B8E0-9D7D-45EFAEF3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20573387-C050-CDDB-47C3-07EE82F9CB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BF5BAC-ED90-4CEC-86A7-315BB157721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FDE022F2-2360-9625-1BFC-F5C5963B4CB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9801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E7B11-25E6-3023-4AF5-6C510C7B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7C256C-0043-8BD8-B2DB-3077A71C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00004E-E647-6EA9-0AEB-110929D16C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E88595A-36CC-4737-BFE9-22D3C1D76629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489D98-6303-6AD1-D61E-EE371AC3F2D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695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AFE6C6-BBF0-1350-BB7C-CB875488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6FED11A-6AA0-E30D-68CF-598F465CC6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848708-0BEE-4267-95F5-FFFCD097426C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53336FE-DFF8-707A-CBD1-B9EA4C154CF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181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DC5E9-E2C0-B9CB-35BE-06B9D01C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09B0BE-E5DA-C35D-8D3F-0F8A1319C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DFA863-5B04-CF06-512D-7D2872497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043A8F-CE0A-E3B3-A797-21CA87240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43EB0-96A7-9EA5-1BBF-5ECE02E8B2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CF66B4-020E-4CFE-AD98-F1B37EF54E31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4B491A50-CFF3-8FBD-36FD-09AAC3291E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8963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80EBA-75E5-13E9-3D40-59DFBB9D3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C530B5E-3DBF-A6B3-2934-2EED00CCE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FBFBD4-72A8-D09D-E706-AC3233552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D66250-8AD2-DD41-5055-954711A9D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9216B6-D867-19E1-1F80-0522010893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4C878D-6F22-4EEA-B63F-19E60A2A62C1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15FA68F6-3F0E-53D0-3EE5-B5D168ED06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5280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8C3EE-A7B1-7B9B-EC74-329597EAD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FDFA96-0F91-300D-8B6B-B5CA3F98F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B313F3-B9F4-3A72-4368-D0B475A1A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A15BBF-8FA0-E37C-F13F-753EBF6B3B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94337A-CF5F-49C7-B8D8-6FD843A037B2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32B54C-665C-560F-1F60-A1DD08F392F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660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B06A81-3A56-F8E5-EFA4-82DE129A41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593277-86AF-51D2-CDB5-0FF44F638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808D79-16D2-A8F8-AE28-D922D3B5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D34DE6-ACD6-CE89-4F53-1B1A8E63CB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9D1FE8-546E-4E87-A746-F4F4932B61FE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A537C6-6EE3-672D-860E-877165A1CB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7450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11DECD3-0736-9D13-93EB-F41FCDC267E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E42FC6E-429F-9605-4623-ADA0F6BBA1E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BAB2110-970A-4898-AD57-E0E2CCF52D88}" type="slidenum">
              <a:rPr lang="en-US" altLang="pt-BR"/>
              <a:pPr/>
              <a:t>‹nº›</a:t>
            </a:fld>
            <a:endParaRPr lang="en-US" altLang="pt-BR"/>
          </a:p>
        </p:txBody>
      </p:sp>
      <p:grpSp>
        <p:nvGrpSpPr>
          <p:cNvPr id="11268" name="Group 4">
            <a:extLst>
              <a:ext uri="{FF2B5EF4-FFF2-40B4-BE49-F238E27FC236}">
                <a16:creationId xmlns:a16="http://schemas.microsoft.com/office/drawing/2014/main" id="{D3FE3864-2F0B-5AE0-A9A3-497DBBC94E8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1269" name="Group 5">
              <a:extLst>
                <a:ext uri="{FF2B5EF4-FFF2-40B4-BE49-F238E27FC236}">
                  <a16:creationId xmlns:a16="http://schemas.microsoft.com/office/drawing/2014/main" id="{B3FC201E-E460-8C58-61CD-4161848FF9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1270" name="Freeform 6">
                <a:extLst>
                  <a:ext uri="{FF2B5EF4-FFF2-40B4-BE49-F238E27FC236}">
                    <a16:creationId xmlns:a16="http://schemas.microsoft.com/office/drawing/2014/main" id="{9C98BD53-5B09-5183-091D-EA3E049B64A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1" name="Freeform 7">
                <a:extLst>
                  <a:ext uri="{FF2B5EF4-FFF2-40B4-BE49-F238E27FC236}">
                    <a16:creationId xmlns:a16="http://schemas.microsoft.com/office/drawing/2014/main" id="{81589826-65F4-3DF9-5C54-D73EC2CD538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2" name="Freeform 8">
                <a:extLst>
                  <a:ext uri="{FF2B5EF4-FFF2-40B4-BE49-F238E27FC236}">
                    <a16:creationId xmlns:a16="http://schemas.microsoft.com/office/drawing/2014/main" id="{312FFC52-94F2-AED7-6815-D9055B4230A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3" name="Freeform 9">
                <a:extLst>
                  <a:ext uri="{FF2B5EF4-FFF2-40B4-BE49-F238E27FC236}">
                    <a16:creationId xmlns:a16="http://schemas.microsoft.com/office/drawing/2014/main" id="{A4BC5DF9-9C6C-992B-8241-07702349E80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4" name="Freeform 10">
                <a:extLst>
                  <a:ext uri="{FF2B5EF4-FFF2-40B4-BE49-F238E27FC236}">
                    <a16:creationId xmlns:a16="http://schemas.microsoft.com/office/drawing/2014/main" id="{38EABDDB-7C51-CB8F-E0C6-FC0BDCFB946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1275" name="Freeform 11">
              <a:extLst>
                <a:ext uri="{FF2B5EF4-FFF2-40B4-BE49-F238E27FC236}">
                  <a16:creationId xmlns:a16="http://schemas.microsoft.com/office/drawing/2014/main" id="{A13DF4E7-AC0D-2EAB-83BB-9F231C22D35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6" name="Freeform 12">
              <a:extLst>
                <a:ext uri="{FF2B5EF4-FFF2-40B4-BE49-F238E27FC236}">
                  <a16:creationId xmlns:a16="http://schemas.microsoft.com/office/drawing/2014/main" id="{4F30FDBF-93C4-B239-104B-F6B5D88DBE2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89ADC39E-EB46-D963-5143-68950489827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1278" name="Rectangle 14">
            <a:extLst>
              <a:ext uri="{FF2B5EF4-FFF2-40B4-BE49-F238E27FC236}">
                <a16:creationId xmlns:a16="http://schemas.microsoft.com/office/drawing/2014/main" id="{B76F8AC6-7F12-17F5-3844-F3D7BCBCB0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1279" name="Rectangle 15">
            <a:extLst>
              <a:ext uri="{FF2B5EF4-FFF2-40B4-BE49-F238E27FC236}">
                <a16:creationId xmlns:a16="http://schemas.microsoft.com/office/drawing/2014/main" id="{A4DE0197-906B-4CBB-ADC3-799E303CE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6A56460-7465-1823-564A-24786BDF709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 sz="5400" b="0">
                <a:solidFill>
                  <a:schemeClr val="tx1"/>
                </a:solidFill>
              </a:rPr>
              <a:t>165</a:t>
            </a:r>
            <a:br>
              <a:rPr lang="en-US" altLang="pt-BR" sz="5400" b="0">
                <a:solidFill>
                  <a:schemeClr val="tx1"/>
                </a:solidFill>
              </a:rPr>
            </a:br>
            <a:r>
              <a:rPr lang="en-US" altLang="pt-BR" sz="5400" b="0">
                <a:solidFill>
                  <a:schemeClr val="tx1"/>
                </a:solidFill>
              </a:rPr>
              <a:t>A ARMADURA CRISTÃ</a:t>
            </a:r>
            <a:br>
              <a:rPr lang="en-US" altLang="pt-BR" sz="5400" b="0">
                <a:solidFill>
                  <a:schemeClr val="tx1"/>
                </a:solidFill>
              </a:rPr>
            </a:br>
            <a:endParaRPr lang="en-US" altLang="pt-BR" sz="54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F7802BB-79BA-6BE2-346B-5BAC9D5E6E2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611188" y="274638"/>
            <a:ext cx="8075612" cy="6178550"/>
          </a:xfrm>
        </p:spPr>
        <p:txBody>
          <a:bodyPr/>
          <a:lstStyle/>
          <a:p>
            <a:r>
              <a:rPr lang="en-US" altLang="pt-BR" sz="3200" b="0">
                <a:solidFill>
                  <a:schemeClr val="tx1"/>
                </a:solidFill>
                <a:effectLst/>
              </a:rPr>
              <a:t>Ao bom combate vamos, repletos de amor, </a:t>
            </a:r>
            <a:br>
              <a:rPr lang="en-US" altLang="pt-BR" sz="3200" b="0">
                <a:solidFill>
                  <a:schemeClr val="tx1"/>
                </a:solidFill>
                <a:effectLst/>
              </a:rPr>
            </a:br>
            <a:r>
              <a:rPr lang="en-US" altLang="pt-BR" sz="3200" b="0">
                <a:solidFill>
                  <a:schemeClr val="tx1"/>
                </a:solidFill>
                <a:effectLst/>
              </a:rPr>
              <a:t>Vestidos de justiça, ferventes no Senhor; </a:t>
            </a:r>
            <a:br>
              <a:rPr lang="en-US" altLang="pt-BR" sz="3200" b="0">
                <a:solidFill>
                  <a:schemeClr val="tx1"/>
                </a:solidFill>
                <a:effectLst/>
              </a:rPr>
            </a:br>
            <a:r>
              <a:rPr lang="en-US" altLang="pt-BR" sz="3200" b="0">
                <a:solidFill>
                  <a:schemeClr val="tx1"/>
                </a:solidFill>
                <a:effectLst/>
              </a:rPr>
              <a:t>Co'os lombos bem cingidos de verdadeira luz, </a:t>
            </a:r>
            <a:br>
              <a:rPr lang="en-US" altLang="pt-BR" sz="3200" b="0">
                <a:solidFill>
                  <a:schemeClr val="tx1"/>
                </a:solidFill>
                <a:effectLst/>
              </a:rPr>
            </a:br>
            <a:r>
              <a:rPr lang="en-US" altLang="pt-BR" sz="3200" b="0">
                <a:solidFill>
                  <a:schemeClr val="tx1"/>
                </a:solidFill>
                <a:effectLst/>
              </a:rPr>
              <a:t>Calçados do Evangelho do Salvador Jesus.</a:t>
            </a:r>
            <a:br>
              <a:rPr lang="en-US" altLang="pt-BR" sz="3200" b="0">
                <a:solidFill>
                  <a:schemeClr val="tx1"/>
                </a:solidFill>
                <a:effectLst/>
              </a:rPr>
            </a:br>
            <a:endParaRPr lang="en-US" altLang="pt-BR" sz="3200" b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F663242-D157-A5A7-ABAD-5900B48D45C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274638"/>
            <a:ext cx="8218487" cy="6034087"/>
          </a:xfrm>
        </p:spPr>
        <p:txBody>
          <a:bodyPr/>
          <a:lstStyle/>
          <a:p>
            <a:r>
              <a:rPr lang="en-US" altLang="pt-BR" sz="4000" i="1">
                <a:solidFill>
                  <a:schemeClr val="tx1"/>
                </a:solidFill>
              </a:rPr>
              <a:t>De Deus, a armadura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de Cristo, o valor,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Irmão meu, segura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p'ra seres vencedor.</a:t>
            </a:r>
            <a:br>
              <a:rPr lang="en-US" altLang="pt-BR" sz="4000" i="1">
                <a:solidFill>
                  <a:schemeClr val="tx1"/>
                </a:solidFill>
              </a:rPr>
            </a:br>
            <a:endParaRPr lang="en-US" altLang="pt-BR" sz="4000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7611512-8910-1725-76FB-A0C6721D637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274638"/>
            <a:ext cx="8569325" cy="6107112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</a:rPr>
              <a:t>Da fé, o escudo, que pcde vos salvar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Dos dardos inflamados, que vem vos atirar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O grande inimigo, o astuto tentador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Que sempre vos procura tragar, com seu furor.</a:t>
            </a:r>
            <a:br>
              <a:rPr lang="en-US" altLang="pt-BR" sz="3200">
                <a:solidFill>
                  <a:schemeClr val="tx1"/>
                </a:solidFill>
              </a:rPr>
            </a:br>
            <a:endParaRPr lang="en-US" altLang="pt-BR" sz="3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D2CE541-A9BC-A6FD-1A6F-6F3F111789A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274638"/>
            <a:ext cx="8218487" cy="6034087"/>
          </a:xfrm>
        </p:spPr>
        <p:txBody>
          <a:bodyPr/>
          <a:lstStyle/>
          <a:p>
            <a:r>
              <a:rPr lang="en-US" altLang="pt-BR" sz="4000" i="1">
                <a:solidFill>
                  <a:schemeClr val="tx1"/>
                </a:solidFill>
              </a:rPr>
              <a:t>De Deus, a armadura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de Cristo, o valor,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Irmão meu, segura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p'ra seres vencedor.</a:t>
            </a:r>
            <a:br>
              <a:rPr lang="en-US" altLang="pt-BR" sz="4000" i="1">
                <a:solidFill>
                  <a:schemeClr val="tx1"/>
                </a:solidFill>
              </a:rPr>
            </a:br>
            <a:endParaRPr lang="en-US" altLang="pt-BR" sz="4000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58ED2C2-65AF-923B-CAF4-26607B86BD9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274638"/>
            <a:ext cx="8218487" cy="6178550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</a:rPr>
              <a:t>Entrai no bom combate, em nome do Senhor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Com zelo, com coragem, unidos em amor;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O inimigo, breve, assim, se vencerá,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E sob os pés nossos Jesus nô-lo porá.</a:t>
            </a:r>
            <a:r>
              <a:rPr lang="en-US" altLang="pt-BR" sz="1400">
                <a:solidFill>
                  <a:schemeClr val="tx1"/>
                </a:solidFill>
              </a:rPr>
              <a:t>	</a:t>
            </a:r>
            <a:br>
              <a:rPr lang="en-US" altLang="pt-BR" sz="1400">
                <a:solidFill>
                  <a:schemeClr val="tx1"/>
                </a:solidFill>
              </a:rPr>
            </a:br>
            <a:r>
              <a:rPr lang="en-US" altLang="pt-BR" sz="1400">
                <a:solidFill>
                  <a:schemeClr val="tx1"/>
                </a:solidFill>
              </a:rPr>
              <a:t>	                                                                                                            P.L.M.</a:t>
            </a:r>
            <a:br>
              <a:rPr lang="en-US" altLang="pt-BR" sz="1400">
                <a:solidFill>
                  <a:schemeClr val="tx1"/>
                </a:solidFill>
              </a:rPr>
            </a:br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DC5DEFA-2BC8-5D7E-2702-C581783EC59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274638"/>
            <a:ext cx="8218487" cy="6034087"/>
          </a:xfrm>
        </p:spPr>
        <p:txBody>
          <a:bodyPr/>
          <a:lstStyle/>
          <a:p>
            <a:r>
              <a:rPr lang="en-US" altLang="pt-BR" sz="4000" i="1">
                <a:solidFill>
                  <a:schemeClr val="tx1"/>
                </a:solidFill>
              </a:rPr>
              <a:t>De Deus, a armadura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de Cristo, o valor,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Irmão meu, segura</a:t>
            </a:r>
            <a:br>
              <a:rPr lang="en-US" altLang="pt-BR" sz="4000" i="1">
                <a:solidFill>
                  <a:schemeClr val="tx1"/>
                </a:solidFill>
              </a:rPr>
            </a:br>
            <a:r>
              <a:rPr lang="en-US" altLang="pt-BR" sz="4000" i="1">
                <a:solidFill>
                  <a:schemeClr val="tx1"/>
                </a:solidFill>
              </a:rPr>
              <a:t>p'ra seres vencedor.</a:t>
            </a:r>
            <a:br>
              <a:rPr lang="en-US" altLang="pt-BR" sz="4000" i="1">
                <a:solidFill>
                  <a:schemeClr val="tx1"/>
                </a:solidFill>
              </a:rPr>
            </a:br>
            <a:endParaRPr lang="en-US" altLang="pt-BR" sz="4000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uxo">
  <a:themeElements>
    <a:clrScheme name="Fluxo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Fluxo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luxo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ux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9</TotalTime>
  <Words>202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Garamond</vt:lpstr>
      <vt:lpstr>Times New Roman</vt:lpstr>
      <vt:lpstr>Wingdings</vt:lpstr>
      <vt:lpstr>Fluxo</vt:lpstr>
      <vt:lpstr>165 A ARMADURA CRISTÃ </vt:lpstr>
      <vt:lpstr>Ao bom combate vamos, repletos de amor,  Vestidos de justiça, ferventes no Senhor;  Co'os lombos bem cingidos de verdadeira luz,  Calçados do Evangelho do Salvador Jesus. </vt:lpstr>
      <vt:lpstr>De Deus, a armadura de Cristo, o valor, Irmão meu, segura p'ra seres vencedor. </vt:lpstr>
      <vt:lpstr>Da fé, o escudo, que pcde vos salvar Dos dardos inflamados, que vem vos atirar  O grande inimigo, o astuto tentador Que sempre vos procura tragar, com seu furor. </vt:lpstr>
      <vt:lpstr>De Deus, a armadura de Cristo, o valor, Irmão meu, segura p'ra seres vencedor. </vt:lpstr>
      <vt:lpstr>Entrai no bom combate, em nome do Senhor Com zelo, com coragem, unidos em amor;  O inimigo, breve, assim, se vencerá, E sob os pés nossos Jesus nô-lo porá.                                                                                                               P.L.M. </vt:lpstr>
      <vt:lpstr>De Deus, a armadura de Cristo, o valor, Irmão meu, segura p'ra seres vencedor.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165 - A ARMADURA CRISTÃ </dc:title>
  <dc:creator>Montagna</dc:creator>
  <cp:lastModifiedBy>Emerson Souza</cp:lastModifiedBy>
  <cp:revision>3</cp:revision>
  <dcterms:created xsi:type="dcterms:W3CDTF">2005-10-16T04:33:51Z</dcterms:created>
  <dcterms:modified xsi:type="dcterms:W3CDTF">2026-05-02T21:50:36Z</dcterms:modified>
</cp:coreProperties>
</file>