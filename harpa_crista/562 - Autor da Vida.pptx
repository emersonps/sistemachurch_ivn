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B446F2-6396-83AA-D59C-1CBBD2089A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8BE7756-0E66-8FB8-09FF-0697C0A651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4DA897-9A78-68AE-B2CD-34C1BF60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FAE56F-DDB7-5340-BF64-C55D6499C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691A7E-343E-BD3A-D2AC-48B1E098F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24F6D2-7BA0-4AA0-9543-32552C08B52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2220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CAC5A4-257C-2787-D509-7B832C5AD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7C4FBA5-82F4-E93B-B835-FE554C151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E9FA31F-0F6A-1F84-88D5-AA10A489F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CA32D0-8448-11FD-ACAD-4C3933A1A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C57054-1CC5-DF13-E4AA-197C3E7D2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17EDF4-6715-4424-9C6D-AD775BE45B8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14604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DEB35A-064D-04E1-2F4A-D1E231EE6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39B0E5C-0A3C-C7C2-FDF5-36DDFB5F4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CADA1D-593C-E8F7-854C-2C8BA4FC1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55A4B3-6B82-9D2D-2870-1A3724240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C81B96-81A8-44C9-AF3A-08F88B145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0171C2-3772-497E-A245-792A5BA710D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03162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867C02-A74D-9E98-1061-5F38BC30E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AAB1F81-C897-14ED-7CB7-8DEFA6C025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A464A05-55EC-1D83-4D47-4C4EA9BC29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088DCD8-08F3-2C7D-4273-88CDC0478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5C771E7-E214-CFED-F72C-4CF7C52D9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134A480-D696-9D6E-1914-8BFDEAA22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8593D7-7AD3-422B-A556-D5364120EA7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3169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FA0781-F821-5872-B2C4-7B505D824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175F56-6B4B-07B6-5F0F-DC5D394078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0C0A642-7826-4F38-28F4-91B0AA718C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377B4CA-F71F-AED9-BF39-C43D69B7DB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76C5823-1361-887B-6F6A-01D4352D3E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87F23AF-CC40-8DC6-DFEC-9118026CB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722AFC2-1E55-33F9-727C-F5AC5347E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301BA0D-D7AE-2564-6488-82E82BC7E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A6E819-43B2-49D7-8AB9-662D59698A7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8990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F3AA9A-E099-EBA6-CC57-C853B40CD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925245F-D589-4F64-AF8E-C9C7D43F5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ABD0A3D-CD0F-0DB2-7BC7-F718B7BC4B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D1B5DD6-EBFE-ACB0-7DE6-A5276857E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8BADF7-6146-4BF5-A158-09C649C31B9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65201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6045414-D23E-9887-573A-26DA21139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80A2023-A1DC-D5CF-7681-4D6C7DC63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4E62C32-8CC1-6C18-72E9-643BC3080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6A7BD0-87E8-4FF2-9A7C-7A4ECC8C42D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61123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EF8459-450A-42C9-C4A4-87C0DD19E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65B0B8-D578-6780-5551-1197DCDCF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1BF8D13-FC0F-FEB6-6946-69BA2E9ED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E6DBFBB-3ECD-BA51-E827-C48A91EBE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98A67CE-A397-ED55-EF3A-7C7E7210D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8D5624D-6F50-BB06-4ED4-676882B83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8D11DD-5FFA-4B90-A2D5-E97DE283626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52345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7338BB-93DB-E616-DA22-BC9637767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28FC30E-C338-E058-AC22-55032B5ECE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2779E92-C274-CF93-7DB6-1058971BE3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0E9E4AE-CBDB-7624-8919-9775F956C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8DEA848-95B5-FB4C-A3E4-0576BBC8F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ACA4162-3587-AD25-AD51-1C3D15D1E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D9CAAE-89A7-42CC-B727-A94DDA316D8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23779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91ADFD-E196-03B6-0961-D483719A5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A025671-4E03-BD5B-0453-8F2EAEBFB2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90BFA2-DA29-D433-5F72-DFC94EE18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A09061-90CC-C5C2-0D68-A9D1E947C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2A90D6-DD3A-0772-D2FE-06968DE06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17710D-296A-4652-8D88-8802B503579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6709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A7CB01F-5AFE-FF49-5362-06FAFA10B5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2E0E251-15E0-C634-82DB-BF010614B6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9988FC0-D4FE-002D-DF71-1D7161DDD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5BA44B-6467-049A-BECD-EC4D9CB03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D9389AD-60A7-2E62-4D6A-4325E292C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C45D16-9E4C-4455-9C71-A912FCFB282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76376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AC00DD6-59B8-0859-F902-BAFF0EBE1F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FFE81EC-A360-00C6-F9B2-C9790BAFC5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6550830-43FD-D428-1443-725846616F67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BAE37730-96CB-8466-2B4C-E24C445EE9A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4BDE722-DE58-2CED-7C3B-9A40CEFE8A1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12B3D623-828D-4D0E-AE3F-D4803BC76D8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66AF6CFB-2786-A2CD-75E1-C9C24F1B244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562 – Autor da Vida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D4BA9D58-572A-7B76-E94A-C347443C27C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523B6030-D325-B001-E52E-D428CAA34A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Autor da vida. Cristo, Deus!</a:t>
            </a:r>
            <a:br>
              <a:rPr lang="en-US" altLang="pt-BR" sz="4000" i="1"/>
            </a:br>
            <a:r>
              <a:rPr lang="en-US" altLang="pt-BR" sz="4000" i="1"/>
              <a:t>A vida fluis a teu querer.</a:t>
            </a:r>
            <a:br>
              <a:rPr lang="en-US" altLang="pt-BR" sz="4000" i="1"/>
            </a:br>
            <a:r>
              <a:rPr lang="en-US" altLang="pt-BR" sz="4000" i="1"/>
              <a:t>Perdão por ti nos vem dos céus</a:t>
            </a:r>
            <a:br>
              <a:rPr lang="en-US" altLang="pt-BR" sz="4000" i="1"/>
            </a:br>
            <a:r>
              <a:rPr lang="en-US" altLang="pt-BR" sz="4000" i="1"/>
              <a:t>E tu nos dás real prazer,</a:t>
            </a:r>
            <a:br>
              <a:rPr lang="en-US" altLang="pt-BR" sz="4000" i="1"/>
            </a:br>
            <a:r>
              <a:rPr lang="en-US" altLang="pt-BR" sz="4000" i="1"/>
              <a:t>Fazendo em nosso coração</a:t>
            </a:r>
            <a:br>
              <a:rPr lang="en-US" altLang="pt-BR" sz="4000" i="1"/>
            </a:br>
            <a:r>
              <a:rPr lang="en-US" altLang="pt-BR" sz="4000" i="1"/>
              <a:t>Raiar a luz da salvação.</a:t>
            </a:r>
            <a:r>
              <a:rPr lang="en-US" altLang="pt-BR" sz="4000"/>
              <a:t> </a:t>
            </a:r>
            <a:r>
              <a:rPr lang="en-US" altLang="pt-BR" sz="4000" i="1"/>
              <a:t>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BC65746A-95C3-DB4E-968F-4F49A3D535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en-US" altLang="pt-BR" sz="4000" i="1"/>
              <a:t>Nos deste a vida eterna a nós </a:t>
            </a:r>
            <a:br>
              <a:rPr lang="en-US" altLang="pt-BR" sz="4000" i="1"/>
            </a:br>
            <a:r>
              <a:rPr lang="en-US" altLang="pt-BR" sz="4000" i="1"/>
              <a:t>Outrora mortos para Deus </a:t>
            </a:r>
            <a:br>
              <a:rPr lang="en-US" altLang="pt-BR" sz="4000" i="1"/>
            </a:br>
            <a:r>
              <a:rPr lang="en-US" altLang="pt-BR" sz="4000" i="1"/>
              <a:t>Fizeste ouvir a tua voz</a:t>
            </a:r>
            <a:br>
              <a:rPr lang="en-US" altLang="pt-BR" sz="4000" i="1"/>
            </a:br>
            <a:r>
              <a:rPr lang="en-US" altLang="pt-BR" sz="4000" i="1"/>
              <a:t> A voz que vivifica os teus.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Pra te render real louvor,</a:t>
            </a:r>
            <a:r>
              <a:rPr lang="en-US" altLang="pt-BR" sz="4000"/>
              <a:t> </a:t>
            </a:r>
            <a:br>
              <a:rPr lang="en-US" altLang="pt-BR" sz="4000"/>
            </a:br>
            <a:r>
              <a:rPr lang="en-US" altLang="pt-BR" sz="4000" i="1"/>
              <a:t>Estamos juntos, oh! Senhor!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</Words>
  <Application>Microsoft Office PowerPoint</Application>
  <PresentationFormat>Apresentação na tela (4:3)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5" baseType="lpstr">
      <vt:lpstr>Arial</vt:lpstr>
      <vt:lpstr>Design padrão</vt:lpstr>
      <vt:lpstr>562 – Autor da Vida </vt:lpstr>
      <vt:lpstr>Autor da vida. Cristo, Deus! A vida fluis a teu querer. Perdão por ti nos vem dos céus E tu nos dás real prazer, Fazendo em nosso coração Raiar a luz da salvação.  </vt:lpstr>
      <vt:lpstr>Nos deste a vida eterna a nós  Outrora mortos para Deus  Fizeste ouvir a tua voz  A voz que vivifica os teus.  Pra te render real louvor,  Estamos juntos, oh! Senhor!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562 – Autor da Vida </dc:title>
  <dc:creator>Junior</dc:creator>
  <cp:lastModifiedBy>Emerson Souza</cp:lastModifiedBy>
  <cp:revision>1</cp:revision>
  <dcterms:created xsi:type="dcterms:W3CDTF">2005-12-27T01:07:31Z</dcterms:created>
  <dcterms:modified xsi:type="dcterms:W3CDTF">2026-05-02T22:24:12Z</dcterms:modified>
</cp:coreProperties>
</file>