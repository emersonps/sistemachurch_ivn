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BE930-CFFB-090E-640C-E26E6254B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0E2695-76A9-5D04-EA6A-447BBC88C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50F658-E30B-2EB3-B48D-0E92A6C1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C4BEDE-6E39-6A87-518F-9639E3E9C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2E8903-E289-4C9C-C984-AC766EEA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9A0E4-8DE0-4188-BE85-8F77EC644C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9696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196A5-8778-6694-8FCA-E7B7714F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C1137E-77BC-8A2C-594E-DD7C9466F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4A3F00-A3E2-E2AE-D3CA-4A05B3262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1C658B-E41F-76A7-1090-A30BD8A3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74BF17-9EC6-1DC5-834D-88C7E48F5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ABC424-A8BF-4347-9EDB-5DE1321292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6356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198D8-CACA-73F9-99B1-01592ACCC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5761DC-E1D0-4BF0-56B0-CD13BF694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592C52-2C73-4D25-B58A-338EAAD6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71A6C2-A5F0-118A-1140-248835C9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B98B0D-94C4-A6E4-CBCB-8292D7CC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8F864D-21B6-4228-844B-A929A5CDDA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1178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A14C2-D6A5-9B93-2126-D1C3B0C3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2C4BC5-3C82-EF04-2783-C48A9E44D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4649E1-39DA-C761-A05A-EE890033E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89CC32-0DF0-808C-6EDB-E182648AB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CEBE65-DF28-6A72-F35B-FAD17FBF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43013F-A9D3-0D70-F3CC-5ADF1B42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6E7C9-FF1C-4266-AB9F-B168B45613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2528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327B3-D1C0-E946-3F3D-49E161648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99D55D-BDF8-7870-B870-C697E2817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0F9667-F97D-2FB9-6617-DA70B006E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E028EA-F79A-6E8D-5B12-FF8CA9EF8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FCDC21D-6874-32AD-00A5-65BAE45B2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5CF06BF-2811-3989-414F-F676EDDA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0BF0BC-74EF-6F8A-5322-2EA7665A1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B56D9E6-D2D3-69B3-33BB-6931C1472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8833AE-C0FD-4F07-8890-96338B92EB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211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40E91-193C-1C06-747F-0F406ECF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26FB1D-F0C5-B628-D844-7DDD3737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FAFBBA-6B54-ABFE-C859-447563300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F93C04D-F3E9-C709-E723-E572A798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40D236-E06C-4A17-B203-49D115961B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265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19DED7-DEA6-3210-C7F8-EA9DB97BD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2B7C1B7-0ABA-F698-3EC8-C2B62B920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FA91F6-8E80-CD48-3F65-E6FCB901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884E39-5737-47FE-A110-2F56517877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694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3D95A-B5DA-49FA-BD84-AB36C2D7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D844DE-947D-9DFB-A9CA-2E79AEA27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3E852A-EC85-C23A-7C4D-680CDEA48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4F914D-1CB7-7747-A174-8771CAB44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644BD3-DA07-A1A4-7CD2-73CC2FCB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F0EE4E-2FB3-11A5-359F-05461679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8E583B-A912-45DC-92AE-AF7607B7FC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6977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A81BD-A3B4-467B-C613-1A468BA51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9A8154E-9EE6-0AE3-BA15-A71714F83A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627408-8CE6-2971-1309-3DCAAD999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AE9F94-388D-47CE-6E5F-AD19250D1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D45D73-0C4C-D157-8D38-DF44AE0B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0BDF06-5540-9B01-8722-226C8469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D8690E-7E9F-47CA-88E7-32C404AF75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709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67E38-139B-6E52-3A3E-407463035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1B851E-C83D-F9B6-38CD-34BA21D2F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04F16E-8423-2CFB-FA05-0C993573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736CE4-4FC4-0E56-3D72-282C3C1BE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6DFFC-CCB1-40F7-508D-2E8354C5F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2D8FF-1EBA-43E9-B205-96231EE2E8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1603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4E6329-1B27-64F9-9158-04A01A59E2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CA6AF1-0B12-3AC5-63EC-2FF4EB1BA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3995AA-2D2E-0C13-A95F-1DF4F1F8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CB0EA5-4D28-DDD0-E5F8-00BB83ED4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F89A22-7853-38E6-C5D0-997E0A1D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266D-A4D1-4E76-926F-E67D2953C2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025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18852FA-37C5-D607-E91D-9BCAAE479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2A7F354-F8AC-9DE5-C899-4672950E3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0448B2-895B-77E5-7A37-7ABF558280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3DE825C-089F-CF73-D785-643C96D1FF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7376D4D-4A47-0DF8-6C47-369E4B55EC9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A37633C-B9F1-4BE6-A9C8-F173AEBC26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1D9B7D5-AB44-5238-B63E-0ECB1BB51C8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49</a:t>
            </a:r>
            <a:br>
              <a:rPr lang="en-US" altLang="pt-BR" sz="4000" b="1"/>
            </a:br>
            <a:r>
              <a:rPr lang="en-US" altLang="pt-BR" sz="4000" b="1"/>
              <a:t>ALELUIA! JÁ CREIO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52B865A-2874-222F-5E6D-07BCF4BB6E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EC0C945-2AEC-7F1E-49F3-789D5AA30B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791200"/>
          </a:xfrm>
        </p:spPr>
        <p:txBody>
          <a:bodyPr/>
          <a:lstStyle/>
          <a:p>
            <a:r>
              <a:rPr lang="en-US" altLang="pt-BR" sz="4000" i="1"/>
              <a:t>Deus tem prometido a salvação dar.</a:t>
            </a:r>
            <a:br>
              <a:rPr lang="en-US" altLang="pt-BR" sz="4000" i="1"/>
            </a:br>
            <a:r>
              <a:rPr lang="en-US" altLang="pt-BR" sz="4000" i="1"/>
              <a:t>A quem em Seu Filho Jesus confiar.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F3FE884-E318-9449-C4B1-6C9765CB7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Aleluia! Já creio em Cr!sto Jesus.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salvo já estou, </a:t>
            </a:r>
            <a:br>
              <a:rPr lang="en-US" altLang="pt-BR" sz="4000" b="1" i="1"/>
            </a:br>
            <a:r>
              <a:rPr lang="en-US" altLang="pt-BR" sz="4000" b="1" i="1"/>
              <a:t>Pelo sangue da cruz!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DC30BD9-6DCC-6FA2-C58D-0DCD2A28E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791200"/>
          </a:xfrm>
        </p:spPr>
        <p:txBody>
          <a:bodyPr/>
          <a:lstStyle/>
          <a:p>
            <a:r>
              <a:rPr lang="en-US" altLang="pt-BR" sz="4000" i="1"/>
              <a:t>Foi tal Seu amor, que me substituiu, </a:t>
            </a:r>
            <a:br>
              <a:rPr lang="en-US" altLang="pt-BR" sz="4000" i="1"/>
            </a:br>
            <a:r>
              <a:rPr lang="en-US" altLang="pt-BR" sz="4000" i="1"/>
              <a:t>E sobre o Calvário, minh’alma remiu!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C812D21-6A7B-6725-CC67-67BF2FE6D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Aleluia! Já creio em Cr!sto Jesus.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salvo já estou, </a:t>
            </a:r>
            <a:br>
              <a:rPr lang="en-US" altLang="pt-BR" sz="4000" b="1" i="1"/>
            </a:br>
            <a:r>
              <a:rPr lang="en-US" altLang="pt-BR" sz="4000" b="1" i="1"/>
              <a:t>Pelo sangue da cruz!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3D52993-FAF3-173C-C239-1EF7EFB34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791200"/>
          </a:xfrm>
        </p:spPr>
        <p:txBody>
          <a:bodyPr/>
          <a:lstStyle/>
          <a:p>
            <a:r>
              <a:rPr lang="en-US" altLang="pt-BR" sz="4000" i="1"/>
              <a:t>Não posso jamais desse amor duvidar; Não posso senão aos Seus pés me prostrar.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6E8D3DD-A9CB-4F5C-D6D9-3B039A1AA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Aleluia! Já creio em Cr!sto Jesus.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salvo já estou, </a:t>
            </a:r>
            <a:br>
              <a:rPr lang="en-US" altLang="pt-BR" sz="4000" b="1" i="1"/>
            </a:br>
            <a:r>
              <a:rPr lang="en-US" altLang="pt-BR" sz="4000" b="1" i="1"/>
              <a:t>Pelo sangue da cruz!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B9938FB-C4E3-9309-167F-D60BC83A8B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791200"/>
          </a:xfrm>
        </p:spPr>
        <p:txBody>
          <a:bodyPr/>
          <a:lstStyle/>
          <a:p>
            <a:r>
              <a:rPr lang="en-US" altLang="pt-BR" sz="4000" i="1"/>
              <a:t>E, quando, na glória, eu vir meu bom Rei, Com todos os santos ali cantarei.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5CC0D3B-4E09-453E-5027-DD7564CFE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Aleluia! Já creio em Cr!sto Jesus.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salvo já estou, </a:t>
            </a:r>
            <a:br>
              <a:rPr lang="en-US" altLang="pt-BR" sz="4000" b="1" i="1"/>
            </a:br>
            <a:r>
              <a:rPr lang="en-US" altLang="pt-BR" sz="4000" b="1" i="1"/>
              <a:t>Pelo sangue da cruz!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49 ALELUIA! JÁ CREIO </vt:lpstr>
      <vt:lpstr>Deus tem prometido a salvação dar. A quem em Seu Filho Jesus confiar. </vt:lpstr>
      <vt:lpstr>Aleluia! Já creio em Cr!sto Jesus.  E salvo já estou,  Pelo sangue da cruz! </vt:lpstr>
      <vt:lpstr>Foi tal Seu amor, que me substituiu,  E sobre o Calvário, minh’alma remiu! </vt:lpstr>
      <vt:lpstr>Aleluia! Já creio em Cr!sto Jesus.  E salvo já estou,  Pelo sangue da cruz! </vt:lpstr>
      <vt:lpstr>Não posso jamais desse amor duvidar; Não posso senão aos Seus pés me prostrar. </vt:lpstr>
      <vt:lpstr>Aleluia! Já creio em Cr!sto Jesus.  E salvo já estou,  Pelo sangue da cruz! </vt:lpstr>
      <vt:lpstr>E, quando, na glória, eu vir meu bom Rei, Com todos os santos ali cantarei. </vt:lpstr>
      <vt:lpstr>Aleluia! Já creio em Cr!sto Jesus.  E salvo já estou,  Pelo sangue da cruz!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 ALELUIA! JÁ CREIO </dc:title>
  <dc:creator>Junior</dc:creator>
  <cp:lastModifiedBy>Emerson Souza</cp:lastModifiedBy>
  <cp:revision>1</cp:revision>
  <dcterms:created xsi:type="dcterms:W3CDTF">2005-12-23T01:57:17Z</dcterms:created>
  <dcterms:modified xsi:type="dcterms:W3CDTF">2026-05-02T21:40:58Z</dcterms:modified>
</cp:coreProperties>
</file>