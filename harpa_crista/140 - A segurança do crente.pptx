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6AC44-7219-EC11-624D-01142044CF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D3A910-90A5-C700-D569-C15CF8D69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245472-D2AF-EA4C-7C32-11849600EE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8E5D2F-BD7D-DA79-4D26-C0FA2915E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DA534C-2674-6246-879D-81CF6CEC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5B62C1E-FE2B-4EAA-90C5-CDDC4C44FCE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07935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F5841-CFA7-33CF-ED83-68C10F6A2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61D9B2-C35E-3D54-D763-15DB334545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6FBB56-B99F-F82F-AB54-C1EF5382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EA6E8F-32EA-1076-BD15-25D8903A7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2F2F3D-78F5-B86D-DDE8-3B04398A4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45A54F-7624-4373-ABE0-3D0B2782003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11933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1670B0-6F79-2813-21F6-AF3818519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9A5AA34-4DA1-9795-16D5-2E754EC65D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9A69532-423D-0107-B687-C9C7DD518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C653E-6E0F-486A-323C-F4A80FA21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B823E18-A24D-28A3-D777-900E48AB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2790DA-E784-4594-B590-A28C3733514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24311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DDC2F1-3D56-DA96-0846-8E8C9BBE8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1116A0-5986-AB8C-3524-4C5395BE5C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C428648-10ED-AA01-D46C-6803A35354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F2FF598-AEF4-9A9F-90DD-E9DF2615B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933AE9-5FB3-C6DE-DDC7-9F9506CC4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C28C47A-0E0D-86DF-2A6A-82BD4FA19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0883EE-8E4E-4D4E-894B-61BBAF497E4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4853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16BFF8-9E32-767A-E4FD-019535E52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E658A6-C876-B392-DDE0-3129448FAF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54D460C-3371-1947-1263-8F5CD4521C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18D6FB3-0AFF-F56C-336D-18021F47D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CE1606E-A373-CF28-9B69-9A662D693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E7AEA33F-F100-3F8A-5A65-2C7BB868F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E6AC607-63AF-C865-7C2C-C5D7BACEF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4F91D78F-B978-C5C0-61AF-B70ED04A7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2D7544-CB7A-401B-BC51-1843DF5525B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8707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DC41B-48C9-764A-9A08-FF936EDC87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4E1A3ED-B68C-BF94-EE08-EF448061B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2169B22-8733-8A04-FDEC-681E6B430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843054-3C2B-112C-F931-5A9553807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828A2C-6DED-4A7E-B6BE-9BA7C51CB3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62200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FF180B7-B7A1-56D0-DB16-BC407FEB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9A7CF2D-7726-A26B-231B-1BF921DF1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CAB273-9B41-4963-4221-81D9AA84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7AB511-F5CE-4FEE-9084-466B4661318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5882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09306-FA56-E830-06DB-60B74B5E5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9ADBF2-A951-544C-BED8-DF57D9C1E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5E61C8B-9B1D-2357-D52B-B99589647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EBD23A2-6209-4A4B-B341-B6664AF4C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02F7A7-E5F4-0F77-3BAE-175B72968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F4C04ED-266E-3F2D-43EB-6330D7814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932250-FF8D-40B6-B611-135DDC2EBC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33753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8F5727-D96F-901C-0862-2D423180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4B0FFFE-6DB1-E7B8-7D36-F08554A934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CC59D4F-88AF-5398-8CE4-356FA09983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1B35E8-3856-95EB-622B-D81D85C9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83B9CE4-90B5-50BC-F313-0FE624076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921E88-390D-50EB-4872-465C6D416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2C8C40B-7E5A-4FD1-A819-DCD8524AD3C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38105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1D7ACA-019C-B0E4-EBD2-6CA239651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B73D728-0A79-753B-31C1-B558F95FB8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7FE0EDD-9D34-0CDB-DAD2-38B5BE5C3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177886-B7C8-05DD-FDDD-C2826AEAE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305C0BE-8432-6A39-80B6-84224445B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F60561-0C2F-46BB-90EE-0DD6964D49A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9355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ED52C61-1424-ADF1-C507-56C60B6FE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67F9BB7-8473-953E-6B5D-B3E38FF57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64C287A-89BC-6922-D25B-2DCF3A43F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B96FE9-D8A1-827C-E8F2-9421CB541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E7CA3B-9CA7-96A4-F309-1559FF48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0F1D93-B665-4213-8944-2ABC78E5BD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0088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57CE45B-DE00-BCB9-03CB-670AA48488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96216B7-A1FD-FA7D-70C1-9D199653512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6B46AC9-252C-CB1F-A9B8-51595E0C6C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53D0B36F-B31D-89B3-50DE-7B0DAE22B6E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25D889C-982A-0B10-DE52-D632ACBBF0B1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9AE67EE-D6AC-47F9-B61A-90A8AA4D9A5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1245B10-6D6F-8B57-C19B-6A8CCF610507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/>
              <a:t> </a:t>
            </a:r>
            <a:r>
              <a:rPr lang="en-US" altLang="pt-BR" sz="4000" b="1" i="1"/>
              <a:t>140</a:t>
            </a:r>
            <a:br>
              <a:rPr lang="en-US" altLang="pt-BR" sz="4000" b="1" i="1"/>
            </a:br>
            <a:r>
              <a:rPr lang="en-US" altLang="pt-BR" sz="4000" b="1" i="1"/>
              <a:t>A SEGURANÇA DO CRENTE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C90D519E-D85B-9E2C-B6E8-40295293D30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903FFA8F-1F8B-4A6F-3978-E922895E81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De mal nenhum eu temerei, </a:t>
            </a:r>
            <a:br>
              <a:rPr lang="en-US" altLang="pt-BR" sz="4000" i="1"/>
            </a:br>
            <a:r>
              <a:rPr lang="en-US" altLang="pt-BR" sz="4000" i="1"/>
              <a:t>Em mim está Jesus: </a:t>
            </a:r>
            <a:br>
              <a:rPr lang="en-US" altLang="pt-BR" sz="4000" i="1"/>
            </a:br>
            <a:r>
              <a:rPr lang="en-US" altLang="pt-BR" sz="4000" i="1"/>
              <a:t>Jamais perturbação terei, </a:t>
            </a:r>
            <a:br>
              <a:rPr lang="en-US" altLang="pt-BR" sz="4000" i="1"/>
            </a:br>
            <a:r>
              <a:rPr lang="en-US" altLang="pt-BR" sz="4000" i="1"/>
              <a:t>Pois vivo já na luz.  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87946F7-97EC-A826-EF66-27AD878F8E6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Sinto paz mui profunda enfim,</a:t>
            </a:r>
            <a:r>
              <a:rPr lang="en-US" altLang="pt-BR" sz="4000" i="1"/>
              <a:t> </a:t>
            </a:r>
            <a:br>
              <a:rPr lang="en-US" altLang="pt-BR" sz="4000" b="1" i="1"/>
            </a:br>
            <a:r>
              <a:rPr lang="en-US" altLang="pt-BR" sz="4000" b="1"/>
              <a:t>I</a:t>
            </a:r>
            <a:r>
              <a:rPr lang="en-US" altLang="pt-BR" sz="4000" b="1" i="1"/>
              <a:t>nto paz proveniente da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fé sinto viver em mim,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Jesus, 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17D6185B-6662-393A-0A54-1AFBB2FAB3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Jesus me trouxe salvação; </a:t>
            </a:r>
            <a:br>
              <a:rPr lang="en-US" altLang="pt-BR" sz="4000" i="1"/>
            </a:br>
            <a:r>
              <a:rPr lang="en-US" altLang="pt-BR" sz="4000" i="1"/>
              <a:t>Também, me disse assim: </a:t>
            </a:r>
            <a:br>
              <a:rPr lang="en-US" altLang="pt-BR" sz="4000" i="1"/>
            </a:br>
            <a:r>
              <a:rPr lang="en-US" altLang="pt-BR" sz="4000" i="1"/>
              <a:t>Me busca na tribulação, </a:t>
            </a:r>
            <a:br>
              <a:rPr lang="en-US" altLang="pt-BR" sz="4000" i="1"/>
            </a:br>
            <a:r>
              <a:rPr lang="en-US" altLang="pt-BR" sz="4000" i="1"/>
              <a:t>Pra teres paz em Mim.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9EF455DE-B729-1FA4-FA71-B27BFE0CB7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Sinto paz mui profunda enfim,</a:t>
            </a:r>
            <a:r>
              <a:rPr lang="en-US" altLang="pt-BR" sz="4000" i="1"/>
              <a:t> </a:t>
            </a:r>
            <a:br>
              <a:rPr lang="en-US" altLang="pt-BR" sz="4000" b="1" i="1"/>
            </a:br>
            <a:r>
              <a:rPr lang="en-US" altLang="pt-BR" sz="4000" b="1"/>
              <a:t>I</a:t>
            </a:r>
            <a:r>
              <a:rPr lang="en-US" altLang="pt-BR" sz="4000" b="1" i="1"/>
              <a:t>nto paz proveniente da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fé sinto viver em mim,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Jesus, 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F06A0A6-2B29-4D15-3482-8703DF7533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Na grande festa do perdão, </a:t>
            </a:r>
            <a:br>
              <a:rPr lang="en-US" altLang="pt-BR" sz="4000" i="1"/>
            </a:br>
            <a:r>
              <a:rPr lang="en-US" altLang="pt-BR" sz="4000" i="1"/>
              <a:t>No Seu real poder, </a:t>
            </a:r>
            <a:br>
              <a:rPr lang="en-US" altLang="pt-BR" sz="4000" i="1"/>
            </a:br>
            <a:r>
              <a:rPr lang="en-US" altLang="pt-BR" sz="4000" i="1"/>
              <a:t>Me concedeu admissão, </a:t>
            </a:r>
            <a:br>
              <a:rPr lang="en-US" altLang="pt-BR" sz="4000" i="1"/>
            </a:br>
            <a:r>
              <a:rPr lang="en-US" altLang="pt-BR" sz="4000" i="1"/>
              <a:t>Quem quis por mim morrer.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7F80570-D6EE-5C92-A111-2841DEADC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Sinto paz mui profunda enfim,</a:t>
            </a:r>
            <a:r>
              <a:rPr lang="en-US" altLang="pt-BR" sz="4000" i="1"/>
              <a:t> </a:t>
            </a:r>
            <a:br>
              <a:rPr lang="en-US" altLang="pt-BR" sz="4000" b="1" i="1"/>
            </a:br>
            <a:r>
              <a:rPr lang="en-US" altLang="pt-BR" sz="4000" b="1"/>
              <a:t>I</a:t>
            </a:r>
            <a:r>
              <a:rPr lang="en-US" altLang="pt-BR" sz="4000" b="1" i="1"/>
              <a:t>nto paz proveniente da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fé sinto viver em mim,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Jesus, 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5B0FD5CE-84A6-7B7B-9E34-C3AA20444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i="1"/>
              <a:t>Já tenho uma viva fé, </a:t>
            </a:r>
            <a:br>
              <a:rPr lang="en-US" altLang="pt-BR" sz="4000" i="1"/>
            </a:br>
            <a:r>
              <a:rPr lang="en-US" altLang="pt-BR" sz="4000" i="1"/>
              <a:t>Que não confundirá; </a:t>
            </a:r>
            <a:br>
              <a:rPr lang="en-US" altLang="pt-BR" sz="4000" i="1"/>
            </a:br>
            <a:r>
              <a:rPr lang="en-US" altLang="pt-BR" sz="4000" i="1"/>
              <a:t>O amor de Deus, que puro é, </a:t>
            </a:r>
            <a:br>
              <a:rPr lang="en-US" altLang="pt-BR" sz="4000" i="1"/>
            </a:br>
            <a:r>
              <a:rPr lang="en-US" altLang="pt-BR" sz="4000" i="1"/>
              <a:t>De paz me encherá.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00C86110-DCBC-A996-51AA-F4CF69F09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638800"/>
          </a:xfrm>
        </p:spPr>
        <p:txBody>
          <a:bodyPr/>
          <a:lstStyle/>
          <a:p>
            <a:r>
              <a:rPr lang="en-US" altLang="pt-BR" sz="4000" b="1" i="1"/>
              <a:t>Sinto paz mui profunda enfim,</a:t>
            </a:r>
            <a:r>
              <a:rPr lang="en-US" altLang="pt-BR" sz="4000" i="1"/>
              <a:t> </a:t>
            </a:r>
            <a:br>
              <a:rPr lang="en-US" altLang="pt-BR" sz="4000" b="1" i="1"/>
            </a:br>
            <a:r>
              <a:rPr lang="en-US" altLang="pt-BR" sz="4000" b="1" i="1"/>
              <a:t>Into paz proveniente da cruz,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Pela fé sinto viver em mim,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Jesus, meu Jesus.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 140 A SEGURANÇA DO CRENTE </vt:lpstr>
      <vt:lpstr>De mal nenhum eu temerei,  Em mim está Jesus:  Jamais perturbação terei,  Pois vivo já na luz.   </vt:lpstr>
      <vt:lpstr>Sinto paz mui profunda enfim,  Into paz proveniente da cruz,  Pela fé sinto viver em mim,  Meu Jesus, meu Jesus. </vt:lpstr>
      <vt:lpstr>Jesus me trouxe salvação;  Também, me disse assim:  Me busca na tribulação,  Pra teres paz em Mim. </vt:lpstr>
      <vt:lpstr>Sinto paz mui profunda enfim,  Into paz proveniente da cruz,  Pela fé sinto viver em mim,  Meu Jesus, meu Jesus. </vt:lpstr>
      <vt:lpstr>Na grande festa do perdão,  No Seu real poder,  Me concedeu admissão,  Quem quis por mim morrer. </vt:lpstr>
      <vt:lpstr>Sinto paz mui profunda enfim,  Into paz proveniente da cruz,  Pela fé sinto viver em mim,  Meu Jesus, meu Jesus. </vt:lpstr>
      <vt:lpstr>Já tenho uma viva fé,  Que não confundirá;  O amor de Deus, que puro é,  De paz me encherá. </vt:lpstr>
      <vt:lpstr>Sinto paz mui profunda enfim,  Into paz proveniente da cruz,  Pela fé sinto viver em mim,  Meu Jesus, meu Jesus.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140 A SEGURANÇA DO CRENTE </dc:title>
  <dc:creator>Junior</dc:creator>
  <cp:lastModifiedBy>Emerson Souza</cp:lastModifiedBy>
  <cp:revision>1</cp:revision>
  <dcterms:created xsi:type="dcterms:W3CDTF">2005-12-23T15:08:21Z</dcterms:created>
  <dcterms:modified xsi:type="dcterms:W3CDTF">2026-05-02T21:48:27Z</dcterms:modified>
</cp:coreProperties>
</file>