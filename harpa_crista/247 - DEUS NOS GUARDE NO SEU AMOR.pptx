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282F3-424E-5528-E990-55B3A8EE8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D50775-2BBA-6E1B-70C7-43CA7DE62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CEE158-F9B7-DB94-8876-0E9D7A6EF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7D0F8B-8F71-3809-8BF5-58E328DA1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F303F3-8BD0-6BC1-A1C8-3F203C606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7B6318-82C0-4349-8B6D-223CE8B2D9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1187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D5436F-6417-356E-0ACE-5E922B359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BFCC0D-7904-42D2-6080-4C7676BCC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AE38AE-2734-0B9E-77AA-C2E8DDA6D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98CC6D-715E-756B-D7F4-FC3E3698E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36504D-917D-A6F8-EC63-734920407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32E8A7-8900-41D5-9AFD-473C6E26FF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2120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12E31A-41BC-837C-CA26-3D06AAD4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1B378A-5FF3-9E66-F648-93AF6C779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CA3C86-FAF6-9F43-BA42-B04C55105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4B632C-9509-58B3-C2EE-B90F945F4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C3FF51-5027-F403-6D7D-B8FA39F28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EDDD39-BBD4-445D-8A85-3C20DAB87A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48821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D8756-D72E-AF5C-A7E2-445B89459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DD3EED-2978-693E-B562-CCFC0D929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8E1AAE-5980-D2AE-4F5E-4303B6B8C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A08B3C-F64F-313A-3FCD-94801D35E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C690EF-E621-7279-3657-E52302278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CA54CB-4A54-3C35-B6DE-D36E4AC6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C3E00B-7E0D-4A89-B0E9-708C070E6D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230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12457-FD1E-792C-1499-9EA28BB4C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F05C8E-5976-F53D-66E4-D9157690B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BF2CE6-835B-4AEC-3253-B01E83FD0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612618-F6FB-AA20-71C3-82D3453F99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1C27C1A-D8FB-7F81-F2DE-10A7A4416E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6A1A525-6273-DD49-3286-993A326B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2B6F8DA-E084-D520-550A-F9679E664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B7F2820-58B1-C0D8-C2EE-B5F7F90F5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7825E4-9830-4CA7-8303-230B71B992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1158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2DD31-1C61-FFC5-8C80-772465E5F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579FEED-974C-99F1-918B-874C3D96A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FDDE1AE-1200-4F93-930B-4CCA7D13B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4F4FA99-C832-5289-2D45-02D5F479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C1E561-E6E3-4F71-8B29-34C4A2462A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27488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08C779D-56D6-5320-43B1-241F013EE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DD5F31-0364-66AE-5E5D-917C0B460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BE3A9D-AF57-CDA2-F93D-A2568039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082369-D73C-45E0-92EB-A4CEE9473B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3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3004C-41EA-BB79-65FC-0F776D9C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1AA83A-9213-F06D-0BBD-A37B807D1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C1217B5-665A-EBB8-737E-6E7E6C65B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F5E3F7-D478-5939-D24A-2D2ADFA90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50FA2B-554A-BAEC-3412-7A81F7331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8C5675-3310-7B87-288C-20EE5A7F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0F1823-E68F-47FB-A3F0-1BBA6D490D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7501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D4941-B836-60E6-CF5F-841316DF6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681FCD1-E0CC-DA8B-8FB2-6D8626BC49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CFF094C-42E6-7339-2D62-C3955CBDB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F03F35-9C5C-81F3-4CE9-D004F9616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B07403-78AB-1414-2152-9E7856D7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623B34-186C-22F0-9B91-85C62E303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A00F77-8ED2-408F-BEB1-662D69EC8A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5197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479373-796A-BF42-73F9-13FC17C67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1D6113-5071-4FAD-A995-463A6574B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CA4A8E-9F44-B182-CD88-5067D12B8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E0A817-D554-C298-A2C8-C7FAF5E4E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9FE664-FB6B-E52B-BFCD-C95D0E7DA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762E8-B262-4233-857E-57465EBBDD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0418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137105C-BB22-553C-30A6-A1EC72A4E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C2CAFA9-DDB5-D312-3005-E23122F6B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774FB5-08C3-A7A0-C6FE-9ED89B535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8A5439-246D-C96E-83A0-6649B0D2A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0E9D75-4112-7F10-5DC8-7BECA30A6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BA0EE4-ED93-4F2C-9FA8-A072C9E5D3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4613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2940FC3-543F-AD46-A930-D3968B07C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EF469E3-0CF4-0EA8-F527-0C52D00A3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99D888E-C9F0-6115-1E29-60FAEEF8DD1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6593F2A-190C-3743-AAFE-7A577FF1C36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0720E12-62F9-42C0-BFF2-FCFAC46BBDA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4634E4B-10DD-4412-90F4-65F8B09A343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8CA76B6-79DF-707B-8E65-BBA5FDD0D48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247</a:t>
            </a:r>
            <a:br>
              <a:rPr lang="pt-BR" altLang="pt-BR" sz="4000" b="1"/>
            </a:br>
            <a:r>
              <a:rPr lang="pt-BR" altLang="pt-BR" sz="4000" b="1"/>
              <a:t>DEUS NOS GUARDE NO SEU AMOR</a:t>
            </a:r>
            <a:endParaRPr lang="en-US" altLang="pt-BR" sz="4000" b="1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68" decel="100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68" decel="100000"/>
                                        <p:tgtEl>
                                          <p:spTgt spid="205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68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68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D2598D5-6200-F85B-1602-8A1E2E13DD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Deus nos guarde bem no Seu amor; </a:t>
            </a:r>
            <a:br>
              <a:rPr lang="pt-BR" altLang="pt-BR" sz="3600"/>
            </a:br>
            <a:r>
              <a:rPr lang="pt-BR" altLang="pt-BR" sz="3600"/>
              <a:t>Onde quer que nos achemos,</a:t>
            </a:r>
            <a:br>
              <a:rPr lang="pt-BR" altLang="pt-BR" sz="3600"/>
            </a:br>
            <a:r>
              <a:rPr lang="pt-BR" altLang="pt-BR" sz="3600"/>
              <a:t>O Seu nome louvaremos;</a:t>
            </a:r>
            <a:br>
              <a:rPr lang="pt-BR" altLang="pt-BR" sz="3600"/>
            </a:br>
            <a:r>
              <a:rPr lang="pt-BR" altLang="pt-BR" sz="3600"/>
              <a:t>Deus nos guarde bem no Seu amor!</a:t>
            </a:r>
            <a:endParaRPr lang="en-US" altLang="pt-BR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3B0FA3E-6C41-BB22-FEC9-0E1CA9330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3600" b="1" i="1"/>
              <a:t>Ao voltar Jesus vamos nós estar </a:t>
            </a:r>
            <a:br>
              <a:rPr lang="pt-BR" altLang="pt-BR" sz="3600" b="1" i="1"/>
            </a:br>
            <a:r>
              <a:rPr lang="pt-BR" altLang="pt-BR" sz="3600" b="1" i="1"/>
              <a:t>Livres de qualquer separação;</a:t>
            </a:r>
            <a:br>
              <a:rPr lang="pt-BR" altLang="pt-BR" sz="3600" b="1" i="1"/>
            </a:br>
            <a:r>
              <a:rPr lang="pt-BR" altLang="pt-BR" sz="3600" b="1" i="1"/>
              <a:t>U'a coroa, então vamos, sim, formar, </a:t>
            </a:r>
            <a:br>
              <a:rPr lang="pt-BR" altLang="pt-BR" sz="3600" b="1" i="1"/>
            </a:br>
            <a:r>
              <a:rPr lang="pt-BR" altLang="pt-BR" sz="3600" b="1" i="1"/>
              <a:t>Lá no céu, na eternal mansão.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A6F4474-A480-50CB-D87D-C2D1F3F593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Deus nos guarde em santificação </a:t>
            </a:r>
            <a:br>
              <a:rPr lang="pt-BR" altLang="pt-BR" sz="3600"/>
            </a:br>
            <a:r>
              <a:rPr lang="pt-BR" altLang="pt-BR" sz="3600"/>
              <a:t>Nas agruras da jornada,</a:t>
            </a:r>
            <a:br>
              <a:rPr lang="pt-BR" altLang="pt-BR" sz="3600"/>
            </a:br>
            <a:r>
              <a:rPr lang="pt-BR" altLang="pt-BR" sz="3600"/>
              <a:t>Que é mui breve terminada!</a:t>
            </a:r>
            <a:br>
              <a:rPr lang="pt-BR" altLang="pt-BR" sz="3600"/>
            </a:br>
            <a:r>
              <a:rPr lang="pt-BR" altLang="pt-BR" sz="3600"/>
              <a:t>Deus nos guarde em santificação!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6E9D348-DE5A-B06F-4ECF-9CBA7267BD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3600" b="1" i="1"/>
              <a:t>Ao voltar Jesus vamos nós estar </a:t>
            </a:r>
            <a:br>
              <a:rPr lang="pt-BR" altLang="pt-BR" sz="3600" b="1" i="1"/>
            </a:br>
            <a:r>
              <a:rPr lang="pt-BR" altLang="pt-BR" sz="3600" b="1" i="1"/>
              <a:t>Livres de qualquer separação;</a:t>
            </a:r>
            <a:br>
              <a:rPr lang="pt-BR" altLang="pt-BR" sz="3600" b="1" i="1"/>
            </a:br>
            <a:r>
              <a:rPr lang="pt-BR" altLang="pt-BR" sz="3600" b="1" i="1"/>
              <a:t>U'a coroa, então vamos, sim, formar, </a:t>
            </a:r>
            <a:br>
              <a:rPr lang="pt-BR" altLang="pt-BR" sz="3600" b="1" i="1"/>
            </a:br>
            <a:r>
              <a:rPr lang="pt-BR" altLang="pt-BR" sz="3600" b="1" i="1"/>
              <a:t>Lá no céu, na eternal mansão.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EB5E307-5E4F-D4C9-28E1-390D9C3B53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Deus nos guarde e nos conceda paz,</a:t>
            </a:r>
            <a:br>
              <a:rPr lang="pt-BR" altLang="pt-BR" sz="3600"/>
            </a:br>
            <a:r>
              <a:rPr lang="pt-BR" altLang="pt-BR" sz="3600"/>
              <a:t>De que tanto carecemos;</a:t>
            </a:r>
            <a:br>
              <a:rPr lang="pt-BR" altLang="pt-BR" sz="3600"/>
            </a:br>
            <a:r>
              <a:rPr lang="pt-BR" altLang="pt-BR" sz="3600"/>
              <a:t>O, enquanto aqui vivemos,</a:t>
            </a:r>
            <a:br>
              <a:rPr lang="pt-BR" altLang="pt-BR" sz="3600"/>
            </a:br>
            <a:r>
              <a:rPr lang="pt-BR" altLang="pt-BR" sz="3600"/>
              <a:t>Deus nos guarde e nos conceda paz. 	                                             </a:t>
            </a:r>
            <a:r>
              <a:rPr lang="pt-BR" altLang="pt-BR" sz="1600"/>
              <a:t>E.C.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9FC9D81-3596-88A7-3F37-0E5AF6987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3600" b="1" i="1"/>
              <a:t>Ao voltar Jesus vamos nós estar </a:t>
            </a:r>
            <a:br>
              <a:rPr lang="pt-BR" altLang="pt-BR" sz="3600" b="1" i="1"/>
            </a:br>
            <a:r>
              <a:rPr lang="pt-BR" altLang="pt-BR" sz="3600" b="1" i="1"/>
              <a:t>Livres de qualquer separação;</a:t>
            </a:r>
            <a:br>
              <a:rPr lang="pt-BR" altLang="pt-BR" sz="3600" b="1" i="1"/>
            </a:br>
            <a:r>
              <a:rPr lang="pt-BR" altLang="pt-BR" sz="3600" b="1" i="1"/>
              <a:t>U'a coroa, então vamos, sim, formar, </a:t>
            </a:r>
            <a:br>
              <a:rPr lang="pt-BR" altLang="pt-BR" sz="3600" b="1" i="1"/>
            </a:br>
            <a:r>
              <a:rPr lang="pt-BR" altLang="pt-BR" sz="3600" b="1" i="1"/>
              <a:t>Lá no céu, na eternal mansão.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1">
      <a:dk1>
        <a:srgbClr val="3E3E5C"/>
      </a:dk1>
      <a:lt1>
        <a:srgbClr val="FFFFFF"/>
      </a:lt1>
      <a:dk2>
        <a:srgbClr val="666699"/>
      </a:dk2>
      <a:lt2>
        <a:srgbClr val="FFFFFF"/>
      </a:lt2>
      <a:accent1>
        <a:srgbClr val="60597B"/>
      </a:accent1>
      <a:accent2>
        <a:srgbClr val="6666FF"/>
      </a:accent2>
      <a:accent3>
        <a:srgbClr val="B8B8CA"/>
      </a:accent3>
      <a:accent4>
        <a:srgbClr val="DADADA"/>
      </a:accent4>
      <a:accent5>
        <a:srgbClr val="B6B5BF"/>
      </a:accent5>
      <a:accent6>
        <a:srgbClr val="5C5CE7"/>
      </a:accent6>
      <a:hlink>
        <a:srgbClr val="99CCFF"/>
      </a:hlink>
      <a:folHlink>
        <a:srgbClr val="FFFF99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195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247 DEUS NOS GUARDE NO SEU AMOR</vt:lpstr>
      <vt:lpstr>Deus nos guarde bem no Seu amor;  Onde quer que nos achemos, O Seu nome louvaremos; Deus nos guarde bem no Seu amor!</vt:lpstr>
      <vt:lpstr>Ao voltar Jesus vamos nós estar  Livres de qualquer separação; U'a coroa, então vamos, sim, formar,  Lá no céu, na eternal mansão.</vt:lpstr>
      <vt:lpstr>Deus nos guarde em santificação  Nas agruras da jornada, Que é mui breve terminada! Deus nos guarde em santificação! </vt:lpstr>
      <vt:lpstr>Ao voltar Jesus vamos nós estar  Livres de qualquer separação; U'a coroa, então vamos, sim, formar,  Lá no céu, na eternal mansão.</vt:lpstr>
      <vt:lpstr>Deus nos guarde e nos conceda paz, De que tanto carecemos; O, enquanto aqui vivemos, Deus nos guarde e nos conceda paz.                                               E.C. </vt:lpstr>
      <vt:lpstr>Ao voltar Jesus vamos nós estar  Livres de qualquer separação; U'a coroa, então vamos, sim, formar,  Lá no céu, na eternal mansão.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247 DEUS NOS GUARDE NO SEU AMOR</dc:title>
  <dc:creator>Montagna</dc:creator>
  <cp:lastModifiedBy>Emerson Souza</cp:lastModifiedBy>
  <cp:revision>3</cp:revision>
  <dcterms:created xsi:type="dcterms:W3CDTF">2005-10-18T21:31:33Z</dcterms:created>
  <dcterms:modified xsi:type="dcterms:W3CDTF">2026-05-02T21:57:33Z</dcterms:modified>
</cp:coreProperties>
</file>