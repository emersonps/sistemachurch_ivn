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9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976FB-0FBE-6E7C-5980-7273A3652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EB1A48-BDBC-9EED-2367-A04F11C87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55969B-7500-9834-8A35-F2B9BC39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F2B1FF-6F91-4745-CF79-60FAA5353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2E7BFF-A943-AA0F-1181-3EF4865C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7F4267-AEB3-4C83-AE2B-B8A7FFE330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058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95623-FE88-91E5-C3B9-61029D80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66FEB6-56B2-EB39-04C6-BF7DFBBDE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97D3D5-D17E-D36C-6155-18D7FC21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E49123-7B4B-2D9F-2778-C0FC74D7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A12A88-EA47-9F79-BC69-1F777D4E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6A6D9A-3F87-4ECE-9559-601D979161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292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57E8D-21F3-4651-F8B3-62762E8D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A7661C-4FB5-D4AA-6C00-71AD3DEBC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669B10-A6FB-9354-6D50-E97B0BB8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095909-BBBB-1C7B-1F3B-DBD6DB3D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04064-F601-5C25-E963-8A430FD0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792F4D-67AC-4D01-AD0C-BC75D7F5BC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606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26399-5F7E-7AB2-08E2-1030CF6A2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568A8B-021D-D7AB-7436-B35779F4D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A6C619-C9D5-4905-C414-C245CB928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0FB763-230E-4808-9941-3EC2CFD0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8A4434-C07F-AD1F-EBCD-7F2D1D23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467C2A-4837-2C30-F613-42042630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8F93C2-4B32-4322-9A70-7D92A6DBA4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720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046C6-AD14-8C35-8683-D77FE619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E68494-8EF3-242C-C27F-3665F7A21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DBE9A9-E50E-8E16-2D2E-31DB9DDB5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4A2555-526A-83EA-A95E-9898C52D0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EACBE14-BF19-B66D-A090-096FE5DE8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218AE3E-A6CA-B5EF-A4E6-80DEE6AE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FE5BC9-EDFF-3965-C96B-E6832E12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6D2889-EDDB-3AF3-3E3A-4A4B7601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EB9657-2436-4C2E-8385-6C6278AC9E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02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0E8D-E53B-B384-93C7-50EE2D62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AF7BF-EC34-8E48-510E-B1E577F4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827B4BF-3D7D-F952-B17B-938B8C49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1A7D88-D5F2-271C-3A01-D2A44C79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563E2-BBAE-4BD4-AD53-F26631ACE2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576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852FE9-C470-5CC6-6581-6D3961AB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B0A04D-CF2D-D0C6-A1B8-D8886E26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F791B2-E740-B9BF-EBA6-6A3C5823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19C9F1-AA5A-456D-BE38-FB2DA95A27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347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18221-84BE-412F-B4E5-C77925785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6DF5DE-4608-6707-4D9E-73D757E59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53A1A7-0CD9-87A3-A515-D3E8B3D06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B1F8F2-4DB5-4E58-E7A4-19E4AF1A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8E6CF1-1A40-46A2-24C4-B4DFFFB6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93E2FC-3EF5-7794-1615-70E637D3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B3211D-507E-4D99-A42F-3101B332AA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674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E8821-97C3-5AE5-16A7-50BBEA02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232EBE8-4FF1-3656-3D1C-7DF7F0008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AD8A51-8114-A544-C83C-AE2D7047E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7863D5-84A4-63E3-935F-19E88D2E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AC489E-1C64-CE1E-68E2-3A931F29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CA510D-91F4-B105-228D-44651DFD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BCFBB-E125-405E-A199-164CDF1F7C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1090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F01A3-7062-42B0-3A07-63AD8B88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552F7D-5E3B-D50B-3207-7241B911D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E2C352-04DF-B6C3-4320-E6384835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5A74F3-8763-C785-E3A7-AE7E5E55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B329C8-78FD-F2EF-2BF0-5043D56A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6CCF56-96C7-43F0-83EA-BEBE99A860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927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F9C6A9-6F13-6BBC-DDC1-3B0842914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D93099-8960-6B83-8DB2-E5C85846C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741B71-E83F-D197-F5BF-EB2D8BFD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3EFECC-8CAA-9B4F-156E-5B8495F3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B06021-DA8C-C8FB-D489-6B8C86DE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3637A-3AF0-43AF-8F6F-D7ABFF3327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550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16F2539-1F99-9A31-8612-2100661AC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720F36-9EE3-1CB3-350A-0BEAA98DB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D944089-4181-E444-0F67-C2F1E0C68C6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720D463-79D0-B40D-FF8F-4EFC74B9DC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A110181-A326-B1B9-19E9-43079713C7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E4C67B4-EA3F-44E4-B25B-792024A2B8D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88B40D5-2686-29D8-BBF5-B5EC250789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392</a:t>
            </a:r>
            <a:br>
              <a:rPr lang="pt-BR" altLang="pt-BR" sz="4400" b="1"/>
            </a:br>
            <a:r>
              <a:rPr lang="pt-BR" altLang="pt-BR" sz="4400" b="1"/>
              <a:t>PEREGRINOS SOMOS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75E326A-6B7F-B4FD-933D-EE7B57F11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Peregrinos somos aqui </a:t>
            </a:r>
            <a:br>
              <a:rPr lang="pt-BR" altLang="pt-BR"/>
            </a:br>
            <a:r>
              <a:rPr lang="pt-BR" altLang="pt-BR"/>
              <a:t>Té o labor findar;</a:t>
            </a:r>
            <a:br>
              <a:rPr lang="pt-BR" altLang="pt-BR"/>
            </a:br>
            <a:r>
              <a:rPr lang="pt-BR" altLang="pt-BR"/>
              <a:t>Deste mundo queremos ir </a:t>
            </a:r>
            <a:br>
              <a:rPr lang="pt-BR" altLang="pt-BR"/>
            </a:br>
            <a:r>
              <a:rPr lang="pt-BR" altLang="pt-BR"/>
              <a:t>Ao celeste lar.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5D8D7E-7CCD-84DF-4509-D56ED14EF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Pátria mui feliz</a:t>
            </a:r>
            <a:br>
              <a:rPr lang="pt-BR" altLang="pt-BR" b="1" i="1"/>
            </a:br>
            <a:r>
              <a:rPr lang="pt-BR" altLang="pt-BR" b="1" i="1"/>
              <a:t>Em ti irei morar;</a:t>
            </a:r>
            <a:br>
              <a:rPr lang="pt-BR" altLang="pt-BR" b="1" i="1"/>
            </a:br>
            <a:r>
              <a:rPr lang="pt-BR" altLang="pt-BR" b="1" i="1"/>
              <a:t>Eu irei morar, Eu irei morar</a:t>
            </a:r>
            <a:br>
              <a:rPr lang="pt-BR" altLang="pt-BR" b="1" i="1"/>
            </a:br>
            <a:r>
              <a:rPr lang="pt-BR" altLang="pt-BR" b="1" i="1"/>
              <a:t>Jerusalém, oh meu país 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br>
              <a:rPr lang="pt-BR" altLang="pt-BR" b="1" i="1"/>
            </a:br>
            <a:r>
              <a:rPr lang="pt-BR" altLang="pt-BR" b="1" i="1"/>
              <a:t>Jerusalém, oh meu país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428865A-8B4D-8DB1-845D-1483A5601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Minha grande consolação </a:t>
            </a:r>
            <a:br>
              <a:rPr lang="pt-BR" altLang="pt-BR"/>
            </a:br>
            <a:r>
              <a:rPr lang="pt-BR" altLang="pt-BR"/>
              <a:t>E sempre em ti morar, </a:t>
            </a:r>
            <a:br>
              <a:rPr lang="pt-BR" altLang="pt-BR"/>
            </a:br>
            <a:r>
              <a:rPr lang="pt-BR" altLang="pt-BR"/>
              <a:t>Oh, querida, bela Sião, </a:t>
            </a:r>
            <a:br>
              <a:rPr lang="pt-BR" altLang="pt-BR"/>
            </a:br>
            <a:r>
              <a:rPr lang="pt-BR" altLang="pt-BR"/>
              <a:t>Meu eterno lar!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84BE1C4-E154-AE3F-4D9F-0C6DF8AB2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Pátria mui feliz</a:t>
            </a:r>
            <a:br>
              <a:rPr lang="pt-BR" altLang="pt-BR" b="1" i="1"/>
            </a:br>
            <a:r>
              <a:rPr lang="pt-BR" altLang="pt-BR" b="1" i="1"/>
              <a:t>Em ti irei morar;</a:t>
            </a:r>
            <a:br>
              <a:rPr lang="pt-BR" altLang="pt-BR" b="1" i="1"/>
            </a:br>
            <a:r>
              <a:rPr lang="pt-BR" altLang="pt-BR" b="1" i="1"/>
              <a:t>Eu irei morar, Eu irei morar</a:t>
            </a:r>
            <a:br>
              <a:rPr lang="pt-BR" altLang="pt-BR" b="1" i="1"/>
            </a:br>
            <a:r>
              <a:rPr lang="pt-BR" altLang="pt-BR" b="1" i="1"/>
              <a:t>Jerusalém, oh meu país 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br>
              <a:rPr lang="pt-BR" altLang="pt-BR" b="1" i="1"/>
            </a:br>
            <a:r>
              <a:rPr lang="pt-BR" altLang="pt-BR" b="1" i="1"/>
              <a:t>Jerusalém, oh meu país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9956211-1966-4EE1-083A-27DBE7F4C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Como o povo de Abraão, Sempre a viajar,</a:t>
            </a:r>
            <a:br>
              <a:rPr lang="pt-BR" altLang="pt-BR"/>
            </a:br>
            <a:r>
              <a:rPr lang="pt-BR" altLang="pt-BR"/>
              <a:t>Para a terra da promissão, Santo e doce lar.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932B5D8-2DC5-1935-830B-C184869AC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Pátria mui feliz</a:t>
            </a:r>
            <a:br>
              <a:rPr lang="pt-BR" altLang="pt-BR" b="1" i="1"/>
            </a:br>
            <a:r>
              <a:rPr lang="pt-BR" altLang="pt-BR" b="1" i="1"/>
              <a:t>Em ti irei morar;</a:t>
            </a:r>
            <a:br>
              <a:rPr lang="pt-BR" altLang="pt-BR" b="1" i="1"/>
            </a:br>
            <a:r>
              <a:rPr lang="pt-BR" altLang="pt-BR" b="1" i="1"/>
              <a:t>Eu irei morar, Eu irei morar</a:t>
            </a:r>
            <a:br>
              <a:rPr lang="pt-BR" altLang="pt-BR" b="1" i="1"/>
            </a:br>
            <a:r>
              <a:rPr lang="pt-BR" altLang="pt-BR" b="1" i="1"/>
              <a:t>Jerusalém, oh meu país 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br>
              <a:rPr lang="pt-BR" altLang="pt-BR" b="1" i="1"/>
            </a:br>
            <a:r>
              <a:rPr lang="pt-BR" altLang="pt-BR" b="1" i="1"/>
              <a:t>Jerusalém, oh meu país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7FBEC59-3956-BB9C-6DEA-56D9B5B68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O Senhor, queremos vencer, </a:t>
            </a:r>
            <a:br>
              <a:rPr lang="pt-BR" altLang="pt-BR"/>
            </a:br>
            <a:r>
              <a:rPr lang="pt-BR" altLang="pt-BR"/>
              <a:t>E de Ti alcançar</a:t>
            </a:r>
            <a:br>
              <a:rPr lang="pt-BR" altLang="pt-BR"/>
            </a:br>
            <a:r>
              <a:rPr lang="pt-BR" altLang="pt-BR"/>
              <a:t>Gozo, paz, eterno prazer, </a:t>
            </a:r>
            <a:br>
              <a:rPr lang="pt-BR" altLang="pt-BR"/>
            </a:br>
            <a:r>
              <a:rPr lang="pt-BR" altLang="pt-BR"/>
              <a:t>No bendito lar!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110612E-E93D-79E8-8236-CB6C02495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Pátria mui feliz</a:t>
            </a:r>
            <a:br>
              <a:rPr lang="pt-BR" altLang="pt-BR" b="1" i="1"/>
            </a:br>
            <a:r>
              <a:rPr lang="pt-BR" altLang="pt-BR" b="1" i="1"/>
              <a:t>Em ti irei morar;</a:t>
            </a:r>
            <a:br>
              <a:rPr lang="pt-BR" altLang="pt-BR" b="1" i="1"/>
            </a:br>
            <a:r>
              <a:rPr lang="pt-BR" altLang="pt-BR" b="1" i="1"/>
              <a:t>Eu irei morar, Eu irei morar</a:t>
            </a:r>
            <a:br>
              <a:rPr lang="pt-BR" altLang="pt-BR" b="1" i="1"/>
            </a:br>
            <a:r>
              <a:rPr lang="pt-BR" altLang="pt-BR" b="1" i="1"/>
              <a:t>Jerusalém, oh meu país 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br>
              <a:rPr lang="pt-BR" altLang="pt-BR" b="1" i="1"/>
            </a:br>
            <a:r>
              <a:rPr lang="pt-BR" altLang="pt-BR" b="1" i="1"/>
              <a:t>Jerusalém, oh meu país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endParaRPr lang="en-US" altLang="pt-BR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E9D373A-EE1D-0497-A45A-2CDA4C813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É o meu desejo, Jesus,</a:t>
            </a:r>
            <a:br>
              <a:rPr lang="pt-BR" altLang="pt-BR"/>
            </a:br>
            <a:r>
              <a:rPr lang="pt-BR" altLang="pt-BR"/>
              <a:t>Sempre peregrinar;</a:t>
            </a:r>
            <a:br>
              <a:rPr lang="pt-BR" altLang="pt-BR"/>
            </a:br>
            <a:r>
              <a:rPr lang="pt-BR" altLang="pt-BR"/>
              <a:t>Dirigido por Tua luz</a:t>
            </a:r>
            <a:br>
              <a:rPr lang="pt-BR" altLang="pt-BR"/>
            </a:br>
            <a:r>
              <a:rPr lang="pt-BR" altLang="pt-BR"/>
              <a:t>Té que chegue ao far. </a:t>
            </a:r>
            <a:br>
              <a:rPr lang="pt-BR" altLang="pt-BR" sz="1200"/>
            </a:br>
            <a:r>
              <a:rPr lang="pt-BR" altLang="pt-BR" sz="1400"/>
              <a:t>M.A.N.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B416E2E-D03F-F21F-E9E3-4BCCD74D2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Pátria mui feliz</a:t>
            </a:r>
            <a:br>
              <a:rPr lang="pt-BR" altLang="pt-BR" b="1" i="1"/>
            </a:br>
            <a:r>
              <a:rPr lang="pt-BR" altLang="pt-BR" b="1" i="1"/>
              <a:t>Em ti irei morar;</a:t>
            </a:r>
            <a:br>
              <a:rPr lang="pt-BR" altLang="pt-BR" b="1" i="1"/>
            </a:br>
            <a:r>
              <a:rPr lang="pt-BR" altLang="pt-BR" b="1" i="1"/>
              <a:t>Eu irei morar, Eu irei morar</a:t>
            </a:r>
            <a:br>
              <a:rPr lang="pt-BR" altLang="pt-BR" b="1" i="1"/>
            </a:br>
            <a:r>
              <a:rPr lang="pt-BR" altLang="pt-BR" b="1" i="1"/>
              <a:t>Jerusalém, oh meu país 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br>
              <a:rPr lang="pt-BR" altLang="pt-BR" b="1" i="1"/>
            </a:br>
            <a:r>
              <a:rPr lang="pt-BR" altLang="pt-BR" b="1" i="1"/>
              <a:t>Jerusalém, oh meu país</a:t>
            </a:r>
            <a:br>
              <a:rPr lang="pt-BR" altLang="pt-BR" b="1" i="1"/>
            </a:br>
            <a:r>
              <a:rPr lang="pt-BR" altLang="pt-BR" b="1" i="1"/>
              <a:t>E meu querido lar!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337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392 PEREGRINOS SOMOS</vt:lpstr>
      <vt:lpstr>Peregrinos somos aqui  Té o labor findar; Deste mundo queremos ir  Ao celeste lar. </vt:lpstr>
      <vt:lpstr>Oh! Pátria mui feliz Em ti irei morar; Eu irei morar, Eu irei morar Jerusalém, oh meu país  E meu querido lar! Jerusalém, oh meu país E meu querido lar!</vt:lpstr>
      <vt:lpstr>Minha grande consolação  E sempre em ti morar,  Oh, querida, bela Sião,  Meu eterno lar! </vt:lpstr>
      <vt:lpstr>Oh! Pátria mui feliz Em ti irei morar; Eu irei morar, Eu irei morar Jerusalém, oh meu país  E meu querido lar! Jerusalém, oh meu país E meu querido lar!</vt:lpstr>
      <vt:lpstr>Como o povo de Abraão, Sempre a viajar, Para a terra da promissão, Santo e doce lar.</vt:lpstr>
      <vt:lpstr>Oh! Pátria mui feliz Em ti irei morar; Eu irei morar, Eu irei morar Jerusalém, oh meu país  E meu querido lar! Jerusalém, oh meu país E meu querido lar!</vt:lpstr>
      <vt:lpstr>O Senhor, queremos vencer,  E de Ti alcançar Gozo, paz, eterno prazer,  No bendito lar!</vt:lpstr>
      <vt:lpstr>Oh! Pátria mui feliz Em ti irei morar; Eu irei morar, Eu irei morar Jerusalém, oh meu país  E meu querido lar! Jerusalém, oh meu país E meu querido lar!</vt:lpstr>
      <vt:lpstr>É o meu desejo, Jesus, Sempre peregrinar; Dirigido por Tua luz Té que chegue ao far.  M.A.N. </vt:lpstr>
      <vt:lpstr>Oh! Pátria mui feliz Em ti irei morar; Eu irei morar, Eu irei morar Jerusalém, oh meu país  E meu querido lar! Jerusalém, oh meu país E meu querido lar!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392 - PEREGRINOS SOMOS</dc:title>
  <dc:creator>Montagna</dc:creator>
  <cp:lastModifiedBy>Emerson Souza</cp:lastModifiedBy>
  <cp:revision>2</cp:revision>
  <dcterms:created xsi:type="dcterms:W3CDTF">2005-10-20T23:29:11Z</dcterms:created>
  <dcterms:modified xsi:type="dcterms:W3CDTF">2026-05-02T22:09:35Z</dcterms:modified>
</cp:coreProperties>
</file>