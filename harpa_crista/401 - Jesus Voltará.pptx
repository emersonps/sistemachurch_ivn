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46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>
            <a:extLst>
              <a:ext uri="{FF2B5EF4-FFF2-40B4-BE49-F238E27FC236}">
                <a16:creationId xmlns:a16="http://schemas.microsoft.com/office/drawing/2014/main" id="{4D4DB43A-6EFB-A00C-D539-87E30B8F00C4}"/>
              </a:ext>
            </a:extLst>
          </p:cNvPr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21507" name="Freeform 3">
              <a:extLst>
                <a:ext uri="{FF2B5EF4-FFF2-40B4-BE49-F238E27FC236}">
                  <a16:creationId xmlns:a16="http://schemas.microsoft.com/office/drawing/2014/main" id="{A3DC693C-3255-A40B-2415-07BB0A6B4B1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>
                <a:gd name="T0" fmla="*/ 5740 w 5740"/>
                <a:gd name="T1" fmla="*/ 4316 h 4316"/>
                <a:gd name="T2" fmla="*/ 0 w 5740"/>
                <a:gd name="T3" fmla="*/ 4316 h 4316"/>
                <a:gd name="T4" fmla="*/ 0 w 5740"/>
                <a:gd name="T5" fmla="*/ 0 h 4316"/>
                <a:gd name="T6" fmla="*/ 5740 w 5740"/>
                <a:gd name="T7" fmla="*/ 0 h 4316"/>
                <a:gd name="T8" fmla="*/ 5740 w 5740"/>
                <a:gd name="T9" fmla="*/ 4316 h 4316"/>
                <a:gd name="T10" fmla="*/ 5740 w 5740"/>
                <a:gd name="T11" fmla="*/ 4316 h 4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21508" name="Group 4">
              <a:extLst>
                <a:ext uri="{FF2B5EF4-FFF2-40B4-BE49-F238E27FC236}">
                  <a16:creationId xmlns:a16="http://schemas.microsoft.com/office/drawing/2014/main" id="{FD510372-3E16-D269-ECA1-07F6BEF618CE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528" y="3715"/>
              <a:ext cx="792" cy="521"/>
              <a:chOff x="3527" y="3715"/>
              <a:chExt cx="792" cy="521"/>
            </a:xfrm>
          </p:grpSpPr>
          <p:sp>
            <p:nvSpPr>
              <p:cNvPr id="21509" name="Oval 5">
                <a:extLst>
                  <a:ext uri="{FF2B5EF4-FFF2-40B4-BE49-F238E27FC236}">
                    <a16:creationId xmlns:a16="http://schemas.microsoft.com/office/drawing/2014/main" id="{464F2341-9531-A4DF-A413-689AEDC4802A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0" name="Oval 6">
                <a:extLst>
                  <a:ext uri="{FF2B5EF4-FFF2-40B4-BE49-F238E27FC236}">
                    <a16:creationId xmlns:a16="http://schemas.microsoft.com/office/drawing/2014/main" id="{30FB1488-7122-7EA5-BC25-1A0E0D70CF8E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1" name="Oval 7">
                <a:extLst>
                  <a:ext uri="{FF2B5EF4-FFF2-40B4-BE49-F238E27FC236}">
                    <a16:creationId xmlns:a16="http://schemas.microsoft.com/office/drawing/2014/main" id="{A3F063B4-A9A4-68C7-0614-89044C5D1CD9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2" name="Oval 8">
                <a:extLst>
                  <a:ext uri="{FF2B5EF4-FFF2-40B4-BE49-F238E27FC236}">
                    <a16:creationId xmlns:a16="http://schemas.microsoft.com/office/drawing/2014/main" id="{06924196-0C17-3C38-F2B4-AAF8E6F49FA3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3" name="Oval 9">
                <a:extLst>
                  <a:ext uri="{FF2B5EF4-FFF2-40B4-BE49-F238E27FC236}">
                    <a16:creationId xmlns:a16="http://schemas.microsoft.com/office/drawing/2014/main" id="{614B79AD-FB26-2175-BDDE-9E92BC5EDAF6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4" name="Freeform 10">
                <a:extLst>
                  <a:ext uri="{FF2B5EF4-FFF2-40B4-BE49-F238E27FC236}">
                    <a16:creationId xmlns:a16="http://schemas.microsoft.com/office/drawing/2014/main" id="{2940B2AE-341A-02CB-7157-D82578CAD22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>
                  <a:gd name="T0" fmla="*/ 376 w 382"/>
                  <a:gd name="T1" fmla="*/ 12 h 161"/>
                  <a:gd name="T2" fmla="*/ 257 w 382"/>
                  <a:gd name="T3" fmla="*/ 24 h 161"/>
                  <a:gd name="T4" fmla="*/ 149 w 382"/>
                  <a:gd name="T5" fmla="*/ 54 h 161"/>
                  <a:gd name="T6" fmla="*/ 101 w 382"/>
                  <a:gd name="T7" fmla="*/ 77 h 161"/>
                  <a:gd name="T8" fmla="*/ 59 w 382"/>
                  <a:gd name="T9" fmla="*/ 101 h 161"/>
                  <a:gd name="T10" fmla="*/ 24 w 382"/>
                  <a:gd name="T11" fmla="*/ 131 h 161"/>
                  <a:gd name="T12" fmla="*/ 0 w 382"/>
                  <a:gd name="T13" fmla="*/ 161 h 161"/>
                  <a:gd name="T14" fmla="*/ 0 w 382"/>
                  <a:gd name="T15" fmla="*/ 137 h 161"/>
                  <a:gd name="T16" fmla="*/ 29 w 382"/>
                  <a:gd name="T17" fmla="*/ 107 h 161"/>
                  <a:gd name="T18" fmla="*/ 65 w 382"/>
                  <a:gd name="T19" fmla="*/ 83 h 161"/>
                  <a:gd name="T20" fmla="*/ 155 w 382"/>
                  <a:gd name="T21" fmla="*/ 36 h 161"/>
                  <a:gd name="T22" fmla="*/ 257 w 382"/>
                  <a:gd name="T23" fmla="*/ 12 h 161"/>
                  <a:gd name="T24" fmla="*/ 376 w 382"/>
                  <a:gd name="T25" fmla="*/ 0 h 161"/>
                  <a:gd name="T26" fmla="*/ 376 w 382"/>
                  <a:gd name="T27" fmla="*/ 0 h 161"/>
                  <a:gd name="T28" fmla="*/ 382 w 382"/>
                  <a:gd name="T29" fmla="*/ 0 h 161"/>
                  <a:gd name="T30" fmla="*/ 382 w 382"/>
                  <a:gd name="T31" fmla="*/ 12 h 161"/>
                  <a:gd name="T32" fmla="*/ 376 w 382"/>
                  <a:gd name="T33" fmla="*/ 12 h 161"/>
                  <a:gd name="T34" fmla="*/ 376 w 382"/>
                  <a:gd name="T35" fmla="*/ 12 h 161"/>
                  <a:gd name="T36" fmla="*/ 376 w 382"/>
                  <a:gd name="T37" fmla="*/ 12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5" name="Freeform 11">
                <a:extLst>
                  <a:ext uri="{FF2B5EF4-FFF2-40B4-BE49-F238E27FC236}">
                    <a16:creationId xmlns:a16="http://schemas.microsoft.com/office/drawing/2014/main" id="{8C31A8D2-7E02-1EB1-9A21-ECD04495174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>
                  <a:gd name="T0" fmla="*/ 257 w 443"/>
                  <a:gd name="T1" fmla="*/ 54 h 66"/>
                  <a:gd name="T2" fmla="*/ 353 w 443"/>
                  <a:gd name="T3" fmla="*/ 48 h 66"/>
                  <a:gd name="T4" fmla="*/ 443 w 443"/>
                  <a:gd name="T5" fmla="*/ 24 h 66"/>
                  <a:gd name="T6" fmla="*/ 443 w 443"/>
                  <a:gd name="T7" fmla="*/ 36 h 66"/>
                  <a:gd name="T8" fmla="*/ 353 w 443"/>
                  <a:gd name="T9" fmla="*/ 60 h 66"/>
                  <a:gd name="T10" fmla="*/ 257 w 443"/>
                  <a:gd name="T11" fmla="*/ 66 h 66"/>
                  <a:gd name="T12" fmla="*/ 186 w 443"/>
                  <a:gd name="T13" fmla="*/ 60 h 66"/>
                  <a:gd name="T14" fmla="*/ 120 w 443"/>
                  <a:gd name="T15" fmla="*/ 48 h 66"/>
                  <a:gd name="T16" fmla="*/ 60 w 443"/>
                  <a:gd name="T17" fmla="*/ 36 h 66"/>
                  <a:gd name="T18" fmla="*/ 0 w 443"/>
                  <a:gd name="T19" fmla="*/ 12 h 66"/>
                  <a:gd name="T20" fmla="*/ 0 w 443"/>
                  <a:gd name="T21" fmla="*/ 0 h 66"/>
                  <a:gd name="T22" fmla="*/ 54 w 443"/>
                  <a:gd name="T23" fmla="*/ 24 h 66"/>
                  <a:gd name="T24" fmla="*/ 120 w 443"/>
                  <a:gd name="T25" fmla="*/ 36 h 66"/>
                  <a:gd name="T26" fmla="*/ 186 w 443"/>
                  <a:gd name="T27" fmla="*/ 48 h 66"/>
                  <a:gd name="T28" fmla="*/ 257 w 443"/>
                  <a:gd name="T29" fmla="*/ 54 h 66"/>
                  <a:gd name="T30" fmla="*/ 257 w 443"/>
                  <a:gd name="T31" fmla="*/ 5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84706"/>
                      <a:invGamma/>
                    </a:schemeClr>
                  </a:gs>
                  <a:gs pos="100000">
                    <a:schemeClr val="accent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6" name="Freeform 12">
                <a:extLst>
                  <a:ext uri="{FF2B5EF4-FFF2-40B4-BE49-F238E27FC236}">
                    <a16:creationId xmlns:a16="http://schemas.microsoft.com/office/drawing/2014/main" id="{2EF3EC36-D128-C2F1-C529-6A0DAB71614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>
                  <a:gd name="T0" fmla="*/ 12 w 89"/>
                  <a:gd name="T1" fmla="*/ 66 h 216"/>
                  <a:gd name="T2" fmla="*/ 18 w 89"/>
                  <a:gd name="T3" fmla="*/ 108 h 216"/>
                  <a:gd name="T4" fmla="*/ 36 w 89"/>
                  <a:gd name="T5" fmla="*/ 144 h 216"/>
                  <a:gd name="T6" fmla="*/ 60 w 89"/>
                  <a:gd name="T7" fmla="*/ 180 h 216"/>
                  <a:gd name="T8" fmla="*/ 89 w 89"/>
                  <a:gd name="T9" fmla="*/ 216 h 216"/>
                  <a:gd name="T10" fmla="*/ 72 w 89"/>
                  <a:gd name="T11" fmla="*/ 216 h 216"/>
                  <a:gd name="T12" fmla="*/ 42 w 89"/>
                  <a:gd name="T13" fmla="*/ 180 h 216"/>
                  <a:gd name="T14" fmla="*/ 18 w 89"/>
                  <a:gd name="T15" fmla="*/ 144 h 216"/>
                  <a:gd name="T16" fmla="*/ 6 w 89"/>
                  <a:gd name="T17" fmla="*/ 108 h 216"/>
                  <a:gd name="T18" fmla="*/ 0 w 89"/>
                  <a:gd name="T19" fmla="*/ 66 h 216"/>
                  <a:gd name="T20" fmla="*/ 0 w 89"/>
                  <a:gd name="T21" fmla="*/ 30 h 216"/>
                  <a:gd name="T22" fmla="*/ 12 w 89"/>
                  <a:gd name="T23" fmla="*/ 0 h 216"/>
                  <a:gd name="T24" fmla="*/ 30 w 89"/>
                  <a:gd name="T25" fmla="*/ 0 h 216"/>
                  <a:gd name="T26" fmla="*/ 18 w 89"/>
                  <a:gd name="T27" fmla="*/ 30 h 216"/>
                  <a:gd name="T28" fmla="*/ 12 w 89"/>
                  <a:gd name="T29" fmla="*/ 66 h 216"/>
                  <a:gd name="T30" fmla="*/ 12 w 89"/>
                  <a:gd name="T31" fmla="*/ 6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7" name="Freeform 13">
                <a:extLst>
                  <a:ext uri="{FF2B5EF4-FFF2-40B4-BE49-F238E27FC236}">
                    <a16:creationId xmlns:a16="http://schemas.microsoft.com/office/drawing/2014/main" id="{ADDB10CE-8453-5EB7-0DE1-E4E93F27062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>
                  <a:gd name="T0" fmla="*/ 382 w 747"/>
                  <a:gd name="T1" fmla="*/ 443 h 461"/>
                  <a:gd name="T2" fmla="*/ 311 w 747"/>
                  <a:gd name="T3" fmla="*/ 437 h 461"/>
                  <a:gd name="T4" fmla="*/ 245 w 747"/>
                  <a:gd name="T5" fmla="*/ 425 h 461"/>
                  <a:gd name="T6" fmla="*/ 185 w 747"/>
                  <a:gd name="T7" fmla="*/ 407 h 461"/>
                  <a:gd name="T8" fmla="*/ 131 w 747"/>
                  <a:gd name="T9" fmla="*/ 383 h 461"/>
                  <a:gd name="T10" fmla="*/ 83 w 747"/>
                  <a:gd name="T11" fmla="*/ 347 h 461"/>
                  <a:gd name="T12" fmla="*/ 53 w 747"/>
                  <a:gd name="T13" fmla="*/ 311 h 461"/>
                  <a:gd name="T14" fmla="*/ 30 w 747"/>
                  <a:gd name="T15" fmla="*/ 269 h 461"/>
                  <a:gd name="T16" fmla="*/ 24 w 747"/>
                  <a:gd name="T17" fmla="*/ 227 h 461"/>
                  <a:gd name="T18" fmla="*/ 30 w 747"/>
                  <a:gd name="T19" fmla="*/ 185 h 461"/>
                  <a:gd name="T20" fmla="*/ 53 w 747"/>
                  <a:gd name="T21" fmla="*/ 143 h 461"/>
                  <a:gd name="T22" fmla="*/ 83 w 747"/>
                  <a:gd name="T23" fmla="*/ 107 h 461"/>
                  <a:gd name="T24" fmla="*/ 131 w 747"/>
                  <a:gd name="T25" fmla="*/ 77 h 461"/>
                  <a:gd name="T26" fmla="*/ 185 w 747"/>
                  <a:gd name="T27" fmla="*/ 47 h 461"/>
                  <a:gd name="T28" fmla="*/ 245 w 747"/>
                  <a:gd name="T29" fmla="*/ 30 h 461"/>
                  <a:gd name="T30" fmla="*/ 311 w 747"/>
                  <a:gd name="T31" fmla="*/ 18 h 461"/>
                  <a:gd name="T32" fmla="*/ 382 w 747"/>
                  <a:gd name="T33" fmla="*/ 12 h 461"/>
                  <a:gd name="T34" fmla="*/ 478 w 747"/>
                  <a:gd name="T35" fmla="*/ 18 h 461"/>
                  <a:gd name="T36" fmla="*/ 562 w 747"/>
                  <a:gd name="T37" fmla="*/ 41 h 461"/>
                  <a:gd name="T38" fmla="*/ 562 w 747"/>
                  <a:gd name="T39" fmla="*/ 36 h 461"/>
                  <a:gd name="T40" fmla="*/ 562 w 747"/>
                  <a:gd name="T41" fmla="*/ 30 h 461"/>
                  <a:gd name="T42" fmla="*/ 478 w 747"/>
                  <a:gd name="T43" fmla="*/ 6 h 461"/>
                  <a:gd name="T44" fmla="*/ 382 w 747"/>
                  <a:gd name="T45" fmla="*/ 0 h 461"/>
                  <a:gd name="T46" fmla="*/ 305 w 747"/>
                  <a:gd name="T47" fmla="*/ 6 h 461"/>
                  <a:gd name="T48" fmla="*/ 233 w 747"/>
                  <a:gd name="T49" fmla="*/ 18 h 461"/>
                  <a:gd name="T50" fmla="*/ 167 w 747"/>
                  <a:gd name="T51" fmla="*/ 41 h 461"/>
                  <a:gd name="T52" fmla="*/ 113 w 747"/>
                  <a:gd name="T53" fmla="*/ 65 h 461"/>
                  <a:gd name="T54" fmla="*/ 65 w 747"/>
                  <a:gd name="T55" fmla="*/ 101 h 461"/>
                  <a:gd name="T56" fmla="*/ 30 w 747"/>
                  <a:gd name="T57" fmla="*/ 137 h 461"/>
                  <a:gd name="T58" fmla="*/ 6 w 747"/>
                  <a:gd name="T59" fmla="*/ 179 h 461"/>
                  <a:gd name="T60" fmla="*/ 0 w 747"/>
                  <a:gd name="T61" fmla="*/ 227 h 461"/>
                  <a:gd name="T62" fmla="*/ 6 w 747"/>
                  <a:gd name="T63" fmla="*/ 275 h 461"/>
                  <a:gd name="T64" fmla="*/ 30 w 747"/>
                  <a:gd name="T65" fmla="*/ 317 h 461"/>
                  <a:gd name="T66" fmla="*/ 65 w 747"/>
                  <a:gd name="T67" fmla="*/ 359 h 461"/>
                  <a:gd name="T68" fmla="*/ 113 w 747"/>
                  <a:gd name="T69" fmla="*/ 395 h 461"/>
                  <a:gd name="T70" fmla="*/ 167 w 747"/>
                  <a:gd name="T71" fmla="*/ 419 h 461"/>
                  <a:gd name="T72" fmla="*/ 233 w 747"/>
                  <a:gd name="T73" fmla="*/ 443 h 461"/>
                  <a:gd name="T74" fmla="*/ 305 w 747"/>
                  <a:gd name="T75" fmla="*/ 455 h 461"/>
                  <a:gd name="T76" fmla="*/ 382 w 747"/>
                  <a:gd name="T77" fmla="*/ 461 h 461"/>
                  <a:gd name="T78" fmla="*/ 448 w 747"/>
                  <a:gd name="T79" fmla="*/ 455 h 461"/>
                  <a:gd name="T80" fmla="*/ 508 w 747"/>
                  <a:gd name="T81" fmla="*/ 449 h 461"/>
                  <a:gd name="T82" fmla="*/ 609 w 747"/>
                  <a:gd name="T83" fmla="*/ 413 h 461"/>
                  <a:gd name="T84" fmla="*/ 657 w 747"/>
                  <a:gd name="T85" fmla="*/ 389 h 461"/>
                  <a:gd name="T86" fmla="*/ 693 w 747"/>
                  <a:gd name="T87" fmla="*/ 359 h 461"/>
                  <a:gd name="T88" fmla="*/ 723 w 747"/>
                  <a:gd name="T89" fmla="*/ 329 h 461"/>
                  <a:gd name="T90" fmla="*/ 747 w 747"/>
                  <a:gd name="T91" fmla="*/ 293 h 461"/>
                  <a:gd name="T92" fmla="*/ 741 w 747"/>
                  <a:gd name="T93" fmla="*/ 287 h 461"/>
                  <a:gd name="T94" fmla="*/ 729 w 747"/>
                  <a:gd name="T95" fmla="*/ 281 h 461"/>
                  <a:gd name="T96" fmla="*/ 711 w 747"/>
                  <a:gd name="T97" fmla="*/ 317 h 461"/>
                  <a:gd name="T98" fmla="*/ 681 w 747"/>
                  <a:gd name="T99" fmla="*/ 347 h 461"/>
                  <a:gd name="T100" fmla="*/ 645 w 747"/>
                  <a:gd name="T101" fmla="*/ 377 h 461"/>
                  <a:gd name="T102" fmla="*/ 604 w 747"/>
                  <a:gd name="T103" fmla="*/ 401 h 461"/>
                  <a:gd name="T104" fmla="*/ 502 w 747"/>
                  <a:gd name="T105" fmla="*/ 431 h 461"/>
                  <a:gd name="T106" fmla="*/ 442 w 747"/>
                  <a:gd name="T107" fmla="*/ 443 h 461"/>
                  <a:gd name="T108" fmla="*/ 382 w 747"/>
                  <a:gd name="T109" fmla="*/ 443 h 461"/>
                  <a:gd name="T110" fmla="*/ 382 w 747"/>
                  <a:gd name="T111" fmla="*/ 443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8" name="Freeform 14">
                <a:extLst>
                  <a:ext uri="{FF2B5EF4-FFF2-40B4-BE49-F238E27FC236}">
                    <a16:creationId xmlns:a16="http://schemas.microsoft.com/office/drawing/2014/main" id="{CF068CAD-2FB3-CE7F-6991-0AC38BFC3DE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>
                  <a:gd name="T0" fmla="*/ 0 w 96"/>
                  <a:gd name="T1" fmla="*/ 0 h 30"/>
                  <a:gd name="T2" fmla="*/ 0 w 96"/>
                  <a:gd name="T3" fmla="*/ 12 h 30"/>
                  <a:gd name="T4" fmla="*/ 48 w 96"/>
                  <a:gd name="T5" fmla="*/ 18 h 30"/>
                  <a:gd name="T6" fmla="*/ 96 w 96"/>
                  <a:gd name="T7" fmla="*/ 30 h 30"/>
                  <a:gd name="T8" fmla="*/ 96 w 96"/>
                  <a:gd name="T9" fmla="*/ 24 h 30"/>
                  <a:gd name="T10" fmla="*/ 96 w 96"/>
                  <a:gd name="T11" fmla="*/ 18 h 30"/>
                  <a:gd name="T12" fmla="*/ 48 w 96"/>
                  <a:gd name="T13" fmla="*/ 12 h 30"/>
                  <a:gd name="T14" fmla="*/ 0 w 96"/>
                  <a:gd name="T15" fmla="*/ 0 h 30"/>
                  <a:gd name="T16" fmla="*/ 0 w 96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9" name="Oval 15">
                <a:extLst>
                  <a:ext uri="{FF2B5EF4-FFF2-40B4-BE49-F238E27FC236}">
                    <a16:creationId xmlns:a16="http://schemas.microsoft.com/office/drawing/2014/main" id="{E4C6186C-EFA9-7D30-6AC7-044679D3D37A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20" name="Group 16">
              <a:extLst>
                <a:ext uri="{FF2B5EF4-FFF2-40B4-BE49-F238E27FC236}">
                  <a16:creationId xmlns:a16="http://schemas.microsoft.com/office/drawing/2014/main" id="{E31918F1-9D08-04B0-874B-F578BB47D2C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76" y="3631"/>
              <a:ext cx="1626" cy="683"/>
              <a:chOff x="1776" y="3631"/>
              <a:chExt cx="1626" cy="683"/>
            </a:xfrm>
          </p:grpSpPr>
          <p:sp>
            <p:nvSpPr>
              <p:cNvPr id="21521" name="Oval 17">
                <a:extLst>
                  <a:ext uri="{FF2B5EF4-FFF2-40B4-BE49-F238E27FC236}">
                    <a16:creationId xmlns:a16="http://schemas.microsoft.com/office/drawing/2014/main" id="{BD86E691-F36D-3C2F-F1A1-622813C0010B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268" y="3934"/>
                <a:ext cx="638" cy="3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22" name="Oval 18">
                <a:extLst>
                  <a:ext uri="{FF2B5EF4-FFF2-40B4-BE49-F238E27FC236}">
                    <a16:creationId xmlns:a16="http://schemas.microsoft.com/office/drawing/2014/main" id="{10909279-4491-F7C0-FC69-BEC63A76FFD6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14" y="3958"/>
                <a:ext cx="543" cy="332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23" name="Oval 19">
                <a:extLst>
                  <a:ext uri="{FF2B5EF4-FFF2-40B4-BE49-F238E27FC236}">
                    <a16:creationId xmlns:a16="http://schemas.microsoft.com/office/drawing/2014/main" id="{1D9EB08A-3B99-71F8-1D88-325C499F0029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41" y="3979"/>
                <a:ext cx="501" cy="29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24" name="Oval 20">
                <a:extLst>
                  <a:ext uri="{FF2B5EF4-FFF2-40B4-BE49-F238E27FC236}">
                    <a16:creationId xmlns:a16="http://schemas.microsoft.com/office/drawing/2014/main" id="{F39BEC3B-357E-79E9-2000-84B735BFE006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68" y="3997"/>
                <a:ext cx="444" cy="258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25" name="Oval 21">
                <a:extLst>
                  <a:ext uri="{FF2B5EF4-FFF2-40B4-BE49-F238E27FC236}">
                    <a16:creationId xmlns:a16="http://schemas.microsoft.com/office/drawing/2014/main" id="{38A4FFDC-F5A0-29E2-A475-BC10A0643C53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85" y="4005"/>
                <a:ext cx="413" cy="240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26" name="Oval 22">
                <a:extLst>
                  <a:ext uri="{FF2B5EF4-FFF2-40B4-BE49-F238E27FC236}">
                    <a16:creationId xmlns:a16="http://schemas.microsoft.com/office/drawing/2014/main" id="{4CCE3154-91B3-1270-9B8B-570365C3CF6F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437" y="4026"/>
                <a:ext cx="306" cy="192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27" name="Oval 23">
                <a:extLst>
                  <a:ext uri="{FF2B5EF4-FFF2-40B4-BE49-F238E27FC236}">
                    <a16:creationId xmlns:a16="http://schemas.microsoft.com/office/drawing/2014/main" id="{F7D8B741-74F9-FF31-DEBF-7F89EBD0F783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476" y="4056"/>
                <a:ext cx="227" cy="135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28" name="Oval 24">
                <a:extLst>
                  <a:ext uri="{FF2B5EF4-FFF2-40B4-BE49-F238E27FC236}">
                    <a16:creationId xmlns:a16="http://schemas.microsoft.com/office/drawing/2014/main" id="{5D150D25-0A2F-B2BF-CA79-C6F68B69E4B4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542" y="4097"/>
                <a:ext cx="90" cy="60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29" name="Freeform 25">
                <a:extLst>
                  <a:ext uri="{FF2B5EF4-FFF2-40B4-BE49-F238E27FC236}">
                    <a16:creationId xmlns:a16="http://schemas.microsoft.com/office/drawing/2014/main" id="{A67714A3-ACCE-A5B0-CABF-BEA10124054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>
                  <a:gd name="T0" fmla="*/ 6 w 448"/>
                  <a:gd name="T1" fmla="*/ 6 h 186"/>
                  <a:gd name="T2" fmla="*/ 78 w 448"/>
                  <a:gd name="T3" fmla="*/ 12 h 186"/>
                  <a:gd name="T4" fmla="*/ 150 w 448"/>
                  <a:gd name="T5" fmla="*/ 18 h 186"/>
                  <a:gd name="T6" fmla="*/ 215 w 448"/>
                  <a:gd name="T7" fmla="*/ 36 h 186"/>
                  <a:gd name="T8" fmla="*/ 275 w 448"/>
                  <a:gd name="T9" fmla="*/ 60 h 186"/>
                  <a:gd name="T10" fmla="*/ 329 w 448"/>
                  <a:gd name="T11" fmla="*/ 84 h 186"/>
                  <a:gd name="T12" fmla="*/ 377 w 448"/>
                  <a:gd name="T13" fmla="*/ 114 h 186"/>
                  <a:gd name="T14" fmla="*/ 419 w 448"/>
                  <a:gd name="T15" fmla="*/ 150 h 186"/>
                  <a:gd name="T16" fmla="*/ 448 w 448"/>
                  <a:gd name="T17" fmla="*/ 186 h 186"/>
                  <a:gd name="T18" fmla="*/ 448 w 448"/>
                  <a:gd name="T19" fmla="*/ 162 h 186"/>
                  <a:gd name="T20" fmla="*/ 413 w 448"/>
                  <a:gd name="T21" fmla="*/ 126 h 186"/>
                  <a:gd name="T22" fmla="*/ 371 w 448"/>
                  <a:gd name="T23" fmla="*/ 96 h 186"/>
                  <a:gd name="T24" fmla="*/ 323 w 448"/>
                  <a:gd name="T25" fmla="*/ 66 h 186"/>
                  <a:gd name="T26" fmla="*/ 269 w 448"/>
                  <a:gd name="T27" fmla="*/ 48 h 186"/>
                  <a:gd name="T28" fmla="*/ 144 w 448"/>
                  <a:gd name="T29" fmla="*/ 12 h 186"/>
                  <a:gd name="T30" fmla="*/ 78 w 448"/>
                  <a:gd name="T31" fmla="*/ 6 h 186"/>
                  <a:gd name="T32" fmla="*/ 6 w 448"/>
                  <a:gd name="T33" fmla="*/ 0 h 186"/>
                  <a:gd name="T34" fmla="*/ 0 w 448"/>
                  <a:gd name="T35" fmla="*/ 0 h 186"/>
                  <a:gd name="T36" fmla="*/ 0 w 448"/>
                  <a:gd name="T37" fmla="*/ 0 h 186"/>
                  <a:gd name="T38" fmla="*/ 0 w 448"/>
                  <a:gd name="T39" fmla="*/ 6 h 186"/>
                  <a:gd name="T40" fmla="*/ 0 w 448"/>
                  <a:gd name="T41" fmla="*/ 6 h 186"/>
                  <a:gd name="T42" fmla="*/ 6 w 448"/>
                  <a:gd name="T43" fmla="*/ 6 h 186"/>
                  <a:gd name="T44" fmla="*/ 6 w 448"/>
                  <a:gd name="T45" fmla="*/ 6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30" name="Freeform 26">
                <a:extLst>
                  <a:ext uri="{FF2B5EF4-FFF2-40B4-BE49-F238E27FC236}">
                    <a16:creationId xmlns:a16="http://schemas.microsoft.com/office/drawing/2014/main" id="{3A89C1C5-3678-6934-7170-6274770E320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>
                  <a:gd name="T0" fmla="*/ 23 w 890"/>
                  <a:gd name="T1" fmla="*/ 276 h 462"/>
                  <a:gd name="T2" fmla="*/ 29 w 890"/>
                  <a:gd name="T3" fmla="*/ 222 h 462"/>
                  <a:gd name="T4" fmla="*/ 59 w 890"/>
                  <a:gd name="T5" fmla="*/ 174 h 462"/>
                  <a:gd name="T6" fmla="*/ 95 w 890"/>
                  <a:gd name="T7" fmla="*/ 132 h 462"/>
                  <a:gd name="T8" fmla="*/ 149 w 890"/>
                  <a:gd name="T9" fmla="*/ 96 h 462"/>
                  <a:gd name="T10" fmla="*/ 209 w 890"/>
                  <a:gd name="T11" fmla="*/ 60 h 462"/>
                  <a:gd name="T12" fmla="*/ 281 w 890"/>
                  <a:gd name="T13" fmla="*/ 36 h 462"/>
                  <a:gd name="T14" fmla="*/ 364 w 890"/>
                  <a:gd name="T15" fmla="*/ 24 h 462"/>
                  <a:gd name="T16" fmla="*/ 448 w 890"/>
                  <a:gd name="T17" fmla="*/ 18 h 462"/>
                  <a:gd name="T18" fmla="*/ 532 w 890"/>
                  <a:gd name="T19" fmla="*/ 24 h 462"/>
                  <a:gd name="T20" fmla="*/ 609 w 890"/>
                  <a:gd name="T21" fmla="*/ 36 h 462"/>
                  <a:gd name="T22" fmla="*/ 681 w 890"/>
                  <a:gd name="T23" fmla="*/ 60 h 462"/>
                  <a:gd name="T24" fmla="*/ 741 w 890"/>
                  <a:gd name="T25" fmla="*/ 96 h 462"/>
                  <a:gd name="T26" fmla="*/ 795 w 890"/>
                  <a:gd name="T27" fmla="*/ 132 h 462"/>
                  <a:gd name="T28" fmla="*/ 831 w 890"/>
                  <a:gd name="T29" fmla="*/ 174 h 462"/>
                  <a:gd name="T30" fmla="*/ 861 w 890"/>
                  <a:gd name="T31" fmla="*/ 222 h 462"/>
                  <a:gd name="T32" fmla="*/ 867 w 890"/>
                  <a:gd name="T33" fmla="*/ 276 h 462"/>
                  <a:gd name="T34" fmla="*/ 855 w 890"/>
                  <a:gd name="T35" fmla="*/ 330 h 462"/>
                  <a:gd name="T36" fmla="*/ 831 w 890"/>
                  <a:gd name="T37" fmla="*/ 378 h 462"/>
                  <a:gd name="T38" fmla="*/ 783 w 890"/>
                  <a:gd name="T39" fmla="*/ 426 h 462"/>
                  <a:gd name="T40" fmla="*/ 723 w 890"/>
                  <a:gd name="T41" fmla="*/ 462 h 462"/>
                  <a:gd name="T42" fmla="*/ 765 w 890"/>
                  <a:gd name="T43" fmla="*/ 462 h 462"/>
                  <a:gd name="T44" fmla="*/ 819 w 890"/>
                  <a:gd name="T45" fmla="*/ 426 h 462"/>
                  <a:gd name="T46" fmla="*/ 855 w 890"/>
                  <a:gd name="T47" fmla="*/ 378 h 462"/>
                  <a:gd name="T48" fmla="*/ 884 w 890"/>
                  <a:gd name="T49" fmla="*/ 330 h 462"/>
                  <a:gd name="T50" fmla="*/ 890 w 890"/>
                  <a:gd name="T51" fmla="*/ 276 h 462"/>
                  <a:gd name="T52" fmla="*/ 884 w 890"/>
                  <a:gd name="T53" fmla="*/ 222 h 462"/>
                  <a:gd name="T54" fmla="*/ 855 w 890"/>
                  <a:gd name="T55" fmla="*/ 168 h 462"/>
                  <a:gd name="T56" fmla="*/ 813 w 890"/>
                  <a:gd name="T57" fmla="*/ 120 h 462"/>
                  <a:gd name="T58" fmla="*/ 759 w 890"/>
                  <a:gd name="T59" fmla="*/ 84 h 462"/>
                  <a:gd name="T60" fmla="*/ 693 w 890"/>
                  <a:gd name="T61" fmla="*/ 48 h 462"/>
                  <a:gd name="T62" fmla="*/ 621 w 890"/>
                  <a:gd name="T63" fmla="*/ 24 h 462"/>
                  <a:gd name="T64" fmla="*/ 538 w 890"/>
                  <a:gd name="T65" fmla="*/ 6 h 462"/>
                  <a:gd name="T66" fmla="*/ 448 w 890"/>
                  <a:gd name="T67" fmla="*/ 0 h 462"/>
                  <a:gd name="T68" fmla="*/ 358 w 890"/>
                  <a:gd name="T69" fmla="*/ 6 h 462"/>
                  <a:gd name="T70" fmla="*/ 275 w 890"/>
                  <a:gd name="T71" fmla="*/ 24 h 462"/>
                  <a:gd name="T72" fmla="*/ 197 w 890"/>
                  <a:gd name="T73" fmla="*/ 48 h 462"/>
                  <a:gd name="T74" fmla="*/ 131 w 890"/>
                  <a:gd name="T75" fmla="*/ 84 h 462"/>
                  <a:gd name="T76" fmla="*/ 77 w 890"/>
                  <a:gd name="T77" fmla="*/ 120 h 462"/>
                  <a:gd name="T78" fmla="*/ 35 w 890"/>
                  <a:gd name="T79" fmla="*/ 168 h 462"/>
                  <a:gd name="T80" fmla="*/ 12 w 890"/>
                  <a:gd name="T81" fmla="*/ 222 h 462"/>
                  <a:gd name="T82" fmla="*/ 0 w 890"/>
                  <a:gd name="T83" fmla="*/ 276 h 462"/>
                  <a:gd name="T84" fmla="*/ 6 w 890"/>
                  <a:gd name="T85" fmla="*/ 330 h 462"/>
                  <a:gd name="T86" fmla="*/ 35 w 890"/>
                  <a:gd name="T87" fmla="*/ 378 h 462"/>
                  <a:gd name="T88" fmla="*/ 71 w 890"/>
                  <a:gd name="T89" fmla="*/ 426 h 462"/>
                  <a:gd name="T90" fmla="*/ 125 w 890"/>
                  <a:gd name="T91" fmla="*/ 462 h 462"/>
                  <a:gd name="T92" fmla="*/ 167 w 890"/>
                  <a:gd name="T93" fmla="*/ 462 h 462"/>
                  <a:gd name="T94" fmla="*/ 107 w 890"/>
                  <a:gd name="T95" fmla="*/ 426 h 462"/>
                  <a:gd name="T96" fmla="*/ 59 w 890"/>
                  <a:gd name="T97" fmla="*/ 378 h 462"/>
                  <a:gd name="T98" fmla="*/ 35 w 890"/>
                  <a:gd name="T99" fmla="*/ 330 h 462"/>
                  <a:gd name="T100" fmla="*/ 23 w 890"/>
                  <a:gd name="T101" fmla="*/ 276 h 462"/>
                  <a:gd name="T102" fmla="*/ 23 w 890"/>
                  <a:gd name="T103" fmla="*/ 276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31" name="Freeform 27">
                <a:extLst>
                  <a:ext uri="{FF2B5EF4-FFF2-40B4-BE49-F238E27FC236}">
                    <a16:creationId xmlns:a16="http://schemas.microsoft.com/office/drawing/2014/main" id="{011DACCE-C463-AA6C-E55F-AFD9D03B95F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>
                  <a:gd name="T0" fmla="*/ 18 w 406"/>
                  <a:gd name="T1" fmla="*/ 300 h 486"/>
                  <a:gd name="T2" fmla="*/ 24 w 406"/>
                  <a:gd name="T3" fmla="*/ 246 h 486"/>
                  <a:gd name="T4" fmla="*/ 48 w 406"/>
                  <a:gd name="T5" fmla="*/ 198 h 486"/>
                  <a:gd name="T6" fmla="*/ 83 w 406"/>
                  <a:gd name="T7" fmla="*/ 150 h 486"/>
                  <a:gd name="T8" fmla="*/ 131 w 406"/>
                  <a:gd name="T9" fmla="*/ 108 h 486"/>
                  <a:gd name="T10" fmla="*/ 185 w 406"/>
                  <a:gd name="T11" fmla="*/ 72 h 486"/>
                  <a:gd name="T12" fmla="*/ 251 w 406"/>
                  <a:gd name="T13" fmla="*/ 42 h 486"/>
                  <a:gd name="T14" fmla="*/ 329 w 406"/>
                  <a:gd name="T15" fmla="*/ 24 h 486"/>
                  <a:gd name="T16" fmla="*/ 406 w 406"/>
                  <a:gd name="T17" fmla="*/ 6 h 486"/>
                  <a:gd name="T18" fmla="*/ 406 w 406"/>
                  <a:gd name="T19" fmla="*/ 0 h 486"/>
                  <a:gd name="T20" fmla="*/ 323 w 406"/>
                  <a:gd name="T21" fmla="*/ 12 h 486"/>
                  <a:gd name="T22" fmla="*/ 245 w 406"/>
                  <a:gd name="T23" fmla="*/ 36 h 486"/>
                  <a:gd name="T24" fmla="*/ 179 w 406"/>
                  <a:gd name="T25" fmla="*/ 66 h 486"/>
                  <a:gd name="T26" fmla="*/ 119 w 406"/>
                  <a:gd name="T27" fmla="*/ 102 h 486"/>
                  <a:gd name="T28" fmla="*/ 72 w 406"/>
                  <a:gd name="T29" fmla="*/ 144 h 486"/>
                  <a:gd name="T30" fmla="*/ 30 w 406"/>
                  <a:gd name="T31" fmla="*/ 192 h 486"/>
                  <a:gd name="T32" fmla="*/ 6 w 406"/>
                  <a:gd name="T33" fmla="*/ 246 h 486"/>
                  <a:gd name="T34" fmla="*/ 0 w 406"/>
                  <a:gd name="T35" fmla="*/ 300 h 486"/>
                  <a:gd name="T36" fmla="*/ 6 w 406"/>
                  <a:gd name="T37" fmla="*/ 348 h 486"/>
                  <a:gd name="T38" fmla="*/ 30 w 406"/>
                  <a:gd name="T39" fmla="*/ 396 h 486"/>
                  <a:gd name="T40" fmla="*/ 66 w 406"/>
                  <a:gd name="T41" fmla="*/ 444 h 486"/>
                  <a:gd name="T42" fmla="*/ 107 w 406"/>
                  <a:gd name="T43" fmla="*/ 486 h 486"/>
                  <a:gd name="T44" fmla="*/ 131 w 406"/>
                  <a:gd name="T45" fmla="*/ 486 h 486"/>
                  <a:gd name="T46" fmla="*/ 83 w 406"/>
                  <a:gd name="T47" fmla="*/ 450 h 486"/>
                  <a:gd name="T48" fmla="*/ 48 w 406"/>
                  <a:gd name="T49" fmla="*/ 402 h 486"/>
                  <a:gd name="T50" fmla="*/ 24 w 406"/>
                  <a:gd name="T51" fmla="*/ 354 h 486"/>
                  <a:gd name="T52" fmla="*/ 18 w 406"/>
                  <a:gd name="T53" fmla="*/ 300 h 486"/>
                  <a:gd name="T54" fmla="*/ 18 w 406"/>
                  <a:gd name="T55" fmla="*/ 300 h 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32" name="Freeform 28">
                <a:extLst>
                  <a:ext uri="{FF2B5EF4-FFF2-40B4-BE49-F238E27FC236}">
                    <a16:creationId xmlns:a16="http://schemas.microsoft.com/office/drawing/2014/main" id="{A9A39735-C66C-909B-367E-55B8FEAF6FD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>
                  <a:gd name="T0" fmla="*/ 89 w 107"/>
                  <a:gd name="T1" fmla="*/ 84 h 252"/>
                  <a:gd name="T2" fmla="*/ 83 w 107"/>
                  <a:gd name="T3" fmla="*/ 132 h 252"/>
                  <a:gd name="T4" fmla="*/ 65 w 107"/>
                  <a:gd name="T5" fmla="*/ 174 h 252"/>
                  <a:gd name="T6" fmla="*/ 36 w 107"/>
                  <a:gd name="T7" fmla="*/ 216 h 252"/>
                  <a:gd name="T8" fmla="*/ 0 w 107"/>
                  <a:gd name="T9" fmla="*/ 252 h 252"/>
                  <a:gd name="T10" fmla="*/ 18 w 107"/>
                  <a:gd name="T11" fmla="*/ 252 h 252"/>
                  <a:gd name="T12" fmla="*/ 53 w 107"/>
                  <a:gd name="T13" fmla="*/ 216 h 252"/>
                  <a:gd name="T14" fmla="*/ 83 w 107"/>
                  <a:gd name="T15" fmla="*/ 174 h 252"/>
                  <a:gd name="T16" fmla="*/ 101 w 107"/>
                  <a:gd name="T17" fmla="*/ 132 h 252"/>
                  <a:gd name="T18" fmla="*/ 107 w 107"/>
                  <a:gd name="T19" fmla="*/ 84 h 252"/>
                  <a:gd name="T20" fmla="*/ 101 w 107"/>
                  <a:gd name="T21" fmla="*/ 42 h 252"/>
                  <a:gd name="T22" fmla="*/ 89 w 107"/>
                  <a:gd name="T23" fmla="*/ 0 h 252"/>
                  <a:gd name="T24" fmla="*/ 65 w 107"/>
                  <a:gd name="T25" fmla="*/ 0 h 252"/>
                  <a:gd name="T26" fmla="*/ 83 w 107"/>
                  <a:gd name="T27" fmla="*/ 42 h 252"/>
                  <a:gd name="T28" fmla="*/ 89 w 107"/>
                  <a:gd name="T29" fmla="*/ 84 h 252"/>
                  <a:gd name="T30" fmla="*/ 89 w 107"/>
                  <a:gd name="T31" fmla="*/ 84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33" name="Freeform 29">
                <a:extLst>
                  <a:ext uri="{FF2B5EF4-FFF2-40B4-BE49-F238E27FC236}">
                    <a16:creationId xmlns:a16="http://schemas.microsoft.com/office/drawing/2014/main" id="{3B987264-D6FB-FE61-2FA4-AFC9463180F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>
                  <a:gd name="T0" fmla="*/ 518 w 835"/>
                  <a:gd name="T1" fmla="*/ 18 h 150"/>
                  <a:gd name="T2" fmla="*/ 597 w 835"/>
                  <a:gd name="T3" fmla="*/ 24 h 150"/>
                  <a:gd name="T4" fmla="*/ 682 w 835"/>
                  <a:gd name="T5" fmla="*/ 30 h 150"/>
                  <a:gd name="T6" fmla="*/ 755 w 835"/>
                  <a:gd name="T7" fmla="*/ 42 h 150"/>
                  <a:gd name="T8" fmla="*/ 828 w 835"/>
                  <a:gd name="T9" fmla="*/ 60 h 150"/>
                  <a:gd name="T10" fmla="*/ 835 w 835"/>
                  <a:gd name="T11" fmla="*/ 42 h 150"/>
                  <a:gd name="T12" fmla="*/ 761 w 835"/>
                  <a:gd name="T13" fmla="*/ 24 h 150"/>
                  <a:gd name="T14" fmla="*/ 688 w 835"/>
                  <a:gd name="T15" fmla="*/ 12 h 150"/>
                  <a:gd name="T16" fmla="*/ 603 w 835"/>
                  <a:gd name="T17" fmla="*/ 6 h 150"/>
                  <a:gd name="T18" fmla="*/ 518 w 835"/>
                  <a:gd name="T19" fmla="*/ 0 h 150"/>
                  <a:gd name="T20" fmla="*/ 372 w 835"/>
                  <a:gd name="T21" fmla="*/ 12 h 150"/>
                  <a:gd name="T22" fmla="*/ 232 w 835"/>
                  <a:gd name="T23" fmla="*/ 36 h 150"/>
                  <a:gd name="T24" fmla="*/ 110 w 835"/>
                  <a:gd name="T25" fmla="*/ 78 h 150"/>
                  <a:gd name="T26" fmla="*/ 0 w 835"/>
                  <a:gd name="T27" fmla="*/ 132 h 150"/>
                  <a:gd name="T28" fmla="*/ 19 w 835"/>
                  <a:gd name="T29" fmla="*/ 150 h 150"/>
                  <a:gd name="T30" fmla="*/ 122 w 835"/>
                  <a:gd name="T31" fmla="*/ 96 h 150"/>
                  <a:gd name="T32" fmla="*/ 244 w 835"/>
                  <a:gd name="T33" fmla="*/ 54 h 150"/>
                  <a:gd name="T34" fmla="*/ 378 w 835"/>
                  <a:gd name="T35" fmla="*/ 30 h 150"/>
                  <a:gd name="T36" fmla="*/ 518 w 835"/>
                  <a:gd name="T37" fmla="*/ 18 h 150"/>
                  <a:gd name="T38" fmla="*/ 518 w 835"/>
                  <a:gd name="T39" fmla="*/ 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34" name="Freeform 30">
                <a:extLst>
                  <a:ext uri="{FF2B5EF4-FFF2-40B4-BE49-F238E27FC236}">
                    <a16:creationId xmlns:a16="http://schemas.microsoft.com/office/drawing/2014/main" id="{E163E577-DB51-D3DE-6B35-EA3AB42316F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>
                  <a:gd name="T0" fmla="*/ 31 w 171"/>
                  <a:gd name="T1" fmla="*/ 263 h 461"/>
                  <a:gd name="T2" fmla="*/ 43 w 171"/>
                  <a:gd name="T3" fmla="*/ 191 h 461"/>
                  <a:gd name="T4" fmla="*/ 67 w 171"/>
                  <a:gd name="T5" fmla="*/ 131 h 461"/>
                  <a:gd name="T6" fmla="*/ 116 w 171"/>
                  <a:gd name="T7" fmla="*/ 72 h 461"/>
                  <a:gd name="T8" fmla="*/ 171 w 171"/>
                  <a:gd name="T9" fmla="*/ 18 h 461"/>
                  <a:gd name="T10" fmla="*/ 153 w 171"/>
                  <a:gd name="T11" fmla="*/ 0 h 461"/>
                  <a:gd name="T12" fmla="*/ 86 w 171"/>
                  <a:gd name="T13" fmla="*/ 60 h 461"/>
                  <a:gd name="T14" fmla="*/ 43 w 171"/>
                  <a:gd name="T15" fmla="*/ 120 h 461"/>
                  <a:gd name="T16" fmla="*/ 13 w 171"/>
                  <a:gd name="T17" fmla="*/ 191 h 461"/>
                  <a:gd name="T18" fmla="*/ 0 w 171"/>
                  <a:gd name="T19" fmla="*/ 263 h 461"/>
                  <a:gd name="T20" fmla="*/ 6 w 171"/>
                  <a:gd name="T21" fmla="*/ 317 h 461"/>
                  <a:gd name="T22" fmla="*/ 25 w 171"/>
                  <a:gd name="T23" fmla="*/ 365 h 461"/>
                  <a:gd name="T24" fmla="*/ 49 w 171"/>
                  <a:gd name="T25" fmla="*/ 413 h 461"/>
                  <a:gd name="T26" fmla="*/ 86 w 171"/>
                  <a:gd name="T27" fmla="*/ 461 h 461"/>
                  <a:gd name="T28" fmla="*/ 122 w 171"/>
                  <a:gd name="T29" fmla="*/ 461 h 461"/>
                  <a:gd name="T30" fmla="*/ 86 w 171"/>
                  <a:gd name="T31" fmla="*/ 413 h 461"/>
                  <a:gd name="T32" fmla="*/ 55 w 171"/>
                  <a:gd name="T33" fmla="*/ 365 h 461"/>
                  <a:gd name="T34" fmla="*/ 37 w 171"/>
                  <a:gd name="T35" fmla="*/ 317 h 461"/>
                  <a:gd name="T36" fmla="*/ 31 w 171"/>
                  <a:gd name="T37" fmla="*/ 263 h 461"/>
                  <a:gd name="T38" fmla="*/ 31 w 171"/>
                  <a:gd name="T39" fmla="*/ 263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35" name="Freeform 31">
                <a:extLst>
                  <a:ext uri="{FF2B5EF4-FFF2-40B4-BE49-F238E27FC236}">
                    <a16:creationId xmlns:a16="http://schemas.microsoft.com/office/drawing/2014/main" id="{37056FB2-DADE-2A8D-DCE1-03C2A3DA7D5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>
                  <a:gd name="T0" fmla="*/ 360 w 360"/>
                  <a:gd name="T1" fmla="*/ 365 h 563"/>
                  <a:gd name="T2" fmla="*/ 353 w 360"/>
                  <a:gd name="T3" fmla="*/ 305 h 563"/>
                  <a:gd name="T4" fmla="*/ 335 w 360"/>
                  <a:gd name="T5" fmla="*/ 251 h 563"/>
                  <a:gd name="T6" fmla="*/ 305 w 360"/>
                  <a:gd name="T7" fmla="*/ 204 h 563"/>
                  <a:gd name="T8" fmla="*/ 262 w 360"/>
                  <a:gd name="T9" fmla="*/ 156 h 563"/>
                  <a:gd name="T10" fmla="*/ 213 w 360"/>
                  <a:gd name="T11" fmla="*/ 108 h 563"/>
                  <a:gd name="T12" fmla="*/ 159 w 360"/>
                  <a:gd name="T13" fmla="*/ 66 h 563"/>
                  <a:gd name="T14" fmla="*/ 92 w 360"/>
                  <a:gd name="T15" fmla="*/ 30 h 563"/>
                  <a:gd name="T16" fmla="*/ 19 w 360"/>
                  <a:gd name="T17" fmla="*/ 0 h 563"/>
                  <a:gd name="T18" fmla="*/ 0 w 360"/>
                  <a:gd name="T19" fmla="*/ 12 h 563"/>
                  <a:gd name="T20" fmla="*/ 67 w 360"/>
                  <a:gd name="T21" fmla="*/ 42 h 563"/>
                  <a:gd name="T22" fmla="*/ 134 w 360"/>
                  <a:gd name="T23" fmla="*/ 78 h 563"/>
                  <a:gd name="T24" fmla="*/ 189 w 360"/>
                  <a:gd name="T25" fmla="*/ 114 h 563"/>
                  <a:gd name="T26" fmla="*/ 238 w 360"/>
                  <a:gd name="T27" fmla="*/ 162 h 563"/>
                  <a:gd name="T28" fmla="*/ 274 w 360"/>
                  <a:gd name="T29" fmla="*/ 210 h 563"/>
                  <a:gd name="T30" fmla="*/ 299 w 360"/>
                  <a:gd name="T31" fmla="*/ 257 h 563"/>
                  <a:gd name="T32" fmla="*/ 317 w 360"/>
                  <a:gd name="T33" fmla="*/ 311 h 563"/>
                  <a:gd name="T34" fmla="*/ 323 w 360"/>
                  <a:gd name="T35" fmla="*/ 365 h 563"/>
                  <a:gd name="T36" fmla="*/ 317 w 360"/>
                  <a:gd name="T37" fmla="*/ 419 h 563"/>
                  <a:gd name="T38" fmla="*/ 299 w 360"/>
                  <a:gd name="T39" fmla="*/ 467 h 563"/>
                  <a:gd name="T40" fmla="*/ 274 w 360"/>
                  <a:gd name="T41" fmla="*/ 515 h 563"/>
                  <a:gd name="T42" fmla="*/ 238 w 360"/>
                  <a:gd name="T43" fmla="*/ 563 h 563"/>
                  <a:gd name="T44" fmla="*/ 268 w 360"/>
                  <a:gd name="T45" fmla="*/ 563 h 563"/>
                  <a:gd name="T46" fmla="*/ 311 w 360"/>
                  <a:gd name="T47" fmla="*/ 515 h 563"/>
                  <a:gd name="T48" fmla="*/ 335 w 360"/>
                  <a:gd name="T49" fmla="*/ 467 h 563"/>
                  <a:gd name="T50" fmla="*/ 353 w 360"/>
                  <a:gd name="T51" fmla="*/ 419 h 563"/>
                  <a:gd name="T52" fmla="*/ 360 w 360"/>
                  <a:gd name="T53" fmla="*/ 365 h 563"/>
                  <a:gd name="T54" fmla="*/ 360 w 360"/>
                  <a:gd name="T55" fmla="*/ 365 h 5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36" name="Freeform 32">
                <a:extLst>
                  <a:ext uri="{FF2B5EF4-FFF2-40B4-BE49-F238E27FC236}">
                    <a16:creationId xmlns:a16="http://schemas.microsoft.com/office/drawing/2014/main" id="{784E81F6-8138-29EE-C82D-52DD7CCB19A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>
                  <a:gd name="T0" fmla="*/ 1053 w 1078"/>
                  <a:gd name="T1" fmla="*/ 425 h 425"/>
                  <a:gd name="T2" fmla="*/ 1078 w 1078"/>
                  <a:gd name="T3" fmla="*/ 419 h 425"/>
                  <a:gd name="T4" fmla="*/ 1066 w 1078"/>
                  <a:gd name="T5" fmla="*/ 377 h 425"/>
                  <a:gd name="T6" fmla="*/ 1047 w 1078"/>
                  <a:gd name="T7" fmla="*/ 336 h 425"/>
                  <a:gd name="T8" fmla="*/ 986 w 1078"/>
                  <a:gd name="T9" fmla="*/ 252 h 425"/>
                  <a:gd name="T10" fmla="*/ 907 w 1078"/>
                  <a:gd name="T11" fmla="*/ 180 h 425"/>
                  <a:gd name="T12" fmla="*/ 810 w 1078"/>
                  <a:gd name="T13" fmla="*/ 120 h 425"/>
                  <a:gd name="T14" fmla="*/ 694 w 1078"/>
                  <a:gd name="T15" fmla="*/ 72 h 425"/>
                  <a:gd name="T16" fmla="*/ 560 w 1078"/>
                  <a:gd name="T17" fmla="*/ 30 h 425"/>
                  <a:gd name="T18" fmla="*/ 420 w 1078"/>
                  <a:gd name="T19" fmla="*/ 6 h 425"/>
                  <a:gd name="T20" fmla="*/ 268 w 1078"/>
                  <a:gd name="T21" fmla="*/ 0 h 425"/>
                  <a:gd name="T22" fmla="*/ 134 w 1078"/>
                  <a:gd name="T23" fmla="*/ 6 h 425"/>
                  <a:gd name="T24" fmla="*/ 0 w 1078"/>
                  <a:gd name="T25" fmla="*/ 24 h 425"/>
                  <a:gd name="T26" fmla="*/ 12 w 1078"/>
                  <a:gd name="T27" fmla="*/ 36 h 425"/>
                  <a:gd name="T28" fmla="*/ 134 w 1078"/>
                  <a:gd name="T29" fmla="*/ 18 h 425"/>
                  <a:gd name="T30" fmla="*/ 268 w 1078"/>
                  <a:gd name="T31" fmla="*/ 12 h 425"/>
                  <a:gd name="T32" fmla="*/ 420 w 1078"/>
                  <a:gd name="T33" fmla="*/ 18 h 425"/>
                  <a:gd name="T34" fmla="*/ 554 w 1078"/>
                  <a:gd name="T35" fmla="*/ 42 h 425"/>
                  <a:gd name="T36" fmla="*/ 682 w 1078"/>
                  <a:gd name="T37" fmla="*/ 84 h 425"/>
                  <a:gd name="T38" fmla="*/ 798 w 1078"/>
                  <a:gd name="T39" fmla="*/ 132 h 425"/>
                  <a:gd name="T40" fmla="*/ 895 w 1078"/>
                  <a:gd name="T41" fmla="*/ 192 h 425"/>
                  <a:gd name="T42" fmla="*/ 968 w 1078"/>
                  <a:gd name="T43" fmla="*/ 264 h 425"/>
                  <a:gd name="T44" fmla="*/ 999 w 1078"/>
                  <a:gd name="T45" fmla="*/ 300 h 425"/>
                  <a:gd name="T46" fmla="*/ 1023 w 1078"/>
                  <a:gd name="T47" fmla="*/ 342 h 425"/>
                  <a:gd name="T48" fmla="*/ 1041 w 1078"/>
                  <a:gd name="T49" fmla="*/ 383 h 425"/>
                  <a:gd name="T50" fmla="*/ 1053 w 1078"/>
                  <a:gd name="T51" fmla="*/ 425 h 425"/>
                  <a:gd name="T52" fmla="*/ 1053 w 1078"/>
                  <a:gd name="T53" fmla="*/ 425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37" name="Freeform 33">
                <a:extLst>
                  <a:ext uri="{FF2B5EF4-FFF2-40B4-BE49-F238E27FC236}">
                    <a16:creationId xmlns:a16="http://schemas.microsoft.com/office/drawing/2014/main" id="{E07BEC7F-9EC3-67A6-1F00-40CEE212F58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>
                  <a:gd name="T0" fmla="*/ 0 w 98"/>
                  <a:gd name="T1" fmla="*/ 234 h 234"/>
                  <a:gd name="T2" fmla="*/ 25 w 98"/>
                  <a:gd name="T3" fmla="*/ 234 h 234"/>
                  <a:gd name="T4" fmla="*/ 55 w 98"/>
                  <a:gd name="T5" fmla="*/ 186 h 234"/>
                  <a:gd name="T6" fmla="*/ 80 w 98"/>
                  <a:gd name="T7" fmla="*/ 138 h 234"/>
                  <a:gd name="T8" fmla="*/ 92 w 98"/>
                  <a:gd name="T9" fmla="*/ 90 h 234"/>
                  <a:gd name="T10" fmla="*/ 98 w 98"/>
                  <a:gd name="T11" fmla="*/ 36 h 234"/>
                  <a:gd name="T12" fmla="*/ 98 w 98"/>
                  <a:gd name="T13" fmla="*/ 0 h 234"/>
                  <a:gd name="T14" fmla="*/ 74 w 98"/>
                  <a:gd name="T15" fmla="*/ 0 h 234"/>
                  <a:gd name="T16" fmla="*/ 74 w 98"/>
                  <a:gd name="T17" fmla="*/ 36 h 234"/>
                  <a:gd name="T18" fmla="*/ 67 w 98"/>
                  <a:gd name="T19" fmla="*/ 90 h 234"/>
                  <a:gd name="T20" fmla="*/ 55 w 98"/>
                  <a:gd name="T21" fmla="*/ 138 h 234"/>
                  <a:gd name="T22" fmla="*/ 31 w 98"/>
                  <a:gd name="T23" fmla="*/ 186 h 234"/>
                  <a:gd name="T24" fmla="*/ 0 w 98"/>
                  <a:gd name="T25" fmla="*/ 234 h 234"/>
                  <a:gd name="T26" fmla="*/ 0 w 98"/>
                  <a:gd name="T27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38" name="Freeform 34">
                <a:extLst>
                  <a:ext uri="{FF2B5EF4-FFF2-40B4-BE49-F238E27FC236}">
                    <a16:creationId xmlns:a16="http://schemas.microsoft.com/office/drawing/2014/main" id="{49645895-D7BD-3278-E76C-3F7841A3437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>
                  <a:gd name="T0" fmla="*/ 18 w 481"/>
                  <a:gd name="T1" fmla="*/ 443 h 641"/>
                  <a:gd name="T2" fmla="*/ 24 w 481"/>
                  <a:gd name="T3" fmla="*/ 371 h 641"/>
                  <a:gd name="T4" fmla="*/ 55 w 481"/>
                  <a:gd name="T5" fmla="*/ 305 h 641"/>
                  <a:gd name="T6" fmla="*/ 91 w 481"/>
                  <a:gd name="T7" fmla="*/ 246 h 641"/>
                  <a:gd name="T8" fmla="*/ 146 w 481"/>
                  <a:gd name="T9" fmla="*/ 186 h 641"/>
                  <a:gd name="T10" fmla="*/ 213 w 481"/>
                  <a:gd name="T11" fmla="*/ 132 h 641"/>
                  <a:gd name="T12" fmla="*/ 292 w 481"/>
                  <a:gd name="T13" fmla="*/ 84 h 641"/>
                  <a:gd name="T14" fmla="*/ 384 w 481"/>
                  <a:gd name="T15" fmla="*/ 48 h 641"/>
                  <a:gd name="T16" fmla="*/ 481 w 481"/>
                  <a:gd name="T17" fmla="*/ 12 h 641"/>
                  <a:gd name="T18" fmla="*/ 457 w 481"/>
                  <a:gd name="T19" fmla="*/ 0 h 641"/>
                  <a:gd name="T20" fmla="*/ 359 w 481"/>
                  <a:gd name="T21" fmla="*/ 36 h 641"/>
                  <a:gd name="T22" fmla="*/ 274 w 481"/>
                  <a:gd name="T23" fmla="*/ 78 h 641"/>
                  <a:gd name="T24" fmla="*/ 195 w 481"/>
                  <a:gd name="T25" fmla="*/ 126 h 641"/>
                  <a:gd name="T26" fmla="*/ 128 w 481"/>
                  <a:gd name="T27" fmla="*/ 180 h 641"/>
                  <a:gd name="T28" fmla="*/ 73 w 481"/>
                  <a:gd name="T29" fmla="*/ 240 h 641"/>
                  <a:gd name="T30" fmla="*/ 37 w 481"/>
                  <a:gd name="T31" fmla="*/ 305 h 641"/>
                  <a:gd name="T32" fmla="*/ 6 w 481"/>
                  <a:gd name="T33" fmla="*/ 371 h 641"/>
                  <a:gd name="T34" fmla="*/ 0 w 481"/>
                  <a:gd name="T35" fmla="*/ 443 h 641"/>
                  <a:gd name="T36" fmla="*/ 6 w 481"/>
                  <a:gd name="T37" fmla="*/ 497 h 641"/>
                  <a:gd name="T38" fmla="*/ 18 w 481"/>
                  <a:gd name="T39" fmla="*/ 545 h 641"/>
                  <a:gd name="T40" fmla="*/ 43 w 481"/>
                  <a:gd name="T41" fmla="*/ 593 h 641"/>
                  <a:gd name="T42" fmla="*/ 73 w 481"/>
                  <a:gd name="T43" fmla="*/ 641 h 641"/>
                  <a:gd name="T44" fmla="*/ 97 w 481"/>
                  <a:gd name="T45" fmla="*/ 641 h 641"/>
                  <a:gd name="T46" fmla="*/ 67 w 481"/>
                  <a:gd name="T47" fmla="*/ 593 h 641"/>
                  <a:gd name="T48" fmla="*/ 43 w 481"/>
                  <a:gd name="T49" fmla="*/ 545 h 641"/>
                  <a:gd name="T50" fmla="*/ 24 w 481"/>
                  <a:gd name="T51" fmla="*/ 497 h 641"/>
                  <a:gd name="T52" fmla="*/ 18 w 481"/>
                  <a:gd name="T53" fmla="*/ 443 h 641"/>
                  <a:gd name="T54" fmla="*/ 18 w 481"/>
                  <a:gd name="T55" fmla="*/ 443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39" name="Group 35">
              <a:extLst>
                <a:ext uri="{FF2B5EF4-FFF2-40B4-BE49-F238E27FC236}">
                  <a16:creationId xmlns:a16="http://schemas.microsoft.com/office/drawing/2014/main" id="{3E79BE39-3C3F-9EC5-A2B8-6C8686B06D3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128" y="3360"/>
              <a:ext cx="1351" cy="821"/>
              <a:chOff x="4128" y="3360"/>
              <a:chExt cx="1351" cy="821"/>
            </a:xfrm>
          </p:grpSpPr>
          <p:sp>
            <p:nvSpPr>
              <p:cNvPr id="21540" name="Freeform 36">
                <a:extLst>
                  <a:ext uri="{FF2B5EF4-FFF2-40B4-BE49-F238E27FC236}">
                    <a16:creationId xmlns:a16="http://schemas.microsoft.com/office/drawing/2014/main" id="{2F8A1F75-C181-5EE6-4DDB-E1EE4E905354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>
                  <a:gd name="T0" fmla="*/ 484 w 1201"/>
                  <a:gd name="T1" fmla="*/ 6 h 731"/>
                  <a:gd name="T2" fmla="*/ 263 w 1201"/>
                  <a:gd name="T3" fmla="*/ 60 h 731"/>
                  <a:gd name="T4" fmla="*/ 101 w 1201"/>
                  <a:gd name="T5" fmla="*/ 162 h 731"/>
                  <a:gd name="T6" fmla="*/ 12 w 1201"/>
                  <a:gd name="T7" fmla="*/ 294 h 731"/>
                  <a:gd name="T8" fmla="*/ 0 w 1201"/>
                  <a:gd name="T9" fmla="*/ 366 h 731"/>
                  <a:gd name="T10" fmla="*/ 12 w 1201"/>
                  <a:gd name="T11" fmla="*/ 437 h 731"/>
                  <a:gd name="T12" fmla="*/ 101 w 1201"/>
                  <a:gd name="T13" fmla="*/ 569 h 731"/>
                  <a:gd name="T14" fmla="*/ 263 w 1201"/>
                  <a:gd name="T15" fmla="*/ 671 h 731"/>
                  <a:gd name="T16" fmla="*/ 484 w 1201"/>
                  <a:gd name="T17" fmla="*/ 725 h 731"/>
                  <a:gd name="T18" fmla="*/ 723 w 1201"/>
                  <a:gd name="T19" fmla="*/ 725 h 731"/>
                  <a:gd name="T20" fmla="*/ 938 w 1201"/>
                  <a:gd name="T21" fmla="*/ 671 h 731"/>
                  <a:gd name="T22" fmla="*/ 1100 w 1201"/>
                  <a:gd name="T23" fmla="*/ 569 h 731"/>
                  <a:gd name="T24" fmla="*/ 1189 w 1201"/>
                  <a:gd name="T25" fmla="*/ 437 h 731"/>
                  <a:gd name="T26" fmla="*/ 1201 w 1201"/>
                  <a:gd name="T27" fmla="*/ 366 h 731"/>
                  <a:gd name="T28" fmla="*/ 1189 w 1201"/>
                  <a:gd name="T29" fmla="*/ 294 h 731"/>
                  <a:gd name="T30" fmla="*/ 1100 w 1201"/>
                  <a:gd name="T31" fmla="*/ 162 h 731"/>
                  <a:gd name="T32" fmla="*/ 938 w 1201"/>
                  <a:gd name="T33" fmla="*/ 60 h 731"/>
                  <a:gd name="T34" fmla="*/ 723 w 1201"/>
                  <a:gd name="T35" fmla="*/ 6 h 731"/>
                  <a:gd name="T36" fmla="*/ 604 w 1201"/>
                  <a:gd name="T37" fmla="*/ 0 h 731"/>
                  <a:gd name="T38" fmla="*/ 490 w 1201"/>
                  <a:gd name="T39" fmla="*/ 701 h 731"/>
                  <a:gd name="T40" fmla="*/ 287 w 1201"/>
                  <a:gd name="T41" fmla="*/ 647 h 731"/>
                  <a:gd name="T42" fmla="*/ 131 w 1201"/>
                  <a:gd name="T43" fmla="*/ 557 h 731"/>
                  <a:gd name="T44" fmla="*/ 48 w 1201"/>
                  <a:gd name="T45" fmla="*/ 437 h 731"/>
                  <a:gd name="T46" fmla="*/ 36 w 1201"/>
                  <a:gd name="T47" fmla="*/ 366 h 731"/>
                  <a:gd name="T48" fmla="*/ 48 w 1201"/>
                  <a:gd name="T49" fmla="*/ 300 h 731"/>
                  <a:gd name="T50" fmla="*/ 131 w 1201"/>
                  <a:gd name="T51" fmla="*/ 174 h 731"/>
                  <a:gd name="T52" fmla="*/ 287 w 1201"/>
                  <a:gd name="T53" fmla="*/ 84 h 731"/>
                  <a:gd name="T54" fmla="*/ 490 w 1201"/>
                  <a:gd name="T55" fmla="*/ 30 h 731"/>
                  <a:gd name="T56" fmla="*/ 717 w 1201"/>
                  <a:gd name="T57" fmla="*/ 30 h 731"/>
                  <a:gd name="T58" fmla="*/ 920 w 1201"/>
                  <a:gd name="T59" fmla="*/ 84 h 731"/>
                  <a:gd name="T60" fmla="*/ 1070 w 1201"/>
                  <a:gd name="T61" fmla="*/ 174 h 731"/>
                  <a:gd name="T62" fmla="*/ 1153 w 1201"/>
                  <a:gd name="T63" fmla="*/ 300 h 731"/>
                  <a:gd name="T64" fmla="*/ 1153 w 1201"/>
                  <a:gd name="T65" fmla="*/ 437 h 731"/>
                  <a:gd name="T66" fmla="*/ 1070 w 1201"/>
                  <a:gd name="T67" fmla="*/ 557 h 731"/>
                  <a:gd name="T68" fmla="*/ 920 w 1201"/>
                  <a:gd name="T69" fmla="*/ 647 h 731"/>
                  <a:gd name="T70" fmla="*/ 717 w 1201"/>
                  <a:gd name="T71" fmla="*/ 701 h 731"/>
                  <a:gd name="T72" fmla="*/ 604 w 1201"/>
                  <a:gd name="T73" fmla="*/ 707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41" name="Freeform 37">
                <a:extLst>
                  <a:ext uri="{FF2B5EF4-FFF2-40B4-BE49-F238E27FC236}">
                    <a16:creationId xmlns:a16="http://schemas.microsoft.com/office/drawing/2014/main" id="{3FC5E91F-6FC8-56D9-A31E-AE86676FCCF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>
                  <a:gd name="T0" fmla="*/ 24 w 544"/>
                  <a:gd name="T1" fmla="*/ 402 h 737"/>
                  <a:gd name="T2" fmla="*/ 36 w 544"/>
                  <a:gd name="T3" fmla="*/ 330 h 737"/>
                  <a:gd name="T4" fmla="*/ 66 w 544"/>
                  <a:gd name="T5" fmla="*/ 264 h 737"/>
                  <a:gd name="T6" fmla="*/ 108 w 544"/>
                  <a:gd name="T7" fmla="*/ 204 h 737"/>
                  <a:gd name="T8" fmla="*/ 173 w 544"/>
                  <a:gd name="T9" fmla="*/ 150 h 737"/>
                  <a:gd name="T10" fmla="*/ 251 w 544"/>
                  <a:gd name="T11" fmla="*/ 102 h 737"/>
                  <a:gd name="T12" fmla="*/ 335 w 544"/>
                  <a:gd name="T13" fmla="*/ 60 h 737"/>
                  <a:gd name="T14" fmla="*/ 436 w 544"/>
                  <a:gd name="T15" fmla="*/ 30 h 737"/>
                  <a:gd name="T16" fmla="*/ 544 w 544"/>
                  <a:gd name="T17" fmla="*/ 12 h 737"/>
                  <a:gd name="T18" fmla="*/ 544 w 544"/>
                  <a:gd name="T19" fmla="*/ 0 h 737"/>
                  <a:gd name="T20" fmla="*/ 430 w 544"/>
                  <a:gd name="T21" fmla="*/ 18 h 737"/>
                  <a:gd name="T22" fmla="*/ 329 w 544"/>
                  <a:gd name="T23" fmla="*/ 48 h 737"/>
                  <a:gd name="T24" fmla="*/ 233 w 544"/>
                  <a:gd name="T25" fmla="*/ 90 h 737"/>
                  <a:gd name="T26" fmla="*/ 155 w 544"/>
                  <a:gd name="T27" fmla="*/ 138 h 737"/>
                  <a:gd name="T28" fmla="*/ 90 w 544"/>
                  <a:gd name="T29" fmla="*/ 198 h 737"/>
                  <a:gd name="T30" fmla="*/ 42 w 544"/>
                  <a:gd name="T31" fmla="*/ 258 h 737"/>
                  <a:gd name="T32" fmla="*/ 12 w 544"/>
                  <a:gd name="T33" fmla="*/ 330 h 737"/>
                  <a:gd name="T34" fmla="*/ 0 w 544"/>
                  <a:gd name="T35" fmla="*/ 402 h 737"/>
                  <a:gd name="T36" fmla="*/ 6 w 544"/>
                  <a:gd name="T37" fmla="*/ 455 h 737"/>
                  <a:gd name="T38" fmla="*/ 18 w 544"/>
                  <a:gd name="T39" fmla="*/ 503 h 737"/>
                  <a:gd name="T40" fmla="*/ 42 w 544"/>
                  <a:gd name="T41" fmla="*/ 545 h 737"/>
                  <a:gd name="T42" fmla="*/ 78 w 544"/>
                  <a:gd name="T43" fmla="*/ 593 h 737"/>
                  <a:gd name="T44" fmla="*/ 114 w 544"/>
                  <a:gd name="T45" fmla="*/ 635 h 737"/>
                  <a:gd name="T46" fmla="*/ 161 w 544"/>
                  <a:gd name="T47" fmla="*/ 671 h 737"/>
                  <a:gd name="T48" fmla="*/ 221 w 544"/>
                  <a:gd name="T49" fmla="*/ 707 h 737"/>
                  <a:gd name="T50" fmla="*/ 281 w 544"/>
                  <a:gd name="T51" fmla="*/ 737 h 737"/>
                  <a:gd name="T52" fmla="*/ 323 w 544"/>
                  <a:gd name="T53" fmla="*/ 737 h 737"/>
                  <a:gd name="T54" fmla="*/ 257 w 544"/>
                  <a:gd name="T55" fmla="*/ 707 h 737"/>
                  <a:gd name="T56" fmla="*/ 203 w 544"/>
                  <a:gd name="T57" fmla="*/ 671 h 737"/>
                  <a:gd name="T58" fmla="*/ 149 w 544"/>
                  <a:gd name="T59" fmla="*/ 635 h 737"/>
                  <a:gd name="T60" fmla="*/ 108 w 544"/>
                  <a:gd name="T61" fmla="*/ 593 h 737"/>
                  <a:gd name="T62" fmla="*/ 72 w 544"/>
                  <a:gd name="T63" fmla="*/ 551 h 737"/>
                  <a:gd name="T64" fmla="*/ 48 w 544"/>
                  <a:gd name="T65" fmla="*/ 503 h 737"/>
                  <a:gd name="T66" fmla="*/ 30 w 544"/>
                  <a:gd name="T67" fmla="*/ 455 h 737"/>
                  <a:gd name="T68" fmla="*/ 24 w 544"/>
                  <a:gd name="T69" fmla="*/ 402 h 737"/>
                  <a:gd name="T70" fmla="*/ 24 w 544"/>
                  <a:gd name="T71" fmla="*/ 402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42" name="Freeform 38">
                <a:extLst>
                  <a:ext uri="{FF2B5EF4-FFF2-40B4-BE49-F238E27FC236}">
                    <a16:creationId xmlns:a16="http://schemas.microsoft.com/office/drawing/2014/main" id="{22B00842-38F0-0C18-848E-0379BFDAE53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>
                  <a:gd name="T0" fmla="*/ 12 w 609"/>
                  <a:gd name="T1" fmla="*/ 12 h 252"/>
                  <a:gd name="T2" fmla="*/ 113 w 609"/>
                  <a:gd name="T3" fmla="*/ 18 h 252"/>
                  <a:gd name="T4" fmla="*/ 203 w 609"/>
                  <a:gd name="T5" fmla="*/ 30 h 252"/>
                  <a:gd name="T6" fmla="*/ 292 w 609"/>
                  <a:gd name="T7" fmla="*/ 48 h 252"/>
                  <a:gd name="T8" fmla="*/ 376 w 609"/>
                  <a:gd name="T9" fmla="*/ 78 h 252"/>
                  <a:gd name="T10" fmla="*/ 448 w 609"/>
                  <a:gd name="T11" fmla="*/ 114 h 252"/>
                  <a:gd name="T12" fmla="*/ 514 w 609"/>
                  <a:gd name="T13" fmla="*/ 156 h 252"/>
                  <a:gd name="T14" fmla="*/ 567 w 609"/>
                  <a:gd name="T15" fmla="*/ 198 h 252"/>
                  <a:gd name="T16" fmla="*/ 609 w 609"/>
                  <a:gd name="T17" fmla="*/ 252 h 252"/>
                  <a:gd name="T18" fmla="*/ 609 w 609"/>
                  <a:gd name="T19" fmla="*/ 216 h 252"/>
                  <a:gd name="T20" fmla="*/ 561 w 609"/>
                  <a:gd name="T21" fmla="*/ 168 h 252"/>
                  <a:gd name="T22" fmla="*/ 502 w 609"/>
                  <a:gd name="T23" fmla="*/ 126 h 252"/>
                  <a:gd name="T24" fmla="*/ 436 w 609"/>
                  <a:gd name="T25" fmla="*/ 90 h 252"/>
                  <a:gd name="T26" fmla="*/ 364 w 609"/>
                  <a:gd name="T27" fmla="*/ 60 h 252"/>
                  <a:gd name="T28" fmla="*/ 286 w 609"/>
                  <a:gd name="T29" fmla="*/ 36 h 252"/>
                  <a:gd name="T30" fmla="*/ 197 w 609"/>
                  <a:gd name="T31" fmla="*/ 18 h 252"/>
                  <a:gd name="T32" fmla="*/ 107 w 609"/>
                  <a:gd name="T33" fmla="*/ 6 h 252"/>
                  <a:gd name="T34" fmla="*/ 12 w 609"/>
                  <a:gd name="T35" fmla="*/ 0 h 252"/>
                  <a:gd name="T36" fmla="*/ 6 w 609"/>
                  <a:gd name="T37" fmla="*/ 0 h 252"/>
                  <a:gd name="T38" fmla="*/ 0 w 609"/>
                  <a:gd name="T39" fmla="*/ 0 h 252"/>
                  <a:gd name="T40" fmla="*/ 0 w 609"/>
                  <a:gd name="T41" fmla="*/ 12 h 252"/>
                  <a:gd name="T42" fmla="*/ 6 w 609"/>
                  <a:gd name="T43" fmla="*/ 12 h 252"/>
                  <a:gd name="T44" fmla="*/ 12 w 609"/>
                  <a:gd name="T45" fmla="*/ 12 h 252"/>
                  <a:gd name="T46" fmla="*/ 12 w 609"/>
                  <a:gd name="T47" fmla="*/ 1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43" name="Freeform 39">
                <a:extLst>
                  <a:ext uri="{FF2B5EF4-FFF2-40B4-BE49-F238E27FC236}">
                    <a16:creationId xmlns:a16="http://schemas.microsoft.com/office/drawing/2014/main" id="{017B6ECB-DE8C-E4E3-088D-46E2D1967D4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>
                  <a:gd name="T0" fmla="*/ 72 w 72"/>
                  <a:gd name="T1" fmla="*/ 0 h 54"/>
                  <a:gd name="T2" fmla="*/ 36 w 72"/>
                  <a:gd name="T3" fmla="*/ 30 h 54"/>
                  <a:gd name="T4" fmla="*/ 0 w 72"/>
                  <a:gd name="T5" fmla="*/ 54 h 54"/>
                  <a:gd name="T6" fmla="*/ 36 w 72"/>
                  <a:gd name="T7" fmla="*/ 54 h 54"/>
                  <a:gd name="T8" fmla="*/ 54 w 72"/>
                  <a:gd name="T9" fmla="*/ 42 h 54"/>
                  <a:gd name="T10" fmla="*/ 72 w 72"/>
                  <a:gd name="T11" fmla="*/ 24 h 54"/>
                  <a:gd name="T12" fmla="*/ 72 w 72"/>
                  <a:gd name="T13" fmla="*/ 24 h 54"/>
                  <a:gd name="T14" fmla="*/ 72 w 72"/>
                  <a:gd name="T15" fmla="*/ 0 h 54"/>
                  <a:gd name="T16" fmla="*/ 72 w 72"/>
                  <a:gd name="T1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44" name="Freeform 40">
                <a:extLst>
                  <a:ext uri="{FF2B5EF4-FFF2-40B4-BE49-F238E27FC236}">
                    <a16:creationId xmlns:a16="http://schemas.microsoft.com/office/drawing/2014/main" id="{E6AA2F11-02D2-F94E-92A6-E6F693D0066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>
                  <a:gd name="T0" fmla="*/ 299 w 705"/>
                  <a:gd name="T1" fmla="*/ 90 h 108"/>
                  <a:gd name="T2" fmla="*/ 221 w 705"/>
                  <a:gd name="T3" fmla="*/ 90 h 108"/>
                  <a:gd name="T4" fmla="*/ 143 w 705"/>
                  <a:gd name="T5" fmla="*/ 78 h 108"/>
                  <a:gd name="T6" fmla="*/ 0 w 705"/>
                  <a:gd name="T7" fmla="*/ 48 h 108"/>
                  <a:gd name="T8" fmla="*/ 0 w 705"/>
                  <a:gd name="T9" fmla="*/ 66 h 108"/>
                  <a:gd name="T10" fmla="*/ 143 w 705"/>
                  <a:gd name="T11" fmla="*/ 96 h 108"/>
                  <a:gd name="T12" fmla="*/ 221 w 705"/>
                  <a:gd name="T13" fmla="*/ 108 h 108"/>
                  <a:gd name="T14" fmla="*/ 299 w 705"/>
                  <a:gd name="T15" fmla="*/ 108 h 108"/>
                  <a:gd name="T16" fmla="*/ 412 w 705"/>
                  <a:gd name="T17" fmla="*/ 102 h 108"/>
                  <a:gd name="T18" fmla="*/ 520 w 705"/>
                  <a:gd name="T19" fmla="*/ 84 h 108"/>
                  <a:gd name="T20" fmla="*/ 615 w 705"/>
                  <a:gd name="T21" fmla="*/ 60 h 108"/>
                  <a:gd name="T22" fmla="*/ 705 w 705"/>
                  <a:gd name="T23" fmla="*/ 24 h 108"/>
                  <a:gd name="T24" fmla="*/ 705 w 705"/>
                  <a:gd name="T25" fmla="*/ 0 h 108"/>
                  <a:gd name="T26" fmla="*/ 615 w 705"/>
                  <a:gd name="T27" fmla="*/ 42 h 108"/>
                  <a:gd name="T28" fmla="*/ 520 w 705"/>
                  <a:gd name="T29" fmla="*/ 66 h 108"/>
                  <a:gd name="T30" fmla="*/ 412 w 705"/>
                  <a:gd name="T31" fmla="*/ 84 h 108"/>
                  <a:gd name="T32" fmla="*/ 299 w 705"/>
                  <a:gd name="T33" fmla="*/ 90 h 108"/>
                  <a:gd name="T34" fmla="*/ 299 w 705"/>
                  <a:gd name="T35" fmla="*/ 9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45" name="Freeform 41">
                <a:extLst>
                  <a:ext uri="{FF2B5EF4-FFF2-40B4-BE49-F238E27FC236}">
                    <a16:creationId xmlns:a16="http://schemas.microsoft.com/office/drawing/2014/main" id="{9D8D0798-0980-B721-23D3-295B17B94AF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>
                  <a:gd name="T0" fmla="*/ 119 w 143"/>
                  <a:gd name="T1" fmla="*/ 114 h 341"/>
                  <a:gd name="T2" fmla="*/ 113 w 143"/>
                  <a:gd name="T3" fmla="*/ 173 h 341"/>
                  <a:gd name="T4" fmla="*/ 89 w 143"/>
                  <a:gd name="T5" fmla="*/ 239 h 341"/>
                  <a:gd name="T6" fmla="*/ 47 w 143"/>
                  <a:gd name="T7" fmla="*/ 293 h 341"/>
                  <a:gd name="T8" fmla="*/ 0 w 143"/>
                  <a:gd name="T9" fmla="*/ 341 h 341"/>
                  <a:gd name="T10" fmla="*/ 29 w 143"/>
                  <a:gd name="T11" fmla="*/ 341 h 341"/>
                  <a:gd name="T12" fmla="*/ 77 w 143"/>
                  <a:gd name="T13" fmla="*/ 287 h 341"/>
                  <a:gd name="T14" fmla="*/ 113 w 143"/>
                  <a:gd name="T15" fmla="*/ 233 h 341"/>
                  <a:gd name="T16" fmla="*/ 137 w 143"/>
                  <a:gd name="T17" fmla="*/ 173 h 341"/>
                  <a:gd name="T18" fmla="*/ 143 w 143"/>
                  <a:gd name="T19" fmla="*/ 114 h 341"/>
                  <a:gd name="T20" fmla="*/ 137 w 143"/>
                  <a:gd name="T21" fmla="*/ 60 h 341"/>
                  <a:gd name="T22" fmla="*/ 119 w 143"/>
                  <a:gd name="T23" fmla="*/ 0 h 341"/>
                  <a:gd name="T24" fmla="*/ 89 w 143"/>
                  <a:gd name="T25" fmla="*/ 0 h 341"/>
                  <a:gd name="T26" fmla="*/ 113 w 143"/>
                  <a:gd name="T27" fmla="*/ 60 h 341"/>
                  <a:gd name="T28" fmla="*/ 119 w 143"/>
                  <a:gd name="T29" fmla="*/ 114 h 341"/>
                  <a:gd name="T30" fmla="*/ 119 w 143"/>
                  <a:gd name="T31" fmla="*/ 114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46" name="Freeform 42">
                <a:extLst>
                  <a:ext uri="{FF2B5EF4-FFF2-40B4-BE49-F238E27FC236}">
                    <a16:creationId xmlns:a16="http://schemas.microsoft.com/office/drawing/2014/main" id="{CA5E687C-A331-A492-CB4C-AA4D5D54424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>
                  <a:gd name="T0" fmla="*/ 59 w 83"/>
                  <a:gd name="T1" fmla="*/ 90 h 90"/>
                  <a:gd name="T2" fmla="*/ 83 w 83"/>
                  <a:gd name="T3" fmla="*/ 84 h 90"/>
                  <a:gd name="T4" fmla="*/ 71 w 83"/>
                  <a:gd name="T5" fmla="*/ 60 h 90"/>
                  <a:gd name="T6" fmla="*/ 53 w 83"/>
                  <a:gd name="T7" fmla="*/ 42 h 90"/>
                  <a:gd name="T8" fmla="*/ 6 w 83"/>
                  <a:gd name="T9" fmla="*/ 0 h 90"/>
                  <a:gd name="T10" fmla="*/ 0 w 83"/>
                  <a:gd name="T11" fmla="*/ 18 h 90"/>
                  <a:gd name="T12" fmla="*/ 35 w 83"/>
                  <a:gd name="T13" fmla="*/ 48 h 90"/>
                  <a:gd name="T14" fmla="*/ 59 w 83"/>
                  <a:gd name="T15" fmla="*/ 90 h 90"/>
                  <a:gd name="T16" fmla="*/ 59 w 83"/>
                  <a:gd name="T17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47" name="Freeform 43">
                <a:extLst>
                  <a:ext uri="{FF2B5EF4-FFF2-40B4-BE49-F238E27FC236}">
                    <a16:creationId xmlns:a16="http://schemas.microsoft.com/office/drawing/2014/main" id="{AA8CD5DF-5050-18DA-F61A-8FDBC1699FE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>
                  <a:gd name="T0" fmla="*/ 693 w 717"/>
                  <a:gd name="T1" fmla="*/ 216 h 431"/>
                  <a:gd name="T2" fmla="*/ 687 w 717"/>
                  <a:gd name="T3" fmla="*/ 257 h 431"/>
                  <a:gd name="T4" fmla="*/ 669 w 717"/>
                  <a:gd name="T5" fmla="*/ 293 h 431"/>
                  <a:gd name="T6" fmla="*/ 633 w 717"/>
                  <a:gd name="T7" fmla="*/ 329 h 431"/>
                  <a:gd name="T8" fmla="*/ 598 w 717"/>
                  <a:gd name="T9" fmla="*/ 359 h 431"/>
                  <a:gd name="T10" fmla="*/ 544 w 717"/>
                  <a:gd name="T11" fmla="*/ 383 h 431"/>
                  <a:gd name="T12" fmla="*/ 490 w 717"/>
                  <a:gd name="T13" fmla="*/ 401 h 431"/>
                  <a:gd name="T14" fmla="*/ 424 w 717"/>
                  <a:gd name="T15" fmla="*/ 413 h 431"/>
                  <a:gd name="T16" fmla="*/ 359 w 717"/>
                  <a:gd name="T17" fmla="*/ 419 h 431"/>
                  <a:gd name="T18" fmla="*/ 293 w 717"/>
                  <a:gd name="T19" fmla="*/ 413 h 431"/>
                  <a:gd name="T20" fmla="*/ 227 w 717"/>
                  <a:gd name="T21" fmla="*/ 401 h 431"/>
                  <a:gd name="T22" fmla="*/ 173 w 717"/>
                  <a:gd name="T23" fmla="*/ 383 h 431"/>
                  <a:gd name="T24" fmla="*/ 119 w 717"/>
                  <a:gd name="T25" fmla="*/ 359 h 431"/>
                  <a:gd name="T26" fmla="*/ 84 w 717"/>
                  <a:gd name="T27" fmla="*/ 329 h 431"/>
                  <a:gd name="T28" fmla="*/ 48 w 717"/>
                  <a:gd name="T29" fmla="*/ 293 h 431"/>
                  <a:gd name="T30" fmla="*/ 30 w 717"/>
                  <a:gd name="T31" fmla="*/ 257 h 431"/>
                  <a:gd name="T32" fmla="*/ 24 w 717"/>
                  <a:gd name="T33" fmla="*/ 216 h 431"/>
                  <a:gd name="T34" fmla="*/ 30 w 717"/>
                  <a:gd name="T35" fmla="*/ 174 h 431"/>
                  <a:gd name="T36" fmla="*/ 48 w 717"/>
                  <a:gd name="T37" fmla="*/ 138 h 431"/>
                  <a:gd name="T38" fmla="*/ 84 w 717"/>
                  <a:gd name="T39" fmla="*/ 102 h 431"/>
                  <a:gd name="T40" fmla="*/ 119 w 717"/>
                  <a:gd name="T41" fmla="*/ 72 h 431"/>
                  <a:gd name="T42" fmla="*/ 173 w 717"/>
                  <a:gd name="T43" fmla="*/ 48 h 431"/>
                  <a:gd name="T44" fmla="*/ 227 w 717"/>
                  <a:gd name="T45" fmla="*/ 30 h 431"/>
                  <a:gd name="T46" fmla="*/ 293 w 717"/>
                  <a:gd name="T47" fmla="*/ 18 h 431"/>
                  <a:gd name="T48" fmla="*/ 359 w 717"/>
                  <a:gd name="T49" fmla="*/ 12 h 431"/>
                  <a:gd name="T50" fmla="*/ 418 w 717"/>
                  <a:gd name="T51" fmla="*/ 18 h 431"/>
                  <a:gd name="T52" fmla="*/ 478 w 717"/>
                  <a:gd name="T53" fmla="*/ 30 h 431"/>
                  <a:gd name="T54" fmla="*/ 532 w 717"/>
                  <a:gd name="T55" fmla="*/ 48 h 431"/>
                  <a:gd name="T56" fmla="*/ 580 w 717"/>
                  <a:gd name="T57" fmla="*/ 66 h 431"/>
                  <a:gd name="T58" fmla="*/ 586 w 717"/>
                  <a:gd name="T59" fmla="*/ 48 h 431"/>
                  <a:gd name="T60" fmla="*/ 478 w 717"/>
                  <a:gd name="T61" fmla="*/ 12 h 431"/>
                  <a:gd name="T62" fmla="*/ 418 w 717"/>
                  <a:gd name="T63" fmla="*/ 6 h 431"/>
                  <a:gd name="T64" fmla="*/ 359 w 717"/>
                  <a:gd name="T65" fmla="*/ 0 h 431"/>
                  <a:gd name="T66" fmla="*/ 287 w 717"/>
                  <a:gd name="T67" fmla="*/ 6 h 431"/>
                  <a:gd name="T68" fmla="*/ 221 w 717"/>
                  <a:gd name="T69" fmla="*/ 18 h 431"/>
                  <a:gd name="T70" fmla="*/ 161 w 717"/>
                  <a:gd name="T71" fmla="*/ 36 h 431"/>
                  <a:gd name="T72" fmla="*/ 107 w 717"/>
                  <a:gd name="T73" fmla="*/ 66 h 431"/>
                  <a:gd name="T74" fmla="*/ 60 w 717"/>
                  <a:gd name="T75" fmla="*/ 96 h 431"/>
                  <a:gd name="T76" fmla="*/ 30 w 717"/>
                  <a:gd name="T77" fmla="*/ 132 h 431"/>
                  <a:gd name="T78" fmla="*/ 6 w 717"/>
                  <a:gd name="T79" fmla="*/ 174 h 431"/>
                  <a:gd name="T80" fmla="*/ 0 w 717"/>
                  <a:gd name="T81" fmla="*/ 216 h 431"/>
                  <a:gd name="T82" fmla="*/ 6 w 717"/>
                  <a:gd name="T83" fmla="*/ 257 h 431"/>
                  <a:gd name="T84" fmla="*/ 30 w 717"/>
                  <a:gd name="T85" fmla="*/ 299 h 431"/>
                  <a:gd name="T86" fmla="*/ 60 w 717"/>
                  <a:gd name="T87" fmla="*/ 335 h 431"/>
                  <a:gd name="T88" fmla="*/ 107 w 717"/>
                  <a:gd name="T89" fmla="*/ 371 h 431"/>
                  <a:gd name="T90" fmla="*/ 161 w 717"/>
                  <a:gd name="T91" fmla="*/ 395 h 431"/>
                  <a:gd name="T92" fmla="*/ 221 w 717"/>
                  <a:gd name="T93" fmla="*/ 413 h 431"/>
                  <a:gd name="T94" fmla="*/ 287 w 717"/>
                  <a:gd name="T95" fmla="*/ 425 h 431"/>
                  <a:gd name="T96" fmla="*/ 359 w 717"/>
                  <a:gd name="T97" fmla="*/ 431 h 431"/>
                  <a:gd name="T98" fmla="*/ 430 w 717"/>
                  <a:gd name="T99" fmla="*/ 425 h 431"/>
                  <a:gd name="T100" fmla="*/ 496 w 717"/>
                  <a:gd name="T101" fmla="*/ 413 h 431"/>
                  <a:gd name="T102" fmla="*/ 562 w 717"/>
                  <a:gd name="T103" fmla="*/ 395 h 431"/>
                  <a:gd name="T104" fmla="*/ 610 w 717"/>
                  <a:gd name="T105" fmla="*/ 371 h 431"/>
                  <a:gd name="T106" fmla="*/ 657 w 717"/>
                  <a:gd name="T107" fmla="*/ 335 h 431"/>
                  <a:gd name="T108" fmla="*/ 687 w 717"/>
                  <a:gd name="T109" fmla="*/ 299 h 431"/>
                  <a:gd name="T110" fmla="*/ 711 w 717"/>
                  <a:gd name="T111" fmla="*/ 257 h 431"/>
                  <a:gd name="T112" fmla="*/ 717 w 717"/>
                  <a:gd name="T113" fmla="*/ 216 h 431"/>
                  <a:gd name="T114" fmla="*/ 717 w 717"/>
                  <a:gd name="T115" fmla="*/ 204 h 431"/>
                  <a:gd name="T116" fmla="*/ 711 w 717"/>
                  <a:gd name="T117" fmla="*/ 192 h 431"/>
                  <a:gd name="T118" fmla="*/ 687 w 717"/>
                  <a:gd name="T119" fmla="*/ 198 h 431"/>
                  <a:gd name="T120" fmla="*/ 693 w 717"/>
                  <a:gd name="T121" fmla="*/ 210 h 431"/>
                  <a:gd name="T122" fmla="*/ 693 w 717"/>
                  <a:gd name="T123" fmla="*/ 216 h 431"/>
                  <a:gd name="T124" fmla="*/ 693 w 717"/>
                  <a:gd name="T125" fmla="*/ 216 h 4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48" name="Freeform 44">
                <a:extLst>
                  <a:ext uri="{FF2B5EF4-FFF2-40B4-BE49-F238E27FC236}">
                    <a16:creationId xmlns:a16="http://schemas.microsoft.com/office/drawing/2014/main" id="{3DD607A3-DED1-237C-5F0F-9624ABC833E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>
                  <a:gd name="T0" fmla="*/ 616 w 909"/>
                  <a:gd name="T1" fmla="*/ 0 h 533"/>
                  <a:gd name="T2" fmla="*/ 616 w 909"/>
                  <a:gd name="T3" fmla="*/ 18 h 533"/>
                  <a:gd name="T4" fmla="*/ 724 w 909"/>
                  <a:gd name="T5" fmla="*/ 60 h 533"/>
                  <a:gd name="T6" fmla="*/ 765 w 909"/>
                  <a:gd name="T7" fmla="*/ 84 h 533"/>
                  <a:gd name="T8" fmla="*/ 807 w 909"/>
                  <a:gd name="T9" fmla="*/ 114 h 533"/>
                  <a:gd name="T10" fmla="*/ 837 w 909"/>
                  <a:gd name="T11" fmla="*/ 144 h 533"/>
                  <a:gd name="T12" fmla="*/ 861 w 909"/>
                  <a:gd name="T13" fmla="*/ 180 h 533"/>
                  <a:gd name="T14" fmla="*/ 873 w 909"/>
                  <a:gd name="T15" fmla="*/ 216 h 533"/>
                  <a:gd name="T16" fmla="*/ 879 w 909"/>
                  <a:gd name="T17" fmla="*/ 258 h 533"/>
                  <a:gd name="T18" fmla="*/ 873 w 909"/>
                  <a:gd name="T19" fmla="*/ 311 h 533"/>
                  <a:gd name="T20" fmla="*/ 843 w 909"/>
                  <a:gd name="T21" fmla="*/ 359 h 533"/>
                  <a:gd name="T22" fmla="*/ 807 w 909"/>
                  <a:gd name="T23" fmla="*/ 401 h 533"/>
                  <a:gd name="T24" fmla="*/ 753 w 909"/>
                  <a:gd name="T25" fmla="*/ 443 h 533"/>
                  <a:gd name="T26" fmla="*/ 694 w 909"/>
                  <a:gd name="T27" fmla="*/ 473 h 533"/>
                  <a:gd name="T28" fmla="*/ 622 w 909"/>
                  <a:gd name="T29" fmla="*/ 497 h 533"/>
                  <a:gd name="T30" fmla="*/ 538 w 909"/>
                  <a:gd name="T31" fmla="*/ 509 h 533"/>
                  <a:gd name="T32" fmla="*/ 455 w 909"/>
                  <a:gd name="T33" fmla="*/ 515 h 533"/>
                  <a:gd name="T34" fmla="*/ 371 w 909"/>
                  <a:gd name="T35" fmla="*/ 509 h 533"/>
                  <a:gd name="T36" fmla="*/ 287 w 909"/>
                  <a:gd name="T37" fmla="*/ 497 h 533"/>
                  <a:gd name="T38" fmla="*/ 215 w 909"/>
                  <a:gd name="T39" fmla="*/ 473 h 533"/>
                  <a:gd name="T40" fmla="*/ 156 w 909"/>
                  <a:gd name="T41" fmla="*/ 443 h 533"/>
                  <a:gd name="T42" fmla="*/ 102 w 909"/>
                  <a:gd name="T43" fmla="*/ 401 h 533"/>
                  <a:gd name="T44" fmla="*/ 66 w 909"/>
                  <a:gd name="T45" fmla="*/ 359 h 533"/>
                  <a:gd name="T46" fmla="*/ 36 w 909"/>
                  <a:gd name="T47" fmla="*/ 311 h 533"/>
                  <a:gd name="T48" fmla="*/ 30 w 909"/>
                  <a:gd name="T49" fmla="*/ 258 h 533"/>
                  <a:gd name="T50" fmla="*/ 36 w 909"/>
                  <a:gd name="T51" fmla="*/ 222 h 533"/>
                  <a:gd name="T52" fmla="*/ 48 w 909"/>
                  <a:gd name="T53" fmla="*/ 186 h 533"/>
                  <a:gd name="T54" fmla="*/ 66 w 909"/>
                  <a:gd name="T55" fmla="*/ 156 h 533"/>
                  <a:gd name="T56" fmla="*/ 90 w 909"/>
                  <a:gd name="T57" fmla="*/ 126 h 533"/>
                  <a:gd name="T58" fmla="*/ 66 w 909"/>
                  <a:gd name="T59" fmla="*/ 114 h 533"/>
                  <a:gd name="T60" fmla="*/ 36 w 909"/>
                  <a:gd name="T61" fmla="*/ 144 h 533"/>
                  <a:gd name="T62" fmla="*/ 18 w 909"/>
                  <a:gd name="T63" fmla="*/ 180 h 533"/>
                  <a:gd name="T64" fmla="*/ 6 w 909"/>
                  <a:gd name="T65" fmla="*/ 216 h 533"/>
                  <a:gd name="T66" fmla="*/ 0 w 909"/>
                  <a:gd name="T67" fmla="*/ 258 h 533"/>
                  <a:gd name="T68" fmla="*/ 12 w 909"/>
                  <a:gd name="T69" fmla="*/ 311 h 533"/>
                  <a:gd name="T70" fmla="*/ 36 w 909"/>
                  <a:gd name="T71" fmla="*/ 365 h 533"/>
                  <a:gd name="T72" fmla="*/ 78 w 909"/>
                  <a:gd name="T73" fmla="*/ 413 h 533"/>
                  <a:gd name="T74" fmla="*/ 132 w 909"/>
                  <a:gd name="T75" fmla="*/ 449 h 533"/>
                  <a:gd name="T76" fmla="*/ 203 w 909"/>
                  <a:gd name="T77" fmla="*/ 485 h 533"/>
                  <a:gd name="T78" fmla="*/ 275 w 909"/>
                  <a:gd name="T79" fmla="*/ 509 h 533"/>
                  <a:gd name="T80" fmla="*/ 365 w 909"/>
                  <a:gd name="T81" fmla="*/ 527 h 533"/>
                  <a:gd name="T82" fmla="*/ 455 w 909"/>
                  <a:gd name="T83" fmla="*/ 533 h 533"/>
                  <a:gd name="T84" fmla="*/ 544 w 909"/>
                  <a:gd name="T85" fmla="*/ 527 h 533"/>
                  <a:gd name="T86" fmla="*/ 634 w 909"/>
                  <a:gd name="T87" fmla="*/ 509 h 533"/>
                  <a:gd name="T88" fmla="*/ 712 w 909"/>
                  <a:gd name="T89" fmla="*/ 485 h 533"/>
                  <a:gd name="T90" fmla="*/ 777 w 909"/>
                  <a:gd name="T91" fmla="*/ 449 h 533"/>
                  <a:gd name="T92" fmla="*/ 831 w 909"/>
                  <a:gd name="T93" fmla="*/ 413 h 533"/>
                  <a:gd name="T94" fmla="*/ 873 w 909"/>
                  <a:gd name="T95" fmla="*/ 365 h 533"/>
                  <a:gd name="T96" fmla="*/ 897 w 909"/>
                  <a:gd name="T97" fmla="*/ 311 h 533"/>
                  <a:gd name="T98" fmla="*/ 909 w 909"/>
                  <a:gd name="T99" fmla="*/ 258 h 533"/>
                  <a:gd name="T100" fmla="*/ 903 w 909"/>
                  <a:gd name="T101" fmla="*/ 216 h 533"/>
                  <a:gd name="T102" fmla="*/ 885 w 909"/>
                  <a:gd name="T103" fmla="*/ 174 h 533"/>
                  <a:gd name="T104" fmla="*/ 861 w 909"/>
                  <a:gd name="T105" fmla="*/ 132 h 533"/>
                  <a:gd name="T106" fmla="*/ 825 w 909"/>
                  <a:gd name="T107" fmla="*/ 102 h 533"/>
                  <a:gd name="T108" fmla="*/ 783 w 909"/>
                  <a:gd name="T109" fmla="*/ 66 h 533"/>
                  <a:gd name="T110" fmla="*/ 735 w 909"/>
                  <a:gd name="T111" fmla="*/ 42 h 533"/>
                  <a:gd name="T112" fmla="*/ 616 w 909"/>
                  <a:gd name="T113" fmla="*/ 0 h 533"/>
                  <a:gd name="T114" fmla="*/ 616 w 909"/>
                  <a:gd name="T115" fmla="*/ 0 h 5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49" name="Freeform 45">
                <a:extLst>
                  <a:ext uri="{FF2B5EF4-FFF2-40B4-BE49-F238E27FC236}">
                    <a16:creationId xmlns:a16="http://schemas.microsoft.com/office/drawing/2014/main" id="{03877FE0-3CA7-8DF3-C7D6-CA762AD70CD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>
                  <a:gd name="T0" fmla="*/ 240 w 365"/>
                  <a:gd name="T1" fmla="*/ 18 h 66"/>
                  <a:gd name="T2" fmla="*/ 299 w 365"/>
                  <a:gd name="T3" fmla="*/ 24 h 66"/>
                  <a:gd name="T4" fmla="*/ 359 w 365"/>
                  <a:gd name="T5" fmla="*/ 30 h 66"/>
                  <a:gd name="T6" fmla="*/ 365 w 365"/>
                  <a:gd name="T7" fmla="*/ 12 h 66"/>
                  <a:gd name="T8" fmla="*/ 305 w 365"/>
                  <a:gd name="T9" fmla="*/ 6 h 66"/>
                  <a:gd name="T10" fmla="*/ 240 w 365"/>
                  <a:gd name="T11" fmla="*/ 0 h 66"/>
                  <a:gd name="T12" fmla="*/ 174 w 365"/>
                  <a:gd name="T13" fmla="*/ 6 h 66"/>
                  <a:gd name="T14" fmla="*/ 114 w 365"/>
                  <a:gd name="T15" fmla="*/ 12 h 66"/>
                  <a:gd name="T16" fmla="*/ 0 w 365"/>
                  <a:gd name="T17" fmla="*/ 42 h 66"/>
                  <a:gd name="T18" fmla="*/ 0 w 365"/>
                  <a:gd name="T19" fmla="*/ 66 h 66"/>
                  <a:gd name="T20" fmla="*/ 54 w 365"/>
                  <a:gd name="T21" fmla="*/ 48 h 66"/>
                  <a:gd name="T22" fmla="*/ 114 w 365"/>
                  <a:gd name="T23" fmla="*/ 30 h 66"/>
                  <a:gd name="T24" fmla="*/ 174 w 365"/>
                  <a:gd name="T25" fmla="*/ 24 h 66"/>
                  <a:gd name="T26" fmla="*/ 240 w 365"/>
                  <a:gd name="T27" fmla="*/ 18 h 66"/>
                  <a:gd name="T28" fmla="*/ 240 w 365"/>
                  <a:gd name="T29" fmla="*/ 18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50" name="Freeform 46">
                <a:extLst>
                  <a:ext uri="{FF2B5EF4-FFF2-40B4-BE49-F238E27FC236}">
                    <a16:creationId xmlns:a16="http://schemas.microsoft.com/office/drawing/2014/main" id="{76DB93C4-D041-8758-85A1-491374F81B4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>
                  <a:gd name="T0" fmla="*/ 66 w 66"/>
                  <a:gd name="T1" fmla="*/ 18 h 48"/>
                  <a:gd name="T2" fmla="*/ 48 w 66"/>
                  <a:gd name="T3" fmla="*/ 0 h 48"/>
                  <a:gd name="T4" fmla="*/ 24 w 66"/>
                  <a:gd name="T5" fmla="*/ 12 h 48"/>
                  <a:gd name="T6" fmla="*/ 0 w 66"/>
                  <a:gd name="T7" fmla="*/ 30 h 48"/>
                  <a:gd name="T8" fmla="*/ 12 w 66"/>
                  <a:gd name="T9" fmla="*/ 48 h 48"/>
                  <a:gd name="T10" fmla="*/ 42 w 66"/>
                  <a:gd name="T11" fmla="*/ 30 h 48"/>
                  <a:gd name="T12" fmla="*/ 66 w 66"/>
                  <a:gd name="T13" fmla="*/ 18 h 48"/>
                  <a:gd name="T14" fmla="*/ 66 w 66"/>
                  <a:gd name="T15" fmla="*/ 1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51" name="Oval 47">
                <a:extLst>
                  <a:ext uri="{FF2B5EF4-FFF2-40B4-BE49-F238E27FC236}">
                    <a16:creationId xmlns:a16="http://schemas.microsoft.com/office/drawing/2014/main" id="{CDE88EAB-D861-99C9-0574-46E15C0AC032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546" y="3608"/>
                <a:ext cx="518" cy="31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52" name="Oval 48">
                <a:extLst>
                  <a:ext uri="{FF2B5EF4-FFF2-40B4-BE49-F238E27FC236}">
                    <a16:creationId xmlns:a16="http://schemas.microsoft.com/office/drawing/2014/main" id="{00392ED8-0BE4-D740-8CFC-1001F7E73930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578" y="3630"/>
                <a:ext cx="446" cy="27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53" name="Oval 49">
                <a:extLst>
                  <a:ext uri="{FF2B5EF4-FFF2-40B4-BE49-F238E27FC236}">
                    <a16:creationId xmlns:a16="http://schemas.microsoft.com/office/drawing/2014/main" id="{AA7F44A4-A99C-1397-7E5C-1C1F2E5E7B1F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10" y="3650"/>
                <a:ext cx="386" cy="233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54" name="Oval 50">
                <a:extLst>
                  <a:ext uri="{FF2B5EF4-FFF2-40B4-BE49-F238E27FC236}">
                    <a16:creationId xmlns:a16="http://schemas.microsoft.com/office/drawing/2014/main" id="{2D95BDBD-468A-9CA1-7DDD-8618F6555F0E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54" y="3678"/>
                <a:ext cx="298" cy="1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55" name="Oval 51">
                <a:extLst>
                  <a:ext uri="{FF2B5EF4-FFF2-40B4-BE49-F238E27FC236}">
                    <a16:creationId xmlns:a16="http://schemas.microsoft.com/office/drawing/2014/main" id="{FA8322D2-6E8E-92AE-F80E-0490D29473BB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90" y="3698"/>
                <a:ext cx="222" cy="139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56" name="Oval 52">
                <a:extLst>
                  <a:ext uri="{FF2B5EF4-FFF2-40B4-BE49-F238E27FC236}">
                    <a16:creationId xmlns:a16="http://schemas.microsoft.com/office/drawing/2014/main" id="{3F6CC91F-10B1-10B2-C6EC-C88FAF55C39C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738" y="3728"/>
                <a:ext cx="126" cy="8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57" name="Group 53">
              <a:extLst>
                <a:ext uri="{FF2B5EF4-FFF2-40B4-BE49-F238E27FC236}">
                  <a16:creationId xmlns:a16="http://schemas.microsoft.com/office/drawing/2014/main" id="{642917CB-04E3-172E-CBE9-DD2118BA3D0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5280" y="3024"/>
              <a:ext cx="425" cy="258"/>
              <a:chOff x="5280" y="3024"/>
              <a:chExt cx="425" cy="258"/>
            </a:xfrm>
          </p:grpSpPr>
          <p:sp>
            <p:nvSpPr>
              <p:cNvPr id="21558" name="Freeform 54">
                <a:extLst>
                  <a:ext uri="{FF2B5EF4-FFF2-40B4-BE49-F238E27FC236}">
                    <a16:creationId xmlns:a16="http://schemas.microsoft.com/office/drawing/2014/main" id="{07CFD01D-BA7F-45C2-03BB-E22E0B0916B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>
                  <a:gd name="T0" fmla="*/ 209 w 382"/>
                  <a:gd name="T1" fmla="*/ 96 h 96"/>
                  <a:gd name="T2" fmla="*/ 143 w 382"/>
                  <a:gd name="T3" fmla="*/ 90 h 96"/>
                  <a:gd name="T4" fmla="*/ 83 w 382"/>
                  <a:gd name="T5" fmla="*/ 66 h 96"/>
                  <a:gd name="T6" fmla="*/ 35 w 382"/>
                  <a:gd name="T7" fmla="*/ 36 h 96"/>
                  <a:gd name="T8" fmla="*/ 6 w 382"/>
                  <a:gd name="T9" fmla="*/ 0 h 96"/>
                  <a:gd name="T10" fmla="*/ 0 w 382"/>
                  <a:gd name="T11" fmla="*/ 6 h 96"/>
                  <a:gd name="T12" fmla="*/ 29 w 382"/>
                  <a:gd name="T13" fmla="*/ 42 h 96"/>
                  <a:gd name="T14" fmla="*/ 77 w 382"/>
                  <a:gd name="T15" fmla="*/ 72 h 96"/>
                  <a:gd name="T16" fmla="*/ 137 w 382"/>
                  <a:gd name="T17" fmla="*/ 90 h 96"/>
                  <a:gd name="T18" fmla="*/ 209 w 382"/>
                  <a:gd name="T19" fmla="*/ 96 h 96"/>
                  <a:gd name="T20" fmla="*/ 263 w 382"/>
                  <a:gd name="T21" fmla="*/ 90 h 96"/>
                  <a:gd name="T22" fmla="*/ 311 w 382"/>
                  <a:gd name="T23" fmla="*/ 84 h 96"/>
                  <a:gd name="T24" fmla="*/ 352 w 382"/>
                  <a:gd name="T25" fmla="*/ 66 h 96"/>
                  <a:gd name="T26" fmla="*/ 382 w 382"/>
                  <a:gd name="T27" fmla="*/ 42 h 96"/>
                  <a:gd name="T28" fmla="*/ 376 w 382"/>
                  <a:gd name="T29" fmla="*/ 42 h 96"/>
                  <a:gd name="T30" fmla="*/ 346 w 382"/>
                  <a:gd name="T31" fmla="*/ 66 h 96"/>
                  <a:gd name="T32" fmla="*/ 305 w 382"/>
                  <a:gd name="T33" fmla="*/ 78 h 96"/>
                  <a:gd name="T34" fmla="*/ 263 w 382"/>
                  <a:gd name="T35" fmla="*/ 90 h 96"/>
                  <a:gd name="T36" fmla="*/ 209 w 382"/>
                  <a:gd name="T37" fmla="*/ 96 h 96"/>
                  <a:gd name="T38" fmla="*/ 209 w 382"/>
                  <a:gd name="T39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59" name="Freeform 55">
                <a:extLst>
                  <a:ext uri="{FF2B5EF4-FFF2-40B4-BE49-F238E27FC236}">
                    <a16:creationId xmlns:a16="http://schemas.microsoft.com/office/drawing/2014/main" id="{D0447334-3F14-E80F-E327-88BECC72B50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>
                  <a:gd name="T0" fmla="*/ 174 w 258"/>
                  <a:gd name="T1" fmla="*/ 0 h 54"/>
                  <a:gd name="T2" fmla="*/ 216 w 258"/>
                  <a:gd name="T3" fmla="*/ 6 h 54"/>
                  <a:gd name="T4" fmla="*/ 258 w 258"/>
                  <a:gd name="T5" fmla="*/ 12 h 54"/>
                  <a:gd name="T6" fmla="*/ 252 w 258"/>
                  <a:gd name="T7" fmla="*/ 6 h 54"/>
                  <a:gd name="T8" fmla="*/ 216 w 258"/>
                  <a:gd name="T9" fmla="*/ 0 h 54"/>
                  <a:gd name="T10" fmla="*/ 174 w 258"/>
                  <a:gd name="T11" fmla="*/ 0 h 54"/>
                  <a:gd name="T12" fmla="*/ 120 w 258"/>
                  <a:gd name="T13" fmla="*/ 6 h 54"/>
                  <a:gd name="T14" fmla="*/ 78 w 258"/>
                  <a:gd name="T15" fmla="*/ 12 h 54"/>
                  <a:gd name="T16" fmla="*/ 36 w 258"/>
                  <a:gd name="T17" fmla="*/ 30 h 54"/>
                  <a:gd name="T18" fmla="*/ 0 w 258"/>
                  <a:gd name="T19" fmla="*/ 48 h 54"/>
                  <a:gd name="T20" fmla="*/ 6 w 258"/>
                  <a:gd name="T21" fmla="*/ 54 h 54"/>
                  <a:gd name="T22" fmla="*/ 36 w 258"/>
                  <a:gd name="T23" fmla="*/ 36 h 54"/>
                  <a:gd name="T24" fmla="*/ 78 w 258"/>
                  <a:gd name="T25" fmla="*/ 18 h 54"/>
                  <a:gd name="T26" fmla="*/ 120 w 258"/>
                  <a:gd name="T27" fmla="*/ 6 h 54"/>
                  <a:gd name="T28" fmla="*/ 174 w 258"/>
                  <a:gd name="T29" fmla="*/ 0 h 54"/>
                  <a:gd name="T30" fmla="*/ 174 w 258"/>
                  <a:gd name="T31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60" name="Freeform 56">
                <a:extLst>
                  <a:ext uri="{FF2B5EF4-FFF2-40B4-BE49-F238E27FC236}">
                    <a16:creationId xmlns:a16="http://schemas.microsoft.com/office/drawing/2014/main" id="{2F7A203C-7DEC-DFA8-533F-2AD801508ED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>
                  <a:gd name="T0" fmla="*/ 54 w 60"/>
                  <a:gd name="T1" fmla="*/ 90 h 156"/>
                  <a:gd name="T2" fmla="*/ 48 w 60"/>
                  <a:gd name="T3" fmla="*/ 126 h 156"/>
                  <a:gd name="T4" fmla="*/ 24 w 60"/>
                  <a:gd name="T5" fmla="*/ 156 h 156"/>
                  <a:gd name="T6" fmla="*/ 30 w 60"/>
                  <a:gd name="T7" fmla="*/ 156 h 156"/>
                  <a:gd name="T8" fmla="*/ 54 w 60"/>
                  <a:gd name="T9" fmla="*/ 126 h 156"/>
                  <a:gd name="T10" fmla="*/ 60 w 60"/>
                  <a:gd name="T11" fmla="*/ 90 h 156"/>
                  <a:gd name="T12" fmla="*/ 54 w 60"/>
                  <a:gd name="T13" fmla="*/ 66 h 156"/>
                  <a:gd name="T14" fmla="*/ 48 w 60"/>
                  <a:gd name="T15" fmla="*/ 42 h 156"/>
                  <a:gd name="T16" fmla="*/ 30 w 60"/>
                  <a:gd name="T17" fmla="*/ 18 h 156"/>
                  <a:gd name="T18" fmla="*/ 6 w 60"/>
                  <a:gd name="T19" fmla="*/ 0 h 156"/>
                  <a:gd name="T20" fmla="*/ 0 w 60"/>
                  <a:gd name="T21" fmla="*/ 6 h 156"/>
                  <a:gd name="T22" fmla="*/ 24 w 60"/>
                  <a:gd name="T23" fmla="*/ 24 h 156"/>
                  <a:gd name="T24" fmla="*/ 42 w 60"/>
                  <a:gd name="T25" fmla="*/ 42 h 156"/>
                  <a:gd name="T26" fmla="*/ 48 w 60"/>
                  <a:gd name="T27" fmla="*/ 66 h 156"/>
                  <a:gd name="T28" fmla="*/ 54 w 60"/>
                  <a:gd name="T29" fmla="*/ 90 h 156"/>
                  <a:gd name="T30" fmla="*/ 54 w 60"/>
                  <a:gd name="T31" fmla="*/ 9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61" name="Freeform 57">
                <a:extLst>
                  <a:ext uri="{FF2B5EF4-FFF2-40B4-BE49-F238E27FC236}">
                    <a16:creationId xmlns:a16="http://schemas.microsoft.com/office/drawing/2014/main" id="{4EECBC14-0F8E-F148-3822-702CC22BBC2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>
                  <a:gd name="T0" fmla="*/ 114 w 192"/>
                  <a:gd name="T1" fmla="*/ 12 h 18"/>
                  <a:gd name="T2" fmla="*/ 72 w 192"/>
                  <a:gd name="T3" fmla="*/ 6 h 18"/>
                  <a:gd name="T4" fmla="*/ 30 w 192"/>
                  <a:gd name="T5" fmla="*/ 0 h 18"/>
                  <a:gd name="T6" fmla="*/ 0 w 192"/>
                  <a:gd name="T7" fmla="*/ 0 h 18"/>
                  <a:gd name="T8" fmla="*/ 54 w 192"/>
                  <a:gd name="T9" fmla="*/ 12 h 18"/>
                  <a:gd name="T10" fmla="*/ 114 w 192"/>
                  <a:gd name="T11" fmla="*/ 18 h 18"/>
                  <a:gd name="T12" fmla="*/ 156 w 192"/>
                  <a:gd name="T13" fmla="*/ 18 h 18"/>
                  <a:gd name="T14" fmla="*/ 192 w 192"/>
                  <a:gd name="T15" fmla="*/ 12 h 18"/>
                  <a:gd name="T16" fmla="*/ 186 w 192"/>
                  <a:gd name="T17" fmla="*/ 0 h 18"/>
                  <a:gd name="T18" fmla="*/ 150 w 192"/>
                  <a:gd name="T19" fmla="*/ 6 h 18"/>
                  <a:gd name="T20" fmla="*/ 114 w 192"/>
                  <a:gd name="T21" fmla="*/ 12 h 18"/>
                  <a:gd name="T22" fmla="*/ 114 w 192"/>
                  <a:gd name="T23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62" name="Freeform 58">
                <a:extLst>
                  <a:ext uri="{FF2B5EF4-FFF2-40B4-BE49-F238E27FC236}">
                    <a16:creationId xmlns:a16="http://schemas.microsoft.com/office/drawing/2014/main" id="{44586F36-8BAA-AE1C-D1ED-CA3829A15E7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>
                  <a:gd name="T0" fmla="*/ 11 w 161"/>
                  <a:gd name="T1" fmla="*/ 114 h 186"/>
                  <a:gd name="T2" fmla="*/ 17 w 161"/>
                  <a:gd name="T3" fmla="*/ 96 h 186"/>
                  <a:gd name="T4" fmla="*/ 23 w 161"/>
                  <a:gd name="T5" fmla="*/ 78 h 186"/>
                  <a:gd name="T6" fmla="*/ 53 w 161"/>
                  <a:gd name="T7" fmla="*/ 42 h 186"/>
                  <a:gd name="T8" fmla="*/ 101 w 161"/>
                  <a:gd name="T9" fmla="*/ 18 h 186"/>
                  <a:gd name="T10" fmla="*/ 155 w 161"/>
                  <a:gd name="T11" fmla="*/ 6 h 186"/>
                  <a:gd name="T12" fmla="*/ 161 w 161"/>
                  <a:gd name="T13" fmla="*/ 0 h 186"/>
                  <a:gd name="T14" fmla="*/ 95 w 161"/>
                  <a:gd name="T15" fmla="*/ 12 h 186"/>
                  <a:gd name="T16" fmla="*/ 47 w 161"/>
                  <a:gd name="T17" fmla="*/ 36 h 186"/>
                  <a:gd name="T18" fmla="*/ 11 w 161"/>
                  <a:gd name="T19" fmla="*/ 72 h 186"/>
                  <a:gd name="T20" fmla="*/ 5 w 161"/>
                  <a:gd name="T21" fmla="*/ 90 h 186"/>
                  <a:gd name="T22" fmla="*/ 0 w 161"/>
                  <a:gd name="T23" fmla="*/ 114 h 186"/>
                  <a:gd name="T24" fmla="*/ 11 w 161"/>
                  <a:gd name="T25" fmla="*/ 150 h 186"/>
                  <a:gd name="T26" fmla="*/ 23 w 161"/>
                  <a:gd name="T27" fmla="*/ 168 h 186"/>
                  <a:gd name="T28" fmla="*/ 41 w 161"/>
                  <a:gd name="T29" fmla="*/ 186 h 186"/>
                  <a:gd name="T30" fmla="*/ 65 w 161"/>
                  <a:gd name="T31" fmla="*/ 186 h 186"/>
                  <a:gd name="T32" fmla="*/ 41 w 161"/>
                  <a:gd name="T33" fmla="*/ 168 h 186"/>
                  <a:gd name="T34" fmla="*/ 23 w 161"/>
                  <a:gd name="T35" fmla="*/ 150 h 186"/>
                  <a:gd name="T36" fmla="*/ 17 w 161"/>
                  <a:gd name="T37" fmla="*/ 132 h 186"/>
                  <a:gd name="T38" fmla="*/ 11 w 161"/>
                  <a:gd name="T39" fmla="*/ 114 h 186"/>
                  <a:gd name="T40" fmla="*/ 11 w 161"/>
                  <a:gd name="T41" fmla="*/ 114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63" name="Freeform 59">
                <a:extLst>
                  <a:ext uri="{FF2B5EF4-FFF2-40B4-BE49-F238E27FC236}">
                    <a16:creationId xmlns:a16="http://schemas.microsoft.com/office/drawing/2014/main" id="{097572DF-FD41-E9BA-FBFF-ECDB737B0EC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>
                  <a:gd name="T0" fmla="*/ 0 w 185"/>
                  <a:gd name="T1" fmla="*/ 6 h 210"/>
                  <a:gd name="T2" fmla="*/ 66 w 185"/>
                  <a:gd name="T3" fmla="*/ 12 h 210"/>
                  <a:gd name="T4" fmla="*/ 119 w 185"/>
                  <a:gd name="T5" fmla="*/ 36 h 210"/>
                  <a:gd name="T6" fmla="*/ 155 w 185"/>
                  <a:gd name="T7" fmla="*/ 72 h 210"/>
                  <a:gd name="T8" fmla="*/ 161 w 185"/>
                  <a:gd name="T9" fmla="*/ 90 h 210"/>
                  <a:gd name="T10" fmla="*/ 167 w 185"/>
                  <a:gd name="T11" fmla="*/ 114 h 210"/>
                  <a:gd name="T12" fmla="*/ 161 w 185"/>
                  <a:gd name="T13" fmla="*/ 138 h 210"/>
                  <a:gd name="T14" fmla="*/ 149 w 185"/>
                  <a:gd name="T15" fmla="*/ 162 h 210"/>
                  <a:gd name="T16" fmla="*/ 119 w 185"/>
                  <a:gd name="T17" fmla="*/ 180 h 210"/>
                  <a:gd name="T18" fmla="*/ 90 w 185"/>
                  <a:gd name="T19" fmla="*/ 198 h 210"/>
                  <a:gd name="T20" fmla="*/ 96 w 185"/>
                  <a:gd name="T21" fmla="*/ 210 h 210"/>
                  <a:gd name="T22" fmla="*/ 131 w 185"/>
                  <a:gd name="T23" fmla="*/ 192 h 210"/>
                  <a:gd name="T24" fmla="*/ 161 w 185"/>
                  <a:gd name="T25" fmla="*/ 168 h 210"/>
                  <a:gd name="T26" fmla="*/ 179 w 185"/>
                  <a:gd name="T27" fmla="*/ 144 h 210"/>
                  <a:gd name="T28" fmla="*/ 185 w 185"/>
                  <a:gd name="T29" fmla="*/ 114 h 210"/>
                  <a:gd name="T30" fmla="*/ 179 w 185"/>
                  <a:gd name="T31" fmla="*/ 90 h 210"/>
                  <a:gd name="T32" fmla="*/ 173 w 185"/>
                  <a:gd name="T33" fmla="*/ 66 h 210"/>
                  <a:gd name="T34" fmla="*/ 155 w 185"/>
                  <a:gd name="T35" fmla="*/ 48 h 210"/>
                  <a:gd name="T36" fmla="*/ 131 w 185"/>
                  <a:gd name="T37" fmla="*/ 30 h 210"/>
                  <a:gd name="T38" fmla="*/ 72 w 185"/>
                  <a:gd name="T39" fmla="*/ 6 h 210"/>
                  <a:gd name="T40" fmla="*/ 0 w 185"/>
                  <a:gd name="T41" fmla="*/ 0 h 210"/>
                  <a:gd name="T42" fmla="*/ 0 w 185"/>
                  <a:gd name="T43" fmla="*/ 6 h 210"/>
                  <a:gd name="T44" fmla="*/ 0 w 185"/>
                  <a:gd name="T45" fmla="*/ 6 h 210"/>
                  <a:gd name="T46" fmla="*/ 0 w 185"/>
                  <a:gd name="T47" fmla="*/ 6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64" name="Freeform 60">
                <a:extLst>
                  <a:ext uri="{FF2B5EF4-FFF2-40B4-BE49-F238E27FC236}">
                    <a16:creationId xmlns:a16="http://schemas.microsoft.com/office/drawing/2014/main" id="{C2BEFAB8-5350-D4CC-AA82-36CA8EEE92C0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>
                  <a:gd name="T0" fmla="*/ 150 w 299"/>
                  <a:gd name="T1" fmla="*/ 0 h 186"/>
                  <a:gd name="T2" fmla="*/ 90 w 299"/>
                  <a:gd name="T3" fmla="*/ 6 h 186"/>
                  <a:gd name="T4" fmla="*/ 42 w 299"/>
                  <a:gd name="T5" fmla="*/ 30 h 186"/>
                  <a:gd name="T6" fmla="*/ 12 w 299"/>
                  <a:gd name="T7" fmla="*/ 54 h 186"/>
                  <a:gd name="T8" fmla="*/ 6 w 299"/>
                  <a:gd name="T9" fmla="*/ 72 h 186"/>
                  <a:gd name="T10" fmla="*/ 0 w 299"/>
                  <a:gd name="T11" fmla="*/ 90 h 186"/>
                  <a:gd name="T12" fmla="*/ 6 w 299"/>
                  <a:gd name="T13" fmla="*/ 108 h 186"/>
                  <a:gd name="T14" fmla="*/ 12 w 299"/>
                  <a:gd name="T15" fmla="*/ 126 h 186"/>
                  <a:gd name="T16" fmla="*/ 42 w 299"/>
                  <a:gd name="T17" fmla="*/ 156 h 186"/>
                  <a:gd name="T18" fmla="*/ 90 w 299"/>
                  <a:gd name="T19" fmla="*/ 180 h 186"/>
                  <a:gd name="T20" fmla="*/ 150 w 299"/>
                  <a:gd name="T21" fmla="*/ 186 h 186"/>
                  <a:gd name="T22" fmla="*/ 209 w 299"/>
                  <a:gd name="T23" fmla="*/ 180 h 186"/>
                  <a:gd name="T24" fmla="*/ 257 w 299"/>
                  <a:gd name="T25" fmla="*/ 156 h 186"/>
                  <a:gd name="T26" fmla="*/ 287 w 299"/>
                  <a:gd name="T27" fmla="*/ 126 h 186"/>
                  <a:gd name="T28" fmla="*/ 299 w 299"/>
                  <a:gd name="T29" fmla="*/ 108 h 186"/>
                  <a:gd name="T30" fmla="*/ 299 w 299"/>
                  <a:gd name="T31" fmla="*/ 90 h 186"/>
                  <a:gd name="T32" fmla="*/ 299 w 299"/>
                  <a:gd name="T33" fmla="*/ 72 h 186"/>
                  <a:gd name="T34" fmla="*/ 287 w 299"/>
                  <a:gd name="T35" fmla="*/ 54 h 186"/>
                  <a:gd name="T36" fmla="*/ 257 w 299"/>
                  <a:gd name="T37" fmla="*/ 30 h 186"/>
                  <a:gd name="T38" fmla="*/ 209 w 299"/>
                  <a:gd name="T39" fmla="*/ 6 h 186"/>
                  <a:gd name="T40" fmla="*/ 150 w 299"/>
                  <a:gd name="T41" fmla="*/ 0 h 186"/>
                  <a:gd name="T42" fmla="*/ 150 w 299"/>
                  <a:gd name="T43" fmla="*/ 0 h 186"/>
                  <a:gd name="T44" fmla="*/ 150 w 299"/>
                  <a:gd name="T45" fmla="*/ 180 h 186"/>
                  <a:gd name="T46" fmla="*/ 96 w 299"/>
                  <a:gd name="T47" fmla="*/ 174 h 186"/>
                  <a:gd name="T48" fmla="*/ 48 w 299"/>
                  <a:gd name="T49" fmla="*/ 156 h 186"/>
                  <a:gd name="T50" fmla="*/ 18 w 299"/>
                  <a:gd name="T51" fmla="*/ 126 h 186"/>
                  <a:gd name="T52" fmla="*/ 12 w 299"/>
                  <a:gd name="T53" fmla="*/ 108 h 186"/>
                  <a:gd name="T54" fmla="*/ 6 w 299"/>
                  <a:gd name="T55" fmla="*/ 90 h 186"/>
                  <a:gd name="T56" fmla="*/ 12 w 299"/>
                  <a:gd name="T57" fmla="*/ 72 h 186"/>
                  <a:gd name="T58" fmla="*/ 18 w 299"/>
                  <a:gd name="T59" fmla="*/ 54 h 186"/>
                  <a:gd name="T60" fmla="*/ 48 w 299"/>
                  <a:gd name="T61" fmla="*/ 30 h 186"/>
                  <a:gd name="T62" fmla="*/ 96 w 299"/>
                  <a:gd name="T63" fmla="*/ 12 h 186"/>
                  <a:gd name="T64" fmla="*/ 150 w 299"/>
                  <a:gd name="T65" fmla="*/ 6 h 186"/>
                  <a:gd name="T66" fmla="*/ 203 w 299"/>
                  <a:gd name="T67" fmla="*/ 12 h 186"/>
                  <a:gd name="T68" fmla="*/ 251 w 299"/>
                  <a:gd name="T69" fmla="*/ 30 h 186"/>
                  <a:gd name="T70" fmla="*/ 281 w 299"/>
                  <a:gd name="T71" fmla="*/ 54 h 186"/>
                  <a:gd name="T72" fmla="*/ 293 w 299"/>
                  <a:gd name="T73" fmla="*/ 72 h 186"/>
                  <a:gd name="T74" fmla="*/ 293 w 299"/>
                  <a:gd name="T75" fmla="*/ 90 h 186"/>
                  <a:gd name="T76" fmla="*/ 293 w 299"/>
                  <a:gd name="T77" fmla="*/ 108 h 186"/>
                  <a:gd name="T78" fmla="*/ 281 w 299"/>
                  <a:gd name="T79" fmla="*/ 126 h 186"/>
                  <a:gd name="T80" fmla="*/ 251 w 299"/>
                  <a:gd name="T81" fmla="*/ 156 h 186"/>
                  <a:gd name="T82" fmla="*/ 203 w 299"/>
                  <a:gd name="T83" fmla="*/ 174 h 186"/>
                  <a:gd name="T84" fmla="*/ 150 w 299"/>
                  <a:gd name="T85" fmla="*/ 180 h 186"/>
                  <a:gd name="T86" fmla="*/ 150 w 299"/>
                  <a:gd name="T87" fmla="*/ 18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21565" name="Group 61">
                <a:extLst>
                  <a:ext uri="{FF2B5EF4-FFF2-40B4-BE49-F238E27FC236}">
                    <a16:creationId xmlns:a16="http://schemas.microsoft.com/office/drawing/2014/main" id="{F29E93F3-C0AC-388D-1206-305016A15A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21566" name="Oval 62">
                  <a:extLst>
                    <a:ext uri="{FF2B5EF4-FFF2-40B4-BE49-F238E27FC236}">
                      <a16:creationId xmlns:a16="http://schemas.microsoft.com/office/drawing/2014/main" id="{F943ED16-3B19-1441-4D80-A8959333A48F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567" name="Oval 63">
                  <a:extLst>
                    <a:ext uri="{FF2B5EF4-FFF2-40B4-BE49-F238E27FC236}">
                      <a16:creationId xmlns:a16="http://schemas.microsoft.com/office/drawing/2014/main" id="{B86AA8D0-18FD-7859-3422-C34520D7ED62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568" name="Oval 64">
                  <a:extLst>
                    <a:ext uri="{FF2B5EF4-FFF2-40B4-BE49-F238E27FC236}">
                      <a16:creationId xmlns:a16="http://schemas.microsoft.com/office/drawing/2014/main" id="{1EAD9057-4113-B450-8A52-BB434F0DB3F3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569" name="Oval 65">
                  <a:extLst>
                    <a:ext uri="{FF2B5EF4-FFF2-40B4-BE49-F238E27FC236}">
                      <a16:creationId xmlns:a16="http://schemas.microsoft.com/office/drawing/2014/main" id="{64B6C753-71AE-ABA4-E2A5-805EFA630EE0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21570" name="Rectangle 66">
            <a:extLst>
              <a:ext uri="{FF2B5EF4-FFF2-40B4-BE49-F238E27FC236}">
                <a16:creationId xmlns:a16="http://schemas.microsoft.com/office/drawing/2014/main" id="{B5E1D98D-761E-9F96-C80E-9C4641956461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21571" name="Rectangle 67">
            <a:extLst>
              <a:ext uri="{FF2B5EF4-FFF2-40B4-BE49-F238E27FC236}">
                <a16:creationId xmlns:a16="http://schemas.microsoft.com/office/drawing/2014/main" id="{F6B00469-A1A7-CDD2-C93F-237E460F7AA4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21572" name="Rectangle 68">
            <a:extLst>
              <a:ext uri="{FF2B5EF4-FFF2-40B4-BE49-F238E27FC236}">
                <a16:creationId xmlns:a16="http://schemas.microsoft.com/office/drawing/2014/main" id="{A5E0DB5D-C6AD-8504-E2B2-12A21E01EB83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21573" name="Rectangle 69">
            <a:extLst>
              <a:ext uri="{FF2B5EF4-FFF2-40B4-BE49-F238E27FC236}">
                <a16:creationId xmlns:a16="http://schemas.microsoft.com/office/drawing/2014/main" id="{3455B6BD-D8F9-7511-662C-EF1BD2BCC65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21574" name="Rectangle 70">
            <a:extLst>
              <a:ext uri="{FF2B5EF4-FFF2-40B4-BE49-F238E27FC236}">
                <a16:creationId xmlns:a16="http://schemas.microsoft.com/office/drawing/2014/main" id="{B699FEF3-4BF0-EECF-59E5-3565B7944FE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86F5F251-6C7B-414B-B074-661DB540BBF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5A5144-E066-4AA8-3678-C596CA39C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C3AA1E-E6B2-F457-9617-00560D5CA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8EC90C-323E-66A7-A41C-F8B41F618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BAE37B-6268-A665-051B-B671DB9BD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C3204E-18C5-A7E5-30E2-73A6385C1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1359A7-D97B-45E8-BDEE-9FBA99A962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6310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6CB114-6DC5-517E-4997-41F9CC4FE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3860F3-00F4-9923-02F6-AA5E7211A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602807-216F-E522-2633-C2540A60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CAFF53-65A0-9E40-E1D3-CE75ACBC2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A72771-DA04-6228-A32A-1AD3C41E6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D50F23-59AE-472C-85C8-99FD7C05DE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9993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B56131-9546-0DD3-4036-0CB0BCCCC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8E350F-7B96-7432-F253-B29C88A176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09B587-40EE-500A-88DD-E7571D5F3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348EC05-7535-EC12-2BE8-EE118A5CA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003103-73FD-6C18-7376-73FE657DF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0580AF-9B5A-07B9-FC49-307C3E70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22FA14-30ED-446B-A054-205FEFF208C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75494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F2F8D-EDEF-FC7D-0B06-47F467DEE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CD7372-6862-72EC-68EB-898A09B52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3B8A07D-664C-7788-6FDF-3A16F87AB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3E137A4-C44E-326C-AE71-811A992D6A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E96D3C9-B07A-BF3E-46BB-88A1BE7695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604EDEA-2E3D-2EF2-7059-52924157A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BF07168-64E5-A5FA-0B51-1E970BFF8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E767B14-8AC1-F3EF-EC24-7B068B331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2EE610-2CC3-44FA-A787-C4C5590A5F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77546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61930-1BFB-B317-DBBA-88C310A7E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61632A1-F5E1-095E-06BD-3920A60D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A0E3C76-0586-972E-9C98-BBC2F9A35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1132A2-0C72-8975-F0CF-C5101E412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FEFAC2-8D79-45D7-9676-2F81F516B37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1933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2139DA8-4E21-BD82-FBFD-1532B8C28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422B59E-C260-CCCF-CE17-A172FA724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5FD14F-B6A2-A761-E171-B340277DE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C20519-ACDF-4FA0-9529-310D7091A9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47120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4334C0-68A7-52A3-D3D1-67679A768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4E6AB3-CE8F-7F44-0BC0-0A9D24040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166E3E4-23BE-A5F6-07ED-B81BC862B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FB21D8-5D44-5704-DA61-6C743DE33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64F8E8-C1F0-0059-65E2-59FC5ACFC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9DFF9F-3195-50FB-19F3-06D8D3CE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F59955-1402-4247-B85C-7D62D950F4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15131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CF3708-05DA-3F56-7195-6064C9088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EC4EC77-6EEC-284B-CF11-A37E61A49D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CBA3121-52BC-2FD5-81D3-AA1DCE557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021FD5-0E73-71A9-2159-F3B74099F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4410B1-A688-BF53-2DDE-2B3EF80C7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DEAE33-CEAA-AE9C-8D00-424D35D29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4CEA66-F46B-457A-A427-E3FA7C192F7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8745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0F2D22-EFF0-6CF6-6349-1F30E4410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E31F95-C169-BA6A-11C2-B4DE88BFB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3E37EB-5793-B262-90B4-CA99CB271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C4F021-8C2F-9751-66A2-86A0AAA34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7408E2-90F9-7035-61D8-417C73CD9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3395BB-6A6D-485C-B861-0F957124A4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35519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8A8D783-D9B7-FB87-2C84-AFA7884F2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4835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1B781E-FDAD-3A87-7D5D-D93C2F4676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483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1F8185-B5C6-51BE-D464-2E23842A1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4F9A1F-11F3-A69C-77B0-42FDC76FA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85B2E8-DA44-6AFF-7D0D-19E721A43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D15246-8C1C-459B-9FE1-36F882BBCC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1751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reeform 2">
            <a:extLst>
              <a:ext uri="{FF2B5EF4-FFF2-40B4-BE49-F238E27FC236}">
                <a16:creationId xmlns:a16="http://schemas.microsoft.com/office/drawing/2014/main" id="{4ACC3D3B-7A29-2DE6-6788-5D322DD62832}"/>
              </a:ext>
            </a:extLst>
          </p:cNvPr>
          <p:cNvSpPr>
            <a:spLocks/>
          </p:cNvSpPr>
          <p:nvPr/>
        </p:nvSpPr>
        <p:spPr bwMode="hidden">
          <a:xfrm>
            <a:off x="6627813" y="6429375"/>
            <a:ext cx="285750" cy="209550"/>
          </a:xfrm>
          <a:custGeom>
            <a:avLst/>
            <a:gdLst>
              <a:gd name="T0" fmla="*/ 0 w 179"/>
              <a:gd name="T1" fmla="*/ 132 h 132"/>
              <a:gd name="T2" fmla="*/ 29 w 179"/>
              <a:gd name="T3" fmla="*/ 132 h 132"/>
              <a:gd name="T4" fmla="*/ 77 w 179"/>
              <a:gd name="T5" fmla="*/ 108 h 132"/>
              <a:gd name="T6" fmla="*/ 119 w 179"/>
              <a:gd name="T7" fmla="*/ 78 h 132"/>
              <a:gd name="T8" fmla="*/ 155 w 179"/>
              <a:gd name="T9" fmla="*/ 48 h 132"/>
              <a:gd name="T10" fmla="*/ 179 w 179"/>
              <a:gd name="T11" fmla="*/ 12 h 132"/>
              <a:gd name="T12" fmla="*/ 173 w 179"/>
              <a:gd name="T13" fmla="*/ 6 h 132"/>
              <a:gd name="T14" fmla="*/ 167 w 179"/>
              <a:gd name="T15" fmla="*/ 0 h 132"/>
              <a:gd name="T16" fmla="*/ 137 w 179"/>
              <a:gd name="T17" fmla="*/ 42 h 132"/>
              <a:gd name="T18" fmla="*/ 101 w 179"/>
              <a:gd name="T19" fmla="*/ 78 h 132"/>
              <a:gd name="T20" fmla="*/ 53 w 179"/>
              <a:gd name="T21" fmla="*/ 108 h 132"/>
              <a:gd name="T22" fmla="*/ 0 w 179"/>
              <a:gd name="T23" fmla="*/ 132 h 132"/>
              <a:gd name="T24" fmla="*/ 0 w 179"/>
              <a:gd name="T25" fmla="*/ 132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9" h="132">
                <a:moveTo>
                  <a:pt x="0" y="132"/>
                </a:moveTo>
                <a:lnTo>
                  <a:pt x="29" y="132"/>
                </a:lnTo>
                <a:lnTo>
                  <a:pt x="77" y="108"/>
                </a:lnTo>
                <a:lnTo>
                  <a:pt x="119" y="78"/>
                </a:lnTo>
                <a:lnTo>
                  <a:pt x="155" y="48"/>
                </a:lnTo>
                <a:lnTo>
                  <a:pt x="179" y="12"/>
                </a:lnTo>
                <a:lnTo>
                  <a:pt x="173" y="6"/>
                </a:lnTo>
                <a:lnTo>
                  <a:pt x="167" y="0"/>
                </a:lnTo>
                <a:lnTo>
                  <a:pt x="137" y="42"/>
                </a:lnTo>
                <a:lnTo>
                  <a:pt x="101" y="78"/>
                </a:lnTo>
                <a:lnTo>
                  <a:pt x="53" y="108"/>
                </a:lnTo>
                <a:lnTo>
                  <a:pt x="0" y="132"/>
                </a:lnTo>
                <a:lnTo>
                  <a:pt x="0" y="132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87843"/>
                  <a:invGamma/>
                </a:schemeClr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20483" name="Group 3">
            <a:extLst>
              <a:ext uri="{FF2B5EF4-FFF2-40B4-BE49-F238E27FC236}">
                <a16:creationId xmlns:a16="http://schemas.microsoft.com/office/drawing/2014/main" id="{B9B7A6EA-A192-7FA1-F3A6-6A1EFBA53B11}"/>
              </a:ext>
            </a:extLst>
          </p:cNvPr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20484" name="Freeform 4">
              <a:extLst>
                <a:ext uri="{FF2B5EF4-FFF2-40B4-BE49-F238E27FC236}">
                  <a16:creationId xmlns:a16="http://schemas.microsoft.com/office/drawing/2014/main" id="{7AB675EE-ED7F-F859-68A2-B51470D4129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>
                <a:gd name="T0" fmla="*/ 5740 w 5740"/>
                <a:gd name="T1" fmla="*/ 4316 h 4316"/>
                <a:gd name="T2" fmla="*/ 0 w 5740"/>
                <a:gd name="T3" fmla="*/ 4316 h 4316"/>
                <a:gd name="T4" fmla="*/ 0 w 5740"/>
                <a:gd name="T5" fmla="*/ 0 h 4316"/>
                <a:gd name="T6" fmla="*/ 5740 w 5740"/>
                <a:gd name="T7" fmla="*/ 0 h 4316"/>
                <a:gd name="T8" fmla="*/ 5740 w 5740"/>
                <a:gd name="T9" fmla="*/ 4316 h 4316"/>
                <a:gd name="T10" fmla="*/ 5740 w 5740"/>
                <a:gd name="T11" fmla="*/ 4316 h 4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20485" name="Group 5">
              <a:extLst>
                <a:ext uri="{FF2B5EF4-FFF2-40B4-BE49-F238E27FC236}">
                  <a16:creationId xmlns:a16="http://schemas.microsoft.com/office/drawing/2014/main" id="{BC9E68F9-1A78-856E-4D6E-6ACE7397FB4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528" y="3715"/>
              <a:ext cx="792" cy="521"/>
              <a:chOff x="3527" y="3715"/>
              <a:chExt cx="792" cy="521"/>
            </a:xfrm>
          </p:grpSpPr>
          <p:sp>
            <p:nvSpPr>
              <p:cNvPr id="20486" name="Oval 6">
                <a:extLst>
                  <a:ext uri="{FF2B5EF4-FFF2-40B4-BE49-F238E27FC236}">
                    <a16:creationId xmlns:a16="http://schemas.microsoft.com/office/drawing/2014/main" id="{606ECBB1-71C3-EAAB-635D-2BC5912CF244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87" name="Oval 7">
                <a:extLst>
                  <a:ext uri="{FF2B5EF4-FFF2-40B4-BE49-F238E27FC236}">
                    <a16:creationId xmlns:a16="http://schemas.microsoft.com/office/drawing/2014/main" id="{63BC7DA2-AA5C-24C5-0682-591E3BAFC2A9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88" name="Oval 8">
                <a:extLst>
                  <a:ext uri="{FF2B5EF4-FFF2-40B4-BE49-F238E27FC236}">
                    <a16:creationId xmlns:a16="http://schemas.microsoft.com/office/drawing/2014/main" id="{CD28F732-3F42-7A4B-80E4-3DCEDE46CE37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89" name="Oval 9">
                <a:extLst>
                  <a:ext uri="{FF2B5EF4-FFF2-40B4-BE49-F238E27FC236}">
                    <a16:creationId xmlns:a16="http://schemas.microsoft.com/office/drawing/2014/main" id="{EAF44ED9-EBAE-BE4A-6E19-593113023534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90" name="Oval 10">
                <a:extLst>
                  <a:ext uri="{FF2B5EF4-FFF2-40B4-BE49-F238E27FC236}">
                    <a16:creationId xmlns:a16="http://schemas.microsoft.com/office/drawing/2014/main" id="{11EF435E-9617-C574-4AE9-596A21EE07AB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91" name="Freeform 11">
                <a:extLst>
                  <a:ext uri="{FF2B5EF4-FFF2-40B4-BE49-F238E27FC236}">
                    <a16:creationId xmlns:a16="http://schemas.microsoft.com/office/drawing/2014/main" id="{DD823C0A-D4B6-2F22-7CF6-229B200619D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>
                  <a:gd name="T0" fmla="*/ 376 w 382"/>
                  <a:gd name="T1" fmla="*/ 12 h 161"/>
                  <a:gd name="T2" fmla="*/ 257 w 382"/>
                  <a:gd name="T3" fmla="*/ 24 h 161"/>
                  <a:gd name="T4" fmla="*/ 149 w 382"/>
                  <a:gd name="T5" fmla="*/ 54 h 161"/>
                  <a:gd name="T6" fmla="*/ 101 w 382"/>
                  <a:gd name="T7" fmla="*/ 77 h 161"/>
                  <a:gd name="T8" fmla="*/ 59 w 382"/>
                  <a:gd name="T9" fmla="*/ 101 h 161"/>
                  <a:gd name="T10" fmla="*/ 24 w 382"/>
                  <a:gd name="T11" fmla="*/ 131 h 161"/>
                  <a:gd name="T12" fmla="*/ 0 w 382"/>
                  <a:gd name="T13" fmla="*/ 161 h 161"/>
                  <a:gd name="T14" fmla="*/ 0 w 382"/>
                  <a:gd name="T15" fmla="*/ 137 h 161"/>
                  <a:gd name="T16" fmla="*/ 29 w 382"/>
                  <a:gd name="T17" fmla="*/ 107 h 161"/>
                  <a:gd name="T18" fmla="*/ 65 w 382"/>
                  <a:gd name="T19" fmla="*/ 83 h 161"/>
                  <a:gd name="T20" fmla="*/ 155 w 382"/>
                  <a:gd name="T21" fmla="*/ 36 h 161"/>
                  <a:gd name="T22" fmla="*/ 257 w 382"/>
                  <a:gd name="T23" fmla="*/ 12 h 161"/>
                  <a:gd name="T24" fmla="*/ 376 w 382"/>
                  <a:gd name="T25" fmla="*/ 0 h 161"/>
                  <a:gd name="T26" fmla="*/ 376 w 382"/>
                  <a:gd name="T27" fmla="*/ 0 h 161"/>
                  <a:gd name="T28" fmla="*/ 382 w 382"/>
                  <a:gd name="T29" fmla="*/ 0 h 161"/>
                  <a:gd name="T30" fmla="*/ 382 w 382"/>
                  <a:gd name="T31" fmla="*/ 12 h 161"/>
                  <a:gd name="T32" fmla="*/ 376 w 382"/>
                  <a:gd name="T33" fmla="*/ 12 h 161"/>
                  <a:gd name="T34" fmla="*/ 376 w 382"/>
                  <a:gd name="T35" fmla="*/ 12 h 161"/>
                  <a:gd name="T36" fmla="*/ 376 w 382"/>
                  <a:gd name="T37" fmla="*/ 12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92" name="Freeform 12">
                <a:extLst>
                  <a:ext uri="{FF2B5EF4-FFF2-40B4-BE49-F238E27FC236}">
                    <a16:creationId xmlns:a16="http://schemas.microsoft.com/office/drawing/2014/main" id="{E24EA5F0-505C-2A61-8A47-EF1DDC09026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>
                  <a:gd name="T0" fmla="*/ 257 w 443"/>
                  <a:gd name="T1" fmla="*/ 54 h 66"/>
                  <a:gd name="T2" fmla="*/ 353 w 443"/>
                  <a:gd name="T3" fmla="*/ 48 h 66"/>
                  <a:gd name="T4" fmla="*/ 443 w 443"/>
                  <a:gd name="T5" fmla="*/ 24 h 66"/>
                  <a:gd name="T6" fmla="*/ 443 w 443"/>
                  <a:gd name="T7" fmla="*/ 36 h 66"/>
                  <a:gd name="T8" fmla="*/ 353 w 443"/>
                  <a:gd name="T9" fmla="*/ 60 h 66"/>
                  <a:gd name="T10" fmla="*/ 257 w 443"/>
                  <a:gd name="T11" fmla="*/ 66 h 66"/>
                  <a:gd name="T12" fmla="*/ 186 w 443"/>
                  <a:gd name="T13" fmla="*/ 60 h 66"/>
                  <a:gd name="T14" fmla="*/ 120 w 443"/>
                  <a:gd name="T15" fmla="*/ 48 h 66"/>
                  <a:gd name="T16" fmla="*/ 60 w 443"/>
                  <a:gd name="T17" fmla="*/ 36 h 66"/>
                  <a:gd name="T18" fmla="*/ 0 w 443"/>
                  <a:gd name="T19" fmla="*/ 12 h 66"/>
                  <a:gd name="T20" fmla="*/ 0 w 443"/>
                  <a:gd name="T21" fmla="*/ 0 h 66"/>
                  <a:gd name="T22" fmla="*/ 54 w 443"/>
                  <a:gd name="T23" fmla="*/ 24 h 66"/>
                  <a:gd name="T24" fmla="*/ 120 w 443"/>
                  <a:gd name="T25" fmla="*/ 36 h 66"/>
                  <a:gd name="T26" fmla="*/ 186 w 443"/>
                  <a:gd name="T27" fmla="*/ 48 h 66"/>
                  <a:gd name="T28" fmla="*/ 257 w 443"/>
                  <a:gd name="T29" fmla="*/ 54 h 66"/>
                  <a:gd name="T30" fmla="*/ 257 w 443"/>
                  <a:gd name="T31" fmla="*/ 5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84706"/>
                      <a:invGamma/>
                    </a:schemeClr>
                  </a:gs>
                  <a:gs pos="100000">
                    <a:schemeClr val="accent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93" name="Freeform 13">
                <a:extLst>
                  <a:ext uri="{FF2B5EF4-FFF2-40B4-BE49-F238E27FC236}">
                    <a16:creationId xmlns:a16="http://schemas.microsoft.com/office/drawing/2014/main" id="{F62FAB6B-7186-D470-3A1C-D6477070E4E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>
                  <a:gd name="T0" fmla="*/ 12 w 89"/>
                  <a:gd name="T1" fmla="*/ 66 h 216"/>
                  <a:gd name="T2" fmla="*/ 18 w 89"/>
                  <a:gd name="T3" fmla="*/ 108 h 216"/>
                  <a:gd name="T4" fmla="*/ 36 w 89"/>
                  <a:gd name="T5" fmla="*/ 144 h 216"/>
                  <a:gd name="T6" fmla="*/ 60 w 89"/>
                  <a:gd name="T7" fmla="*/ 180 h 216"/>
                  <a:gd name="T8" fmla="*/ 89 w 89"/>
                  <a:gd name="T9" fmla="*/ 216 h 216"/>
                  <a:gd name="T10" fmla="*/ 72 w 89"/>
                  <a:gd name="T11" fmla="*/ 216 h 216"/>
                  <a:gd name="T12" fmla="*/ 42 w 89"/>
                  <a:gd name="T13" fmla="*/ 180 h 216"/>
                  <a:gd name="T14" fmla="*/ 18 w 89"/>
                  <a:gd name="T15" fmla="*/ 144 h 216"/>
                  <a:gd name="T16" fmla="*/ 6 w 89"/>
                  <a:gd name="T17" fmla="*/ 108 h 216"/>
                  <a:gd name="T18" fmla="*/ 0 w 89"/>
                  <a:gd name="T19" fmla="*/ 66 h 216"/>
                  <a:gd name="T20" fmla="*/ 0 w 89"/>
                  <a:gd name="T21" fmla="*/ 30 h 216"/>
                  <a:gd name="T22" fmla="*/ 12 w 89"/>
                  <a:gd name="T23" fmla="*/ 0 h 216"/>
                  <a:gd name="T24" fmla="*/ 30 w 89"/>
                  <a:gd name="T25" fmla="*/ 0 h 216"/>
                  <a:gd name="T26" fmla="*/ 18 w 89"/>
                  <a:gd name="T27" fmla="*/ 30 h 216"/>
                  <a:gd name="T28" fmla="*/ 12 w 89"/>
                  <a:gd name="T29" fmla="*/ 66 h 216"/>
                  <a:gd name="T30" fmla="*/ 12 w 89"/>
                  <a:gd name="T31" fmla="*/ 6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94" name="Freeform 14">
                <a:extLst>
                  <a:ext uri="{FF2B5EF4-FFF2-40B4-BE49-F238E27FC236}">
                    <a16:creationId xmlns:a16="http://schemas.microsoft.com/office/drawing/2014/main" id="{736C6BF9-6CE8-56CF-FE15-5E9C35FDEA1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>
                  <a:gd name="T0" fmla="*/ 382 w 747"/>
                  <a:gd name="T1" fmla="*/ 443 h 461"/>
                  <a:gd name="T2" fmla="*/ 311 w 747"/>
                  <a:gd name="T3" fmla="*/ 437 h 461"/>
                  <a:gd name="T4" fmla="*/ 245 w 747"/>
                  <a:gd name="T5" fmla="*/ 425 h 461"/>
                  <a:gd name="T6" fmla="*/ 185 w 747"/>
                  <a:gd name="T7" fmla="*/ 407 h 461"/>
                  <a:gd name="T8" fmla="*/ 131 w 747"/>
                  <a:gd name="T9" fmla="*/ 383 h 461"/>
                  <a:gd name="T10" fmla="*/ 83 w 747"/>
                  <a:gd name="T11" fmla="*/ 347 h 461"/>
                  <a:gd name="T12" fmla="*/ 53 w 747"/>
                  <a:gd name="T13" fmla="*/ 311 h 461"/>
                  <a:gd name="T14" fmla="*/ 30 w 747"/>
                  <a:gd name="T15" fmla="*/ 269 h 461"/>
                  <a:gd name="T16" fmla="*/ 24 w 747"/>
                  <a:gd name="T17" fmla="*/ 227 h 461"/>
                  <a:gd name="T18" fmla="*/ 30 w 747"/>
                  <a:gd name="T19" fmla="*/ 185 h 461"/>
                  <a:gd name="T20" fmla="*/ 53 w 747"/>
                  <a:gd name="T21" fmla="*/ 143 h 461"/>
                  <a:gd name="T22" fmla="*/ 83 w 747"/>
                  <a:gd name="T23" fmla="*/ 107 h 461"/>
                  <a:gd name="T24" fmla="*/ 131 w 747"/>
                  <a:gd name="T25" fmla="*/ 77 h 461"/>
                  <a:gd name="T26" fmla="*/ 185 w 747"/>
                  <a:gd name="T27" fmla="*/ 47 h 461"/>
                  <a:gd name="T28" fmla="*/ 245 w 747"/>
                  <a:gd name="T29" fmla="*/ 30 h 461"/>
                  <a:gd name="T30" fmla="*/ 311 w 747"/>
                  <a:gd name="T31" fmla="*/ 18 h 461"/>
                  <a:gd name="T32" fmla="*/ 382 w 747"/>
                  <a:gd name="T33" fmla="*/ 12 h 461"/>
                  <a:gd name="T34" fmla="*/ 478 w 747"/>
                  <a:gd name="T35" fmla="*/ 18 h 461"/>
                  <a:gd name="T36" fmla="*/ 562 w 747"/>
                  <a:gd name="T37" fmla="*/ 41 h 461"/>
                  <a:gd name="T38" fmla="*/ 562 w 747"/>
                  <a:gd name="T39" fmla="*/ 36 h 461"/>
                  <a:gd name="T40" fmla="*/ 562 w 747"/>
                  <a:gd name="T41" fmla="*/ 30 h 461"/>
                  <a:gd name="T42" fmla="*/ 478 w 747"/>
                  <a:gd name="T43" fmla="*/ 6 h 461"/>
                  <a:gd name="T44" fmla="*/ 382 w 747"/>
                  <a:gd name="T45" fmla="*/ 0 h 461"/>
                  <a:gd name="T46" fmla="*/ 305 w 747"/>
                  <a:gd name="T47" fmla="*/ 6 h 461"/>
                  <a:gd name="T48" fmla="*/ 233 w 747"/>
                  <a:gd name="T49" fmla="*/ 18 h 461"/>
                  <a:gd name="T50" fmla="*/ 167 w 747"/>
                  <a:gd name="T51" fmla="*/ 41 h 461"/>
                  <a:gd name="T52" fmla="*/ 113 w 747"/>
                  <a:gd name="T53" fmla="*/ 65 h 461"/>
                  <a:gd name="T54" fmla="*/ 65 w 747"/>
                  <a:gd name="T55" fmla="*/ 101 h 461"/>
                  <a:gd name="T56" fmla="*/ 30 w 747"/>
                  <a:gd name="T57" fmla="*/ 137 h 461"/>
                  <a:gd name="T58" fmla="*/ 6 w 747"/>
                  <a:gd name="T59" fmla="*/ 179 h 461"/>
                  <a:gd name="T60" fmla="*/ 0 w 747"/>
                  <a:gd name="T61" fmla="*/ 227 h 461"/>
                  <a:gd name="T62" fmla="*/ 6 w 747"/>
                  <a:gd name="T63" fmla="*/ 275 h 461"/>
                  <a:gd name="T64" fmla="*/ 30 w 747"/>
                  <a:gd name="T65" fmla="*/ 317 h 461"/>
                  <a:gd name="T66" fmla="*/ 65 w 747"/>
                  <a:gd name="T67" fmla="*/ 359 h 461"/>
                  <a:gd name="T68" fmla="*/ 113 w 747"/>
                  <a:gd name="T69" fmla="*/ 395 h 461"/>
                  <a:gd name="T70" fmla="*/ 167 w 747"/>
                  <a:gd name="T71" fmla="*/ 419 h 461"/>
                  <a:gd name="T72" fmla="*/ 233 w 747"/>
                  <a:gd name="T73" fmla="*/ 443 h 461"/>
                  <a:gd name="T74" fmla="*/ 305 w 747"/>
                  <a:gd name="T75" fmla="*/ 455 h 461"/>
                  <a:gd name="T76" fmla="*/ 382 w 747"/>
                  <a:gd name="T77" fmla="*/ 461 h 461"/>
                  <a:gd name="T78" fmla="*/ 448 w 747"/>
                  <a:gd name="T79" fmla="*/ 455 h 461"/>
                  <a:gd name="T80" fmla="*/ 508 w 747"/>
                  <a:gd name="T81" fmla="*/ 449 h 461"/>
                  <a:gd name="T82" fmla="*/ 609 w 747"/>
                  <a:gd name="T83" fmla="*/ 413 h 461"/>
                  <a:gd name="T84" fmla="*/ 657 w 747"/>
                  <a:gd name="T85" fmla="*/ 389 h 461"/>
                  <a:gd name="T86" fmla="*/ 693 w 747"/>
                  <a:gd name="T87" fmla="*/ 359 h 461"/>
                  <a:gd name="T88" fmla="*/ 723 w 747"/>
                  <a:gd name="T89" fmla="*/ 329 h 461"/>
                  <a:gd name="T90" fmla="*/ 747 w 747"/>
                  <a:gd name="T91" fmla="*/ 293 h 461"/>
                  <a:gd name="T92" fmla="*/ 741 w 747"/>
                  <a:gd name="T93" fmla="*/ 287 h 461"/>
                  <a:gd name="T94" fmla="*/ 729 w 747"/>
                  <a:gd name="T95" fmla="*/ 281 h 461"/>
                  <a:gd name="T96" fmla="*/ 711 w 747"/>
                  <a:gd name="T97" fmla="*/ 317 h 461"/>
                  <a:gd name="T98" fmla="*/ 681 w 747"/>
                  <a:gd name="T99" fmla="*/ 347 h 461"/>
                  <a:gd name="T100" fmla="*/ 645 w 747"/>
                  <a:gd name="T101" fmla="*/ 377 h 461"/>
                  <a:gd name="T102" fmla="*/ 604 w 747"/>
                  <a:gd name="T103" fmla="*/ 401 h 461"/>
                  <a:gd name="T104" fmla="*/ 502 w 747"/>
                  <a:gd name="T105" fmla="*/ 431 h 461"/>
                  <a:gd name="T106" fmla="*/ 442 w 747"/>
                  <a:gd name="T107" fmla="*/ 443 h 461"/>
                  <a:gd name="T108" fmla="*/ 382 w 747"/>
                  <a:gd name="T109" fmla="*/ 443 h 461"/>
                  <a:gd name="T110" fmla="*/ 382 w 747"/>
                  <a:gd name="T111" fmla="*/ 443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95" name="Freeform 15">
                <a:extLst>
                  <a:ext uri="{FF2B5EF4-FFF2-40B4-BE49-F238E27FC236}">
                    <a16:creationId xmlns:a16="http://schemas.microsoft.com/office/drawing/2014/main" id="{DCF3D8DD-39EE-E084-66CF-C96D4AEDB7E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>
                  <a:gd name="T0" fmla="*/ 0 w 96"/>
                  <a:gd name="T1" fmla="*/ 0 h 30"/>
                  <a:gd name="T2" fmla="*/ 0 w 96"/>
                  <a:gd name="T3" fmla="*/ 12 h 30"/>
                  <a:gd name="T4" fmla="*/ 48 w 96"/>
                  <a:gd name="T5" fmla="*/ 18 h 30"/>
                  <a:gd name="T6" fmla="*/ 96 w 96"/>
                  <a:gd name="T7" fmla="*/ 30 h 30"/>
                  <a:gd name="T8" fmla="*/ 96 w 96"/>
                  <a:gd name="T9" fmla="*/ 24 h 30"/>
                  <a:gd name="T10" fmla="*/ 96 w 96"/>
                  <a:gd name="T11" fmla="*/ 18 h 30"/>
                  <a:gd name="T12" fmla="*/ 48 w 96"/>
                  <a:gd name="T13" fmla="*/ 12 h 30"/>
                  <a:gd name="T14" fmla="*/ 0 w 96"/>
                  <a:gd name="T15" fmla="*/ 0 h 30"/>
                  <a:gd name="T16" fmla="*/ 0 w 96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96" name="Oval 16">
                <a:extLst>
                  <a:ext uri="{FF2B5EF4-FFF2-40B4-BE49-F238E27FC236}">
                    <a16:creationId xmlns:a16="http://schemas.microsoft.com/office/drawing/2014/main" id="{502E3431-9EC1-2F85-F497-97C3BA3304E9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0497" name="Group 17">
              <a:extLst>
                <a:ext uri="{FF2B5EF4-FFF2-40B4-BE49-F238E27FC236}">
                  <a16:creationId xmlns:a16="http://schemas.microsoft.com/office/drawing/2014/main" id="{92C900C7-51C5-8BD4-4A1A-DE203E94C75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76" y="3631"/>
              <a:ext cx="1626" cy="683"/>
              <a:chOff x="1776" y="3631"/>
              <a:chExt cx="1626" cy="683"/>
            </a:xfrm>
          </p:grpSpPr>
          <p:sp>
            <p:nvSpPr>
              <p:cNvPr id="20498" name="Oval 18">
                <a:extLst>
                  <a:ext uri="{FF2B5EF4-FFF2-40B4-BE49-F238E27FC236}">
                    <a16:creationId xmlns:a16="http://schemas.microsoft.com/office/drawing/2014/main" id="{ABA65453-3DED-892E-8932-B77270FF30C1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268" y="3934"/>
                <a:ext cx="638" cy="3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99" name="Oval 19">
                <a:extLst>
                  <a:ext uri="{FF2B5EF4-FFF2-40B4-BE49-F238E27FC236}">
                    <a16:creationId xmlns:a16="http://schemas.microsoft.com/office/drawing/2014/main" id="{3590FAD1-7132-3626-8D52-C0DC9672C8CB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14" y="3958"/>
                <a:ext cx="543" cy="332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00" name="Oval 20">
                <a:extLst>
                  <a:ext uri="{FF2B5EF4-FFF2-40B4-BE49-F238E27FC236}">
                    <a16:creationId xmlns:a16="http://schemas.microsoft.com/office/drawing/2014/main" id="{672F3D7D-8457-14AC-1592-DB671CEBA4E2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41" y="3979"/>
                <a:ext cx="501" cy="29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01" name="Oval 21">
                <a:extLst>
                  <a:ext uri="{FF2B5EF4-FFF2-40B4-BE49-F238E27FC236}">
                    <a16:creationId xmlns:a16="http://schemas.microsoft.com/office/drawing/2014/main" id="{80F2BE99-C7C0-04EC-10F6-5B30CE83C7E3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68" y="3997"/>
                <a:ext cx="444" cy="258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02" name="Oval 22">
                <a:extLst>
                  <a:ext uri="{FF2B5EF4-FFF2-40B4-BE49-F238E27FC236}">
                    <a16:creationId xmlns:a16="http://schemas.microsoft.com/office/drawing/2014/main" id="{4DB638AB-6CC6-C268-48DE-543AB194EE26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85" y="4005"/>
                <a:ext cx="413" cy="240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03" name="Oval 23">
                <a:extLst>
                  <a:ext uri="{FF2B5EF4-FFF2-40B4-BE49-F238E27FC236}">
                    <a16:creationId xmlns:a16="http://schemas.microsoft.com/office/drawing/2014/main" id="{8E60D11A-5D54-A1BA-B0F5-A92F5D95CC9D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437" y="4026"/>
                <a:ext cx="306" cy="192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04" name="Oval 24">
                <a:extLst>
                  <a:ext uri="{FF2B5EF4-FFF2-40B4-BE49-F238E27FC236}">
                    <a16:creationId xmlns:a16="http://schemas.microsoft.com/office/drawing/2014/main" id="{C162C323-54CF-519F-06EA-5A473478E585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476" y="4056"/>
                <a:ext cx="227" cy="135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05" name="Oval 25">
                <a:extLst>
                  <a:ext uri="{FF2B5EF4-FFF2-40B4-BE49-F238E27FC236}">
                    <a16:creationId xmlns:a16="http://schemas.microsoft.com/office/drawing/2014/main" id="{87185058-93BF-159E-1F7B-C53E377910D3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542" y="4097"/>
                <a:ext cx="90" cy="60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06" name="Freeform 26">
                <a:extLst>
                  <a:ext uri="{FF2B5EF4-FFF2-40B4-BE49-F238E27FC236}">
                    <a16:creationId xmlns:a16="http://schemas.microsoft.com/office/drawing/2014/main" id="{9154EDEC-2575-A477-E826-9DC6ECF59A6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>
                  <a:gd name="T0" fmla="*/ 6 w 448"/>
                  <a:gd name="T1" fmla="*/ 6 h 186"/>
                  <a:gd name="T2" fmla="*/ 78 w 448"/>
                  <a:gd name="T3" fmla="*/ 12 h 186"/>
                  <a:gd name="T4" fmla="*/ 150 w 448"/>
                  <a:gd name="T5" fmla="*/ 18 h 186"/>
                  <a:gd name="T6" fmla="*/ 215 w 448"/>
                  <a:gd name="T7" fmla="*/ 36 h 186"/>
                  <a:gd name="T8" fmla="*/ 275 w 448"/>
                  <a:gd name="T9" fmla="*/ 60 h 186"/>
                  <a:gd name="T10" fmla="*/ 329 w 448"/>
                  <a:gd name="T11" fmla="*/ 84 h 186"/>
                  <a:gd name="T12" fmla="*/ 377 w 448"/>
                  <a:gd name="T13" fmla="*/ 114 h 186"/>
                  <a:gd name="T14" fmla="*/ 419 w 448"/>
                  <a:gd name="T15" fmla="*/ 150 h 186"/>
                  <a:gd name="T16" fmla="*/ 448 w 448"/>
                  <a:gd name="T17" fmla="*/ 186 h 186"/>
                  <a:gd name="T18" fmla="*/ 448 w 448"/>
                  <a:gd name="T19" fmla="*/ 162 h 186"/>
                  <a:gd name="T20" fmla="*/ 413 w 448"/>
                  <a:gd name="T21" fmla="*/ 126 h 186"/>
                  <a:gd name="T22" fmla="*/ 371 w 448"/>
                  <a:gd name="T23" fmla="*/ 96 h 186"/>
                  <a:gd name="T24" fmla="*/ 323 w 448"/>
                  <a:gd name="T25" fmla="*/ 66 h 186"/>
                  <a:gd name="T26" fmla="*/ 269 w 448"/>
                  <a:gd name="T27" fmla="*/ 48 h 186"/>
                  <a:gd name="T28" fmla="*/ 144 w 448"/>
                  <a:gd name="T29" fmla="*/ 12 h 186"/>
                  <a:gd name="T30" fmla="*/ 78 w 448"/>
                  <a:gd name="T31" fmla="*/ 6 h 186"/>
                  <a:gd name="T32" fmla="*/ 6 w 448"/>
                  <a:gd name="T33" fmla="*/ 0 h 186"/>
                  <a:gd name="T34" fmla="*/ 0 w 448"/>
                  <a:gd name="T35" fmla="*/ 0 h 186"/>
                  <a:gd name="T36" fmla="*/ 0 w 448"/>
                  <a:gd name="T37" fmla="*/ 0 h 186"/>
                  <a:gd name="T38" fmla="*/ 0 w 448"/>
                  <a:gd name="T39" fmla="*/ 6 h 186"/>
                  <a:gd name="T40" fmla="*/ 0 w 448"/>
                  <a:gd name="T41" fmla="*/ 6 h 186"/>
                  <a:gd name="T42" fmla="*/ 6 w 448"/>
                  <a:gd name="T43" fmla="*/ 6 h 186"/>
                  <a:gd name="T44" fmla="*/ 6 w 448"/>
                  <a:gd name="T45" fmla="*/ 6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07" name="Freeform 27">
                <a:extLst>
                  <a:ext uri="{FF2B5EF4-FFF2-40B4-BE49-F238E27FC236}">
                    <a16:creationId xmlns:a16="http://schemas.microsoft.com/office/drawing/2014/main" id="{CFA14EBA-B960-B3CF-F633-36E6DE2DE3F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>
                  <a:gd name="T0" fmla="*/ 23 w 890"/>
                  <a:gd name="T1" fmla="*/ 276 h 462"/>
                  <a:gd name="T2" fmla="*/ 29 w 890"/>
                  <a:gd name="T3" fmla="*/ 222 h 462"/>
                  <a:gd name="T4" fmla="*/ 59 w 890"/>
                  <a:gd name="T5" fmla="*/ 174 h 462"/>
                  <a:gd name="T6" fmla="*/ 95 w 890"/>
                  <a:gd name="T7" fmla="*/ 132 h 462"/>
                  <a:gd name="T8" fmla="*/ 149 w 890"/>
                  <a:gd name="T9" fmla="*/ 96 h 462"/>
                  <a:gd name="T10" fmla="*/ 209 w 890"/>
                  <a:gd name="T11" fmla="*/ 60 h 462"/>
                  <a:gd name="T12" fmla="*/ 281 w 890"/>
                  <a:gd name="T13" fmla="*/ 36 h 462"/>
                  <a:gd name="T14" fmla="*/ 364 w 890"/>
                  <a:gd name="T15" fmla="*/ 24 h 462"/>
                  <a:gd name="T16" fmla="*/ 448 w 890"/>
                  <a:gd name="T17" fmla="*/ 18 h 462"/>
                  <a:gd name="T18" fmla="*/ 532 w 890"/>
                  <a:gd name="T19" fmla="*/ 24 h 462"/>
                  <a:gd name="T20" fmla="*/ 609 w 890"/>
                  <a:gd name="T21" fmla="*/ 36 h 462"/>
                  <a:gd name="T22" fmla="*/ 681 w 890"/>
                  <a:gd name="T23" fmla="*/ 60 h 462"/>
                  <a:gd name="T24" fmla="*/ 741 w 890"/>
                  <a:gd name="T25" fmla="*/ 96 h 462"/>
                  <a:gd name="T26" fmla="*/ 795 w 890"/>
                  <a:gd name="T27" fmla="*/ 132 h 462"/>
                  <a:gd name="T28" fmla="*/ 831 w 890"/>
                  <a:gd name="T29" fmla="*/ 174 h 462"/>
                  <a:gd name="T30" fmla="*/ 861 w 890"/>
                  <a:gd name="T31" fmla="*/ 222 h 462"/>
                  <a:gd name="T32" fmla="*/ 867 w 890"/>
                  <a:gd name="T33" fmla="*/ 276 h 462"/>
                  <a:gd name="T34" fmla="*/ 855 w 890"/>
                  <a:gd name="T35" fmla="*/ 330 h 462"/>
                  <a:gd name="T36" fmla="*/ 831 w 890"/>
                  <a:gd name="T37" fmla="*/ 378 h 462"/>
                  <a:gd name="T38" fmla="*/ 783 w 890"/>
                  <a:gd name="T39" fmla="*/ 426 h 462"/>
                  <a:gd name="T40" fmla="*/ 723 w 890"/>
                  <a:gd name="T41" fmla="*/ 462 h 462"/>
                  <a:gd name="T42" fmla="*/ 765 w 890"/>
                  <a:gd name="T43" fmla="*/ 462 h 462"/>
                  <a:gd name="T44" fmla="*/ 819 w 890"/>
                  <a:gd name="T45" fmla="*/ 426 h 462"/>
                  <a:gd name="T46" fmla="*/ 855 w 890"/>
                  <a:gd name="T47" fmla="*/ 378 h 462"/>
                  <a:gd name="T48" fmla="*/ 884 w 890"/>
                  <a:gd name="T49" fmla="*/ 330 h 462"/>
                  <a:gd name="T50" fmla="*/ 890 w 890"/>
                  <a:gd name="T51" fmla="*/ 276 h 462"/>
                  <a:gd name="T52" fmla="*/ 884 w 890"/>
                  <a:gd name="T53" fmla="*/ 222 h 462"/>
                  <a:gd name="T54" fmla="*/ 855 w 890"/>
                  <a:gd name="T55" fmla="*/ 168 h 462"/>
                  <a:gd name="T56" fmla="*/ 813 w 890"/>
                  <a:gd name="T57" fmla="*/ 120 h 462"/>
                  <a:gd name="T58" fmla="*/ 759 w 890"/>
                  <a:gd name="T59" fmla="*/ 84 h 462"/>
                  <a:gd name="T60" fmla="*/ 693 w 890"/>
                  <a:gd name="T61" fmla="*/ 48 h 462"/>
                  <a:gd name="T62" fmla="*/ 621 w 890"/>
                  <a:gd name="T63" fmla="*/ 24 h 462"/>
                  <a:gd name="T64" fmla="*/ 538 w 890"/>
                  <a:gd name="T65" fmla="*/ 6 h 462"/>
                  <a:gd name="T66" fmla="*/ 448 w 890"/>
                  <a:gd name="T67" fmla="*/ 0 h 462"/>
                  <a:gd name="T68" fmla="*/ 358 w 890"/>
                  <a:gd name="T69" fmla="*/ 6 h 462"/>
                  <a:gd name="T70" fmla="*/ 275 w 890"/>
                  <a:gd name="T71" fmla="*/ 24 h 462"/>
                  <a:gd name="T72" fmla="*/ 197 w 890"/>
                  <a:gd name="T73" fmla="*/ 48 h 462"/>
                  <a:gd name="T74" fmla="*/ 131 w 890"/>
                  <a:gd name="T75" fmla="*/ 84 h 462"/>
                  <a:gd name="T76" fmla="*/ 77 w 890"/>
                  <a:gd name="T77" fmla="*/ 120 h 462"/>
                  <a:gd name="T78" fmla="*/ 35 w 890"/>
                  <a:gd name="T79" fmla="*/ 168 h 462"/>
                  <a:gd name="T80" fmla="*/ 12 w 890"/>
                  <a:gd name="T81" fmla="*/ 222 h 462"/>
                  <a:gd name="T82" fmla="*/ 0 w 890"/>
                  <a:gd name="T83" fmla="*/ 276 h 462"/>
                  <a:gd name="T84" fmla="*/ 6 w 890"/>
                  <a:gd name="T85" fmla="*/ 330 h 462"/>
                  <a:gd name="T86" fmla="*/ 35 w 890"/>
                  <a:gd name="T87" fmla="*/ 378 h 462"/>
                  <a:gd name="T88" fmla="*/ 71 w 890"/>
                  <a:gd name="T89" fmla="*/ 426 h 462"/>
                  <a:gd name="T90" fmla="*/ 125 w 890"/>
                  <a:gd name="T91" fmla="*/ 462 h 462"/>
                  <a:gd name="T92" fmla="*/ 167 w 890"/>
                  <a:gd name="T93" fmla="*/ 462 h 462"/>
                  <a:gd name="T94" fmla="*/ 107 w 890"/>
                  <a:gd name="T95" fmla="*/ 426 h 462"/>
                  <a:gd name="T96" fmla="*/ 59 w 890"/>
                  <a:gd name="T97" fmla="*/ 378 h 462"/>
                  <a:gd name="T98" fmla="*/ 35 w 890"/>
                  <a:gd name="T99" fmla="*/ 330 h 462"/>
                  <a:gd name="T100" fmla="*/ 23 w 890"/>
                  <a:gd name="T101" fmla="*/ 276 h 462"/>
                  <a:gd name="T102" fmla="*/ 23 w 890"/>
                  <a:gd name="T103" fmla="*/ 276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08" name="Freeform 28">
                <a:extLst>
                  <a:ext uri="{FF2B5EF4-FFF2-40B4-BE49-F238E27FC236}">
                    <a16:creationId xmlns:a16="http://schemas.microsoft.com/office/drawing/2014/main" id="{E51BB95E-F7B4-EFB3-F0FB-7B4982580D8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>
                  <a:gd name="T0" fmla="*/ 18 w 406"/>
                  <a:gd name="T1" fmla="*/ 300 h 486"/>
                  <a:gd name="T2" fmla="*/ 24 w 406"/>
                  <a:gd name="T3" fmla="*/ 246 h 486"/>
                  <a:gd name="T4" fmla="*/ 48 w 406"/>
                  <a:gd name="T5" fmla="*/ 198 h 486"/>
                  <a:gd name="T6" fmla="*/ 83 w 406"/>
                  <a:gd name="T7" fmla="*/ 150 h 486"/>
                  <a:gd name="T8" fmla="*/ 131 w 406"/>
                  <a:gd name="T9" fmla="*/ 108 h 486"/>
                  <a:gd name="T10" fmla="*/ 185 w 406"/>
                  <a:gd name="T11" fmla="*/ 72 h 486"/>
                  <a:gd name="T12" fmla="*/ 251 w 406"/>
                  <a:gd name="T13" fmla="*/ 42 h 486"/>
                  <a:gd name="T14" fmla="*/ 329 w 406"/>
                  <a:gd name="T15" fmla="*/ 24 h 486"/>
                  <a:gd name="T16" fmla="*/ 406 w 406"/>
                  <a:gd name="T17" fmla="*/ 6 h 486"/>
                  <a:gd name="T18" fmla="*/ 406 w 406"/>
                  <a:gd name="T19" fmla="*/ 0 h 486"/>
                  <a:gd name="T20" fmla="*/ 323 w 406"/>
                  <a:gd name="T21" fmla="*/ 12 h 486"/>
                  <a:gd name="T22" fmla="*/ 245 w 406"/>
                  <a:gd name="T23" fmla="*/ 36 h 486"/>
                  <a:gd name="T24" fmla="*/ 179 w 406"/>
                  <a:gd name="T25" fmla="*/ 66 h 486"/>
                  <a:gd name="T26" fmla="*/ 119 w 406"/>
                  <a:gd name="T27" fmla="*/ 102 h 486"/>
                  <a:gd name="T28" fmla="*/ 72 w 406"/>
                  <a:gd name="T29" fmla="*/ 144 h 486"/>
                  <a:gd name="T30" fmla="*/ 30 w 406"/>
                  <a:gd name="T31" fmla="*/ 192 h 486"/>
                  <a:gd name="T32" fmla="*/ 6 w 406"/>
                  <a:gd name="T33" fmla="*/ 246 h 486"/>
                  <a:gd name="T34" fmla="*/ 0 w 406"/>
                  <a:gd name="T35" fmla="*/ 300 h 486"/>
                  <a:gd name="T36" fmla="*/ 6 w 406"/>
                  <a:gd name="T37" fmla="*/ 348 h 486"/>
                  <a:gd name="T38" fmla="*/ 30 w 406"/>
                  <a:gd name="T39" fmla="*/ 396 h 486"/>
                  <a:gd name="T40" fmla="*/ 66 w 406"/>
                  <a:gd name="T41" fmla="*/ 444 h 486"/>
                  <a:gd name="T42" fmla="*/ 107 w 406"/>
                  <a:gd name="T43" fmla="*/ 486 h 486"/>
                  <a:gd name="T44" fmla="*/ 131 w 406"/>
                  <a:gd name="T45" fmla="*/ 486 h 486"/>
                  <a:gd name="T46" fmla="*/ 83 w 406"/>
                  <a:gd name="T47" fmla="*/ 450 h 486"/>
                  <a:gd name="T48" fmla="*/ 48 w 406"/>
                  <a:gd name="T49" fmla="*/ 402 h 486"/>
                  <a:gd name="T50" fmla="*/ 24 w 406"/>
                  <a:gd name="T51" fmla="*/ 354 h 486"/>
                  <a:gd name="T52" fmla="*/ 18 w 406"/>
                  <a:gd name="T53" fmla="*/ 300 h 486"/>
                  <a:gd name="T54" fmla="*/ 18 w 406"/>
                  <a:gd name="T55" fmla="*/ 300 h 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09" name="Freeform 29">
                <a:extLst>
                  <a:ext uri="{FF2B5EF4-FFF2-40B4-BE49-F238E27FC236}">
                    <a16:creationId xmlns:a16="http://schemas.microsoft.com/office/drawing/2014/main" id="{BDB6AC8E-0E5A-2D05-7CA8-11E73EF5E1B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>
                  <a:gd name="T0" fmla="*/ 89 w 107"/>
                  <a:gd name="T1" fmla="*/ 84 h 252"/>
                  <a:gd name="T2" fmla="*/ 83 w 107"/>
                  <a:gd name="T3" fmla="*/ 132 h 252"/>
                  <a:gd name="T4" fmla="*/ 65 w 107"/>
                  <a:gd name="T5" fmla="*/ 174 h 252"/>
                  <a:gd name="T6" fmla="*/ 36 w 107"/>
                  <a:gd name="T7" fmla="*/ 216 h 252"/>
                  <a:gd name="T8" fmla="*/ 0 w 107"/>
                  <a:gd name="T9" fmla="*/ 252 h 252"/>
                  <a:gd name="T10" fmla="*/ 18 w 107"/>
                  <a:gd name="T11" fmla="*/ 252 h 252"/>
                  <a:gd name="T12" fmla="*/ 53 w 107"/>
                  <a:gd name="T13" fmla="*/ 216 h 252"/>
                  <a:gd name="T14" fmla="*/ 83 w 107"/>
                  <a:gd name="T15" fmla="*/ 174 h 252"/>
                  <a:gd name="T16" fmla="*/ 101 w 107"/>
                  <a:gd name="T17" fmla="*/ 132 h 252"/>
                  <a:gd name="T18" fmla="*/ 107 w 107"/>
                  <a:gd name="T19" fmla="*/ 84 h 252"/>
                  <a:gd name="T20" fmla="*/ 101 w 107"/>
                  <a:gd name="T21" fmla="*/ 42 h 252"/>
                  <a:gd name="T22" fmla="*/ 89 w 107"/>
                  <a:gd name="T23" fmla="*/ 0 h 252"/>
                  <a:gd name="T24" fmla="*/ 65 w 107"/>
                  <a:gd name="T25" fmla="*/ 0 h 252"/>
                  <a:gd name="T26" fmla="*/ 83 w 107"/>
                  <a:gd name="T27" fmla="*/ 42 h 252"/>
                  <a:gd name="T28" fmla="*/ 89 w 107"/>
                  <a:gd name="T29" fmla="*/ 84 h 252"/>
                  <a:gd name="T30" fmla="*/ 89 w 107"/>
                  <a:gd name="T31" fmla="*/ 84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10" name="Freeform 30">
                <a:extLst>
                  <a:ext uri="{FF2B5EF4-FFF2-40B4-BE49-F238E27FC236}">
                    <a16:creationId xmlns:a16="http://schemas.microsoft.com/office/drawing/2014/main" id="{832E0039-EA07-E593-27CC-19A9E143E48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>
                  <a:gd name="T0" fmla="*/ 518 w 835"/>
                  <a:gd name="T1" fmla="*/ 18 h 150"/>
                  <a:gd name="T2" fmla="*/ 597 w 835"/>
                  <a:gd name="T3" fmla="*/ 24 h 150"/>
                  <a:gd name="T4" fmla="*/ 682 w 835"/>
                  <a:gd name="T5" fmla="*/ 30 h 150"/>
                  <a:gd name="T6" fmla="*/ 755 w 835"/>
                  <a:gd name="T7" fmla="*/ 42 h 150"/>
                  <a:gd name="T8" fmla="*/ 828 w 835"/>
                  <a:gd name="T9" fmla="*/ 60 h 150"/>
                  <a:gd name="T10" fmla="*/ 835 w 835"/>
                  <a:gd name="T11" fmla="*/ 42 h 150"/>
                  <a:gd name="T12" fmla="*/ 761 w 835"/>
                  <a:gd name="T13" fmla="*/ 24 h 150"/>
                  <a:gd name="T14" fmla="*/ 688 w 835"/>
                  <a:gd name="T15" fmla="*/ 12 h 150"/>
                  <a:gd name="T16" fmla="*/ 603 w 835"/>
                  <a:gd name="T17" fmla="*/ 6 h 150"/>
                  <a:gd name="T18" fmla="*/ 518 w 835"/>
                  <a:gd name="T19" fmla="*/ 0 h 150"/>
                  <a:gd name="T20" fmla="*/ 372 w 835"/>
                  <a:gd name="T21" fmla="*/ 12 h 150"/>
                  <a:gd name="T22" fmla="*/ 232 w 835"/>
                  <a:gd name="T23" fmla="*/ 36 h 150"/>
                  <a:gd name="T24" fmla="*/ 110 w 835"/>
                  <a:gd name="T25" fmla="*/ 78 h 150"/>
                  <a:gd name="T26" fmla="*/ 0 w 835"/>
                  <a:gd name="T27" fmla="*/ 132 h 150"/>
                  <a:gd name="T28" fmla="*/ 19 w 835"/>
                  <a:gd name="T29" fmla="*/ 150 h 150"/>
                  <a:gd name="T30" fmla="*/ 122 w 835"/>
                  <a:gd name="T31" fmla="*/ 96 h 150"/>
                  <a:gd name="T32" fmla="*/ 244 w 835"/>
                  <a:gd name="T33" fmla="*/ 54 h 150"/>
                  <a:gd name="T34" fmla="*/ 378 w 835"/>
                  <a:gd name="T35" fmla="*/ 30 h 150"/>
                  <a:gd name="T36" fmla="*/ 518 w 835"/>
                  <a:gd name="T37" fmla="*/ 18 h 150"/>
                  <a:gd name="T38" fmla="*/ 518 w 835"/>
                  <a:gd name="T39" fmla="*/ 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11" name="Freeform 31">
                <a:extLst>
                  <a:ext uri="{FF2B5EF4-FFF2-40B4-BE49-F238E27FC236}">
                    <a16:creationId xmlns:a16="http://schemas.microsoft.com/office/drawing/2014/main" id="{FC4F7E3B-DA77-4051-CD46-B56D84C9F32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>
                  <a:gd name="T0" fmla="*/ 31 w 171"/>
                  <a:gd name="T1" fmla="*/ 263 h 461"/>
                  <a:gd name="T2" fmla="*/ 43 w 171"/>
                  <a:gd name="T3" fmla="*/ 191 h 461"/>
                  <a:gd name="T4" fmla="*/ 67 w 171"/>
                  <a:gd name="T5" fmla="*/ 131 h 461"/>
                  <a:gd name="T6" fmla="*/ 116 w 171"/>
                  <a:gd name="T7" fmla="*/ 72 h 461"/>
                  <a:gd name="T8" fmla="*/ 171 w 171"/>
                  <a:gd name="T9" fmla="*/ 18 h 461"/>
                  <a:gd name="T10" fmla="*/ 153 w 171"/>
                  <a:gd name="T11" fmla="*/ 0 h 461"/>
                  <a:gd name="T12" fmla="*/ 86 w 171"/>
                  <a:gd name="T13" fmla="*/ 60 h 461"/>
                  <a:gd name="T14" fmla="*/ 43 w 171"/>
                  <a:gd name="T15" fmla="*/ 120 h 461"/>
                  <a:gd name="T16" fmla="*/ 13 w 171"/>
                  <a:gd name="T17" fmla="*/ 191 h 461"/>
                  <a:gd name="T18" fmla="*/ 0 w 171"/>
                  <a:gd name="T19" fmla="*/ 263 h 461"/>
                  <a:gd name="T20" fmla="*/ 6 w 171"/>
                  <a:gd name="T21" fmla="*/ 317 h 461"/>
                  <a:gd name="T22" fmla="*/ 25 w 171"/>
                  <a:gd name="T23" fmla="*/ 365 h 461"/>
                  <a:gd name="T24" fmla="*/ 49 w 171"/>
                  <a:gd name="T25" fmla="*/ 413 h 461"/>
                  <a:gd name="T26" fmla="*/ 86 w 171"/>
                  <a:gd name="T27" fmla="*/ 461 h 461"/>
                  <a:gd name="T28" fmla="*/ 122 w 171"/>
                  <a:gd name="T29" fmla="*/ 461 h 461"/>
                  <a:gd name="T30" fmla="*/ 86 w 171"/>
                  <a:gd name="T31" fmla="*/ 413 h 461"/>
                  <a:gd name="T32" fmla="*/ 55 w 171"/>
                  <a:gd name="T33" fmla="*/ 365 h 461"/>
                  <a:gd name="T34" fmla="*/ 37 w 171"/>
                  <a:gd name="T35" fmla="*/ 317 h 461"/>
                  <a:gd name="T36" fmla="*/ 31 w 171"/>
                  <a:gd name="T37" fmla="*/ 263 h 461"/>
                  <a:gd name="T38" fmla="*/ 31 w 171"/>
                  <a:gd name="T39" fmla="*/ 263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12" name="Freeform 32">
                <a:extLst>
                  <a:ext uri="{FF2B5EF4-FFF2-40B4-BE49-F238E27FC236}">
                    <a16:creationId xmlns:a16="http://schemas.microsoft.com/office/drawing/2014/main" id="{71B4B72D-FA41-6ED6-C0F2-3DDB0F64E69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>
                  <a:gd name="T0" fmla="*/ 360 w 360"/>
                  <a:gd name="T1" fmla="*/ 365 h 563"/>
                  <a:gd name="T2" fmla="*/ 353 w 360"/>
                  <a:gd name="T3" fmla="*/ 305 h 563"/>
                  <a:gd name="T4" fmla="*/ 335 w 360"/>
                  <a:gd name="T5" fmla="*/ 251 h 563"/>
                  <a:gd name="T6" fmla="*/ 305 w 360"/>
                  <a:gd name="T7" fmla="*/ 204 h 563"/>
                  <a:gd name="T8" fmla="*/ 262 w 360"/>
                  <a:gd name="T9" fmla="*/ 156 h 563"/>
                  <a:gd name="T10" fmla="*/ 213 w 360"/>
                  <a:gd name="T11" fmla="*/ 108 h 563"/>
                  <a:gd name="T12" fmla="*/ 159 w 360"/>
                  <a:gd name="T13" fmla="*/ 66 h 563"/>
                  <a:gd name="T14" fmla="*/ 92 w 360"/>
                  <a:gd name="T15" fmla="*/ 30 h 563"/>
                  <a:gd name="T16" fmla="*/ 19 w 360"/>
                  <a:gd name="T17" fmla="*/ 0 h 563"/>
                  <a:gd name="T18" fmla="*/ 0 w 360"/>
                  <a:gd name="T19" fmla="*/ 12 h 563"/>
                  <a:gd name="T20" fmla="*/ 67 w 360"/>
                  <a:gd name="T21" fmla="*/ 42 h 563"/>
                  <a:gd name="T22" fmla="*/ 134 w 360"/>
                  <a:gd name="T23" fmla="*/ 78 h 563"/>
                  <a:gd name="T24" fmla="*/ 189 w 360"/>
                  <a:gd name="T25" fmla="*/ 114 h 563"/>
                  <a:gd name="T26" fmla="*/ 238 w 360"/>
                  <a:gd name="T27" fmla="*/ 162 h 563"/>
                  <a:gd name="T28" fmla="*/ 274 w 360"/>
                  <a:gd name="T29" fmla="*/ 210 h 563"/>
                  <a:gd name="T30" fmla="*/ 299 w 360"/>
                  <a:gd name="T31" fmla="*/ 257 h 563"/>
                  <a:gd name="T32" fmla="*/ 317 w 360"/>
                  <a:gd name="T33" fmla="*/ 311 h 563"/>
                  <a:gd name="T34" fmla="*/ 323 w 360"/>
                  <a:gd name="T35" fmla="*/ 365 h 563"/>
                  <a:gd name="T36" fmla="*/ 317 w 360"/>
                  <a:gd name="T37" fmla="*/ 419 h 563"/>
                  <a:gd name="T38" fmla="*/ 299 w 360"/>
                  <a:gd name="T39" fmla="*/ 467 h 563"/>
                  <a:gd name="T40" fmla="*/ 274 w 360"/>
                  <a:gd name="T41" fmla="*/ 515 h 563"/>
                  <a:gd name="T42" fmla="*/ 238 w 360"/>
                  <a:gd name="T43" fmla="*/ 563 h 563"/>
                  <a:gd name="T44" fmla="*/ 268 w 360"/>
                  <a:gd name="T45" fmla="*/ 563 h 563"/>
                  <a:gd name="T46" fmla="*/ 311 w 360"/>
                  <a:gd name="T47" fmla="*/ 515 h 563"/>
                  <a:gd name="T48" fmla="*/ 335 w 360"/>
                  <a:gd name="T49" fmla="*/ 467 h 563"/>
                  <a:gd name="T50" fmla="*/ 353 w 360"/>
                  <a:gd name="T51" fmla="*/ 419 h 563"/>
                  <a:gd name="T52" fmla="*/ 360 w 360"/>
                  <a:gd name="T53" fmla="*/ 365 h 563"/>
                  <a:gd name="T54" fmla="*/ 360 w 360"/>
                  <a:gd name="T55" fmla="*/ 365 h 5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13" name="Freeform 33">
                <a:extLst>
                  <a:ext uri="{FF2B5EF4-FFF2-40B4-BE49-F238E27FC236}">
                    <a16:creationId xmlns:a16="http://schemas.microsoft.com/office/drawing/2014/main" id="{D54E2765-1F72-3B11-3D1A-443EB153F2F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>
                  <a:gd name="T0" fmla="*/ 1053 w 1078"/>
                  <a:gd name="T1" fmla="*/ 425 h 425"/>
                  <a:gd name="T2" fmla="*/ 1078 w 1078"/>
                  <a:gd name="T3" fmla="*/ 419 h 425"/>
                  <a:gd name="T4" fmla="*/ 1066 w 1078"/>
                  <a:gd name="T5" fmla="*/ 377 h 425"/>
                  <a:gd name="T6" fmla="*/ 1047 w 1078"/>
                  <a:gd name="T7" fmla="*/ 336 h 425"/>
                  <a:gd name="T8" fmla="*/ 986 w 1078"/>
                  <a:gd name="T9" fmla="*/ 252 h 425"/>
                  <a:gd name="T10" fmla="*/ 907 w 1078"/>
                  <a:gd name="T11" fmla="*/ 180 h 425"/>
                  <a:gd name="T12" fmla="*/ 810 w 1078"/>
                  <a:gd name="T13" fmla="*/ 120 h 425"/>
                  <a:gd name="T14" fmla="*/ 694 w 1078"/>
                  <a:gd name="T15" fmla="*/ 72 h 425"/>
                  <a:gd name="T16" fmla="*/ 560 w 1078"/>
                  <a:gd name="T17" fmla="*/ 30 h 425"/>
                  <a:gd name="T18" fmla="*/ 420 w 1078"/>
                  <a:gd name="T19" fmla="*/ 6 h 425"/>
                  <a:gd name="T20" fmla="*/ 268 w 1078"/>
                  <a:gd name="T21" fmla="*/ 0 h 425"/>
                  <a:gd name="T22" fmla="*/ 134 w 1078"/>
                  <a:gd name="T23" fmla="*/ 6 h 425"/>
                  <a:gd name="T24" fmla="*/ 0 w 1078"/>
                  <a:gd name="T25" fmla="*/ 24 h 425"/>
                  <a:gd name="T26" fmla="*/ 12 w 1078"/>
                  <a:gd name="T27" fmla="*/ 36 h 425"/>
                  <a:gd name="T28" fmla="*/ 134 w 1078"/>
                  <a:gd name="T29" fmla="*/ 18 h 425"/>
                  <a:gd name="T30" fmla="*/ 268 w 1078"/>
                  <a:gd name="T31" fmla="*/ 12 h 425"/>
                  <a:gd name="T32" fmla="*/ 420 w 1078"/>
                  <a:gd name="T33" fmla="*/ 18 h 425"/>
                  <a:gd name="T34" fmla="*/ 554 w 1078"/>
                  <a:gd name="T35" fmla="*/ 42 h 425"/>
                  <a:gd name="T36" fmla="*/ 682 w 1078"/>
                  <a:gd name="T37" fmla="*/ 84 h 425"/>
                  <a:gd name="T38" fmla="*/ 798 w 1078"/>
                  <a:gd name="T39" fmla="*/ 132 h 425"/>
                  <a:gd name="T40" fmla="*/ 895 w 1078"/>
                  <a:gd name="T41" fmla="*/ 192 h 425"/>
                  <a:gd name="T42" fmla="*/ 968 w 1078"/>
                  <a:gd name="T43" fmla="*/ 264 h 425"/>
                  <a:gd name="T44" fmla="*/ 999 w 1078"/>
                  <a:gd name="T45" fmla="*/ 300 h 425"/>
                  <a:gd name="T46" fmla="*/ 1023 w 1078"/>
                  <a:gd name="T47" fmla="*/ 342 h 425"/>
                  <a:gd name="T48" fmla="*/ 1041 w 1078"/>
                  <a:gd name="T49" fmla="*/ 383 h 425"/>
                  <a:gd name="T50" fmla="*/ 1053 w 1078"/>
                  <a:gd name="T51" fmla="*/ 425 h 425"/>
                  <a:gd name="T52" fmla="*/ 1053 w 1078"/>
                  <a:gd name="T53" fmla="*/ 425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14" name="Freeform 34">
                <a:extLst>
                  <a:ext uri="{FF2B5EF4-FFF2-40B4-BE49-F238E27FC236}">
                    <a16:creationId xmlns:a16="http://schemas.microsoft.com/office/drawing/2014/main" id="{65A5496D-F723-3CB0-4988-C69F6E9EA85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>
                  <a:gd name="T0" fmla="*/ 0 w 98"/>
                  <a:gd name="T1" fmla="*/ 234 h 234"/>
                  <a:gd name="T2" fmla="*/ 25 w 98"/>
                  <a:gd name="T3" fmla="*/ 234 h 234"/>
                  <a:gd name="T4" fmla="*/ 55 w 98"/>
                  <a:gd name="T5" fmla="*/ 186 h 234"/>
                  <a:gd name="T6" fmla="*/ 80 w 98"/>
                  <a:gd name="T7" fmla="*/ 138 h 234"/>
                  <a:gd name="T8" fmla="*/ 92 w 98"/>
                  <a:gd name="T9" fmla="*/ 90 h 234"/>
                  <a:gd name="T10" fmla="*/ 98 w 98"/>
                  <a:gd name="T11" fmla="*/ 36 h 234"/>
                  <a:gd name="T12" fmla="*/ 98 w 98"/>
                  <a:gd name="T13" fmla="*/ 0 h 234"/>
                  <a:gd name="T14" fmla="*/ 74 w 98"/>
                  <a:gd name="T15" fmla="*/ 0 h 234"/>
                  <a:gd name="T16" fmla="*/ 74 w 98"/>
                  <a:gd name="T17" fmla="*/ 36 h 234"/>
                  <a:gd name="T18" fmla="*/ 67 w 98"/>
                  <a:gd name="T19" fmla="*/ 90 h 234"/>
                  <a:gd name="T20" fmla="*/ 55 w 98"/>
                  <a:gd name="T21" fmla="*/ 138 h 234"/>
                  <a:gd name="T22" fmla="*/ 31 w 98"/>
                  <a:gd name="T23" fmla="*/ 186 h 234"/>
                  <a:gd name="T24" fmla="*/ 0 w 98"/>
                  <a:gd name="T25" fmla="*/ 234 h 234"/>
                  <a:gd name="T26" fmla="*/ 0 w 98"/>
                  <a:gd name="T27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15" name="Freeform 35">
                <a:extLst>
                  <a:ext uri="{FF2B5EF4-FFF2-40B4-BE49-F238E27FC236}">
                    <a16:creationId xmlns:a16="http://schemas.microsoft.com/office/drawing/2014/main" id="{27E137D3-2B78-0ED8-D49C-393B6918BB5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>
                  <a:gd name="T0" fmla="*/ 18 w 481"/>
                  <a:gd name="T1" fmla="*/ 443 h 641"/>
                  <a:gd name="T2" fmla="*/ 24 w 481"/>
                  <a:gd name="T3" fmla="*/ 371 h 641"/>
                  <a:gd name="T4" fmla="*/ 55 w 481"/>
                  <a:gd name="T5" fmla="*/ 305 h 641"/>
                  <a:gd name="T6" fmla="*/ 91 w 481"/>
                  <a:gd name="T7" fmla="*/ 246 h 641"/>
                  <a:gd name="T8" fmla="*/ 146 w 481"/>
                  <a:gd name="T9" fmla="*/ 186 h 641"/>
                  <a:gd name="T10" fmla="*/ 213 w 481"/>
                  <a:gd name="T11" fmla="*/ 132 h 641"/>
                  <a:gd name="T12" fmla="*/ 292 w 481"/>
                  <a:gd name="T13" fmla="*/ 84 h 641"/>
                  <a:gd name="T14" fmla="*/ 384 w 481"/>
                  <a:gd name="T15" fmla="*/ 48 h 641"/>
                  <a:gd name="T16" fmla="*/ 481 w 481"/>
                  <a:gd name="T17" fmla="*/ 12 h 641"/>
                  <a:gd name="T18" fmla="*/ 457 w 481"/>
                  <a:gd name="T19" fmla="*/ 0 h 641"/>
                  <a:gd name="T20" fmla="*/ 359 w 481"/>
                  <a:gd name="T21" fmla="*/ 36 h 641"/>
                  <a:gd name="T22" fmla="*/ 274 w 481"/>
                  <a:gd name="T23" fmla="*/ 78 h 641"/>
                  <a:gd name="T24" fmla="*/ 195 w 481"/>
                  <a:gd name="T25" fmla="*/ 126 h 641"/>
                  <a:gd name="T26" fmla="*/ 128 w 481"/>
                  <a:gd name="T27" fmla="*/ 180 h 641"/>
                  <a:gd name="T28" fmla="*/ 73 w 481"/>
                  <a:gd name="T29" fmla="*/ 240 h 641"/>
                  <a:gd name="T30" fmla="*/ 37 w 481"/>
                  <a:gd name="T31" fmla="*/ 305 h 641"/>
                  <a:gd name="T32" fmla="*/ 6 w 481"/>
                  <a:gd name="T33" fmla="*/ 371 h 641"/>
                  <a:gd name="T34" fmla="*/ 0 w 481"/>
                  <a:gd name="T35" fmla="*/ 443 h 641"/>
                  <a:gd name="T36" fmla="*/ 6 w 481"/>
                  <a:gd name="T37" fmla="*/ 497 h 641"/>
                  <a:gd name="T38" fmla="*/ 18 w 481"/>
                  <a:gd name="T39" fmla="*/ 545 h 641"/>
                  <a:gd name="T40" fmla="*/ 43 w 481"/>
                  <a:gd name="T41" fmla="*/ 593 h 641"/>
                  <a:gd name="T42" fmla="*/ 73 w 481"/>
                  <a:gd name="T43" fmla="*/ 641 h 641"/>
                  <a:gd name="T44" fmla="*/ 97 w 481"/>
                  <a:gd name="T45" fmla="*/ 641 h 641"/>
                  <a:gd name="T46" fmla="*/ 67 w 481"/>
                  <a:gd name="T47" fmla="*/ 593 h 641"/>
                  <a:gd name="T48" fmla="*/ 43 w 481"/>
                  <a:gd name="T49" fmla="*/ 545 h 641"/>
                  <a:gd name="T50" fmla="*/ 24 w 481"/>
                  <a:gd name="T51" fmla="*/ 497 h 641"/>
                  <a:gd name="T52" fmla="*/ 18 w 481"/>
                  <a:gd name="T53" fmla="*/ 443 h 641"/>
                  <a:gd name="T54" fmla="*/ 18 w 481"/>
                  <a:gd name="T55" fmla="*/ 443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0516" name="Group 36">
              <a:extLst>
                <a:ext uri="{FF2B5EF4-FFF2-40B4-BE49-F238E27FC236}">
                  <a16:creationId xmlns:a16="http://schemas.microsoft.com/office/drawing/2014/main" id="{5906DE9B-77EB-5886-4EC0-B185DE77695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128" y="3360"/>
              <a:ext cx="1351" cy="821"/>
              <a:chOff x="4128" y="3360"/>
              <a:chExt cx="1351" cy="821"/>
            </a:xfrm>
          </p:grpSpPr>
          <p:sp>
            <p:nvSpPr>
              <p:cNvPr id="20517" name="Freeform 37">
                <a:extLst>
                  <a:ext uri="{FF2B5EF4-FFF2-40B4-BE49-F238E27FC236}">
                    <a16:creationId xmlns:a16="http://schemas.microsoft.com/office/drawing/2014/main" id="{57ADCEEB-D025-3B06-EB5A-D19495345F7D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>
                  <a:gd name="T0" fmla="*/ 484 w 1201"/>
                  <a:gd name="T1" fmla="*/ 6 h 731"/>
                  <a:gd name="T2" fmla="*/ 263 w 1201"/>
                  <a:gd name="T3" fmla="*/ 60 h 731"/>
                  <a:gd name="T4" fmla="*/ 101 w 1201"/>
                  <a:gd name="T5" fmla="*/ 162 h 731"/>
                  <a:gd name="T6" fmla="*/ 12 w 1201"/>
                  <a:gd name="T7" fmla="*/ 294 h 731"/>
                  <a:gd name="T8" fmla="*/ 0 w 1201"/>
                  <a:gd name="T9" fmla="*/ 366 h 731"/>
                  <a:gd name="T10" fmla="*/ 12 w 1201"/>
                  <a:gd name="T11" fmla="*/ 437 h 731"/>
                  <a:gd name="T12" fmla="*/ 101 w 1201"/>
                  <a:gd name="T13" fmla="*/ 569 h 731"/>
                  <a:gd name="T14" fmla="*/ 263 w 1201"/>
                  <a:gd name="T15" fmla="*/ 671 h 731"/>
                  <a:gd name="T16" fmla="*/ 484 w 1201"/>
                  <a:gd name="T17" fmla="*/ 725 h 731"/>
                  <a:gd name="T18" fmla="*/ 723 w 1201"/>
                  <a:gd name="T19" fmla="*/ 725 h 731"/>
                  <a:gd name="T20" fmla="*/ 938 w 1201"/>
                  <a:gd name="T21" fmla="*/ 671 h 731"/>
                  <a:gd name="T22" fmla="*/ 1100 w 1201"/>
                  <a:gd name="T23" fmla="*/ 569 h 731"/>
                  <a:gd name="T24" fmla="*/ 1189 w 1201"/>
                  <a:gd name="T25" fmla="*/ 437 h 731"/>
                  <a:gd name="T26" fmla="*/ 1201 w 1201"/>
                  <a:gd name="T27" fmla="*/ 366 h 731"/>
                  <a:gd name="T28" fmla="*/ 1189 w 1201"/>
                  <a:gd name="T29" fmla="*/ 294 h 731"/>
                  <a:gd name="T30" fmla="*/ 1100 w 1201"/>
                  <a:gd name="T31" fmla="*/ 162 h 731"/>
                  <a:gd name="T32" fmla="*/ 938 w 1201"/>
                  <a:gd name="T33" fmla="*/ 60 h 731"/>
                  <a:gd name="T34" fmla="*/ 723 w 1201"/>
                  <a:gd name="T35" fmla="*/ 6 h 731"/>
                  <a:gd name="T36" fmla="*/ 604 w 1201"/>
                  <a:gd name="T37" fmla="*/ 0 h 731"/>
                  <a:gd name="T38" fmla="*/ 490 w 1201"/>
                  <a:gd name="T39" fmla="*/ 701 h 731"/>
                  <a:gd name="T40" fmla="*/ 287 w 1201"/>
                  <a:gd name="T41" fmla="*/ 647 h 731"/>
                  <a:gd name="T42" fmla="*/ 131 w 1201"/>
                  <a:gd name="T43" fmla="*/ 557 h 731"/>
                  <a:gd name="T44" fmla="*/ 48 w 1201"/>
                  <a:gd name="T45" fmla="*/ 437 h 731"/>
                  <a:gd name="T46" fmla="*/ 36 w 1201"/>
                  <a:gd name="T47" fmla="*/ 366 h 731"/>
                  <a:gd name="T48" fmla="*/ 48 w 1201"/>
                  <a:gd name="T49" fmla="*/ 300 h 731"/>
                  <a:gd name="T50" fmla="*/ 131 w 1201"/>
                  <a:gd name="T51" fmla="*/ 174 h 731"/>
                  <a:gd name="T52" fmla="*/ 287 w 1201"/>
                  <a:gd name="T53" fmla="*/ 84 h 731"/>
                  <a:gd name="T54" fmla="*/ 490 w 1201"/>
                  <a:gd name="T55" fmla="*/ 30 h 731"/>
                  <a:gd name="T56" fmla="*/ 717 w 1201"/>
                  <a:gd name="T57" fmla="*/ 30 h 731"/>
                  <a:gd name="T58" fmla="*/ 920 w 1201"/>
                  <a:gd name="T59" fmla="*/ 84 h 731"/>
                  <a:gd name="T60" fmla="*/ 1070 w 1201"/>
                  <a:gd name="T61" fmla="*/ 174 h 731"/>
                  <a:gd name="T62" fmla="*/ 1153 w 1201"/>
                  <a:gd name="T63" fmla="*/ 300 h 731"/>
                  <a:gd name="T64" fmla="*/ 1153 w 1201"/>
                  <a:gd name="T65" fmla="*/ 437 h 731"/>
                  <a:gd name="T66" fmla="*/ 1070 w 1201"/>
                  <a:gd name="T67" fmla="*/ 557 h 731"/>
                  <a:gd name="T68" fmla="*/ 920 w 1201"/>
                  <a:gd name="T69" fmla="*/ 647 h 731"/>
                  <a:gd name="T70" fmla="*/ 717 w 1201"/>
                  <a:gd name="T71" fmla="*/ 701 h 731"/>
                  <a:gd name="T72" fmla="*/ 604 w 1201"/>
                  <a:gd name="T73" fmla="*/ 707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18" name="Freeform 38">
                <a:extLst>
                  <a:ext uri="{FF2B5EF4-FFF2-40B4-BE49-F238E27FC236}">
                    <a16:creationId xmlns:a16="http://schemas.microsoft.com/office/drawing/2014/main" id="{FAB33869-A5AF-20D5-DFA2-BAAADB5EF4D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>
                  <a:gd name="T0" fmla="*/ 24 w 544"/>
                  <a:gd name="T1" fmla="*/ 402 h 737"/>
                  <a:gd name="T2" fmla="*/ 36 w 544"/>
                  <a:gd name="T3" fmla="*/ 330 h 737"/>
                  <a:gd name="T4" fmla="*/ 66 w 544"/>
                  <a:gd name="T5" fmla="*/ 264 h 737"/>
                  <a:gd name="T6" fmla="*/ 108 w 544"/>
                  <a:gd name="T7" fmla="*/ 204 h 737"/>
                  <a:gd name="T8" fmla="*/ 173 w 544"/>
                  <a:gd name="T9" fmla="*/ 150 h 737"/>
                  <a:gd name="T10" fmla="*/ 251 w 544"/>
                  <a:gd name="T11" fmla="*/ 102 h 737"/>
                  <a:gd name="T12" fmla="*/ 335 w 544"/>
                  <a:gd name="T13" fmla="*/ 60 h 737"/>
                  <a:gd name="T14" fmla="*/ 436 w 544"/>
                  <a:gd name="T15" fmla="*/ 30 h 737"/>
                  <a:gd name="T16" fmla="*/ 544 w 544"/>
                  <a:gd name="T17" fmla="*/ 12 h 737"/>
                  <a:gd name="T18" fmla="*/ 544 w 544"/>
                  <a:gd name="T19" fmla="*/ 0 h 737"/>
                  <a:gd name="T20" fmla="*/ 430 w 544"/>
                  <a:gd name="T21" fmla="*/ 18 h 737"/>
                  <a:gd name="T22" fmla="*/ 329 w 544"/>
                  <a:gd name="T23" fmla="*/ 48 h 737"/>
                  <a:gd name="T24" fmla="*/ 233 w 544"/>
                  <a:gd name="T25" fmla="*/ 90 h 737"/>
                  <a:gd name="T26" fmla="*/ 155 w 544"/>
                  <a:gd name="T27" fmla="*/ 138 h 737"/>
                  <a:gd name="T28" fmla="*/ 90 w 544"/>
                  <a:gd name="T29" fmla="*/ 198 h 737"/>
                  <a:gd name="T30" fmla="*/ 42 w 544"/>
                  <a:gd name="T31" fmla="*/ 258 h 737"/>
                  <a:gd name="T32" fmla="*/ 12 w 544"/>
                  <a:gd name="T33" fmla="*/ 330 h 737"/>
                  <a:gd name="T34" fmla="*/ 0 w 544"/>
                  <a:gd name="T35" fmla="*/ 402 h 737"/>
                  <a:gd name="T36" fmla="*/ 6 w 544"/>
                  <a:gd name="T37" fmla="*/ 455 h 737"/>
                  <a:gd name="T38" fmla="*/ 18 w 544"/>
                  <a:gd name="T39" fmla="*/ 503 h 737"/>
                  <a:gd name="T40" fmla="*/ 42 w 544"/>
                  <a:gd name="T41" fmla="*/ 545 h 737"/>
                  <a:gd name="T42" fmla="*/ 78 w 544"/>
                  <a:gd name="T43" fmla="*/ 593 h 737"/>
                  <a:gd name="T44" fmla="*/ 114 w 544"/>
                  <a:gd name="T45" fmla="*/ 635 h 737"/>
                  <a:gd name="T46" fmla="*/ 161 w 544"/>
                  <a:gd name="T47" fmla="*/ 671 h 737"/>
                  <a:gd name="T48" fmla="*/ 221 w 544"/>
                  <a:gd name="T49" fmla="*/ 707 h 737"/>
                  <a:gd name="T50" fmla="*/ 281 w 544"/>
                  <a:gd name="T51" fmla="*/ 737 h 737"/>
                  <a:gd name="T52" fmla="*/ 323 w 544"/>
                  <a:gd name="T53" fmla="*/ 737 h 737"/>
                  <a:gd name="T54" fmla="*/ 257 w 544"/>
                  <a:gd name="T55" fmla="*/ 707 h 737"/>
                  <a:gd name="T56" fmla="*/ 203 w 544"/>
                  <a:gd name="T57" fmla="*/ 671 h 737"/>
                  <a:gd name="T58" fmla="*/ 149 w 544"/>
                  <a:gd name="T59" fmla="*/ 635 h 737"/>
                  <a:gd name="T60" fmla="*/ 108 w 544"/>
                  <a:gd name="T61" fmla="*/ 593 h 737"/>
                  <a:gd name="T62" fmla="*/ 72 w 544"/>
                  <a:gd name="T63" fmla="*/ 551 h 737"/>
                  <a:gd name="T64" fmla="*/ 48 w 544"/>
                  <a:gd name="T65" fmla="*/ 503 h 737"/>
                  <a:gd name="T66" fmla="*/ 30 w 544"/>
                  <a:gd name="T67" fmla="*/ 455 h 737"/>
                  <a:gd name="T68" fmla="*/ 24 w 544"/>
                  <a:gd name="T69" fmla="*/ 402 h 737"/>
                  <a:gd name="T70" fmla="*/ 24 w 544"/>
                  <a:gd name="T71" fmla="*/ 402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19" name="Freeform 39">
                <a:extLst>
                  <a:ext uri="{FF2B5EF4-FFF2-40B4-BE49-F238E27FC236}">
                    <a16:creationId xmlns:a16="http://schemas.microsoft.com/office/drawing/2014/main" id="{72E5E102-44AD-EEFF-82C7-2B4EE0C6F16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>
                  <a:gd name="T0" fmla="*/ 12 w 609"/>
                  <a:gd name="T1" fmla="*/ 12 h 252"/>
                  <a:gd name="T2" fmla="*/ 113 w 609"/>
                  <a:gd name="T3" fmla="*/ 18 h 252"/>
                  <a:gd name="T4" fmla="*/ 203 w 609"/>
                  <a:gd name="T5" fmla="*/ 30 h 252"/>
                  <a:gd name="T6" fmla="*/ 292 w 609"/>
                  <a:gd name="T7" fmla="*/ 48 h 252"/>
                  <a:gd name="T8" fmla="*/ 376 w 609"/>
                  <a:gd name="T9" fmla="*/ 78 h 252"/>
                  <a:gd name="T10" fmla="*/ 448 w 609"/>
                  <a:gd name="T11" fmla="*/ 114 h 252"/>
                  <a:gd name="T12" fmla="*/ 514 w 609"/>
                  <a:gd name="T13" fmla="*/ 156 h 252"/>
                  <a:gd name="T14" fmla="*/ 567 w 609"/>
                  <a:gd name="T15" fmla="*/ 198 h 252"/>
                  <a:gd name="T16" fmla="*/ 609 w 609"/>
                  <a:gd name="T17" fmla="*/ 252 h 252"/>
                  <a:gd name="T18" fmla="*/ 609 w 609"/>
                  <a:gd name="T19" fmla="*/ 216 h 252"/>
                  <a:gd name="T20" fmla="*/ 561 w 609"/>
                  <a:gd name="T21" fmla="*/ 168 h 252"/>
                  <a:gd name="T22" fmla="*/ 502 w 609"/>
                  <a:gd name="T23" fmla="*/ 126 h 252"/>
                  <a:gd name="T24" fmla="*/ 436 w 609"/>
                  <a:gd name="T25" fmla="*/ 90 h 252"/>
                  <a:gd name="T26" fmla="*/ 364 w 609"/>
                  <a:gd name="T27" fmla="*/ 60 h 252"/>
                  <a:gd name="T28" fmla="*/ 286 w 609"/>
                  <a:gd name="T29" fmla="*/ 36 h 252"/>
                  <a:gd name="T30" fmla="*/ 197 w 609"/>
                  <a:gd name="T31" fmla="*/ 18 h 252"/>
                  <a:gd name="T32" fmla="*/ 107 w 609"/>
                  <a:gd name="T33" fmla="*/ 6 h 252"/>
                  <a:gd name="T34" fmla="*/ 12 w 609"/>
                  <a:gd name="T35" fmla="*/ 0 h 252"/>
                  <a:gd name="T36" fmla="*/ 6 w 609"/>
                  <a:gd name="T37" fmla="*/ 0 h 252"/>
                  <a:gd name="T38" fmla="*/ 0 w 609"/>
                  <a:gd name="T39" fmla="*/ 0 h 252"/>
                  <a:gd name="T40" fmla="*/ 0 w 609"/>
                  <a:gd name="T41" fmla="*/ 12 h 252"/>
                  <a:gd name="T42" fmla="*/ 6 w 609"/>
                  <a:gd name="T43" fmla="*/ 12 h 252"/>
                  <a:gd name="T44" fmla="*/ 12 w 609"/>
                  <a:gd name="T45" fmla="*/ 12 h 252"/>
                  <a:gd name="T46" fmla="*/ 12 w 609"/>
                  <a:gd name="T47" fmla="*/ 1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20" name="Freeform 40">
                <a:extLst>
                  <a:ext uri="{FF2B5EF4-FFF2-40B4-BE49-F238E27FC236}">
                    <a16:creationId xmlns:a16="http://schemas.microsoft.com/office/drawing/2014/main" id="{8E48060D-23CF-2A30-0684-2EBF17134E9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>
                  <a:gd name="T0" fmla="*/ 72 w 72"/>
                  <a:gd name="T1" fmla="*/ 0 h 54"/>
                  <a:gd name="T2" fmla="*/ 36 w 72"/>
                  <a:gd name="T3" fmla="*/ 30 h 54"/>
                  <a:gd name="T4" fmla="*/ 0 w 72"/>
                  <a:gd name="T5" fmla="*/ 54 h 54"/>
                  <a:gd name="T6" fmla="*/ 36 w 72"/>
                  <a:gd name="T7" fmla="*/ 54 h 54"/>
                  <a:gd name="T8" fmla="*/ 54 w 72"/>
                  <a:gd name="T9" fmla="*/ 42 h 54"/>
                  <a:gd name="T10" fmla="*/ 72 w 72"/>
                  <a:gd name="T11" fmla="*/ 24 h 54"/>
                  <a:gd name="T12" fmla="*/ 72 w 72"/>
                  <a:gd name="T13" fmla="*/ 24 h 54"/>
                  <a:gd name="T14" fmla="*/ 72 w 72"/>
                  <a:gd name="T15" fmla="*/ 0 h 54"/>
                  <a:gd name="T16" fmla="*/ 72 w 72"/>
                  <a:gd name="T1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21" name="Freeform 41">
                <a:extLst>
                  <a:ext uri="{FF2B5EF4-FFF2-40B4-BE49-F238E27FC236}">
                    <a16:creationId xmlns:a16="http://schemas.microsoft.com/office/drawing/2014/main" id="{4D93559D-BB19-7007-E454-986C6BDA8F3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>
                  <a:gd name="T0" fmla="*/ 299 w 705"/>
                  <a:gd name="T1" fmla="*/ 90 h 108"/>
                  <a:gd name="T2" fmla="*/ 221 w 705"/>
                  <a:gd name="T3" fmla="*/ 90 h 108"/>
                  <a:gd name="T4" fmla="*/ 143 w 705"/>
                  <a:gd name="T5" fmla="*/ 78 h 108"/>
                  <a:gd name="T6" fmla="*/ 0 w 705"/>
                  <a:gd name="T7" fmla="*/ 48 h 108"/>
                  <a:gd name="T8" fmla="*/ 0 w 705"/>
                  <a:gd name="T9" fmla="*/ 66 h 108"/>
                  <a:gd name="T10" fmla="*/ 143 w 705"/>
                  <a:gd name="T11" fmla="*/ 96 h 108"/>
                  <a:gd name="T12" fmla="*/ 221 w 705"/>
                  <a:gd name="T13" fmla="*/ 108 h 108"/>
                  <a:gd name="T14" fmla="*/ 299 w 705"/>
                  <a:gd name="T15" fmla="*/ 108 h 108"/>
                  <a:gd name="T16" fmla="*/ 412 w 705"/>
                  <a:gd name="T17" fmla="*/ 102 h 108"/>
                  <a:gd name="T18" fmla="*/ 520 w 705"/>
                  <a:gd name="T19" fmla="*/ 84 h 108"/>
                  <a:gd name="T20" fmla="*/ 615 w 705"/>
                  <a:gd name="T21" fmla="*/ 60 h 108"/>
                  <a:gd name="T22" fmla="*/ 705 w 705"/>
                  <a:gd name="T23" fmla="*/ 24 h 108"/>
                  <a:gd name="T24" fmla="*/ 705 w 705"/>
                  <a:gd name="T25" fmla="*/ 0 h 108"/>
                  <a:gd name="T26" fmla="*/ 615 w 705"/>
                  <a:gd name="T27" fmla="*/ 42 h 108"/>
                  <a:gd name="T28" fmla="*/ 520 w 705"/>
                  <a:gd name="T29" fmla="*/ 66 h 108"/>
                  <a:gd name="T30" fmla="*/ 412 w 705"/>
                  <a:gd name="T31" fmla="*/ 84 h 108"/>
                  <a:gd name="T32" fmla="*/ 299 w 705"/>
                  <a:gd name="T33" fmla="*/ 90 h 108"/>
                  <a:gd name="T34" fmla="*/ 299 w 705"/>
                  <a:gd name="T35" fmla="*/ 9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22" name="Freeform 42">
                <a:extLst>
                  <a:ext uri="{FF2B5EF4-FFF2-40B4-BE49-F238E27FC236}">
                    <a16:creationId xmlns:a16="http://schemas.microsoft.com/office/drawing/2014/main" id="{7F6F5C47-F79F-17BA-7B49-227743E45E0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>
                  <a:gd name="T0" fmla="*/ 119 w 143"/>
                  <a:gd name="T1" fmla="*/ 114 h 341"/>
                  <a:gd name="T2" fmla="*/ 113 w 143"/>
                  <a:gd name="T3" fmla="*/ 173 h 341"/>
                  <a:gd name="T4" fmla="*/ 89 w 143"/>
                  <a:gd name="T5" fmla="*/ 239 h 341"/>
                  <a:gd name="T6" fmla="*/ 47 w 143"/>
                  <a:gd name="T7" fmla="*/ 293 h 341"/>
                  <a:gd name="T8" fmla="*/ 0 w 143"/>
                  <a:gd name="T9" fmla="*/ 341 h 341"/>
                  <a:gd name="T10" fmla="*/ 29 w 143"/>
                  <a:gd name="T11" fmla="*/ 341 h 341"/>
                  <a:gd name="T12" fmla="*/ 77 w 143"/>
                  <a:gd name="T13" fmla="*/ 287 h 341"/>
                  <a:gd name="T14" fmla="*/ 113 w 143"/>
                  <a:gd name="T15" fmla="*/ 233 h 341"/>
                  <a:gd name="T16" fmla="*/ 137 w 143"/>
                  <a:gd name="T17" fmla="*/ 173 h 341"/>
                  <a:gd name="T18" fmla="*/ 143 w 143"/>
                  <a:gd name="T19" fmla="*/ 114 h 341"/>
                  <a:gd name="T20" fmla="*/ 137 w 143"/>
                  <a:gd name="T21" fmla="*/ 60 h 341"/>
                  <a:gd name="T22" fmla="*/ 119 w 143"/>
                  <a:gd name="T23" fmla="*/ 0 h 341"/>
                  <a:gd name="T24" fmla="*/ 89 w 143"/>
                  <a:gd name="T25" fmla="*/ 0 h 341"/>
                  <a:gd name="T26" fmla="*/ 113 w 143"/>
                  <a:gd name="T27" fmla="*/ 60 h 341"/>
                  <a:gd name="T28" fmla="*/ 119 w 143"/>
                  <a:gd name="T29" fmla="*/ 114 h 341"/>
                  <a:gd name="T30" fmla="*/ 119 w 143"/>
                  <a:gd name="T31" fmla="*/ 114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23" name="Freeform 43">
                <a:extLst>
                  <a:ext uri="{FF2B5EF4-FFF2-40B4-BE49-F238E27FC236}">
                    <a16:creationId xmlns:a16="http://schemas.microsoft.com/office/drawing/2014/main" id="{1FAFDFF9-A4DF-7694-CF81-683CF1986DE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>
                  <a:gd name="T0" fmla="*/ 59 w 83"/>
                  <a:gd name="T1" fmla="*/ 90 h 90"/>
                  <a:gd name="T2" fmla="*/ 83 w 83"/>
                  <a:gd name="T3" fmla="*/ 84 h 90"/>
                  <a:gd name="T4" fmla="*/ 71 w 83"/>
                  <a:gd name="T5" fmla="*/ 60 h 90"/>
                  <a:gd name="T6" fmla="*/ 53 w 83"/>
                  <a:gd name="T7" fmla="*/ 42 h 90"/>
                  <a:gd name="T8" fmla="*/ 6 w 83"/>
                  <a:gd name="T9" fmla="*/ 0 h 90"/>
                  <a:gd name="T10" fmla="*/ 0 w 83"/>
                  <a:gd name="T11" fmla="*/ 18 h 90"/>
                  <a:gd name="T12" fmla="*/ 35 w 83"/>
                  <a:gd name="T13" fmla="*/ 48 h 90"/>
                  <a:gd name="T14" fmla="*/ 59 w 83"/>
                  <a:gd name="T15" fmla="*/ 90 h 90"/>
                  <a:gd name="T16" fmla="*/ 59 w 83"/>
                  <a:gd name="T17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24" name="Freeform 44">
                <a:extLst>
                  <a:ext uri="{FF2B5EF4-FFF2-40B4-BE49-F238E27FC236}">
                    <a16:creationId xmlns:a16="http://schemas.microsoft.com/office/drawing/2014/main" id="{89388B1C-DAE6-FBE1-F032-23203550F53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>
                  <a:gd name="T0" fmla="*/ 693 w 717"/>
                  <a:gd name="T1" fmla="*/ 216 h 431"/>
                  <a:gd name="T2" fmla="*/ 687 w 717"/>
                  <a:gd name="T3" fmla="*/ 257 h 431"/>
                  <a:gd name="T4" fmla="*/ 669 w 717"/>
                  <a:gd name="T5" fmla="*/ 293 h 431"/>
                  <a:gd name="T6" fmla="*/ 633 w 717"/>
                  <a:gd name="T7" fmla="*/ 329 h 431"/>
                  <a:gd name="T8" fmla="*/ 598 w 717"/>
                  <a:gd name="T9" fmla="*/ 359 h 431"/>
                  <a:gd name="T10" fmla="*/ 544 w 717"/>
                  <a:gd name="T11" fmla="*/ 383 h 431"/>
                  <a:gd name="T12" fmla="*/ 490 w 717"/>
                  <a:gd name="T13" fmla="*/ 401 h 431"/>
                  <a:gd name="T14" fmla="*/ 424 w 717"/>
                  <a:gd name="T15" fmla="*/ 413 h 431"/>
                  <a:gd name="T16" fmla="*/ 359 w 717"/>
                  <a:gd name="T17" fmla="*/ 419 h 431"/>
                  <a:gd name="T18" fmla="*/ 293 w 717"/>
                  <a:gd name="T19" fmla="*/ 413 h 431"/>
                  <a:gd name="T20" fmla="*/ 227 w 717"/>
                  <a:gd name="T21" fmla="*/ 401 h 431"/>
                  <a:gd name="T22" fmla="*/ 173 w 717"/>
                  <a:gd name="T23" fmla="*/ 383 h 431"/>
                  <a:gd name="T24" fmla="*/ 119 w 717"/>
                  <a:gd name="T25" fmla="*/ 359 h 431"/>
                  <a:gd name="T26" fmla="*/ 84 w 717"/>
                  <a:gd name="T27" fmla="*/ 329 h 431"/>
                  <a:gd name="T28" fmla="*/ 48 w 717"/>
                  <a:gd name="T29" fmla="*/ 293 h 431"/>
                  <a:gd name="T30" fmla="*/ 30 w 717"/>
                  <a:gd name="T31" fmla="*/ 257 h 431"/>
                  <a:gd name="T32" fmla="*/ 24 w 717"/>
                  <a:gd name="T33" fmla="*/ 216 h 431"/>
                  <a:gd name="T34" fmla="*/ 30 w 717"/>
                  <a:gd name="T35" fmla="*/ 174 h 431"/>
                  <a:gd name="T36" fmla="*/ 48 w 717"/>
                  <a:gd name="T37" fmla="*/ 138 h 431"/>
                  <a:gd name="T38" fmla="*/ 84 w 717"/>
                  <a:gd name="T39" fmla="*/ 102 h 431"/>
                  <a:gd name="T40" fmla="*/ 119 w 717"/>
                  <a:gd name="T41" fmla="*/ 72 h 431"/>
                  <a:gd name="T42" fmla="*/ 173 w 717"/>
                  <a:gd name="T43" fmla="*/ 48 h 431"/>
                  <a:gd name="T44" fmla="*/ 227 w 717"/>
                  <a:gd name="T45" fmla="*/ 30 h 431"/>
                  <a:gd name="T46" fmla="*/ 293 w 717"/>
                  <a:gd name="T47" fmla="*/ 18 h 431"/>
                  <a:gd name="T48" fmla="*/ 359 w 717"/>
                  <a:gd name="T49" fmla="*/ 12 h 431"/>
                  <a:gd name="T50" fmla="*/ 418 w 717"/>
                  <a:gd name="T51" fmla="*/ 18 h 431"/>
                  <a:gd name="T52" fmla="*/ 478 w 717"/>
                  <a:gd name="T53" fmla="*/ 30 h 431"/>
                  <a:gd name="T54" fmla="*/ 532 w 717"/>
                  <a:gd name="T55" fmla="*/ 48 h 431"/>
                  <a:gd name="T56" fmla="*/ 580 w 717"/>
                  <a:gd name="T57" fmla="*/ 66 h 431"/>
                  <a:gd name="T58" fmla="*/ 586 w 717"/>
                  <a:gd name="T59" fmla="*/ 48 h 431"/>
                  <a:gd name="T60" fmla="*/ 478 w 717"/>
                  <a:gd name="T61" fmla="*/ 12 h 431"/>
                  <a:gd name="T62" fmla="*/ 418 w 717"/>
                  <a:gd name="T63" fmla="*/ 6 h 431"/>
                  <a:gd name="T64" fmla="*/ 359 w 717"/>
                  <a:gd name="T65" fmla="*/ 0 h 431"/>
                  <a:gd name="T66" fmla="*/ 287 w 717"/>
                  <a:gd name="T67" fmla="*/ 6 h 431"/>
                  <a:gd name="T68" fmla="*/ 221 w 717"/>
                  <a:gd name="T69" fmla="*/ 18 h 431"/>
                  <a:gd name="T70" fmla="*/ 161 w 717"/>
                  <a:gd name="T71" fmla="*/ 36 h 431"/>
                  <a:gd name="T72" fmla="*/ 107 w 717"/>
                  <a:gd name="T73" fmla="*/ 66 h 431"/>
                  <a:gd name="T74" fmla="*/ 60 w 717"/>
                  <a:gd name="T75" fmla="*/ 96 h 431"/>
                  <a:gd name="T76" fmla="*/ 30 w 717"/>
                  <a:gd name="T77" fmla="*/ 132 h 431"/>
                  <a:gd name="T78" fmla="*/ 6 w 717"/>
                  <a:gd name="T79" fmla="*/ 174 h 431"/>
                  <a:gd name="T80" fmla="*/ 0 w 717"/>
                  <a:gd name="T81" fmla="*/ 216 h 431"/>
                  <a:gd name="T82" fmla="*/ 6 w 717"/>
                  <a:gd name="T83" fmla="*/ 257 h 431"/>
                  <a:gd name="T84" fmla="*/ 30 w 717"/>
                  <a:gd name="T85" fmla="*/ 299 h 431"/>
                  <a:gd name="T86" fmla="*/ 60 w 717"/>
                  <a:gd name="T87" fmla="*/ 335 h 431"/>
                  <a:gd name="T88" fmla="*/ 107 w 717"/>
                  <a:gd name="T89" fmla="*/ 371 h 431"/>
                  <a:gd name="T90" fmla="*/ 161 w 717"/>
                  <a:gd name="T91" fmla="*/ 395 h 431"/>
                  <a:gd name="T92" fmla="*/ 221 w 717"/>
                  <a:gd name="T93" fmla="*/ 413 h 431"/>
                  <a:gd name="T94" fmla="*/ 287 w 717"/>
                  <a:gd name="T95" fmla="*/ 425 h 431"/>
                  <a:gd name="T96" fmla="*/ 359 w 717"/>
                  <a:gd name="T97" fmla="*/ 431 h 431"/>
                  <a:gd name="T98" fmla="*/ 430 w 717"/>
                  <a:gd name="T99" fmla="*/ 425 h 431"/>
                  <a:gd name="T100" fmla="*/ 496 w 717"/>
                  <a:gd name="T101" fmla="*/ 413 h 431"/>
                  <a:gd name="T102" fmla="*/ 562 w 717"/>
                  <a:gd name="T103" fmla="*/ 395 h 431"/>
                  <a:gd name="T104" fmla="*/ 610 w 717"/>
                  <a:gd name="T105" fmla="*/ 371 h 431"/>
                  <a:gd name="T106" fmla="*/ 657 w 717"/>
                  <a:gd name="T107" fmla="*/ 335 h 431"/>
                  <a:gd name="T108" fmla="*/ 687 w 717"/>
                  <a:gd name="T109" fmla="*/ 299 h 431"/>
                  <a:gd name="T110" fmla="*/ 711 w 717"/>
                  <a:gd name="T111" fmla="*/ 257 h 431"/>
                  <a:gd name="T112" fmla="*/ 717 w 717"/>
                  <a:gd name="T113" fmla="*/ 216 h 431"/>
                  <a:gd name="T114" fmla="*/ 717 w 717"/>
                  <a:gd name="T115" fmla="*/ 204 h 431"/>
                  <a:gd name="T116" fmla="*/ 711 w 717"/>
                  <a:gd name="T117" fmla="*/ 192 h 431"/>
                  <a:gd name="T118" fmla="*/ 687 w 717"/>
                  <a:gd name="T119" fmla="*/ 198 h 431"/>
                  <a:gd name="T120" fmla="*/ 693 w 717"/>
                  <a:gd name="T121" fmla="*/ 210 h 431"/>
                  <a:gd name="T122" fmla="*/ 693 w 717"/>
                  <a:gd name="T123" fmla="*/ 216 h 431"/>
                  <a:gd name="T124" fmla="*/ 693 w 717"/>
                  <a:gd name="T125" fmla="*/ 216 h 4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25" name="Freeform 45">
                <a:extLst>
                  <a:ext uri="{FF2B5EF4-FFF2-40B4-BE49-F238E27FC236}">
                    <a16:creationId xmlns:a16="http://schemas.microsoft.com/office/drawing/2014/main" id="{16983093-6124-0028-FB51-B75907056C7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>
                  <a:gd name="T0" fmla="*/ 616 w 909"/>
                  <a:gd name="T1" fmla="*/ 0 h 533"/>
                  <a:gd name="T2" fmla="*/ 616 w 909"/>
                  <a:gd name="T3" fmla="*/ 18 h 533"/>
                  <a:gd name="T4" fmla="*/ 724 w 909"/>
                  <a:gd name="T5" fmla="*/ 60 h 533"/>
                  <a:gd name="T6" fmla="*/ 765 w 909"/>
                  <a:gd name="T7" fmla="*/ 84 h 533"/>
                  <a:gd name="T8" fmla="*/ 807 w 909"/>
                  <a:gd name="T9" fmla="*/ 114 h 533"/>
                  <a:gd name="T10" fmla="*/ 837 w 909"/>
                  <a:gd name="T11" fmla="*/ 144 h 533"/>
                  <a:gd name="T12" fmla="*/ 861 w 909"/>
                  <a:gd name="T13" fmla="*/ 180 h 533"/>
                  <a:gd name="T14" fmla="*/ 873 w 909"/>
                  <a:gd name="T15" fmla="*/ 216 h 533"/>
                  <a:gd name="T16" fmla="*/ 879 w 909"/>
                  <a:gd name="T17" fmla="*/ 258 h 533"/>
                  <a:gd name="T18" fmla="*/ 873 w 909"/>
                  <a:gd name="T19" fmla="*/ 311 h 533"/>
                  <a:gd name="T20" fmla="*/ 843 w 909"/>
                  <a:gd name="T21" fmla="*/ 359 h 533"/>
                  <a:gd name="T22" fmla="*/ 807 w 909"/>
                  <a:gd name="T23" fmla="*/ 401 h 533"/>
                  <a:gd name="T24" fmla="*/ 753 w 909"/>
                  <a:gd name="T25" fmla="*/ 443 h 533"/>
                  <a:gd name="T26" fmla="*/ 694 w 909"/>
                  <a:gd name="T27" fmla="*/ 473 h 533"/>
                  <a:gd name="T28" fmla="*/ 622 w 909"/>
                  <a:gd name="T29" fmla="*/ 497 h 533"/>
                  <a:gd name="T30" fmla="*/ 538 w 909"/>
                  <a:gd name="T31" fmla="*/ 509 h 533"/>
                  <a:gd name="T32" fmla="*/ 455 w 909"/>
                  <a:gd name="T33" fmla="*/ 515 h 533"/>
                  <a:gd name="T34" fmla="*/ 371 w 909"/>
                  <a:gd name="T35" fmla="*/ 509 h 533"/>
                  <a:gd name="T36" fmla="*/ 287 w 909"/>
                  <a:gd name="T37" fmla="*/ 497 h 533"/>
                  <a:gd name="T38" fmla="*/ 215 w 909"/>
                  <a:gd name="T39" fmla="*/ 473 h 533"/>
                  <a:gd name="T40" fmla="*/ 156 w 909"/>
                  <a:gd name="T41" fmla="*/ 443 h 533"/>
                  <a:gd name="T42" fmla="*/ 102 w 909"/>
                  <a:gd name="T43" fmla="*/ 401 h 533"/>
                  <a:gd name="T44" fmla="*/ 66 w 909"/>
                  <a:gd name="T45" fmla="*/ 359 h 533"/>
                  <a:gd name="T46" fmla="*/ 36 w 909"/>
                  <a:gd name="T47" fmla="*/ 311 h 533"/>
                  <a:gd name="T48" fmla="*/ 30 w 909"/>
                  <a:gd name="T49" fmla="*/ 258 h 533"/>
                  <a:gd name="T50" fmla="*/ 36 w 909"/>
                  <a:gd name="T51" fmla="*/ 222 h 533"/>
                  <a:gd name="T52" fmla="*/ 48 w 909"/>
                  <a:gd name="T53" fmla="*/ 186 h 533"/>
                  <a:gd name="T54" fmla="*/ 66 w 909"/>
                  <a:gd name="T55" fmla="*/ 156 h 533"/>
                  <a:gd name="T56" fmla="*/ 90 w 909"/>
                  <a:gd name="T57" fmla="*/ 126 h 533"/>
                  <a:gd name="T58" fmla="*/ 66 w 909"/>
                  <a:gd name="T59" fmla="*/ 114 h 533"/>
                  <a:gd name="T60" fmla="*/ 36 w 909"/>
                  <a:gd name="T61" fmla="*/ 144 h 533"/>
                  <a:gd name="T62" fmla="*/ 18 w 909"/>
                  <a:gd name="T63" fmla="*/ 180 h 533"/>
                  <a:gd name="T64" fmla="*/ 6 w 909"/>
                  <a:gd name="T65" fmla="*/ 216 h 533"/>
                  <a:gd name="T66" fmla="*/ 0 w 909"/>
                  <a:gd name="T67" fmla="*/ 258 h 533"/>
                  <a:gd name="T68" fmla="*/ 12 w 909"/>
                  <a:gd name="T69" fmla="*/ 311 h 533"/>
                  <a:gd name="T70" fmla="*/ 36 w 909"/>
                  <a:gd name="T71" fmla="*/ 365 h 533"/>
                  <a:gd name="T72" fmla="*/ 78 w 909"/>
                  <a:gd name="T73" fmla="*/ 413 h 533"/>
                  <a:gd name="T74" fmla="*/ 132 w 909"/>
                  <a:gd name="T75" fmla="*/ 449 h 533"/>
                  <a:gd name="T76" fmla="*/ 203 w 909"/>
                  <a:gd name="T77" fmla="*/ 485 h 533"/>
                  <a:gd name="T78" fmla="*/ 275 w 909"/>
                  <a:gd name="T79" fmla="*/ 509 h 533"/>
                  <a:gd name="T80" fmla="*/ 365 w 909"/>
                  <a:gd name="T81" fmla="*/ 527 h 533"/>
                  <a:gd name="T82" fmla="*/ 455 w 909"/>
                  <a:gd name="T83" fmla="*/ 533 h 533"/>
                  <a:gd name="T84" fmla="*/ 544 w 909"/>
                  <a:gd name="T85" fmla="*/ 527 h 533"/>
                  <a:gd name="T86" fmla="*/ 634 w 909"/>
                  <a:gd name="T87" fmla="*/ 509 h 533"/>
                  <a:gd name="T88" fmla="*/ 712 w 909"/>
                  <a:gd name="T89" fmla="*/ 485 h 533"/>
                  <a:gd name="T90" fmla="*/ 777 w 909"/>
                  <a:gd name="T91" fmla="*/ 449 h 533"/>
                  <a:gd name="T92" fmla="*/ 831 w 909"/>
                  <a:gd name="T93" fmla="*/ 413 h 533"/>
                  <a:gd name="T94" fmla="*/ 873 w 909"/>
                  <a:gd name="T95" fmla="*/ 365 h 533"/>
                  <a:gd name="T96" fmla="*/ 897 w 909"/>
                  <a:gd name="T97" fmla="*/ 311 h 533"/>
                  <a:gd name="T98" fmla="*/ 909 w 909"/>
                  <a:gd name="T99" fmla="*/ 258 h 533"/>
                  <a:gd name="T100" fmla="*/ 903 w 909"/>
                  <a:gd name="T101" fmla="*/ 216 h 533"/>
                  <a:gd name="T102" fmla="*/ 885 w 909"/>
                  <a:gd name="T103" fmla="*/ 174 h 533"/>
                  <a:gd name="T104" fmla="*/ 861 w 909"/>
                  <a:gd name="T105" fmla="*/ 132 h 533"/>
                  <a:gd name="T106" fmla="*/ 825 w 909"/>
                  <a:gd name="T107" fmla="*/ 102 h 533"/>
                  <a:gd name="T108" fmla="*/ 783 w 909"/>
                  <a:gd name="T109" fmla="*/ 66 h 533"/>
                  <a:gd name="T110" fmla="*/ 735 w 909"/>
                  <a:gd name="T111" fmla="*/ 42 h 533"/>
                  <a:gd name="T112" fmla="*/ 616 w 909"/>
                  <a:gd name="T113" fmla="*/ 0 h 533"/>
                  <a:gd name="T114" fmla="*/ 616 w 909"/>
                  <a:gd name="T115" fmla="*/ 0 h 5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26" name="Freeform 46">
                <a:extLst>
                  <a:ext uri="{FF2B5EF4-FFF2-40B4-BE49-F238E27FC236}">
                    <a16:creationId xmlns:a16="http://schemas.microsoft.com/office/drawing/2014/main" id="{94C253F5-9906-6917-CBC5-5D821A77442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>
                  <a:gd name="T0" fmla="*/ 240 w 365"/>
                  <a:gd name="T1" fmla="*/ 18 h 66"/>
                  <a:gd name="T2" fmla="*/ 299 w 365"/>
                  <a:gd name="T3" fmla="*/ 24 h 66"/>
                  <a:gd name="T4" fmla="*/ 359 w 365"/>
                  <a:gd name="T5" fmla="*/ 30 h 66"/>
                  <a:gd name="T6" fmla="*/ 365 w 365"/>
                  <a:gd name="T7" fmla="*/ 12 h 66"/>
                  <a:gd name="T8" fmla="*/ 305 w 365"/>
                  <a:gd name="T9" fmla="*/ 6 h 66"/>
                  <a:gd name="T10" fmla="*/ 240 w 365"/>
                  <a:gd name="T11" fmla="*/ 0 h 66"/>
                  <a:gd name="T12" fmla="*/ 174 w 365"/>
                  <a:gd name="T13" fmla="*/ 6 h 66"/>
                  <a:gd name="T14" fmla="*/ 114 w 365"/>
                  <a:gd name="T15" fmla="*/ 12 h 66"/>
                  <a:gd name="T16" fmla="*/ 0 w 365"/>
                  <a:gd name="T17" fmla="*/ 42 h 66"/>
                  <a:gd name="T18" fmla="*/ 0 w 365"/>
                  <a:gd name="T19" fmla="*/ 66 h 66"/>
                  <a:gd name="T20" fmla="*/ 54 w 365"/>
                  <a:gd name="T21" fmla="*/ 48 h 66"/>
                  <a:gd name="T22" fmla="*/ 114 w 365"/>
                  <a:gd name="T23" fmla="*/ 30 h 66"/>
                  <a:gd name="T24" fmla="*/ 174 w 365"/>
                  <a:gd name="T25" fmla="*/ 24 h 66"/>
                  <a:gd name="T26" fmla="*/ 240 w 365"/>
                  <a:gd name="T27" fmla="*/ 18 h 66"/>
                  <a:gd name="T28" fmla="*/ 240 w 365"/>
                  <a:gd name="T29" fmla="*/ 18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27" name="Freeform 47">
                <a:extLst>
                  <a:ext uri="{FF2B5EF4-FFF2-40B4-BE49-F238E27FC236}">
                    <a16:creationId xmlns:a16="http://schemas.microsoft.com/office/drawing/2014/main" id="{13F70BEA-6E54-9CD9-1AB8-B62007519A6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>
                  <a:gd name="T0" fmla="*/ 66 w 66"/>
                  <a:gd name="T1" fmla="*/ 18 h 48"/>
                  <a:gd name="T2" fmla="*/ 48 w 66"/>
                  <a:gd name="T3" fmla="*/ 0 h 48"/>
                  <a:gd name="T4" fmla="*/ 24 w 66"/>
                  <a:gd name="T5" fmla="*/ 12 h 48"/>
                  <a:gd name="T6" fmla="*/ 0 w 66"/>
                  <a:gd name="T7" fmla="*/ 30 h 48"/>
                  <a:gd name="T8" fmla="*/ 12 w 66"/>
                  <a:gd name="T9" fmla="*/ 48 h 48"/>
                  <a:gd name="T10" fmla="*/ 42 w 66"/>
                  <a:gd name="T11" fmla="*/ 30 h 48"/>
                  <a:gd name="T12" fmla="*/ 66 w 66"/>
                  <a:gd name="T13" fmla="*/ 18 h 48"/>
                  <a:gd name="T14" fmla="*/ 66 w 66"/>
                  <a:gd name="T15" fmla="*/ 1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28" name="Oval 48">
                <a:extLst>
                  <a:ext uri="{FF2B5EF4-FFF2-40B4-BE49-F238E27FC236}">
                    <a16:creationId xmlns:a16="http://schemas.microsoft.com/office/drawing/2014/main" id="{0EEF3180-ECDD-9FB2-AD51-C1FDC02CFC8B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546" y="3608"/>
                <a:ext cx="518" cy="31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29" name="Oval 49">
                <a:extLst>
                  <a:ext uri="{FF2B5EF4-FFF2-40B4-BE49-F238E27FC236}">
                    <a16:creationId xmlns:a16="http://schemas.microsoft.com/office/drawing/2014/main" id="{7EF96C9E-1FF0-4DF6-C723-6FC202535F32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578" y="3630"/>
                <a:ext cx="446" cy="27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30" name="Oval 50">
                <a:extLst>
                  <a:ext uri="{FF2B5EF4-FFF2-40B4-BE49-F238E27FC236}">
                    <a16:creationId xmlns:a16="http://schemas.microsoft.com/office/drawing/2014/main" id="{16D05564-8042-027F-2A6B-2E6498FEF3E1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10" y="3650"/>
                <a:ext cx="386" cy="233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31" name="Oval 51">
                <a:extLst>
                  <a:ext uri="{FF2B5EF4-FFF2-40B4-BE49-F238E27FC236}">
                    <a16:creationId xmlns:a16="http://schemas.microsoft.com/office/drawing/2014/main" id="{C6529025-7C9D-BE3F-77F5-3C90600664DF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54" y="3678"/>
                <a:ext cx="298" cy="1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32" name="Oval 52">
                <a:extLst>
                  <a:ext uri="{FF2B5EF4-FFF2-40B4-BE49-F238E27FC236}">
                    <a16:creationId xmlns:a16="http://schemas.microsoft.com/office/drawing/2014/main" id="{E01D6249-BAD3-9AAB-7415-0E4D4F491988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90" y="3698"/>
                <a:ext cx="222" cy="139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33" name="Oval 53">
                <a:extLst>
                  <a:ext uri="{FF2B5EF4-FFF2-40B4-BE49-F238E27FC236}">
                    <a16:creationId xmlns:a16="http://schemas.microsoft.com/office/drawing/2014/main" id="{03956287-2406-97CC-EAD1-338977F15CD1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738" y="3728"/>
                <a:ext cx="126" cy="8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0534" name="Group 54">
              <a:extLst>
                <a:ext uri="{FF2B5EF4-FFF2-40B4-BE49-F238E27FC236}">
                  <a16:creationId xmlns:a16="http://schemas.microsoft.com/office/drawing/2014/main" id="{3B171E7C-54EE-A4AC-8082-56371B1B6C6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5280" y="3024"/>
              <a:ext cx="425" cy="258"/>
              <a:chOff x="5280" y="3024"/>
              <a:chExt cx="425" cy="258"/>
            </a:xfrm>
          </p:grpSpPr>
          <p:sp>
            <p:nvSpPr>
              <p:cNvPr id="20535" name="Freeform 55">
                <a:extLst>
                  <a:ext uri="{FF2B5EF4-FFF2-40B4-BE49-F238E27FC236}">
                    <a16:creationId xmlns:a16="http://schemas.microsoft.com/office/drawing/2014/main" id="{9F8355AD-DD09-3991-EAE6-DDBD470D583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>
                  <a:gd name="T0" fmla="*/ 209 w 382"/>
                  <a:gd name="T1" fmla="*/ 96 h 96"/>
                  <a:gd name="T2" fmla="*/ 143 w 382"/>
                  <a:gd name="T3" fmla="*/ 90 h 96"/>
                  <a:gd name="T4" fmla="*/ 83 w 382"/>
                  <a:gd name="T5" fmla="*/ 66 h 96"/>
                  <a:gd name="T6" fmla="*/ 35 w 382"/>
                  <a:gd name="T7" fmla="*/ 36 h 96"/>
                  <a:gd name="T8" fmla="*/ 6 w 382"/>
                  <a:gd name="T9" fmla="*/ 0 h 96"/>
                  <a:gd name="T10" fmla="*/ 0 w 382"/>
                  <a:gd name="T11" fmla="*/ 6 h 96"/>
                  <a:gd name="T12" fmla="*/ 29 w 382"/>
                  <a:gd name="T13" fmla="*/ 42 h 96"/>
                  <a:gd name="T14" fmla="*/ 77 w 382"/>
                  <a:gd name="T15" fmla="*/ 72 h 96"/>
                  <a:gd name="T16" fmla="*/ 137 w 382"/>
                  <a:gd name="T17" fmla="*/ 90 h 96"/>
                  <a:gd name="T18" fmla="*/ 209 w 382"/>
                  <a:gd name="T19" fmla="*/ 96 h 96"/>
                  <a:gd name="T20" fmla="*/ 263 w 382"/>
                  <a:gd name="T21" fmla="*/ 90 h 96"/>
                  <a:gd name="T22" fmla="*/ 311 w 382"/>
                  <a:gd name="T23" fmla="*/ 84 h 96"/>
                  <a:gd name="T24" fmla="*/ 352 w 382"/>
                  <a:gd name="T25" fmla="*/ 66 h 96"/>
                  <a:gd name="T26" fmla="*/ 382 w 382"/>
                  <a:gd name="T27" fmla="*/ 42 h 96"/>
                  <a:gd name="T28" fmla="*/ 376 w 382"/>
                  <a:gd name="T29" fmla="*/ 42 h 96"/>
                  <a:gd name="T30" fmla="*/ 346 w 382"/>
                  <a:gd name="T31" fmla="*/ 66 h 96"/>
                  <a:gd name="T32" fmla="*/ 305 w 382"/>
                  <a:gd name="T33" fmla="*/ 78 h 96"/>
                  <a:gd name="T34" fmla="*/ 263 w 382"/>
                  <a:gd name="T35" fmla="*/ 90 h 96"/>
                  <a:gd name="T36" fmla="*/ 209 w 382"/>
                  <a:gd name="T37" fmla="*/ 96 h 96"/>
                  <a:gd name="T38" fmla="*/ 209 w 382"/>
                  <a:gd name="T39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36" name="Freeform 56">
                <a:extLst>
                  <a:ext uri="{FF2B5EF4-FFF2-40B4-BE49-F238E27FC236}">
                    <a16:creationId xmlns:a16="http://schemas.microsoft.com/office/drawing/2014/main" id="{5C42DC4D-B8B1-0A90-D80F-867F5794588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>
                  <a:gd name="T0" fmla="*/ 174 w 258"/>
                  <a:gd name="T1" fmla="*/ 0 h 54"/>
                  <a:gd name="T2" fmla="*/ 216 w 258"/>
                  <a:gd name="T3" fmla="*/ 6 h 54"/>
                  <a:gd name="T4" fmla="*/ 258 w 258"/>
                  <a:gd name="T5" fmla="*/ 12 h 54"/>
                  <a:gd name="T6" fmla="*/ 252 w 258"/>
                  <a:gd name="T7" fmla="*/ 6 h 54"/>
                  <a:gd name="T8" fmla="*/ 216 w 258"/>
                  <a:gd name="T9" fmla="*/ 0 h 54"/>
                  <a:gd name="T10" fmla="*/ 174 w 258"/>
                  <a:gd name="T11" fmla="*/ 0 h 54"/>
                  <a:gd name="T12" fmla="*/ 120 w 258"/>
                  <a:gd name="T13" fmla="*/ 6 h 54"/>
                  <a:gd name="T14" fmla="*/ 78 w 258"/>
                  <a:gd name="T15" fmla="*/ 12 h 54"/>
                  <a:gd name="T16" fmla="*/ 36 w 258"/>
                  <a:gd name="T17" fmla="*/ 30 h 54"/>
                  <a:gd name="T18" fmla="*/ 0 w 258"/>
                  <a:gd name="T19" fmla="*/ 48 h 54"/>
                  <a:gd name="T20" fmla="*/ 6 w 258"/>
                  <a:gd name="T21" fmla="*/ 54 h 54"/>
                  <a:gd name="T22" fmla="*/ 36 w 258"/>
                  <a:gd name="T23" fmla="*/ 36 h 54"/>
                  <a:gd name="T24" fmla="*/ 78 w 258"/>
                  <a:gd name="T25" fmla="*/ 18 h 54"/>
                  <a:gd name="T26" fmla="*/ 120 w 258"/>
                  <a:gd name="T27" fmla="*/ 6 h 54"/>
                  <a:gd name="T28" fmla="*/ 174 w 258"/>
                  <a:gd name="T29" fmla="*/ 0 h 54"/>
                  <a:gd name="T30" fmla="*/ 174 w 258"/>
                  <a:gd name="T31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37" name="Freeform 57">
                <a:extLst>
                  <a:ext uri="{FF2B5EF4-FFF2-40B4-BE49-F238E27FC236}">
                    <a16:creationId xmlns:a16="http://schemas.microsoft.com/office/drawing/2014/main" id="{3B79B065-8CB3-D2A5-7259-78F686B10A3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>
                  <a:gd name="T0" fmla="*/ 54 w 60"/>
                  <a:gd name="T1" fmla="*/ 90 h 156"/>
                  <a:gd name="T2" fmla="*/ 48 w 60"/>
                  <a:gd name="T3" fmla="*/ 126 h 156"/>
                  <a:gd name="T4" fmla="*/ 24 w 60"/>
                  <a:gd name="T5" fmla="*/ 156 h 156"/>
                  <a:gd name="T6" fmla="*/ 30 w 60"/>
                  <a:gd name="T7" fmla="*/ 156 h 156"/>
                  <a:gd name="T8" fmla="*/ 54 w 60"/>
                  <a:gd name="T9" fmla="*/ 126 h 156"/>
                  <a:gd name="T10" fmla="*/ 60 w 60"/>
                  <a:gd name="T11" fmla="*/ 90 h 156"/>
                  <a:gd name="T12" fmla="*/ 54 w 60"/>
                  <a:gd name="T13" fmla="*/ 66 h 156"/>
                  <a:gd name="T14" fmla="*/ 48 w 60"/>
                  <a:gd name="T15" fmla="*/ 42 h 156"/>
                  <a:gd name="T16" fmla="*/ 30 w 60"/>
                  <a:gd name="T17" fmla="*/ 18 h 156"/>
                  <a:gd name="T18" fmla="*/ 6 w 60"/>
                  <a:gd name="T19" fmla="*/ 0 h 156"/>
                  <a:gd name="T20" fmla="*/ 0 w 60"/>
                  <a:gd name="T21" fmla="*/ 6 h 156"/>
                  <a:gd name="T22" fmla="*/ 24 w 60"/>
                  <a:gd name="T23" fmla="*/ 24 h 156"/>
                  <a:gd name="T24" fmla="*/ 42 w 60"/>
                  <a:gd name="T25" fmla="*/ 42 h 156"/>
                  <a:gd name="T26" fmla="*/ 48 w 60"/>
                  <a:gd name="T27" fmla="*/ 66 h 156"/>
                  <a:gd name="T28" fmla="*/ 54 w 60"/>
                  <a:gd name="T29" fmla="*/ 90 h 156"/>
                  <a:gd name="T30" fmla="*/ 54 w 60"/>
                  <a:gd name="T31" fmla="*/ 9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38" name="Freeform 58">
                <a:extLst>
                  <a:ext uri="{FF2B5EF4-FFF2-40B4-BE49-F238E27FC236}">
                    <a16:creationId xmlns:a16="http://schemas.microsoft.com/office/drawing/2014/main" id="{81517867-734C-C7E0-49A6-74BA2D060F4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>
                  <a:gd name="T0" fmla="*/ 114 w 192"/>
                  <a:gd name="T1" fmla="*/ 12 h 18"/>
                  <a:gd name="T2" fmla="*/ 72 w 192"/>
                  <a:gd name="T3" fmla="*/ 6 h 18"/>
                  <a:gd name="T4" fmla="*/ 30 w 192"/>
                  <a:gd name="T5" fmla="*/ 0 h 18"/>
                  <a:gd name="T6" fmla="*/ 0 w 192"/>
                  <a:gd name="T7" fmla="*/ 0 h 18"/>
                  <a:gd name="T8" fmla="*/ 54 w 192"/>
                  <a:gd name="T9" fmla="*/ 12 h 18"/>
                  <a:gd name="T10" fmla="*/ 114 w 192"/>
                  <a:gd name="T11" fmla="*/ 18 h 18"/>
                  <a:gd name="T12" fmla="*/ 156 w 192"/>
                  <a:gd name="T13" fmla="*/ 18 h 18"/>
                  <a:gd name="T14" fmla="*/ 192 w 192"/>
                  <a:gd name="T15" fmla="*/ 12 h 18"/>
                  <a:gd name="T16" fmla="*/ 186 w 192"/>
                  <a:gd name="T17" fmla="*/ 0 h 18"/>
                  <a:gd name="T18" fmla="*/ 150 w 192"/>
                  <a:gd name="T19" fmla="*/ 6 h 18"/>
                  <a:gd name="T20" fmla="*/ 114 w 192"/>
                  <a:gd name="T21" fmla="*/ 12 h 18"/>
                  <a:gd name="T22" fmla="*/ 114 w 192"/>
                  <a:gd name="T23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39" name="Freeform 59">
                <a:extLst>
                  <a:ext uri="{FF2B5EF4-FFF2-40B4-BE49-F238E27FC236}">
                    <a16:creationId xmlns:a16="http://schemas.microsoft.com/office/drawing/2014/main" id="{867DB2B0-0BB6-B967-C995-2A8A68DAE23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>
                  <a:gd name="T0" fmla="*/ 11 w 161"/>
                  <a:gd name="T1" fmla="*/ 114 h 186"/>
                  <a:gd name="T2" fmla="*/ 17 w 161"/>
                  <a:gd name="T3" fmla="*/ 96 h 186"/>
                  <a:gd name="T4" fmla="*/ 23 w 161"/>
                  <a:gd name="T5" fmla="*/ 78 h 186"/>
                  <a:gd name="T6" fmla="*/ 53 w 161"/>
                  <a:gd name="T7" fmla="*/ 42 h 186"/>
                  <a:gd name="T8" fmla="*/ 101 w 161"/>
                  <a:gd name="T9" fmla="*/ 18 h 186"/>
                  <a:gd name="T10" fmla="*/ 155 w 161"/>
                  <a:gd name="T11" fmla="*/ 6 h 186"/>
                  <a:gd name="T12" fmla="*/ 161 w 161"/>
                  <a:gd name="T13" fmla="*/ 0 h 186"/>
                  <a:gd name="T14" fmla="*/ 95 w 161"/>
                  <a:gd name="T15" fmla="*/ 12 h 186"/>
                  <a:gd name="T16" fmla="*/ 47 w 161"/>
                  <a:gd name="T17" fmla="*/ 36 h 186"/>
                  <a:gd name="T18" fmla="*/ 11 w 161"/>
                  <a:gd name="T19" fmla="*/ 72 h 186"/>
                  <a:gd name="T20" fmla="*/ 5 w 161"/>
                  <a:gd name="T21" fmla="*/ 90 h 186"/>
                  <a:gd name="T22" fmla="*/ 0 w 161"/>
                  <a:gd name="T23" fmla="*/ 114 h 186"/>
                  <a:gd name="T24" fmla="*/ 11 w 161"/>
                  <a:gd name="T25" fmla="*/ 150 h 186"/>
                  <a:gd name="T26" fmla="*/ 23 w 161"/>
                  <a:gd name="T27" fmla="*/ 168 h 186"/>
                  <a:gd name="T28" fmla="*/ 41 w 161"/>
                  <a:gd name="T29" fmla="*/ 186 h 186"/>
                  <a:gd name="T30" fmla="*/ 65 w 161"/>
                  <a:gd name="T31" fmla="*/ 186 h 186"/>
                  <a:gd name="T32" fmla="*/ 41 w 161"/>
                  <a:gd name="T33" fmla="*/ 168 h 186"/>
                  <a:gd name="T34" fmla="*/ 23 w 161"/>
                  <a:gd name="T35" fmla="*/ 150 h 186"/>
                  <a:gd name="T36" fmla="*/ 17 w 161"/>
                  <a:gd name="T37" fmla="*/ 132 h 186"/>
                  <a:gd name="T38" fmla="*/ 11 w 161"/>
                  <a:gd name="T39" fmla="*/ 114 h 186"/>
                  <a:gd name="T40" fmla="*/ 11 w 161"/>
                  <a:gd name="T41" fmla="*/ 114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40" name="Freeform 60">
                <a:extLst>
                  <a:ext uri="{FF2B5EF4-FFF2-40B4-BE49-F238E27FC236}">
                    <a16:creationId xmlns:a16="http://schemas.microsoft.com/office/drawing/2014/main" id="{42DCD3EE-C131-67D9-07D7-16A3F111B33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>
                  <a:gd name="T0" fmla="*/ 0 w 185"/>
                  <a:gd name="T1" fmla="*/ 6 h 210"/>
                  <a:gd name="T2" fmla="*/ 66 w 185"/>
                  <a:gd name="T3" fmla="*/ 12 h 210"/>
                  <a:gd name="T4" fmla="*/ 119 w 185"/>
                  <a:gd name="T5" fmla="*/ 36 h 210"/>
                  <a:gd name="T6" fmla="*/ 155 w 185"/>
                  <a:gd name="T7" fmla="*/ 72 h 210"/>
                  <a:gd name="T8" fmla="*/ 161 w 185"/>
                  <a:gd name="T9" fmla="*/ 90 h 210"/>
                  <a:gd name="T10" fmla="*/ 167 w 185"/>
                  <a:gd name="T11" fmla="*/ 114 h 210"/>
                  <a:gd name="T12" fmla="*/ 161 w 185"/>
                  <a:gd name="T13" fmla="*/ 138 h 210"/>
                  <a:gd name="T14" fmla="*/ 149 w 185"/>
                  <a:gd name="T15" fmla="*/ 162 h 210"/>
                  <a:gd name="T16" fmla="*/ 119 w 185"/>
                  <a:gd name="T17" fmla="*/ 180 h 210"/>
                  <a:gd name="T18" fmla="*/ 90 w 185"/>
                  <a:gd name="T19" fmla="*/ 198 h 210"/>
                  <a:gd name="T20" fmla="*/ 96 w 185"/>
                  <a:gd name="T21" fmla="*/ 210 h 210"/>
                  <a:gd name="T22" fmla="*/ 131 w 185"/>
                  <a:gd name="T23" fmla="*/ 192 h 210"/>
                  <a:gd name="T24" fmla="*/ 161 w 185"/>
                  <a:gd name="T25" fmla="*/ 168 h 210"/>
                  <a:gd name="T26" fmla="*/ 179 w 185"/>
                  <a:gd name="T27" fmla="*/ 144 h 210"/>
                  <a:gd name="T28" fmla="*/ 185 w 185"/>
                  <a:gd name="T29" fmla="*/ 114 h 210"/>
                  <a:gd name="T30" fmla="*/ 179 w 185"/>
                  <a:gd name="T31" fmla="*/ 90 h 210"/>
                  <a:gd name="T32" fmla="*/ 173 w 185"/>
                  <a:gd name="T33" fmla="*/ 66 h 210"/>
                  <a:gd name="T34" fmla="*/ 155 w 185"/>
                  <a:gd name="T35" fmla="*/ 48 h 210"/>
                  <a:gd name="T36" fmla="*/ 131 w 185"/>
                  <a:gd name="T37" fmla="*/ 30 h 210"/>
                  <a:gd name="T38" fmla="*/ 72 w 185"/>
                  <a:gd name="T39" fmla="*/ 6 h 210"/>
                  <a:gd name="T40" fmla="*/ 0 w 185"/>
                  <a:gd name="T41" fmla="*/ 0 h 210"/>
                  <a:gd name="T42" fmla="*/ 0 w 185"/>
                  <a:gd name="T43" fmla="*/ 6 h 210"/>
                  <a:gd name="T44" fmla="*/ 0 w 185"/>
                  <a:gd name="T45" fmla="*/ 6 h 210"/>
                  <a:gd name="T46" fmla="*/ 0 w 185"/>
                  <a:gd name="T47" fmla="*/ 6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41" name="Freeform 61">
                <a:extLst>
                  <a:ext uri="{FF2B5EF4-FFF2-40B4-BE49-F238E27FC236}">
                    <a16:creationId xmlns:a16="http://schemas.microsoft.com/office/drawing/2014/main" id="{59D75FDB-0AE2-DE8D-A847-B0B7101B8F55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>
                  <a:gd name="T0" fmla="*/ 150 w 299"/>
                  <a:gd name="T1" fmla="*/ 0 h 186"/>
                  <a:gd name="T2" fmla="*/ 90 w 299"/>
                  <a:gd name="T3" fmla="*/ 6 h 186"/>
                  <a:gd name="T4" fmla="*/ 42 w 299"/>
                  <a:gd name="T5" fmla="*/ 30 h 186"/>
                  <a:gd name="T6" fmla="*/ 12 w 299"/>
                  <a:gd name="T7" fmla="*/ 54 h 186"/>
                  <a:gd name="T8" fmla="*/ 6 w 299"/>
                  <a:gd name="T9" fmla="*/ 72 h 186"/>
                  <a:gd name="T10" fmla="*/ 0 w 299"/>
                  <a:gd name="T11" fmla="*/ 90 h 186"/>
                  <a:gd name="T12" fmla="*/ 6 w 299"/>
                  <a:gd name="T13" fmla="*/ 108 h 186"/>
                  <a:gd name="T14" fmla="*/ 12 w 299"/>
                  <a:gd name="T15" fmla="*/ 126 h 186"/>
                  <a:gd name="T16" fmla="*/ 42 w 299"/>
                  <a:gd name="T17" fmla="*/ 156 h 186"/>
                  <a:gd name="T18" fmla="*/ 90 w 299"/>
                  <a:gd name="T19" fmla="*/ 180 h 186"/>
                  <a:gd name="T20" fmla="*/ 150 w 299"/>
                  <a:gd name="T21" fmla="*/ 186 h 186"/>
                  <a:gd name="T22" fmla="*/ 209 w 299"/>
                  <a:gd name="T23" fmla="*/ 180 h 186"/>
                  <a:gd name="T24" fmla="*/ 257 w 299"/>
                  <a:gd name="T25" fmla="*/ 156 h 186"/>
                  <a:gd name="T26" fmla="*/ 287 w 299"/>
                  <a:gd name="T27" fmla="*/ 126 h 186"/>
                  <a:gd name="T28" fmla="*/ 299 w 299"/>
                  <a:gd name="T29" fmla="*/ 108 h 186"/>
                  <a:gd name="T30" fmla="*/ 299 w 299"/>
                  <a:gd name="T31" fmla="*/ 90 h 186"/>
                  <a:gd name="T32" fmla="*/ 299 w 299"/>
                  <a:gd name="T33" fmla="*/ 72 h 186"/>
                  <a:gd name="T34" fmla="*/ 287 w 299"/>
                  <a:gd name="T35" fmla="*/ 54 h 186"/>
                  <a:gd name="T36" fmla="*/ 257 w 299"/>
                  <a:gd name="T37" fmla="*/ 30 h 186"/>
                  <a:gd name="T38" fmla="*/ 209 w 299"/>
                  <a:gd name="T39" fmla="*/ 6 h 186"/>
                  <a:gd name="T40" fmla="*/ 150 w 299"/>
                  <a:gd name="T41" fmla="*/ 0 h 186"/>
                  <a:gd name="T42" fmla="*/ 150 w 299"/>
                  <a:gd name="T43" fmla="*/ 0 h 186"/>
                  <a:gd name="T44" fmla="*/ 150 w 299"/>
                  <a:gd name="T45" fmla="*/ 180 h 186"/>
                  <a:gd name="T46" fmla="*/ 96 w 299"/>
                  <a:gd name="T47" fmla="*/ 174 h 186"/>
                  <a:gd name="T48" fmla="*/ 48 w 299"/>
                  <a:gd name="T49" fmla="*/ 156 h 186"/>
                  <a:gd name="T50" fmla="*/ 18 w 299"/>
                  <a:gd name="T51" fmla="*/ 126 h 186"/>
                  <a:gd name="T52" fmla="*/ 12 w 299"/>
                  <a:gd name="T53" fmla="*/ 108 h 186"/>
                  <a:gd name="T54" fmla="*/ 6 w 299"/>
                  <a:gd name="T55" fmla="*/ 90 h 186"/>
                  <a:gd name="T56" fmla="*/ 12 w 299"/>
                  <a:gd name="T57" fmla="*/ 72 h 186"/>
                  <a:gd name="T58" fmla="*/ 18 w 299"/>
                  <a:gd name="T59" fmla="*/ 54 h 186"/>
                  <a:gd name="T60" fmla="*/ 48 w 299"/>
                  <a:gd name="T61" fmla="*/ 30 h 186"/>
                  <a:gd name="T62" fmla="*/ 96 w 299"/>
                  <a:gd name="T63" fmla="*/ 12 h 186"/>
                  <a:gd name="T64" fmla="*/ 150 w 299"/>
                  <a:gd name="T65" fmla="*/ 6 h 186"/>
                  <a:gd name="T66" fmla="*/ 203 w 299"/>
                  <a:gd name="T67" fmla="*/ 12 h 186"/>
                  <a:gd name="T68" fmla="*/ 251 w 299"/>
                  <a:gd name="T69" fmla="*/ 30 h 186"/>
                  <a:gd name="T70" fmla="*/ 281 w 299"/>
                  <a:gd name="T71" fmla="*/ 54 h 186"/>
                  <a:gd name="T72" fmla="*/ 293 w 299"/>
                  <a:gd name="T73" fmla="*/ 72 h 186"/>
                  <a:gd name="T74" fmla="*/ 293 w 299"/>
                  <a:gd name="T75" fmla="*/ 90 h 186"/>
                  <a:gd name="T76" fmla="*/ 293 w 299"/>
                  <a:gd name="T77" fmla="*/ 108 h 186"/>
                  <a:gd name="T78" fmla="*/ 281 w 299"/>
                  <a:gd name="T79" fmla="*/ 126 h 186"/>
                  <a:gd name="T80" fmla="*/ 251 w 299"/>
                  <a:gd name="T81" fmla="*/ 156 h 186"/>
                  <a:gd name="T82" fmla="*/ 203 w 299"/>
                  <a:gd name="T83" fmla="*/ 174 h 186"/>
                  <a:gd name="T84" fmla="*/ 150 w 299"/>
                  <a:gd name="T85" fmla="*/ 180 h 186"/>
                  <a:gd name="T86" fmla="*/ 150 w 299"/>
                  <a:gd name="T87" fmla="*/ 18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20542" name="Group 62">
                <a:extLst>
                  <a:ext uri="{FF2B5EF4-FFF2-40B4-BE49-F238E27FC236}">
                    <a16:creationId xmlns:a16="http://schemas.microsoft.com/office/drawing/2014/main" id="{0A70C332-95E3-5DF6-B25A-5E18D8A6C9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20543" name="Oval 63">
                  <a:extLst>
                    <a:ext uri="{FF2B5EF4-FFF2-40B4-BE49-F238E27FC236}">
                      <a16:creationId xmlns:a16="http://schemas.microsoft.com/office/drawing/2014/main" id="{2BC4F66E-931A-C6C9-FE33-12F410CD4188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544" name="Oval 64">
                  <a:extLst>
                    <a:ext uri="{FF2B5EF4-FFF2-40B4-BE49-F238E27FC236}">
                      <a16:creationId xmlns:a16="http://schemas.microsoft.com/office/drawing/2014/main" id="{B8AFD621-EFD8-5036-D4A5-67AAB561533A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545" name="Oval 65">
                  <a:extLst>
                    <a:ext uri="{FF2B5EF4-FFF2-40B4-BE49-F238E27FC236}">
                      <a16:creationId xmlns:a16="http://schemas.microsoft.com/office/drawing/2014/main" id="{B4D50504-84EC-F218-C7BB-E15E120A8E66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546" name="Oval 66">
                  <a:extLst>
                    <a:ext uri="{FF2B5EF4-FFF2-40B4-BE49-F238E27FC236}">
                      <a16:creationId xmlns:a16="http://schemas.microsoft.com/office/drawing/2014/main" id="{046419C7-EBFE-9E1B-20B7-3E6B06918C63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20547" name="Rectangle 67">
            <a:extLst>
              <a:ext uri="{FF2B5EF4-FFF2-40B4-BE49-F238E27FC236}">
                <a16:creationId xmlns:a16="http://schemas.microsoft.com/office/drawing/2014/main" id="{A22A73F4-5BA1-C2CF-020D-83230B5099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20548" name="Rectangle 68">
            <a:extLst>
              <a:ext uri="{FF2B5EF4-FFF2-40B4-BE49-F238E27FC236}">
                <a16:creationId xmlns:a16="http://schemas.microsoft.com/office/drawing/2014/main" id="{8D35B3B5-4759-2B4C-34CD-867A01E366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20549" name="Rectangle 69">
            <a:extLst>
              <a:ext uri="{FF2B5EF4-FFF2-40B4-BE49-F238E27FC236}">
                <a16:creationId xmlns:a16="http://schemas.microsoft.com/office/drawing/2014/main" id="{6C063E46-A8C5-64D8-9D0C-35FA4CC8EC4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20550" name="Rectangle 70">
            <a:extLst>
              <a:ext uri="{FF2B5EF4-FFF2-40B4-BE49-F238E27FC236}">
                <a16:creationId xmlns:a16="http://schemas.microsoft.com/office/drawing/2014/main" id="{1120072C-3FBA-57DA-A34D-FF2F688C772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20551" name="Rectangle 71">
            <a:extLst>
              <a:ext uri="{FF2B5EF4-FFF2-40B4-BE49-F238E27FC236}">
                <a16:creationId xmlns:a16="http://schemas.microsoft.com/office/drawing/2014/main" id="{9C4EE17D-BF17-9537-BE0D-1FEF0359803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B6FFDA97-AD86-46DF-9223-428C461F4A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Ø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anose="05000000000000000000" pitchFamily="2" charset="2"/>
        <a:buChar char="l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l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5E1580A-E843-2E82-5E60-77E0E10C59B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 altLang="pt-BR"/>
              <a:t>401</a:t>
            </a:r>
            <a:br>
              <a:rPr lang="pt-BR" altLang="pt-BR"/>
            </a:br>
            <a:r>
              <a:rPr lang="pt-BR" altLang="pt-BR"/>
              <a:t>Jesus Voltará</a:t>
            </a:r>
            <a:endParaRPr lang="en-US" altLang="pt-BR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43F6BCC-33DE-62BC-DC48-564CDEBF835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F5F861C-EE4B-5B1D-2CE4-CA7F833EC7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4449763"/>
          </a:xfrm>
        </p:spPr>
        <p:txBody>
          <a:bodyPr/>
          <a:lstStyle/>
          <a:p>
            <a:r>
              <a:rPr lang="pt-BR" altLang="pt-BR"/>
              <a:t>Tudo nos mostra que Cristo já volta</a:t>
            </a:r>
            <a:br>
              <a:rPr lang="pt-BR" altLang="pt-BR"/>
            </a:br>
            <a:r>
              <a:rPr lang="pt-BR" altLang="pt-BR"/>
              <a:t>Breve Jesus voltará!</a:t>
            </a:r>
            <a:br>
              <a:rPr lang="pt-BR" altLang="pt-BR"/>
            </a:br>
            <a:r>
              <a:rPr lang="pt-BR" altLang="pt-BR"/>
              <a:t>Já deste mundo o mar se revolta</a:t>
            </a:r>
            <a:br>
              <a:rPr lang="pt-BR" altLang="pt-BR"/>
            </a:br>
            <a:r>
              <a:rPr lang="pt-BR" altLang="pt-BR"/>
              <a:t>Breve Jesus voltará!</a:t>
            </a: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8E6B16D7-8713-C7C2-0D99-D5F3F3F6D2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9144000" cy="4572000"/>
          </a:xfrm>
        </p:spPr>
        <p:txBody>
          <a:bodyPr/>
          <a:lstStyle/>
          <a:p>
            <a:r>
              <a:rPr lang="pt-BR" altLang="pt-BR"/>
              <a:t>Breve virá. Breve virá</a:t>
            </a:r>
            <a:br>
              <a:rPr lang="pt-BR" altLang="pt-BR"/>
            </a:br>
            <a:r>
              <a:rPr lang="pt-BR" altLang="pt-BR"/>
              <a:t>Breve Jesus voltará</a:t>
            </a:r>
            <a:br>
              <a:rPr lang="pt-BR" altLang="pt-BR"/>
            </a:br>
            <a:endParaRPr lang="en-US" alt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D411C09E-F4F6-548A-9480-6B63B5CDAA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990600"/>
            <a:ext cx="9144000" cy="4800600"/>
          </a:xfrm>
        </p:spPr>
        <p:txBody>
          <a:bodyPr/>
          <a:lstStyle/>
          <a:p>
            <a:r>
              <a:rPr lang="pt-BR" altLang="pt-BR"/>
              <a:t>Cristão acorda Sua vinda é certa</a:t>
            </a:r>
            <a:br>
              <a:rPr lang="pt-BR" altLang="pt-BR"/>
            </a:br>
            <a:r>
              <a:rPr lang="pt-BR" altLang="pt-BR"/>
              <a:t>Breve Jesus voltará!</a:t>
            </a:r>
            <a:br>
              <a:rPr lang="pt-BR" altLang="pt-BR"/>
            </a:br>
            <a:r>
              <a:rPr lang="pt-BR" altLang="pt-BR"/>
              <a:t>Pra recebê-Lo estas bem alerta?</a:t>
            </a:r>
            <a:br>
              <a:rPr lang="pt-BR" altLang="pt-BR"/>
            </a:br>
            <a:r>
              <a:rPr lang="pt-BR" altLang="pt-BR"/>
              <a:t>Breve Jesus voltará!</a:t>
            </a:r>
            <a:br>
              <a:rPr lang="pt-BR" altLang="pt-BR"/>
            </a:br>
            <a:br>
              <a:rPr lang="pt-BR" altLang="pt-BR"/>
            </a:br>
            <a:br>
              <a:rPr lang="pt-BR" altLang="pt-BR"/>
            </a:br>
            <a:endParaRPr lang="en-US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5">
            <a:extLst>
              <a:ext uri="{FF2B5EF4-FFF2-40B4-BE49-F238E27FC236}">
                <a16:creationId xmlns:a16="http://schemas.microsoft.com/office/drawing/2014/main" id="{2582470A-2085-00F6-0763-9D11E80F09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4343400"/>
          </a:xfrm>
          <a:noFill/>
          <a:ln/>
        </p:spPr>
        <p:txBody>
          <a:bodyPr anchorCtr="0"/>
          <a:lstStyle/>
          <a:p>
            <a:r>
              <a:rPr lang="pt-BR" altLang="pt-BR"/>
              <a:t>Breve virá. Breve virá</a:t>
            </a:r>
            <a:br>
              <a:rPr lang="pt-BR" altLang="pt-BR"/>
            </a:br>
            <a:r>
              <a:rPr lang="pt-BR" altLang="pt-BR"/>
              <a:t>Breve Jesus voltará</a:t>
            </a:r>
            <a:br>
              <a:rPr lang="pt-BR" altLang="pt-BR"/>
            </a:br>
            <a:endParaRPr lang="en-US" alt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125EA636-1C6E-6454-973E-CC8F31F78E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029200"/>
          </a:xfrm>
        </p:spPr>
        <p:txBody>
          <a:bodyPr/>
          <a:lstStyle/>
          <a:p>
            <a:r>
              <a:rPr lang="pt-BR" altLang="pt-BR"/>
              <a:t>Crente proclama para os pecadores</a:t>
            </a:r>
            <a:br>
              <a:rPr lang="pt-BR" altLang="pt-BR"/>
            </a:br>
            <a:r>
              <a:rPr lang="pt-BR" altLang="pt-BR"/>
              <a:t>Breve Jesus voltará</a:t>
            </a:r>
            <a:br>
              <a:rPr lang="pt-BR" altLang="pt-BR"/>
            </a:br>
            <a:r>
              <a:rPr lang="pt-BR" altLang="pt-BR"/>
              <a:t>Não haverá mais tristezas nem</a:t>
            </a:r>
            <a:br>
              <a:rPr lang="pt-BR" altLang="pt-BR"/>
            </a:br>
            <a:r>
              <a:rPr lang="pt-BR" altLang="pt-BR"/>
              <a:t> dores</a:t>
            </a:r>
            <a:br>
              <a:rPr lang="pt-BR" altLang="pt-BR"/>
            </a:br>
            <a:r>
              <a:rPr lang="pt-BR" altLang="pt-BR"/>
              <a:t>Breve Jesus voltará.</a:t>
            </a:r>
            <a:endParaRPr lang="en-US" alt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>
            <a:extLst>
              <a:ext uri="{FF2B5EF4-FFF2-40B4-BE49-F238E27FC236}">
                <a16:creationId xmlns:a16="http://schemas.microsoft.com/office/drawing/2014/main" id="{F6C2589E-2FF3-3B4E-ACC5-E7E7C983B8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4648200"/>
          </a:xfrm>
          <a:noFill/>
          <a:ln/>
        </p:spPr>
        <p:txBody>
          <a:bodyPr anchorCtr="0"/>
          <a:lstStyle/>
          <a:p>
            <a:r>
              <a:rPr lang="pt-BR" altLang="pt-BR"/>
              <a:t>Breve virá. Breve virá</a:t>
            </a:r>
            <a:br>
              <a:rPr lang="pt-BR" altLang="pt-BR"/>
            </a:br>
            <a:r>
              <a:rPr lang="pt-BR" altLang="pt-BR"/>
              <a:t>Breve Jesus voltará</a:t>
            </a:r>
            <a:br>
              <a:rPr lang="pt-BR" altLang="pt-BR"/>
            </a:br>
            <a:endParaRPr lang="en-US" alt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FE1F0E25-1DA1-EC57-ABDE-99CFA71B3C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4953000"/>
          </a:xfrm>
        </p:spPr>
        <p:txBody>
          <a:bodyPr/>
          <a:lstStyle/>
          <a:p>
            <a:r>
              <a:rPr lang="pt-BR" altLang="pt-BR"/>
              <a:t>Consola o coração que lhe clama</a:t>
            </a:r>
            <a:br>
              <a:rPr lang="pt-BR" altLang="pt-BR"/>
            </a:br>
            <a:r>
              <a:rPr lang="pt-BR" altLang="pt-BR"/>
              <a:t>Breve Jesus voltará</a:t>
            </a:r>
            <a:br>
              <a:rPr lang="pt-BR" altLang="pt-BR"/>
            </a:br>
            <a:r>
              <a:rPr lang="pt-BR" altLang="pt-BR"/>
              <a:t>Pra Suas bodas o bom Rei nos chama:</a:t>
            </a:r>
            <a:br>
              <a:rPr lang="pt-BR" altLang="pt-BR"/>
            </a:br>
            <a:r>
              <a:rPr lang="pt-BR" altLang="pt-BR"/>
              <a:t>Breve Jesus voltará</a:t>
            </a:r>
            <a:endParaRPr lang="en-US" alt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>
            <a:extLst>
              <a:ext uri="{FF2B5EF4-FFF2-40B4-BE49-F238E27FC236}">
                <a16:creationId xmlns:a16="http://schemas.microsoft.com/office/drawing/2014/main" id="{2AD18514-A69B-3B04-C699-3C269CF20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105400"/>
          </a:xfrm>
          <a:noFill/>
          <a:ln/>
        </p:spPr>
        <p:txBody>
          <a:bodyPr anchorCtr="0"/>
          <a:lstStyle/>
          <a:p>
            <a:r>
              <a:rPr lang="pt-BR" altLang="pt-BR"/>
              <a:t>Breve virá. Breve virá</a:t>
            </a:r>
            <a:br>
              <a:rPr lang="pt-BR" altLang="pt-BR"/>
            </a:br>
            <a:r>
              <a:rPr lang="pt-BR" altLang="pt-BR"/>
              <a:t>Breve Jesus voltará</a:t>
            </a:r>
            <a:br>
              <a:rPr lang="pt-BR" altLang="pt-BR"/>
            </a:br>
            <a:endParaRPr lang="en-US" alt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dulações">
  <a:themeElements>
    <a:clrScheme name="Ondulações 3">
      <a:dk1>
        <a:srgbClr val="008AE8"/>
      </a:dk1>
      <a:lt1>
        <a:srgbClr val="FFFFFF"/>
      </a:lt1>
      <a:dk2>
        <a:srgbClr val="0068AE"/>
      </a:dk2>
      <a:lt2>
        <a:srgbClr val="CCECFF"/>
      </a:lt2>
      <a:accent1>
        <a:srgbClr val="009999"/>
      </a:accent1>
      <a:accent2>
        <a:srgbClr val="0088E4"/>
      </a:accent2>
      <a:accent3>
        <a:srgbClr val="AAB9D3"/>
      </a:accent3>
      <a:accent4>
        <a:srgbClr val="DADADA"/>
      </a:accent4>
      <a:accent5>
        <a:srgbClr val="AACACA"/>
      </a:accent5>
      <a:accent6>
        <a:srgbClr val="007BCF"/>
      </a:accent6>
      <a:hlink>
        <a:srgbClr val="99FF99"/>
      </a:hlink>
      <a:folHlink>
        <a:srgbClr val="AFE1FF"/>
      </a:folHlink>
    </a:clrScheme>
    <a:fontScheme name="Ondulaçõ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Ondulações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0099FF"/>
        </a:accent1>
        <a:accent2>
          <a:srgbClr val="006699"/>
        </a:accent2>
        <a:accent3>
          <a:srgbClr val="AAACB1"/>
        </a:accent3>
        <a:accent4>
          <a:srgbClr val="DADADA"/>
        </a:accent4>
        <a:accent5>
          <a:srgbClr val="AACAFF"/>
        </a:accent5>
        <a:accent6>
          <a:srgbClr val="005C8A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6D9D97"/>
        </a:accent1>
        <a:accent2>
          <a:srgbClr val="53718C"/>
        </a:accent2>
        <a:accent3>
          <a:srgbClr val="B0B9C3"/>
        </a:accent3>
        <a:accent4>
          <a:srgbClr val="DADADA"/>
        </a:accent4>
        <a:accent5>
          <a:srgbClr val="BACCC9"/>
        </a:accent5>
        <a:accent6>
          <a:srgbClr val="4A667E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9999"/>
        </a:accent1>
        <a:accent2>
          <a:srgbClr val="0088E4"/>
        </a:accent2>
        <a:accent3>
          <a:srgbClr val="AAB9D3"/>
        </a:accent3>
        <a:accent4>
          <a:srgbClr val="DADADA"/>
        </a:accent4>
        <a:accent5>
          <a:srgbClr val="AACACA"/>
        </a:accent5>
        <a:accent6>
          <a:srgbClr val="007BCF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66CCFF"/>
        </a:accent1>
        <a:accent2>
          <a:srgbClr val="9966FF"/>
        </a:accent2>
        <a:accent3>
          <a:srgbClr val="B8B8CA"/>
        </a:accent3>
        <a:accent4>
          <a:srgbClr val="DADADA"/>
        </a:accent4>
        <a:accent5>
          <a:srgbClr val="B8E2FF"/>
        </a:accent5>
        <a:accent6>
          <a:srgbClr val="8A5CE7"/>
        </a:accent6>
        <a:hlink>
          <a:srgbClr val="0099CC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99FF"/>
        </a:accent1>
        <a:accent2>
          <a:srgbClr val="008080"/>
        </a:accent2>
        <a:accent3>
          <a:srgbClr val="AAB8B8"/>
        </a:accent3>
        <a:accent4>
          <a:srgbClr val="DADADA"/>
        </a:accent4>
        <a:accent5>
          <a:srgbClr val="AACAFF"/>
        </a:accent5>
        <a:accent6>
          <a:srgbClr val="007373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9CA8A4"/>
        </a:accent1>
        <a:accent2>
          <a:srgbClr val="CBD7CE"/>
        </a:accent2>
        <a:accent3>
          <a:srgbClr val="CEDAD1"/>
        </a:accent3>
        <a:accent4>
          <a:srgbClr val="DADADA"/>
        </a:accent4>
        <a:accent5>
          <a:srgbClr val="CBD1CF"/>
        </a:accent5>
        <a:accent6>
          <a:srgbClr val="B8C3BA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5D8770"/>
        </a:accent1>
        <a:accent2>
          <a:srgbClr val="686B5D"/>
        </a:accent2>
        <a:accent3>
          <a:srgbClr val="B3B3AF"/>
        </a:accent3>
        <a:accent4>
          <a:srgbClr val="BCBAB1"/>
        </a:accent4>
        <a:accent5>
          <a:srgbClr val="B6C3BB"/>
        </a:accent5>
        <a:accent6>
          <a:srgbClr val="5E6053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A4BCC4"/>
        </a:accent1>
        <a:accent2>
          <a:srgbClr val="FFFFFF"/>
        </a:accent2>
        <a:accent3>
          <a:srgbClr val="F3F3F3"/>
        </a:accent3>
        <a:accent4>
          <a:srgbClr val="000000"/>
        </a:accent4>
        <a:accent5>
          <a:srgbClr val="CFDADE"/>
        </a:accent5>
        <a:accent6>
          <a:srgbClr val="E7E7E7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ndulações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FFCC66"/>
        </a:accent1>
        <a:accent2>
          <a:srgbClr val="E6E3AC"/>
        </a:accent2>
        <a:accent3>
          <a:srgbClr val="E8E5D9"/>
        </a:accent3>
        <a:accent4>
          <a:srgbClr val="000000"/>
        </a:accent4>
        <a:accent5>
          <a:srgbClr val="FFE2B8"/>
        </a:accent5>
        <a:accent6>
          <a:srgbClr val="D0CE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Ripple</Template>
  <TotalTime>21</TotalTime>
  <Words>142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Wingdings</vt:lpstr>
      <vt:lpstr>Ondulações</vt:lpstr>
      <vt:lpstr>401 Jesus Voltará</vt:lpstr>
      <vt:lpstr>Tudo nos mostra que Cristo já volta Breve Jesus voltará! Já deste mundo o mar se revolta Breve Jesus voltará!</vt:lpstr>
      <vt:lpstr>Breve virá. Breve virá Breve Jesus voltará </vt:lpstr>
      <vt:lpstr>Cristão acorda Sua vinda é certa Breve Jesus voltará! Pra recebê-Lo estas bem alerta? Breve Jesus voltará!   </vt:lpstr>
      <vt:lpstr>Breve virá. Breve virá Breve Jesus voltará </vt:lpstr>
      <vt:lpstr>Crente proclama para os pecadores Breve Jesus voltará Não haverá mais tristezas nem  dores Breve Jesus voltará.</vt:lpstr>
      <vt:lpstr>Breve virá. Breve virá Breve Jesus voltará </vt:lpstr>
      <vt:lpstr>Consola o coração que lhe clama Breve Jesus voltará Pra Suas bodas o bom Rei nos chama: Breve Jesus voltará</vt:lpstr>
      <vt:lpstr>Breve virá. Breve virá Breve Jesus voltará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401 Jesus Voltará</dc:title>
  <dc:creator>Junior</dc:creator>
  <cp:lastModifiedBy>Emerson Souza</cp:lastModifiedBy>
  <cp:revision>2</cp:revision>
  <dcterms:created xsi:type="dcterms:W3CDTF">2005-10-16T21:08:21Z</dcterms:created>
  <dcterms:modified xsi:type="dcterms:W3CDTF">2026-05-02T22:10:21Z</dcterms:modified>
</cp:coreProperties>
</file>