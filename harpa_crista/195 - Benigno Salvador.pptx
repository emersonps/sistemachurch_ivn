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3F7AE-1C7B-9B68-76F7-62423A6C0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9C3E64-7F85-EE5E-CAD7-29397F588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3C5DD7-4030-21D4-4EC2-E835F6C5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9966C8-FD10-C63A-8455-7722966B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1D63B4-EDFA-E2F2-8B66-1CADAA5C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7AC69E-25B0-41A9-A0C2-70C6D31401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273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AA933-2995-21C3-3339-16B7A30F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4DFD11-D95E-EADA-BA47-F942163ED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25462D-E2E4-B623-D521-951D8354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183547-B164-9A53-FD17-B1B6199D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425808-DA0E-21FA-C424-871F72C1A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0DEF20-8E47-47D8-A0FB-1646D942CD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04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82A6A-0B85-7B74-B90F-C0F7EFFA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6F7C56-7D03-A06F-28EB-EE4100BC5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4DF8AD-5B8E-07D0-1D24-89D9B26AB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0B5EB5-E197-ADE7-BA6F-35DF6E23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BAAF5E-DAA7-D959-E9F5-C42EB105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6E6DED-6EC6-4D4D-9FE1-9BB5886A15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351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EB2FE-244C-A540-AFF0-3C205DA7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358498-06A8-1745-73CF-ECD748827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C4E935-6181-A2BA-2505-7804F57EB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58A30B-410F-BA9F-C5BC-70C4AF28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BAAA8B-DF3D-AAC6-8AF5-8C6F052B1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E8BCFC-D775-2080-45DD-8440E18F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D2379C-169D-4635-9053-FF1449FC5F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337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A2591-87CF-A9B4-8B59-C2E1899E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42BBF4-A64A-4109-AD8B-B3A6D4F21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01BF8FE-5117-D118-CB43-6190A0AFD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EDAF2B0-DC1D-3827-2E27-09126B378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86FE5B1-1654-6234-91D3-73D9F2C5D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3C6A5E-5908-58AD-AAFC-A0FA7D6D8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EB353EF-7EAC-2780-6F70-CEABCF17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299D12D-8BDD-352C-98C5-0F921C75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41442-63FE-4B29-9594-2C7B682296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7804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E8C8B-691E-D992-13FA-5AFAD799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BAE3B2-218B-3938-5644-A0367ADE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E4CA55-B718-B54A-179F-0DD19AD2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AFB320-4E7A-FFBF-CCAD-7D11D4FE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5DC33-2D15-4BA2-88D6-8418502B58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243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F595FF-0366-9CD9-B3BF-39448411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9405A1F-1A0F-4EA1-DED8-2E2AAFB9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55528A-43FA-95FA-BD8C-9FDD13F3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1C6031-5926-4D29-840A-598841FD2D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056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AAEE6-4E6A-3D99-BF3B-3B5B217F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0C9040-E7FB-23F3-12C7-627F5689C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14D471-2D85-EF4C-A585-624BA64C6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3A3A35-219D-AC3E-3121-A0D5FE9A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53B822-50DC-58CA-910E-86F3EF9C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B938FE-6424-5B65-C931-F33171F4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9D7C8-3F40-4FF8-95A8-86934855B4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304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78BA7-806C-0675-82D0-30902601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94F7535-2905-D708-065C-F9E3A31F4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8EB2FD-7847-729A-9D81-28D1F87D4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D9949B-D9B5-055A-E205-D89BD6D9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393B85-6294-4793-4005-7CF6E903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1AB341-A842-77D0-66B5-013B3B82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954E0-7E4E-49CD-8BD6-719EA290F3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289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6AEEB-CE89-1BE0-8C1C-74DEB99E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3BBD90-A0E0-7F9E-2857-1E9201BEA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B0C1C-ABEE-6E32-9B0D-FEA6B38C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44690B-734D-8DFC-5A4D-0D697EC3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AB3060-B84A-9321-6178-FBD4FCB7C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D0EC43-DE48-49DA-94EC-0F61C86183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638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312D6F-1536-25F7-798A-A83FA1FE8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9493CE-23BA-D2A2-88C4-FF87CEB1C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2C61DE-D9AE-1B2B-4551-02B676EF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948302-92C2-859E-6CF8-EE92810E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8058A7-CEE3-18DE-71D8-2714C0FF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1A472-F1F5-4672-BE5E-C19D7DF80F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767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B865527-4F33-6051-C485-87658BA678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61AA362-F501-61A6-C3AE-9DF694CA86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E0A994F-C18E-FF52-D345-ACF5318238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D3A60F-3672-A880-F76E-6A8D7C71C04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882EC46-1F74-2464-0232-FCF1A6C84E2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15460AC-A381-4A2B-9EEC-5131EE96E1A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700F5C8-AEE5-6720-1129-A6907CCAC9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195</a:t>
            </a:r>
            <a:br>
              <a:rPr lang="en-US" altLang="pt-BR" sz="4000" b="1"/>
            </a:br>
            <a:r>
              <a:rPr lang="en-US" altLang="pt-BR" sz="4000" b="1"/>
              <a:t>BENIGNO SALVADOR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8BD48A2-D9CA-1E29-74F4-AEA7766E91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501AB58-303D-E112-5E38-244CE9817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Benigno Salvador! </a:t>
            </a:r>
            <a:br>
              <a:rPr lang="en-US" altLang="pt-BR" sz="3800" i="1"/>
            </a:br>
            <a:r>
              <a:rPr lang="en-US" altLang="pt-BR" sz="3800" i="1"/>
              <a:t>Com Tua aprovação, </a:t>
            </a:r>
            <a:br>
              <a:rPr lang="en-US" altLang="pt-BR" sz="3800" i="1"/>
            </a:br>
            <a:r>
              <a:rPr lang="en-US" altLang="pt-BR" sz="3800" i="1"/>
              <a:t>Consagra em doce amor esta feliz união, </a:t>
            </a:r>
            <a:br>
              <a:rPr lang="en-US" altLang="pt-BR" sz="3800" i="1"/>
            </a:br>
            <a:r>
              <a:rPr lang="en-US" altLang="pt-BR" sz="3800" i="1"/>
              <a:t>E sobre os noivos faz descer </a:t>
            </a:r>
            <a:br>
              <a:rPr lang="en-US" altLang="pt-BR" sz="3800" i="1"/>
            </a:br>
            <a:r>
              <a:rPr lang="en-US" altLang="pt-BR" sz="3800" i="1"/>
              <a:t>A graça que lhes é mister.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840CF31-B96E-EAE8-A799-C1D201CDA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Fá-los em paz andar unidos no Senhor, </a:t>
            </a:r>
            <a:br>
              <a:rPr lang="en-US" altLang="pt-BR" sz="4000" i="1"/>
            </a:br>
            <a:r>
              <a:rPr lang="en-US" altLang="pt-BR" sz="4000" i="1"/>
              <a:t>E a vida aqui passar </a:t>
            </a:r>
            <a:br>
              <a:rPr lang="en-US" altLang="pt-BR" sz="4000" i="1"/>
            </a:br>
            <a:r>
              <a:rPr lang="en-US" altLang="pt-BR" sz="4000" i="1"/>
              <a:t>Em terno e santo amor </a:t>
            </a:r>
            <a:br>
              <a:rPr lang="en-US" altLang="pt-BR" sz="4000" i="1"/>
            </a:br>
            <a:r>
              <a:rPr lang="en-US" altLang="pt-BR" sz="4000" i="1"/>
              <a:t>Ligados no amor de Deus; </a:t>
            </a:r>
            <a:br>
              <a:rPr lang="en-US" altLang="pt-BR" sz="4000" i="1"/>
            </a:br>
            <a:r>
              <a:rPr lang="en-US" altLang="pt-BR" sz="4000" i="1"/>
              <a:t>Caminhem juntos para os céus.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860AF36-0017-9DF1-29F8-70C027AAB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Ó digna-Te reger sua casa como Rei; Seus corações manter dóceis, à Tua lei; </a:t>
            </a:r>
            <a:br>
              <a:rPr lang="en-US" altLang="pt-BR" sz="3800" i="1"/>
            </a:br>
            <a:r>
              <a:rPr lang="en-US" altLang="pt-BR" sz="3800" i="1"/>
              <a:t>Livra-os de toda a tentação, </a:t>
            </a:r>
            <a:br>
              <a:rPr lang="en-US" altLang="pt-BR" sz="3800" i="1"/>
            </a:br>
            <a:r>
              <a:rPr lang="en-US" altLang="pt-BR" sz="3800" i="1"/>
              <a:t>Consola-os na tribulação.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57F1F82-FD5B-1488-8A46-C613AC41BE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Se o Salvador cumprir a nossa petição, Podemos descobrir nesta bendita união A sombra do celeste amor </a:t>
            </a:r>
            <a:br>
              <a:rPr lang="en-US" altLang="pt-BR" sz="4000" i="1"/>
            </a:br>
            <a:r>
              <a:rPr lang="en-US" altLang="pt-BR" sz="4000" i="1"/>
              <a:t>Dos salvos e seu Salvador.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195 BENIGNO SALVADOR </vt:lpstr>
      <vt:lpstr>Benigno Salvador!  Com Tua aprovação,  Consagra em doce amor esta feliz união,  E sobre os noivos faz descer  A graça que lhes é mister. </vt:lpstr>
      <vt:lpstr>Fá-los em paz andar unidos no Senhor,  E a vida aqui passar  Em terno e santo amor  Ligados no amor de Deus;  Caminhem juntos para os céus. </vt:lpstr>
      <vt:lpstr>Ó digna-Te reger sua casa como Rei; Seus corações manter dóceis, à Tua lei;  Livra-os de toda a tentação,  Consola-os na tribulação. </vt:lpstr>
      <vt:lpstr>Se o Salvador cumprir a nossa petição, Podemos descobrir nesta bendita união A sombra do celeste amor  Dos salvos e seu Salvador.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195 BENIGNO SALVADOR </dc:title>
  <dc:creator>Junior</dc:creator>
  <cp:lastModifiedBy>Emerson Souza</cp:lastModifiedBy>
  <cp:revision>1</cp:revision>
  <dcterms:created xsi:type="dcterms:W3CDTF">2005-12-23T17:54:53Z</dcterms:created>
  <dcterms:modified xsi:type="dcterms:W3CDTF">2026-05-02T21:53:07Z</dcterms:modified>
</cp:coreProperties>
</file>