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7488E-7B56-7597-16DE-28AA499BC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402FD7-B1BC-97E1-A1FF-CE3B6D330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65EA07-85FE-55B8-3DEC-E325A3AA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303FE0-3F26-F2EC-E604-0D108D19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E276DF-11C9-E99E-B8C4-131D671E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DACCC5-D6AD-4E97-8F73-EA9CBA4591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0606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6216D-46BD-8C65-B787-14801EC7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5A6CB5-B960-5ADB-00B4-AE434B3AF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CC37C1-29C7-E1EA-EF38-03A8E1DE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50762A-B8C5-71A0-4790-065848DD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CD4F73-8E68-8D8A-F51C-658BF9D9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1EC05-5F82-4D18-9F25-FD6A260531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604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269EC-5929-4E75-6AE9-581A2C409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00A049-A408-38B1-289B-31249B20C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E298E9-A86E-87E3-143E-C1ACAB1C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E1220B-E3A3-F70A-A575-2C28159E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2CDD2E-D655-CFFC-5A1A-8CFB0F95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7313F1-106A-4891-94F8-E4F06DD4B9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082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9AFB3-C068-8A67-61F1-BBEF1C8E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1F2E8B-2002-E4B8-E246-25C854ADF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CBCB6C-1E74-BC7F-FEE1-E6F4B6A9A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BE50DC-ED4F-DA53-48E9-D7B723C6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E336DD-5559-E3B5-1BC7-F00CF8F74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E0C2CF-9FA2-2120-E832-A9687DEA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DADC7F-6169-46B4-B946-049AC8743A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804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9C3AA-6661-248D-D02D-F6A9565B4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AD7AFF-387E-69A9-D52A-0FCAC6F7E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22D059-8225-966D-0707-D84CEC19C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3624FC6-482F-29F5-8FE8-E94336A61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2671A0-221E-5CB7-B85F-AD6994043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73FE34-2FD0-24A0-7F48-2E12C59D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1BA8C9-3C75-7D5C-905B-3593A32E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FB18F7-3095-59D7-6027-08F8CF134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26D3AE-888C-4E1B-9547-E7F109685A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8780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10877-D007-C99F-DE19-11C0AEE6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00E25FA-2DE5-3915-DC2D-15E2384B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B7D6B2-AA20-BD7D-D674-EBB31EF2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8C8C35-F9A1-54F8-0F8C-80B9D3CB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894B6B-70E2-406F-929B-8FEC30FF3D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079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87DBCEF-FEC4-27F3-10AE-46BDF962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AC7D41-B843-98BB-6FA9-761F5A06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4A5AE7-72AC-78F2-593C-3F78997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1728E7-465B-407A-9B25-66499C1673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433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84A85-378D-6D4D-0F91-D04B25FF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EE4542-0C27-452D-6B71-327D04FDC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718E46-531C-85D7-E529-1CE05B5E4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AD3778-6588-DEAE-0FC6-E70C0BEA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5B8BEA-BE4E-FAA7-1AE8-28B997BF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8E088A-E1B7-9DB2-F2C2-F8827BF3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187CE-72F1-4218-BB01-462F261F45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7762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74E15-8DCF-6884-E142-927C95D9C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9DAD60-0F39-DD91-3DF9-7177F0C0D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D65569-5D40-3549-5C2F-1ED3BA45A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7D0836-3507-CFC3-39D6-7DC2ACA51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822119-744A-0113-064F-6E7B54B3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60B27C-3D32-092B-CF58-D2EEDFA9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D481DF-7FDE-4561-9F28-7E8619BA96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402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1C927-7FF5-8722-F6C4-3B848C1B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F768DE-5CFE-5317-EF86-A3B8926B2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D26417-DA24-9F86-90A5-9577A539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351A28-6AA2-2742-D88A-59FBF2D5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F0B37C-F3B9-2CA8-DF21-393185E2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0783DB-CA0F-4368-8DFD-860730E728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3900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CBF05F-AA75-D1B0-5433-272FB4EC4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A69966-AE20-09FE-2FD0-197C8438F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98B8E6-7D4A-D04D-F60A-3760E435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6AB51B-0DE6-8D0C-EBC6-23D78960D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9E7DEB-D645-46CF-5AEC-1F3DA9AC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F1ED70-9B84-4E0C-BD1D-212B824609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691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4301637-105C-38A2-311B-AF6CB01C4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E42750A-11E1-5EBD-37D4-3A0D77B58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519EE96-8660-E25D-401A-A0F30E28CC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F6D6475-5CCC-C0F9-00FA-A239CBB74B9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DB16D8D-D014-4CEA-6814-7FC042C9D6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8673039-AC5A-4088-A262-E65E78BD34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4B027CE-DC2E-2F85-AC2D-D35F314053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413 – Meu Pastor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937495D-B8B8-9B91-E320-7B9DDD867F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BE4BC49-AA50-E9C9-477F-B741874A2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Meu Pastor é Jesus Cristo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NEle quero confiar;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Jesus, não tenho falta,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Junto a Ele eu quEro andar;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 conduz ao bom descanso;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o campo verde em flor,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Refrigera, sim, minh’alma,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Saciando-me de amor.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765482F-E9BB-DBE7-C7B3-37C4EB8EF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Ele é meu companheiro;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Jesus desejo andar;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me dá vigor e força,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P’ra que eu possa caminhar;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é quem dá coragem,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nada eu temer;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Mesmo próximo à morte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Certo estou que vou vencer.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D5FA993-E6F3-C91D-722B-319163CF9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Caminhando ao Seu lado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maia temerei o mal;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bordão e Seu cajado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Dão-me proteção real;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Contra o meu inimigo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Senhor sempre virá;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 prepara uma mesa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comigo nela está.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ADCB9B9-45C5-3DFB-3149-772C7EC35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Unge a cabeça minha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óleo do Seu amor;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meu gozo é transbordante,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meu cálice tem dulçor;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Sua misericórdia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por Seu sublime bem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Habitarei em Sua casa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Eternamente, amém?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413 – Meu Pastor </vt:lpstr>
      <vt:lpstr>Meu Pastor é Jesus Cristo  NEle quero confiar;  Com Jesus, não tenho falta,  Junto a Ele eu quEro andar;  Me conduz ao bom descanso;  Para o campo verde em flor,  Refrigera, sim, minh’alma,  Saciando-me de amor.    </vt:lpstr>
      <vt:lpstr>Ele é meu companheiro;  Com Jesus desejo andar;  Pois me dá vigor e força,  P’ra que eu possa caminhar;  Ele é quem dá coragem,  Para nada eu temer;  Mesmo próximo à morte  Certo estou que vou vencer.    </vt:lpstr>
      <vt:lpstr>Caminhando ao Seu lado  Não maia temerei o mal;  Seu bordão e Seu cajado  Dão-me proteção real;  Contra o meu inimigo  O Senhor sempre virá;  Me prepara uma mesa  E comigo nela está.    </vt:lpstr>
      <vt:lpstr>Unge a cabeça minha  Com óleo do Seu amor;  O meu gozo é transbordante,  Pois meu cálice tem dulçor;  Por Sua misericórdia  E por Seu sublime bem  Habitarei em Sua casa  Eternamente, amém?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413 – Meu Pastor </dc:title>
  <dc:creator>Junior</dc:creator>
  <cp:lastModifiedBy>Emerson Souza</cp:lastModifiedBy>
  <cp:revision>1</cp:revision>
  <dcterms:created xsi:type="dcterms:W3CDTF">2005-12-26T20:03:14Z</dcterms:created>
  <dcterms:modified xsi:type="dcterms:W3CDTF">2026-05-02T22:11:20Z</dcterms:modified>
</cp:coreProperties>
</file>