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9E0E9-2DCF-4AA6-9EEC-101BBE4EE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EFDBDA-22B7-93AE-44CF-D9ACC1E2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721E6C-F2F8-9905-CB65-C0469FA5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B43EF-B35F-E532-6739-4CB8C2F1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947F27-D75C-9153-2429-08CC4F95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CBD79-347B-4A85-9CCC-989DC0C65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402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8F0DF-D6BA-E532-A571-87BBB005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8797B1-A67C-205F-94A7-58538DDB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11DC55-6CB9-D98C-F7EC-DA45585D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760E1D-8CA1-ACBF-7266-E9167D97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E48F1C-6989-40BC-4320-5BF87CE0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FDB86F-9A50-4060-84BE-B24A6DE370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697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49672-AD54-A745-6D0C-9957C87B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901EE7-98A0-11EB-1DD9-D007C684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CAEF9D-0251-3DF5-BA25-56EE1F3B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E00A7E-2EB1-5FF0-6F0B-B16946BF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FF14B6-AC40-535D-C30A-F4B1D822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E7207E-7815-4D97-9849-DDBF865B34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98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F9084-C990-ACD2-6BCB-AC1205F6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4A1434-960D-805C-C311-DE177E09D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D6D5A0-1FC5-D3A0-BB05-C0D0DCABE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97503D-E655-3048-8A47-63C762DF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3E8687-E0E0-493C-98E2-DABDE84D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B0BDE4-EFD8-FE74-00FC-231B09AE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6B598-BF06-4088-8C6C-7C1E96BD3F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510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DBC0C-FF2B-8933-E538-DCCAA7A4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EED2E4-55BC-3E92-256F-3A37DFD99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32954B-9940-70E8-5C00-E7D1E3ACC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B57443-4C7F-2F42-0F1B-6E9116C26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2310A1-BB2E-C602-1BAE-8A24C537F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6552E5-3C57-C132-1896-EE3C8934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B8A6DB-7035-6E9E-939E-8CCE3BC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4F6A19-335C-C4FC-5DC9-2F452D8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EBF8C8-C42D-4424-A04E-0CFEF5373C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004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6EAE6-2FC2-8F30-EF03-90EB14A8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9D384-4535-A00E-796A-C3D14A87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93F3FD-16E8-30A5-1A73-0B5A7926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2A61CC-D56E-B90E-66ED-CDEDCCB6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6B70F5-9DA7-4543-91E1-203810CE77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645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56FB4C-A429-7D49-7CEC-AF4A5E17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2D76F8-F142-BDDA-18B7-9C046AD6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2923E1-F7FF-4684-C5C7-EF8A7D12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21B211-51B5-4E2F-92B0-89C1C0D332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125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998C4-D851-1E76-0ED9-90793579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069574-D385-3207-3BF1-F6B1E2F7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7D7E79-C0FE-C417-386B-BDE60583A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D23A2C-5061-EB0D-96D6-581B07A71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3C1D51-387A-0827-3D55-66EC032F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C946E4-9AB5-CBAC-E3C1-07AB3DA2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315565-0046-4943-BC88-4F431A04DF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254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D8942-6DBB-ABDB-C841-6E684B59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6CA8BC-C1B9-AF37-FCBD-4DF105BD5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48FBA6-88F8-355D-11CD-1E9E3FBBC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0C2ED5-4F73-0D93-1508-93B2B359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71AF87-7D53-96F6-224B-9B9BCD1E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A6DA29-3D0A-852C-9CC6-D968BBB7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AA92-A9A9-4D1F-B3FC-C27092864E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901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E0C2A-2ADB-DA49-0D5D-99A8C8A4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A930BC-5A04-49B2-AF1E-0079694D0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D02DB4-879B-ADB2-ADC0-DE422B8C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FDAA20-9E4B-4CFB-BE29-A6ED75C1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C1385A-F26D-6568-E90E-F91C69FB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90C02-4A80-45FE-BDAE-7CE4D402CD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009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BBF8F6-5D73-3392-8E28-7168B8C3B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FC83E6-725B-BA55-2A50-FE004B6DE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6391C0-C1B2-021A-EE89-2D71E322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294303-2189-E9EB-A3C9-B59E80C5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E3502-94D5-93AF-FF8C-E878E2D9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4C5906-1A87-45EC-9080-C28BC1FA70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240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CDB016-3121-AE33-17A4-8C88A693D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1CC734-3829-5346-72B5-77128933A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70F92C-89F1-D8C4-30EC-7DD19E055C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5F28946-3BCF-4B33-E536-80A0EC137F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404020-3898-0334-0EF5-DC2B628F91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FF44C9-0C04-46B9-A43B-80B35775E9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6D0921A-D2FF-D866-6C33-E0C981FAC4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400" b="1"/>
              <a:t>485 – Andando para o céu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DAD8102-42EC-2126-D4BF-2D1720E7A2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742FB59-0B0A-FDC8-E2F8-CE8823BBB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i="1"/>
              <a:t>'Stou andando para o céu</a:t>
            </a:r>
            <a:r>
              <a:rPr lang="en-US" altLang="pt-BR"/>
              <a:t> </a:t>
            </a:r>
            <a:r>
              <a:rPr lang="en-US" altLang="pt-BR" i="1"/>
              <a:t>Onde os santos já estão:</a:t>
            </a:r>
            <a:r>
              <a:rPr lang="en-US" altLang="pt-BR"/>
              <a:t> </a:t>
            </a:r>
            <a:r>
              <a:rPr lang="en-US" altLang="pt-BR" i="1"/>
              <a:t>'Stou alegre e satisfeito!</a:t>
            </a:r>
            <a:r>
              <a:rPr lang="en-US" altLang="pt-BR"/>
              <a:t> </a:t>
            </a:r>
            <a:r>
              <a:rPr lang="en-US" altLang="pt-BR" i="1"/>
              <a:t>Minha pátria é Sião,</a:t>
            </a:r>
            <a:r>
              <a:rPr lang="en-US" altLang="pt-BR"/>
              <a:t> </a:t>
            </a:r>
            <a:r>
              <a:rPr lang="en-US" altLang="pt-BR" i="1"/>
              <a:t>Morte lá não entrará;</a:t>
            </a:r>
            <a:r>
              <a:rPr lang="en-US" altLang="pt-BR"/>
              <a:t> </a:t>
            </a:r>
            <a:r>
              <a:rPr lang="en-US" altLang="pt-BR" i="1"/>
              <a:t>Que alegria ali será!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45FF735-C6CB-3977-FA13-A51B86A9F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b="1" i="1"/>
              <a:t>Oh! Glória! Aleluia!</a:t>
            </a:r>
            <a:r>
              <a:rPr lang="en-US" altLang="pt-BR"/>
              <a:t> </a:t>
            </a:r>
            <a:r>
              <a:rPr lang="en-US" altLang="pt-BR" b="1" i="1"/>
              <a:t>Meu desejo é estar no céu;</a:t>
            </a:r>
            <a:r>
              <a:rPr lang="en-US" altLang="pt-BR"/>
              <a:t> </a:t>
            </a:r>
            <a:r>
              <a:rPr lang="en-US" altLang="pt-BR" b="1" i="1"/>
              <a:t>‘Stou alegre é satisfeito;</a:t>
            </a:r>
            <a:r>
              <a:rPr lang="en-US" altLang="pt-BR"/>
              <a:t> </a:t>
            </a:r>
            <a:r>
              <a:rPr lang="en-US" altLang="pt-BR" b="1" i="1"/>
              <a:t>Oh! Glória! AleluIa!</a:t>
            </a:r>
            <a:r>
              <a:rPr lang="en-US" altLang="pt-BR"/>
              <a:t> </a:t>
            </a:r>
            <a:r>
              <a:rPr lang="en-US" altLang="pt-BR" b="1" i="1"/>
              <a:t>Meu desejo é estar no céu;</a:t>
            </a:r>
            <a:r>
              <a:rPr lang="en-US" altLang="pt-BR"/>
              <a:t> </a:t>
            </a:r>
            <a:r>
              <a:rPr lang="en-US" altLang="pt-BR" b="1" i="1"/>
              <a:t>Que alegria ali será!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C38D4BF-B25D-EB45-A10E-020BA6291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i="1"/>
              <a:t>2 'Stou andando para o céu,</a:t>
            </a:r>
            <a:r>
              <a:rPr lang="en-US" altLang="pt-BR"/>
              <a:t> </a:t>
            </a:r>
            <a:r>
              <a:rPr lang="en-US" altLang="pt-BR" i="1"/>
              <a:t>Onde as ruas de ouro são;</a:t>
            </a:r>
            <a:r>
              <a:rPr lang="en-US" altLang="pt-BR"/>
              <a:t> </a:t>
            </a:r>
            <a:r>
              <a:rPr lang="en-US" altLang="pt-BR" i="1"/>
              <a:t>'Stou alegre e satisfeito!</a:t>
            </a:r>
            <a:r>
              <a:rPr lang="en-US" altLang="pt-BR"/>
              <a:t> </a:t>
            </a:r>
            <a:r>
              <a:rPr lang="en-US" altLang="pt-BR" i="1"/>
              <a:t>Tenho ali feliz mansão,</a:t>
            </a:r>
            <a:r>
              <a:rPr lang="en-US" altLang="pt-BR"/>
              <a:t> </a:t>
            </a:r>
            <a:r>
              <a:rPr lang="en-US" altLang="pt-BR" i="1"/>
              <a:t>Meu Jesus lá estará!</a:t>
            </a:r>
            <a:r>
              <a:rPr lang="en-US" altLang="pt-BR"/>
              <a:t> </a:t>
            </a:r>
            <a:r>
              <a:rPr lang="en-US" altLang="pt-BR" i="1"/>
              <a:t>Que alegria ali será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C22665A-4071-4D27-E267-9A4B0E45E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i="1"/>
              <a:t>3 'Stou andando para o céu,</a:t>
            </a:r>
            <a:r>
              <a:rPr lang="en-US" altLang="pt-BR"/>
              <a:t> </a:t>
            </a:r>
            <a:r>
              <a:rPr lang="en-US" altLang="pt-BR" i="1"/>
              <a:t>Onde reina gozo e paz,</a:t>
            </a:r>
            <a:r>
              <a:rPr lang="en-US" altLang="pt-BR"/>
              <a:t> </a:t>
            </a:r>
            <a:r>
              <a:rPr lang="en-US" altLang="pt-BR" i="1"/>
              <a:t>‘Stou alegre e satisfeito!</a:t>
            </a:r>
            <a:r>
              <a:rPr lang="en-US" altLang="pt-BR"/>
              <a:t> </a:t>
            </a:r>
            <a:r>
              <a:rPr lang="en-US" altLang="pt-BR" i="1"/>
              <a:t>Gozo santo e veraz</a:t>
            </a:r>
            <a:r>
              <a:rPr lang="en-US" altLang="pt-BR"/>
              <a:t> </a:t>
            </a:r>
            <a:r>
              <a:rPr lang="en-US" altLang="pt-BR" i="1"/>
              <a:t>Todo o crente ali terá,</a:t>
            </a:r>
            <a:r>
              <a:rPr lang="en-US" altLang="pt-BR"/>
              <a:t> </a:t>
            </a:r>
            <a:r>
              <a:rPr lang="en-US" altLang="pt-BR" i="1"/>
              <a:t>Que alegria ali será!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BA0C933-8783-CA0F-1684-07C8497AC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i="1"/>
              <a:t>4 ‘Stou andando para o céu,</a:t>
            </a:r>
            <a:r>
              <a:rPr lang="en-US" altLang="pt-BR"/>
              <a:t> </a:t>
            </a:r>
            <a:r>
              <a:rPr lang="en-US" altLang="pt-BR" i="1"/>
              <a:t>Para ver meu Salvador;</a:t>
            </a:r>
            <a:r>
              <a:rPr lang="en-US" altLang="pt-BR"/>
              <a:t> </a:t>
            </a:r>
            <a:r>
              <a:rPr lang="en-US" altLang="pt-BR" i="1"/>
              <a:t>‘Stou alegre e satisfeito!</a:t>
            </a:r>
            <a:r>
              <a:rPr lang="en-US" altLang="pt-BR"/>
              <a:t> </a:t>
            </a:r>
            <a:r>
              <a:rPr lang="en-US" altLang="pt-BR" i="1"/>
              <a:t>Cantarei o Seu louvor,</a:t>
            </a:r>
            <a:r>
              <a:rPr lang="en-US" altLang="pt-BR"/>
              <a:t> </a:t>
            </a:r>
            <a:r>
              <a:rPr lang="en-US" altLang="pt-BR" i="1"/>
              <a:t>Pois minh’alma alegre está;</a:t>
            </a:r>
            <a:r>
              <a:rPr lang="en-US" altLang="pt-BR"/>
              <a:t> </a:t>
            </a:r>
            <a:r>
              <a:rPr lang="en-US" altLang="pt-BR" i="1"/>
              <a:t>Que alegria ali será!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485 – Andando para o céu</vt:lpstr>
      <vt:lpstr>'Stou andando para o céu Onde os santos já estão: 'Stou alegre e satisfeito! Minha pátria é Sião, Morte lá não entrará; Que alegria ali será!  </vt:lpstr>
      <vt:lpstr>Oh! Glória! Aleluia! Meu desejo é estar no céu; ‘Stou alegre é satisfeito; Oh! Glória! AleluIa! Meu desejo é estar no céu; Que alegria ali será!  </vt:lpstr>
      <vt:lpstr>2 'Stou andando para o céu, Onde as ruas de ouro são; 'Stou alegre e satisfeito! Tenho ali feliz mansão, Meu Jesus lá estará! Que alegria ali será</vt:lpstr>
      <vt:lpstr>3 'Stou andando para o céu, Onde reina gozo e paz, ‘Stou alegre e satisfeito! Gozo santo e veraz Todo o crente ali terá, Que alegria ali será!  </vt:lpstr>
      <vt:lpstr>4 ‘Stou andando para o céu, Para ver meu Salvador; ‘Stou alegre e satisfeito! Cantarei o Seu louvor, Pois minh’alma alegre está; Que alegria ali será!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485 – Andando para o céu</dc:title>
  <dc:creator>Junior</dc:creator>
  <cp:lastModifiedBy>Emerson Souza</cp:lastModifiedBy>
  <cp:revision>1</cp:revision>
  <dcterms:created xsi:type="dcterms:W3CDTF">2005-12-24T22:31:18Z</dcterms:created>
  <dcterms:modified xsi:type="dcterms:W3CDTF">2026-05-02T22:17:36Z</dcterms:modified>
</cp:coreProperties>
</file>