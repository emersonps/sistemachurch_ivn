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5C1D1-DF7E-39D9-7469-1D9343F9A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928DEE-9B50-EA16-C8D3-90DCEF9E3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CA36AD-4906-B641-D220-C9FA0D371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257D9A-C6F2-35E1-95D9-6D633A047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BB2B99-AAF4-5C76-CC3E-A96A6121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0451DE-4A1E-4B11-B32A-740D98E9D6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1332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66D01-9880-2277-C6A8-4550E5A85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B3AE39-3572-ECF2-59DF-9387622CC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FBD390-0798-792E-3328-C71F31260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98B38C-76D2-3BCD-D7B1-5D5171C84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B583C9-FD17-FDE2-68BB-5553CDE11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761E67-F458-4DEE-BA8B-F503FECC82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8282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F3D84-E0E3-65B3-51DA-2220D828C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6AF7D2-4010-89A4-921C-9C857A851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368C56-E867-5AD9-CAB2-7F88C2280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0427D6-34FF-8351-5A09-10F1F4ABC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92F2A1-B16D-9C20-B321-36F5C2B87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C0DCC5-32E7-44BB-B3F0-23D04B6C5D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2814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D06E7-C3E5-205C-61FE-FC52D4941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921AB8-6059-85B0-0FF6-4B5D35106E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C0948B-DB35-3AA2-057E-5807797AF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2D43F5-FDC2-7EA3-5954-4600A9D7E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4E43E5-4A1E-B17B-369F-459884374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F87A56-A4B7-A9A7-B941-A367DCA8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B1BEA1-9AE3-4056-ADA9-1C3AC88E7D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1399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D3B4D-00F4-FC84-7CF8-4B31FDED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A032B1-A24F-BC7D-35DE-390A838BF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A5C41D-D01C-622A-740D-9BC78585F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200E7B6-A284-229F-0E48-175789853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F1742B9-A62E-F352-A23B-E74E9206F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1D0914-8D8E-642A-C404-CAF6F33E8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612B20F-A8C4-B845-FF90-30896889A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441EB6-8B07-9BD4-27B9-AADE7A4FD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82A7C8-44B8-446D-91E1-A3C3D4C0F8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2606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00719-526D-541E-E583-BD834EFD7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801B03B-70C2-8F0A-A794-863E13C55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4B729A-8B99-0471-1F48-D077A246D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2D2690-B254-5373-2FB4-C35AEE74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23E66-464E-420F-8272-A12684D5EE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47273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8B81E56-BFE0-0BE7-C9CE-5E906F1D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EF3907D-CCDC-B519-95E8-D107CB65D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73814A-53C9-1D30-4862-5C8DAFE64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D66EE2-A80C-4CDA-A6B2-C60A278C45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3805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E34541-63C8-B6FE-F90E-E3E95D2F1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85630B-63BE-CBF9-0E37-9CE270A28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2AA9062-D553-2F7F-3F13-687D45673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61FADD0-A820-82F7-E54B-7F2B572D6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40DE93-49D6-9DD5-BE6E-CAFA6A911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F522B3-23F9-2D7D-1B50-B4AA1AE62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CB6D66-AD90-4929-B482-A5A20EEB99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136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F8AC9-DA5A-179F-1DDC-39FFD5DF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AAC9A13-E8F9-9950-80D2-A6CB043F69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59FBEB-4311-352F-B548-2BF23895A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08FF16-C1F5-2A31-81A4-735560C17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9C2833-B7FD-5A6B-A6E9-158D1791D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82DC0A-2FB3-2712-CE79-FF7A88A9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9B8AF1-D228-4F69-9A32-23B7C65CC1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235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41948-0F9F-8BB5-DF2D-B5C6177E3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F80836-5E19-2347-5101-7A3CEE822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753777-1A26-C868-DBD2-B94DBB2CE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3151F0-93CA-A8FA-29EC-ADFB5B9A5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C352DC-5A64-8D68-2850-A188B789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F6E3AE-8992-4145-B97D-18B7DFC522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85254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324140-BE64-075C-A81B-0ADA46D147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1D7333-7026-119B-DB59-00D323697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C30BA8-1ADB-9B08-79D0-75BB13C8C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F836C5-E344-BF31-1CBB-3ACE0500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FABF48-2B58-F13D-2598-03B464E3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8B5BC7-271E-4D29-B877-C4426CB8B5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459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4710FC-73D4-A264-E15E-A1C9D060F2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41CC6B3-D3C8-C0CE-00A1-AC9775793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15DA5C4-F4F4-BABC-FD7A-E0416BE03BB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1C1584E-B3A0-7580-1CC9-1E698FE3A96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ABF90E2-B9AD-8435-CD36-5395C9B365F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1205684-7989-47AC-9F18-471DD2E8321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512D6B1-52F9-E8F2-25A3-AAF6A0675B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/>
              <a:t> </a:t>
            </a:r>
            <a:r>
              <a:rPr lang="en-US" altLang="pt-BR" sz="4000" b="1" i="1"/>
              <a:t>122</a:t>
            </a:r>
            <a:br>
              <a:rPr lang="en-US" altLang="pt-BR" sz="4000" b="1" i="1"/>
            </a:br>
            <a:r>
              <a:rPr lang="en-US" altLang="pt-BR" sz="4000" b="1" i="1"/>
              <a:t>FOGO DIVINO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B8EF0B8-A453-B7E9-3052-2CB1AEAB10E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61EFDBE-A302-D989-D58A-79D4F6C697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i="1"/>
              <a:t>Fogo divino, clamamos por ti; </a:t>
            </a:r>
            <a:br>
              <a:rPr lang="en-US" altLang="pt-BR" sz="4000" i="1"/>
            </a:br>
            <a:r>
              <a:rPr lang="en-US" altLang="pt-BR" sz="4000" i="1"/>
              <a:t>Vem lá do alto, vem, desce aqui; </a:t>
            </a:r>
            <a:br>
              <a:rPr lang="en-US" altLang="pt-BR" sz="4000" i="1"/>
            </a:br>
            <a:r>
              <a:rPr lang="en-US" altLang="pt-BR" sz="4000" i="1"/>
              <a:t>Ó vem despertar-nos com teu fulgor; Vem inflamar-nos com teu calor.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FDD4E65-3198-9D9D-66A2-548BB0722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Desce do alto, bendito fogo,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Desce poder celestial!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Desce do alto, bendito fogo,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Vem, chama pentecostal!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724011F-23F5-B508-BB64-2DD0F328B6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i="1"/>
              <a:t>Desce, Espírito Consolador, </a:t>
            </a:r>
            <a:br>
              <a:rPr lang="en-US" altLang="pt-BR" sz="4000" i="1"/>
            </a:br>
            <a:r>
              <a:rPr lang="en-US" altLang="pt-BR" sz="4000" i="1"/>
              <a:t>Desce e enche-nos de santo amor, Desce ao mundo, nos mostra Jesus; Dá-nos poder, vida, graça e luz.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5CE67C2-7C0D-25A0-FD96-FB82A6F612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Desce do alto, bendito fogo,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Desce poder celestial!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Desce do alto, bendito fogo,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Vem, chama pentecostal!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592382C-2AEA-BD73-6499-E0A9731344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i="1"/>
              <a:t>Arde em minh'alma, ó chama de amor Arde em meu peito e dá-me valor; Consome todos os restos do mal; Desce já, ó fogo pentecostal!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373CDD4-D151-4BAF-3A90-4CE279068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Desce do alto, bendito fogo,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Desce poder celestial!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Desce do alto, bendito fogo,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Vem, chama pentecostal!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 122 FOGO DIVINO</vt:lpstr>
      <vt:lpstr>Fogo divino, clamamos por ti;  Vem lá do alto, vem, desce aqui;  Ó vem despertar-nos com teu fulgor; Vem inflamar-nos com teu calor. </vt:lpstr>
      <vt:lpstr>Desce do alto, bendito fogo,  Desce poder celestial!  Desce do alto, bendito fogo,  Vem, chama pentecostal!   </vt:lpstr>
      <vt:lpstr>Desce, Espírito Consolador,  Desce e enche-nos de santo amor, Desce ao mundo, nos mostra Jesus; Dá-nos poder, vida, graça e luz. </vt:lpstr>
      <vt:lpstr>Desce do alto, bendito fogo,  Desce poder celestial!  Desce do alto, bendito fogo,  Vem, chama pentecostal!   </vt:lpstr>
      <vt:lpstr>Arde em minh'alma, ó chama de amor Arde em meu peito e dá-me valor; Consome todos os restos do mal; Desce já, ó fogo pentecostal!  </vt:lpstr>
      <vt:lpstr>Desce do alto, bendito fogo,  Desce poder celestial!  Desce do alto, bendito fogo,  Vem, chama pentecostal!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122 FOGO DIVINO</dc:title>
  <dc:creator>Junior</dc:creator>
  <cp:lastModifiedBy>Emerson Souza</cp:lastModifiedBy>
  <cp:revision>1</cp:revision>
  <dcterms:created xsi:type="dcterms:W3CDTF">2005-12-23T14:37:52Z</dcterms:created>
  <dcterms:modified xsi:type="dcterms:W3CDTF">2026-05-02T21:46:53Z</dcterms:modified>
</cp:coreProperties>
</file>