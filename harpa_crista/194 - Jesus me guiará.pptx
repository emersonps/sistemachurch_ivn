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0A9E7-6670-7ED0-9BD4-072A98613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2928B2-00F3-01B3-9AA3-09578D6D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6CB1A9-960F-E6C9-5E7D-172F3A51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FDEA5B-C73A-2B90-B587-CB4EB81D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046B8B-FB12-28D9-BD40-24EB1B356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480450-BF5B-40E9-9F03-5891A042B6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8927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B69F1-2315-B300-3C82-DB1D524F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B758EB-9688-06CE-EB5A-641153CC8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92F3A6-2A9D-938D-C7C3-A5AB9BB7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8C99DC-807C-CBC7-11CD-D8E8D36F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B2FB36-9636-F5EA-E349-AB0CCFA5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ABC79C-F648-49DA-B652-F60F07472D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688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29731-42A0-4BC3-2F11-E9B800C3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9045FB-1732-12B7-04CF-4759BF7B9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1B76F2-3AC3-AFF8-8CF9-D44010E3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C5F616-E624-D014-ADB6-DC1D037D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8188D3-7E41-66CC-6811-2578E79A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F61F6-3E91-481E-A750-C862087682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90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3539F-E912-D542-BB88-3F1C0720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5D680F-30F6-CE18-520C-F473BECED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4423DE-7C58-1087-10ED-B1FD91F1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636341-C03B-C0D3-F1CA-C46C4B03D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B3DB7C-A307-7602-6587-BEF84329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349E96-0C5E-3204-65EB-CE56A23F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E677C7-5240-4A75-B406-53329B6A94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818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173F8-EA06-35D4-67F6-4362F330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27FE52-5782-BDDA-CF87-5B49EA115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40CD54-C7FA-AF68-2EDC-919F90C61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A8123E-6C7A-409F-A6D1-14F00D90D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6D3EF3-DB74-405B-21D0-69250F5BD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3A71D0-6E41-8868-A59F-9FC5977C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93666E-3286-9B65-4A4F-F913ACDE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1F37652-6EA0-185F-F4CC-460CE589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ADA17B-64DF-4897-A0B4-7D69E1C086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888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7B179-00A5-D2B8-91C5-884126CD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648E38F-5B63-8BCB-C9A7-D629E373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C0E955-EE69-8AEB-1728-73F879C6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C940DB-D4EB-7661-2AA8-931E37F1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797568-F276-494E-AC19-8B708C2051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4556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18B24B-9134-E2A7-64B5-8F1FBCE8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2C853D-D890-B4E1-BB91-B3CCFF61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BD9762-6C0A-1B88-FFF2-97A5D380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E4D5CE-268D-4068-BE32-12071AB7B8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072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5D1CF-6079-89B4-536E-01CD4122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C4BA91-D26A-D241-83C1-532B2AE03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EE4C75-1312-44B8-235E-39EF1E7D5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D71575-F5B5-4DC2-8E75-5E6C0669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E846DB-F52E-1EA1-4FD3-5F70210F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7F41FC-A574-C85E-C3ED-BA7332BD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0B5BC6-038D-4250-A5AA-888757A81C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0130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5950B-72B1-4C80-18CD-23807C3A6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288FA2-EDE5-FF56-3AF3-4851A79D7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A3CB01-B543-C889-C144-D51D36DA6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6429D5-DCD1-CEC9-BAE1-7BEA96CA4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5ACE89-58D0-7D75-7EDC-60D3BAE4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BB09D6-DBE9-4AA3-DEA0-63F57CCB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C1A23-F121-4D8E-BCD7-9D829DD8A8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6254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5DE5F-3330-8D86-00FA-35C74E7C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3B937A-69A3-0CED-FF01-15304FF5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BFE910-9F90-DD80-E2AE-D3F18FCB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194EFC-FF74-394F-129D-FF5A2411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3778F6-5E35-C526-EC7E-3B8B245F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6E3917-77E6-48E9-A7B5-7CC09B0A55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716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B0FC2E-311A-D048-3577-9D6FF8AF7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2621F4-E613-B4F5-5456-073261660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5E6B80-7F7E-1D76-5C48-8123D1FE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1B77BA-FCC8-952C-A377-F50BECFC2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3D5439-066A-38BC-10B5-7AB53B69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F83BED-C4C4-43FE-98A2-E8D61C1B5E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801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D741A6B-0D5B-694E-3BE7-8FE672903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2812A4E-3AC6-95B0-E17A-24EEBBE73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90B4C7-171A-5C94-CE59-9A8AB4360C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7D347B5-31F2-5936-BDC5-A616905F4D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437ADC9-949E-5AAE-0B46-C988341ABF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915FF77-8094-4469-8B21-756E7CB3AA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C857559-BE25-9C82-BE58-77B00B6B05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194</a:t>
            </a:r>
            <a:br>
              <a:rPr lang="en-US" altLang="pt-BR" sz="4000" b="1"/>
            </a:br>
            <a:r>
              <a:rPr lang="en-US" altLang="pt-BR" sz="4000" b="1"/>
              <a:t>JESUS ME GUIARA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BE47B2A-4BD7-BFF1-1276-8E6B8149DD9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D44F6AF-F5DB-BF77-0ADE-87A58916F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Há quem vele as pisadas </a:t>
            </a:r>
            <a:br>
              <a:rPr lang="en-US" altLang="pt-BR" sz="4000" i="1"/>
            </a:br>
            <a:r>
              <a:rPr lang="en-US" altLang="pt-BR" sz="4000" i="1"/>
              <a:t>Que eu dou na sombra ou luz, </a:t>
            </a:r>
            <a:br>
              <a:rPr lang="en-US" altLang="pt-BR" sz="4000" i="1"/>
            </a:br>
            <a:r>
              <a:rPr lang="en-US" altLang="pt-BR" sz="4000" i="1"/>
              <a:t>Pelas sendas escarpadas, </a:t>
            </a:r>
            <a:br>
              <a:rPr lang="en-US" altLang="pt-BR" sz="4000" i="1"/>
            </a:br>
            <a:r>
              <a:rPr lang="en-US" altLang="pt-BR" sz="4000" i="1"/>
              <a:t>Velará por mim Jesus; </a:t>
            </a:r>
            <a:br>
              <a:rPr lang="en-US" altLang="pt-BR" sz="4000" i="1"/>
            </a:br>
            <a:r>
              <a:rPr lang="en-US" altLang="pt-BR" sz="4000" i="1"/>
              <a:t>Pelos vales, pelos montes, </a:t>
            </a:r>
            <a:br>
              <a:rPr lang="en-US" altLang="pt-BR" sz="4000" i="1"/>
            </a:br>
            <a:r>
              <a:rPr lang="en-US" altLang="pt-BR" sz="4000" i="1"/>
              <a:t>Me conduz a Sua mão; </a:t>
            </a:r>
            <a:br>
              <a:rPr lang="en-US" altLang="pt-BR" sz="4000" i="1"/>
            </a:br>
            <a:r>
              <a:rPr lang="en-US" altLang="pt-BR" sz="4000" i="1"/>
              <a:t>Vejo já os horizontes </a:t>
            </a:r>
            <a:br>
              <a:rPr lang="en-US" altLang="pt-BR" sz="4000" i="1"/>
            </a:br>
            <a:r>
              <a:rPr lang="en-US" altLang="pt-BR" sz="4000" i="1"/>
              <a:t>Duma perene mansão.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BFDABD3-E3F5-239F-1D6D-9256A8734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Há quem vele as pisadas,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Minha senda traçará;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as célicas moradas,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Jesus me guiará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E3D249A-F438-35FB-9803-92531912D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Há contacto que m’explica </a:t>
            </a:r>
            <a:br>
              <a:rPr lang="en-US" altLang="pt-BR" sz="4000" i="1"/>
            </a:br>
            <a:r>
              <a:rPr lang="en-US" altLang="pt-BR" sz="4000" i="1"/>
              <a:t>A presença do Senhor, </a:t>
            </a:r>
            <a:br>
              <a:rPr lang="en-US" altLang="pt-BR" sz="4000" i="1"/>
            </a:br>
            <a:r>
              <a:rPr lang="en-US" altLang="pt-BR" sz="4000" i="1"/>
              <a:t>Que as manchas purifica </a:t>
            </a:r>
            <a:br>
              <a:rPr lang="en-US" altLang="pt-BR" sz="4000" i="1"/>
            </a:br>
            <a:r>
              <a:rPr lang="en-US" altLang="pt-BR" sz="4000" i="1"/>
              <a:t>E me livra de temor; </a:t>
            </a:r>
            <a:br>
              <a:rPr lang="en-US" altLang="pt-BR" sz="4000" i="1"/>
            </a:br>
            <a:r>
              <a:rPr lang="en-US" altLang="pt-BR" sz="4000" i="1"/>
              <a:t>Cristo com a mão ferida, </a:t>
            </a:r>
            <a:br>
              <a:rPr lang="en-US" altLang="pt-BR" sz="4000" i="1"/>
            </a:br>
            <a:r>
              <a:rPr lang="en-US" altLang="pt-BR" sz="4000" i="1"/>
              <a:t>Proteção me pode dar, </a:t>
            </a:r>
            <a:br>
              <a:rPr lang="en-US" altLang="pt-BR" sz="4000" i="1"/>
            </a:br>
            <a:r>
              <a:rPr lang="en-US" altLang="pt-BR" sz="4000" i="1"/>
              <a:t>Quando vejo desta vida </a:t>
            </a:r>
            <a:br>
              <a:rPr lang="en-US" altLang="pt-BR" sz="4000" i="1"/>
            </a:br>
            <a:r>
              <a:rPr lang="en-US" altLang="pt-BR" sz="4000" i="1"/>
              <a:t>O inquieto e forte mar.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84BC204-D04F-CBEE-E1B4-FE1D7B80DD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Há quem vele as pisadas,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Minha senda traçará;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as célicas moradas,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Jesus me guiará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CF311AB-C608-8CBA-5CBD-D258003AA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Há um coração amante, </a:t>
            </a:r>
            <a:br>
              <a:rPr lang="en-US" altLang="pt-BR" sz="4000" i="1"/>
            </a:br>
            <a:r>
              <a:rPr lang="en-US" altLang="pt-BR" sz="4000" i="1"/>
              <a:t>De infinita compaixão, </a:t>
            </a:r>
            <a:br>
              <a:rPr lang="en-US" altLang="pt-BR" sz="4000" i="1"/>
            </a:br>
            <a:r>
              <a:rPr lang="en-US" altLang="pt-BR" sz="4000" i="1"/>
              <a:t>Que concede paz constante </a:t>
            </a:r>
            <a:br>
              <a:rPr lang="en-US" altLang="pt-BR" sz="4000" i="1"/>
            </a:br>
            <a:r>
              <a:rPr lang="en-US" altLang="pt-BR" sz="4000" i="1"/>
              <a:t>Ao contrito coração; </a:t>
            </a:r>
            <a:br>
              <a:rPr lang="en-US" altLang="pt-BR" sz="4000" i="1"/>
            </a:br>
            <a:r>
              <a:rPr lang="en-US" altLang="pt-BR" sz="4000" i="1"/>
              <a:t>Há favor e liberdade </a:t>
            </a:r>
            <a:br>
              <a:rPr lang="en-US" altLang="pt-BR" sz="4000" i="1"/>
            </a:br>
            <a:r>
              <a:rPr lang="en-US" altLang="pt-BR" sz="4000" i="1"/>
              <a:t>Em Jesus, o Salvador, </a:t>
            </a:r>
            <a:br>
              <a:rPr lang="en-US" altLang="pt-BR" sz="4000" i="1"/>
            </a:br>
            <a:r>
              <a:rPr lang="en-US" altLang="pt-BR" sz="4000" i="1"/>
              <a:t>Muita graça e verdade </a:t>
            </a:r>
            <a:br>
              <a:rPr lang="en-US" altLang="pt-BR" sz="4000" i="1"/>
            </a:br>
            <a:r>
              <a:rPr lang="en-US" altLang="pt-BR" sz="4000" i="1"/>
              <a:t>E poder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AF35015-F1B0-9E26-B7D0-D0739113A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Há quem vele as pisadas,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Minha senda traçará;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as célicas moradas,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Jesus me guiará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194 JESUS ME GUIARA </vt:lpstr>
      <vt:lpstr>Há quem vele as pisadas  Que eu dou na sombra ou luz,  Pelas sendas escarpadas,  Velará por mim Jesus;  Pelos vales, pelos montes,  Me conduz a Sua mão;  Vejo já os horizontes  Duma perene mansão. </vt:lpstr>
      <vt:lpstr>Há quem vele as pisadas,  Minha senda traçará;  Para as célicas moradas,  Sim, Jesus me guiará </vt:lpstr>
      <vt:lpstr>Há contacto que m’explica  A presença do Senhor,  Que as manchas purifica  E me livra de temor;  Cristo com a mão ferida,  Proteção me pode dar,  Quando vejo desta vida  O inquieto e forte mar. </vt:lpstr>
      <vt:lpstr>Há quem vele as pisadas,  Minha senda traçará;  Para as célicas moradas,  Sim, Jesus me guiará </vt:lpstr>
      <vt:lpstr>Há um coração amante,  De infinita compaixão,  Que concede paz constante  Ao contrito coração;  Há favor e liberdade  Em Jesus, o Salvador,  Muita graça e verdade  E poder consolador. </vt:lpstr>
      <vt:lpstr>Há quem vele as pisadas,  Minha senda traçará;  Para as célicas moradas,  Sim, Jesus me guiará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194 JESUS ME GUIARA </dc:title>
  <dc:creator>Junior</dc:creator>
  <cp:lastModifiedBy>Emerson Souza</cp:lastModifiedBy>
  <cp:revision>1</cp:revision>
  <dcterms:created xsi:type="dcterms:W3CDTF">2005-12-23T17:49:42Z</dcterms:created>
  <dcterms:modified xsi:type="dcterms:W3CDTF">2026-05-02T21:53:02Z</dcterms:modified>
</cp:coreProperties>
</file>