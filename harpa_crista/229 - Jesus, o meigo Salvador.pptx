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5B889-6E26-ADCF-83F6-09AC40597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880BB-1AEA-D017-79FC-AC22C4F6C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92236-D569-E528-A48E-4F9BB7BB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75D1E-FEAD-1293-8BDC-796D705F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FD05FE-6F79-3841-2E3D-78A606E4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20DD0-C302-44F4-9390-0A51C5D726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184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0C937-2261-F32D-6284-8B49FC9F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511022-A0A4-825F-996B-0DB5DA7B2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E1C537-BC05-0F64-AE59-907AA509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E83547-04E2-DE9E-62B5-3B0C173E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41458B-F8E3-875C-0166-F0C53EDA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E2792-8C1C-4DBD-9E47-0134CE08A9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70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4DCB5-CDFC-B95A-8F3C-5B39C51B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BA9E58-4690-6B79-BCC7-6DDED4F8E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D8D65B-739F-7847-0BB3-1C19E17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70D8EA-1CAF-88B1-8524-D88A2E22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516BEF-DDC0-2A59-6B9C-E2052604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BA7EBB-27A6-4AD4-8453-1CE95FBB83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108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903C9-02D3-9C5C-1895-3CEEB16A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2FAF78-9E49-3C3A-E5F0-5353FAFAD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764D5F-30D4-4894-31E9-446645081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E28C6D-EDDA-A583-74E9-CFF0FE360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F6DEB1-7160-1E47-7AC0-803B14FC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A5A95A-AD5F-A8B0-A300-977DFF7A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FA4DC2-9CF5-4D7B-9D15-893AB826EC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193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97792-5629-1717-D19F-A374AFD4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31CE20-691F-A61E-C2BA-D7FCD2A11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518C44-5D9E-E566-6930-FC857FAFC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E08F82-E851-7E45-C2FF-C1011D80D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EB4148-C068-7860-590A-B67D11280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BF3747-5F53-E25A-8567-DA1F4621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669987-0267-FC7C-72A1-12BEF05F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C8DDD8-5AA4-9195-4B62-878F704A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BDACC3-ED80-4343-AB24-AD3B80D1AC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001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92F50-2651-8E5A-1C7A-AE37D976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700EF83-8996-390C-B4DD-B81747C68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45F6D4-0311-D3DD-19BC-4A599B62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04E76E-30B0-45D1-AFC2-458475FB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9A2E39-DAC8-4A66-A941-BB94F2F9EE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69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DAC211-8D84-4D4E-15F7-9E399FE2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91F8619-365B-9D9F-F4B7-8F048855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70C9E9-BAD1-609C-B811-F059B1B0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BCDAC-2288-461F-BD79-974D7BA83A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694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333C9-3BB7-F476-98A9-5A3FCBFE1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68A99D-3B04-5B94-00BD-1223F3188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CC96684-8AA1-A86E-91DF-CE4A7858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CD16E3-322E-6A06-10F0-BC0D5ED6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BAA446-8896-75A8-8AA0-F2F39AE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FD17BE-0A5F-E255-669B-3A346AC9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CC0A2-97FA-4525-B32B-D0F9984072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471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EB86F-C778-DE31-B60F-AAD149D88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31B8C8B-D770-DC92-EC81-18CBE4BE9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EE7739-F7E2-79CC-D072-DBDB1487B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E7D2A9-B43B-D56D-F43C-EDEF6BAF7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1F61AF-B278-3873-42C0-8B458A6A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368B20-758B-6CEB-D0EA-7D483CCD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A1517C-1F42-4ABA-925D-EC4CF45A34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044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82285-2DAA-2E2C-8CC5-0A44F7E5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05397E-8616-3574-C24F-819C9BD78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588643-0AFB-866F-0DA5-82CBA211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BD4B3B-AC40-C73C-4870-C7D928947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B0C383-71A3-3D45-8106-E4751968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ACA51A-3E3B-4E41-A56A-6A04A67B62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845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EBA30E-0883-BAAD-9A61-03B15EDFD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F3545D-895D-CAB0-AFCE-F6F572334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F93DE8-213E-0444-8E5B-16DA4941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A56114-59E6-1694-AF52-62C6CF27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195021-426E-6567-5136-BBCF7447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2941C7-550A-4840-870F-BD0B64AFAB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910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8FC3D71-203F-37A2-A7A1-4D3BAD1A6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97EDD4-8359-508C-8B54-1350A5B15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CC1DCD-B735-725E-6A24-F64848126E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857BAF-A950-2AEB-2CDB-4AD7C09B300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85FD127-0924-E8E1-683D-69F68D6424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95E921D-D448-4120-9051-48E05CD0C13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347F274-2C97-4BDA-B458-4924680995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229</a:t>
            </a:r>
            <a:br>
              <a:rPr lang="en-US" altLang="pt-BR" sz="4000" b="1"/>
            </a:br>
            <a:r>
              <a:rPr lang="en-US" altLang="pt-BR" sz="4000" b="1"/>
              <a:t>JESUS, O MEIGO SALVADOR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B9BA35F-256A-5CB8-3129-D46885DB45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3357816-141C-642F-0A6E-86FFE590D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Jesus, á meigo Salvador,</a:t>
            </a:r>
            <a:br>
              <a:rPr lang="en-US" altLang="pt-BR" sz="4000" i="1"/>
            </a:br>
            <a:r>
              <a:rPr lang="en-US" altLang="pt-BR" sz="4000" i="1"/>
              <a:t>Do céu, à terra és vindo,</a:t>
            </a:r>
            <a:br>
              <a:rPr lang="en-US" altLang="pt-BR" sz="4000" i="1"/>
            </a:br>
            <a:r>
              <a:rPr lang="en-US" altLang="pt-BR" sz="4000" i="1"/>
              <a:t>E nos Teus braços com dulçor,</a:t>
            </a:r>
            <a:br>
              <a:rPr lang="en-US" altLang="pt-BR" sz="4000" i="1"/>
            </a:br>
            <a:r>
              <a:rPr lang="en-US" altLang="pt-BR" sz="4000" i="1"/>
              <a:t>Oh! vai-me conduzindo;</a:t>
            </a:r>
            <a:br>
              <a:rPr lang="en-US" altLang="pt-BR" sz="4000" i="1"/>
            </a:br>
            <a:r>
              <a:rPr lang="en-US" altLang="pt-BR" sz="4000" i="1"/>
              <a:t>Assim eu vou seguindo</a:t>
            </a:r>
            <a:br>
              <a:rPr lang="en-US" altLang="pt-BR" sz="4000" i="1"/>
            </a:br>
            <a:r>
              <a:rPr lang="en-US" altLang="pt-BR" sz="4000" i="1"/>
              <a:t>Na Tua luz perfeita,</a:t>
            </a:r>
            <a:br>
              <a:rPr lang="en-US" altLang="pt-BR" sz="4000" i="1"/>
            </a:br>
            <a:r>
              <a:rPr lang="en-US" altLang="pt-BR" sz="4000" i="1"/>
              <a:t>Que sempre me deleita;</a:t>
            </a:r>
            <a:br>
              <a:rPr lang="en-US" altLang="pt-BR" sz="4000" i="1"/>
            </a:br>
            <a:r>
              <a:rPr lang="en-US" altLang="pt-BR" sz="4000" i="1"/>
              <a:t>Tua Palavra, oh, Senhor!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21A39AB-54CC-1A49-64BB-FEF7730DE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Que grande gozo foi pra mim,</a:t>
            </a:r>
            <a:br>
              <a:rPr lang="en-US" altLang="pt-BR" sz="4000" i="1"/>
            </a:br>
            <a:r>
              <a:rPr lang="en-US" altLang="pt-BR" sz="4000" i="1"/>
              <a:t>Oh, quando me encontraste!</a:t>
            </a:r>
            <a:br>
              <a:rPr lang="en-US" altLang="pt-BR" sz="4000" i="1"/>
            </a:br>
            <a:r>
              <a:rPr lang="en-US" altLang="pt-BR" sz="4000" i="1"/>
              <a:t>Do coração, abriu enfim</a:t>
            </a:r>
            <a:br>
              <a:rPr lang="en-US" altLang="pt-BR" sz="4000" i="1"/>
            </a:br>
            <a:r>
              <a:rPr lang="en-US" altLang="pt-BR" sz="4000" i="1"/>
              <a:t>A porta e logo entraste;</a:t>
            </a:r>
            <a:br>
              <a:rPr lang="en-US" altLang="pt-BR" sz="4000" i="1"/>
            </a:br>
            <a:r>
              <a:rPr lang="en-US" altLang="pt-BR" sz="4000" i="1"/>
              <a:t>Então Tu me levaste,</a:t>
            </a:r>
            <a:br>
              <a:rPr lang="en-US" altLang="pt-BR" sz="4000" i="1"/>
            </a:br>
            <a:r>
              <a:rPr lang="en-US" altLang="pt-BR" sz="4000" i="1"/>
              <a:t>Por Tua luz perfeita,</a:t>
            </a:r>
            <a:br>
              <a:rPr lang="en-US" altLang="pt-BR" sz="4000" i="1"/>
            </a:br>
            <a:r>
              <a:rPr lang="en-US" altLang="pt-BR" sz="4000" i="1"/>
              <a:t>Que sempre me deleita;</a:t>
            </a:r>
            <a:br>
              <a:rPr lang="en-US" altLang="pt-BR" sz="4000" i="1"/>
            </a:br>
            <a:r>
              <a:rPr lang="en-US" altLang="pt-BR" sz="4000" i="1"/>
              <a:t>Tua Palavra, que amor, sim!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2D11F11-4926-8D79-4BF9-66FB65EC5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Tu me livraste, Salvador, </a:t>
            </a:r>
            <a:br>
              <a:rPr lang="en-US" altLang="pt-BR" sz="4000" i="1"/>
            </a:br>
            <a:r>
              <a:rPr lang="en-US" altLang="pt-BR" sz="4000" i="1"/>
              <a:t>De miserável sorte, </a:t>
            </a:r>
            <a:br>
              <a:rPr lang="en-US" altLang="pt-BR" sz="4000" i="1"/>
            </a:br>
            <a:r>
              <a:rPr lang="en-US" altLang="pt-BR" sz="4000" i="1"/>
              <a:t>Me guardarás por Teu amor, </a:t>
            </a:r>
            <a:br>
              <a:rPr lang="en-US" altLang="pt-BR" sz="4000" i="1"/>
            </a:br>
            <a:r>
              <a:rPr lang="en-US" altLang="pt-BR" sz="4000" i="1"/>
              <a:t>Fiel até à morte; </a:t>
            </a:r>
            <a:br>
              <a:rPr lang="en-US" altLang="pt-BR" sz="4000" i="1"/>
            </a:br>
            <a:r>
              <a:rPr lang="en-US" altLang="pt-BR" sz="4000" i="1"/>
              <a:t>Desejo que me exortes </a:t>
            </a:r>
            <a:br>
              <a:rPr lang="en-US" altLang="pt-BR" sz="4000" i="1"/>
            </a:br>
            <a:r>
              <a:rPr lang="en-US" altLang="pt-BR" sz="4000" i="1"/>
              <a:t>Por Tua luz perfeita, </a:t>
            </a:r>
            <a:br>
              <a:rPr lang="en-US" altLang="pt-BR" sz="4000" i="1"/>
            </a:br>
            <a:r>
              <a:rPr lang="en-US" altLang="pt-BR" sz="4000" i="1"/>
              <a:t>Que sempre me deleita; </a:t>
            </a:r>
            <a:br>
              <a:rPr lang="en-US" altLang="pt-BR" sz="4000" i="1"/>
            </a:br>
            <a:r>
              <a:rPr lang="en-US" altLang="pt-BR" sz="4000" i="1"/>
              <a:t>Tua Palavra, meu Senhor!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42E341-ECEA-EE30-6B42-966A6F51A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Ó Salvador, e bom Jesus, </a:t>
            </a:r>
            <a:br>
              <a:rPr lang="en-US" altLang="pt-BR" sz="4000" i="1"/>
            </a:br>
            <a:r>
              <a:rPr lang="en-US" altLang="pt-BR" sz="4000" i="1"/>
              <a:t>Meus pés na rocha fundas; </a:t>
            </a:r>
            <a:br>
              <a:rPr lang="en-US" altLang="pt-BR" sz="4000" i="1"/>
            </a:br>
            <a:r>
              <a:rPr lang="en-US" altLang="pt-BR" sz="4000" i="1"/>
              <a:t>Pois Tua mão, a mim conduz, </a:t>
            </a:r>
            <a:br>
              <a:rPr lang="en-US" altLang="pt-BR" sz="4000" i="1"/>
            </a:br>
            <a:r>
              <a:rPr lang="en-US" altLang="pt-BR" sz="4000" i="1"/>
              <a:t>As águas mui profundas, </a:t>
            </a:r>
            <a:br>
              <a:rPr lang="en-US" altLang="pt-BR" sz="4000" i="1"/>
            </a:br>
            <a:r>
              <a:rPr lang="en-US" altLang="pt-BR" sz="4000" i="1"/>
              <a:t>Do trono oriundas, </a:t>
            </a:r>
            <a:br>
              <a:rPr lang="en-US" altLang="pt-BR" sz="4000" i="1"/>
            </a:br>
            <a:r>
              <a:rPr lang="en-US" altLang="pt-BR" sz="4000" i="1"/>
              <a:t>A Tua luz perfeita, </a:t>
            </a:r>
            <a:br>
              <a:rPr lang="en-US" altLang="pt-BR" sz="4000" i="1"/>
            </a:br>
            <a:r>
              <a:rPr lang="en-US" altLang="pt-BR" sz="4000" i="1"/>
              <a:t>Que sempre me deleita; </a:t>
            </a:r>
            <a:br>
              <a:rPr lang="en-US" altLang="pt-BR" sz="4000" i="1"/>
            </a:br>
            <a:r>
              <a:rPr lang="en-US" altLang="pt-BR" sz="4000" i="1"/>
              <a:t>Tua Palavra, ó Jesus! </a:t>
            </a:r>
            <a:br>
              <a:rPr lang="en-US" altLang="pt-BR" sz="4000" i="1"/>
            </a:br>
            <a:r>
              <a:rPr lang="en-US" altLang="pt-BR" sz="4000" i="1"/>
              <a:t>Deus seja louvado.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229 JESUS, O MEIGO SALVADOR </vt:lpstr>
      <vt:lpstr>Jesus, á meigo Salvador, Do céu, à terra és vindo, E nos Teus braços com dulçor, Oh! vai-me conduzindo; Assim eu vou seguindo Na Tua luz perfeita, Que sempre me deleita; Tua Palavra, oh, Senhor!  </vt:lpstr>
      <vt:lpstr>Que grande gozo foi pra mim, Oh, quando me encontraste! Do coração, abriu enfim A porta e logo entraste; Então Tu me levaste, Por Tua luz perfeita, Que sempre me deleita; Tua Palavra, que amor, sim!</vt:lpstr>
      <vt:lpstr>Tu me livraste, Salvador,  De miserável sorte,  Me guardarás por Teu amor,  Fiel até à morte;  Desejo que me exortes  Por Tua luz perfeita,  Que sempre me deleita;  Tua Palavra, meu Senhor!  </vt:lpstr>
      <vt:lpstr>Ó Salvador, e bom Jesus,  Meus pés na rocha fundas;  Pois Tua mão, a mim conduz,  As águas mui profundas,  Do trono oriundas,  A Tua luz perfeita,  Que sempre me deleita;  Tua Palavra, ó Jesus!  Deus seja louvado.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229 JESUS, O MEIGO SALVADOR </dc:title>
  <dc:creator>Junior</dc:creator>
  <cp:lastModifiedBy>Emerson Souza</cp:lastModifiedBy>
  <cp:revision>1</cp:revision>
  <dcterms:created xsi:type="dcterms:W3CDTF">2005-12-23T22:52:02Z</dcterms:created>
  <dcterms:modified xsi:type="dcterms:W3CDTF">2026-05-02T21:56:00Z</dcterms:modified>
</cp:coreProperties>
</file>