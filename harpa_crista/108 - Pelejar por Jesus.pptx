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1"/>
  </p:notesMasterIdLst>
  <p:sldIdLst>
    <p:sldId id="265" r:id="rId2"/>
    <p:sldId id="256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ED87A"/>
    <a:srgbClr val="FFC285"/>
    <a:srgbClr val="FFFFCC"/>
    <a:srgbClr val="FFC081"/>
    <a:srgbClr val="FEEC94"/>
    <a:srgbClr val="FFCC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6" autoAdjust="0"/>
    <p:restoredTop sz="86491" autoAdjust="0"/>
  </p:normalViewPr>
  <p:slideViewPr>
    <p:cSldViewPr>
      <p:cViewPr varScale="1">
        <p:scale>
          <a:sx n="50" d="100"/>
          <a:sy n="50" d="100"/>
        </p:scale>
        <p:origin x="-102" y="-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5922789-7D23-2110-42F8-2D3FF0D2CF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A3D5BED-6BF5-A07C-8973-99E2C2AE156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DD1F07CB-A4E9-FF15-A111-1252A241886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33D56C0B-44B8-22E8-4D00-554CE33836A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06B4E2E7-D62E-E697-B338-1B3DAA0009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00F01F9A-7358-7D81-C8A9-029D6F5621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D434667-1E29-4986-9A4E-693A6C14B2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06DFA9-C8E0-2BB1-AC00-1689AB4CFE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040DE7-EEF4-4153-8191-A921A010EEED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F1AE12EE-A2D5-401D-C655-C49FE8AD79C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52EB8D6-3295-2CFB-D4F3-5030C266F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>
            <a:extLst>
              <a:ext uri="{FF2B5EF4-FFF2-40B4-BE49-F238E27FC236}">
                <a16:creationId xmlns:a16="http://schemas.microsoft.com/office/drawing/2014/main" id="{4FF31285-75A0-20EA-34CE-0B08EDFAA11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43011" name="Freeform 3">
              <a:extLst>
                <a:ext uri="{FF2B5EF4-FFF2-40B4-BE49-F238E27FC236}">
                  <a16:creationId xmlns:a16="http://schemas.microsoft.com/office/drawing/2014/main" id="{B2553312-FB22-A85E-A6F4-B05883DE7E2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>
                <a:gd name="T0" fmla="*/ 744 w 2515"/>
                <a:gd name="T1" fmla="*/ 1669 h 1970"/>
                <a:gd name="T2" fmla="*/ 852 w 2515"/>
                <a:gd name="T3" fmla="*/ 1400 h 1970"/>
                <a:gd name="T4" fmla="*/ 876 w 2515"/>
                <a:gd name="T5" fmla="*/ 1171 h 1970"/>
                <a:gd name="T6" fmla="*/ 979 w 2515"/>
                <a:gd name="T7" fmla="*/ 1370 h 1970"/>
                <a:gd name="T8" fmla="*/ 1231 w 2515"/>
                <a:gd name="T9" fmla="*/ 1621 h 1970"/>
                <a:gd name="T10" fmla="*/ 1471 w 2515"/>
                <a:gd name="T11" fmla="*/ 1693 h 1970"/>
                <a:gd name="T12" fmla="*/ 1819 w 2515"/>
                <a:gd name="T13" fmla="*/ 1678 h 1970"/>
                <a:gd name="T14" fmla="*/ 1893 w 2515"/>
                <a:gd name="T15" fmla="*/ 1513 h 1970"/>
                <a:gd name="T16" fmla="*/ 1874 w 2515"/>
                <a:gd name="T17" fmla="*/ 1285 h 1970"/>
                <a:gd name="T18" fmla="*/ 1783 w 2515"/>
                <a:gd name="T19" fmla="*/ 967 h 1970"/>
                <a:gd name="T20" fmla="*/ 1289 w 2515"/>
                <a:gd name="T21" fmla="*/ 873 h 1970"/>
                <a:gd name="T22" fmla="*/ 1549 w 2515"/>
                <a:gd name="T23" fmla="*/ 745 h 1970"/>
                <a:gd name="T24" fmla="*/ 1753 w 2515"/>
                <a:gd name="T25" fmla="*/ 732 h 1970"/>
                <a:gd name="T26" fmla="*/ 2107 w 2515"/>
                <a:gd name="T27" fmla="*/ 618 h 1970"/>
                <a:gd name="T28" fmla="*/ 2377 w 2515"/>
                <a:gd name="T29" fmla="*/ 438 h 1970"/>
                <a:gd name="T30" fmla="*/ 2420 w 2515"/>
                <a:gd name="T31" fmla="*/ 343 h 1970"/>
                <a:gd name="T32" fmla="*/ 2077 w 2515"/>
                <a:gd name="T33" fmla="*/ 331 h 1970"/>
                <a:gd name="T34" fmla="*/ 1951 w 2515"/>
                <a:gd name="T35" fmla="*/ 301 h 1970"/>
                <a:gd name="T36" fmla="*/ 1645 w 2515"/>
                <a:gd name="T37" fmla="*/ 289 h 1970"/>
                <a:gd name="T38" fmla="*/ 1297 w 2515"/>
                <a:gd name="T39" fmla="*/ 408 h 1970"/>
                <a:gd name="T40" fmla="*/ 1308 w 2515"/>
                <a:gd name="T41" fmla="*/ 337 h 1970"/>
                <a:gd name="T42" fmla="*/ 1453 w 2515"/>
                <a:gd name="T43" fmla="*/ 168 h 1970"/>
                <a:gd name="T44" fmla="*/ 1477 w 2515"/>
                <a:gd name="T45" fmla="*/ 36 h 1970"/>
                <a:gd name="T46" fmla="*/ 1417 w 2515"/>
                <a:gd name="T47" fmla="*/ 24 h 1970"/>
                <a:gd name="T48" fmla="*/ 1189 w 2515"/>
                <a:gd name="T49" fmla="*/ 102 h 1970"/>
                <a:gd name="T50" fmla="*/ 1026 w 2515"/>
                <a:gd name="T51" fmla="*/ 144 h 1970"/>
                <a:gd name="T52" fmla="*/ 889 w 2515"/>
                <a:gd name="T53" fmla="*/ 331 h 1970"/>
                <a:gd name="T54" fmla="*/ 726 w 2515"/>
                <a:gd name="T55" fmla="*/ 480 h 1970"/>
                <a:gd name="T56" fmla="*/ 643 w 2515"/>
                <a:gd name="T57" fmla="*/ 540 h 1970"/>
                <a:gd name="T58" fmla="*/ 600 w 2515"/>
                <a:gd name="T59" fmla="*/ 516 h 1970"/>
                <a:gd name="T60" fmla="*/ 552 w 2515"/>
                <a:gd name="T61" fmla="*/ 486 h 1970"/>
                <a:gd name="T62" fmla="*/ 528 w 2515"/>
                <a:gd name="T63" fmla="*/ 462 h 1970"/>
                <a:gd name="T64" fmla="*/ 474 w 2515"/>
                <a:gd name="T65" fmla="*/ 426 h 1970"/>
                <a:gd name="T66" fmla="*/ 415 w 2515"/>
                <a:gd name="T67" fmla="*/ 390 h 1970"/>
                <a:gd name="T68" fmla="*/ 366 w 2515"/>
                <a:gd name="T69" fmla="*/ 366 h 1970"/>
                <a:gd name="T70" fmla="*/ 192 w 2515"/>
                <a:gd name="T71" fmla="*/ 234 h 1970"/>
                <a:gd name="T72" fmla="*/ 570 w 2515"/>
                <a:gd name="T73" fmla="*/ 564 h 1970"/>
                <a:gd name="T74" fmla="*/ 444 w 2515"/>
                <a:gd name="T75" fmla="*/ 732 h 1970"/>
                <a:gd name="T76" fmla="*/ 318 w 2515"/>
                <a:gd name="T77" fmla="*/ 787 h 1970"/>
                <a:gd name="T78" fmla="*/ 127 w 2515"/>
                <a:gd name="T79" fmla="*/ 853 h 1970"/>
                <a:gd name="T80" fmla="*/ 0 w 2515"/>
                <a:gd name="T81" fmla="*/ 1165 h 1970"/>
                <a:gd name="T82" fmla="*/ 372 w 2515"/>
                <a:gd name="T83" fmla="*/ 1015 h 1970"/>
                <a:gd name="T84" fmla="*/ 222 w 2515"/>
                <a:gd name="T85" fmla="*/ 1262 h 1970"/>
                <a:gd name="T86" fmla="*/ 139 w 2515"/>
                <a:gd name="T87" fmla="*/ 1459 h 1970"/>
                <a:gd name="T88" fmla="*/ 102 w 2515"/>
                <a:gd name="T89" fmla="*/ 1495 h 1970"/>
                <a:gd name="T90" fmla="*/ 84 w 2515"/>
                <a:gd name="T91" fmla="*/ 1519 h 1970"/>
                <a:gd name="T92" fmla="*/ 96 w 2515"/>
                <a:gd name="T93" fmla="*/ 1537 h 1970"/>
                <a:gd name="T94" fmla="*/ 127 w 2515"/>
                <a:gd name="T95" fmla="*/ 1567 h 1970"/>
                <a:gd name="T96" fmla="*/ 145 w 2515"/>
                <a:gd name="T97" fmla="*/ 1633 h 1970"/>
                <a:gd name="T98" fmla="*/ 156 w 2515"/>
                <a:gd name="T99" fmla="*/ 1693 h 1970"/>
                <a:gd name="T100" fmla="*/ 162 w 2515"/>
                <a:gd name="T101" fmla="*/ 1723 h 1970"/>
                <a:gd name="T102" fmla="*/ 216 w 2515"/>
                <a:gd name="T103" fmla="*/ 1802 h 1970"/>
                <a:gd name="T104" fmla="*/ 228 w 2515"/>
                <a:gd name="T105" fmla="*/ 1850 h 1970"/>
                <a:gd name="T106" fmla="*/ 240 w 2515"/>
                <a:gd name="T107" fmla="*/ 1904 h 1970"/>
                <a:gd name="T108" fmla="*/ 246 w 2515"/>
                <a:gd name="T109" fmla="*/ 1922 h 1970"/>
                <a:gd name="T110" fmla="*/ 258 w 2515"/>
                <a:gd name="T111" fmla="*/ 1970 h 1970"/>
                <a:gd name="T112" fmla="*/ 462 w 2515"/>
                <a:gd name="T113" fmla="*/ 1922 h 1970"/>
                <a:gd name="T114" fmla="*/ 624 w 2515"/>
                <a:gd name="T115" fmla="*/ 1778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12" name="Freeform 4">
              <a:extLst>
                <a:ext uri="{FF2B5EF4-FFF2-40B4-BE49-F238E27FC236}">
                  <a16:creationId xmlns:a16="http://schemas.microsoft.com/office/drawing/2014/main" id="{8EB258A2-0263-2DF1-FCC1-18C8052EEC2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>
                <a:gd name="T0" fmla="*/ 580 w 2123"/>
                <a:gd name="T1" fmla="*/ 1043 h 1696"/>
                <a:gd name="T2" fmla="*/ 544 w 2123"/>
                <a:gd name="T3" fmla="*/ 683 h 1696"/>
                <a:gd name="T4" fmla="*/ 670 w 2123"/>
                <a:gd name="T5" fmla="*/ 395 h 1696"/>
                <a:gd name="T6" fmla="*/ 927 w 2123"/>
                <a:gd name="T7" fmla="*/ 587 h 1696"/>
                <a:gd name="T8" fmla="*/ 1214 w 2123"/>
                <a:gd name="T9" fmla="*/ 869 h 1696"/>
                <a:gd name="T10" fmla="*/ 1483 w 2123"/>
                <a:gd name="T11" fmla="*/ 1109 h 1696"/>
                <a:gd name="T12" fmla="*/ 1800 w 2123"/>
                <a:gd name="T13" fmla="*/ 1360 h 1696"/>
                <a:gd name="T14" fmla="*/ 1883 w 2123"/>
                <a:gd name="T15" fmla="*/ 1414 h 1696"/>
                <a:gd name="T16" fmla="*/ 1836 w 2123"/>
                <a:gd name="T17" fmla="*/ 1354 h 1696"/>
                <a:gd name="T18" fmla="*/ 1411 w 2123"/>
                <a:gd name="T19" fmla="*/ 1001 h 1696"/>
                <a:gd name="T20" fmla="*/ 1088 w 2123"/>
                <a:gd name="T21" fmla="*/ 683 h 1696"/>
                <a:gd name="T22" fmla="*/ 723 w 2123"/>
                <a:gd name="T23" fmla="*/ 329 h 1696"/>
                <a:gd name="T24" fmla="*/ 999 w 2123"/>
                <a:gd name="T25" fmla="*/ 311 h 1696"/>
                <a:gd name="T26" fmla="*/ 1286 w 2123"/>
                <a:gd name="T27" fmla="*/ 317 h 1696"/>
                <a:gd name="T28" fmla="*/ 1614 w 2123"/>
                <a:gd name="T29" fmla="*/ 269 h 1696"/>
                <a:gd name="T30" fmla="*/ 2123 w 2123"/>
                <a:gd name="T31" fmla="*/ 197 h 1696"/>
                <a:gd name="T32" fmla="*/ 2075 w 2123"/>
                <a:gd name="T33" fmla="*/ 173 h 1696"/>
                <a:gd name="T34" fmla="*/ 1543 w 2123"/>
                <a:gd name="T35" fmla="*/ 257 h 1696"/>
                <a:gd name="T36" fmla="*/ 1208 w 2123"/>
                <a:gd name="T37" fmla="*/ 275 h 1696"/>
                <a:gd name="T38" fmla="*/ 759 w 2123"/>
                <a:gd name="T39" fmla="*/ 257 h 1696"/>
                <a:gd name="T40" fmla="*/ 819 w 2123"/>
                <a:gd name="T41" fmla="*/ 227 h 1696"/>
                <a:gd name="T42" fmla="*/ 1142 w 2123"/>
                <a:gd name="T43" fmla="*/ 0 h 1696"/>
                <a:gd name="T44" fmla="*/ 1088 w 2123"/>
                <a:gd name="T45" fmla="*/ 30 h 1696"/>
                <a:gd name="T46" fmla="*/ 1010 w 2123"/>
                <a:gd name="T47" fmla="*/ 84 h 1696"/>
                <a:gd name="T48" fmla="*/ 855 w 2123"/>
                <a:gd name="T49" fmla="*/ 191 h 1696"/>
                <a:gd name="T50" fmla="*/ 670 w 2123"/>
                <a:gd name="T51" fmla="*/ 281 h 1696"/>
                <a:gd name="T52" fmla="*/ 634 w 2123"/>
                <a:gd name="T53" fmla="*/ 359 h 1696"/>
                <a:gd name="T54" fmla="*/ 305 w 2123"/>
                <a:gd name="T55" fmla="*/ 587 h 1696"/>
                <a:gd name="T56" fmla="*/ 0 w 2123"/>
                <a:gd name="T57" fmla="*/ 725 h 1696"/>
                <a:gd name="T58" fmla="*/ 0 w 2123"/>
                <a:gd name="T59" fmla="*/ 731 h 1696"/>
                <a:gd name="T60" fmla="*/ 0 w 2123"/>
                <a:gd name="T61" fmla="*/ 767 h 1696"/>
                <a:gd name="T62" fmla="*/ 299 w 2123"/>
                <a:gd name="T63" fmla="*/ 635 h 1696"/>
                <a:gd name="T64" fmla="*/ 592 w 2123"/>
                <a:gd name="T65" fmla="*/ 431 h 1696"/>
                <a:gd name="T66" fmla="*/ 508 w 2123"/>
                <a:gd name="T67" fmla="*/ 671 h 1696"/>
                <a:gd name="T68" fmla="*/ 526 w 2123"/>
                <a:gd name="T69" fmla="*/ 995 h 1696"/>
                <a:gd name="T70" fmla="*/ 460 w 2123"/>
                <a:gd name="T71" fmla="*/ 1168 h 1696"/>
                <a:gd name="T72" fmla="*/ 329 w 2123"/>
                <a:gd name="T73" fmla="*/ 1480 h 1696"/>
                <a:gd name="T74" fmla="*/ 323 w 2123"/>
                <a:gd name="T75" fmla="*/ 1696 h 1696"/>
                <a:gd name="T76" fmla="*/ 329 w 2123"/>
                <a:gd name="T77" fmla="*/ 1696 h 1696"/>
                <a:gd name="T78" fmla="*/ 347 w 2123"/>
                <a:gd name="T79" fmla="*/ 1552 h 1696"/>
                <a:gd name="T80" fmla="*/ 580 w 2123"/>
                <a:gd name="T81" fmla="*/ 1043 h 1696"/>
                <a:gd name="T82" fmla="*/ 580 w 2123"/>
                <a:gd name="T83" fmla="*/ 1043 h 1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13" name="Freeform 5">
              <a:extLst>
                <a:ext uri="{FF2B5EF4-FFF2-40B4-BE49-F238E27FC236}">
                  <a16:creationId xmlns:a16="http://schemas.microsoft.com/office/drawing/2014/main" id="{61A02491-A03F-35A3-68CA-AFAD666CD87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>
                <a:gd name="T0" fmla="*/ 3338 w 3668"/>
                <a:gd name="T1" fmla="*/ 288 h 943"/>
                <a:gd name="T2" fmla="*/ 3194 w 3668"/>
                <a:gd name="T3" fmla="*/ 258 h 943"/>
                <a:gd name="T4" fmla="*/ 2816 w 3668"/>
                <a:gd name="T5" fmla="*/ 234 h 943"/>
                <a:gd name="T6" fmla="*/ 2330 w 3668"/>
                <a:gd name="T7" fmla="*/ 306 h 943"/>
                <a:gd name="T8" fmla="*/ 2372 w 3668"/>
                <a:gd name="T9" fmla="*/ 258 h 943"/>
                <a:gd name="T10" fmla="*/ 2624 w 3668"/>
                <a:gd name="T11" fmla="*/ 132 h 943"/>
                <a:gd name="T12" fmla="*/ 2707 w 3668"/>
                <a:gd name="T13" fmla="*/ 24 h 943"/>
                <a:gd name="T14" fmla="*/ 2642 w 3668"/>
                <a:gd name="T15" fmla="*/ 12 h 943"/>
                <a:gd name="T16" fmla="*/ 2515 w 3668"/>
                <a:gd name="T17" fmla="*/ 54 h 943"/>
                <a:gd name="T18" fmla="*/ 2324 w 3668"/>
                <a:gd name="T19" fmla="*/ 66 h 943"/>
                <a:gd name="T20" fmla="*/ 2101 w 3668"/>
                <a:gd name="T21" fmla="*/ 90 h 943"/>
                <a:gd name="T22" fmla="*/ 1855 w 3668"/>
                <a:gd name="T23" fmla="*/ 228 h 943"/>
                <a:gd name="T24" fmla="*/ 1591 w 3668"/>
                <a:gd name="T25" fmla="*/ 337 h 943"/>
                <a:gd name="T26" fmla="*/ 1459 w 3668"/>
                <a:gd name="T27" fmla="*/ 379 h 943"/>
                <a:gd name="T28" fmla="*/ 1417 w 3668"/>
                <a:gd name="T29" fmla="*/ 361 h 943"/>
                <a:gd name="T30" fmla="*/ 1363 w 3668"/>
                <a:gd name="T31" fmla="*/ 331 h 943"/>
                <a:gd name="T32" fmla="*/ 1344 w 3668"/>
                <a:gd name="T33" fmla="*/ 312 h 943"/>
                <a:gd name="T34" fmla="*/ 1290 w 3668"/>
                <a:gd name="T35" fmla="*/ 288 h 943"/>
                <a:gd name="T36" fmla="*/ 1230 w 3668"/>
                <a:gd name="T37" fmla="*/ 252 h 943"/>
                <a:gd name="T38" fmla="*/ 1119 w 3668"/>
                <a:gd name="T39" fmla="*/ 227 h 943"/>
                <a:gd name="T40" fmla="*/ 1320 w 3668"/>
                <a:gd name="T41" fmla="*/ 438 h 943"/>
                <a:gd name="T42" fmla="*/ 960 w 3668"/>
                <a:gd name="T43" fmla="*/ 558 h 943"/>
                <a:gd name="T44" fmla="*/ 474 w 3668"/>
                <a:gd name="T45" fmla="*/ 630 h 943"/>
                <a:gd name="T46" fmla="*/ 132 w 3668"/>
                <a:gd name="T47" fmla="*/ 781 h 943"/>
                <a:gd name="T48" fmla="*/ 234 w 3668"/>
                <a:gd name="T49" fmla="*/ 847 h 943"/>
                <a:gd name="T50" fmla="*/ 925 w 3668"/>
                <a:gd name="T51" fmla="*/ 739 h 943"/>
                <a:gd name="T52" fmla="*/ 637 w 3668"/>
                <a:gd name="T53" fmla="*/ 925 h 943"/>
                <a:gd name="T54" fmla="*/ 1405 w 3668"/>
                <a:gd name="T55" fmla="*/ 943 h 943"/>
                <a:gd name="T56" fmla="*/ 1447 w 3668"/>
                <a:gd name="T57" fmla="*/ 943 h 943"/>
                <a:gd name="T58" fmla="*/ 2888 w 3668"/>
                <a:gd name="T59" fmla="*/ 859 h 943"/>
                <a:gd name="T60" fmla="*/ 2582 w 3668"/>
                <a:gd name="T61" fmla="*/ 708 h 943"/>
                <a:gd name="T62" fmla="*/ 2299 w 3668"/>
                <a:gd name="T63" fmla="*/ 606 h 943"/>
                <a:gd name="T64" fmla="*/ 2606 w 3668"/>
                <a:gd name="T65" fmla="*/ 588 h 943"/>
                <a:gd name="T66" fmla="*/ 3001 w 3668"/>
                <a:gd name="T67" fmla="*/ 582 h 943"/>
                <a:gd name="T68" fmla="*/ 3452 w 3668"/>
                <a:gd name="T69" fmla="*/ 438 h 943"/>
                <a:gd name="T70" fmla="*/ 3668 w 3668"/>
                <a:gd name="T71" fmla="*/ 312 h 943"/>
                <a:gd name="T72" fmla="*/ 3482 w 3668"/>
                <a:gd name="T73" fmla="*/ 30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14" name="Freeform 6">
              <a:extLst>
                <a:ext uri="{FF2B5EF4-FFF2-40B4-BE49-F238E27FC236}">
                  <a16:creationId xmlns:a16="http://schemas.microsoft.com/office/drawing/2014/main" id="{4B34A26C-D137-F320-EC96-0452AC9FA3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>
                <a:gd name="T0" fmla="*/ 323 w 969"/>
                <a:gd name="T1" fmla="*/ 1186 h 1192"/>
                <a:gd name="T2" fmla="*/ 490 w 969"/>
                <a:gd name="T3" fmla="*/ 1192 h 1192"/>
                <a:gd name="T4" fmla="*/ 580 w 969"/>
                <a:gd name="T5" fmla="*/ 1150 h 1192"/>
                <a:gd name="T6" fmla="*/ 813 w 969"/>
                <a:gd name="T7" fmla="*/ 1085 h 1192"/>
                <a:gd name="T8" fmla="*/ 933 w 969"/>
                <a:gd name="T9" fmla="*/ 1055 h 1192"/>
                <a:gd name="T10" fmla="*/ 759 w 969"/>
                <a:gd name="T11" fmla="*/ 989 h 1192"/>
                <a:gd name="T12" fmla="*/ 556 w 969"/>
                <a:gd name="T13" fmla="*/ 953 h 1192"/>
                <a:gd name="T14" fmla="*/ 197 w 969"/>
                <a:gd name="T15" fmla="*/ 971 h 1192"/>
                <a:gd name="T16" fmla="*/ 299 w 969"/>
                <a:gd name="T17" fmla="*/ 893 h 1192"/>
                <a:gd name="T18" fmla="*/ 496 w 969"/>
                <a:gd name="T19" fmla="*/ 803 h 1192"/>
                <a:gd name="T20" fmla="*/ 694 w 969"/>
                <a:gd name="T21" fmla="*/ 671 h 1192"/>
                <a:gd name="T22" fmla="*/ 700 w 969"/>
                <a:gd name="T23" fmla="*/ 671 h 1192"/>
                <a:gd name="T24" fmla="*/ 712 w 969"/>
                <a:gd name="T25" fmla="*/ 665 h 1192"/>
                <a:gd name="T26" fmla="*/ 753 w 969"/>
                <a:gd name="T27" fmla="*/ 647 h 1192"/>
                <a:gd name="T28" fmla="*/ 777 w 969"/>
                <a:gd name="T29" fmla="*/ 641 h 1192"/>
                <a:gd name="T30" fmla="*/ 789 w 969"/>
                <a:gd name="T31" fmla="*/ 629 h 1192"/>
                <a:gd name="T32" fmla="*/ 795 w 969"/>
                <a:gd name="T33" fmla="*/ 617 h 1192"/>
                <a:gd name="T34" fmla="*/ 789 w 969"/>
                <a:gd name="T35" fmla="*/ 611 h 1192"/>
                <a:gd name="T36" fmla="*/ 783 w 969"/>
                <a:gd name="T37" fmla="*/ 599 h 1192"/>
                <a:gd name="T38" fmla="*/ 783 w 969"/>
                <a:gd name="T39" fmla="*/ 575 h 1192"/>
                <a:gd name="T40" fmla="*/ 795 w 969"/>
                <a:gd name="T41" fmla="*/ 545 h 1192"/>
                <a:gd name="T42" fmla="*/ 807 w 969"/>
                <a:gd name="T43" fmla="*/ 515 h 1192"/>
                <a:gd name="T44" fmla="*/ 825 w 969"/>
                <a:gd name="T45" fmla="*/ 485 h 1192"/>
                <a:gd name="T46" fmla="*/ 837 w 969"/>
                <a:gd name="T47" fmla="*/ 455 h 1192"/>
                <a:gd name="T48" fmla="*/ 843 w 969"/>
                <a:gd name="T49" fmla="*/ 437 h 1192"/>
                <a:gd name="T50" fmla="*/ 849 w 969"/>
                <a:gd name="T51" fmla="*/ 431 h 1192"/>
                <a:gd name="T52" fmla="*/ 849 w 969"/>
                <a:gd name="T53" fmla="*/ 347 h 1192"/>
                <a:gd name="T54" fmla="*/ 849 w 969"/>
                <a:gd name="T55" fmla="*/ 341 h 1192"/>
                <a:gd name="T56" fmla="*/ 855 w 969"/>
                <a:gd name="T57" fmla="*/ 335 h 1192"/>
                <a:gd name="T58" fmla="*/ 873 w 969"/>
                <a:gd name="T59" fmla="*/ 305 h 1192"/>
                <a:gd name="T60" fmla="*/ 885 w 969"/>
                <a:gd name="T61" fmla="*/ 269 h 1192"/>
                <a:gd name="T62" fmla="*/ 897 w 969"/>
                <a:gd name="T63" fmla="*/ 239 h 1192"/>
                <a:gd name="T64" fmla="*/ 903 w 969"/>
                <a:gd name="T65" fmla="*/ 227 h 1192"/>
                <a:gd name="T66" fmla="*/ 909 w 969"/>
                <a:gd name="T67" fmla="*/ 215 h 1192"/>
                <a:gd name="T68" fmla="*/ 927 w 969"/>
                <a:gd name="T69" fmla="*/ 173 h 1192"/>
                <a:gd name="T70" fmla="*/ 945 w 969"/>
                <a:gd name="T71" fmla="*/ 137 h 1192"/>
                <a:gd name="T72" fmla="*/ 951 w 969"/>
                <a:gd name="T73" fmla="*/ 125 h 1192"/>
                <a:gd name="T74" fmla="*/ 951 w 969"/>
                <a:gd name="T75" fmla="*/ 119 h 1192"/>
                <a:gd name="T76" fmla="*/ 969 w 969"/>
                <a:gd name="T77" fmla="*/ 0 h 1192"/>
                <a:gd name="T78" fmla="*/ 945 w 969"/>
                <a:gd name="T79" fmla="*/ 47 h 1192"/>
                <a:gd name="T80" fmla="*/ 783 w 969"/>
                <a:gd name="T81" fmla="*/ 113 h 1192"/>
                <a:gd name="T82" fmla="*/ 706 w 969"/>
                <a:gd name="T83" fmla="*/ 161 h 1192"/>
                <a:gd name="T84" fmla="*/ 460 w 969"/>
                <a:gd name="T85" fmla="*/ 233 h 1192"/>
                <a:gd name="T86" fmla="*/ 281 w 969"/>
                <a:gd name="T87" fmla="*/ 287 h 1192"/>
                <a:gd name="T88" fmla="*/ 173 w 969"/>
                <a:gd name="T89" fmla="*/ 293 h 1192"/>
                <a:gd name="T90" fmla="*/ 12 w 969"/>
                <a:gd name="T91" fmla="*/ 485 h 1192"/>
                <a:gd name="T92" fmla="*/ 0 w 969"/>
                <a:gd name="T93" fmla="*/ 509 h 1192"/>
                <a:gd name="T94" fmla="*/ 0 w 969"/>
                <a:gd name="T95" fmla="*/ 1186 h 1192"/>
                <a:gd name="T96" fmla="*/ 96 w 969"/>
                <a:gd name="T97" fmla="*/ 1180 h 1192"/>
                <a:gd name="T98" fmla="*/ 323 w 969"/>
                <a:gd name="T99" fmla="*/ 1186 h 1192"/>
                <a:gd name="T100" fmla="*/ 323 w 969"/>
                <a:gd name="T101" fmla="*/ 1186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15" name="Freeform 7">
              <a:extLst>
                <a:ext uri="{FF2B5EF4-FFF2-40B4-BE49-F238E27FC236}">
                  <a16:creationId xmlns:a16="http://schemas.microsoft.com/office/drawing/2014/main" id="{DA567445-9BC0-2E2C-81D5-B485334A2F2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>
                <a:gd name="T0" fmla="*/ 859 w 2570"/>
                <a:gd name="T1" fmla="*/ 612 h 2266"/>
                <a:gd name="T2" fmla="*/ 1087 w 2570"/>
                <a:gd name="T3" fmla="*/ 853 h 2266"/>
                <a:gd name="T4" fmla="*/ 961 w 2570"/>
                <a:gd name="T5" fmla="*/ 913 h 2266"/>
                <a:gd name="T6" fmla="*/ 786 w 2570"/>
                <a:gd name="T7" fmla="*/ 883 h 2266"/>
                <a:gd name="T8" fmla="*/ 450 w 2570"/>
                <a:gd name="T9" fmla="*/ 931 h 2266"/>
                <a:gd name="T10" fmla="*/ 150 w 2570"/>
                <a:gd name="T11" fmla="*/ 1075 h 2266"/>
                <a:gd name="T12" fmla="*/ 78 w 2570"/>
                <a:gd name="T13" fmla="*/ 1165 h 2266"/>
                <a:gd name="T14" fmla="*/ 361 w 2570"/>
                <a:gd name="T15" fmla="*/ 1256 h 2266"/>
                <a:gd name="T16" fmla="*/ 444 w 2570"/>
                <a:gd name="T17" fmla="*/ 1316 h 2266"/>
                <a:gd name="T18" fmla="*/ 697 w 2570"/>
                <a:gd name="T19" fmla="*/ 1400 h 2266"/>
                <a:gd name="T20" fmla="*/ 1026 w 2570"/>
                <a:gd name="T21" fmla="*/ 1346 h 2266"/>
                <a:gd name="T22" fmla="*/ 991 w 2570"/>
                <a:gd name="T23" fmla="*/ 1412 h 2266"/>
                <a:gd name="T24" fmla="*/ 804 w 2570"/>
                <a:gd name="T25" fmla="*/ 1574 h 2266"/>
                <a:gd name="T26" fmla="*/ 726 w 2570"/>
                <a:gd name="T27" fmla="*/ 1718 h 2266"/>
                <a:gd name="T28" fmla="*/ 768 w 2570"/>
                <a:gd name="T29" fmla="*/ 1742 h 2266"/>
                <a:gd name="T30" fmla="*/ 865 w 2570"/>
                <a:gd name="T31" fmla="*/ 1693 h 2266"/>
                <a:gd name="T32" fmla="*/ 991 w 2570"/>
                <a:gd name="T33" fmla="*/ 1699 h 2266"/>
                <a:gd name="T34" fmla="*/ 1135 w 2570"/>
                <a:gd name="T35" fmla="*/ 1627 h 2266"/>
                <a:gd name="T36" fmla="*/ 1183 w 2570"/>
                <a:gd name="T37" fmla="*/ 1669 h 2266"/>
                <a:gd name="T38" fmla="*/ 1399 w 2570"/>
                <a:gd name="T39" fmla="*/ 1436 h 2266"/>
                <a:gd name="T40" fmla="*/ 1615 w 2570"/>
                <a:gd name="T41" fmla="*/ 1334 h 2266"/>
                <a:gd name="T42" fmla="*/ 1645 w 2570"/>
                <a:gd name="T43" fmla="*/ 1370 h 2266"/>
                <a:gd name="T44" fmla="*/ 1681 w 2570"/>
                <a:gd name="T45" fmla="*/ 1430 h 2266"/>
                <a:gd name="T46" fmla="*/ 1699 w 2570"/>
                <a:gd name="T47" fmla="*/ 1466 h 2266"/>
                <a:gd name="T48" fmla="*/ 1747 w 2570"/>
                <a:gd name="T49" fmla="*/ 1550 h 2266"/>
                <a:gd name="T50" fmla="*/ 1772 w 2570"/>
                <a:gd name="T51" fmla="*/ 1586 h 2266"/>
                <a:gd name="T52" fmla="*/ 2124 w 2570"/>
                <a:gd name="T53" fmla="*/ 2248 h 2266"/>
                <a:gd name="T54" fmla="*/ 1693 w 2570"/>
                <a:gd name="T55" fmla="*/ 1322 h 2266"/>
                <a:gd name="T56" fmla="*/ 1861 w 2570"/>
                <a:gd name="T57" fmla="*/ 1165 h 2266"/>
                <a:gd name="T58" fmla="*/ 2173 w 2570"/>
                <a:gd name="T59" fmla="*/ 1099 h 2266"/>
                <a:gd name="T60" fmla="*/ 2390 w 2570"/>
                <a:gd name="T61" fmla="*/ 1009 h 2266"/>
                <a:gd name="T62" fmla="*/ 2570 w 2570"/>
                <a:gd name="T63" fmla="*/ 805 h 2266"/>
                <a:gd name="T64" fmla="*/ 2342 w 2570"/>
                <a:gd name="T65" fmla="*/ 781 h 2266"/>
                <a:gd name="T66" fmla="*/ 2114 w 2570"/>
                <a:gd name="T67" fmla="*/ 763 h 2266"/>
                <a:gd name="T68" fmla="*/ 2408 w 2570"/>
                <a:gd name="T69" fmla="*/ 433 h 2266"/>
                <a:gd name="T70" fmla="*/ 2426 w 2570"/>
                <a:gd name="T71" fmla="*/ 421 h 2266"/>
                <a:gd name="T72" fmla="*/ 2474 w 2570"/>
                <a:gd name="T73" fmla="*/ 379 h 2266"/>
                <a:gd name="T74" fmla="*/ 2492 w 2570"/>
                <a:gd name="T75" fmla="*/ 355 h 2266"/>
                <a:gd name="T76" fmla="*/ 2474 w 2570"/>
                <a:gd name="T77" fmla="*/ 337 h 2266"/>
                <a:gd name="T78" fmla="*/ 2474 w 2570"/>
                <a:gd name="T79" fmla="*/ 271 h 2266"/>
                <a:gd name="T80" fmla="*/ 2492 w 2570"/>
                <a:gd name="T81" fmla="*/ 192 h 2266"/>
                <a:gd name="T82" fmla="*/ 2504 w 2570"/>
                <a:gd name="T83" fmla="*/ 132 h 2266"/>
                <a:gd name="T84" fmla="*/ 2492 w 2570"/>
                <a:gd name="T85" fmla="*/ 36 h 2266"/>
                <a:gd name="T86" fmla="*/ 2492 w 2570"/>
                <a:gd name="T87" fmla="*/ 24 h 2266"/>
                <a:gd name="T88" fmla="*/ 2102 w 2570"/>
                <a:gd name="T89" fmla="*/ 0 h 2266"/>
                <a:gd name="T90" fmla="*/ 1909 w 2570"/>
                <a:gd name="T91" fmla="*/ 90 h 2266"/>
                <a:gd name="T92" fmla="*/ 1747 w 2570"/>
                <a:gd name="T93" fmla="*/ 535 h 2266"/>
                <a:gd name="T94" fmla="*/ 1711 w 2570"/>
                <a:gd name="T95" fmla="*/ 469 h 2266"/>
                <a:gd name="T96" fmla="*/ 1633 w 2570"/>
                <a:gd name="T97" fmla="*/ 144 h 2266"/>
                <a:gd name="T98" fmla="*/ 1579 w 2570"/>
                <a:gd name="T99" fmla="*/ 0 h 2266"/>
                <a:gd name="T100" fmla="*/ 738 w 2570"/>
                <a:gd name="T101" fmla="*/ 186 h 2266"/>
                <a:gd name="T102" fmla="*/ 756 w 2570"/>
                <a:gd name="T103" fmla="*/ 463 h 2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16" name="Freeform 8">
              <a:extLst>
                <a:ext uri="{FF2B5EF4-FFF2-40B4-BE49-F238E27FC236}">
                  <a16:creationId xmlns:a16="http://schemas.microsoft.com/office/drawing/2014/main" id="{D56CB874-82D8-BEBD-5EEC-E28D264F401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>
                <a:gd name="T0" fmla="*/ 1034 w 2176"/>
                <a:gd name="T1" fmla="*/ 767 h 1505"/>
                <a:gd name="T2" fmla="*/ 1190 w 2176"/>
                <a:gd name="T3" fmla="*/ 1235 h 1505"/>
                <a:gd name="T4" fmla="*/ 956 w 2176"/>
                <a:gd name="T5" fmla="*/ 1193 h 1505"/>
                <a:gd name="T6" fmla="*/ 723 w 2176"/>
                <a:gd name="T7" fmla="*/ 1127 h 1505"/>
                <a:gd name="T8" fmla="*/ 442 w 2176"/>
                <a:gd name="T9" fmla="*/ 1109 h 1505"/>
                <a:gd name="T10" fmla="*/ 0 w 2176"/>
                <a:gd name="T11" fmla="*/ 1079 h 1505"/>
                <a:gd name="T12" fmla="*/ 30 w 2176"/>
                <a:gd name="T13" fmla="*/ 1115 h 1505"/>
                <a:gd name="T14" fmla="*/ 496 w 2176"/>
                <a:gd name="T15" fmla="*/ 1133 h 1505"/>
                <a:gd name="T16" fmla="*/ 777 w 2176"/>
                <a:gd name="T17" fmla="*/ 1187 h 1505"/>
                <a:gd name="T18" fmla="*/ 1130 w 2176"/>
                <a:gd name="T19" fmla="*/ 1301 h 1505"/>
                <a:gd name="T20" fmla="*/ 1070 w 2176"/>
                <a:gd name="T21" fmla="*/ 1319 h 1505"/>
                <a:gd name="T22" fmla="*/ 711 w 2176"/>
                <a:gd name="T23" fmla="*/ 1505 h 1505"/>
                <a:gd name="T24" fmla="*/ 765 w 2176"/>
                <a:gd name="T25" fmla="*/ 1481 h 1505"/>
                <a:gd name="T26" fmla="*/ 861 w 2176"/>
                <a:gd name="T27" fmla="*/ 1439 h 1505"/>
                <a:gd name="T28" fmla="*/ 1022 w 2176"/>
                <a:gd name="T29" fmla="*/ 1355 h 1505"/>
                <a:gd name="T30" fmla="*/ 1214 w 2176"/>
                <a:gd name="T31" fmla="*/ 1295 h 1505"/>
                <a:gd name="T32" fmla="*/ 1267 w 2176"/>
                <a:gd name="T33" fmla="*/ 1223 h 1505"/>
                <a:gd name="T34" fmla="*/ 1632 w 2176"/>
                <a:gd name="T35" fmla="*/ 1043 h 1505"/>
                <a:gd name="T36" fmla="*/ 1931 w 2176"/>
                <a:gd name="T37" fmla="*/ 953 h 1505"/>
                <a:gd name="T38" fmla="*/ 2176 w 2176"/>
                <a:gd name="T39" fmla="*/ 821 h 1505"/>
                <a:gd name="T40" fmla="*/ 1961 w 2176"/>
                <a:gd name="T41" fmla="*/ 911 h 1505"/>
                <a:gd name="T42" fmla="*/ 1656 w 2176"/>
                <a:gd name="T43" fmla="*/ 989 h 1505"/>
                <a:gd name="T44" fmla="*/ 1339 w 2176"/>
                <a:gd name="T45" fmla="*/ 1151 h 1505"/>
                <a:gd name="T46" fmla="*/ 1501 w 2176"/>
                <a:gd name="T47" fmla="*/ 905 h 1505"/>
                <a:gd name="T48" fmla="*/ 1620 w 2176"/>
                <a:gd name="T49" fmla="*/ 545 h 1505"/>
                <a:gd name="T50" fmla="*/ 1740 w 2176"/>
                <a:gd name="T51" fmla="*/ 372 h 1505"/>
                <a:gd name="T52" fmla="*/ 1979 w 2176"/>
                <a:gd name="T53" fmla="*/ 60 h 1505"/>
                <a:gd name="T54" fmla="*/ 2003 w 2176"/>
                <a:gd name="T55" fmla="*/ 0 h 1505"/>
                <a:gd name="T56" fmla="*/ 1973 w 2176"/>
                <a:gd name="T57" fmla="*/ 0 h 1505"/>
                <a:gd name="T58" fmla="*/ 1596 w 2176"/>
                <a:gd name="T59" fmla="*/ 480 h 1505"/>
                <a:gd name="T60" fmla="*/ 1477 w 2176"/>
                <a:gd name="T61" fmla="*/ 887 h 1505"/>
                <a:gd name="T62" fmla="*/ 1255 w 2176"/>
                <a:gd name="T63" fmla="*/ 1175 h 1505"/>
                <a:gd name="T64" fmla="*/ 1130 w 2176"/>
                <a:gd name="T65" fmla="*/ 905 h 1505"/>
                <a:gd name="T66" fmla="*/ 1010 w 2176"/>
                <a:gd name="T67" fmla="*/ 540 h 1505"/>
                <a:gd name="T68" fmla="*/ 885 w 2176"/>
                <a:gd name="T69" fmla="*/ 222 h 1505"/>
                <a:gd name="T70" fmla="*/ 789 w 2176"/>
                <a:gd name="T71" fmla="*/ 0 h 1505"/>
                <a:gd name="T72" fmla="*/ 753 w 2176"/>
                <a:gd name="T73" fmla="*/ 0 h 1505"/>
                <a:gd name="T74" fmla="*/ 903 w 2176"/>
                <a:gd name="T75" fmla="*/ 354 h 1505"/>
                <a:gd name="T76" fmla="*/ 1034 w 2176"/>
                <a:gd name="T77" fmla="*/ 767 h 1505"/>
                <a:gd name="T78" fmla="*/ 1034 w 2176"/>
                <a:gd name="T79" fmla="*/ 767 h 1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17" name="Freeform 9">
              <a:extLst>
                <a:ext uri="{FF2B5EF4-FFF2-40B4-BE49-F238E27FC236}">
                  <a16:creationId xmlns:a16="http://schemas.microsoft.com/office/drawing/2014/main" id="{45045D0C-5073-1278-68BD-B74D5CC5C0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>
                <a:gd name="T0" fmla="*/ 161 w 813"/>
                <a:gd name="T1" fmla="*/ 564 h 804"/>
                <a:gd name="T2" fmla="*/ 329 w 813"/>
                <a:gd name="T3" fmla="*/ 438 h 804"/>
                <a:gd name="T4" fmla="*/ 646 w 813"/>
                <a:gd name="T5" fmla="*/ 216 h 804"/>
                <a:gd name="T6" fmla="*/ 813 w 813"/>
                <a:gd name="T7" fmla="*/ 0 h 804"/>
                <a:gd name="T8" fmla="*/ 676 w 813"/>
                <a:gd name="T9" fmla="*/ 150 h 804"/>
                <a:gd name="T10" fmla="*/ 144 w 813"/>
                <a:gd name="T11" fmla="*/ 504 h 804"/>
                <a:gd name="T12" fmla="*/ 0 w 813"/>
                <a:gd name="T13" fmla="*/ 732 h 804"/>
                <a:gd name="T14" fmla="*/ 0 w 813"/>
                <a:gd name="T15" fmla="*/ 804 h 804"/>
                <a:gd name="T16" fmla="*/ 161 w 813"/>
                <a:gd name="T17" fmla="*/ 564 h 804"/>
                <a:gd name="T18" fmla="*/ 161 w 813"/>
                <a:gd name="T19" fmla="*/ 564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18" name="Freeform 10">
              <a:extLst>
                <a:ext uri="{FF2B5EF4-FFF2-40B4-BE49-F238E27FC236}">
                  <a16:creationId xmlns:a16="http://schemas.microsoft.com/office/drawing/2014/main" id="{4666926D-E6E5-DBF7-1C39-0CB39A5CD1C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>
                <a:gd name="T0" fmla="*/ 460 w 759"/>
                <a:gd name="T1" fmla="*/ 66 h 107"/>
                <a:gd name="T2" fmla="*/ 759 w 759"/>
                <a:gd name="T3" fmla="*/ 0 h 107"/>
                <a:gd name="T4" fmla="*/ 496 w 759"/>
                <a:gd name="T5" fmla="*/ 36 h 107"/>
                <a:gd name="T6" fmla="*/ 138 w 759"/>
                <a:gd name="T7" fmla="*/ 48 h 107"/>
                <a:gd name="T8" fmla="*/ 0 w 759"/>
                <a:gd name="T9" fmla="*/ 78 h 107"/>
                <a:gd name="T10" fmla="*/ 0 w 759"/>
                <a:gd name="T11" fmla="*/ 107 h 107"/>
                <a:gd name="T12" fmla="*/ 96 w 759"/>
                <a:gd name="T13" fmla="*/ 89 h 107"/>
                <a:gd name="T14" fmla="*/ 460 w 759"/>
                <a:gd name="T15" fmla="*/ 66 h 107"/>
                <a:gd name="T16" fmla="*/ 460 w 759"/>
                <a:gd name="T17" fmla="*/ 6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19" name="Freeform 11">
              <a:extLst>
                <a:ext uri="{FF2B5EF4-FFF2-40B4-BE49-F238E27FC236}">
                  <a16:creationId xmlns:a16="http://schemas.microsoft.com/office/drawing/2014/main" id="{B5C0D631-9AFA-18B5-08B5-2C392A33F14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>
                <a:gd name="T0" fmla="*/ 1387 w 3169"/>
                <a:gd name="T1" fmla="*/ 239 h 743"/>
                <a:gd name="T2" fmla="*/ 1734 w 3169"/>
                <a:gd name="T3" fmla="*/ 233 h 743"/>
                <a:gd name="T4" fmla="*/ 2087 w 3169"/>
                <a:gd name="T5" fmla="*/ 251 h 743"/>
                <a:gd name="T6" fmla="*/ 2505 w 3169"/>
                <a:gd name="T7" fmla="*/ 233 h 743"/>
                <a:gd name="T8" fmla="*/ 3169 w 3169"/>
                <a:gd name="T9" fmla="*/ 204 h 743"/>
                <a:gd name="T10" fmla="*/ 3115 w 3169"/>
                <a:gd name="T11" fmla="*/ 186 h 743"/>
                <a:gd name="T12" fmla="*/ 2422 w 3169"/>
                <a:gd name="T13" fmla="*/ 221 h 743"/>
                <a:gd name="T14" fmla="*/ 2003 w 3169"/>
                <a:gd name="T15" fmla="*/ 221 h 743"/>
                <a:gd name="T16" fmla="*/ 1459 w 3169"/>
                <a:gd name="T17" fmla="*/ 186 h 743"/>
                <a:gd name="T18" fmla="*/ 1543 w 3169"/>
                <a:gd name="T19" fmla="*/ 168 h 743"/>
                <a:gd name="T20" fmla="*/ 2039 w 3169"/>
                <a:gd name="T21" fmla="*/ 0 h 743"/>
                <a:gd name="T22" fmla="*/ 1961 w 3169"/>
                <a:gd name="T23" fmla="*/ 24 h 743"/>
                <a:gd name="T24" fmla="*/ 1836 w 3169"/>
                <a:gd name="T25" fmla="*/ 66 h 743"/>
                <a:gd name="T26" fmla="*/ 1602 w 3169"/>
                <a:gd name="T27" fmla="*/ 138 h 743"/>
                <a:gd name="T28" fmla="*/ 1339 w 3169"/>
                <a:gd name="T29" fmla="*/ 198 h 743"/>
                <a:gd name="T30" fmla="*/ 1268 w 3169"/>
                <a:gd name="T31" fmla="*/ 251 h 743"/>
                <a:gd name="T32" fmla="*/ 765 w 3169"/>
                <a:gd name="T33" fmla="*/ 413 h 743"/>
                <a:gd name="T34" fmla="*/ 335 w 3169"/>
                <a:gd name="T35" fmla="*/ 503 h 743"/>
                <a:gd name="T36" fmla="*/ 0 w 3169"/>
                <a:gd name="T37" fmla="*/ 617 h 743"/>
                <a:gd name="T38" fmla="*/ 299 w 3169"/>
                <a:gd name="T39" fmla="*/ 539 h 743"/>
                <a:gd name="T40" fmla="*/ 735 w 3169"/>
                <a:gd name="T41" fmla="*/ 449 h 743"/>
                <a:gd name="T42" fmla="*/ 1178 w 3169"/>
                <a:gd name="T43" fmla="*/ 311 h 743"/>
                <a:gd name="T44" fmla="*/ 981 w 3169"/>
                <a:gd name="T45" fmla="*/ 491 h 743"/>
                <a:gd name="T46" fmla="*/ 867 w 3169"/>
                <a:gd name="T47" fmla="*/ 743 h 743"/>
                <a:gd name="T48" fmla="*/ 861 w 3169"/>
                <a:gd name="T49" fmla="*/ 743 h 743"/>
                <a:gd name="T50" fmla="*/ 933 w 3169"/>
                <a:gd name="T51" fmla="*/ 743 h 743"/>
                <a:gd name="T52" fmla="*/ 1022 w 3169"/>
                <a:gd name="T53" fmla="*/ 497 h 743"/>
                <a:gd name="T54" fmla="*/ 1297 w 3169"/>
                <a:gd name="T55" fmla="*/ 281 h 743"/>
                <a:gd name="T56" fmla="*/ 1531 w 3169"/>
                <a:gd name="T57" fmla="*/ 449 h 743"/>
                <a:gd name="T58" fmla="*/ 1770 w 3169"/>
                <a:gd name="T59" fmla="*/ 677 h 743"/>
                <a:gd name="T60" fmla="*/ 1854 w 3169"/>
                <a:gd name="T61" fmla="*/ 743 h 743"/>
                <a:gd name="T62" fmla="*/ 1919 w 3169"/>
                <a:gd name="T63" fmla="*/ 743 h 743"/>
                <a:gd name="T64" fmla="*/ 1692 w 3169"/>
                <a:gd name="T65" fmla="*/ 527 h 743"/>
                <a:gd name="T66" fmla="*/ 1387 w 3169"/>
                <a:gd name="T67" fmla="*/ 239 h 743"/>
                <a:gd name="T68" fmla="*/ 1387 w 3169"/>
                <a:gd name="T69" fmla="*/ 239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0" name="Rectangle 12">
              <a:extLst>
                <a:ext uri="{FF2B5EF4-FFF2-40B4-BE49-F238E27FC236}">
                  <a16:creationId xmlns:a16="http://schemas.microsoft.com/office/drawing/2014/main" id="{1B368667-79BE-92C1-0656-B980AB14CE9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1" name="Rectangle 13">
              <a:extLst>
                <a:ext uri="{FF2B5EF4-FFF2-40B4-BE49-F238E27FC236}">
                  <a16:creationId xmlns:a16="http://schemas.microsoft.com/office/drawing/2014/main" id="{BE067212-CB48-60CF-51D5-4504B9CC66A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2" name="Freeform 14">
              <a:extLst>
                <a:ext uri="{FF2B5EF4-FFF2-40B4-BE49-F238E27FC236}">
                  <a16:creationId xmlns:a16="http://schemas.microsoft.com/office/drawing/2014/main" id="{E62C752D-73DE-3AE2-7B85-11DE382C9F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3" name="Freeform 15">
              <a:extLst>
                <a:ext uri="{FF2B5EF4-FFF2-40B4-BE49-F238E27FC236}">
                  <a16:creationId xmlns:a16="http://schemas.microsoft.com/office/drawing/2014/main" id="{47D71F7E-CDF4-E209-3678-55A3C2071F6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4" name="Freeform 16">
              <a:extLst>
                <a:ext uri="{FF2B5EF4-FFF2-40B4-BE49-F238E27FC236}">
                  <a16:creationId xmlns:a16="http://schemas.microsoft.com/office/drawing/2014/main" id="{AD5D0FB8-98AD-9007-D947-723AD91486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5" name="Freeform 17">
              <a:extLst>
                <a:ext uri="{FF2B5EF4-FFF2-40B4-BE49-F238E27FC236}">
                  <a16:creationId xmlns:a16="http://schemas.microsoft.com/office/drawing/2014/main" id="{9FAB1274-5AF2-2518-95A7-F6E7682269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>
                <a:gd name="T0" fmla="*/ 871 w 3188"/>
                <a:gd name="T1" fmla="*/ 1423 h 2024"/>
                <a:gd name="T2" fmla="*/ 907 w 3188"/>
                <a:gd name="T3" fmla="*/ 1393 h 2024"/>
                <a:gd name="T4" fmla="*/ 991 w 3188"/>
                <a:gd name="T5" fmla="*/ 1320 h 2024"/>
                <a:gd name="T6" fmla="*/ 1033 w 3188"/>
                <a:gd name="T7" fmla="*/ 1297 h 2024"/>
                <a:gd name="T8" fmla="*/ 1086 w 3188"/>
                <a:gd name="T9" fmla="*/ 1249 h 2024"/>
                <a:gd name="T10" fmla="*/ 1123 w 3188"/>
                <a:gd name="T11" fmla="*/ 1219 h 2024"/>
                <a:gd name="T12" fmla="*/ 1057 w 3188"/>
                <a:gd name="T13" fmla="*/ 1153 h 2024"/>
                <a:gd name="T14" fmla="*/ 877 w 3188"/>
                <a:gd name="T15" fmla="*/ 1021 h 2024"/>
                <a:gd name="T16" fmla="*/ 655 w 3188"/>
                <a:gd name="T17" fmla="*/ 907 h 2024"/>
                <a:gd name="T18" fmla="*/ 655 w 3188"/>
                <a:gd name="T19" fmla="*/ 846 h 2024"/>
                <a:gd name="T20" fmla="*/ 643 w 3188"/>
                <a:gd name="T21" fmla="*/ 708 h 2024"/>
                <a:gd name="T22" fmla="*/ 552 w 3188"/>
                <a:gd name="T23" fmla="*/ 642 h 2024"/>
                <a:gd name="T24" fmla="*/ 510 w 3188"/>
                <a:gd name="T25" fmla="*/ 570 h 2024"/>
                <a:gd name="T26" fmla="*/ 637 w 3188"/>
                <a:gd name="T27" fmla="*/ 564 h 2024"/>
                <a:gd name="T28" fmla="*/ 763 w 3188"/>
                <a:gd name="T29" fmla="*/ 570 h 2024"/>
                <a:gd name="T30" fmla="*/ 1091 w 3188"/>
                <a:gd name="T31" fmla="*/ 850 h 2024"/>
                <a:gd name="T32" fmla="*/ 1009 w 3188"/>
                <a:gd name="T33" fmla="*/ 566 h 2024"/>
                <a:gd name="T34" fmla="*/ 1054 w 3188"/>
                <a:gd name="T35" fmla="*/ 265 h 2024"/>
                <a:gd name="T36" fmla="*/ 1249 w 3188"/>
                <a:gd name="T37" fmla="*/ 0 h 2024"/>
                <a:gd name="T38" fmla="*/ 1466 w 3188"/>
                <a:gd name="T39" fmla="*/ 292 h 2024"/>
                <a:gd name="T40" fmla="*/ 1475 w 3188"/>
                <a:gd name="T41" fmla="*/ 548 h 2024"/>
                <a:gd name="T42" fmla="*/ 1567 w 3188"/>
                <a:gd name="T43" fmla="*/ 630 h 2024"/>
                <a:gd name="T44" fmla="*/ 1795 w 3188"/>
                <a:gd name="T45" fmla="*/ 365 h 2024"/>
                <a:gd name="T46" fmla="*/ 2245 w 3188"/>
                <a:gd name="T47" fmla="*/ 150 h 2024"/>
                <a:gd name="T48" fmla="*/ 2618 w 3188"/>
                <a:gd name="T49" fmla="*/ 180 h 2024"/>
                <a:gd name="T50" fmla="*/ 3050 w 3188"/>
                <a:gd name="T51" fmla="*/ 150 h 2024"/>
                <a:gd name="T52" fmla="*/ 3140 w 3188"/>
                <a:gd name="T53" fmla="*/ 210 h 2024"/>
                <a:gd name="T54" fmla="*/ 2990 w 3188"/>
                <a:gd name="T55" fmla="*/ 210 h 2024"/>
                <a:gd name="T56" fmla="*/ 2834 w 3188"/>
                <a:gd name="T57" fmla="*/ 377 h 2024"/>
                <a:gd name="T58" fmla="*/ 2702 w 3188"/>
                <a:gd name="T59" fmla="*/ 648 h 2024"/>
                <a:gd name="T60" fmla="*/ 2582 w 3188"/>
                <a:gd name="T61" fmla="*/ 828 h 2024"/>
                <a:gd name="T62" fmla="*/ 2234 w 3188"/>
                <a:gd name="T63" fmla="*/ 1009 h 2024"/>
                <a:gd name="T64" fmla="*/ 1963 w 3188"/>
                <a:gd name="T65" fmla="*/ 1075 h 2024"/>
                <a:gd name="T66" fmla="*/ 2257 w 3188"/>
                <a:gd name="T67" fmla="*/ 1111 h 2024"/>
                <a:gd name="T68" fmla="*/ 2600 w 3188"/>
                <a:gd name="T69" fmla="*/ 1207 h 2024"/>
                <a:gd name="T70" fmla="*/ 2894 w 3188"/>
                <a:gd name="T71" fmla="*/ 1441 h 2024"/>
                <a:gd name="T72" fmla="*/ 3122 w 3188"/>
                <a:gd name="T73" fmla="*/ 1555 h 2024"/>
                <a:gd name="T74" fmla="*/ 3032 w 3188"/>
                <a:gd name="T75" fmla="*/ 1585 h 2024"/>
                <a:gd name="T76" fmla="*/ 3008 w 3188"/>
                <a:gd name="T77" fmla="*/ 1591 h 2024"/>
                <a:gd name="T78" fmla="*/ 2960 w 3188"/>
                <a:gd name="T79" fmla="*/ 1597 h 2024"/>
                <a:gd name="T80" fmla="*/ 2882 w 3188"/>
                <a:gd name="T81" fmla="*/ 1609 h 2024"/>
                <a:gd name="T82" fmla="*/ 2846 w 3188"/>
                <a:gd name="T83" fmla="*/ 1609 h 2024"/>
                <a:gd name="T84" fmla="*/ 2774 w 3188"/>
                <a:gd name="T85" fmla="*/ 1615 h 2024"/>
                <a:gd name="T86" fmla="*/ 2726 w 3188"/>
                <a:gd name="T87" fmla="*/ 1621 h 2024"/>
                <a:gd name="T88" fmla="*/ 2708 w 3188"/>
                <a:gd name="T89" fmla="*/ 1621 h 2024"/>
                <a:gd name="T90" fmla="*/ 2594 w 3188"/>
                <a:gd name="T91" fmla="*/ 1657 h 2024"/>
                <a:gd name="T92" fmla="*/ 2533 w 3188"/>
                <a:gd name="T93" fmla="*/ 1663 h 2024"/>
                <a:gd name="T94" fmla="*/ 2444 w 3188"/>
                <a:gd name="T95" fmla="*/ 1675 h 2024"/>
                <a:gd name="T96" fmla="*/ 2378 w 3188"/>
                <a:gd name="T97" fmla="*/ 1687 h 2024"/>
                <a:gd name="T98" fmla="*/ 2360 w 3188"/>
                <a:gd name="T99" fmla="*/ 1705 h 2024"/>
                <a:gd name="T100" fmla="*/ 2305 w 3188"/>
                <a:gd name="T101" fmla="*/ 1687 h 2024"/>
                <a:gd name="T102" fmla="*/ 2263 w 3188"/>
                <a:gd name="T103" fmla="*/ 1663 h 2024"/>
                <a:gd name="T104" fmla="*/ 2017 w 3188"/>
                <a:gd name="T105" fmla="*/ 1585 h 2024"/>
                <a:gd name="T106" fmla="*/ 1711 w 3188"/>
                <a:gd name="T107" fmla="*/ 1453 h 2024"/>
                <a:gd name="T108" fmla="*/ 1880 w 3188"/>
                <a:gd name="T109" fmla="*/ 1844 h 2024"/>
                <a:gd name="T110" fmla="*/ 1771 w 3188"/>
                <a:gd name="T111" fmla="*/ 1922 h 2024"/>
                <a:gd name="T112" fmla="*/ 1531 w 3188"/>
                <a:gd name="T113" fmla="*/ 1753 h 2024"/>
                <a:gd name="T114" fmla="*/ 1411 w 3188"/>
                <a:gd name="T115" fmla="*/ 1477 h 2024"/>
                <a:gd name="T116" fmla="*/ 1219 w 3188"/>
                <a:gd name="T117" fmla="*/ 1291 h 2024"/>
                <a:gd name="T118" fmla="*/ 127 w 3188"/>
                <a:gd name="T119" fmla="*/ 2006 h 2024"/>
                <a:gd name="T120" fmla="*/ 865 w 3188"/>
                <a:gd name="T121" fmla="*/ 1429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6" name="Freeform 18">
              <a:extLst>
                <a:ext uri="{FF2B5EF4-FFF2-40B4-BE49-F238E27FC236}">
                  <a16:creationId xmlns:a16="http://schemas.microsoft.com/office/drawing/2014/main" id="{949C39EC-530E-80CE-A3D4-8850555C2A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>
                <a:gd name="T0" fmla="*/ 318 w 2144"/>
                <a:gd name="T1" fmla="*/ 1078 h 1787"/>
                <a:gd name="T2" fmla="*/ 217 w 2144"/>
                <a:gd name="T3" fmla="*/ 928 h 1787"/>
                <a:gd name="T4" fmla="*/ 102 w 2144"/>
                <a:gd name="T5" fmla="*/ 808 h 1787"/>
                <a:gd name="T6" fmla="*/ 36 w 2144"/>
                <a:gd name="T7" fmla="*/ 742 h 1787"/>
                <a:gd name="T8" fmla="*/ 0 w 2144"/>
                <a:gd name="T9" fmla="*/ 700 h 1787"/>
                <a:gd name="T10" fmla="*/ 270 w 2144"/>
                <a:gd name="T11" fmla="*/ 958 h 1787"/>
                <a:gd name="T12" fmla="*/ 294 w 2144"/>
                <a:gd name="T13" fmla="*/ 1006 h 1787"/>
                <a:gd name="T14" fmla="*/ 367 w 2144"/>
                <a:gd name="T15" fmla="*/ 670 h 1787"/>
                <a:gd name="T16" fmla="*/ 379 w 2144"/>
                <a:gd name="T17" fmla="*/ 411 h 1787"/>
                <a:gd name="T18" fmla="*/ 347 w 2144"/>
                <a:gd name="T19" fmla="*/ 118 h 1787"/>
                <a:gd name="T20" fmla="*/ 393 w 2144"/>
                <a:gd name="T21" fmla="*/ 0 h 1787"/>
                <a:gd name="T22" fmla="*/ 397 w 2144"/>
                <a:gd name="T23" fmla="*/ 357 h 1787"/>
                <a:gd name="T24" fmla="*/ 421 w 2144"/>
                <a:gd name="T25" fmla="*/ 609 h 1787"/>
                <a:gd name="T26" fmla="*/ 385 w 2144"/>
                <a:gd name="T27" fmla="*/ 826 h 1787"/>
                <a:gd name="T28" fmla="*/ 385 w 2144"/>
                <a:gd name="T29" fmla="*/ 1036 h 1787"/>
                <a:gd name="T30" fmla="*/ 877 w 2144"/>
                <a:gd name="T31" fmla="*/ 784 h 1787"/>
                <a:gd name="T32" fmla="*/ 1309 w 2144"/>
                <a:gd name="T33" fmla="*/ 555 h 1787"/>
                <a:gd name="T34" fmla="*/ 1802 w 2144"/>
                <a:gd name="T35" fmla="*/ 249 h 1787"/>
                <a:gd name="T36" fmla="*/ 2096 w 2144"/>
                <a:gd name="T37" fmla="*/ 69 h 1787"/>
                <a:gd name="T38" fmla="*/ 1814 w 2144"/>
                <a:gd name="T39" fmla="*/ 279 h 1787"/>
                <a:gd name="T40" fmla="*/ 1453 w 2144"/>
                <a:gd name="T41" fmla="*/ 501 h 1787"/>
                <a:gd name="T42" fmla="*/ 1123 w 2144"/>
                <a:gd name="T43" fmla="*/ 700 h 1787"/>
                <a:gd name="T44" fmla="*/ 739 w 2144"/>
                <a:gd name="T45" fmla="*/ 898 h 1787"/>
                <a:gd name="T46" fmla="*/ 463 w 2144"/>
                <a:gd name="T47" fmla="*/ 1084 h 1787"/>
                <a:gd name="T48" fmla="*/ 817 w 2144"/>
                <a:gd name="T49" fmla="*/ 1193 h 1787"/>
                <a:gd name="T50" fmla="*/ 1285 w 2144"/>
                <a:gd name="T51" fmla="*/ 1187 h 1787"/>
                <a:gd name="T52" fmla="*/ 1916 w 2144"/>
                <a:gd name="T53" fmla="*/ 1396 h 1787"/>
                <a:gd name="T54" fmla="*/ 2144 w 2144"/>
                <a:gd name="T55" fmla="*/ 1420 h 1787"/>
                <a:gd name="T56" fmla="*/ 1814 w 2144"/>
                <a:gd name="T57" fmla="*/ 1408 h 1787"/>
                <a:gd name="T58" fmla="*/ 1435 w 2144"/>
                <a:gd name="T59" fmla="*/ 1288 h 1787"/>
                <a:gd name="T60" fmla="*/ 1219 w 2144"/>
                <a:gd name="T61" fmla="*/ 1229 h 1787"/>
                <a:gd name="T62" fmla="*/ 799 w 2144"/>
                <a:gd name="T63" fmla="*/ 1223 h 1787"/>
                <a:gd name="T64" fmla="*/ 505 w 2144"/>
                <a:gd name="T65" fmla="*/ 1145 h 1787"/>
                <a:gd name="T66" fmla="*/ 733 w 2144"/>
                <a:gd name="T67" fmla="*/ 1378 h 1787"/>
                <a:gd name="T68" fmla="*/ 877 w 2144"/>
                <a:gd name="T69" fmla="*/ 1619 h 1787"/>
                <a:gd name="T70" fmla="*/ 1009 w 2144"/>
                <a:gd name="T71" fmla="*/ 1787 h 1787"/>
                <a:gd name="T72" fmla="*/ 817 w 2144"/>
                <a:gd name="T73" fmla="*/ 1607 h 1787"/>
                <a:gd name="T74" fmla="*/ 673 w 2144"/>
                <a:gd name="T75" fmla="*/ 1372 h 1787"/>
                <a:gd name="T76" fmla="*/ 415 w 2144"/>
                <a:gd name="T77" fmla="*/ 1109 h 1787"/>
                <a:gd name="T78" fmla="*/ 318 w 2144"/>
                <a:gd name="T79" fmla="*/ 1078 h 1787"/>
                <a:gd name="T80" fmla="*/ 318 w 2144"/>
                <a:gd name="T81" fmla="*/ 1078 h 1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7" name="Freeform 19">
              <a:extLst>
                <a:ext uri="{FF2B5EF4-FFF2-40B4-BE49-F238E27FC236}">
                  <a16:creationId xmlns:a16="http://schemas.microsoft.com/office/drawing/2014/main" id="{E720DB41-EB88-F84E-A6F2-27252E59308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>
                <a:gd name="T0" fmla="*/ 1814 w 2828"/>
                <a:gd name="T1" fmla="*/ 606 h 2366"/>
                <a:gd name="T2" fmla="*/ 1615 w 2828"/>
                <a:gd name="T3" fmla="*/ 252 h 2366"/>
                <a:gd name="T4" fmla="*/ 1345 w 2828"/>
                <a:gd name="T5" fmla="*/ 132 h 2366"/>
                <a:gd name="T6" fmla="*/ 1381 w 2828"/>
                <a:gd name="T7" fmla="*/ 492 h 2366"/>
                <a:gd name="T8" fmla="*/ 955 w 2828"/>
                <a:gd name="T9" fmla="*/ 221 h 2366"/>
                <a:gd name="T10" fmla="*/ 877 w 2828"/>
                <a:gd name="T11" fmla="*/ 161 h 2366"/>
                <a:gd name="T12" fmla="*/ 841 w 2828"/>
                <a:gd name="T13" fmla="*/ 167 h 2366"/>
                <a:gd name="T14" fmla="*/ 720 w 2828"/>
                <a:gd name="T15" fmla="*/ 161 h 2366"/>
                <a:gd name="T16" fmla="*/ 613 w 2828"/>
                <a:gd name="T17" fmla="*/ 144 h 2366"/>
                <a:gd name="T18" fmla="*/ 492 w 2828"/>
                <a:gd name="T19" fmla="*/ 161 h 2366"/>
                <a:gd name="T20" fmla="*/ 432 w 2828"/>
                <a:gd name="T21" fmla="*/ 150 h 2366"/>
                <a:gd name="T22" fmla="*/ 342 w 2828"/>
                <a:gd name="T23" fmla="*/ 138 h 2366"/>
                <a:gd name="T24" fmla="*/ 246 w 2828"/>
                <a:gd name="T25" fmla="*/ 126 h 2366"/>
                <a:gd name="T26" fmla="*/ 174 w 2828"/>
                <a:gd name="T27" fmla="*/ 114 h 2366"/>
                <a:gd name="T28" fmla="*/ 216 w 2828"/>
                <a:gd name="T29" fmla="*/ 240 h 2366"/>
                <a:gd name="T30" fmla="*/ 607 w 2828"/>
                <a:gd name="T31" fmla="*/ 588 h 2366"/>
                <a:gd name="T32" fmla="*/ 1177 w 2828"/>
                <a:gd name="T33" fmla="*/ 817 h 2366"/>
                <a:gd name="T34" fmla="*/ 972 w 2828"/>
                <a:gd name="T35" fmla="*/ 871 h 2366"/>
                <a:gd name="T36" fmla="*/ 492 w 2828"/>
                <a:gd name="T37" fmla="*/ 1111 h 2366"/>
                <a:gd name="T38" fmla="*/ 276 w 2828"/>
                <a:gd name="T39" fmla="*/ 1441 h 2366"/>
                <a:gd name="T40" fmla="*/ 42 w 2828"/>
                <a:gd name="T41" fmla="*/ 1441 h 2366"/>
                <a:gd name="T42" fmla="*/ 367 w 2828"/>
                <a:gd name="T43" fmla="*/ 1585 h 2366"/>
                <a:gd name="T44" fmla="*/ 949 w 2828"/>
                <a:gd name="T45" fmla="*/ 1712 h 2366"/>
                <a:gd name="T46" fmla="*/ 1519 w 2828"/>
                <a:gd name="T47" fmla="*/ 1537 h 2366"/>
                <a:gd name="T48" fmla="*/ 1735 w 2828"/>
                <a:gd name="T49" fmla="*/ 1513 h 2366"/>
                <a:gd name="T50" fmla="*/ 1723 w 2828"/>
                <a:gd name="T51" fmla="*/ 1802 h 2366"/>
                <a:gd name="T52" fmla="*/ 2042 w 2828"/>
                <a:gd name="T53" fmla="*/ 2229 h 2366"/>
                <a:gd name="T54" fmla="*/ 2191 w 2828"/>
                <a:gd name="T55" fmla="*/ 2133 h 2366"/>
                <a:gd name="T56" fmla="*/ 2270 w 2828"/>
                <a:gd name="T57" fmla="*/ 1970 h 2366"/>
                <a:gd name="T58" fmla="*/ 2233 w 2828"/>
                <a:gd name="T59" fmla="*/ 1573 h 2366"/>
                <a:gd name="T60" fmla="*/ 2294 w 2828"/>
                <a:gd name="T61" fmla="*/ 1483 h 2366"/>
                <a:gd name="T62" fmla="*/ 2588 w 2828"/>
                <a:gd name="T63" fmla="*/ 1688 h 2366"/>
                <a:gd name="T64" fmla="*/ 2695 w 2828"/>
                <a:gd name="T65" fmla="*/ 1682 h 2366"/>
                <a:gd name="T66" fmla="*/ 2588 w 2828"/>
                <a:gd name="T67" fmla="*/ 1543 h 2366"/>
                <a:gd name="T68" fmla="*/ 2510 w 2828"/>
                <a:gd name="T69" fmla="*/ 1357 h 2366"/>
                <a:gd name="T70" fmla="*/ 2354 w 2828"/>
                <a:gd name="T71" fmla="*/ 1184 h 2366"/>
                <a:gd name="T72" fmla="*/ 2102 w 2828"/>
                <a:gd name="T73" fmla="*/ 931 h 2366"/>
                <a:gd name="T74" fmla="*/ 2137 w 2828"/>
                <a:gd name="T75" fmla="*/ 907 h 2366"/>
                <a:gd name="T76" fmla="*/ 2215 w 2828"/>
                <a:gd name="T77" fmla="*/ 871 h 2366"/>
                <a:gd name="T78" fmla="*/ 2324 w 2828"/>
                <a:gd name="T79" fmla="*/ 817 h 2366"/>
                <a:gd name="T80" fmla="*/ 2372 w 2828"/>
                <a:gd name="T81" fmla="*/ 787 h 2366"/>
                <a:gd name="T82" fmla="*/ 2078 w 2828"/>
                <a:gd name="T83" fmla="*/ 865 h 2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028" name="Freeform 20">
              <a:extLst>
                <a:ext uri="{FF2B5EF4-FFF2-40B4-BE49-F238E27FC236}">
                  <a16:creationId xmlns:a16="http://schemas.microsoft.com/office/drawing/2014/main" id="{57ACDC61-0FF5-1BF9-6B52-AA6087E538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>
                <a:gd name="T0" fmla="*/ 1842 w 2153"/>
                <a:gd name="T1" fmla="*/ 851 h 1930"/>
                <a:gd name="T2" fmla="*/ 1937 w 2153"/>
                <a:gd name="T3" fmla="*/ 1019 h 1930"/>
                <a:gd name="T4" fmla="*/ 2051 w 2153"/>
                <a:gd name="T5" fmla="*/ 1168 h 1930"/>
                <a:gd name="T6" fmla="*/ 2117 w 2153"/>
                <a:gd name="T7" fmla="*/ 1246 h 1930"/>
                <a:gd name="T8" fmla="*/ 2153 w 2153"/>
                <a:gd name="T9" fmla="*/ 1294 h 1930"/>
                <a:gd name="T10" fmla="*/ 1889 w 2153"/>
                <a:gd name="T11" fmla="*/ 977 h 1930"/>
                <a:gd name="T12" fmla="*/ 1860 w 2153"/>
                <a:gd name="T13" fmla="*/ 929 h 1930"/>
                <a:gd name="T14" fmla="*/ 1782 w 2153"/>
                <a:gd name="T15" fmla="*/ 1240 h 1930"/>
                <a:gd name="T16" fmla="*/ 1770 w 2153"/>
                <a:gd name="T17" fmla="*/ 1486 h 1930"/>
                <a:gd name="T18" fmla="*/ 1818 w 2153"/>
                <a:gd name="T19" fmla="*/ 1906 h 1930"/>
                <a:gd name="T20" fmla="*/ 1788 w 2153"/>
                <a:gd name="T21" fmla="*/ 1930 h 1930"/>
                <a:gd name="T22" fmla="*/ 1746 w 2153"/>
                <a:gd name="T23" fmla="*/ 1534 h 1930"/>
                <a:gd name="T24" fmla="*/ 1728 w 2153"/>
                <a:gd name="T25" fmla="*/ 1288 h 1930"/>
                <a:gd name="T26" fmla="*/ 1764 w 2153"/>
                <a:gd name="T27" fmla="*/ 1085 h 1930"/>
                <a:gd name="T28" fmla="*/ 1770 w 2153"/>
                <a:gd name="T29" fmla="*/ 875 h 1930"/>
                <a:gd name="T30" fmla="*/ 1268 w 2153"/>
                <a:gd name="T31" fmla="*/ 1007 h 1930"/>
                <a:gd name="T32" fmla="*/ 825 w 2153"/>
                <a:gd name="T33" fmla="*/ 1132 h 1930"/>
                <a:gd name="T34" fmla="*/ 323 w 2153"/>
                <a:gd name="T35" fmla="*/ 1312 h 1930"/>
                <a:gd name="T36" fmla="*/ 18 w 2153"/>
                <a:gd name="T37" fmla="*/ 1420 h 1930"/>
                <a:gd name="T38" fmla="*/ 311 w 2153"/>
                <a:gd name="T39" fmla="*/ 1282 h 1930"/>
                <a:gd name="T40" fmla="*/ 682 w 2153"/>
                <a:gd name="T41" fmla="*/ 1144 h 1930"/>
                <a:gd name="T42" fmla="*/ 1022 w 2153"/>
                <a:gd name="T43" fmla="*/ 1037 h 1930"/>
                <a:gd name="T44" fmla="*/ 1411 w 2153"/>
                <a:gd name="T45" fmla="*/ 929 h 1930"/>
                <a:gd name="T46" fmla="*/ 1692 w 2153"/>
                <a:gd name="T47" fmla="*/ 815 h 1930"/>
                <a:gd name="T48" fmla="*/ 1333 w 2153"/>
                <a:gd name="T49" fmla="*/ 623 h 1930"/>
                <a:gd name="T50" fmla="*/ 861 w 2153"/>
                <a:gd name="T51" fmla="*/ 515 h 1930"/>
                <a:gd name="T52" fmla="*/ 227 w 2153"/>
                <a:gd name="T53" fmla="*/ 161 h 1930"/>
                <a:gd name="T54" fmla="*/ 0 w 2153"/>
                <a:gd name="T55" fmla="*/ 83 h 1930"/>
                <a:gd name="T56" fmla="*/ 329 w 2153"/>
                <a:gd name="T57" fmla="*/ 179 h 1930"/>
                <a:gd name="T58" fmla="*/ 712 w 2153"/>
                <a:gd name="T59" fmla="*/ 383 h 1930"/>
                <a:gd name="T60" fmla="*/ 933 w 2153"/>
                <a:gd name="T61" fmla="*/ 491 h 1930"/>
                <a:gd name="T62" fmla="*/ 1351 w 2153"/>
                <a:gd name="T63" fmla="*/ 593 h 1930"/>
                <a:gd name="T64" fmla="*/ 1650 w 2153"/>
                <a:gd name="T65" fmla="*/ 743 h 1930"/>
                <a:gd name="T66" fmla="*/ 1423 w 2153"/>
                <a:gd name="T67" fmla="*/ 461 h 1930"/>
                <a:gd name="T68" fmla="*/ 1286 w 2153"/>
                <a:gd name="T69" fmla="*/ 191 h 1930"/>
                <a:gd name="T70" fmla="*/ 1154 w 2153"/>
                <a:gd name="T71" fmla="*/ 0 h 1930"/>
                <a:gd name="T72" fmla="*/ 1339 w 2153"/>
                <a:gd name="T73" fmla="*/ 215 h 1930"/>
                <a:gd name="T74" fmla="*/ 1489 w 2153"/>
                <a:gd name="T75" fmla="*/ 485 h 1930"/>
                <a:gd name="T76" fmla="*/ 1746 w 2153"/>
                <a:gd name="T77" fmla="*/ 803 h 1930"/>
                <a:gd name="T78" fmla="*/ 1842 w 2153"/>
                <a:gd name="T79" fmla="*/ 851 h 1930"/>
                <a:gd name="T80" fmla="*/ 1842 w 2153"/>
                <a:gd name="T81" fmla="*/ 851 h 1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3029" name="Rectangle 21">
            <a:extLst>
              <a:ext uri="{FF2B5EF4-FFF2-40B4-BE49-F238E27FC236}">
                <a16:creationId xmlns:a16="http://schemas.microsoft.com/office/drawing/2014/main" id="{431C2530-A62A-8C99-DFFD-44DB7085E1C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8800"/>
            <a:ext cx="7772400" cy="1736725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3030" name="Rectangle 22">
            <a:extLst>
              <a:ext uri="{FF2B5EF4-FFF2-40B4-BE49-F238E27FC236}">
                <a16:creationId xmlns:a16="http://schemas.microsoft.com/office/drawing/2014/main" id="{9DB19D67-F70C-10EA-1939-5FD6BF5F791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43031" name="Rectangle 23">
            <a:extLst>
              <a:ext uri="{FF2B5EF4-FFF2-40B4-BE49-F238E27FC236}">
                <a16:creationId xmlns:a16="http://schemas.microsoft.com/office/drawing/2014/main" id="{E4D770FC-EBA0-335F-3569-E8EDCF2D7153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3032" name="Rectangle 24">
            <a:extLst>
              <a:ext uri="{FF2B5EF4-FFF2-40B4-BE49-F238E27FC236}">
                <a16:creationId xmlns:a16="http://schemas.microsoft.com/office/drawing/2014/main" id="{E8ECEA1D-DFE4-755A-0910-84C13B1CC9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3033" name="Rectangle 25">
            <a:extLst>
              <a:ext uri="{FF2B5EF4-FFF2-40B4-BE49-F238E27FC236}">
                <a16:creationId xmlns:a16="http://schemas.microsoft.com/office/drawing/2014/main" id="{4A5BEA81-B87C-04AD-502C-8E30E44451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5A66B5F-C9A1-4EE8-BE1B-257BADC716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0F8B9-3239-14DB-0DFE-45CA447C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8A06C9-7E89-EAD7-C5E9-C7D02B6C5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13CC14-9EB4-B917-D531-A836CF4E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23EBDA-3FEA-855E-1155-9DE51A9C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4C5D41-643C-EE08-9146-D612FBDA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F23AAA-F1B3-4602-B021-394D052F41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60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0456A-A1B7-3C76-A5FA-50A0677D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B2D859-73E8-0C3A-66F4-FEBDCAF3F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4640DB-1CCE-409B-4A68-A8ECEAE8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A8D593-7522-1BC0-ECE9-002C1D34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58DFE1-09B5-69D0-405C-D587CFE3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DF8F2-B614-4477-BE7A-1294E366FE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663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583C1-F0A8-092F-64E1-DCAA9F6D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B90315-A1A2-BB0F-BC28-A161914C2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100035-1196-F5AC-762D-90225CFFC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0D6D8F-99F7-EF7F-0F3D-5DDCC2067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DCCC15-77EA-C1FC-0DB6-8BAD4501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E6B1DD-A862-0135-7EE2-3878F853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ACBA9-D180-4E67-A862-E07E7CFFD7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515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E6FD4-8B8C-9E61-0B05-F35AFA7D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1FC0BD-A385-B06B-9C9E-FF8F761FC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090291-AF5A-EE0E-A12E-45C162E14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EB57BE-548F-7A95-2340-B43CBB1FE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9BB1AA2-ED0A-4D15-9EF3-6FAFFCBBA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C878B1-42A3-DC10-AB64-F2B27582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44C04F-2860-ACC4-4463-CB319CC4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12B73E7-BB4E-8276-3FD0-76467EE2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3EF1E6-78D1-4BEA-99DD-ADB51A5891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0924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AD437-ED0F-65CF-29C0-5F64C23F2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EB13469-B759-5070-7142-6A017873C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BD4D61-B408-91CF-72B0-D53C625A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98DC18-2E7F-EDB6-1754-8FF063DD4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205CE-80AC-41D5-87AD-2B6998C6EB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691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AEE4E1-226D-B553-90F3-916DAB62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BECA35-DEBA-5440-EB2F-A382C7BF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B10B2E-7B42-3F93-E08C-AF456E188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DDB6C-08C6-478D-9471-36F3BC3FE3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3920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853CF-2368-BC7D-AFDD-5267BAAF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F27F25-371E-412D-D77F-555711A80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8EA2EE-5AF7-EDFC-484F-AFE85DE05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42706-5BD7-3AB5-F22B-703AF674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302E20-8B7D-44B4-73B0-C9BEAE03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75C492-B3AB-407E-D08C-24C04C27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75CD8D-BCE8-451D-9ECC-2F7102E5E3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13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1EE-111D-9F0B-887C-F1036933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333D90-74A8-68A6-A474-8783EAB8A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017670-0EE9-77D0-E333-1FA73F378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1B2167-910C-FE01-69C7-19B4B10A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55500C-0B75-2A47-D341-4E6B1C0B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39CFA8-2D41-5F8A-470D-8FA3D41C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A23F93-3FE6-4BB1-8320-CB8720FF77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316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19AE8-A7BE-5447-D827-94BFDB96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36D881-B98A-E397-B7B0-39E47AC4F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34F639-E361-41DF-23A5-489CD247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1DAF34-29AE-3A96-14B7-7577145E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8C3DFF-32B9-7CDB-8F18-06E3A132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3C680-F0FD-4239-9E64-FE132B831D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10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23393F-64A2-953A-F733-2B9B16B06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01B3AF-61C8-7AF9-302F-A0A920D4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3B3096-72C5-A77F-A03B-2251F4EF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99F742-9764-665C-A66A-2F7ED760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4F0627-3A79-33B2-927C-B5A510FF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8016D-D30F-47D9-B5E4-FF304391C2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354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">
            <a:extLst>
              <a:ext uri="{FF2B5EF4-FFF2-40B4-BE49-F238E27FC236}">
                <a16:creationId xmlns:a16="http://schemas.microsoft.com/office/drawing/2014/main" id="{069EE4C2-7997-0692-6609-ADA99148A66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41987" name="Freeform 3">
              <a:extLst>
                <a:ext uri="{FF2B5EF4-FFF2-40B4-BE49-F238E27FC236}">
                  <a16:creationId xmlns:a16="http://schemas.microsoft.com/office/drawing/2014/main" id="{5FBD9C4B-6EF2-648A-F7D0-78E7A06925D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>
                <a:gd name="T0" fmla="*/ 744 w 2515"/>
                <a:gd name="T1" fmla="*/ 1669 h 1970"/>
                <a:gd name="T2" fmla="*/ 852 w 2515"/>
                <a:gd name="T3" fmla="*/ 1400 h 1970"/>
                <a:gd name="T4" fmla="*/ 876 w 2515"/>
                <a:gd name="T5" fmla="*/ 1171 h 1970"/>
                <a:gd name="T6" fmla="*/ 979 w 2515"/>
                <a:gd name="T7" fmla="*/ 1370 h 1970"/>
                <a:gd name="T8" fmla="*/ 1231 w 2515"/>
                <a:gd name="T9" fmla="*/ 1621 h 1970"/>
                <a:gd name="T10" fmla="*/ 1471 w 2515"/>
                <a:gd name="T11" fmla="*/ 1693 h 1970"/>
                <a:gd name="T12" fmla="*/ 1819 w 2515"/>
                <a:gd name="T13" fmla="*/ 1678 h 1970"/>
                <a:gd name="T14" fmla="*/ 1893 w 2515"/>
                <a:gd name="T15" fmla="*/ 1513 h 1970"/>
                <a:gd name="T16" fmla="*/ 1874 w 2515"/>
                <a:gd name="T17" fmla="*/ 1285 h 1970"/>
                <a:gd name="T18" fmla="*/ 1783 w 2515"/>
                <a:gd name="T19" fmla="*/ 967 h 1970"/>
                <a:gd name="T20" fmla="*/ 1289 w 2515"/>
                <a:gd name="T21" fmla="*/ 873 h 1970"/>
                <a:gd name="T22" fmla="*/ 1549 w 2515"/>
                <a:gd name="T23" fmla="*/ 745 h 1970"/>
                <a:gd name="T24" fmla="*/ 1753 w 2515"/>
                <a:gd name="T25" fmla="*/ 732 h 1970"/>
                <a:gd name="T26" fmla="*/ 2107 w 2515"/>
                <a:gd name="T27" fmla="*/ 618 h 1970"/>
                <a:gd name="T28" fmla="*/ 2377 w 2515"/>
                <a:gd name="T29" fmla="*/ 438 h 1970"/>
                <a:gd name="T30" fmla="*/ 2420 w 2515"/>
                <a:gd name="T31" fmla="*/ 343 h 1970"/>
                <a:gd name="T32" fmla="*/ 2077 w 2515"/>
                <a:gd name="T33" fmla="*/ 331 h 1970"/>
                <a:gd name="T34" fmla="*/ 1951 w 2515"/>
                <a:gd name="T35" fmla="*/ 301 h 1970"/>
                <a:gd name="T36" fmla="*/ 1645 w 2515"/>
                <a:gd name="T37" fmla="*/ 289 h 1970"/>
                <a:gd name="T38" fmla="*/ 1297 w 2515"/>
                <a:gd name="T39" fmla="*/ 408 h 1970"/>
                <a:gd name="T40" fmla="*/ 1308 w 2515"/>
                <a:gd name="T41" fmla="*/ 337 h 1970"/>
                <a:gd name="T42" fmla="*/ 1453 w 2515"/>
                <a:gd name="T43" fmla="*/ 168 h 1970"/>
                <a:gd name="T44" fmla="*/ 1477 w 2515"/>
                <a:gd name="T45" fmla="*/ 36 h 1970"/>
                <a:gd name="T46" fmla="*/ 1417 w 2515"/>
                <a:gd name="T47" fmla="*/ 24 h 1970"/>
                <a:gd name="T48" fmla="*/ 1189 w 2515"/>
                <a:gd name="T49" fmla="*/ 102 h 1970"/>
                <a:gd name="T50" fmla="*/ 1026 w 2515"/>
                <a:gd name="T51" fmla="*/ 144 h 1970"/>
                <a:gd name="T52" fmla="*/ 889 w 2515"/>
                <a:gd name="T53" fmla="*/ 331 h 1970"/>
                <a:gd name="T54" fmla="*/ 726 w 2515"/>
                <a:gd name="T55" fmla="*/ 480 h 1970"/>
                <a:gd name="T56" fmla="*/ 643 w 2515"/>
                <a:gd name="T57" fmla="*/ 540 h 1970"/>
                <a:gd name="T58" fmla="*/ 600 w 2515"/>
                <a:gd name="T59" fmla="*/ 516 h 1970"/>
                <a:gd name="T60" fmla="*/ 552 w 2515"/>
                <a:gd name="T61" fmla="*/ 486 h 1970"/>
                <a:gd name="T62" fmla="*/ 528 w 2515"/>
                <a:gd name="T63" fmla="*/ 462 h 1970"/>
                <a:gd name="T64" fmla="*/ 474 w 2515"/>
                <a:gd name="T65" fmla="*/ 426 h 1970"/>
                <a:gd name="T66" fmla="*/ 415 w 2515"/>
                <a:gd name="T67" fmla="*/ 390 h 1970"/>
                <a:gd name="T68" fmla="*/ 366 w 2515"/>
                <a:gd name="T69" fmla="*/ 366 h 1970"/>
                <a:gd name="T70" fmla="*/ 192 w 2515"/>
                <a:gd name="T71" fmla="*/ 234 h 1970"/>
                <a:gd name="T72" fmla="*/ 570 w 2515"/>
                <a:gd name="T73" fmla="*/ 564 h 1970"/>
                <a:gd name="T74" fmla="*/ 444 w 2515"/>
                <a:gd name="T75" fmla="*/ 732 h 1970"/>
                <a:gd name="T76" fmla="*/ 318 w 2515"/>
                <a:gd name="T77" fmla="*/ 787 h 1970"/>
                <a:gd name="T78" fmla="*/ 127 w 2515"/>
                <a:gd name="T79" fmla="*/ 853 h 1970"/>
                <a:gd name="T80" fmla="*/ 0 w 2515"/>
                <a:gd name="T81" fmla="*/ 1165 h 1970"/>
                <a:gd name="T82" fmla="*/ 372 w 2515"/>
                <a:gd name="T83" fmla="*/ 1015 h 1970"/>
                <a:gd name="T84" fmla="*/ 222 w 2515"/>
                <a:gd name="T85" fmla="*/ 1262 h 1970"/>
                <a:gd name="T86" fmla="*/ 139 w 2515"/>
                <a:gd name="T87" fmla="*/ 1459 h 1970"/>
                <a:gd name="T88" fmla="*/ 102 w 2515"/>
                <a:gd name="T89" fmla="*/ 1495 h 1970"/>
                <a:gd name="T90" fmla="*/ 84 w 2515"/>
                <a:gd name="T91" fmla="*/ 1519 h 1970"/>
                <a:gd name="T92" fmla="*/ 96 w 2515"/>
                <a:gd name="T93" fmla="*/ 1537 h 1970"/>
                <a:gd name="T94" fmla="*/ 127 w 2515"/>
                <a:gd name="T95" fmla="*/ 1567 h 1970"/>
                <a:gd name="T96" fmla="*/ 145 w 2515"/>
                <a:gd name="T97" fmla="*/ 1633 h 1970"/>
                <a:gd name="T98" fmla="*/ 156 w 2515"/>
                <a:gd name="T99" fmla="*/ 1693 h 1970"/>
                <a:gd name="T100" fmla="*/ 162 w 2515"/>
                <a:gd name="T101" fmla="*/ 1723 h 1970"/>
                <a:gd name="T102" fmla="*/ 216 w 2515"/>
                <a:gd name="T103" fmla="*/ 1802 h 1970"/>
                <a:gd name="T104" fmla="*/ 228 w 2515"/>
                <a:gd name="T105" fmla="*/ 1850 h 1970"/>
                <a:gd name="T106" fmla="*/ 240 w 2515"/>
                <a:gd name="T107" fmla="*/ 1904 h 1970"/>
                <a:gd name="T108" fmla="*/ 246 w 2515"/>
                <a:gd name="T109" fmla="*/ 1922 h 1970"/>
                <a:gd name="T110" fmla="*/ 258 w 2515"/>
                <a:gd name="T111" fmla="*/ 1970 h 1970"/>
                <a:gd name="T112" fmla="*/ 462 w 2515"/>
                <a:gd name="T113" fmla="*/ 1922 h 1970"/>
                <a:gd name="T114" fmla="*/ 624 w 2515"/>
                <a:gd name="T115" fmla="*/ 1778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88" name="Freeform 4">
              <a:extLst>
                <a:ext uri="{FF2B5EF4-FFF2-40B4-BE49-F238E27FC236}">
                  <a16:creationId xmlns:a16="http://schemas.microsoft.com/office/drawing/2014/main" id="{C9FBEA10-EFDF-4EAF-4E02-77CE1DFC10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>
                <a:gd name="T0" fmla="*/ 580 w 2123"/>
                <a:gd name="T1" fmla="*/ 1043 h 1696"/>
                <a:gd name="T2" fmla="*/ 544 w 2123"/>
                <a:gd name="T3" fmla="*/ 683 h 1696"/>
                <a:gd name="T4" fmla="*/ 670 w 2123"/>
                <a:gd name="T5" fmla="*/ 395 h 1696"/>
                <a:gd name="T6" fmla="*/ 927 w 2123"/>
                <a:gd name="T7" fmla="*/ 587 h 1696"/>
                <a:gd name="T8" fmla="*/ 1214 w 2123"/>
                <a:gd name="T9" fmla="*/ 869 h 1696"/>
                <a:gd name="T10" fmla="*/ 1483 w 2123"/>
                <a:gd name="T11" fmla="*/ 1109 h 1696"/>
                <a:gd name="T12" fmla="*/ 1800 w 2123"/>
                <a:gd name="T13" fmla="*/ 1360 h 1696"/>
                <a:gd name="T14" fmla="*/ 1883 w 2123"/>
                <a:gd name="T15" fmla="*/ 1414 h 1696"/>
                <a:gd name="T16" fmla="*/ 1836 w 2123"/>
                <a:gd name="T17" fmla="*/ 1354 h 1696"/>
                <a:gd name="T18" fmla="*/ 1411 w 2123"/>
                <a:gd name="T19" fmla="*/ 1001 h 1696"/>
                <a:gd name="T20" fmla="*/ 1088 w 2123"/>
                <a:gd name="T21" fmla="*/ 683 h 1696"/>
                <a:gd name="T22" fmla="*/ 723 w 2123"/>
                <a:gd name="T23" fmla="*/ 329 h 1696"/>
                <a:gd name="T24" fmla="*/ 999 w 2123"/>
                <a:gd name="T25" fmla="*/ 311 h 1696"/>
                <a:gd name="T26" fmla="*/ 1286 w 2123"/>
                <a:gd name="T27" fmla="*/ 317 h 1696"/>
                <a:gd name="T28" fmla="*/ 1614 w 2123"/>
                <a:gd name="T29" fmla="*/ 269 h 1696"/>
                <a:gd name="T30" fmla="*/ 2123 w 2123"/>
                <a:gd name="T31" fmla="*/ 197 h 1696"/>
                <a:gd name="T32" fmla="*/ 2075 w 2123"/>
                <a:gd name="T33" fmla="*/ 173 h 1696"/>
                <a:gd name="T34" fmla="*/ 1543 w 2123"/>
                <a:gd name="T35" fmla="*/ 257 h 1696"/>
                <a:gd name="T36" fmla="*/ 1208 w 2123"/>
                <a:gd name="T37" fmla="*/ 275 h 1696"/>
                <a:gd name="T38" fmla="*/ 759 w 2123"/>
                <a:gd name="T39" fmla="*/ 257 h 1696"/>
                <a:gd name="T40" fmla="*/ 819 w 2123"/>
                <a:gd name="T41" fmla="*/ 227 h 1696"/>
                <a:gd name="T42" fmla="*/ 1142 w 2123"/>
                <a:gd name="T43" fmla="*/ 0 h 1696"/>
                <a:gd name="T44" fmla="*/ 1088 w 2123"/>
                <a:gd name="T45" fmla="*/ 30 h 1696"/>
                <a:gd name="T46" fmla="*/ 1010 w 2123"/>
                <a:gd name="T47" fmla="*/ 84 h 1696"/>
                <a:gd name="T48" fmla="*/ 855 w 2123"/>
                <a:gd name="T49" fmla="*/ 191 h 1696"/>
                <a:gd name="T50" fmla="*/ 670 w 2123"/>
                <a:gd name="T51" fmla="*/ 281 h 1696"/>
                <a:gd name="T52" fmla="*/ 634 w 2123"/>
                <a:gd name="T53" fmla="*/ 359 h 1696"/>
                <a:gd name="T54" fmla="*/ 305 w 2123"/>
                <a:gd name="T55" fmla="*/ 587 h 1696"/>
                <a:gd name="T56" fmla="*/ 0 w 2123"/>
                <a:gd name="T57" fmla="*/ 725 h 1696"/>
                <a:gd name="T58" fmla="*/ 0 w 2123"/>
                <a:gd name="T59" fmla="*/ 731 h 1696"/>
                <a:gd name="T60" fmla="*/ 0 w 2123"/>
                <a:gd name="T61" fmla="*/ 767 h 1696"/>
                <a:gd name="T62" fmla="*/ 299 w 2123"/>
                <a:gd name="T63" fmla="*/ 635 h 1696"/>
                <a:gd name="T64" fmla="*/ 592 w 2123"/>
                <a:gd name="T65" fmla="*/ 431 h 1696"/>
                <a:gd name="T66" fmla="*/ 508 w 2123"/>
                <a:gd name="T67" fmla="*/ 671 h 1696"/>
                <a:gd name="T68" fmla="*/ 526 w 2123"/>
                <a:gd name="T69" fmla="*/ 995 h 1696"/>
                <a:gd name="T70" fmla="*/ 460 w 2123"/>
                <a:gd name="T71" fmla="*/ 1168 h 1696"/>
                <a:gd name="T72" fmla="*/ 329 w 2123"/>
                <a:gd name="T73" fmla="*/ 1480 h 1696"/>
                <a:gd name="T74" fmla="*/ 323 w 2123"/>
                <a:gd name="T75" fmla="*/ 1696 h 1696"/>
                <a:gd name="T76" fmla="*/ 329 w 2123"/>
                <a:gd name="T77" fmla="*/ 1696 h 1696"/>
                <a:gd name="T78" fmla="*/ 347 w 2123"/>
                <a:gd name="T79" fmla="*/ 1552 h 1696"/>
                <a:gd name="T80" fmla="*/ 580 w 2123"/>
                <a:gd name="T81" fmla="*/ 1043 h 1696"/>
                <a:gd name="T82" fmla="*/ 580 w 2123"/>
                <a:gd name="T83" fmla="*/ 1043 h 1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89" name="Freeform 5">
              <a:extLst>
                <a:ext uri="{FF2B5EF4-FFF2-40B4-BE49-F238E27FC236}">
                  <a16:creationId xmlns:a16="http://schemas.microsoft.com/office/drawing/2014/main" id="{A6D6D6C4-CE2D-0FD0-A8AF-B35247AEB7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>
                <a:gd name="T0" fmla="*/ 3338 w 3668"/>
                <a:gd name="T1" fmla="*/ 288 h 943"/>
                <a:gd name="T2" fmla="*/ 3194 w 3668"/>
                <a:gd name="T3" fmla="*/ 258 h 943"/>
                <a:gd name="T4" fmla="*/ 2816 w 3668"/>
                <a:gd name="T5" fmla="*/ 234 h 943"/>
                <a:gd name="T6" fmla="*/ 2330 w 3668"/>
                <a:gd name="T7" fmla="*/ 306 h 943"/>
                <a:gd name="T8" fmla="*/ 2372 w 3668"/>
                <a:gd name="T9" fmla="*/ 258 h 943"/>
                <a:gd name="T10" fmla="*/ 2624 w 3668"/>
                <a:gd name="T11" fmla="*/ 132 h 943"/>
                <a:gd name="T12" fmla="*/ 2707 w 3668"/>
                <a:gd name="T13" fmla="*/ 24 h 943"/>
                <a:gd name="T14" fmla="*/ 2642 w 3668"/>
                <a:gd name="T15" fmla="*/ 12 h 943"/>
                <a:gd name="T16" fmla="*/ 2515 w 3668"/>
                <a:gd name="T17" fmla="*/ 54 h 943"/>
                <a:gd name="T18" fmla="*/ 2324 w 3668"/>
                <a:gd name="T19" fmla="*/ 66 h 943"/>
                <a:gd name="T20" fmla="*/ 2101 w 3668"/>
                <a:gd name="T21" fmla="*/ 90 h 943"/>
                <a:gd name="T22" fmla="*/ 1855 w 3668"/>
                <a:gd name="T23" fmla="*/ 228 h 943"/>
                <a:gd name="T24" fmla="*/ 1591 w 3668"/>
                <a:gd name="T25" fmla="*/ 337 h 943"/>
                <a:gd name="T26" fmla="*/ 1459 w 3668"/>
                <a:gd name="T27" fmla="*/ 379 h 943"/>
                <a:gd name="T28" fmla="*/ 1417 w 3668"/>
                <a:gd name="T29" fmla="*/ 361 h 943"/>
                <a:gd name="T30" fmla="*/ 1363 w 3668"/>
                <a:gd name="T31" fmla="*/ 331 h 943"/>
                <a:gd name="T32" fmla="*/ 1344 w 3668"/>
                <a:gd name="T33" fmla="*/ 312 h 943"/>
                <a:gd name="T34" fmla="*/ 1290 w 3668"/>
                <a:gd name="T35" fmla="*/ 288 h 943"/>
                <a:gd name="T36" fmla="*/ 1230 w 3668"/>
                <a:gd name="T37" fmla="*/ 252 h 943"/>
                <a:gd name="T38" fmla="*/ 1119 w 3668"/>
                <a:gd name="T39" fmla="*/ 227 h 943"/>
                <a:gd name="T40" fmla="*/ 1320 w 3668"/>
                <a:gd name="T41" fmla="*/ 438 h 943"/>
                <a:gd name="T42" fmla="*/ 960 w 3668"/>
                <a:gd name="T43" fmla="*/ 558 h 943"/>
                <a:gd name="T44" fmla="*/ 474 w 3668"/>
                <a:gd name="T45" fmla="*/ 630 h 943"/>
                <a:gd name="T46" fmla="*/ 132 w 3668"/>
                <a:gd name="T47" fmla="*/ 781 h 943"/>
                <a:gd name="T48" fmla="*/ 234 w 3668"/>
                <a:gd name="T49" fmla="*/ 847 h 943"/>
                <a:gd name="T50" fmla="*/ 925 w 3668"/>
                <a:gd name="T51" fmla="*/ 739 h 943"/>
                <a:gd name="T52" fmla="*/ 637 w 3668"/>
                <a:gd name="T53" fmla="*/ 925 h 943"/>
                <a:gd name="T54" fmla="*/ 1405 w 3668"/>
                <a:gd name="T55" fmla="*/ 943 h 943"/>
                <a:gd name="T56" fmla="*/ 1447 w 3668"/>
                <a:gd name="T57" fmla="*/ 943 h 943"/>
                <a:gd name="T58" fmla="*/ 2888 w 3668"/>
                <a:gd name="T59" fmla="*/ 859 h 943"/>
                <a:gd name="T60" fmla="*/ 2582 w 3668"/>
                <a:gd name="T61" fmla="*/ 708 h 943"/>
                <a:gd name="T62" fmla="*/ 2299 w 3668"/>
                <a:gd name="T63" fmla="*/ 606 h 943"/>
                <a:gd name="T64" fmla="*/ 2606 w 3668"/>
                <a:gd name="T65" fmla="*/ 588 h 943"/>
                <a:gd name="T66" fmla="*/ 3001 w 3668"/>
                <a:gd name="T67" fmla="*/ 582 h 943"/>
                <a:gd name="T68" fmla="*/ 3452 w 3668"/>
                <a:gd name="T69" fmla="*/ 438 h 943"/>
                <a:gd name="T70" fmla="*/ 3668 w 3668"/>
                <a:gd name="T71" fmla="*/ 312 h 943"/>
                <a:gd name="T72" fmla="*/ 3482 w 3668"/>
                <a:gd name="T73" fmla="*/ 30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0" name="Freeform 6">
              <a:extLst>
                <a:ext uri="{FF2B5EF4-FFF2-40B4-BE49-F238E27FC236}">
                  <a16:creationId xmlns:a16="http://schemas.microsoft.com/office/drawing/2014/main" id="{536D2422-703E-0D61-B4FC-451EF8C8DA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>
                <a:gd name="T0" fmla="*/ 323 w 969"/>
                <a:gd name="T1" fmla="*/ 1186 h 1192"/>
                <a:gd name="T2" fmla="*/ 490 w 969"/>
                <a:gd name="T3" fmla="*/ 1192 h 1192"/>
                <a:gd name="T4" fmla="*/ 580 w 969"/>
                <a:gd name="T5" fmla="*/ 1150 h 1192"/>
                <a:gd name="T6" fmla="*/ 813 w 969"/>
                <a:gd name="T7" fmla="*/ 1085 h 1192"/>
                <a:gd name="T8" fmla="*/ 933 w 969"/>
                <a:gd name="T9" fmla="*/ 1055 h 1192"/>
                <a:gd name="T10" fmla="*/ 759 w 969"/>
                <a:gd name="T11" fmla="*/ 989 h 1192"/>
                <a:gd name="T12" fmla="*/ 556 w 969"/>
                <a:gd name="T13" fmla="*/ 953 h 1192"/>
                <a:gd name="T14" fmla="*/ 197 w 969"/>
                <a:gd name="T15" fmla="*/ 971 h 1192"/>
                <a:gd name="T16" fmla="*/ 299 w 969"/>
                <a:gd name="T17" fmla="*/ 893 h 1192"/>
                <a:gd name="T18" fmla="*/ 496 w 969"/>
                <a:gd name="T19" fmla="*/ 803 h 1192"/>
                <a:gd name="T20" fmla="*/ 694 w 969"/>
                <a:gd name="T21" fmla="*/ 671 h 1192"/>
                <a:gd name="T22" fmla="*/ 700 w 969"/>
                <a:gd name="T23" fmla="*/ 671 h 1192"/>
                <a:gd name="T24" fmla="*/ 712 w 969"/>
                <a:gd name="T25" fmla="*/ 665 h 1192"/>
                <a:gd name="T26" fmla="*/ 753 w 969"/>
                <a:gd name="T27" fmla="*/ 647 h 1192"/>
                <a:gd name="T28" fmla="*/ 777 w 969"/>
                <a:gd name="T29" fmla="*/ 641 h 1192"/>
                <a:gd name="T30" fmla="*/ 789 w 969"/>
                <a:gd name="T31" fmla="*/ 629 h 1192"/>
                <a:gd name="T32" fmla="*/ 795 w 969"/>
                <a:gd name="T33" fmla="*/ 617 h 1192"/>
                <a:gd name="T34" fmla="*/ 789 w 969"/>
                <a:gd name="T35" fmla="*/ 611 h 1192"/>
                <a:gd name="T36" fmla="*/ 783 w 969"/>
                <a:gd name="T37" fmla="*/ 599 h 1192"/>
                <a:gd name="T38" fmla="*/ 783 w 969"/>
                <a:gd name="T39" fmla="*/ 575 h 1192"/>
                <a:gd name="T40" fmla="*/ 795 w 969"/>
                <a:gd name="T41" fmla="*/ 545 h 1192"/>
                <a:gd name="T42" fmla="*/ 807 w 969"/>
                <a:gd name="T43" fmla="*/ 515 h 1192"/>
                <a:gd name="T44" fmla="*/ 825 w 969"/>
                <a:gd name="T45" fmla="*/ 485 h 1192"/>
                <a:gd name="T46" fmla="*/ 837 w 969"/>
                <a:gd name="T47" fmla="*/ 455 h 1192"/>
                <a:gd name="T48" fmla="*/ 843 w 969"/>
                <a:gd name="T49" fmla="*/ 437 h 1192"/>
                <a:gd name="T50" fmla="*/ 849 w 969"/>
                <a:gd name="T51" fmla="*/ 431 h 1192"/>
                <a:gd name="T52" fmla="*/ 849 w 969"/>
                <a:gd name="T53" fmla="*/ 347 h 1192"/>
                <a:gd name="T54" fmla="*/ 849 w 969"/>
                <a:gd name="T55" fmla="*/ 341 h 1192"/>
                <a:gd name="T56" fmla="*/ 855 w 969"/>
                <a:gd name="T57" fmla="*/ 335 h 1192"/>
                <a:gd name="T58" fmla="*/ 873 w 969"/>
                <a:gd name="T59" fmla="*/ 305 h 1192"/>
                <a:gd name="T60" fmla="*/ 885 w 969"/>
                <a:gd name="T61" fmla="*/ 269 h 1192"/>
                <a:gd name="T62" fmla="*/ 897 w 969"/>
                <a:gd name="T63" fmla="*/ 239 h 1192"/>
                <a:gd name="T64" fmla="*/ 903 w 969"/>
                <a:gd name="T65" fmla="*/ 227 h 1192"/>
                <a:gd name="T66" fmla="*/ 909 w 969"/>
                <a:gd name="T67" fmla="*/ 215 h 1192"/>
                <a:gd name="T68" fmla="*/ 927 w 969"/>
                <a:gd name="T69" fmla="*/ 173 h 1192"/>
                <a:gd name="T70" fmla="*/ 945 w 969"/>
                <a:gd name="T71" fmla="*/ 137 h 1192"/>
                <a:gd name="T72" fmla="*/ 951 w 969"/>
                <a:gd name="T73" fmla="*/ 125 h 1192"/>
                <a:gd name="T74" fmla="*/ 951 w 969"/>
                <a:gd name="T75" fmla="*/ 119 h 1192"/>
                <a:gd name="T76" fmla="*/ 969 w 969"/>
                <a:gd name="T77" fmla="*/ 0 h 1192"/>
                <a:gd name="T78" fmla="*/ 945 w 969"/>
                <a:gd name="T79" fmla="*/ 47 h 1192"/>
                <a:gd name="T80" fmla="*/ 783 w 969"/>
                <a:gd name="T81" fmla="*/ 113 h 1192"/>
                <a:gd name="T82" fmla="*/ 706 w 969"/>
                <a:gd name="T83" fmla="*/ 161 h 1192"/>
                <a:gd name="T84" fmla="*/ 460 w 969"/>
                <a:gd name="T85" fmla="*/ 233 h 1192"/>
                <a:gd name="T86" fmla="*/ 281 w 969"/>
                <a:gd name="T87" fmla="*/ 287 h 1192"/>
                <a:gd name="T88" fmla="*/ 173 w 969"/>
                <a:gd name="T89" fmla="*/ 293 h 1192"/>
                <a:gd name="T90" fmla="*/ 12 w 969"/>
                <a:gd name="T91" fmla="*/ 485 h 1192"/>
                <a:gd name="T92" fmla="*/ 0 w 969"/>
                <a:gd name="T93" fmla="*/ 509 h 1192"/>
                <a:gd name="T94" fmla="*/ 0 w 969"/>
                <a:gd name="T95" fmla="*/ 1186 h 1192"/>
                <a:gd name="T96" fmla="*/ 96 w 969"/>
                <a:gd name="T97" fmla="*/ 1180 h 1192"/>
                <a:gd name="T98" fmla="*/ 323 w 969"/>
                <a:gd name="T99" fmla="*/ 1186 h 1192"/>
                <a:gd name="T100" fmla="*/ 323 w 969"/>
                <a:gd name="T101" fmla="*/ 1186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1" name="Freeform 7">
              <a:extLst>
                <a:ext uri="{FF2B5EF4-FFF2-40B4-BE49-F238E27FC236}">
                  <a16:creationId xmlns:a16="http://schemas.microsoft.com/office/drawing/2014/main" id="{F21E1C7F-3AFF-871A-1A57-B225B99337C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>
                <a:gd name="T0" fmla="*/ 859 w 2570"/>
                <a:gd name="T1" fmla="*/ 612 h 2266"/>
                <a:gd name="T2" fmla="*/ 1087 w 2570"/>
                <a:gd name="T3" fmla="*/ 853 h 2266"/>
                <a:gd name="T4" fmla="*/ 961 w 2570"/>
                <a:gd name="T5" fmla="*/ 913 h 2266"/>
                <a:gd name="T6" fmla="*/ 786 w 2570"/>
                <a:gd name="T7" fmla="*/ 883 h 2266"/>
                <a:gd name="T8" fmla="*/ 450 w 2570"/>
                <a:gd name="T9" fmla="*/ 931 h 2266"/>
                <a:gd name="T10" fmla="*/ 150 w 2570"/>
                <a:gd name="T11" fmla="*/ 1075 h 2266"/>
                <a:gd name="T12" fmla="*/ 78 w 2570"/>
                <a:gd name="T13" fmla="*/ 1165 h 2266"/>
                <a:gd name="T14" fmla="*/ 361 w 2570"/>
                <a:gd name="T15" fmla="*/ 1256 h 2266"/>
                <a:gd name="T16" fmla="*/ 444 w 2570"/>
                <a:gd name="T17" fmla="*/ 1316 h 2266"/>
                <a:gd name="T18" fmla="*/ 697 w 2570"/>
                <a:gd name="T19" fmla="*/ 1400 h 2266"/>
                <a:gd name="T20" fmla="*/ 1026 w 2570"/>
                <a:gd name="T21" fmla="*/ 1346 h 2266"/>
                <a:gd name="T22" fmla="*/ 991 w 2570"/>
                <a:gd name="T23" fmla="*/ 1412 h 2266"/>
                <a:gd name="T24" fmla="*/ 804 w 2570"/>
                <a:gd name="T25" fmla="*/ 1574 h 2266"/>
                <a:gd name="T26" fmla="*/ 726 w 2570"/>
                <a:gd name="T27" fmla="*/ 1718 h 2266"/>
                <a:gd name="T28" fmla="*/ 768 w 2570"/>
                <a:gd name="T29" fmla="*/ 1742 h 2266"/>
                <a:gd name="T30" fmla="*/ 865 w 2570"/>
                <a:gd name="T31" fmla="*/ 1693 h 2266"/>
                <a:gd name="T32" fmla="*/ 991 w 2570"/>
                <a:gd name="T33" fmla="*/ 1699 h 2266"/>
                <a:gd name="T34" fmla="*/ 1135 w 2570"/>
                <a:gd name="T35" fmla="*/ 1627 h 2266"/>
                <a:gd name="T36" fmla="*/ 1183 w 2570"/>
                <a:gd name="T37" fmla="*/ 1669 h 2266"/>
                <a:gd name="T38" fmla="*/ 1399 w 2570"/>
                <a:gd name="T39" fmla="*/ 1436 h 2266"/>
                <a:gd name="T40" fmla="*/ 1615 w 2570"/>
                <a:gd name="T41" fmla="*/ 1334 h 2266"/>
                <a:gd name="T42" fmla="*/ 1645 w 2570"/>
                <a:gd name="T43" fmla="*/ 1370 h 2266"/>
                <a:gd name="T44" fmla="*/ 1681 w 2570"/>
                <a:gd name="T45" fmla="*/ 1430 h 2266"/>
                <a:gd name="T46" fmla="*/ 1699 w 2570"/>
                <a:gd name="T47" fmla="*/ 1466 h 2266"/>
                <a:gd name="T48" fmla="*/ 1747 w 2570"/>
                <a:gd name="T49" fmla="*/ 1550 h 2266"/>
                <a:gd name="T50" fmla="*/ 1772 w 2570"/>
                <a:gd name="T51" fmla="*/ 1586 h 2266"/>
                <a:gd name="T52" fmla="*/ 2124 w 2570"/>
                <a:gd name="T53" fmla="*/ 2248 h 2266"/>
                <a:gd name="T54" fmla="*/ 1693 w 2570"/>
                <a:gd name="T55" fmla="*/ 1322 h 2266"/>
                <a:gd name="T56" fmla="*/ 1861 w 2570"/>
                <a:gd name="T57" fmla="*/ 1165 h 2266"/>
                <a:gd name="T58" fmla="*/ 2173 w 2570"/>
                <a:gd name="T59" fmla="*/ 1099 h 2266"/>
                <a:gd name="T60" fmla="*/ 2390 w 2570"/>
                <a:gd name="T61" fmla="*/ 1009 h 2266"/>
                <a:gd name="T62" fmla="*/ 2570 w 2570"/>
                <a:gd name="T63" fmla="*/ 805 h 2266"/>
                <a:gd name="T64" fmla="*/ 2342 w 2570"/>
                <a:gd name="T65" fmla="*/ 781 h 2266"/>
                <a:gd name="T66" fmla="*/ 2114 w 2570"/>
                <a:gd name="T67" fmla="*/ 763 h 2266"/>
                <a:gd name="T68" fmla="*/ 2408 w 2570"/>
                <a:gd name="T69" fmla="*/ 433 h 2266"/>
                <a:gd name="T70" fmla="*/ 2426 w 2570"/>
                <a:gd name="T71" fmla="*/ 421 h 2266"/>
                <a:gd name="T72" fmla="*/ 2474 w 2570"/>
                <a:gd name="T73" fmla="*/ 379 h 2266"/>
                <a:gd name="T74" fmla="*/ 2492 w 2570"/>
                <a:gd name="T75" fmla="*/ 355 h 2266"/>
                <a:gd name="T76" fmla="*/ 2474 w 2570"/>
                <a:gd name="T77" fmla="*/ 337 h 2266"/>
                <a:gd name="T78" fmla="*/ 2474 w 2570"/>
                <a:gd name="T79" fmla="*/ 271 h 2266"/>
                <a:gd name="T80" fmla="*/ 2492 w 2570"/>
                <a:gd name="T81" fmla="*/ 192 h 2266"/>
                <a:gd name="T82" fmla="*/ 2504 w 2570"/>
                <a:gd name="T83" fmla="*/ 132 h 2266"/>
                <a:gd name="T84" fmla="*/ 2492 w 2570"/>
                <a:gd name="T85" fmla="*/ 36 h 2266"/>
                <a:gd name="T86" fmla="*/ 2492 w 2570"/>
                <a:gd name="T87" fmla="*/ 24 h 2266"/>
                <a:gd name="T88" fmla="*/ 2102 w 2570"/>
                <a:gd name="T89" fmla="*/ 0 h 2266"/>
                <a:gd name="T90" fmla="*/ 1909 w 2570"/>
                <a:gd name="T91" fmla="*/ 90 h 2266"/>
                <a:gd name="T92" fmla="*/ 1747 w 2570"/>
                <a:gd name="T93" fmla="*/ 535 h 2266"/>
                <a:gd name="T94" fmla="*/ 1711 w 2570"/>
                <a:gd name="T95" fmla="*/ 469 h 2266"/>
                <a:gd name="T96" fmla="*/ 1633 w 2570"/>
                <a:gd name="T97" fmla="*/ 144 h 2266"/>
                <a:gd name="T98" fmla="*/ 1579 w 2570"/>
                <a:gd name="T99" fmla="*/ 0 h 2266"/>
                <a:gd name="T100" fmla="*/ 738 w 2570"/>
                <a:gd name="T101" fmla="*/ 186 h 2266"/>
                <a:gd name="T102" fmla="*/ 756 w 2570"/>
                <a:gd name="T103" fmla="*/ 463 h 2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2" name="Freeform 8">
              <a:extLst>
                <a:ext uri="{FF2B5EF4-FFF2-40B4-BE49-F238E27FC236}">
                  <a16:creationId xmlns:a16="http://schemas.microsoft.com/office/drawing/2014/main" id="{864D56A4-F544-9456-C816-5C5DD72AA7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>
                <a:gd name="T0" fmla="*/ 1034 w 2176"/>
                <a:gd name="T1" fmla="*/ 767 h 1505"/>
                <a:gd name="T2" fmla="*/ 1190 w 2176"/>
                <a:gd name="T3" fmla="*/ 1235 h 1505"/>
                <a:gd name="T4" fmla="*/ 956 w 2176"/>
                <a:gd name="T5" fmla="*/ 1193 h 1505"/>
                <a:gd name="T6" fmla="*/ 723 w 2176"/>
                <a:gd name="T7" fmla="*/ 1127 h 1505"/>
                <a:gd name="T8" fmla="*/ 442 w 2176"/>
                <a:gd name="T9" fmla="*/ 1109 h 1505"/>
                <a:gd name="T10" fmla="*/ 0 w 2176"/>
                <a:gd name="T11" fmla="*/ 1079 h 1505"/>
                <a:gd name="T12" fmla="*/ 30 w 2176"/>
                <a:gd name="T13" fmla="*/ 1115 h 1505"/>
                <a:gd name="T14" fmla="*/ 496 w 2176"/>
                <a:gd name="T15" fmla="*/ 1133 h 1505"/>
                <a:gd name="T16" fmla="*/ 777 w 2176"/>
                <a:gd name="T17" fmla="*/ 1187 h 1505"/>
                <a:gd name="T18" fmla="*/ 1130 w 2176"/>
                <a:gd name="T19" fmla="*/ 1301 h 1505"/>
                <a:gd name="T20" fmla="*/ 1070 w 2176"/>
                <a:gd name="T21" fmla="*/ 1319 h 1505"/>
                <a:gd name="T22" fmla="*/ 711 w 2176"/>
                <a:gd name="T23" fmla="*/ 1505 h 1505"/>
                <a:gd name="T24" fmla="*/ 765 w 2176"/>
                <a:gd name="T25" fmla="*/ 1481 h 1505"/>
                <a:gd name="T26" fmla="*/ 861 w 2176"/>
                <a:gd name="T27" fmla="*/ 1439 h 1505"/>
                <a:gd name="T28" fmla="*/ 1022 w 2176"/>
                <a:gd name="T29" fmla="*/ 1355 h 1505"/>
                <a:gd name="T30" fmla="*/ 1214 w 2176"/>
                <a:gd name="T31" fmla="*/ 1295 h 1505"/>
                <a:gd name="T32" fmla="*/ 1267 w 2176"/>
                <a:gd name="T33" fmla="*/ 1223 h 1505"/>
                <a:gd name="T34" fmla="*/ 1632 w 2176"/>
                <a:gd name="T35" fmla="*/ 1043 h 1505"/>
                <a:gd name="T36" fmla="*/ 1931 w 2176"/>
                <a:gd name="T37" fmla="*/ 953 h 1505"/>
                <a:gd name="T38" fmla="*/ 2176 w 2176"/>
                <a:gd name="T39" fmla="*/ 821 h 1505"/>
                <a:gd name="T40" fmla="*/ 1961 w 2176"/>
                <a:gd name="T41" fmla="*/ 911 h 1505"/>
                <a:gd name="T42" fmla="*/ 1656 w 2176"/>
                <a:gd name="T43" fmla="*/ 989 h 1505"/>
                <a:gd name="T44" fmla="*/ 1339 w 2176"/>
                <a:gd name="T45" fmla="*/ 1151 h 1505"/>
                <a:gd name="T46" fmla="*/ 1501 w 2176"/>
                <a:gd name="T47" fmla="*/ 905 h 1505"/>
                <a:gd name="T48" fmla="*/ 1620 w 2176"/>
                <a:gd name="T49" fmla="*/ 545 h 1505"/>
                <a:gd name="T50" fmla="*/ 1740 w 2176"/>
                <a:gd name="T51" fmla="*/ 372 h 1505"/>
                <a:gd name="T52" fmla="*/ 1979 w 2176"/>
                <a:gd name="T53" fmla="*/ 60 h 1505"/>
                <a:gd name="T54" fmla="*/ 2003 w 2176"/>
                <a:gd name="T55" fmla="*/ 0 h 1505"/>
                <a:gd name="T56" fmla="*/ 1973 w 2176"/>
                <a:gd name="T57" fmla="*/ 0 h 1505"/>
                <a:gd name="T58" fmla="*/ 1596 w 2176"/>
                <a:gd name="T59" fmla="*/ 480 h 1505"/>
                <a:gd name="T60" fmla="*/ 1477 w 2176"/>
                <a:gd name="T61" fmla="*/ 887 h 1505"/>
                <a:gd name="T62" fmla="*/ 1255 w 2176"/>
                <a:gd name="T63" fmla="*/ 1175 h 1505"/>
                <a:gd name="T64" fmla="*/ 1130 w 2176"/>
                <a:gd name="T65" fmla="*/ 905 h 1505"/>
                <a:gd name="T66" fmla="*/ 1010 w 2176"/>
                <a:gd name="T67" fmla="*/ 540 h 1505"/>
                <a:gd name="T68" fmla="*/ 885 w 2176"/>
                <a:gd name="T69" fmla="*/ 222 h 1505"/>
                <a:gd name="T70" fmla="*/ 789 w 2176"/>
                <a:gd name="T71" fmla="*/ 0 h 1505"/>
                <a:gd name="T72" fmla="*/ 753 w 2176"/>
                <a:gd name="T73" fmla="*/ 0 h 1505"/>
                <a:gd name="T74" fmla="*/ 903 w 2176"/>
                <a:gd name="T75" fmla="*/ 354 h 1505"/>
                <a:gd name="T76" fmla="*/ 1034 w 2176"/>
                <a:gd name="T77" fmla="*/ 767 h 1505"/>
                <a:gd name="T78" fmla="*/ 1034 w 2176"/>
                <a:gd name="T79" fmla="*/ 767 h 1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3" name="Freeform 9">
              <a:extLst>
                <a:ext uri="{FF2B5EF4-FFF2-40B4-BE49-F238E27FC236}">
                  <a16:creationId xmlns:a16="http://schemas.microsoft.com/office/drawing/2014/main" id="{54F607B0-B53B-E728-0F61-177EEE5AF24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>
                <a:gd name="T0" fmla="*/ 161 w 813"/>
                <a:gd name="T1" fmla="*/ 564 h 804"/>
                <a:gd name="T2" fmla="*/ 329 w 813"/>
                <a:gd name="T3" fmla="*/ 438 h 804"/>
                <a:gd name="T4" fmla="*/ 646 w 813"/>
                <a:gd name="T5" fmla="*/ 216 h 804"/>
                <a:gd name="T6" fmla="*/ 813 w 813"/>
                <a:gd name="T7" fmla="*/ 0 h 804"/>
                <a:gd name="T8" fmla="*/ 676 w 813"/>
                <a:gd name="T9" fmla="*/ 150 h 804"/>
                <a:gd name="T10" fmla="*/ 144 w 813"/>
                <a:gd name="T11" fmla="*/ 504 h 804"/>
                <a:gd name="T12" fmla="*/ 0 w 813"/>
                <a:gd name="T13" fmla="*/ 732 h 804"/>
                <a:gd name="T14" fmla="*/ 0 w 813"/>
                <a:gd name="T15" fmla="*/ 804 h 804"/>
                <a:gd name="T16" fmla="*/ 161 w 813"/>
                <a:gd name="T17" fmla="*/ 564 h 804"/>
                <a:gd name="T18" fmla="*/ 161 w 813"/>
                <a:gd name="T19" fmla="*/ 564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4" name="Freeform 10">
              <a:extLst>
                <a:ext uri="{FF2B5EF4-FFF2-40B4-BE49-F238E27FC236}">
                  <a16:creationId xmlns:a16="http://schemas.microsoft.com/office/drawing/2014/main" id="{89D6F73F-5D86-003F-73B4-6D1D1AD492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>
                <a:gd name="T0" fmla="*/ 460 w 759"/>
                <a:gd name="T1" fmla="*/ 66 h 107"/>
                <a:gd name="T2" fmla="*/ 759 w 759"/>
                <a:gd name="T3" fmla="*/ 0 h 107"/>
                <a:gd name="T4" fmla="*/ 496 w 759"/>
                <a:gd name="T5" fmla="*/ 36 h 107"/>
                <a:gd name="T6" fmla="*/ 138 w 759"/>
                <a:gd name="T7" fmla="*/ 48 h 107"/>
                <a:gd name="T8" fmla="*/ 0 w 759"/>
                <a:gd name="T9" fmla="*/ 78 h 107"/>
                <a:gd name="T10" fmla="*/ 0 w 759"/>
                <a:gd name="T11" fmla="*/ 107 h 107"/>
                <a:gd name="T12" fmla="*/ 96 w 759"/>
                <a:gd name="T13" fmla="*/ 89 h 107"/>
                <a:gd name="T14" fmla="*/ 460 w 759"/>
                <a:gd name="T15" fmla="*/ 66 h 107"/>
                <a:gd name="T16" fmla="*/ 460 w 759"/>
                <a:gd name="T17" fmla="*/ 6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5" name="Freeform 11">
              <a:extLst>
                <a:ext uri="{FF2B5EF4-FFF2-40B4-BE49-F238E27FC236}">
                  <a16:creationId xmlns:a16="http://schemas.microsoft.com/office/drawing/2014/main" id="{C0BFD1E0-711F-42D3-56A7-F6E8249C492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>
                <a:gd name="T0" fmla="*/ 1387 w 3169"/>
                <a:gd name="T1" fmla="*/ 239 h 743"/>
                <a:gd name="T2" fmla="*/ 1734 w 3169"/>
                <a:gd name="T3" fmla="*/ 233 h 743"/>
                <a:gd name="T4" fmla="*/ 2087 w 3169"/>
                <a:gd name="T5" fmla="*/ 251 h 743"/>
                <a:gd name="T6" fmla="*/ 2505 w 3169"/>
                <a:gd name="T7" fmla="*/ 233 h 743"/>
                <a:gd name="T8" fmla="*/ 3169 w 3169"/>
                <a:gd name="T9" fmla="*/ 204 h 743"/>
                <a:gd name="T10" fmla="*/ 3115 w 3169"/>
                <a:gd name="T11" fmla="*/ 186 h 743"/>
                <a:gd name="T12" fmla="*/ 2422 w 3169"/>
                <a:gd name="T13" fmla="*/ 221 h 743"/>
                <a:gd name="T14" fmla="*/ 2003 w 3169"/>
                <a:gd name="T15" fmla="*/ 221 h 743"/>
                <a:gd name="T16" fmla="*/ 1459 w 3169"/>
                <a:gd name="T17" fmla="*/ 186 h 743"/>
                <a:gd name="T18" fmla="*/ 1543 w 3169"/>
                <a:gd name="T19" fmla="*/ 168 h 743"/>
                <a:gd name="T20" fmla="*/ 2039 w 3169"/>
                <a:gd name="T21" fmla="*/ 0 h 743"/>
                <a:gd name="T22" fmla="*/ 1961 w 3169"/>
                <a:gd name="T23" fmla="*/ 24 h 743"/>
                <a:gd name="T24" fmla="*/ 1836 w 3169"/>
                <a:gd name="T25" fmla="*/ 66 h 743"/>
                <a:gd name="T26" fmla="*/ 1602 w 3169"/>
                <a:gd name="T27" fmla="*/ 138 h 743"/>
                <a:gd name="T28" fmla="*/ 1339 w 3169"/>
                <a:gd name="T29" fmla="*/ 198 h 743"/>
                <a:gd name="T30" fmla="*/ 1268 w 3169"/>
                <a:gd name="T31" fmla="*/ 251 h 743"/>
                <a:gd name="T32" fmla="*/ 765 w 3169"/>
                <a:gd name="T33" fmla="*/ 413 h 743"/>
                <a:gd name="T34" fmla="*/ 335 w 3169"/>
                <a:gd name="T35" fmla="*/ 503 h 743"/>
                <a:gd name="T36" fmla="*/ 0 w 3169"/>
                <a:gd name="T37" fmla="*/ 617 h 743"/>
                <a:gd name="T38" fmla="*/ 299 w 3169"/>
                <a:gd name="T39" fmla="*/ 539 h 743"/>
                <a:gd name="T40" fmla="*/ 735 w 3169"/>
                <a:gd name="T41" fmla="*/ 449 h 743"/>
                <a:gd name="T42" fmla="*/ 1178 w 3169"/>
                <a:gd name="T43" fmla="*/ 311 h 743"/>
                <a:gd name="T44" fmla="*/ 981 w 3169"/>
                <a:gd name="T45" fmla="*/ 491 h 743"/>
                <a:gd name="T46" fmla="*/ 867 w 3169"/>
                <a:gd name="T47" fmla="*/ 743 h 743"/>
                <a:gd name="T48" fmla="*/ 861 w 3169"/>
                <a:gd name="T49" fmla="*/ 743 h 743"/>
                <a:gd name="T50" fmla="*/ 933 w 3169"/>
                <a:gd name="T51" fmla="*/ 743 h 743"/>
                <a:gd name="T52" fmla="*/ 1022 w 3169"/>
                <a:gd name="T53" fmla="*/ 497 h 743"/>
                <a:gd name="T54" fmla="*/ 1297 w 3169"/>
                <a:gd name="T55" fmla="*/ 281 h 743"/>
                <a:gd name="T56" fmla="*/ 1531 w 3169"/>
                <a:gd name="T57" fmla="*/ 449 h 743"/>
                <a:gd name="T58" fmla="*/ 1770 w 3169"/>
                <a:gd name="T59" fmla="*/ 677 h 743"/>
                <a:gd name="T60" fmla="*/ 1854 w 3169"/>
                <a:gd name="T61" fmla="*/ 743 h 743"/>
                <a:gd name="T62" fmla="*/ 1919 w 3169"/>
                <a:gd name="T63" fmla="*/ 743 h 743"/>
                <a:gd name="T64" fmla="*/ 1692 w 3169"/>
                <a:gd name="T65" fmla="*/ 527 h 743"/>
                <a:gd name="T66" fmla="*/ 1387 w 3169"/>
                <a:gd name="T67" fmla="*/ 239 h 743"/>
                <a:gd name="T68" fmla="*/ 1387 w 3169"/>
                <a:gd name="T69" fmla="*/ 239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6" name="Rectangle 12">
              <a:extLst>
                <a:ext uri="{FF2B5EF4-FFF2-40B4-BE49-F238E27FC236}">
                  <a16:creationId xmlns:a16="http://schemas.microsoft.com/office/drawing/2014/main" id="{0B104BE9-ACF2-909F-1683-835B0EE2A17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7" name="Rectangle 13">
              <a:extLst>
                <a:ext uri="{FF2B5EF4-FFF2-40B4-BE49-F238E27FC236}">
                  <a16:creationId xmlns:a16="http://schemas.microsoft.com/office/drawing/2014/main" id="{0B222422-0514-73CD-0B8A-A91B5E5939B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8" name="Freeform 14">
              <a:extLst>
                <a:ext uri="{FF2B5EF4-FFF2-40B4-BE49-F238E27FC236}">
                  <a16:creationId xmlns:a16="http://schemas.microsoft.com/office/drawing/2014/main" id="{BFB2F0B5-C54E-9485-D729-5321241EFA1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9" name="Freeform 15">
              <a:extLst>
                <a:ext uri="{FF2B5EF4-FFF2-40B4-BE49-F238E27FC236}">
                  <a16:creationId xmlns:a16="http://schemas.microsoft.com/office/drawing/2014/main" id="{7EA7E6C0-4BCA-18A6-3E56-4BE5D9682C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000" name="Freeform 16">
              <a:extLst>
                <a:ext uri="{FF2B5EF4-FFF2-40B4-BE49-F238E27FC236}">
                  <a16:creationId xmlns:a16="http://schemas.microsoft.com/office/drawing/2014/main" id="{D2BF2FD4-CD71-E9EB-03DD-E69B7247671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001" name="Freeform 17">
              <a:extLst>
                <a:ext uri="{FF2B5EF4-FFF2-40B4-BE49-F238E27FC236}">
                  <a16:creationId xmlns:a16="http://schemas.microsoft.com/office/drawing/2014/main" id="{0A65A104-0E99-7458-7ECA-3316F71F35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>
                <a:gd name="T0" fmla="*/ 871 w 3188"/>
                <a:gd name="T1" fmla="*/ 1423 h 2024"/>
                <a:gd name="T2" fmla="*/ 907 w 3188"/>
                <a:gd name="T3" fmla="*/ 1393 h 2024"/>
                <a:gd name="T4" fmla="*/ 991 w 3188"/>
                <a:gd name="T5" fmla="*/ 1320 h 2024"/>
                <a:gd name="T6" fmla="*/ 1033 w 3188"/>
                <a:gd name="T7" fmla="*/ 1297 h 2024"/>
                <a:gd name="T8" fmla="*/ 1086 w 3188"/>
                <a:gd name="T9" fmla="*/ 1249 h 2024"/>
                <a:gd name="T10" fmla="*/ 1123 w 3188"/>
                <a:gd name="T11" fmla="*/ 1219 h 2024"/>
                <a:gd name="T12" fmla="*/ 1057 w 3188"/>
                <a:gd name="T13" fmla="*/ 1153 h 2024"/>
                <a:gd name="T14" fmla="*/ 877 w 3188"/>
                <a:gd name="T15" fmla="*/ 1021 h 2024"/>
                <a:gd name="T16" fmla="*/ 655 w 3188"/>
                <a:gd name="T17" fmla="*/ 907 h 2024"/>
                <a:gd name="T18" fmla="*/ 655 w 3188"/>
                <a:gd name="T19" fmla="*/ 846 h 2024"/>
                <a:gd name="T20" fmla="*/ 643 w 3188"/>
                <a:gd name="T21" fmla="*/ 708 h 2024"/>
                <a:gd name="T22" fmla="*/ 552 w 3188"/>
                <a:gd name="T23" fmla="*/ 642 h 2024"/>
                <a:gd name="T24" fmla="*/ 510 w 3188"/>
                <a:gd name="T25" fmla="*/ 570 h 2024"/>
                <a:gd name="T26" fmla="*/ 637 w 3188"/>
                <a:gd name="T27" fmla="*/ 564 h 2024"/>
                <a:gd name="T28" fmla="*/ 763 w 3188"/>
                <a:gd name="T29" fmla="*/ 570 h 2024"/>
                <a:gd name="T30" fmla="*/ 1091 w 3188"/>
                <a:gd name="T31" fmla="*/ 850 h 2024"/>
                <a:gd name="T32" fmla="*/ 1009 w 3188"/>
                <a:gd name="T33" fmla="*/ 566 h 2024"/>
                <a:gd name="T34" fmla="*/ 1054 w 3188"/>
                <a:gd name="T35" fmla="*/ 265 h 2024"/>
                <a:gd name="T36" fmla="*/ 1249 w 3188"/>
                <a:gd name="T37" fmla="*/ 0 h 2024"/>
                <a:gd name="T38" fmla="*/ 1466 w 3188"/>
                <a:gd name="T39" fmla="*/ 292 h 2024"/>
                <a:gd name="T40" fmla="*/ 1475 w 3188"/>
                <a:gd name="T41" fmla="*/ 548 h 2024"/>
                <a:gd name="T42" fmla="*/ 1567 w 3188"/>
                <a:gd name="T43" fmla="*/ 630 h 2024"/>
                <a:gd name="T44" fmla="*/ 1795 w 3188"/>
                <a:gd name="T45" fmla="*/ 365 h 2024"/>
                <a:gd name="T46" fmla="*/ 2245 w 3188"/>
                <a:gd name="T47" fmla="*/ 150 h 2024"/>
                <a:gd name="T48" fmla="*/ 2618 w 3188"/>
                <a:gd name="T49" fmla="*/ 180 h 2024"/>
                <a:gd name="T50" fmla="*/ 3050 w 3188"/>
                <a:gd name="T51" fmla="*/ 150 h 2024"/>
                <a:gd name="T52" fmla="*/ 3140 w 3188"/>
                <a:gd name="T53" fmla="*/ 210 h 2024"/>
                <a:gd name="T54" fmla="*/ 2990 w 3188"/>
                <a:gd name="T55" fmla="*/ 210 h 2024"/>
                <a:gd name="T56" fmla="*/ 2834 w 3188"/>
                <a:gd name="T57" fmla="*/ 377 h 2024"/>
                <a:gd name="T58" fmla="*/ 2702 w 3188"/>
                <a:gd name="T59" fmla="*/ 648 h 2024"/>
                <a:gd name="T60" fmla="*/ 2582 w 3188"/>
                <a:gd name="T61" fmla="*/ 828 h 2024"/>
                <a:gd name="T62" fmla="*/ 2234 w 3188"/>
                <a:gd name="T63" fmla="*/ 1009 h 2024"/>
                <a:gd name="T64" fmla="*/ 1963 w 3188"/>
                <a:gd name="T65" fmla="*/ 1075 h 2024"/>
                <a:gd name="T66" fmla="*/ 2257 w 3188"/>
                <a:gd name="T67" fmla="*/ 1111 h 2024"/>
                <a:gd name="T68" fmla="*/ 2600 w 3188"/>
                <a:gd name="T69" fmla="*/ 1207 h 2024"/>
                <a:gd name="T70" fmla="*/ 2894 w 3188"/>
                <a:gd name="T71" fmla="*/ 1441 h 2024"/>
                <a:gd name="T72" fmla="*/ 3122 w 3188"/>
                <a:gd name="T73" fmla="*/ 1555 h 2024"/>
                <a:gd name="T74" fmla="*/ 3032 w 3188"/>
                <a:gd name="T75" fmla="*/ 1585 h 2024"/>
                <a:gd name="T76" fmla="*/ 3008 w 3188"/>
                <a:gd name="T77" fmla="*/ 1591 h 2024"/>
                <a:gd name="T78" fmla="*/ 2960 w 3188"/>
                <a:gd name="T79" fmla="*/ 1597 h 2024"/>
                <a:gd name="T80" fmla="*/ 2882 w 3188"/>
                <a:gd name="T81" fmla="*/ 1609 h 2024"/>
                <a:gd name="T82" fmla="*/ 2846 w 3188"/>
                <a:gd name="T83" fmla="*/ 1609 h 2024"/>
                <a:gd name="T84" fmla="*/ 2774 w 3188"/>
                <a:gd name="T85" fmla="*/ 1615 h 2024"/>
                <a:gd name="T86" fmla="*/ 2726 w 3188"/>
                <a:gd name="T87" fmla="*/ 1621 h 2024"/>
                <a:gd name="T88" fmla="*/ 2708 w 3188"/>
                <a:gd name="T89" fmla="*/ 1621 h 2024"/>
                <a:gd name="T90" fmla="*/ 2594 w 3188"/>
                <a:gd name="T91" fmla="*/ 1657 h 2024"/>
                <a:gd name="T92" fmla="*/ 2533 w 3188"/>
                <a:gd name="T93" fmla="*/ 1663 h 2024"/>
                <a:gd name="T94" fmla="*/ 2444 w 3188"/>
                <a:gd name="T95" fmla="*/ 1675 h 2024"/>
                <a:gd name="T96" fmla="*/ 2378 w 3188"/>
                <a:gd name="T97" fmla="*/ 1687 h 2024"/>
                <a:gd name="T98" fmla="*/ 2360 w 3188"/>
                <a:gd name="T99" fmla="*/ 1705 h 2024"/>
                <a:gd name="T100" fmla="*/ 2305 w 3188"/>
                <a:gd name="T101" fmla="*/ 1687 h 2024"/>
                <a:gd name="T102" fmla="*/ 2263 w 3188"/>
                <a:gd name="T103" fmla="*/ 1663 h 2024"/>
                <a:gd name="T104" fmla="*/ 2017 w 3188"/>
                <a:gd name="T105" fmla="*/ 1585 h 2024"/>
                <a:gd name="T106" fmla="*/ 1711 w 3188"/>
                <a:gd name="T107" fmla="*/ 1453 h 2024"/>
                <a:gd name="T108" fmla="*/ 1880 w 3188"/>
                <a:gd name="T109" fmla="*/ 1844 h 2024"/>
                <a:gd name="T110" fmla="*/ 1771 w 3188"/>
                <a:gd name="T111" fmla="*/ 1922 h 2024"/>
                <a:gd name="T112" fmla="*/ 1531 w 3188"/>
                <a:gd name="T113" fmla="*/ 1753 h 2024"/>
                <a:gd name="T114" fmla="*/ 1411 w 3188"/>
                <a:gd name="T115" fmla="*/ 1477 h 2024"/>
                <a:gd name="T116" fmla="*/ 1219 w 3188"/>
                <a:gd name="T117" fmla="*/ 1291 h 2024"/>
                <a:gd name="T118" fmla="*/ 127 w 3188"/>
                <a:gd name="T119" fmla="*/ 2006 h 2024"/>
                <a:gd name="T120" fmla="*/ 865 w 3188"/>
                <a:gd name="T121" fmla="*/ 1429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002" name="Freeform 18">
              <a:extLst>
                <a:ext uri="{FF2B5EF4-FFF2-40B4-BE49-F238E27FC236}">
                  <a16:creationId xmlns:a16="http://schemas.microsoft.com/office/drawing/2014/main" id="{877EBCE1-1026-9508-F158-0E3923D18C6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>
                <a:gd name="T0" fmla="*/ 318 w 2144"/>
                <a:gd name="T1" fmla="*/ 1078 h 1787"/>
                <a:gd name="T2" fmla="*/ 217 w 2144"/>
                <a:gd name="T3" fmla="*/ 928 h 1787"/>
                <a:gd name="T4" fmla="*/ 102 w 2144"/>
                <a:gd name="T5" fmla="*/ 808 h 1787"/>
                <a:gd name="T6" fmla="*/ 36 w 2144"/>
                <a:gd name="T7" fmla="*/ 742 h 1787"/>
                <a:gd name="T8" fmla="*/ 0 w 2144"/>
                <a:gd name="T9" fmla="*/ 700 h 1787"/>
                <a:gd name="T10" fmla="*/ 270 w 2144"/>
                <a:gd name="T11" fmla="*/ 958 h 1787"/>
                <a:gd name="T12" fmla="*/ 294 w 2144"/>
                <a:gd name="T13" fmla="*/ 1006 h 1787"/>
                <a:gd name="T14" fmla="*/ 367 w 2144"/>
                <a:gd name="T15" fmla="*/ 670 h 1787"/>
                <a:gd name="T16" fmla="*/ 379 w 2144"/>
                <a:gd name="T17" fmla="*/ 411 h 1787"/>
                <a:gd name="T18" fmla="*/ 347 w 2144"/>
                <a:gd name="T19" fmla="*/ 118 h 1787"/>
                <a:gd name="T20" fmla="*/ 393 w 2144"/>
                <a:gd name="T21" fmla="*/ 0 h 1787"/>
                <a:gd name="T22" fmla="*/ 397 w 2144"/>
                <a:gd name="T23" fmla="*/ 357 h 1787"/>
                <a:gd name="T24" fmla="*/ 421 w 2144"/>
                <a:gd name="T25" fmla="*/ 609 h 1787"/>
                <a:gd name="T26" fmla="*/ 385 w 2144"/>
                <a:gd name="T27" fmla="*/ 826 h 1787"/>
                <a:gd name="T28" fmla="*/ 385 w 2144"/>
                <a:gd name="T29" fmla="*/ 1036 h 1787"/>
                <a:gd name="T30" fmla="*/ 877 w 2144"/>
                <a:gd name="T31" fmla="*/ 784 h 1787"/>
                <a:gd name="T32" fmla="*/ 1309 w 2144"/>
                <a:gd name="T33" fmla="*/ 555 h 1787"/>
                <a:gd name="T34" fmla="*/ 1802 w 2144"/>
                <a:gd name="T35" fmla="*/ 249 h 1787"/>
                <a:gd name="T36" fmla="*/ 2096 w 2144"/>
                <a:gd name="T37" fmla="*/ 69 h 1787"/>
                <a:gd name="T38" fmla="*/ 1814 w 2144"/>
                <a:gd name="T39" fmla="*/ 279 h 1787"/>
                <a:gd name="T40" fmla="*/ 1453 w 2144"/>
                <a:gd name="T41" fmla="*/ 501 h 1787"/>
                <a:gd name="T42" fmla="*/ 1123 w 2144"/>
                <a:gd name="T43" fmla="*/ 700 h 1787"/>
                <a:gd name="T44" fmla="*/ 739 w 2144"/>
                <a:gd name="T45" fmla="*/ 898 h 1787"/>
                <a:gd name="T46" fmla="*/ 463 w 2144"/>
                <a:gd name="T47" fmla="*/ 1084 h 1787"/>
                <a:gd name="T48" fmla="*/ 817 w 2144"/>
                <a:gd name="T49" fmla="*/ 1193 h 1787"/>
                <a:gd name="T50" fmla="*/ 1285 w 2144"/>
                <a:gd name="T51" fmla="*/ 1187 h 1787"/>
                <a:gd name="T52" fmla="*/ 1916 w 2144"/>
                <a:gd name="T53" fmla="*/ 1396 h 1787"/>
                <a:gd name="T54" fmla="*/ 2144 w 2144"/>
                <a:gd name="T55" fmla="*/ 1420 h 1787"/>
                <a:gd name="T56" fmla="*/ 1814 w 2144"/>
                <a:gd name="T57" fmla="*/ 1408 h 1787"/>
                <a:gd name="T58" fmla="*/ 1435 w 2144"/>
                <a:gd name="T59" fmla="*/ 1288 h 1787"/>
                <a:gd name="T60" fmla="*/ 1219 w 2144"/>
                <a:gd name="T61" fmla="*/ 1229 h 1787"/>
                <a:gd name="T62" fmla="*/ 799 w 2144"/>
                <a:gd name="T63" fmla="*/ 1223 h 1787"/>
                <a:gd name="T64" fmla="*/ 505 w 2144"/>
                <a:gd name="T65" fmla="*/ 1145 h 1787"/>
                <a:gd name="T66" fmla="*/ 733 w 2144"/>
                <a:gd name="T67" fmla="*/ 1378 h 1787"/>
                <a:gd name="T68" fmla="*/ 877 w 2144"/>
                <a:gd name="T69" fmla="*/ 1619 h 1787"/>
                <a:gd name="T70" fmla="*/ 1009 w 2144"/>
                <a:gd name="T71" fmla="*/ 1787 h 1787"/>
                <a:gd name="T72" fmla="*/ 817 w 2144"/>
                <a:gd name="T73" fmla="*/ 1607 h 1787"/>
                <a:gd name="T74" fmla="*/ 673 w 2144"/>
                <a:gd name="T75" fmla="*/ 1372 h 1787"/>
                <a:gd name="T76" fmla="*/ 415 w 2144"/>
                <a:gd name="T77" fmla="*/ 1109 h 1787"/>
                <a:gd name="T78" fmla="*/ 318 w 2144"/>
                <a:gd name="T79" fmla="*/ 1078 h 1787"/>
                <a:gd name="T80" fmla="*/ 318 w 2144"/>
                <a:gd name="T81" fmla="*/ 1078 h 1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003" name="Freeform 19">
              <a:extLst>
                <a:ext uri="{FF2B5EF4-FFF2-40B4-BE49-F238E27FC236}">
                  <a16:creationId xmlns:a16="http://schemas.microsoft.com/office/drawing/2014/main" id="{83BB17E6-1EB8-5225-3D0D-23F356ED38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>
                <a:gd name="T0" fmla="*/ 1814 w 2828"/>
                <a:gd name="T1" fmla="*/ 606 h 2366"/>
                <a:gd name="T2" fmla="*/ 1615 w 2828"/>
                <a:gd name="T3" fmla="*/ 252 h 2366"/>
                <a:gd name="T4" fmla="*/ 1345 w 2828"/>
                <a:gd name="T5" fmla="*/ 132 h 2366"/>
                <a:gd name="T6" fmla="*/ 1381 w 2828"/>
                <a:gd name="T7" fmla="*/ 492 h 2366"/>
                <a:gd name="T8" fmla="*/ 955 w 2828"/>
                <a:gd name="T9" fmla="*/ 221 h 2366"/>
                <a:gd name="T10" fmla="*/ 877 w 2828"/>
                <a:gd name="T11" fmla="*/ 161 h 2366"/>
                <a:gd name="T12" fmla="*/ 841 w 2828"/>
                <a:gd name="T13" fmla="*/ 167 h 2366"/>
                <a:gd name="T14" fmla="*/ 720 w 2828"/>
                <a:gd name="T15" fmla="*/ 161 h 2366"/>
                <a:gd name="T16" fmla="*/ 613 w 2828"/>
                <a:gd name="T17" fmla="*/ 144 h 2366"/>
                <a:gd name="T18" fmla="*/ 492 w 2828"/>
                <a:gd name="T19" fmla="*/ 161 h 2366"/>
                <a:gd name="T20" fmla="*/ 432 w 2828"/>
                <a:gd name="T21" fmla="*/ 150 h 2366"/>
                <a:gd name="T22" fmla="*/ 342 w 2828"/>
                <a:gd name="T23" fmla="*/ 138 h 2366"/>
                <a:gd name="T24" fmla="*/ 246 w 2828"/>
                <a:gd name="T25" fmla="*/ 126 h 2366"/>
                <a:gd name="T26" fmla="*/ 174 w 2828"/>
                <a:gd name="T27" fmla="*/ 114 h 2366"/>
                <a:gd name="T28" fmla="*/ 216 w 2828"/>
                <a:gd name="T29" fmla="*/ 240 h 2366"/>
                <a:gd name="T30" fmla="*/ 607 w 2828"/>
                <a:gd name="T31" fmla="*/ 588 h 2366"/>
                <a:gd name="T32" fmla="*/ 1177 w 2828"/>
                <a:gd name="T33" fmla="*/ 817 h 2366"/>
                <a:gd name="T34" fmla="*/ 972 w 2828"/>
                <a:gd name="T35" fmla="*/ 871 h 2366"/>
                <a:gd name="T36" fmla="*/ 492 w 2828"/>
                <a:gd name="T37" fmla="*/ 1111 h 2366"/>
                <a:gd name="T38" fmla="*/ 276 w 2828"/>
                <a:gd name="T39" fmla="*/ 1441 h 2366"/>
                <a:gd name="T40" fmla="*/ 42 w 2828"/>
                <a:gd name="T41" fmla="*/ 1441 h 2366"/>
                <a:gd name="T42" fmla="*/ 367 w 2828"/>
                <a:gd name="T43" fmla="*/ 1585 h 2366"/>
                <a:gd name="T44" fmla="*/ 949 w 2828"/>
                <a:gd name="T45" fmla="*/ 1712 h 2366"/>
                <a:gd name="T46" fmla="*/ 1519 w 2828"/>
                <a:gd name="T47" fmla="*/ 1537 h 2366"/>
                <a:gd name="T48" fmla="*/ 1735 w 2828"/>
                <a:gd name="T49" fmla="*/ 1513 h 2366"/>
                <a:gd name="T50" fmla="*/ 1723 w 2828"/>
                <a:gd name="T51" fmla="*/ 1802 h 2366"/>
                <a:gd name="T52" fmla="*/ 2042 w 2828"/>
                <a:gd name="T53" fmla="*/ 2229 h 2366"/>
                <a:gd name="T54" fmla="*/ 2191 w 2828"/>
                <a:gd name="T55" fmla="*/ 2133 h 2366"/>
                <a:gd name="T56" fmla="*/ 2270 w 2828"/>
                <a:gd name="T57" fmla="*/ 1970 h 2366"/>
                <a:gd name="T58" fmla="*/ 2233 w 2828"/>
                <a:gd name="T59" fmla="*/ 1573 h 2366"/>
                <a:gd name="T60" fmla="*/ 2294 w 2828"/>
                <a:gd name="T61" fmla="*/ 1483 h 2366"/>
                <a:gd name="T62" fmla="*/ 2588 w 2828"/>
                <a:gd name="T63" fmla="*/ 1688 h 2366"/>
                <a:gd name="T64" fmla="*/ 2695 w 2828"/>
                <a:gd name="T65" fmla="*/ 1682 h 2366"/>
                <a:gd name="T66" fmla="*/ 2588 w 2828"/>
                <a:gd name="T67" fmla="*/ 1543 h 2366"/>
                <a:gd name="T68" fmla="*/ 2510 w 2828"/>
                <a:gd name="T69" fmla="*/ 1357 h 2366"/>
                <a:gd name="T70" fmla="*/ 2354 w 2828"/>
                <a:gd name="T71" fmla="*/ 1184 h 2366"/>
                <a:gd name="T72" fmla="*/ 2102 w 2828"/>
                <a:gd name="T73" fmla="*/ 931 h 2366"/>
                <a:gd name="T74" fmla="*/ 2137 w 2828"/>
                <a:gd name="T75" fmla="*/ 907 h 2366"/>
                <a:gd name="T76" fmla="*/ 2215 w 2828"/>
                <a:gd name="T77" fmla="*/ 871 h 2366"/>
                <a:gd name="T78" fmla="*/ 2324 w 2828"/>
                <a:gd name="T79" fmla="*/ 817 h 2366"/>
                <a:gd name="T80" fmla="*/ 2372 w 2828"/>
                <a:gd name="T81" fmla="*/ 787 h 2366"/>
                <a:gd name="T82" fmla="*/ 2078 w 2828"/>
                <a:gd name="T83" fmla="*/ 865 h 2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004" name="Freeform 20">
              <a:extLst>
                <a:ext uri="{FF2B5EF4-FFF2-40B4-BE49-F238E27FC236}">
                  <a16:creationId xmlns:a16="http://schemas.microsoft.com/office/drawing/2014/main" id="{80B21ACF-2219-3AE3-EFBA-8A8A02D6DE0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>
                <a:gd name="T0" fmla="*/ 1842 w 2153"/>
                <a:gd name="T1" fmla="*/ 851 h 1930"/>
                <a:gd name="T2" fmla="*/ 1937 w 2153"/>
                <a:gd name="T3" fmla="*/ 1019 h 1930"/>
                <a:gd name="T4" fmla="*/ 2051 w 2153"/>
                <a:gd name="T5" fmla="*/ 1168 h 1930"/>
                <a:gd name="T6" fmla="*/ 2117 w 2153"/>
                <a:gd name="T7" fmla="*/ 1246 h 1930"/>
                <a:gd name="T8" fmla="*/ 2153 w 2153"/>
                <a:gd name="T9" fmla="*/ 1294 h 1930"/>
                <a:gd name="T10" fmla="*/ 1889 w 2153"/>
                <a:gd name="T11" fmla="*/ 977 h 1930"/>
                <a:gd name="T12" fmla="*/ 1860 w 2153"/>
                <a:gd name="T13" fmla="*/ 929 h 1930"/>
                <a:gd name="T14" fmla="*/ 1782 w 2153"/>
                <a:gd name="T15" fmla="*/ 1240 h 1930"/>
                <a:gd name="T16" fmla="*/ 1770 w 2153"/>
                <a:gd name="T17" fmla="*/ 1486 h 1930"/>
                <a:gd name="T18" fmla="*/ 1818 w 2153"/>
                <a:gd name="T19" fmla="*/ 1906 h 1930"/>
                <a:gd name="T20" fmla="*/ 1788 w 2153"/>
                <a:gd name="T21" fmla="*/ 1930 h 1930"/>
                <a:gd name="T22" fmla="*/ 1746 w 2153"/>
                <a:gd name="T23" fmla="*/ 1534 h 1930"/>
                <a:gd name="T24" fmla="*/ 1728 w 2153"/>
                <a:gd name="T25" fmla="*/ 1288 h 1930"/>
                <a:gd name="T26" fmla="*/ 1764 w 2153"/>
                <a:gd name="T27" fmla="*/ 1085 h 1930"/>
                <a:gd name="T28" fmla="*/ 1770 w 2153"/>
                <a:gd name="T29" fmla="*/ 875 h 1930"/>
                <a:gd name="T30" fmla="*/ 1268 w 2153"/>
                <a:gd name="T31" fmla="*/ 1007 h 1930"/>
                <a:gd name="T32" fmla="*/ 825 w 2153"/>
                <a:gd name="T33" fmla="*/ 1132 h 1930"/>
                <a:gd name="T34" fmla="*/ 323 w 2153"/>
                <a:gd name="T35" fmla="*/ 1312 h 1930"/>
                <a:gd name="T36" fmla="*/ 18 w 2153"/>
                <a:gd name="T37" fmla="*/ 1420 h 1930"/>
                <a:gd name="T38" fmla="*/ 311 w 2153"/>
                <a:gd name="T39" fmla="*/ 1282 h 1930"/>
                <a:gd name="T40" fmla="*/ 682 w 2153"/>
                <a:gd name="T41" fmla="*/ 1144 h 1930"/>
                <a:gd name="T42" fmla="*/ 1022 w 2153"/>
                <a:gd name="T43" fmla="*/ 1037 h 1930"/>
                <a:gd name="T44" fmla="*/ 1411 w 2153"/>
                <a:gd name="T45" fmla="*/ 929 h 1930"/>
                <a:gd name="T46" fmla="*/ 1692 w 2153"/>
                <a:gd name="T47" fmla="*/ 815 h 1930"/>
                <a:gd name="T48" fmla="*/ 1333 w 2153"/>
                <a:gd name="T49" fmla="*/ 623 h 1930"/>
                <a:gd name="T50" fmla="*/ 861 w 2153"/>
                <a:gd name="T51" fmla="*/ 515 h 1930"/>
                <a:gd name="T52" fmla="*/ 227 w 2153"/>
                <a:gd name="T53" fmla="*/ 161 h 1930"/>
                <a:gd name="T54" fmla="*/ 0 w 2153"/>
                <a:gd name="T55" fmla="*/ 83 h 1930"/>
                <a:gd name="T56" fmla="*/ 329 w 2153"/>
                <a:gd name="T57" fmla="*/ 179 h 1930"/>
                <a:gd name="T58" fmla="*/ 712 w 2153"/>
                <a:gd name="T59" fmla="*/ 383 h 1930"/>
                <a:gd name="T60" fmla="*/ 933 w 2153"/>
                <a:gd name="T61" fmla="*/ 491 h 1930"/>
                <a:gd name="T62" fmla="*/ 1351 w 2153"/>
                <a:gd name="T63" fmla="*/ 593 h 1930"/>
                <a:gd name="T64" fmla="*/ 1650 w 2153"/>
                <a:gd name="T65" fmla="*/ 743 h 1930"/>
                <a:gd name="T66" fmla="*/ 1423 w 2153"/>
                <a:gd name="T67" fmla="*/ 461 h 1930"/>
                <a:gd name="T68" fmla="*/ 1286 w 2153"/>
                <a:gd name="T69" fmla="*/ 191 h 1930"/>
                <a:gd name="T70" fmla="*/ 1154 w 2153"/>
                <a:gd name="T71" fmla="*/ 0 h 1930"/>
                <a:gd name="T72" fmla="*/ 1339 w 2153"/>
                <a:gd name="T73" fmla="*/ 215 h 1930"/>
                <a:gd name="T74" fmla="*/ 1489 w 2153"/>
                <a:gd name="T75" fmla="*/ 485 h 1930"/>
                <a:gd name="T76" fmla="*/ 1746 w 2153"/>
                <a:gd name="T77" fmla="*/ 803 h 1930"/>
                <a:gd name="T78" fmla="*/ 1842 w 2153"/>
                <a:gd name="T79" fmla="*/ 851 h 1930"/>
                <a:gd name="T80" fmla="*/ 1842 w 2153"/>
                <a:gd name="T81" fmla="*/ 851 h 1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2005" name="Rectangle 21">
            <a:extLst>
              <a:ext uri="{FF2B5EF4-FFF2-40B4-BE49-F238E27FC236}">
                <a16:creationId xmlns:a16="http://schemas.microsoft.com/office/drawing/2014/main" id="{5ED765D2-0FEE-D69A-3E28-0A8E51719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2006" name="Rectangle 22">
            <a:extLst>
              <a:ext uri="{FF2B5EF4-FFF2-40B4-BE49-F238E27FC236}">
                <a16:creationId xmlns:a16="http://schemas.microsoft.com/office/drawing/2014/main" id="{947E8BA8-5AD0-219D-8274-B3DB4FD59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42007" name="Rectangle 23">
            <a:extLst>
              <a:ext uri="{FF2B5EF4-FFF2-40B4-BE49-F238E27FC236}">
                <a16:creationId xmlns:a16="http://schemas.microsoft.com/office/drawing/2014/main" id="{0932D781-B36D-A91D-C122-94BDF2B4AA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2008" name="Rectangle 24">
            <a:extLst>
              <a:ext uri="{FF2B5EF4-FFF2-40B4-BE49-F238E27FC236}">
                <a16:creationId xmlns:a16="http://schemas.microsoft.com/office/drawing/2014/main" id="{35860EED-BB48-978A-805D-3606503771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2009" name="Rectangle 25">
            <a:extLst>
              <a:ext uri="{FF2B5EF4-FFF2-40B4-BE49-F238E27FC236}">
                <a16:creationId xmlns:a16="http://schemas.microsoft.com/office/drawing/2014/main" id="{83CDB4E8-91AC-92CB-9879-C129AAEA84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FBE19A8F-2F44-45F5-B5CD-CF6F9014B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E5077FBC-CD32-2690-8847-A8A910B56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286000"/>
            <a:ext cx="73152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200" i="1">
                <a:solidFill>
                  <a:srgbClr val="FEEC94"/>
                </a:solidFill>
                <a:latin typeface="Verdana" panose="020B0604030504040204" pitchFamily="34" charset="0"/>
              </a:rPr>
              <a:t>108</a:t>
            </a:r>
          </a:p>
          <a:p>
            <a:pPr algn="ctr">
              <a:spcBef>
                <a:spcPct val="30000"/>
              </a:spcBef>
            </a:pPr>
            <a:r>
              <a:rPr lang="en-US" altLang="pt-BR" sz="3200" i="1">
                <a:solidFill>
                  <a:srgbClr val="FEEC94"/>
                </a:solidFill>
                <a:latin typeface="Verdana" panose="020B0604030504040204" pitchFamily="34" charset="0"/>
              </a:rPr>
              <a:t>PELEJAR POR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2E3125-FEB5-F25D-AC1F-3F80B459D7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3400" y="1524000"/>
            <a:ext cx="8610600" cy="2971800"/>
          </a:xfrm>
        </p:spPr>
        <p:txBody>
          <a:bodyPr/>
          <a:lstStyle/>
          <a:p>
            <a:pPr algn="l"/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Por Jesus vamos pelejar,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Prosseguindo o nosso andar;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 com Ele, então, no céu,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Nós iremos a paz gozar.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706329B-782C-D321-2533-83E1D67903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1524000"/>
            <a:ext cx="8763000" cy="2971800"/>
          </a:xfrm>
        </p:spPr>
        <p:txBody>
          <a:bodyPr/>
          <a:lstStyle/>
          <a:p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Lutemos todos contra o mal,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 vamos a Jesus seguir;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Ele é o nosso General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 a glória do porvir!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30D5D58-E32A-1A59-38E3-DD0203AC43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3400" y="1524000"/>
            <a:ext cx="8458200" cy="2971800"/>
          </a:xfrm>
        </p:spPr>
        <p:txBody>
          <a:bodyPr/>
          <a:lstStyle/>
          <a:p>
            <a:pPr algn="l"/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Em Jesus, temos nós poder;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Avancemos, já sem temer;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Confiando no Seu amor,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Vamos lutar, até vencer.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8DCF0D7-2984-BA7E-0378-B34ED29D03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524000"/>
            <a:ext cx="8763000" cy="2971800"/>
          </a:xfrm>
        </p:spPr>
        <p:txBody>
          <a:bodyPr/>
          <a:lstStyle/>
          <a:p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Lutemos todos contra o mal,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 vamos a Jesus seguir;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Ele é o nosso General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 a glória do porvir!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F2C433B-5695-22D5-3C9F-DC118B0D55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8458200" cy="2971800"/>
          </a:xfrm>
        </p:spPr>
        <p:txBody>
          <a:bodyPr/>
          <a:lstStyle/>
          <a:p>
            <a:pPr algn="l"/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Crentes, para Jesus olhai,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Pela fé, sempre, sim, lutai;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Ao inimigo, ó combatei;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O Evangelho anunciai.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6B4450AC-0551-93DC-AB33-AA9942E970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524000"/>
            <a:ext cx="8763000" cy="2971800"/>
          </a:xfrm>
        </p:spPr>
        <p:txBody>
          <a:bodyPr/>
          <a:lstStyle/>
          <a:p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Lutemos todos contra o mal,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 vamos a Jesus seguir;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Ele é o nosso General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E a glória do porvir!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EBCE204-66AE-8673-9A51-76D7CDEC31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8458200" cy="2971800"/>
          </a:xfrm>
        </p:spPr>
        <p:txBody>
          <a:bodyPr/>
          <a:lstStyle/>
          <a:p>
            <a:pPr algn="l"/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A Escritura nos diz assim;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Que Jesus é p’ra ti e mim,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O caminho, a luz veraz,</a:t>
            </a:r>
            <a:b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sz="4400" b="0" i="1">
                <a:solidFill>
                  <a:srgbClr val="FEEC94"/>
                </a:solidFill>
                <a:latin typeface="Verdana" panose="020B0604030504040204" pitchFamily="34" charset="0"/>
              </a:rPr>
              <a:t>Que nos leva ao céu, enfim.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5">
            <a:extLst>
              <a:ext uri="{FF2B5EF4-FFF2-40B4-BE49-F238E27FC236}">
                <a16:creationId xmlns:a16="http://schemas.microsoft.com/office/drawing/2014/main" id="{736A90D4-772A-4D74-5E5E-74EFD49D34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5437187"/>
          </a:xfrm>
          <a:noFill/>
          <a:ln/>
        </p:spPr>
        <p:txBody>
          <a:bodyPr/>
          <a:lstStyle/>
          <a:p>
            <a:r>
              <a:rPr lang="en-US" altLang="pt-BR" b="0" i="1">
                <a:solidFill>
                  <a:srgbClr val="FEEC94"/>
                </a:solidFill>
                <a:latin typeface="Verdana" panose="020B0604030504040204" pitchFamily="34" charset="0"/>
              </a:rPr>
              <a:t>Lutemos todos contra o mal,</a:t>
            </a:r>
            <a:br>
              <a:rPr lang="en-US" altLang="pt-BR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b="0" i="1">
                <a:solidFill>
                  <a:srgbClr val="FEEC94"/>
                </a:solidFill>
                <a:latin typeface="Verdana" panose="020B0604030504040204" pitchFamily="34" charset="0"/>
              </a:rPr>
              <a:t>E vamos a Jesus seguir;</a:t>
            </a:r>
            <a:br>
              <a:rPr lang="en-US" altLang="pt-BR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b="0" i="1">
                <a:solidFill>
                  <a:srgbClr val="FEEC94"/>
                </a:solidFill>
                <a:latin typeface="Verdana" panose="020B0604030504040204" pitchFamily="34" charset="0"/>
              </a:rPr>
              <a:t>Ele é o nosso General</a:t>
            </a:r>
            <a:br>
              <a:rPr lang="en-US" altLang="pt-BR" b="0" i="1">
                <a:solidFill>
                  <a:srgbClr val="FEEC94"/>
                </a:solidFill>
                <a:latin typeface="Verdana" panose="020B0604030504040204" pitchFamily="34" charset="0"/>
              </a:rPr>
            </a:br>
            <a:r>
              <a:rPr lang="en-US" altLang="pt-BR" b="0" i="1">
                <a:solidFill>
                  <a:srgbClr val="FEEC94"/>
                </a:solidFill>
                <a:latin typeface="Verdana" panose="020B0604030504040204" pitchFamily="34" charset="0"/>
              </a:rPr>
              <a:t>E a glória do porvir!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lhas">
  <a:themeElements>
    <a:clrScheme name="Folhas 1">
      <a:dk1>
        <a:srgbClr val="BB5F03"/>
      </a:dk1>
      <a:lt1>
        <a:srgbClr val="FFFFFF"/>
      </a:lt1>
      <a:dk2>
        <a:srgbClr val="993300"/>
      </a:dk2>
      <a:lt2>
        <a:srgbClr val="FEEC94"/>
      </a:lt2>
      <a:accent1>
        <a:srgbClr val="FF9900"/>
      </a:accent1>
      <a:accent2>
        <a:srgbClr val="B76A03"/>
      </a:accent2>
      <a:accent3>
        <a:srgbClr val="CAADAA"/>
      </a:accent3>
      <a:accent4>
        <a:srgbClr val="DADADA"/>
      </a:accent4>
      <a:accent5>
        <a:srgbClr val="FFCAAA"/>
      </a:accent5>
      <a:accent6>
        <a:srgbClr val="A65F02"/>
      </a:accent6>
      <a:hlink>
        <a:srgbClr val="FFFFCC"/>
      </a:hlink>
      <a:folHlink>
        <a:srgbClr val="CCCC00"/>
      </a:folHlink>
    </a:clrScheme>
    <a:fontScheme name="Folhas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olhas 1">
        <a:dk1>
          <a:srgbClr val="BB5F03"/>
        </a:dk1>
        <a:lt1>
          <a:srgbClr val="FFFFFF"/>
        </a:lt1>
        <a:dk2>
          <a:srgbClr val="993300"/>
        </a:dk2>
        <a:lt2>
          <a:srgbClr val="FEEC94"/>
        </a:lt2>
        <a:accent1>
          <a:srgbClr val="FF9900"/>
        </a:accent1>
        <a:accent2>
          <a:srgbClr val="B76A03"/>
        </a:accent2>
        <a:accent3>
          <a:srgbClr val="CAADAA"/>
        </a:accent3>
        <a:accent4>
          <a:srgbClr val="DADADA"/>
        </a:accent4>
        <a:accent5>
          <a:srgbClr val="FFCAAA"/>
        </a:accent5>
        <a:accent6>
          <a:srgbClr val="A65F02"/>
        </a:accent6>
        <a:hlink>
          <a:srgbClr val="FFFFCC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2">
        <a:dk1>
          <a:srgbClr val="EA9306"/>
        </a:dk1>
        <a:lt1>
          <a:srgbClr val="FFFFFF"/>
        </a:lt1>
        <a:dk2>
          <a:srgbClr val="FAC120"/>
        </a:dk2>
        <a:lt2>
          <a:srgbClr val="FFFDD1"/>
        </a:lt2>
        <a:accent1>
          <a:srgbClr val="CC6600"/>
        </a:accent1>
        <a:accent2>
          <a:srgbClr val="FF9933"/>
        </a:accent2>
        <a:accent3>
          <a:srgbClr val="FCDDAB"/>
        </a:accent3>
        <a:accent4>
          <a:srgbClr val="DADADA"/>
        </a:accent4>
        <a:accent5>
          <a:srgbClr val="E2B8AA"/>
        </a:accent5>
        <a:accent6>
          <a:srgbClr val="E78A2D"/>
        </a:accent6>
        <a:hlink>
          <a:srgbClr val="A50021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3">
        <a:dk1>
          <a:srgbClr val="000000"/>
        </a:dk1>
        <a:lt1>
          <a:srgbClr val="FFFFCC"/>
        </a:lt1>
        <a:dk2>
          <a:srgbClr val="A26D18"/>
        </a:dk2>
        <a:lt2>
          <a:srgbClr val="F9D793"/>
        </a:lt2>
        <a:accent1>
          <a:srgbClr val="FFD05B"/>
        </a:accent1>
        <a:accent2>
          <a:srgbClr val="FEE1A8"/>
        </a:accent2>
        <a:accent3>
          <a:srgbClr val="FFFFE2"/>
        </a:accent3>
        <a:accent4>
          <a:srgbClr val="000000"/>
        </a:accent4>
        <a:accent5>
          <a:srgbClr val="FFE4B5"/>
        </a:accent5>
        <a:accent6>
          <a:srgbClr val="E6CC98"/>
        </a:accent6>
        <a:hlink>
          <a:srgbClr val="FF0000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has 4">
        <a:dk1>
          <a:srgbClr val="008000"/>
        </a:dk1>
        <a:lt1>
          <a:srgbClr val="FFFFFF"/>
        </a:lt1>
        <a:dk2>
          <a:srgbClr val="005800"/>
        </a:dk2>
        <a:lt2>
          <a:srgbClr val="FFFFCC"/>
        </a:lt2>
        <a:accent1>
          <a:srgbClr val="00CC99"/>
        </a:accent1>
        <a:accent2>
          <a:srgbClr val="007825"/>
        </a:accent2>
        <a:accent3>
          <a:srgbClr val="AAB4AA"/>
        </a:accent3>
        <a:accent4>
          <a:srgbClr val="DADADA"/>
        </a:accent4>
        <a:accent5>
          <a:srgbClr val="AAE2CA"/>
        </a:accent5>
        <a:accent6>
          <a:srgbClr val="006C20"/>
        </a:accent6>
        <a:hlink>
          <a:srgbClr val="9966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5">
        <a:dk1>
          <a:srgbClr val="56925A"/>
        </a:dk1>
        <a:lt1>
          <a:srgbClr val="FFFFFF"/>
        </a:lt1>
        <a:dk2>
          <a:srgbClr val="6FB56D"/>
        </a:dk2>
        <a:lt2>
          <a:srgbClr val="FFFFCC"/>
        </a:lt2>
        <a:accent1>
          <a:srgbClr val="2B877C"/>
        </a:accent1>
        <a:accent2>
          <a:srgbClr val="5A9A5F"/>
        </a:accent2>
        <a:accent3>
          <a:srgbClr val="BBD7BA"/>
        </a:accent3>
        <a:accent4>
          <a:srgbClr val="DADADA"/>
        </a:accent4>
        <a:accent5>
          <a:srgbClr val="ACC3BF"/>
        </a:accent5>
        <a:accent6>
          <a:srgbClr val="518B55"/>
        </a:accent6>
        <a:hlink>
          <a:srgbClr val="99FF33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6">
        <a:dk1>
          <a:srgbClr val="006699"/>
        </a:dk1>
        <a:lt1>
          <a:srgbClr val="FFFFFF"/>
        </a:lt1>
        <a:dk2>
          <a:srgbClr val="006666"/>
        </a:dk2>
        <a:lt2>
          <a:srgbClr val="CCECFF"/>
        </a:lt2>
        <a:accent1>
          <a:srgbClr val="00CCFF"/>
        </a:accent1>
        <a:accent2>
          <a:srgbClr val="017A83"/>
        </a:accent2>
        <a:accent3>
          <a:srgbClr val="AAB8B8"/>
        </a:accent3>
        <a:accent4>
          <a:srgbClr val="DADADA"/>
        </a:accent4>
        <a:accent5>
          <a:srgbClr val="AAE2FF"/>
        </a:accent5>
        <a:accent6>
          <a:srgbClr val="016E76"/>
        </a:accent6>
        <a:hlink>
          <a:srgbClr val="FFFFCC"/>
        </a:hlink>
        <a:folHlink>
          <a:srgbClr val="99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7">
        <a:dk1>
          <a:srgbClr val="80ACC4"/>
        </a:dk1>
        <a:lt1>
          <a:srgbClr val="FFFFFF"/>
        </a:lt1>
        <a:dk2>
          <a:srgbClr val="B3D1DF"/>
        </a:dk2>
        <a:lt2>
          <a:srgbClr val="FFFFFF"/>
        </a:lt2>
        <a:accent1>
          <a:srgbClr val="5089A8"/>
        </a:accent1>
        <a:accent2>
          <a:srgbClr val="BBC6DB"/>
        </a:accent2>
        <a:accent3>
          <a:srgbClr val="D6E5EC"/>
        </a:accent3>
        <a:accent4>
          <a:srgbClr val="DADADA"/>
        </a:accent4>
        <a:accent5>
          <a:srgbClr val="B3C4D1"/>
        </a:accent5>
        <a:accent6>
          <a:srgbClr val="A9B3C6"/>
        </a:accent6>
        <a:hlink>
          <a:srgbClr val="0000FF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8">
        <a:dk1>
          <a:srgbClr val="5700AE"/>
        </a:dk1>
        <a:lt1>
          <a:srgbClr val="FFFFFF"/>
        </a:lt1>
        <a:dk2>
          <a:srgbClr val="7301CB"/>
        </a:dk2>
        <a:lt2>
          <a:srgbClr val="C5C5FF"/>
        </a:lt2>
        <a:accent1>
          <a:srgbClr val="9999FF"/>
        </a:accent1>
        <a:accent2>
          <a:srgbClr val="7000E0"/>
        </a:accent2>
        <a:accent3>
          <a:srgbClr val="BCAAE2"/>
        </a:accent3>
        <a:accent4>
          <a:srgbClr val="DADADA"/>
        </a:accent4>
        <a:accent5>
          <a:srgbClr val="CACAFF"/>
        </a:accent5>
        <a:accent6>
          <a:srgbClr val="6500CB"/>
        </a:accent6>
        <a:hlink>
          <a:srgbClr val="99F3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9">
        <a:dk1>
          <a:srgbClr val="003366"/>
        </a:dk1>
        <a:lt1>
          <a:srgbClr val="FFFFFF"/>
        </a:lt1>
        <a:dk2>
          <a:srgbClr val="003366"/>
        </a:dk2>
        <a:lt2>
          <a:srgbClr val="CBD5DF"/>
        </a:lt2>
        <a:accent1>
          <a:srgbClr val="A9BEE9"/>
        </a:accent1>
        <a:accent2>
          <a:srgbClr val="D6E4F2"/>
        </a:accent2>
        <a:accent3>
          <a:srgbClr val="FFFFFF"/>
        </a:accent3>
        <a:accent4>
          <a:srgbClr val="002A56"/>
        </a:accent4>
        <a:accent5>
          <a:srgbClr val="D1DBF2"/>
        </a:accent5>
        <a:accent6>
          <a:srgbClr val="C2CFDB"/>
        </a:accent6>
        <a:hlink>
          <a:srgbClr val="0000CC"/>
        </a:hlink>
        <a:folHlink>
          <a:srgbClr val="8668E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Folhas</Template>
  <TotalTime>93</TotalTime>
  <Words>224</Words>
  <Application>Microsoft Office PowerPoint</Application>
  <PresentationFormat>Apresentação na tela (4:3)</PresentationFormat>
  <Paragraphs>11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Wingdings</vt:lpstr>
      <vt:lpstr>Verdana</vt:lpstr>
      <vt:lpstr>Folhas</vt:lpstr>
      <vt:lpstr>Apresentação do PowerPoint</vt:lpstr>
      <vt:lpstr>Por Jesus vamos pelejar, Prosseguindo o nosso andar; E com Ele, então, no céu, Nós iremos a paz gozar.</vt:lpstr>
      <vt:lpstr>Lutemos todos contra o mal, E vamos a Jesus seguir; Ele é o nosso General E a glória do porvir!</vt:lpstr>
      <vt:lpstr>Em Jesus, temos nós poder; Avancemos, já sem temer; Confiando no Seu amor, Vamos lutar, até vencer.</vt:lpstr>
      <vt:lpstr>Lutemos todos contra o mal, E vamos a Jesus seguir; Ele é o nosso General E a glória do porvir!</vt:lpstr>
      <vt:lpstr>Crentes, para Jesus olhai, Pela fé, sempre, sim, lutai; Ao inimigo, ó combatei; O Evangelho anunciai.</vt:lpstr>
      <vt:lpstr>Lutemos todos contra o mal, E vamos a Jesus seguir; Ele é o nosso General E a glória do porvir!</vt:lpstr>
      <vt:lpstr>A Escritura nos diz assim; Que Jesus é p’ra ti e mim, O caminho, a luz veraz, Que nos leva ao céu, enfim.</vt:lpstr>
      <vt:lpstr>Lutemos todos contra o mal, E vamos a Jesus seguir; Ele é o nosso General E a glória do porvir!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 pendão vos entregou o Rei A vós, soldados seus; Corajosos, pois, em tudo o defendei, Marchando para os céus.</dc:title>
  <dc:creator>Heliezer de Bem</dc:creator>
  <cp:lastModifiedBy>Emerson Souza</cp:lastModifiedBy>
  <cp:revision>8</cp:revision>
  <dcterms:created xsi:type="dcterms:W3CDTF">2005-01-13T23:11:52Z</dcterms:created>
  <dcterms:modified xsi:type="dcterms:W3CDTF">2026-05-02T21:45:45Z</dcterms:modified>
</cp:coreProperties>
</file>