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A1DB0-1A11-8B50-1ED8-DF7CB5A35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C00C58-5C9A-6F4F-AFFD-DFF21A426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A91D97-E299-140F-23F5-92EA6976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722321-B041-9A32-D858-698388C7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A84411-BC04-BF82-3518-320F9DEF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88CCC-F0EB-439C-8CBC-38566ABBE6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166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08191-3721-92B5-C8FE-43B060FD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EA315-A905-2181-8568-E4828D92E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65F963-8ED1-591A-2A14-DA24B757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BB0382-F460-0947-715C-1876A98A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834CE3-B946-3245-2C31-56DA4CFE7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88F7AA-71CA-4FD4-B703-549C4DA6B7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98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36046-1BD9-6D4F-D530-DD1CFDBC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64537B-8E97-6F99-0FE9-2263B3BE9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DF2390-9A5D-7970-638F-67A83BBD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68BF62-FD49-9027-3681-A1682956E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E56ED-95B0-1DB5-8193-5BE7B22F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65F6E2-C7A5-4E28-ACE2-8FAFC4519E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973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1413B-D088-C5D6-8646-5A70A009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621D3-2892-9D84-B68F-F530C1728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0DD112-0337-2A32-53AE-CCED3E42C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B2DFB8-B7EC-FD0E-A393-04D28A05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E9BBD-ED37-FA0F-044B-E71AF3D00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139A67-3C36-18E6-C63E-5D6517AD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CE2087-A15F-4A7B-B1C6-474552E20E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578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9201D-E406-D576-1C21-5C9FCC61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0966CC-1B73-A735-A0E8-1190845E5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30EBD-2D93-CDEE-588B-74BF4643F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448D5B-6F35-EE9A-5E55-EA45FAA94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489F36-DA41-98AA-3858-65CBB4956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1DE4EA-62E2-C5B1-7437-018E97B4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764466-93AA-5494-627D-D3AF8B04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85DFBF-6AA4-F13F-3A6A-E932AC6A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7AF34-C435-4F07-8D4A-A8A009524A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797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C429D-7404-1744-3E04-A79FA2F3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FBB350-FEB4-42D0-DADF-7DF2018A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2C2012-03E6-951C-82DA-1D258A43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C0385B-E4DD-301E-52B0-57C0DBF7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3D39FC-A116-4E91-9F87-3F39C9A515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815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A68177-E824-8F6F-07EE-4EC69ECF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26E89A-EA38-CB0F-F82E-029BBA4D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BC4072-0B93-859E-6966-24E50E51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07A00-8DEA-4BBB-9C21-FE42C7FE24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682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00B76-1538-B77F-66F4-0CC220ED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6B56A6-3084-C57B-4AD3-11B28C9C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830C6B-E168-457E-0013-A07AED8A1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D18BFC-8A73-B3B5-5732-EFABBB68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A3BF17-2A2E-79B3-6D8B-E752877B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BB628F-61CA-AF5F-7F59-27EC7400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39134-5393-4CE1-924E-85A8B780B9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243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53698-5DE2-96DA-4182-8A5230C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67302A-1161-917D-E3F8-D714CA6F0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9BA278-3A9C-587D-CA8A-9FBB89D09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41B76C-1B27-CE0E-C56B-484C53E2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4140F0-E85A-95C6-3513-6E34A0E8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921EBC-88E9-58C2-5058-8ACF9EE1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7381A-3059-4696-8674-D6DED58624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42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0AE89-68FA-CD99-20F3-FA86F6DE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E2729E-6FEE-89DF-A842-62BF14E02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149E6-7DE9-DF58-E040-32A694B1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C6E164-1C18-9F49-2B29-BDF84C59A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766921-64FB-895F-92DD-93CB6BDF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AE54D-3582-4A56-B25F-BF4EE3D1E8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021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CE75EA-FF4D-730D-00EB-0B376A742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89C5AE-BD84-ED17-0D6A-EDA9E0000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F63B98-3FFC-D380-2DE9-793B7E83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4B7783-A2CC-6A4E-3059-51F42688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CA33D7-23CD-002F-F71E-8D24AE44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9AE880-6BE4-46FB-8E43-55F4A2D3C1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390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D40B447-C944-5F53-49DE-B137D3912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769C81-F137-1794-1CED-0773115F6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A52E4AE-4D97-4B0D-703D-B0D0B42B0B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60482CE-2BF4-CF30-3440-188BA86A9B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B964D2-AE98-EEFB-7E16-B42352856F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A433939-94E5-4141-A00D-44D1D6B0DB3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D99C5B8-3144-5EB1-FDF5-0D8DA2E7BA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>
                <a:solidFill>
                  <a:schemeClr val="bg1"/>
                </a:solidFill>
                <a:latin typeface="Perpetua" panose="02020502060401020303" pitchFamily="18" charset="0"/>
              </a:rPr>
              <a:t>22</a:t>
            </a:r>
            <a:br>
              <a:rPr lang="pt-BR" altLang="pt-BR" sz="4000">
                <a:solidFill>
                  <a:schemeClr val="bg1"/>
                </a:solidFill>
                <a:latin typeface="Perpetua" panose="02020502060401020303" pitchFamily="18" charset="0"/>
              </a:rPr>
            </a:br>
            <a:r>
              <a:rPr lang="pt-BR" altLang="pt-BR" sz="4000">
                <a:solidFill>
                  <a:schemeClr val="bg1"/>
                </a:solidFill>
                <a:latin typeface="Perpetua" panose="02020502060401020303" pitchFamily="18" charset="0"/>
              </a:rPr>
              <a:t>CEIA DO SENHOR</a:t>
            </a:r>
            <a:endParaRPr lang="en-US" altLang="pt-BR" sz="40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0E0CE2A4-FC83-E4A9-BA64-57D35A7E7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Em nossa alma nós tomamos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O Teu corpo, ó Jesus!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Como oferta voluntária,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Que nos deste lá na cruz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E6604465-B311-77DC-3E79-A6D26C00F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Como pão do céu desces-te,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Vamos a Ti receber,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Pois unidos ao Teu corpo,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Nós queremos, sim, viver.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22B986D4-E8EE-5368-9A67-9AB234B51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Em figura, o Teu sangue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Nós bebemos, ó Senhor,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Pois só nEle há virtude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Pra salvar o pecador.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9D8967E7-A7BA-6549-8FED-EB71D0AEA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Como pão do céu desceste, 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Vamos a Ti receber,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Pois unidos ao Teu corpo,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Nós queremos, sim, viver.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D893BEF1-AA1D-7E3F-80D1-479AC5DFA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Vem concede a Tua igreja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O perdão do teu amor,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Para que nos dois emblemas,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Contemplemos-te, Senhor.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DBB61F5-CFCE-B420-BC66-EE77FC558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Como pão do céu desceste, 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Vamos a Ti receber,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Pois unidos ao Teu corpo,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Nós queremos, sim, viver.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2A5147A5-AB7D-35DB-40E4-C4B6A150A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Ó Senhor, por Teu Espírito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Em nós vem já residir,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Pra Teu corpo e Teu sangue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Nós podermos discernir.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450FB549-EC80-B897-2931-F2C662994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Como pão do céu desceste, 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Vamos a Ti receber,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Pois unidos ao Teu corpo,</a:t>
            </a:r>
          </a:p>
          <a:p>
            <a:pPr>
              <a:buFontTx/>
              <a:buNone/>
            </a:pPr>
            <a:r>
              <a:rPr lang="pt-BR" altLang="pt-BR" sz="4800">
                <a:solidFill>
                  <a:schemeClr val="bg1"/>
                </a:solidFill>
                <a:latin typeface="Perpetua" panose="02020502060401020303" pitchFamily="18" charset="0"/>
              </a:rPr>
              <a:t>Nós queremos, sim, viver.</a:t>
            </a:r>
            <a:endParaRPr lang="en-US" altLang="pt-BR" sz="480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Apresentação na tela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Perpetua</vt:lpstr>
      <vt:lpstr>Design padrão</vt:lpstr>
      <vt:lpstr>22 CEIA DO SENHOR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 CEIA DO SENHOR</dc:title>
  <dc:creator>Junior</dc:creator>
  <cp:lastModifiedBy>Emerson Souza</cp:lastModifiedBy>
  <cp:revision>1</cp:revision>
  <dcterms:created xsi:type="dcterms:W3CDTF">2005-06-28T04:05:53Z</dcterms:created>
  <dcterms:modified xsi:type="dcterms:W3CDTF">2026-05-02T21:38:50Z</dcterms:modified>
</cp:coreProperties>
</file>