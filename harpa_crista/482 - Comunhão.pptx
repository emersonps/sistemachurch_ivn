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0" autoAdjust="0"/>
    <p:restoredTop sz="94794" autoAdjust="0"/>
  </p:normalViewPr>
  <p:slideViewPr>
    <p:cSldViewPr>
      <p:cViewPr varScale="1">
        <p:scale>
          <a:sx n="46" d="100"/>
          <a:sy n="46" d="100"/>
        </p:scale>
        <p:origin x="-96" y="-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C6F1D-7588-162F-37BE-FA658DA71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ABAF7A-C131-6E11-49CF-1A47D8186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243C46-F6DA-51B8-215D-1ABA2ABD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EBAC17-1445-3471-A2A6-2CFC49F7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71E04B-5FEE-0700-C4C8-B9169A4F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18887C-3456-405B-97FD-4E6B2F22F5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146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7A52D-BD41-AA16-CC11-D34723B5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7C9F9-C8FF-FD0C-7F46-6A5B5E924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493E6C-F147-0411-8218-3AE941FA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7E782-A27B-D84B-1D87-BD505E659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6F2D00-2AEA-7D87-7AAD-D922CF83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AEE902-3408-41BE-8BA4-842EA3DA76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276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CA6B8-8B27-1083-1971-E0187CD3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69D6E0-9BBC-A035-80FB-56FC3065F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29F155-8724-E0BC-87A2-C67A5A08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881F44-1A15-FC8B-CACC-4ACEC3AC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D3F3DA-DAB2-80FA-7A60-47569F41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9CB589-C2DB-4615-8756-982B862D58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08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F1F02-6FBA-03B0-1E0B-DE9B9A50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F0C644-B623-0411-8922-1F3C3BBF5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27C230-F683-3E90-14C0-08354D1C1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462D16-0975-DF2A-97AB-7E5C6436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7E4C78-BBDA-0489-E7E3-95C4B41A5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32950D-9C79-3B92-DD8C-03D54AA3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8AF9E8-A1C5-41C6-A20B-427D9CB453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729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615BD-4426-6EC1-7BD4-D22E38A3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B6678F-581B-8AD3-3A09-0F4C978E9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247BDE-F0ED-F33F-CD7B-404D5F250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B13D82-6086-FA2F-A95B-3A9E96E071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7E177F-A35B-756F-5BC2-C21E211D7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1D6055-65BF-3C49-DA4B-3BF34B77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74FAC6-016D-7E58-6937-4B52799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73C7103-C0F6-DB87-3504-F27A03A3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10CD57-5252-49AB-AD7D-5B165669D4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262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EDE73-6B5E-0638-9AFB-DBAACA32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DEBE7B-539F-43C9-1D33-9B3A97B47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2F7B6F-1759-B67E-FD87-D0E55374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1A21D3-319C-7A3B-9F34-3D2F02ED1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21127-E33A-45BC-A129-5B84F48AFA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143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2794C12-9917-2E00-BA95-6970550E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6465B41-2A47-352B-558B-9EB51973F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05F93F-E202-D935-CB02-45FABB23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5E687-B24E-4B1B-B057-CF34D39B41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14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541DB-5553-6C39-A78D-935DF492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61D566-8640-87AB-7D1D-45EDB6205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074500-C396-D7A7-55C2-160FFF7A5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AC6D8D-F89B-DEC9-A721-6C44DF3C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6BA585-B5CE-7606-CAF1-98820FB01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6C410F-BE67-069C-D81D-B851EE0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157C0-ED1F-4B17-872A-1141FCA517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812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08310-778D-D615-71DA-BB82D5D7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4B00362-259A-325E-A78C-BB8D5ADE3A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BAF7F8-147A-639E-1871-0DE59DC77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821BB6-3B3B-7855-D703-03E74980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00924F-7EA1-D322-9739-4F653A9F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C9C7B3-7C0F-DF2E-BB6E-FD788776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3128F4-C80F-4FD7-AD83-C488FACD2A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664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75073-955E-DA85-A5A8-54B123B3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D67037-F150-25A2-1A0C-9A34BC9FF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EC36ED-41D9-C92E-555E-F67AB648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BA1241-FC06-B706-A3D4-A5F19FEE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A2D3E3-E7A4-8E8E-55B1-2D577604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F24024-27EA-4605-9137-695215C6C0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65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B7406A-FDAD-22BF-1498-459A92234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A6D553-3362-F53F-5EB7-5251A5901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CFBB4C-AE8E-DF53-3D57-D49F4F50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E4D016-DC74-0BAE-4172-7BE669B9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920FB2-6684-2954-7813-AD44970E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94FD-577E-4065-8796-2E0C038866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561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8DD81E8-6BAE-29A8-0949-536E73472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5D390F-0D4A-F9D5-3F23-F817906C7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ED677F-0350-B69C-2CA7-364D6CC78C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B08BC41-60FC-D8DB-FC3A-5404A81F50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4E6F3A-2683-03F0-10B4-68FF0AB779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8218F5A-F52B-4D6C-91D9-472BE4186A1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368C6FE-9C03-59B6-6672-9B1764756B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482</a:t>
            </a:r>
            <a:br>
              <a:rPr lang="pt-BR" altLang="pt-BR" sz="4000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</a:br>
            <a:r>
              <a:rPr lang="pt-BR" altLang="pt-BR" sz="4000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COMUNHÃO</a:t>
            </a:r>
            <a:endParaRPr lang="en-US" altLang="pt-BR" sz="4000" i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oor Richard" panose="02080502050505020702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7F1710E5-5C81-1712-5C92-B6EDC7BCB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763000" cy="4038600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Bendito Jesus, nós chamamos por Ti,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Cercamos Tua mesa, Senhor;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Por Teu Paracleto nos preside aqui;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Vem encher-nos de santo fervor.</a:t>
            </a:r>
          </a:p>
          <a:p>
            <a:pPr>
              <a:buFontTx/>
              <a:buNone/>
            </a:pPr>
            <a:endParaRPr lang="en-US" altLang="pt-BR" sz="40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oor Richard" panose="02080502050505020702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DD845C30-37C0-0B77-4D8F-C848436CF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5344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A grande ternura do Teu coração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Chamou-nos aqui, oh! Senhor!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Pra nós celebrarmos em santa união,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Tua morte, oh! bom Redentor!</a:t>
            </a:r>
          </a:p>
          <a:p>
            <a:pPr>
              <a:buFontTx/>
              <a:buNone/>
            </a:pPr>
            <a:endParaRPr lang="en-US" altLang="pt-BR" sz="40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oor Richard" panose="02080502050505020702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32C0C960-4305-84D2-6664-BDAE65B68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534400" cy="2971800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Os pés dos Teus servos lavando, Senhor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Quizes-te o exemplo nos dar,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Da Tua humildade, do Teu grande amor,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Que entre nós deve sempre reinar.</a:t>
            </a:r>
            <a:endParaRPr lang="en-US" altLang="pt-BR" sz="40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oor Richard" panose="02080502050505020702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709F6C60-53D0-0875-3B43-2689A7C8E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8534400" cy="3429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Abençoas-te o pão e o partis-te a dizer: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“Tomai o meu corpo e comei,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E todas as vezes, pois é o dever,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Em memória de Mim o fazei”.</a:t>
            </a:r>
            <a:endParaRPr lang="en-US" altLang="pt-BR" sz="40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oor Richard" panose="02080502050505020702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FE665482-D392-E7EF-0F57-A10F923FD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3276600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O cálice da Nova Aliança de amor,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No Teu sangue, ó meigo Jesus,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Nos encha de graça, de novo vigor,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Nos anime na senda da luz!</a:t>
            </a:r>
            <a:endParaRPr lang="en-US" altLang="pt-BR" sz="40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oor Richard" panose="02080502050505020702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CC436734-FEC2-C790-8858-43FF3F7E3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057400"/>
            <a:ext cx="8534400" cy="3124200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Queremos, Jesus, neste ato de amor,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O Teu memorial celebrar;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Pra nós ele tem um infinito valor,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oor Richard" panose="02080502050505020702" pitchFamily="18" charset="0"/>
              </a:rPr>
              <a:t>Um valor que jamais vai cessar.</a:t>
            </a:r>
            <a:endParaRPr lang="en-US" altLang="pt-BR" sz="400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oor Richard" panose="02080502050505020702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183</Words>
  <Application>Microsoft Office PowerPoint</Application>
  <PresentationFormat>Apresentação na tela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Poor Richard</vt:lpstr>
      <vt:lpstr>Design padrão</vt:lpstr>
      <vt:lpstr>482 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482 COMUNHÃO</dc:title>
  <dc:creator>Junior</dc:creator>
  <cp:lastModifiedBy>Emerson Souza</cp:lastModifiedBy>
  <cp:revision>2</cp:revision>
  <dcterms:created xsi:type="dcterms:W3CDTF">2005-06-28T03:25:57Z</dcterms:created>
  <dcterms:modified xsi:type="dcterms:W3CDTF">2026-05-02T22:17:22Z</dcterms:modified>
</cp:coreProperties>
</file>