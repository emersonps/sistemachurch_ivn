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86DC4-8C55-D020-14A1-7C81A06B7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E9250B-6F87-C477-A9C4-E0A1AC01B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B25977-447C-C5F7-49FC-BCCF8F02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0DCA0F-A001-37AA-30AD-98DE0457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38BE49-C43A-D455-7691-081FAF80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A4CE02-121D-4149-854F-99FB2BCC28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472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5EEF-6A0F-C483-5E17-16BF9D7E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51C55C-89A4-EB35-2C8D-D394A8ED6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7D4B8D-433A-2187-B127-F2894879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3A72CC-CCD4-2309-6772-C91D8B0F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3A138C-399F-6DD8-58B0-C25EB394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620A9C-F093-435D-9ED2-65110C47C5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387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CD79C-EE09-0378-A675-93F7A082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2D3862-947B-CC6F-A7EE-9122CC4D4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D74CD0-9AA1-E22A-79AF-657D0B2C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02FB05-266A-F45A-6A62-8DA72C99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609D19-E333-464A-A064-687C3738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F4BC63-BE34-4DB4-A760-AB6FB099BB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428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B3454-AE29-AD1D-3B8D-EFE5E6EB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73EFF-3260-9621-AA9E-B7B66C619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78F1BD-7E9D-30CD-D8D6-F2BB2BBF0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C6F23F-9714-4210-5AC0-10D06AC5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9F06D4-8D79-027F-C797-0CE09D78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0B9E10-5728-E4A8-D446-74CD9C54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3722-D76D-4A16-89AE-48B05E911E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57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66413-C007-160E-375A-BEB5ADE1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9839D7-FA05-8E78-D985-573E4054C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CB6811-D5D9-C7A5-B65B-50C5545D3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3C91D7-228D-7930-42D9-331B6F449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2A1FD9D-E049-7FB3-22AA-5BAB1A655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A64AB7-0C1E-3005-DD3E-33533786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AAC8CA-57EC-545A-433C-E36DB993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6E04002-446B-8171-9069-7A006399F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56D13-43CB-45D0-8771-F0F8BB650A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498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2D094-2BB6-D1A3-B279-AEA7F5C9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3BB0A3D-988D-6110-B65F-06680B3A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69DBD1-3A99-A18B-62D0-9A53EA47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0F147A-ABE1-7513-0737-1CA6CCC8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17EEF-52FB-477F-AA12-AE9453B377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558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CDB157-D42D-B81F-BBD2-EE766BC7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098079-D14B-81F1-3D04-C58CFCA9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8E44BA-425F-977C-72F6-B22128C1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8CDEC-00E0-4EBF-861D-222C305962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055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EF03F-A7F6-C504-2E35-E995FE4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DB59D2-375E-573F-861A-87467DDC3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779BA3-FB81-F4D2-6E24-395403640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8F2A5E-641A-D649-7DC5-59B3B5BE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BD088C-CEE4-0CC6-3517-3B1F50F2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2FB381-76BD-6250-2FFB-62473B3C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D0B7C1-CAB0-474C-BEE3-A2CDC96DF4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357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CE6C-F852-B1F1-C86C-49A19AAA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1E1D764-AA13-9FB5-BE38-9E645E39A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B63DFC-2275-4A63-152E-01CA10072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780B9E-F538-0769-9434-3694355C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55CCBB-565E-F189-1917-EBB27B4D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B8B2B1-3072-2EA0-043E-C04FD924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3C998C-4531-445B-B81B-2DEDF2DB73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682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5174C-2D6A-0781-92C6-F3B3AC14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0C5578-E400-76A3-6F46-DA2CCDE7C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5A199D-F88D-B7AB-4D9A-22F41A4B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62C197-A899-F74E-E825-D023092B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FD2EF8-4546-2EE5-F4AC-C45DF772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938A55-F602-4AAB-AC9A-B354EB9CE8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405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02FFE6-AB41-459E-FB88-35685192B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F32B60-4460-2EB7-C33B-6CA5A98F2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1F51B8-C7A3-CA09-CC90-BC7A0C2DF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01FBBB-E196-C9C7-A8A4-465BDF5AF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1E7D7-6675-886A-EC75-2BF667E3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764D2-CFFE-4604-AA42-F3320F10DE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385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4E1BDF-349D-0854-3C65-672E267B0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206AC95-3EFB-B56B-ABD1-D403259BD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5AC6DC-087E-F09B-33CD-D3B66D1B86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ACF5AB4-261E-C6A8-C507-6371384CFB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17355A1-086F-2F63-0C18-A342A04556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EEC0934-296C-4AC9-BE56-C247A96C52A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F5DBF0-81E3-8394-5CB5-F086AFD31A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545 - Porque Ele Vive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9E8B31F-38D5-A755-106E-22EFD325D7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29F3AC5-E77D-A2AE-E99A-0588C7923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Deus enviou seu Filho amado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perdoar, pra me salvar.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cruz morreu por meu pecado,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ressurgiu e vivo com o Pai está.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98DBE9-4389-44EC-122D-5D2510F6E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Porque Ele vive, </a:t>
            </a:r>
            <a:br>
              <a:rPr lang="en-US" altLang="pt-BR" sz="4000" b="1" i="1"/>
            </a:br>
            <a:r>
              <a:rPr lang="en-US" altLang="pt-BR" sz="4000" b="1" i="1"/>
              <a:t>Posso crer no amanhã.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Porque Ele vive, temor não há.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Mas eu bem sei, eu sei, </a:t>
            </a:r>
            <a:br>
              <a:rPr lang="en-US" altLang="pt-BR" sz="4000" b="1" i="1"/>
            </a:br>
            <a:r>
              <a:rPr lang="en-US" altLang="pt-BR" sz="4000" b="1" i="1"/>
              <a:t>Que a minha vida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Está nas mãos da meu Jesus, </a:t>
            </a:r>
            <a:br>
              <a:rPr lang="en-US" altLang="pt-BR" sz="4000" b="1" i="1"/>
            </a:br>
            <a:r>
              <a:rPr lang="en-US" altLang="pt-BR" sz="4000" b="1" i="1"/>
              <a:t>Que vivo está.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63755E5-8A97-4856-683C-35F8F67E8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 quando, enfim, chegar a hora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que a morte enfrentarei,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 medo, então, terei vitória: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Irei à Glória, ao meu </a:t>
            </a:r>
            <a:br>
              <a:rPr lang="en-US" altLang="pt-BR" sz="4000" i="1"/>
            </a:br>
            <a:r>
              <a:rPr lang="en-US" altLang="pt-BR" sz="4000" i="1"/>
              <a:t>Jesus que vivo esta.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D994634-F0D9-B63C-3466-7C7448243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Porque Ele vive, </a:t>
            </a:r>
            <a:br>
              <a:rPr lang="en-US" altLang="pt-BR" sz="4000" b="1" i="1"/>
            </a:br>
            <a:r>
              <a:rPr lang="en-US" altLang="pt-BR" sz="4000" b="1" i="1"/>
              <a:t>Posso crer no amanhã.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Porque Ele vive, temor não há.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Mas eu bem sei, eu sei, </a:t>
            </a:r>
            <a:br>
              <a:rPr lang="en-US" altLang="pt-BR" sz="4000" b="1" i="1"/>
            </a:br>
            <a:r>
              <a:rPr lang="en-US" altLang="pt-BR" sz="4000" b="1" i="1"/>
              <a:t>Que a minha vida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Está nas mãos da meu Jesus, </a:t>
            </a:r>
            <a:br>
              <a:rPr lang="en-US" altLang="pt-BR" sz="4000" b="1" i="1"/>
            </a:br>
            <a:r>
              <a:rPr lang="en-US" altLang="pt-BR" sz="4000" b="1" i="1"/>
              <a:t>Que vivo está.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545 - Porque Ele Vive</vt:lpstr>
      <vt:lpstr>Deus enviou seu Filho amado  Pra perdoar, pra me salvar.  Na cruz morreu por meu pecado,  Mas ressurgiu e vivo com o Pai está.  </vt:lpstr>
      <vt:lpstr>Porque Ele vive,  Posso crer no amanhã.  Porque Ele vive, temor não há.  Mas eu bem sei, eu sei,  Que a minha vida  Está nas mãos da meu Jesus,  Que vivo está.  </vt:lpstr>
      <vt:lpstr>E quando, enfim, chegar a hora  Em que a morte enfrentarei,  Sem medo, então, terei vitória:  Irei à Glória, ao meu  Jesus que vivo esta.</vt:lpstr>
      <vt:lpstr>Porque Ele vive,  Posso crer no amanhã.  Porque Ele vive, temor não há.  Mas eu bem sei, eu sei,  Que a minha vida  Está nas mãos da meu Jesus,  Que vivo está.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545 - Porque Ele Vive</dc:title>
  <dc:creator>Junior</dc:creator>
  <cp:lastModifiedBy>Emerson Souza</cp:lastModifiedBy>
  <cp:revision>1</cp:revision>
  <dcterms:created xsi:type="dcterms:W3CDTF">2005-12-26T23:59:33Z</dcterms:created>
  <dcterms:modified xsi:type="dcterms:W3CDTF">2026-05-02T22:22:49Z</dcterms:modified>
</cp:coreProperties>
</file>