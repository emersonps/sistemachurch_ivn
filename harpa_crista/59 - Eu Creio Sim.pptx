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C29D2-8F2A-D64F-4C8C-D4378C426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35F2F7-7C7A-63FC-1F5F-0CB5586C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7EDF09-5402-768A-30D4-A5C193F1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28F80-9637-7F8D-B22E-607FF487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BAD613-F846-AE95-A473-2E2E86B7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BC713A-FF58-4852-895D-767BC5430F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983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3CCF7-16F5-D5B3-79BD-953888A6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9DE2-5C4C-A92E-C9F6-8AD7293F8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2B4399-82AA-8B12-E5F3-58F7F6FB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46BE02-274F-35CF-1485-C9209DC6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5B2E90-8BA0-E63B-6470-D6E01585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29908-ACE6-45BC-83F9-B960E71003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646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DBBEC-BE39-28CF-395E-6A517E4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2C1BDF-691D-4C10-F0B0-23B060240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F3191D-2736-E19F-58D0-2B193F5C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E9E3EA-1E95-B4C0-0A84-4DA6EBEA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8C599A-1ACB-6FE3-EC3C-9202DA46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38756-609D-43BE-803C-7DDC2C91F7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711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2A3D1-506F-AB77-49B1-BEB763E9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B79D53-5556-E750-5D6E-6158CD66A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8DB31D-428B-D2BA-54E5-778CD31AD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547EC7-CE10-8763-95FB-6660959C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42A860-4CC5-8067-3B23-0797151A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186E73-B372-FB71-B69C-B1FF058B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DA9229-E453-435D-8CD6-51A40453F2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959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833FB-8F0B-4F5C-C6A7-CEB78A0C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DF6302-C73E-86D9-579E-2C6A18CA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D105D1-D14D-3D2C-70B0-987CD3046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D881A0-01B0-3E22-7706-4FF943199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DF9000-7DFC-6BEE-7CCB-1C1E637B7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0BF9C8-CB4A-9654-CBBD-B9DEA7C6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01C269-421B-4D6F-8303-06739B66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CB5602-646C-A5C9-265E-201AB970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AB1CD-562C-46ED-B3BD-FD0B09C0FD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547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2B131-F53E-BF57-0311-E643EE8A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AC6AA2-6F0A-A6D8-C8CB-6EACE861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4AF06E-6CDC-41FD-49A1-CAFFFFC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E0440F-C604-7362-F692-CA7DAF84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01FC2-8BAD-4AB0-9CA8-DE44E0A6F0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909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012E4C-6FFD-51CF-CE27-1D1BA1FF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4CFF8F-18F0-05F8-8AB3-ED508541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1A9EA4-592D-3151-D679-45382A51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6E7D0-625E-4C1E-B558-AAAC7FEE82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522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B13D0-6EC1-DF65-4132-711F1C7E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A5F86C-3608-C76A-62BA-8D2E10F1F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9762F0-8ED5-B6CA-7DD5-1EE4E05C8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943B3A-5E54-B5AB-F615-DAA298514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5E0DBD-8C07-F4FF-7BAD-1A9C86A9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D99D3-4F33-D7DF-A8D9-0296FCDB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BDF3-6387-4E97-92A6-8E0D63A096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296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7A1F1-ABA5-1EDC-4E6A-186EFFBE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34FABE2-EA9D-7611-5526-DB3A593AD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6E82AA-8778-735B-F244-4F530F951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5AC596-C2A0-0CBB-A510-EFBA098E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044B4F-8EF2-F767-B510-0A4BEDB6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4A0F4-7CD7-9349-25CC-19F558E2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AA6696-C4DB-4101-A6B8-9983AC5253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515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5A04F-16F2-80F4-4C27-B22128FA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22A0BA-986C-D45D-8DA7-7436C82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28002F-5F52-DDC0-A769-87DB4A4A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F04546-391C-3A31-C1A3-5AAEA8B3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3658B4-E850-74F4-2EE8-C39A8F08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E25BD-B2E0-4DC9-B9C5-0E72065724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937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3F43C8-D27C-AA47-AE09-C905BD6F3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7234B1-33AE-1EE1-D296-F17517D19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31E188-FF47-63D6-EB60-DD93804A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99D0F-7621-0263-AE32-0192EA8F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B6F1DB-4CA7-12C5-DF1E-F6A7F440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F7D0E-7DCB-438A-AD72-0DA13B1D44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212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6B9B54-8A9E-AEE0-090D-5BE2CCCFF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1C8F0E-4B9C-65B5-BA1E-A9A09AB6A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A98310-C02B-FAED-0CA9-C19ECC652A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3C82C5-ED9F-8BAC-41E9-59498FC598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04117D-ED79-D0B5-4F40-F13EF193D3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DDB3079-4A77-4B4E-858D-2DAE62E68F7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DB3F78-C5A1-EF03-656E-FD1BAB46C3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2420938"/>
            <a:ext cx="7989887" cy="2016125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EAEAEA"/>
                </a:solidFill>
              </a:rPr>
              <a:t>59</a:t>
            </a:r>
            <a:br>
              <a:rPr lang="en-US" altLang="pt-BR" sz="4000" b="1">
                <a:solidFill>
                  <a:srgbClr val="EAEAEA"/>
                </a:solidFill>
              </a:rPr>
            </a:br>
            <a:r>
              <a:rPr lang="en-US" altLang="pt-BR" sz="4000" b="1">
                <a:solidFill>
                  <a:srgbClr val="EAEAEA"/>
                </a:solidFill>
              </a:rPr>
              <a:t>EU CREIO, SIM</a:t>
            </a:r>
            <a:br>
              <a:rPr lang="en-US" altLang="pt-BR" sz="4000" b="1">
                <a:solidFill>
                  <a:srgbClr val="EAEAEA"/>
                </a:solidFill>
              </a:rPr>
            </a:br>
            <a:endParaRPr lang="en-US" altLang="pt-BR" sz="4000" b="1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F9A29D1-262D-7311-F23A-2B03FF09B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25538"/>
            <a:ext cx="9144000" cy="4175125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AEAEA"/>
                </a:solidFill>
              </a:rPr>
              <a:t>Té conhecer o amor sem fim, 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Um pecador fui eu;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Em o meu pensar não houve lugar Para Cristo e o céu.</a:t>
            </a:r>
            <a:br>
              <a:rPr lang="en-US" altLang="pt-BR">
                <a:solidFill>
                  <a:srgbClr val="EAEAEA"/>
                </a:solidFill>
              </a:rPr>
            </a:br>
            <a:endParaRPr lang="en-US" altLang="pt-BR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C0E381F2-69AC-B4D8-7AA8-F963CD1AA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3311525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AEAEA"/>
                </a:solidFill>
              </a:rPr>
              <a:t>Eu creio, sim, já creio, sim,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>
                <a:solidFill>
                  <a:srgbClr val="EAEAEA"/>
                </a:solidFill>
              </a:rPr>
              <a:t>Jesus </a:t>
            </a:r>
            <a:r>
              <a:rPr lang="en-US" altLang="pt-BR" b="1" i="1">
                <a:solidFill>
                  <a:srgbClr val="EAEAEA"/>
                </a:solidFill>
              </a:rPr>
              <a:t>morreu por mim;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 i="1">
                <a:solidFill>
                  <a:srgbClr val="EAEAEA"/>
                </a:solidFill>
              </a:rPr>
              <a:t>Pelo sangue Seu, que Ele verteu, Libertado fui por fim.</a:t>
            </a:r>
            <a:br>
              <a:rPr lang="en-US" altLang="pt-BR" b="1" i="1">
                <a:solidFill>
                  <a:srgbClr val="EAEAEA"/>
                </a:solidFill>
              </a:rPr>
            </a:br>
            <a:endParaRPr lang="en-US" altLang="pt-BR" b="1" i="1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D374E126-8507-14EC-478F-533D24C92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3671887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AEAEA"/>
                </a:solidFill>
              </a:rPr>
              <a:t>Pois, quando vi Jesus por mim, Sofrendo sobre a cruz,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O meu coração, sem hesitação, Recebeu o amor e a luz.</a:t>
            </a:r>
            <a:br>
              <a:rPr lang="en-US" altLang="pt-BR">
                <a:solidFill>
                  <a:srgbClr val="EAEAEA"/>
                </a:solidFill>
              </a:rPr>
            </a:br>
            <a:endParaRPr lang="en-US" altLang="pt-BR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ED6E0B4E-F034-71FF-6233-041DDB2F8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968875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AEAEA"/>
                </a:solidFill>
              </a:rPr>
              <a:t>Eu creio, sim, já creio, sim,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>
                <a:solidFill>
                  <a:srgbClr val="EAEAEA"/>
                </a:solidFill>
              </a:rPr>
              <a:t>Jesus </a:t>
            </a:r>
            <a:r>
              <a:rPr lang="en-US" altLang="pt-BR" b="1" i="1">
                <a:solidFill>
                  <a:srgbClr val="EAEAEA"/>
                </a:solidFill>
              </a:rPr>
              <a:t>morreu por mim;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 i="1">
                <a:solidFill>
                  <a:srgbClr val="EAEAEA"/>
                </a:solidFill>
              </a:rPr>
              <a:t>Pelo sangue Seu, que Ele verteu, Libertado fui por fim.</a:t>
            </a:r>
            <a:br>
              <a:rPr lang="en-US" altLang="pt-BR" b="1" i="1">
                <a:solidFill>
                  <a:srgbClr val="EAEAEA"/>
                </a:solidFill>
              </a:rPr>
            </a:br>
            <a:endParaRPr lang="en-US" altLang="pt-BR" b="1" i="1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F87A53ED-F1E5-B44F-CA2D-FFA98BE99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41438"/>
            <a:ext cx="9144000" cy="3313112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AEAEA"/>
                </a:solidFill>
              </a:rPr>
              <a:t>Com lágrimas, pedi perdão,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E dor, também senti;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Veio, então, Jesus, e a mim falou: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 "Foi por ti que Eu morri".</a:t>
            </a:r>
            <a:br>
              <a:rPr lang="en-US" altLang="pt-BR">
                <a:solidFill>
                  <a:srgbClr val="EAEAEA"/>
                </a:solidFill>
              </a:rPr>
            </a:br>
            <a:endParaRPr lang="en-US" altLang="pt-BR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AABCB21-330E-25B5-8CE3-779089D77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824413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AEAEA"/>
                </a:solidFill>
              </a:rPr>
              <a:t>Eu creio, sim, já creio, sim,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>
                <a:solidFill>
                  <a:srgbClr val="EAEAEA"/>
                </a:solidFill>
              </a:rPr>
              <a:t>Jesus </a:t>
            </a:r>
            <a:r>
              <a:rPr lang="en-US" altLang="pt-BR" b="1" i="1">
                <a:solidFill>
                  <a:srgbClr val="EAEAEA"/>
                </a:solidFill>
              </a:rPr>
              <a:t>morreu por mim;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 i="1">
                <a:solidFill>
                  <a:srgbClr val="EAEAEA"/>
                </a:solidFill>
              </a:rPr>
              <a:t>Pelo sangue Seu, que Ele verteu, Libertado fui por fim.</a:t>
            </a:r>
            <a:br>
              <a:rPr lang="en-US" altLang="pt-BR" b="1" i="1">
                <a:solidFill>
                  <a:srgbClr val="EAEAEA"/>
                </a:solidFill>
              </a:rPr>
            </a:br>
            <a:endParaRPr lang="en-US" altLang="pt-BR" b="1" i="1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025ECBDA-4FCD-39B0-E3FD-5B3565856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4824412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AEAEA"/>
                </a:solidFill>
              </a:rPr>
              <a:t>Eu sei que Deus, no Filho Seu,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Me vê perfeito e são;</a:t>
            </a: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Não há mais temor, só bendito amor, Gozo no meu coração.	</a:t>
            </a:r>
            <a:br>
              <a:rPr lang="en-US" altLang="pt-BR">
                <a:solidFill>
                  <a:srgbClr val="EAEAEA"/>
                </a:solidFill>
              </a:rPr>
            </a:br>
            <a:br>
              <a:rPr lang="en-US" altLang="pt-BR">
                <a:solidFill>
                  <a:srgbClr val="EAEAEA"/>
                </a:solidFill>
              </a:rPr>
            </a:br>
            <a:r>
              <a:rPr lang="en-US" altLang="pt-BR">
                <a:solidFill>
                  <a:srgbClr val="EAEAEA"/>
                </a:solidFill>
              </a:rPr>
              <a:t>								F.V.</a:t>
            </a:r>
            <a:br>
              <a:rPr lang="en-US" altLang="pt-BR">
                <a:solidFill>
                  <a:srgbClr val="EAEAEA"/>
                </a:solidFill>
              </a:rPr>
            </a:br>
            <a:endParaRPr lang="en-US" altLang="pt-BR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7C1002B0-7744-3694-BDFD-9D3B5A145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967288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AEAEA"/>
                </a:solidFill>
              </a:rPr>
              <a:t>Eu creio, sim, já creio, sim,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>
                <a:solidFill>
                  <a:srgbClr val="EAEAEA"/>
                </a:solidFill>
              </a:rPr>
              <a:t>Jesus </a:t>
            </a:r>
            <a:r>
              <a:rPr lang="en-US" altLang="pt-BR" b="1" i="1">
                <a:solidFill>
                  <a:srgbClr val="EAEAEA"/>
                </a:solidFill>
              </a:rPr>
              <a:t>morreu por mim;</a:t>
            </a:r>
            <a:br>
              <a:rPr lang="en-US" altLang="pt-BR" b="1" i="1">
                <a:solidFill>
                  <a:srgbClr val="EAEAEA"/>
                </a:solidFill>
              </a:rPr>
            </a:br>
            <a:r>
              <a:rPr lang="en-US" altLang="pt-BR" b="1" i="1">
                <a:solidFill>
                  <a:srgbClr val="EAEAEA"/>
                </a:solidFill>
              </a:rPr>
              <a:t>Pelo sangue Seu, que Ele verteu, Libertado fui por fim.</a:t>
            </a:r>
            <a:br>
              <a:rPr lang="en-US" altLang="pt-BR" b="1" i="1">
                <a:solidFill>
                  <a:srgbClr val="EAEAEA"/>
                </a:solidFill>
              </a:rPr>
            </a:br>
            <a:endParaRPr lang="en-US" altLang="pt-BR" b="1" i="1">
              <a:solidFill>
                <a:srgbClr val="EAEAE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59 EU CREIO, SIM </vt:lpstr>
      <vt:lpstr>Té conhecer o amor sem fim,  Um pecador fui eu; Em o meu pensar não houve lugar Para Cristo e o céu. </vt:lpstr>
      <vt:lpstr>Eu creio, sim, já creio, sim, Jesus morreu por mim; Pelo sangue Seu, que Ele verteu, Libertado fui por fim. </vt:lpstr>
      <vt:lpstr>Pois, quando vi Jesus por mim, Sofrendo sobre a cruz, O meu coração, sem hesitação, Recebeu o amor e a luz. </vt:lpstr>
      <vt:lpstr>Eu creio, sim, já creio, sim, Jesus morreu por mim; Pelo sangue Seu, que Ele verteu, Libertado fui por fim. </vt:lpstr>
      <vt:lpstr>Com lágrimas, pedi perdão, E dor, também senti; Veio, então, Jesus, e a mim falou:  "Foi por ti que Eu morri". </vt:lpstr>
      <vt:lpstr>Eu creio, sim, já creio, sim, Jesus morreu por mim; Pelo sangue Seu, que Ele verteu, Libertado fui por fim. </vt:lpstr>
      <vt:lpstr>Eu sei que Deus, no Filho Seu, Me vê perfeito e são; Não há mais temor, só bendito amor, Gozo no meu coração.           F.V. </vt:lpstr>
      <vt:lpstr>Eu creio, sim, já creio, sim, Jesus morreu por mim; Pelo sangue Seu, que Ele verteu, Libertado fui por fim.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</dc:title>
  <dc:creator>Montagna</dc:creator>
  <cp:lastModifiedBy>Emerson Souza</cp:lastModifiedBy>
  <cp:revision>2</cp:revision>
  <dcterms:created xsi:type="dcterms:W3CDTF">2005-10-16T00:02:54Z</dcterms:created>
  <dcterms:modified xsi:type="dcterms:W3CDTF">2026-05-02T21:41:43Z</dcterms:modified>
</cp:coreProperties>
</file>