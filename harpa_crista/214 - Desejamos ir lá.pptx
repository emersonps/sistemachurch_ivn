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D461C6-1857-C246-7C58-8F9F38FC9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E6C2BD-F236-FF64-C7BD-5EBBDE3DEE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45521C-DC0A-CE1E-D0D9-EE612AB9C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0C2140-60C0-4292-F40B-15B5E9E6B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4A5751-CE5D-2425-390C-4D30742D7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4FFAF6-F7EC-4A54-A595-21BD4FF483D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80516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2AD40C-BCE1-C753-2695-CCC49D769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2DAC4E-9065-BE08-0E59-C324F8C4A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42CFA9-1A25-3D86-34C2-A92BC79D1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A4B762-F96B-4905-7FA1-E05EBDE3E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39B743-9D57-B4E4-056E-69D68C17C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227893-58AF-404E-8F3F-91F897251AB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20070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B58060-DBC8-7B9B-EE8C-64045ADB3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02CD9C5-C848-F6BF-7F41-933CF2607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135BFB-F597-04D9-A295-2F0A26A1C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48138F-9FBD-6C10-279F-7B4BBE37A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0A21FF-D4F6-ADAE-3ABD-27D03DE79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CDA856-2E93-4FF5-9DAB-90D67D09E90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50235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1A9A93-C329-8780-3F92-213B4A523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A47C96-7009-191E-4FAA-3B7F385418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D5CA077-443D-C949-B12C-A9E32F56AE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28F72F1-1B6F-8862-8337-DF1249B0A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04437C3-149B-C70F-9BFC-27BE18894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BAEC9BF-6C69-DD61-EB10-647D6A086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41CFE1-3FAF-4326-85DA-A944586B94C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97360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612B7A-9362-EC0A-A91E-45F74E5F0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368D0D-1AA4-E2C6-F46D-08721FF80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517F946-E4DB-992B-EA47-CC2D6C8ABD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6982C0-A553-755B-ECDF-B2AE2CCEF4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53F2EB7-A88F-BC17-54CA-459C8DF641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C13E4D-5C92-DB0F-2C7A-281737145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71B57B6-0D7B-8A95-93DF-D2EAB5880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067464F-F0F0-D6CE-E878-71F77A9B4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5FFF9B-5EFF-47FF-8122-07B97A2A0FB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15338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461F5-D20F-2F06-7A21-80C88CF1D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F991786-8801-C3EA-4363-F156E2DCF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5BD5E2F-0F2B-A3FF-D961-764B8FCE8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378B7C5-B72D-C824-5230-D7DEBF449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C1FD90-EF96-4313-84A6-7617C6B6407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14851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4C94B1E-F429-27D9-4EFA-B52E0F6FA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458CFC8-17F2-2A27-0C99-DF44C341F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08D6DC6-5D82-F778-ADB1-53880A69F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A14A28-86F5-4503-9448-7B07AEFBBCB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6657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79EDAD-7E44-3093-B41E-8A52F547A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0ECB4F-1809-2ACC-0DFB-A6F075CB7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674432F-7EA9-FD16-A357-39FA5B4F7B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5102F7E-DA1C-CD02-A25E-451FDDBAB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C7048B9-6FA3-B712-A884-5E220623E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312701-AB70-8A06-3E9B-548FA22F4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97FEE2-4B21-459E-92B3-0634252A7BE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7838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D6D1A9-152E-F7E5-BCEA-D55ED2738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671087A-1389-E70E-22EF-E480ACBC93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CE57FFE-39EC-F4C8-C3DC-69B0EEAAA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03FA138-E749-741D-8690-BFB412584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D20346-D786-DC5E-4C9C-33244FD36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1CFB7C6-EDD8-B1E8-48BB-FDE5D4E93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7F955A-4897-4161-BE62-D53C4859D8C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30183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B1BF4-6820-6C03-9E28-F9A111062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DCA0A72-14A5-76C1-1684-85D4B068CF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3E593E-ED84-571B-F62E-FE0AF15B4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D7B873-6342-9A1F-08CB-BB80AD7A6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D29B24-5554-4934-E6D1-0D51E4DCE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864B14-F64F-4958-904F-28CD75CFC58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54447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A418062-0F9E-A8A0-6240-6F0734C0B3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3135AFE-BD8A-FEE2-EA83-3D924A352A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61C980-1D24-B277-BE93-751920521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C07FF7-CEB5-8E56-8267-C46141262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F264F-56BF-7C62-9F9A-EBB7AD3FD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82190D-0B2C-43B2-84C7-66834BAD5C9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29435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F78DB6B-BEF4-7361-A141-7D6EF668EB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7ACF610-0422-4C80-49E8-A201793687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8B5D13-EC88-66BA-0DE4-520D99DA936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94A692B-C0F4-0570-1ABC-EADFE1AA8AE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AAE26C9-F81C-D53E-931D-1F19D751D2E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B6BD682-DA60-460D-A3C7-0605FA0AC92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3E8AAE4-8B8B-55F4-2333-C29C8749828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214</a:t>
            </a:r>
            <a:br>
              <a:rPr lang="en-US" altLang="pt-BR" sz="4000" b="1"/>
            </a:br>
            <a:r>
              <a:rPr lang="en-US" altLang="pt-BR" sz="4000" b="1"/>
              <a:t>DESEJAMOS IR LÁ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2671AB4-99EA-6DA1-4318-E3F8C0D90DD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97802EFE-C883-740D-871B-C8D77F2217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i="1"/>
              <a:t>Nosso Redentor foi preparar </a:t>
            </a:r>
            <a:br>
              <a:rPr lang="en-US" altLang="pt-BR" sz="4000" i="1"/>
            </a:br>
            <a:r>
              <a:rPr lang="en-US" altLang="pt-BR" sz="4000" i="1"/>
              <a:t>Um lugar de repouso e esplendor; Brevemente chamará </a:t>
            </a:r>
            <a:br>
              <a:rPr lang="en-US" altLang="pt-BR" sz="4000" i="1"/>
            </a:br>
            <a:r>
              <a:rPr lang="en-US" altLang="pt-BR" sz="4000" i="1"/>
              <a:t>Para a casa a descansar, </a:t>
            </a:r>
            <a:br>
              <a:rPr lang="en-US" altLang="pt-BR" sz="4000" i="1"/>
            </a:br>
            <a:r>
              <a:rPr lang="en-US" altLang="pt-BR" sz="4000" i="1"/>
              <a:t>Nós, os salvos, do mundo enganador.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8CAD2F0-FEC0-A21E-D0C4-FF7E87B4DE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b="1" i="1"/>
              <a:t>Desejamos Ir lá,</a:t>
            </a:r>
            <a:r>
              <a:rPr lang="en-US" altLang="pt-BR" sz="4000" i="1"/>
              <a:t> </a:t>
            </a:r>
            <a:r>
              <a:rPr lang="en-US" altLang="pt-BR" sz="4000" b="1" i="1"/>
              <a:t>Desejamos Ir lá;</a:t>
            </a:r>
            <a:r>
              <a:rPr lang="en-US" altLang="pt-BR" sz="4000" i="1"/>
              <a:t> </a:t>
            </a:r>
            <a:r>
              <a:rPr lang="en-US" altLang="pt-BR" sz="4000" b="1" i="1"/>
              <a:t>Que alegria será,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Quando nós nos encontrarmos lá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CE3744C-318B-8691-BEFB-24D57426C4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i="1"/>
              <a:t>Nesta terra tesouros não há, </a:t>
            </a:r>
            <a:br>
              <a:rPr lang="en-US" altLang="pt-BR" sz="4000" i="1"/>
            </a:br>
            <a:r>
              <a:rPr lang="en-US" altLang="pt-BR" sz="4000" i="1"/>
              <a:t>Que nos possam aqui segurar; Desejamos ir ao céu </a:t>
            </a:r>
            <a:br>
              <a:rPr lang="en-US" altLang="pt-BR" sz="4000" i="1"/>
            </a:br>
            <a:r>
              <a:rPr lang="en-US" altLang="pt-BR" sz="4000" i="1"/>
              <a:t>Onde Cristo já está, </a:t>
            </a:r>
            <a:br>
              <a:rPr lang="en-US" altLang="pt-BR" sz="4000" i="1"/>
            </a:br>
            <a:r>
              <a:rPr lang="en-US" altLang="pt-BR" sz="4000" i="1"/>
              <a:t>Ao lugar onde iremos descansar.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9045652-A001-C383-3B77-773ACE904E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b="1" i="1"/>
              <a:t>Desejamos Ir lá,</a:t>
            </a:r>
            <a:r>
              <a:rPr lang="en-US" altLang="pt-BR" sz="4000" i="1"/>
              <a:t> </a:t>
            </a:r>
            <a:r>
              <a:rPr lang="en-US" altLang="pt-BR" sz="4000" b="1" i="1"/>
              <a:t>Desejamos Ir lá;</a:t>
            </a:r>
            <a:r>
              <a:rPr lang="en-US" altLang="pt-BR" sz="4000" i="1"/>
              <a:t> </a:t>
            </a:r>
            <a:r>
              <a:rPr lang="en-US" altLang="pt-BR" sz="4000" b="1" i="1"/>
              <a:t>Que alegria será,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Quando nós nos encontrarmos lá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CA8A33E-4626-8E60-F9A0-E0139947B5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i="1"/>
              <a:t>Neste lar com Jesus, o Senhor, </a:t>
            </a:r>
            <a:br>
              <a:rPr lang="en-US" altLang="pt-BR" sz="4000" i="1"/>
            </a:br>
            <a:r>
              <a:rPr lang="en-US" altLang="pt-BR" sz="4000" i="1"/>
              <a:t>Nós havemos de sempre reinar. </a:t>
            </a:r>
            <a:br>
              <a:rPr lang="en-US" altLang="pt-BR" sz="4000" i="1"/>
            </a:br>
            <a:r>
              <a:rPr lang="en-US" altLang="pt-BR" sz="4000" i="1"/>
              <a:t>Vamos nós ali cantar, </a:t>
            </a:r>
            <a:br>
              <a:rPr lang="en-US" altLang="pt-BR" sz="4000" i="1"/>
            </a:br>
            <a:r>
              <a:rPr lang="en-US" altLang="pt-BR" sz="4000" i="1"/>
              <a:t>Novos hinos de louvor </a:t>
            </a:r>
            <a:br>
              <a:rPr lang="en-US" altLang="pt-BR" sz="4000" i="1"/>
            </a:br>
            <a:r>
              <a:rPr lang="en-US" altLang="pt-BR" sz="4000" i="1"/>
              <a:t>Ao Cordeiro que veio nos salvar.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7F4FE70-8058-068D-3497-85C69E3059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b="1" i="1"/>
              <a:t>Desejamos Ir lá,</a:t>
            </a:r>
            <a:r>
              <a:rPr lang="en-US" altLang="pt-BR" sz="4000" i="1"/>
              <a:t> </a:t>
            </a:r>
            <a:r>
              <a:rPr lang="en-US" altLang="pt-BR" sz="4000" b="1" i="1"/>
              <a:t>Desejamos Ir lá;</a:t>
            </a:r>
            <a:r>
              <a:rPr lang="en-US" altLang="pt-BR" sz="4000" i="1"/>
              <a:t> </a:t>
            </a:r>
            <a:r>
              <a:rPr lang="en-US" altLang="pt-BR" sz="4000" b="1" i="1"/>
              <a:t>Que alegria será,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Quando nós nos encontrarmos lá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214 DESEJAMOS IR LÁ </vt:lpstr>
      <vt:lpstr>Nosso Redentor foi preparar  Um lugar de repouso e esplendor; Brevemente chamará  Para a casa a descansar,  Nós, os salvos, do mundo enganador. </vt:lpstr>
      <vt:lpstr>Desejamos Ir lá, Desejamos Ir lá; Que alegria será,  Quando nós nos encontrarmos lá </vt:lpstr>
      <vt:lpstr>Nesta terra tesouros não há,  Que nos possam aqui segurar; Desejamos ir ao céu  Onde Cristo já está,  Ao lugar onde iremos descansar. </vt:lpstr>
      <vt:lpstr>Desejamos Ir lá, Desejamos Ir lá; Que alegria será,  Quando nós nos encontrarmos lá </vt:lpstr>
      <vt:lpstr>Neste lar com Jesus, o Senhor,  Nós havemos de sempre reinar.  Vamos nós ali cantar,  Novos hinos de louvor  Ao Cordeiro que veio nos salvar. </vt:lpstr>
      <vt:lpstr>Desejamos Ir lá, Desejamos Ir lá; Que alegria será,  Quando nós nos encontrarmos lá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214 DESEJAMOS IR LÁ </dc:title>
  <dc:creator>Junior</dc:creator>
  <cp:lastModifiedBy>Emerson Souza</cp:lastModifiedBy>
  <cp:revision>1</cp:revision>
  <dcterms:created xsi:type="dcterms:W3CDTF">2005-12-23T21:36:41Z</dcterms:created>
  <dcterms:modified xsi:type="dcterms:W3CDTF">2026-05-02T21:54:42Z</dcterms:modified>
</cp:coreProperties>
</file>