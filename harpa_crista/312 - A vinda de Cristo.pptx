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B85E7-ED44-E8E7-A7DF-36F9B17D0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6B127F-8F24-18CF-488D-23EB0C07C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7B962D-A330-A1C1-83D6-CC907F4AA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36F1D1-F9D9-B620-3148-E05710ED6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37BE8E-0F60-4AB7-2E78-3C8DBBEA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6F3A10-822E-4C46-9DCF-5DCA8A0821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438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68C76-5D66-44C6-454C-5750BC9B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50ED54-6459-F6C2-841D-9656E276C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AE6CD-9B94-4CFA-BE75-89674EB6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F5E41A-EE85-6AB5-4B3E-19CB12E3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BFE03F-34B1-E731-B83C-66C73BF9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373096-69E7-49E8-80FB-20BC589D56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06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B727D-5002-4244-11C1-2968E5E0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F1149D-5127-7A93-33DB-7643D923F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EB0240-2215-5AF6-05BF-E9233302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3AD16E-9453-4A32-95BF-F5B53A3F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27A756-05C4-91E3-949B-0A4C62DA4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B2182C-5732-4009-9E59-ED19D0A85A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4688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A505C-5EFF-6758-6FCD-AA309A80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94965F-7B92-E28F-A359-4C968EA9D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8638C3-D165-8617-28E9-74498DA32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01B50E-C8A3-D01B-9B7B-653B7AB93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CCAF76-2CFA-5FE3-FDCD-620F348C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0E7CF6-CC61-221B-4CF0-159C24E6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06158D-4233-4AC8-A2FD-44EA4B9F56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3665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40B76-ACA5-8F0D-058D-09B81826C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827782-1313-AB92-BE5C-1897B6919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145EBA-9F80-660B-509F-E2EB4810A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B41A560-450C-75DB-DD65-B36C105A0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E389CB-4698-937E-FE6E-470A41ACD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C344BBA-85CD-6822-43F0-0F97A097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1E5291-E6AF-1897-6382-C8021EA8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269C2E-10DA-AF1B-8572-7D123CBA2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E152E9-7ACB-4FB9-9972-5A966D0E83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413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D80A8-B4CD-A8B5-5775-F3831C9D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C5AB632-C579-0B6B-DF3D-0E85FF4F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BBC2370-F517-8DB3-5190-2EC630CA7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A27BBA-F80E-8A05-D1E4-EBF33FBAB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3FF9C-6994-4BF5-BD6D-3837A659E8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4822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31AB77B-A60B-007F-E065-57CDEAB0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07BB735-164C-5CA0-E364-75605945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47EA61-AC5D-6CAD-8A60-9537C56D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436249-1F34-4C87-84EC-31C30451DB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273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844FE-49FB-97B6-F05D-52BFD9C4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D577BD-F295-F794-4BE9-9B95EB482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3DC37D-536F-8A39-2D62-783E54178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D935D9-FD90-4DCE-CC4F-169A5F0A7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445909-0ABD-2312-2BAF-3D0B8BD9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FB4432-B86C-CE59-089F-7F888B1F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2A406A-5240-471F-A0D4-80DB518788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585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FAD4D-B46A-A6F2-B504-244201576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5F02BBC-D3CC-DF35-AE90-EC63BD577B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514F8C-EA81-84AA-65DF-37F29AFBA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0756A8-EFBC-CDE7-8165-EC2D46427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8944EE-4D3B-2433-D561-39FB2D5F6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D6E61E-4085-90B0-B927-20682BBEA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9D8285-8CDA-46E0-83A5-1A3E04ED14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561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18F76-410C-76E7-949E-15E5579A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43DA06-30DF-C318-08CC-32849CCA5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C78BE3-7253-CE8D-BF18-5FD4E9E4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39CA18-B695-91F5-EB26-297751B80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215A6D-65B1-A05A-E7F3-C435C245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69E540-6F5A-44B1-8F19-AC331ED6C7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5677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6E9966-5DEA-F80C-DDD7-DE1E9EC93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B35AAC-5E75-0C87-01A8-93E752545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14E0B3-12B5-928D-ECC0-3EDC9F51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4FB318-08DB-E026-EBEA-5FB7C6DC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A23CD2-E729-7E8F-D870-73D26058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3A485-941E-4E15-9D5F-38F1774056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6608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F557C21-CF45-680C-A30E-CCE41E1B33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ED21762-9709-85F0-E5CC-86C1882FDB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B6A4EED-A8C0-1A8C-6B45-AE71F02966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081BBCD-C254-C04F-834E-CE31737A433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57A055-CD36-AA22-121B-9A55F75DED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0992878-2889-4F4C-B56C-7597D0F6B5E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F1AD21E-203C-A72B-0A29-5CBEDC6910E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312</a:t>
            </a:r>
            <a:br>
              <a:rPr lang="en-US" altLang="pt-BR" sz="4000" b="1"/>
            </a:br>
            <a:r>
              <a:rPr lang="en-US" altLang="pt-BR" sz="4000" b="1"/>
              <a:t>A VINDA DE CRISTO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52C2C73-F5B4-AEEF-5093-397E8F3839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0C20520-ED1E-2260-099F-6349D5BA7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Subiu triunfante p'ra o céu, o Senhor:</a:t>
            </a:r>
            <a:br>
              <a:rPr lang="en-US" altLang="pt-BR" sz="4000" i="1"/>
            </a:br>
            <a:r>
              <a:rPr lang="en-US" altLang="pt-BR" sz="4000" i="1"/>
              <a:t>Assim mesmo há de voltar;</a:t>
            </a:r>
            <a:br>
              <a:rPr lang="en-US" altLang="pt-BR" sz="4000" i="1"/>
            </a:br>
            <a:r>
              <a:rPr lang="en-US" altLang="pt-BR" sz="4000" i="1"/>
              <a:t>"Eis que venho breve”, diz o Salvador,</a:t>
            </a:r>
            <a:br>
              <a:rPr lang="en-US" altLang="pt-BR" sz="4000" i="1"/>
            </a:br>
            <a:r>
              <a:rPr lang="en-US" altLang="pt-BR" sz="4000" i="1"/>
              <a:t>Quando o alarido ecoar.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36F7D75-9975-B450-694A-CFAB3D49B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Com muita prudência eu quero estar</a:t>
            </a:r>
            <a:br>
              <a:rPr lang="en-US" altLang="pt-BR" sz="4000" b="1" i="1"/>
            </a:br>
            <a:r>
              <a:rPr lang="en-US" altLang="pt-BR" sz="4000" b="1" i="1"/>
              <a:t>Esperando por meu Senhor,</a:t>
            </a:r>
            <a:br>
              <a:rPr lang="en-US" altLang="pt-BR" sz="4000" b="1" i="1"/>
            </a:br>
            <a:r>
              <a:rPr lang="en-US" altLang="pt-BR" sz="4000" b="1" i="1"/>
              <a:t>E sempre alerta aqui vigiar.</a:t>
            </a:r>
            <a:br>
              <a:rPr lang="en-US" altLang="pt-BR" sz="4000" b="1" i="1"/>
            </a:br>
            <a:r>
              <a:rPr lang="en-US" altLang="pt-BR" sz="4000" b="1" i="1"/>
              <a:t>Té que venha o meu Salvador.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85142A4-3FDA-0840-8104-266AC0EBAF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Com Cristo encontrar-me, gozoso irei. Quando Ele nas nuvens descer, </a:t>
            </a:r>
            <a:br>
              <a:rPr lang="en-US" altLang="pt-BR" sz="4000" i="1"/>
            </a:br>
            <a:r>
              <a:rPr lang="en-US" altLang="pt-BR" sz="4000" i="1"/>
              <a:t>Corpo igual ao Seu, nesse dia terei; Que dia de glória há de ser.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7AC17BC-45EA-7873-5C44-4237941D1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Com muita prudência eu quero estar</a:t>
            </a:r>
            <a:br>
              <a:rPr lang="en-US" altLang="pt-BR" sz="4000" b="1" i="1"/>
            </a:br>
            <a:r>
              <a:rPr lang="en-US" altLang="pt-BR" sz="4000" b="1" i="1"/>
              <a:t>Esperando por meu Senhor,</a:t>
            </a:r>
            <a:br>
              <a:rPr lang="en-US" altLang="pt-BR" sz="4000" b="1" i="1"/>
            </a:br>
            <a:r>
              <a:rPr lang="en-US" altLang="pt-BR" sz="4000" b="1" i="1"/>
              <a:t>E sempre alerta aqui vigiar.</a:t>
            </a:r>
            <a:br>
              <a:rPr lang="en-US" altLang="pt-BR" sz="4000" b="1" i="1"/>
            </a:br>
            <a:r>
              <a:rPr lang="en-US" altLang="pt-BR" sz="4000" b="1" i="1"/>
              <a:t>Té que venha o meu Salvador.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656B148-B5DB-5E81-6EE5-2EF97C5BA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Bendizendo a Cristo, no céu entrarei; Irei no milênio ingressar; </a:t>
            </a:r>
            <a:br>
              <a:rPr lang="en-US" altLang="pt-BR" sz="4000" i="1"/>
            </a:br>
            <a:r>
              <a:rPr lang="en-US" altLang="pt-BR" sz="4000" i="1"/>
              <a:t>Só com meu Jesus, eu aqui voltarei. Pois todas nações vem julgar.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992DBF-BE8C-1C4A-7A24-65E074C27D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Com muita prudência eu quero estar</a:t>
            </a:r>
            <a:br>
              <a:rPr lang="en-US" altLang="pt-BR" sz="4000" b="1" i="1"/>
            </a:br>
            <a:r>
              <a:rPr lang="en-US" altLang="pt-BR" sz="4000" b="1" i="1"/>
              <a:t>Esperando por meu Senhor,</a:t>
            </a:r>
            <a:br>
              <a:rPr lang="en-US" altLang="pt-BR" sz="4000" b="1" i="1"/>
            </a:br>
            <a:r>
              <a:rPr lang="en-US" altLang="pt-BR" sz="4000" b="1" i="1"/>
              <a:t>E sempre alerta aqui vigiar.</a:t>
            </a:r>
            <a:br>
              <a:rPr lang="en-US" altLang="pt-BR" sz="4000" b="1" i="1"/>
            </a:br>
            <a:r>
              <a:rPr lang="en-US" altLang="pt-BR" sz="4000" b="1" i="1"/>
              <a:t>Té que venha o meu Salvador.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E3DCABB-F310-F492-F9BA-630A3C7A1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Vem sobre o Teu povo reinar, ó Senhor! Teu reinado aqui gozo traz, </a:t>
            </a:r>
            <a:br>
              <a:rPr lang="en-US" altLang="pt-BR" sz="4000" i="1"/>
            </a:br>
            <a:r>
              <a:rPr lang="en-US" altLang="pt-BR" sz="4000" i="1"/>
              <a:t>Ó vem, proteção nos trazer, Salvador! Vem, Jesus, com justiça e paz! 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0E74791-ECE5-80A1-361A-E74A331246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Com muita prudência eu quero estar</a:t>
            </a:r>
            <a:br>
              <a:rPr lang="en-US" altLang="pt-BR" sz="4000" b="1" i="1"/>
            </a:br>
            <a:r>
              <a:rPr lang="en-US" altLang="pt-BR" sz="4000" b="1" i="1"/>
              <a:t>Esperando por meu Senhor,</a:t>
            </a:r>
            <a:br>
              <a:rPr lang="en-US" altLang="pt-BR" sz="4000" b="1" i="1"/>
            </a:br>
            <a:r>
              <a:rPr lang="en-US" altLang="pt-BR" sz="4000" b="1" i="1"/>
              <a:t>E sempre alerta aqui vigiar.</a:t>
            </a:r>
            <a:br>
              <a:rPr lang="en-US" altLang="pt-BR" sz="4000" b="1" i="1"/>
            </a:br>
            <a:r>
              <a:rPr lang="en-US" altLang="pt-BR" sz="4000" b="1" i="1"/>
              <a:t>Té que venha o meu Salvador.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8026487-6703-2B1B-509C-8A930228B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Vem, Cristo, meu Rei, </a:t>
            </a:r>
            <a:br>
              <a:rPr lang="en-US" altLang="pt-BR" sz="4000" i="1"/>
            </a:br>
            <a:r>
              <a:rPr lang="en-US" altLang="pt-BR" sz="4000" i="1"/>
              <a:t>Tua Esposa buscar; </a:t>
            </a:r>
            <a:br>
              <a:rPr lang="en-US" altLang="pt-BR" sz="4000" i="1"/>
            </a:br>
            <a:r>
              <a:rPr lang="en-US" altLang="pt-BR" sz="4000" i="1"/>
              <a:t>Eu quero contigo subir; </a:t>
            </a:r>
            <a:br>
              <a:rPr lang="en-US" altLang="pt-BR" sz="4000" i="1"/>
            </a:br>
            <a:r>
              <a:rPr lang="en-US" altLang="pt-BR" sz="4000" i="1"/>
              <a:t>Um canto perene Te quero entoar, </a:t>
            </a:r>
            <a:br>
              <a:rPr lang="en-US" altLang="pt-BR" sz="4000" i="1"/>
            </a:br>
            <a:r>
              <a:rPr lang="en-US" altLang="pt-BR" sz="4000" i="1"/>
              <a:t>E a glória eternal fruir.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C651A78-3326-A1B7-E31C-1A388567C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Com muita prudência eu quero estar</a:t>
            </a:r>
            <a:br>
              <a:rPr lang="en-US" altLang="pt-BR" sz="4000" b="1" i="1"/>
            </a:br>
            <a:r>
              <a:rPr lang="en-US" altLang="pt-BR" sz="4000" b="1" i="1"/>
              <a:t>Esperando por meu Senhor,</a:t>
            </a:r>
            <a:br>
              <a:rPr lang="en-US" altLang="pt-BR" sz="4000" b="1" i="1"/>
            </a:br>
            <a:r>
              <a:rPr lang="en-US" altLang="pt-BR" sz="4000" b="1" i="1"/>
              <a:t>E sempre alerta aqui vigiar.</a:t>
            </a:r>
            <a:br>
              <a:rPr lang="en-US" altLang="pt-BR" sz="4000" b="1" i="1"/>
            </a:br>
            <a:r>
              <a:rPr lang="en-US" altLang="pt-BR" sz="4000" b="1" i="1"/>
              <a:t>Té que venha o meu Salvador.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312 A VINDA DE CRISTO </vt:lpstr>
      <vt:lpstr>Subiu triunfante p'ra o céu, o Senhor: Assim mesmo há de voltar; "Eis que venho breve”, diz o Salvador, Quando o alarido ecoar.  </vt:lpstr>
      <vt:lpstr>Com muita prudência eu quero estar Esperando por meu Senhor, E sempre alerta aqui vigiar. Té que venha o meu Salvador.  </vt:lpstr>
      <vt:lpstr>Com Cristo encontrar-me, gozoso irei. Quando Ele nas nuvens descer,  Corpo igual ao Seu, nesse dia terei; Que dia de glória há de ser.  </vt:lpstr>
      <vt:lpstr>Com muita prudência eu quero estar Esperando por meu Senhor, E sempre alerta aqui vigiar. Té que venha o meu Salvador.  </vt:lpstr>
      <vt:lpstr>Bendizendo a Cristo, no céu entrarei; Irei no milênio ingressar;  Só com meu Jesus, eu aqui voltarei. Pois todas nações vem julgar.  </vt:lpstr>
      <vt:lpstr>Com muita prudência eu quero estar Esperando por meu Senhor, E sempre alerta aqui vigiar. Té que venha o meu Salvador.  </vt:lpstr>
      <vt:lpstr>Vem sobre o Teu povo reinar, ó Senhor! Teu reinado aqui gozo traz,  Ó vem, proteção nos trazer, Salvador! Vem, Jesus, com justiça e paz!  </vt:lpstr>
      <vt:lpstr>Com muita prudência eu quero estar Esperando por meu Senhor, E sempre alerta aqui vigiar. Té que venha o meu Salvador.  </vt:lpstr>
      <vt:lpstr>Vem, Cristo, meu Rei,  Tua Esposa buscar;  Eu quero contigo subir;  Um canto perene Te quero entoar,  E a glória eternal fruir.</vt:lpstr>
      <vt:lpstr>Com muita prudência eu quero estar Esperando por meu Senhor, E sempre alerta aqui vigiar. Té que venha o meu Salvador.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312 A VINDA DE CRISTO </dc:title>
  <dc:creator>Junior</dc:creator>
  <cp:lastModifiedBy>Emerson Souza</cp:lastModifiedBy>
  <cp:revision>1</cp:revision>
  <dcterms:created xsi:type="dcterms:W3CDTF">2005-12-24T12:05:42Z</dcterms:created>
  <dcterms:modified xsi:type="dcterms:W3CDTF">2026-05-02T22:02:54Z</dcterms:modified>
</cp:coreProperties>
</file>