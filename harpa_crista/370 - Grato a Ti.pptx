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D7B579CC-FD58-E22D-2D50-34323F78F179}"/>
              </a:ext>
            </a:extLst>
          </p:cNvPr>
          <p:cNvGrpSpPr>
            <a:grpSpLocks/>
          </p:cNvGrpSpPr>
          <p:nvPr/>
        </p:nvGrpSpPr>
        <p:grpSpPr bwMode="auto">
          <a:xfrm>
            <a:off x="-6350" y="20638"/>
            <a:ext cx="9144000" cy="6858000"/>
            <a:chOff x="0" y="0"/>
            <a:chExt cx="5760" cy="4320"/>
          </a:xfrm>
        </p:grpSpPr>
        <p:sp>
          <p:nvSpPr>
            <p:cNvPr id="5123" name="Freeform 3">
              <a:extLst>
                <a:ext uri="{FF2B5EF4-FFF2-40B4-BE49-F238E27FC236}">
                  <a16:creationId xmlns:a16="http://schemas.microsoft.com/office/drawing/2014/main" id="{D7676873-8ECD-0A3E-680C-65D04035AF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4" name="Freeform 4">
              <a:extLst>
                <a:ext uri="{FF2B5EF4-FFF2-40B4-BE49-F238E27FC236}">
                  <a16:creationId xmlns:a16="http://schemas.microsoft.com/office/drawing/2014/main" id="{60518074-9937-82CA-8912-22A45BCD04A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25" name="Freeform 5">
            <a:extLst>
              <a:ext uri="{FF2B5EF4-FFF2-40B4-BE49-F238E27FC236}">
                <a16:creationId xmlns:a16="http://schemas.microsoft.com/office/drawing/2014/main" id="{FA6AC584-7551-9A36-4BFA-9D0C64F4AF72}"/>
              </a:ext>
            </a:extLst>
          </p:cNvPr>
          <p:cNvSpPr>
            <a:spLocks/>
          </p:cNvSpPr>
          <p:nvPr/>
        </p:nvSpPr>
        <p:spPr bwMode="hidden">
          <a:xfrm>
            <a:off x="6242050" y="626903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5126" name="Group 6">
            <a:extLst>
              <a:ext uri="{FF2B5EF4-FFF2-40B4-BE49-F238E27FC236}">
                <a16:creationId xmlns:a16="http://schemas.microsoft.com/office/drawing/2014/main" id="{3E49FE4D-39E4-43F5-5728-93E8DD16817B}"/>
              </a:ext>
            </a:extLst>
          </p:cNvPr>
          <p:cNvGrpSpPr>
            <a:grpSpLocks/>
          </p:cNvGrpSpPr>
          <p:nvPr/>
        </p:nvGrpSpPr>
        <p:grpSpPr bwMode="auto">
          <a:xfrm>
            <a:off x="-1588" y="6034088"/>
            <a:ext cx="7845426" cy="850900"/>
            <a:chOff x="0" y="3792"/>
            <a:chExt cx="4942" cy="536"/>
          </a:xfrm>
        </p:grpSpPr>
        <p:sp>
          <p:nvSpPr>
            <p:cNvPr id="5127" name="Freeform 7">
              <a:extLst>
                <a:ext uri="{FF2B5EF4-FFF2-40B4-BE49-F238E27FC236}">
                  <a16:creationId xmlns:a16="http://schemas.microsoft.com/office/drawing/2014/main" id="{5ECCE3A3-0532-3F09-A18A-B20D37BDF9F5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>
                <a:gd name="T0" fmla="*/ 3132 w 3240"/>
                <a:gd name="T1" fmla="*/ 469 h 536"/>
                <a:gd name="T2" fmla="*/ 2995 w 3240"/>
                <a:gd name="T3" fmla="*/ 395 h 536"/>
                <a:gd name="T4" fmla="*/ 2911 w 3240"/>
                <a:gd name="T5" fmla="*/ 375 h 536"/>
                <a:gd name="T6" fmla="*/ 2678 w 3240"/>
                <a:gd name="T7" fmla="*/ 228 h 536"/>
                <a:gd name="T8" fmla="*/ 2553 w 3240"/>
                <a:gd name="T9" fmla="*/ 74 h 536"/>
                <a:gd name="T10" fmla="*/ 2457 w 3240"/>
                <a:gd name="T11" fmla="*/ 7 h 536"/>
                <a:gd name="T12" fmla="*/ 2403 w 3240"/>
                <a:gd name="T13" fmla="*/ 47 h 536"/>
                <a:gd name="T14" fmla="*/ 2289 w 3240"/>
                <a:gd name="T15" fmla="*/ 74 h 536"/>
                <a:gd name="T16" fmla="*/ 2134 w 3240"/>
                <a:gd name="T17" fmla="*/ 74 h 536"/>
                <a:gd name="T18" fmla="*/ 2044 w 3240"/>
                <a:gd name="T19" fmla="*/ 128 h 536"/>
                <a:gd name="T20" fmla="*/ 1775 w 3240"/>
                <a:gd name="T21" fmla="*/ 222 h 536"/>
                <a:gd name="T22" fmla="*/ 1602 w 3240"/>
                <a:gd name="T23" fmla="*/ 181 h 536"/>
                <a:gd name="T24" fmla="*/ 1560 w 3240"/>
                <a:gd name="T25" fmla="*/ 101 h 536"/>
                <a:gd name="T26" fmla="*/ 1542 w 3240"/>
                <a:gd name="T27" fmla="*/ 87 h 536"/>
                <a:gd name="T28" fmla="*/ 1446 w 3240"/>
                <a:gd name="T29" fmla="*/ 60 h 536"/>
                <a:gd name="T30" fmla="*/ 1375 w 3240"/>
                <a:gd name="T31" fmla="*/ 74 h 536"/>
                <a:gd name="T32" fmla="*/ 1309 w 3240"/>
                <a:gd name="T33" fmla="*/ 87 h 536"/>
                <a:gd name="T34" fmla="*/ 1243 w 3240"/>
                <a:gd name="T35" fmla="*/ 13 h 536"/>
                <a:gd name="T36" fmla="*/ 1225 w 3240"/>
                <a:gd name="T37" fmla="*/ 0 h 536"/>
                <a:gd name="T38" fmla="*/ 1189 w 3240"/>
                <a:gd name="T39" fmla="*/ 0 h 536"/>
                <a:gd name="T40" fmla="*/ 1106 w 3240"/>
                <a:gd name="T41" fmla="*/ 34 h 536"/>
                <a:gd name="T42" fmla="*/ 1106 w 3240"/>
                <a:gd name="T43" fmla="*/ 34 h 536"/>
                <a:gd name="T44" fmla="*/ 1094 w 3240"/>
                <a:gd name="T45" fmla="*/ 40 h 536"/>
                <a:gd name="T46" fmla="*/ 1070 w 3240"/>
                <a:gd name="T47" fmla="*/ 54 h 536"/>
                <a:gd name="T48" fmla="*/ 1034 w 3240"/>
                <a:gd name="T49" fmla="*/ 74 h 536"/>
                <a:gd name="T50" fmla="*/ 1004 w 3240"/>
                <a:gd name="T51" fmla="*/ 74 h 536"/>
                <a:gd name="T52" fmla="*/ 986 w 3240"/>
                <a:gd name="T53" fmla="*/ 74 h 536"/>
                <a:gd name="T54" fmla="*/ 956 w 3240"/>
                <a:gd name="T55" fmla="*/ 81 h 536"/>
                <a:gd name="T56" fmla="*/ 920 w 3240"/>
                <a:gd name="T57" fmla="*/ 94 h 536"/>
                <a:gd name="T58" fmla="*/ 884 w 3240"/>
                <a:gd name="T59" fmla="*/ 107 h 536"/>
                <a:gd name="T60" fmla="*/ 843 w 3240"/>
                <a:gd name="T61" fmla="*/ 128 h 536"/>
                <a:gd name="T62" fmla="*/ 813 w 3240"/>
                <a:gd name="T63" fmla="*/ 141 h 536"/>
                <a:gd name="T64" fmla="*/ 789 w 3240"/>
                <a:gd name="T65" fmla="*/ 148 h 536"/>
                <a:gd name="T66" fmla="*/ 783 w 3240"/>
                <a:gd name="T67" fmla="*/ 154 h 536"/>
                <a:gd name="T68" fmla="*/ 556 w 3240"/>
                <a:gd name="T69" fmla="*/ 228 h 536"/>
                <a:gd name="T70" fmla="*/ 394 w 3240"/>
                <a:gd name="T71" fmla="*/ 294 h 536"/>
                <a:gd name="T72" fmla="*/ 107 w 3240"/>
                <a:gd name="T73" fmla="*/ 462 h 536"/>
                <a:gd name="T74" fmla="*/ 0 w 3240"/>
                <a:gd name="T75" fmla="*/ 536 h 536"/>
                <a:gd name="T76" fmla="*/ 3240 w 3240"/>
                <a:gd name="T77" fmla="*/ 536 h 536"/>
                <a:gd name="T78" fmla="*/ 3132 w 3240"/>
                <a:gd name="T79" fmla="*/ 469 h 536"/>
                <a:gd name="T80" fmla="*/ 3132 w 3240"/>
                <a:gd name="T81" fmla="*/ 469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5128" name="Group 8">
              <a:extLst>
                <a:ext uri="{FF2B5EF4-FFF2-40B4-BE49-F238E27FC236}">
                  <a16:creationId xmlns:a16="http://schemas.microsoft.com/office/drawing/2014/main" id="{B943BBFA-2DC1-8308-57CE-4DF970DE9ED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486" y="3792"/>
              <a:ext cx="2456" cy="536"/>
              <a:chOff x="2486" y="3792"/>
              <a:chExt cx="2456" cy="536"/>
            </a:xfrm>
          </p:grpSpPr>
          <p:sp>
            <p:nvSpPr>
              <p:cNvPr id="5129" name="Freeform 9">
                <a:extLst>
                  <a:ext uri="{FF2B5EF4-FFF2-40B4-BE49-F238E27FC236}">
                    <a16:creationId xmlns:a16="http://schemas.microsoft.com/office/drawing/2014/main" id="{2FF819B3-B54C-117D-0E4E-4BC5D103060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948" y="3799"/>
                <a:ext cx="994" cy="529"/>
              </a:xfrm>
              <a:custGeom>
                <a:avLst/>
                <a:gdLst>
                  <a:gd name="T0" fmla="*/ 636 w 994"/>
                  <a:gd name="T1" fmla="*/ 373 h 529"/>
                  <a:gd name="T2" fmla="*/ 495 w 994"/>
                  <a:gd name="T3" fmla="*/ 370 h 529"/>
                  <a:gd name="T4" fmla="*/ 280 w 994"/>
                  <a:gd name="T5" fmla="*/ 249 h 529"/>
                  <a:gd name="T6" fmla="*/ 127 w 994"/>
                  <a:gd name="T7" fmla="*/ 66 h 529"/>
                  <a:gd name="T8" fmla="*/ 0 w 994"/>
                  <a:gd name="T9" fmla="*/ 0 h 529"/>
                  <a:gd name="T10" fmla="*/ 22 w 994"/>
                  <a:gd name="T11" fmla="*/ 26 h 529"/>
                  <a:gd name="T12" fmla="*/ 0 w 994"/>
                  <a:gd name="T13" fmla="*/ 65 h 529"/>
                  <a:gd name="T14" fmla="*/ 30 w 994"/>
                  <a:gd name="T15" fmla="*/ 119 h 529"/>
                  <a:gd name="T16" fmla="*/ 75 w 994"/>
                  <a:gd name="T17" fmla="*/ 243 h 529"/>
                  <a:gd name="T18" fmla="*/ 45 w 994"/>
                  <a:gd name="T19" fmla="*/ 422 h 529"/>
                  <a:gd name="T20" fmla="*/ 200 w 994"/>
                  <a:gd name="T21" fmla="*/ 329 h 529"/>
                  <a:gd name="T22" fmla="*/ 592 w 994"/>
                  <a:gd name="T23" fmla="*/ 527 h 529"/>
                  <a:gd name="T24" fmla="*/ 994 w 994"/>
                  <a:gd name="T25" fmla="*/ 529 h 529"/>
                  <a:gd name="T26" fmla="*/ 828 w 994"/>
                  <a:gd name="T27" fmla="*/ 473 h 529"/>
                  <a:gd name="T28" fmla="*/ 636 w 994"/>
                  <a:gd name="T29" fmla="*/ 373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0" name="Freeform 10">
                <a:extLst>
                  <a:ext uri="{FF2B5EF4-FFF2-40B4-BE49-F238E27FC236}">
                    <a16:creationId xmlns:a16="http://schemas.microsoft.com/office/drawing/2014/main" id="{34E5B226-1B34-0DA4-C7AA-792E1F0B914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1" name="Freeform 11">
                <a:extLst>
                  <a:ext uri="{FF2B5EF4-FFF2-40B4-BE49-F238E27FC236}">
                    <a16:creationId xmlns:a16="http://schemas.microsoft.com/office/drawing/2014/main" id="{8AABB672-5149-7862-0C35-C61F478F8F1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2" name="Freeform 12">
                <a:extLst>
                  <a:ext uri="{FF2B5EF4-FFF2-40B4-BE49-F238E27FC236}">
                    <a16:creationId xmlns:a16="http://schemas.microsoft.com/office/drawing/2014/main" id="{4D7FFF9C-22C6-1CAE-2C7A-0F70295E6CE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3" name="Freeform 13">
                <a:extLst>
                  <a:ext uri="{FF2B5EF4-FFF2-40B4-BE49-F238E27FC236}">
                    <a16:creationId xmlns:a16="http://schemas.microsoft.com/office/drawing/2014/main" id="{EDCBA3C1-2E02-38AB-C73F-B8E467151D3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5134" name="Freeform 14">
              <a:extLst>
                <a:ext uri="{FF2B5EF4-FFF2-40B4-BE49-F238E27FC236}">
                  <a16:creationId xmlns:a16="http://schemas.microsoft.com/office/drawing/2014/main" id="{F3184C13-794E-6D5C-AE52-F0764F6573D7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>
                <a:gd name="T0" fmla="*/ 3976 w 3976"/>
                <a:gd name="T1" fmla="*/ 527 h 527"/>
                <a:gd name="T2" fmla="*/ 3970 w 3976"/>
                <a:gd name="T3" fmla="*/ 527 h 527"/>
                <a:gd name="T4" fmla="*/ 3844 w 3976"/>
                <a:gd name="T5" fmla="*/ 509 h 527"/>
                <a:gd name="T6" fmla="*/ 2487 w 3976"/>
                <a:gd name="T7" fmla="*/ 305 h 527"/>
                <a:gd name="T8" fmla="*/ 2039 w 3976"/>
                <a:gd name="T9" fmla="*/ 36 h 527"/>
                <a:gd name="T10" fmla="*/ 1907 w 3976"/>
                <a:gd name="T11" fmla="*/ 24 h 527"/>
                <a:gd name="T12" fmla="*/ 1883 w 3976"/>
                <a:gd name="T13" fmla="*/ 54 h 527"/>
                <a:gd name="T14" fmla="*/ 1859 w 3976"/>
                <a:gd name="T15" fmla="*/ 54 h 527"/>
                <a:gd name="T16" fmla="*/ 1830 w 3976"/>
                <a:gd name="T17" fmla="*/ 30 h 527"/>
                <a:gd name="T18" fmla="*/ 1704 w 3976"/>
                <a:gd name="T19" fmla="*/ 102 h 527"/>
                <a:gd name="T20" fmla="*/ 1608 w 3976"/>
                <a:gd name="T21" fmla="*/ 126 h 527"/>
                <a:gd name="T22" fmla="*/ 1561 w 3976"/>
                <a:gd name="T23" fmla="*/ 132 h 527"/>
                <a:gd name="T24" fmla="*/ 1495 w 3976"/>
                <a:gd name="T25" fmla="*/ 102 h 527"/>
                <a:gd name="T26" fmla="*/ 1357 w 3976"/>
                <a:gd name="T27" fmla="*/ 126 h 527"/>
                <a:gd name="T28" fmla="*/ 1285 w 3976"/>
                <a:gd name="T29" fmla="*/ 24 h 527"/>
                <a:gd name="T30" fmla="*/ 1280 w 3976"/>
                <a:gd name="T31" fmla="*/ 18 h 527"/>
                <a:gd name="T32" fmla="*/ 1262 w 3976"/>
                <a:gd name="T33" fmla="*/ 12 h 527"/>
                <a:gd name="T34" fmla="*/ 1238 w 3976"/>
                <a:gd name="T35" fmla="*/ 6 h 527"/>
                <a:gd name="T36" fmla="*/ 1220 w 3976"/>
                <a:gd name="T37" fmla="*/ 0 h 527"/>
                <a:gd name="T38" fmla="*/ 1196 w 3976"/>
                <a:gd name="T39" fmla="*/ 0 h 527"/>
                <a:gd name="T40" fmla="*/ 1166 w 3976"/>
                <a:gd name="T41" fmla="*/ 0 h 527"/>
                <a:gd name="T42" fmla="*/ 1142 w 3976"/>
                <a:gd name="T43" fmla="*/ 0 h 527"/>
                <a:gd name="T44" fmla="*/ 1136 w 3976"/>
                <a:gd name="T45" fmla="*/ 0 h 527"/>
                <a:gd name="T46" fmla="*/ 1130 w 3976"/>
                <a:gd name="T47" fmla="*/ 0 h 527"/>
                <a:gd name="T48" fmla="*/ 1124 w 3976"/>
                <a:gd name="T49" fmla="*/ 6 h 527"/>
                <a:gd name="T50" fmla="*/ 1118 w 3976"/>
                <a:gd name="T51" fmla="*/ 12 h 527"/>
                <a:gd name="T52" fmla="*/ 1100 w 3976"/>
                <a:gd name="T53" fmla="*/ 18 h 527"/>
                <a:gd name="T54" fmla="*/ 1088 w 3976"/>
                <a:gd name="T55" fmla="*/ 18 h 527"/>
                <a:gd name="T56" fmla="*/ 1070 w 3976"/>
                <a:gd name="T57" fmla="*/ 24 h 527"/>
                <a:gd name="T58" fmla="*/ 1052 w 3976"/>
                <a:gd name="T59" fmla="*/ 30 h 527"/>
                <a:gd name="T60" fmla="*/ 1034 w 3976"/>
                <a:gd name="T61" fmla="*/ 36 h 527"/>
                <a:gd name="T62" fmla="*/ 1028 w 3976"/>
                <a:gd name="T63" fmla="*/ 42 h 527"/>
                <a:gd name="T64" fmla="*/ 969 w 3976"/>
                <a:gd name="T65" fmla="*/ 60 h 527"/>
                <a:gd name="T66" fmla="*/ 921 w 3976"/>
                <a:gd name="T67" fmla="*/ 72 h 527"/>
                <a:gd name="T68" fmla="*/ 855 w 3976"/>
                <a:gd name="T69" fmla="*/ 48 h 527"/>
                <a:gd name="T70" fmla="*/ 825 w 3976"/>
                <a:gd name="T71" fmla="*/ 48 h 527"/>
                <a:gd name="T72" fmla="*/ 759 w 3976"/>
                <a:gd name="T73" fmla="*/ 72 h 527"/>
                <a:gd name="T74" fmla="*/ 735 w 3976"/>
                <a:gd name="T75" fmla="*/ 72 h 527"/>
                <a:gd name="T76" fmla="*/ 706 w 3976"/>
                <a:gd name="T77" fmla="*/ 60 h 527"/>
                <a:gd name="T78" fmla="*/ 640 w 3976"/>
                <a:gd name="T79" fmla="*/ 60 h 527"/>
                <a:gd name="T80" fmla="*/ 544 w 3976"/>
                <a:gd name="T81" fmla="*/ 72 h 527"/>
                <a:gd name="T82" fmla="*/ 389 w 3976"/>
                <a:gd name="T83" fmla="*/ 18 h 527"/>
                <a:gd name="T84" fmla="*/ 323 w 3976"/>
                <a:gd name="T85" fmla="*/ 60 h 527"/>
                <a:gd name="T86" fmla="*/ 317 w 3976"/>
                <a:gd name="T87" fmla="*/ 60 h 527"/>
                <a:gd name="T88" fmla="*/ 305 w 3976"/>
                <a:gd name="T89" fmla="*/ 72 h 527"/>
                <a:gd name="T90" fmla="*/ 287 w 3976"/>
                <a:gd name="T91" fmla="*/ 78 h 527"/>
                <a:gd name="T92" fmla="*/ 263 w 3976"/>
                <a:gd name="T93" fmla="*/ 90 h 527"/>
                <a:gd name="T94" fmla="*/ 203 w 3976"/>
                <a:gd name="T95" fmla="*/ 120 h 527"/>
                <a:gd name="T96" fmla="*/ 149 w 3976"/>
                <a:gd name="T97" fmla="*/ 150 h 527"/>
                <a:gd name="T98" fmla="*/ 78 w 3976"/>
                <a:gd name="T99" fmla="*/ 168 h 527"/>
                <a:gd name="T100" fmla="*/ 0 w 3976"/>
                <a:gd name="T101" fmla="*/ 180 h 527"/>
                <a:gd name="T102" fmla="*/ 0 w 3976"/>
                <a:gd name="T103" fmla="*/ 527 h 527"/>
                <a:gd name="T104" fmla="*/ 1010 w 3976"/>
                <a:gd name="T105" fmla="*/ 527 h 527"/>
                <a:gd name="T106" fmla="*/ 3725 w 3976"/>
                <a:gd name="T107" fmla="*/ 527 h 527"/>
                <a:gd name="T108" fmla="*/ 3976 w 3976"/>
                <a:gd name="T109" fmla="*/ 527 h 527"/>
                <a:gd name="T110" fmla="*/ 3976 w 3976"/>
                <a:gd name="T111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135" name="Group 15">
            <a:extLst>
              <a:ext uri="{FF2B5EF4-FFF2-40B4-BE49-F238E27FC236}">
                <a16:creationId xmlns:a16="http://schemas.microsoft.com/office/drawing/2014/main" id="{E92F7736-557E-2BCA-859C-5CDB0138C283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5136" name="Freeform 16">
              <a:extLst>
                <a:ext uri="{FF2B5EF4-FFF2-40B4-BE49-F238E27FC236}">
                  <a16:creationId xmlns:a16="http://schemas.microsoft.com/office/drawing/2014/main" id="{3C7AEF1E-2CD0-E6F3-F12D-496B5B04A7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7" name="Freeform 17">
              <a:extLst>
                <a:ext uri="{FF2B5EF4-FFF2-40B4-BE49-F238E27FC236}">
                  <a16:creationId xmlns:a16="http://schemas.microsoft.com/office/drawing/2014/main" id="{E9EB0C36-4C20-B5DD-677D-2934483287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8" name="Freeform 18">
              <a:extLst>
                <a:ext uri="{FF2B5EF4-FFF2-40B4-BE49-F238E27FC236}">
                  <a16:creationId xmlns:a16="http://schemas.microsoft.com/office/drawing/2014/main" id="{0FD87243-5FEA-0552-5688-66C8886650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9" name="Freeform 19">
              <a:extLst>
                <a:ext uri="{FF2B5EF4-FFF2-40B4-BE49-F238E27FC236}">
                  <a16:creationId xmlns:a16="http://schemas.microsoft.com/office/drawing/2014/main" id="{75D411DD-3B84-5884-A73E-954762E0F3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0" name="Freeform 20">
              <a:extLst>
                <a:ext uri="{FF2B5EF4-FFF2-40B4-BE49-F238E27FC236}">
                  <a16:creationId xmlns:a16="http://schemas.microsoft.com/office/drawing/2014/main" id="{0126CFF0-244D-18A5-A0CC-436572A1E4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1" name="Freeform 21">
              <a:extLst>
                <a:ext uri="{FF2B5EF4-FFF2-40B4-BE49-F238E27FC236}">
                  <a16:creationId xmlns:a16="http://schemas.microsoft.com/office/drawing/2014/main" id="{4A9A39E5-1857-E3BF-72AF-4E04221582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42" name="Rectangle 22">
            <a:extLst>
              <a:ext uri="{FF2B5EF4-FFF2-40B4-BE49-F238E27FC236}">
                <a16:creationId xmlns:a16="http://schemas.microsoft.com/office/drawing/2014/main" id="{66D83942-0BBF-998B-CB6B-9710B11082D7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447800"/>
            <a:ext cx="8229600" cy="1736725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143" name="Rectangle 23">
            <a:extLst>
              <a:ext uri="{FF2B5EF4-FFF2-40B4-BE49-F238E27FC236}">
                <a16:creationId xmlns:a16="http://schemas.microsoft.com/office/drawing/2014/main" id="{2839DBED-EF60-F542-BF3B-00153E8D41F5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144" name="Rectangle 24">
            <a:extLst>
              <a:ext uri="{FF2B5EF4-FFF2-40B4-BE49-F238E27FC236}">
                <a16:creationId xmlns:a16="http://schemas.microsoft.com/office/drawing/2014/main" id="{4AF7975F-1515-BEDC-32F9-CFE0777C500B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45" name="Rectangle 25">
            <a:extLst>
              <a:ext uri="{FF2B5EF4-FFF2-40B4-BE49-F238E27FC236}">
                <a16:creationId xmlns:a16="http://schemas.microsoft.com/office/drawing/2014/main" id="{23C065B2-04B3-DB29-552A-238598AA0B4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F96B287-FB91-48A4-8C3C-A5A0DFFAC60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678A4FD8-9907-A3EE-30C3-AFCDD0EDEF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8ECB5-F197-258A-6640-08A7FBB9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8E5051-545B-84CA-55AF-0C2A74D3D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9018A0-27BD-EEAA-904F-3E94647B3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BA33F0-3413-81B3-ED70-4CB1FA4D4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53EA05-915D-AE0C-B4E5-1B07A43D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1923B9-30A9-4859-AD77-F0633F577A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5647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16BD9-342E-BCD0-A074-E9D2BB20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2104C1-758A-7C11-FE94-523B175AD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231467-BA50-39F7-1F24-7C9E751F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F24B9A-F28A-D0FC-5363-F3F1BBF5B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6E92E0-FAB8-5C02-4CCA-3A58A6EA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592465-F7C4-4C8C-BAD7-223B31920D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894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DBBA3-EE5C-DF22-2619-78F7B570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D4B6E1-1D33-440B-E67A-65DE0F9BD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773FFE-7599-B457-4C78-FD36EEF8F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CF3D15-D3F6-F432-F4C5-FEEDE161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F86C7C-5C42-A68B-B409-5B3501A8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EAEA15-C68C-516D-7BD2-29D0DF0E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717A2B-1874-466E-8AE3-1E6E8D8B9C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27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BE077-4155-D4E0-AF3E-9AF90B811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B208D2-D3CA-F2F4-6995-A2B952548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7C7B2A-CA8F-381F-BC9F-CB24CC456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83D2600-4F27-7F3B-A021-D36028DF5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1E1F3F7-0C98-2075-B77D-26D3B850D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B228ED-E7AA-F3A1-D6EC-31DD566CF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2CA551-B998-8588-36EF-B55E7AC8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9411B4C-E3A8-BDF0-F968-21482DC4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3768E8-698D-41FB-8C80-48627D002F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137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4EBE7-C54F-6425-7080-3E34F696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C68CB7-C7B5-4476-E2EA-F781C8D19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C8C4FF-CD14-D2AF-53C3-238519F6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ECFDF9-1B44-5741-EBC1-F75A8E84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17B9DF-EF24-473B-A321-C3C1BFA34E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583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C931BB1-2F53-6548-34B6-35E287FB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01DDA22-FF0A-FDE6-6E53-5A9C67465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FB50DD-95DA-744A-5B4E-6A7DA89D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3E796F-6B21-4840-B738-5D6EC67543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2591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DAF29-CE4A-9177-C731-A92189915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F1930A-0DEE-1679-C88E-FCA256D7D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93561C-0060-F178-6BD4-E1FB8BCF7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575E6A-9636-C57B-8E64-EA9AB757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B58BF2-6F6E-9A08-82EE-BACF7E49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131F7E-BEA4-B01B-65EE-010CDA86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845C4-6832-4091-B420-D1AFD57A50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1626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4A28D-6897-6D2D-2C4E-79EF846A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DAD10A9-CC9B-B207-CD1D-9B14B3F2E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82C375-FC13-15C9-7A2E-690E87F5C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7E6FB2-A662-EF41-69E7-248D3877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47B8E4-2FAE-E48A-0921-EBEB005F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E01F01-E458-93E3-6093-1559CF5A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DFE267-E6C2-4DBB-82EE-B35F58E04D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6468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AC578-BC46-69CB-365F-5BDFDB55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44554F-E8D2-C00C-B601-D2247C84F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3024CF-60CF-7D3F-F657-25F7D5E68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CCE88F-16CE-806D-D6B2-DA5608FB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E6EA3B-8DFB-9DE5-BFDE-4D0D0EFF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8A37EF-381B-409C-93A8-FC8A76B29B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000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99A2F2-3104-D10B-F951-4D834FA4A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674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664CBB-4178-902E-56F5-541B83F24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674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A8A9E4-B7BC-7551-5045-A6AE1D1E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0155A8-9311-777D-7ACC-3F009E359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0855D4-7308-F07A-C87C-33F1EFEC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565AA4-FD09-48D5-A813-7EF357AE42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390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4EA94359-D75E-004B-1068-E416160D84E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4099" name="Freeform 3">
              <a:extLst>
                <a:ext uri="{FF2B5EF4-FFF2-40B4-BE49-F238E27FC236}">
                  <a16:creationId xmlns:a16="http://schemas.microsoft.com/office/drawing/2014/main" id="{35E6E82E-F786-204F-F613-D531AE9C12B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0" name="Freeform 4">
              <a:extLst>
                <a:ext uri="{FF2B5EF4-FFF2-40B4-BE49-F238E27FC236}">
                  <a16:creationId xmlns:a16="http://schemas.microsoft.com/office/drawing/2014/main" id="{41238748-7097-5408-5698-4BF758321DD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01" name="Freeform 5">
            <a:extLst>
              <a:ext uri="{FF2B5EF4-FFF2-40B4-BE49-F238E27FC236}">
                <a16:creationId xmlns:a16="http://schemas.microsoft.com/office/drawing/2014/main" id="{C5A1ACEA-E192-EC48-212C-947D066EC1AA}"/>
              </a:ext>
            </a:extLst>
          </p:cNvPr>
          <p:cNvSpPr>
            <a:spLocks/>
          </p:cNvSpPr>
          <p:nvPr/>
        </p:nvSpPr>
        <p:spPr bwMode="hidden">
          <a:xfrm>
            <a:off x="6248400" y="626268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4102" name="Group 6">
            <a:extLst>
              <a:ext uri="{FF2B5EF4-FFF2-40B4-BE49-F238E27FC236}">
                <a16:creationId xmlns:a16="http://schemas.microsoft.com/office/drawing/2014/main" id="{74FF5224-5780-5F4D-8901-9CA926D2819F}"/>
              </a:ext>
            </a:extLst>
          </p:cNvPr>
          <p:cNvGrpSpPr>
            <a:grpSpLocks/>
          </p:cNvGrpSpPr>
          <p:nvPr/>
        </p:nvGrpSpPr>
        <p:grpSpPr bwMode="auto">
          <a:xfrm>
            <a:off x="0" y="6019800"/>
            <a:ext cx="7848600" cy="857250"/>
            <a:chOff x="0" y="3792"/>
            <a:chExt cx="4944" cy="540"/>
          </a:xfrm>
        </p:grpSpPr>
        <p:sp>
          <p:nvSpPr>
            <p:cNvPr id="4103" name="Freeform 7">
              <a:extLst>
                <a:ext uri="{FF2B5EF4-FFF2-40B4-BE49-F238E27FC236}">
                  <a16:creationId xmlns:a16="http://schemas.microsoft.com/office/drawing/2014/main" id="{C23DD882-BFEC-5FD6-54A3-C400689C0F2C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>
                <a:gd name="T0" fmla="*/ 3132 w 3240"/>
                <a:gd name="T1" fmla="*/ 469 h 536"/>
                <a:gd name="T2" fmla="*/ 2995 w 3240"/>
                <a:gd name="T3" fmla="*/ 395 h 536"/>
                <a:gd name="T4" fmla="*/ 2911 w 3240"/>
                <a:gd name="T5" fmla="*/ 375 h 536"/>
                <a:gd name="T6" fmla="*/ 2678 w 3240"/>
                <a:gd name="T7" fmla="*/ 228 h 536"/>
                <a:gd name="T8" fmla="*/ 2553 w 3240"/>
                <a:gd name="T9" fmla="*/ 74 h 536"/>
                <a:gd name="T10" fmla="*/ 2457 w 3240"/>
                <a:gd name="T11" fmla="*/ 7 h 536"/>
                <a:gd name="T12" fmla="*/ 2403 w 3240"/>
                <a:gd name="T13" fmla="*/ 47 h 536"/>
                <a:gd name="T14" fmla="*/ 2289 w 3240"/>
                <a:gd name="T15" fmla="*/ 74 h 536"/>
                <a:gd name="T16" fmla="*/ 2134 w 3240"/>
                <a:gd name="T17" fmla="*/ 74 h 536"/>
                <a:gd name="T18" fmla="*/ 2044 w 3240"/>
                <a:gd name="T19" fmla="*/ 128 h 536"/>
                <a:gd name="T20" fmla="*/ 1775 w 3240"/>
                <a:gd name="T21" fmla="*/ 222 h 536"/>
                <a:gd name="T22" fmla="*/ 1602 w 3240"/>
                <a:gd name="T23" fmla="*/ 181 h 536"/>
                <a:gd name="T24" fmla="*/ 1560 w 3240"/>
                <a:gd name="T25" fmla="*/ 101 h 536"/>
                <a:gd name="T26" fmla="*/ 1542 w 3240"/>
                <a:gd name="T27" fmla="*/ 87 h 536"/>
                <a:gd name="T28" fmla="*/ 1446 w 3240"/>
                <a:gd name="T29" fmla="*/ 60 h 536"/>
                <a:gd name="T30" fmla="*/ 1375 w 3240"/>
                <a:gd name="T31" fmla="*/ 74 h 536"/>
                <a:gd name="T32" fmla="*/ 1309 w 3240"/>
                <a:gd name="T33" fmla="*/ 87 h 536"/>
                <a:gd name="T34" fmla="*/ 1243 w 3240"/>
                <a:gd name="T35" fmla="*/ 13 h 536"/>
                <a:gd name="T36" fmla="*/ 1225 w 3240"/>
                <a:gd name="T37" fmla="*/ 0 h 536"/>
                <a:gd name="T38" fmla="*/ 1189 w 3240"/>
                <a:gd name="T39" fmla="*/ 0 h 536"/>
                <a:gd name="T40" fmla="*/ 1106 w 3240"/>
                <a:gd name="T41" fmla="*/ 34 h 536"/>
                <a:gd name="T42" fmla="*/ 1106 w 3240"/>
                <a:gd name="T43" fmla="*/ 34 h 536"/>
                <a:gd name="T44" fmla="*/ 1094 w 3240"/>
                <a:gd name="T45" fmla="*/ 40 h 536"/>
                <a:gd name="T46" fmla="*/ 1070 w 3240"/>
                <a:gd name="T47" fmla="*/ 54 h 536"/>
                <a:gd name="T48" fmla="*/ 1034 w 3240"/>
                <a:gd name="T49" fmla="*/ 74 h 536"/>
                <a:gd name="T50" fmla="*/ 1004 w 3240"/>
                <a:gd name="T51" fmla="*/ 74 h 536"/>
                <a:gd name="T52" fmla="*/ 986 w 3240"/>
                <a:gd name="T53" fmla="*/ 74 h 536"/>
                <a:gd name="T54" fmla="*/ 956 w 3240"/>
                <a:gd name="T55" fmla="*/ 81 h 536"/>
                <a:gd name="T56" fmla="*/ 920 w 3240"/>
                <a:gd name="T57" fmla="*/ 94 h 536"/>
                <a:gd name="T58" fmla="*/ 884 w 3240"/>
                <a:gd name="T59" fmla="*/ 107 h 536"/>
                <a:gd name="T60" fmla="*/ 843 w 3240"/>
                <a:gd name="T61" fmla="*/ 128 h 536"/>
                <a:gd name="T62" fmla="*/ 813 w 3240"/>
                <a:gd name="T63" fmla="*/ 141 h 536"/>
                <a:gd name="T64" fmla="*/ 789 w 3240"/>
                <a:gd name="T65" fmla="*/ 148 h 536"/>
                <a:gd name="T66" fmla="*/ 783 w 3240"/>
                <a:gd name="T67" fmla="*/ 154 h 536"/>
                <a:gd name="T68" fmla="*/ 556 w 3240"/>
                <a:gd name="T69" fmla="*/ 228 h 536"/>
                <a:gd name="T70" fmla="*/ 394 w 3240"/>
                <a:gd name="T71" fmla="*/ 294 h 536"/>
                <a:gd name="T72" fmla="*/ 107 w 3240"/>
                <a:gd name="T73" fmla="*/ 462 h 536"/>
                <a:gd name="T74" fmla="*/ 0 w 3240"/>
                <a:gd name="T75" fmla="*/ 536 h 536"/>
                <a:gd name="T76" fmla="*/ 3240 w 3240"/>
                <a:gd name="T77" fmla="*/ 536 h 536"/>
                <a:gd name="T78" fmla="*/ 3132 w 3240"/>
                <a:gd name="T79" fmla="*/ 469 h 536"/>
                <a:gd name="T80" fmla="*/ 3132 w 3240"/>
                <a:gd name="T81" fmla="*/ 469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4104" name="Group 8">
              <a:extLst>
                <a:ext uri="{FF2B5EF4-FFF2-40B4-BE49-F238E27FC236}">
                  <a16:creationId xmlns:a16="http://schemas.microsoft.com/office/drawing/2014/main" id="{5ED058F5-4C9C-EE41-D2FD-5D1BC2C5C37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486" y="3792"/>
              <a:ext cx="2458" cy="540"/>
              <a:chOff x="2486" y="3792"/>
              <a:chExt cx="2458" cy="540"/>
            </a:xfrm>
          </p:grpSpPr>
          <p:sp>
            <p:nvSpPr>
              <p:cNvPr id="4105" name="Freeform 9">
                <a:extLst>
                  <a:ext uri="{FF2B5EF4-FFF2-40B4-BE49-F238E27FC236}">
                    <a16:creationId xmlns:a16="http://schemas.microsoft.com/office/drawing/2014/main" id="{E4803824-0855-E3F5-1B7A-518124735DE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948" y="3799"/>
                <a:ext cx="996" cy="533"/>
              </a:xfrm>
              <a:custGeom>
                <a:avLst/>
                <a:gdLst>
                  <a:gd name="T0" fmla="*/ 636 w 996"/>
                  <a:gd name="T1" fmla="*/ 373 h 533"/>
                  <a:gd name="T2" fmla="*/ 495 w 996"/>
                  <a:gd name="T3" fmla="*/ 370 h 533"/>
                  <a:gd name="T4" fmla="*/ 280 w 996"/>
                  <a:gd name="T5" fmla="*/ 249 h 533"/>
                  <a:gd name="T6" fmla="*/ 127 w 996"/>
                  <a:gd name="T7" fmla="*/ 66 h 533"/>
                  <a:gd name="T8" fmla="*/ 0 w 996"/>
                  <a:gd name="T9" fmla="*/ 0 h 533"/>
                  <a:gd name="T10" fmla="*/ 22 w 996"/>
                  <a:gd name="T11" fmla="*/ 26 h 533"/>
                  <a:gd name="T12" fmla="*/ 0 w 996"/>
                  <a:gd name="T13" fmla="*/ 65 h 533"/>
                  <a:gd name="T14" fmla="*/ 30 w 996"/>
                  <a:gd name="T15" fmla="*/ 119 h 533"/>
                  <a:gd name="T16" fmla="*/ 75 w 996"/>
                  <a:gd name="T17" fmla="*/ 243 h 533"/>
                  <a:gd name="T18" fmla="*/ 45 w 996"/>
                  <a:gd name="T19" fmla="*/ 422 h 533"/>
                  <a:gd name="T20" fmla="*/ 200 w 996"/>
                  <a:gd name="T21" fmla="*/ 329 h 533"/>
                  <a:gd name="T22" fmla="*/ 612 w 996"/>
                  <a:gd name="T23" fmla="*/ 533 h 533"/>
                  <a:gd name="T24" fmla="*/ 996 w 996"/>
                  <a:gd name="T25" fmla="*/ 529 h 533"/>
                  <a:gd name="T26" fmla="*/ 828 w 996"/>
                  <a:gd name="T27" fmla="*/ 473 h 533"/>
                  <a:gd name="T28" fmla="*/ 636 w 996"/>
                  <a:gd name="T29" fmla="*/ 373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6" name="Freeform 10">
                <a:extLst>
                  <a:ext uri="{FF2B5EF4-FFF2-40B4-BE49-F238E27FC236}">
                    <a16:creationId xmlns:a16="http://schemas.microsoft.com/office/drawing/2014/main" id="{9E8DE891-F02F-4D55-F112-DB71F33D7F8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7" name="Freeform 11">
                <a:extLst>
                  <a:ext uri="{FF2B5EF4-FFF2-40B4-BE49-F238E27FC236}">
                    <a16:creationId xmlns:a16="http://schemas.microsoft.com/office/drawing/2014/main" id="{89EFE94E-C9DB-1EDD-0C08-6B669F3CF07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8" name="Freeform 12">
                <a:extLst>
                  <a:ext uri="{FF2B5EF4-FFF2-40B4-BE49-F238E27FC236}">
                    <a16:creationId xmlns:a16="http://schemas.microsoft.com/office/drawing/2014/main" id="{4C7D7401-2D36-FE6C-F538-C7BCE7B4549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9" name="Freeform 13">
                <a:extLst>
                  <a:ext uri="{FF2B5EF4-FFF2-40B4-BE49-F238E27FC236}">
                    <a16:creationId xmlns:a16="http://schemas.microsoft.com/office/drawing/2014/main" id="{3454EEDA-0252-7B5B-D34B-26D4692184F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110" name="Freeform 14">
              <a:extLst>
                <a:ext uri="{FF2B5EF4-FFF2-40B4-BE49-F238E27FC236}">
                  <a16:creationId xmlns:a16="http://schemas.microsoft.com/office/drawing/2014/main" id="{61908F64-7B6F-5176-40C1-BCE8512AB94A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>
                <a:gd name="T0" fmla="*/ 3976 w 3976"/>
                <a:gd name="T1" fmla="*/ 527 h 527"/>
                <a:gd name="T2" fmla="*/ 3970 w 3976"/>
                <a:gd name="T3" fmla="*/ 527 h 527"/>
                <a:gd name="T4" fmla="*/ 3844 w 3976"/>
                <a:gd name="T5" fmla="*/ 509 h 527"/>
                <a:gd name="T6" fmla="*/ 2487 w 3976"/>
                <a:gd name="T7" fmla="*/ 305 h 527"/>
                <a:gd name="T8" fmla="*/ 2039 w 3976"/>
                <a:gd name="T9" fmla="*/ 36 h 527"/>
                <a:gd name="T10" fmla="*/ 1907 w 3976"/>
                <a:gd name="T11" fmla="*/ 24 h 527"/>
                <a:gd name="T12" fmla="*/ 1883 w 3976"/>
                <a:gd name="T13" fmla="*/ 54 h 527"/>
                <a:gd name="T14" fmla="*/ 1859 w 3976"/>
                <a:gd name="T15" fmla="*/ 54 h 527"/>
                <a:gd name="T16" fmla="*/ 1830 w 3976"/>
                <a:gd name="T17" fmla="*/ 30 h 527"/>
                <a:gd name="T18" fmla="*/ 1704 w 3976"/>
                <a:gd name="T19" fmla="*/ 102 h 527"/>
                <a:gd name="T20" fmla="*/ 1608 w 3976"/>
                <a:gd name="T21" fmla="*/ 126 h 527"/>
                <a:gd name="T22" fmla="*/ 1561 w 3976"/>
                <a:gd name="T23" fmla="*/ 132 h 527"/>
                <a:gd name="T24" fmla="*/ 1495 w 3976"/>
                <a:gd name="T25" fmla="*/ 102 h 527"/>
                <a:gd name="T26" fmla="*/ 1357 w 3976"/>
                <a:gd name="T27" fmla="*/ 126 h 527"/>
                <a:gd name="T28" fmla="*/ 1285 w 3976"/>
                <a:gd name="T29" fmla="*/ 24 h 527"/>
                <a:gd name="T30" fmla="*/ 1280 w 3976"/>
                <a:gd name="T31" fmla="*/ 18 h 527"/>
                <a:gd name="T32" fmla="*/ 1262 w 3976"/>
                <a:gd name="T33" fmla="*/ 12 h 527"/>
                <a:gd name="T34" fmla="*/ 1238 w 3976"/>
                <a:gd name="T35" fmla="*/ 6 h 527"/>
                <a:gd name="T36" fmla="*/ 1220 w 3976"/>
                <a:gd name="T37" fmla="*/ 0 h 527"/>
                <a:gd name="T38" fmla="*/ 1196 w 3976"/>
                <a:gd name="T39" fmla="*/ 0 h 527"/>
                <a:gd name="T40" fmla="*/ 1166 w 3976"/>
                <a:gd name="T41" fmla="*/ 0 h 527"/>
                <a:gd name="T42" fmla="*/ 1142 w 3976"/>
                <a:gd name="T43" fmla="*/ 0 h 527"/>
                <a:gd name="T44" fmla="*/ 1136 w 3976"/>
                <a:gd name="T45" fmla="*/ 0 h 527"/>
                <a:gd name="T46" fmla="*/ 1130 w 3976"/>
                <a:gd name="T47" fmla="*/ 0 h 527"/>
                <a:gd name="T48" fmla="*/ 1124 w 3976"/>
                <a:gd name="T49" fmla="*/ 6 h 527"/>
                <a:gd name="T50" fmla="*/ 1118 w 3976"/>
                <a:gd name="T51" fmla="*/ 12 h 527"/>
                <a:gd name="T52" fmla="*/ 1100 w 3976"/>
                <a:gd name="T53" fmla="*/ 18 h 527"/>
                <a:gd name="T54" fmla="*/ 1088 w 3976"/>
                <a:gd name="T55" fmla="*/ 18 h 527"/>
                <a:gd name="T56" fmla="*/ 1070 w 3976"/>
                <a:gd name="T57" fmla="*/ 24 h 527"/>
                <a:gd name="T58" fmla="*/ 1052 w 3976"/>
                <a:gd name="T59" fmla="*/ 30 h 527"/>
                <a:gd name="T60" fmla="*/ 1034 w 3976"/>
                <a:gd name="T61" fmla="*/ 36 h 527"/>
                <a:gd name="T62" fmla="*/ 1028 w 3976"/>
                <a:gd name="T63" fmla="*/ 42 h 527"/>
                <a:gd name="T64" fmla="*/ 969 w 3976"/>
                <a:gd name="T65" fmla="*/ 60 h 527"/>
                <a:gd name="T66" fmla="*/ 921 w 3976"/>
                <a:gd name="T67" fmla="*/ 72 h 527"/>
                <a:gd name="T68" fmla="*/ 855 w 3976"/>
                <a:gd name="T69" fmla="*/ 48 h 527"/>
                <a:gd name="T70" fmla="*/ 825 w 3976"/>
                <a:gd name="T71" fmla="*/ 48 h 527"/>
                <a:gd name="T72" fmla="*/ 759 w 3976"/>
                <a:gd name="T73" fmla="*/ 72 h 527"/>
                <a:gd name="T74" fmla="*/ 735 w 3976"/>
                <a:gd name="T75" fmla="*/ 72 h 527"/>
                <a:gd name="T76" fmla="*/ 706 w 3976"/>
                <a:gd name="T77" fmla="*/ 60 h 527"/>
                <a:gd name="T78" fmla="*/ 640 w 3976"/>
                <a:gd name="T79" fmla="*/ 60 h 527"/>
                <a:gd name="T80" fmla="*/ 544 w 3976"/>
                <a:gd name="T81" fmla="*/ 72 h 527"/>
                <a:gd name="T82" fmla="*/ 389 w 3976"/>
                <a:gd name="T83" fmla="*/ 18 h 527"/>
                <a:gd name="T84" fmla="*/ 323 w 3976"/>
                <a:gd name="T85" fmla="*/ 60 h 527"/>
                <a:gd name="T86" fmla="*/ 317 w 3976"/>
                <a:gd name="T87" fmla="*/ 60 h 527"/>
                <a:gd name="T88" fmla="*/ 305 w 3976"/>
                <a:gd name="T89" fmla="*/ 72 h 527"/>
                <a:gd name="T90" fmla="*/ 287 w 3976"/>
                <a:gd name="T91" fmla="*/ 78 h 527"/>
                <a:gd name="T92" fmla="*/ 263 w 3976"/>
                <a:gd name="T93" fmla="*/ 90 h 527"/>
                <a:gd name="T94" fmla="*/ 203 w 3976"/>
                <a:gd name="T95" fmla="*/ 120 h 527"/>
                <a:gd name="T96" fmla="*/ 149 w 3976"/>
                <a:gd name="T97" fmla="*/ 150 h 527"/>
                <a:gd name="T98" fmla="*/ 78 w 3976"/>
                <a:gd name="T99" fmla="*/ 168 h 527"/>
                <a:gd name="T100" fmla="*/ 0 w 3976"/>
                <a:gd name="T101" fmla="*/ 180 h 527"/>
                <a:gd name="T102" fmla="*/ 0 w 3976"/>
                <a:gd name="T103" fmla="*/ 527 h 527"/>
                <a:gd name="T104" fmla="*/ 1010 w 3976"/>
                <a:gd name="T105" fmla="*/ 527 h 527"/>
                <a:gd name="T106" fmla="*/ 3725 w 3976"/>
                <a:gd name="T107" fmla="*/ 527 h 527"/>
                <a:gd name="T108" fmla="*/ 3976 w 3976"/>
                <a:gd name="T109" fmla="*/ 527 h 527"/>
                <a:gd name="T110" fmla="*/ 3976 w 3976"/>
                <a:gd name="T111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111" name="Group 15">
            <a:extLst>
              <a:ext uri="{FF2B5EF4-FFF2-40B4-BE49-F238E27FC236}">
                <a16:creationId xmlns:a16="http://schemas.microsoft.com/office/drawing/2014/main" id="{B6CC6CC9-43C5-6EDB-66EE-9C3D29FFC566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4112" name="Freeform 16">
              <a:extLst>
                <a:ext uri="{FF2B5EF4-FFF2-40B4-BE49-F238E27FC236}">
                  <a16:creationId xmlns:a16="http://schemas.microsoft.com/office/drawing/2014/main" id="{D18ABB65-BA7F-E683-B2D7-A2B9749AA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3" name="Freeform 17">
              <a:extLst>
                <a:ext uri="{FF2B5EF4-FFF2-40B4-BE49-F238E27FC236}">
                  <a16:creationId xmlns:a16="http://schemas.microsoft.com/office/drawing/2014/main" id="{131C74D1-375D-96D9-6A88-67593B809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4" name="Freeform 18">
              <a:extLst>
                <a:ext uri="{FF2B5EF4-FFF2-40B4-BE49-F238E27FC236}">
                  <a16:creationId xmlns:a16="http://schemas.microsoft.com/office/drawing/2014/main" id="{64344425-D1EB-5822-D901-8EAA5F2CB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5" name="Freeform 19">
              <a:extLst>
                <a:ext uri="{FF2B5EF4-FFF2-40B4-BE49-F238E27FC236}">
                  <a16:creationId xmlns:a16="http://schemas.microsoft.com/office/drawing/2014/main" id="{93651148-2132-4110-B65C-F8D6450E8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6" name="Freeform 20">
              <a:extLst>
                <a:ext uri="{FF2B5EF4-FFF2-40B4-BE49-F238E27FC236}">
                  <a16:creationId xmlns:a16="http://schemas.microsoft.com/office/drawing/2014/main" id="{DBFF17A3-C52D-D98D-B994-BC786E5B5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7" name="Freeform 21">
              <a:extLst>
                <a:ext uri="{FF2B5EF4-FFF2-40B4-BE49-F238E27FC236}">
                  <a16:creationId xmlns:a16="http://schemas.microsoft.com/office/drawing/2014/main" id="{C8EB3857-84A3-8510-6CBB-DE6CC6391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18" name="Rectangle 22">
            <a:extLst>
              <a:ext uri="{FF2B5EF4-FFF2-40B4-BE49-F238E27FC236}">
                <a16:creationId xmlns:a16="http://schemas.microsoft.com/office/drawing/2014/main" id="{A150F8BC-2F66-2435-F4E3-84450B39E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119" name="Rectangle 23">
            <a:extLst>
              <a:ext uri="{FF2B5EF4-FFF2-40B4-BE49-F238E27FC236}">
                <a16:creationId xmlns:a16="http://schemas.microsoft.com/office/drawing/2014/main" id="{EF3DD392-6937-3725-2369-ABBF0C41B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4120" name="Rectangle 24">
            <a:extLst>
              <a:ext uri="{FF2B5EF4-FFF2-40B4-BE49-F238E27FC236}">
                <a16:creationId xmlns:a16="http://schemas.microsoft.com/office/drawing/2014/main" id="{D1580662-1511-DA57-A428-AFCC0AE1F2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21" name="Rectangle 25">
            <a:extLst>
              <a:ext uri="{FF2B5EF4-FFF2-40B4-BE49-F238E27FC236}">
                <a16:creationId xmlns:a16="http://schemas.microsoft.com/office/drawing/2014/main" id="{4C43C272-B6F5-1725-1D96-BFE9D5ACD2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22" name="Rectangle 26">
            <a:extLst>
              <a:ext uri="{FF2B5EF4-FFF2-40B4-BE49-F238E27FC236}">
                <a16:creationId xmlns:a16="http://schemas.microsoft.com/office/drawing/2014/main" id="{6498CD73-E902-0CF2-6C52-59A6F4FFF9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4F6D99E2-E5A2-4F15-84A9-889F1D42AE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3C98A859-91FD-7D55-F919-F1909110BE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9144000" cy="1143000"/>
          </a:xfrm>
        </p:spPr>
        <p:txBody>
          <a:bodyPr/>
          <a:lstStyle/>
          <a:p>
            <a:r>
              <a:rPr lang="en-US" altLang="pt-BR" sz="3200" b="1">
                <a:solidFill>
                  <a:schemeClr val="tx1"/>
                </a:solidFill>
                <a:effectLst/>
              </a:rPr>
              <a:t>Ó MEU SENHOR, DÁ-ME MAIS GRATIDÃO</a:t>
            </a:r>
            <a:br>
              <a:rPr lang="en-US" altLang="pt-BR" sz="3200" b="1">
                <a:solidFill>
                  <a:schemeClr val="tx1"/>
                </a:solidFill>
                <a:effectLst/>
              </a:rPr>
            </a:br>
            <a:r>
              <a:rPr lang="en-US" altLang="pt-BR" sz="3200" b="1">
                <a:solidFill>
                  <a:schemeClr val="tx1"/>
                </a:solidFill>
                <a:effectLst/>
              </a:rPr>
              <a:t>POR TUDO QUE TU FIZESTE POR MIM</a:t>
            </a:r>
            <a:br>
              <a:rPr lang="en-US" altLang="pt-BR" sz="3200" b="1">
                <a:solidFill>
                  <a:schemeClr val="tx1"/>
                </a:solidFill>
                <a:effectLst/>
              </a:rPr>
            </a:br>
            <a:r>
              <a:rPr lang="en-US" altLang="pt-BR" sz="3200" b="1">
                <a:solidFill>
                  <a:schemeClr val="tx1"/>
                </a:solidFill>
                <a:effectLst/>
              </a:rPr>
              <a:t>POR TUA GRAÇA NO MEU CORAÇÃO</a:t>
            </a:r>
            <a:br>
              <a:rPr lang="en-US" altLang="pt-BR" sz="3200" b="1">
                <a:solidFill>
                  <a:schemeClr val="tx1"/>
                </a:solidFill>
                <a:effectLst/>
              </a:rPr>
            </a:br>
            <a:r>
              <a:rPr lang="en-US" altLang="pt-BR" sz="3200" b="1">
                <a:solidFill>
                  <a:schemeClr val="tx1"/>
                </a:solidFill>
                <a:effectLst/>
              </a:rPr>
              <a:t>QUE ME ENCHEU DE VENTURA SEM FIM!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6">
            <a:extLst>
              <a:ext uri="{FF2B5EF4-FFF2-40B4-BE49-F238E27FC236}">
                <a16:creationId xmlns:a16="http://schemas.microsoft.com/office/drawing/2014/main" id="{5302E6CD-A4B7-8C93-6926-BCBEFF7564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2743200"/>
          </a:xfrm>
        </p:spPr>
        <p:txBody>
          <a:bodyPr/>
          <a:lstStyle/>
          <a:p>
            <a:r>
              <a:rPr lang="en-US" altLang="pt-BR" sz="3000" b="1" i="1">
                <a:solidFill>
                  <a:schemeClr val="tx1"/>
                </a:solidFill>
                <a:effectLst/>
              </a:rPr>
              <a:t>MAIS GRATO A TI, MAIS GRATO A TI</a:t>
            </a:r>
            <a:br>
              <a:rPr lang="en-US" altLang="pt-BR" sz="3000" b="1" i="1">
                <a:solidFill>
                  <a:schemeClr val="tx1"/>
                </a:solidFill>
                <a:effectLst/>
              </a:rPr>
            </a:br>
            <a:r>
              <a:rPr lang="en-US" altLang="pt-BR" sz="3000" b="1" i="1">
                <a:solidFill>
                  <a:schemeClr val="tx1"/>
                </a:solidFill>
                <a:effectLst/>
              </a:rPr>
              <a:t>MAIS CONSAGRADO, Ó FAZ-ME SENHOR!</a:t>
            </a:r>
            <a:br>
              <a:rPr lang="en-US" altLang="pt-BR" sz="3000" b="1" i="1">
                <a:solidFill>
                  <a:schemeClr val="tx1"/>
                </a:solidFill>
                <a:effectLst/>
              </a:rPr>
            </a:br>
            <a:r>
              <a:rPr lang="en-US" altLang="pt-BR" sz="3000" b="1" i="1">
                <a:solidFill>
                  <a:schemeClr val="tx1"/>
                </a:solidFill>
                <a:effectLst/>
              </a:rPr>
              <a:t>MAIS HUMILHADO E CHEIO DE AMOR</a:t>
            </a:r>
            <a:br>
              <a:rPr lang="en-US" altLang="pt-BR" sz="3000" b="1" i="1">
                <a:solidFill>
                  <a:schemeClr val="tx1"/>
                </a:solidFill>
                <a:effectLst/>
              </a:rPr>
            </a:br>
            <a:r>
              <a:rPr lang="en-US" altLang="pt-BR" sz="3000" b="1" i="1">
                <a:solidFill>
                  <a:schemeClr val="tx1"/>
                </a:solidFill>
                <a:effectLst/>
              </a:rPr>
              <a:t>FAZ-ME MAS GRATO A TI, MAIS GRATO A TI!</a:t>
            </a:r>
            <a:br>
              <a:rPr lang="en-US" altLang="pt-BR" sz="3000" b="1" i="1">
                <a:solidFill>
                  <a:schemeClr val="tx1"/>
                </a:solidFill>
                <a:effectLst/>
              </a:rPr>
            </a:br>
            <a:endParaRPr lang="en-US" altLang="pt-BR" sz="3000" b="1" i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>
            <a:extLst>
              <a:ext uri="{FF2B5EF4-FFF2-40B4-BE49-F238E27FC236}">
                <a16:creationId xmlns:a16="http://schemas.microsoft.com/office/drawing/2014/main" id="{E82AE8A4-3092-0886-0C09-00EA3B45E4F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14400"/>
            <a:ext cx="8229600" cy="1143000"/>
          </a:xfrm>
        </p:spPr>
        <p:txBody>
          <a:bodyPr/>
          <a:lstStyle/>
          <a:p>
            <a:r>
              <a:rPr lang="en-US" altLang="pt-BR" sz="3200" b="1">
                <a:solidFill>
                  <a:schemeClr val="tx1"/>
                </a:solidFill>
                <a:effectLst/>
              </a:rPr>
              <a:t>DE GRAÇA DESTE AO MEU CORAÇÃO</a:t>
            </a:r>
            <a:br>
              <a:rPr lang="en-US" altLang="pt-BR" sz="3200" b="1">
                <a:solidFill>
                  <a:schemeClr val="tx1"/>
                </a:solidFill>
                <a:effectLst/>
              </a:rPr>
            </a:br>
            <a:r>
              <a:rPr lang="en-US" altLang="pt-BR" sz="3200" b="1">
                <a:solidFill>
                  <a:schemeClr val="tx1"/>
                </a:solidFill>
                <a:effectLst/>
              </a:rPr>
              <a:t>A SANTIDADE, A PAZ E A FÉ</a:t>
            </a:r>
            <a:br>
              <a:rPr lang="en-US" altLang="pt-BR" sz="3200" b="1">
                <a:solidFill>
                  <a:schemeClr val="tx1"/>
                </a:solidFill>
                <a:effectLst/>
              </a:rPr>
            </a:br>
            <a:r>
              <a:rPr lang="en-US" altLang="pt-BR" sz="3200" b="1">
                <a:solidFill>
                  <a:schemeClr val="tx1"/>
                </a:solidFill>
                <a:effectLst/>
              </a:rPr>
              <a:t>GOZO CELESTE E CONSOLAÇÃO</a:t>
            </a:r>
            <a:br>
              <a:rPr lang="en-US" altLang="pt-BR" sz="3200" b="1">
                <a:solidFill>
                  <a:schemeClr val="tx1"/>
                </a:solidFill>
                <a:effectLst/>
              </a:rPr>
            </a:br>
            <a:r>
              <a:rPr lang="en-US" altLang="pt-BR" sz="3200" b="1">
                <a:solidFill>
                  <a:schemeClr val="tx1"/>
                </a:solidFill>
                <a:effectLst/>
              </a:rPr>
              <a:t>E LIBERDADE DE ESTAR AOS TEUS PÉS</a:t>
            </a:r>
            <a:br>
              <a:rPr lang="en-US" altLang="pt-BR" sz="3200" b="1">
                <a:solidFill>
                  <a:schemeClr val="tx1"/>
                </a:solidFill>
                <a:effectLst/>
              </a:rPr>
            </a:br>
            <a:endParaRPr lang="en-US" altLang="pt-BR" sz="3200" b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74F3C5C9-46CE-4FC8-42BA-B3731486F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581400"/>
          </a:xfrm>
          <a:noFill/>
          <a:ln/>
        </p:spPr>
        <p:txBody>
          <a:bodyPr/>
          <a:lstStyle/>
          <a:p>
            <a:r>
              <a:rPr lang="en-US" altLang="pt-BR" sz="3200" b="1" i="1">
                <a:solidFill>
                  <a:schemeClr val="tx1"/>
                </a:solidFill>
                <a:effectLst/>
              </a:rPr>
              <a:t>MAIS GRATO A TI, MAIS GRATO A TI</a:t>
            </a:r>
            <a:br>
              <a:rPr lang="en-US" altLang="pt-BR" sz="3200" b="1" i="1">
                <a:solidFill>
                  <a:schemeClr val="tx1"/>
                </a:solidFill>
                <a:effectLst/>
              </a:rPr>
            </a:br>
            <a:r>
              <a:rPr lang="en-US" altLang="pt-BR" sz="3200" b="1" i="1">
                <a:solidFill>
                  <a:schemeClr val="tx1"/>
                </a:solidFill>
                <a:effectLst/>
              </a:rPr>
              <a:t>MAIS CONSAGRADO, Ó FAZ-ME SENHOR!</a:t>
            </a:r>
            <a:br>
              <a:rPr lang="en-US" altLang="pt-BR" sz="3200" b="1" i="1">
                <a:solidFill>
                  <a:schemeClr val="tx1"/>
                </a:solidFill>
                <a:effectLst/>
              </a:rPr>
            </a:br>
            <a:r>
              <a:rPr lang="en-US" altLang="pt-BR" sz="3200" b="1" i="1">
                <a:solidFill>
                  <a:schemeClr val="tx1"/>
                </a:solidFill>
                <a:effectLst/>
              </a:rPr>
              <a:t>MAIS HUMILHADO E CHEIO DE AMOR</a:t>
            </a:r>
            <a:br>
              <a:rPr lang="en-US" altLang="pt-BR" sz="3200" b="1" i="1">
                <a:solidFill>
                  <a:schemeClr val="tx1"/>
                </a:solidFill>
                <a:effectLst/>
              </a:rPr>
            </a:br>
            <a:r>
              <a:rPr lang="en-US" altLang="pt-BR" sz="3200" b="1" i="1">
                <a:solidFill>
                  <a:schemeClr val="tx1"/>
                </a:solidFill>
                <a:effectLst/>
              </a:rPr>
              <a:t>FAZ-ME MAS GRATO A TI, MAIS GRATO A TI!</a:t>
            </a:r>
            <a:br>
              <a:rPr lang="en-US" altLang="pt-BR" sz="3200" b="1" i="1">
                <a:solidFill>
                  <a:schemeClr val="tx1"/>
                </a:solidFill>
                <a:effectLst/>
              </a:rPr>
            </a:br>
            <a:endParaRPr lang="en-US" altLang="pt-BR" sz="3200" b="1" i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>
            <a:extLst>
              <a:ext uri="{FF2B5EF4-FFF2-40B4-BE49-F238E27FC236}">
                <a16:creationId xmlns:a16="http://schemas.microsoft.com/office/drawing/2014/main" id="{3365CC36-4AB0-CAD0-D417-D37CE87851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914400"/>
            <a:ext cx="9144000" cy="1143000"/>
          </a:xfrm>
        </p:spPr>
        <p:txBody>
          <a:bodyPr/>
          <a:lstStyle/>
          <a:p>
            <a:r>
              <a:rPr lang="en-US" altLang="pt-BR" sz="3000" b="1">
                <a:solidFill>
                  <a:schemeClr val="tx1"/>
                </a:solidFill>
                <a:effectLst/>
              </a:rPr>
              <a:t>Ó MEU SENHOR, TU FIZESTE POR MIM</a:t>
            </a:r>
            <a:br>
              <a:rPr lang="en-US" altLang="pt-BR" sz="3000" b="1">
                <a:solidFill>
                  <a:schemeClr val="tx1"/>
                </a:solidFill>
                <a:effectLst/>
              </a:rPr>
            </a:br>
            <a:r>
              <a:rPr lang="en-US" altLang="pt-BR" sz="3000" b="1">
                <a:solidFill>
                  <a:schemeClr val="tx1"/>
                </a:solidFill>
                <a:effectLst/>
              </a:rPr>
              <a:t>O QUE NINGUÉM PODERIA FAZER</a:t>
            </a:r>
            <a:br>
              <a:rPr lang="en-US" altLang="pt-BR" sz="3000" b="1">
                <a:solidFill>
                  <a:schemeClr val="tx1"/>
                </a:solidFill>
                <a:effectLst/>
              </a:rPr>
            </a:br>
            <a:r>
              <a:rPr lang="en-US" altLang="pt-BR" sz="3000" b="1">
                <a:solidFill>
                  <a:schemeClr val="tx1"/>
                </a:solidFill>
                <a:effectLst/>
              </a:rPr>
              <a:t>NA CRUZ PREGADO VERTESTE, ASSIM</a:t>
            </a:r>
            <a:br>
              <a:rPr lang="en-US" altLang="pt-BR" sz="3000" b="1">
                <a:solidFill>
                  <a:schemeClr val="tx1"/>
                </a:solidFill>
                <a:effectLst/>
              </a:rPr>
            </a:br>
            <a:r>
              <a:rPr lang="en-US" altLang="pt-BR" sz="3000" b="1">
                <a:solidFill>
                  <a:schemeClr val="tx1"/>
                </a:solidFill>
                <a:effectLst/>
              </a:rPr>
              <a:t>SANGUE NO QUAL POSSO SEMPRE VENCER</a:t>
            </a:r>
            <a:br>
              <a:rPr lang="en-US" altLang="pt-BR" sz="3200" b="1">
                <a:solidFill>
                  <a:schemeClr val="tx1"/>
                </a:solidFill>
                <a:effectLst/>
              </a:rPr>
            </a:br>
            <a:endParaRPr lang="en-US" altLang="pt-BR" sz="3200" b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15316DDC-6252-E956-D134-CD339465A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581400"/>
          </a:xfrm>
          <a:noFill/>
          <a:ln/>
        </p:spPr>
        <p:txBody>
          <a:bodyPr/>
          <a:lstStyle/>
          <a:p>
            <a:r>
              <a:rPr lang="en-US" altLang="pt-BR" sz="3200" b="1" i="1">
                <a:solidFill>
                  <a:schemeClr val="tx1"/>
                </a:solidFill>
                <a:effectLst/>
              </a:rPr>
              <a:t>MAIS GRATO A TI, MAIS GRATO A TI</a:t>
            </a:r>
            <a:br>
              <a:rPr lang="en-US" altLang="pt-BR" sz="3200" b="1" i="1">
                <a:solidFill>
                  <a:schemeClr val="tx1"/>
                </a:solidFill>
                <a:effectLst/>
              </a:rPr>
            </a:br>
            <a:r>
              <a:rPr lang="en-US" altLang="pt-BR" sz="3200" b="1" i="1">
                <a:solidFill>
                  <a:schemeClr val="tx1"/>
                </a:solidFill>
                <a:effectLst/>
              </a:rPr>
              <a:t>MAIS CONSAGRADO, Ó FAZ-ME SENHOR!</a:t>
            </a:r>
            <a:br>
              <a:rPr lang="en-US" altLang="pt-BR" sz="3200" b="1" i="1">
                <a:solidFill>
                  <a:schemeClr val="tx1"/>
                </a:solidFill>
                <a:effectLst/>
              </a:rPr>
            </a:br>
            <a:r>
              <a:rPr lang="en-US" altLang="pt-BR" sz="3200" b="1" i="1">
                <a:solidFill>
                  <a:schemeClr val="tx1"/>
                </a:solidFill>
                <a:effectLst/>
              </a:rPr>
              <a:t>MAIS HUMILHADO E CHEIO DE AMOR</a:t>
            </a:r>
            <a:br>
              <a:rPr lang="en-US" altLang="pt-BR" sz="3200" b="1" i="1">
                <a:solidFill>
                  <a:schemeClr val="tx1"/>
                </a:solidFill>
                <a:effectLst/>
              </a:rPr>
            </a:br>
            <a:r>
              <a:rPr lang="en-US" altLang="pt-BR" sz="3200" b="1" i="1">
                <a:solidFill>
                  <a:schemeClr val="tx1"/>
                </a:solidFill>
                <a:effectLst/>
              </a:rPr>
              <a:t>FAZ-ME MAS GRATO A TI, MAIS GRATO A TI!</a:t>
            </a:r>
            <a:br>
              <a:rPr lang="en-US" altLang="pt-BR" sz="3200" b="1" i="1">
                <a:solidFill>
                  <a:schemeClr val="tx1"/>
                </a:solidFill>
                <a:effectLst/>
              </a:rPr>
            </a:br>
            <a:endParaRPr lang="en-US" altLang="pt-BR" sz="3200" b="1" i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tanha">
  <a:themeElements>
    <a:clrScheme name="Montanha 5">
      <a:dk1>
        <a:srgbClr val="463416"/>
      </a:dk1>
      <a:lt1>
        <a:srgbClr val="FFFFFF"/>
      </a:lt1>
      <a:dk2>
        <a:srgbClr val="003399"/>
      </a:dk2>
      <a:lt2>
        <a:srgbClr val="E3E3FF"/>
      </a:lt2>
      <a:accent1>
        <a:srgbClr val="3399FF"/>
      </a:accent1>
      <a:accent2>
        <a:srgbClr val="33CCCC"/>
      </a:accent2>
      <a:accent3>
        <a:srgbClr val="AAADCA"/>
      </a:accent3>
      <a:accent4>
        <a:srgbClr val="DADADA"/>
      </a:accent4>
      <a:accent5>
        <a:srgbClr val="ADCAFF"/>
      </a:accent5>
      <a:accent6>
        <a:srgbClr val="2DB9B9"/>
      </a:accent6>
      <a:hlink>
        <a:srgbClr val="00FFCC"/>
      </a:hlink>
      <a:folHlink>
        <a:srgbClr val="808000"/>
      </a:folHlink>
    </a:clrScheme>
    <a:fontScheme name="Montan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ntanha 1">
        <a:dk1>
          <a:srgbClr val="4C3A1C"/>
        </a:dk1>
        <a:lt1>
          <a:srgbClr val="FFFFFF"/>
        </a:lt1>
        <a:dk2>
          <a:srgbClr val="993300"/>
        </a:dk2>
        <a:lt2>
          <a:srgbClr val="CCAA00"/>
        </a:lt2>
        <a:accent1>
          <a:srgbClr val="FF3300"/>
        </a:accent1>
        <a:accent2>
          <a:srgbClr val="9E6600"/>
        </a:accent2>
        <a:accent3>
          <a:srgbClr val="CAADAA"/>
        </a:accent3>
        <a:accent4>
          <a:srgbClr val="DADADA"/>
        </a:accent4>
        <a:accent5>
          <a:srgbClr val="FFADAA"/>
        </a:accent5>
        <a:accent6>
          <a:srgbClr val="8F5C00"/>
        </a:accent6>
        <a:hlink>
          <a:srgbClr val="FFCC00"/>
        </a:hlink>
        <a:folHlink>
          <a:srgbClr val="F7DC9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2">
        <a:dk1>
          <a:srgbClr val="3D0058"/>
        </a:dk1>
        <a:lt1>
          <a:srgbClr val="FFFFFF"/>
        </a:lt1>
        <a:dk2>
          <a:srgbClr val="9188B0"/>
        </a:dk2>
        <a:lt2>
          <a:srgbClr val="DDE0DC"/>
        </a:lt2>
        <a:accent1>
          <a:srgbClr val="FFCC00"/>
        </a:accent1>
        <a:accent2>
          <a:srgbClr val="4C3D78"/>
        </a:accent2>
        <a:accent3>
          <a:srgbClr val="C7C3D4"/>
        </a:accent3>
        <a:accent4>
          <a:srgbClr val="DADADA"/>
        </a:accent4>
        <a:accent5>
          <a:srgbClr val="FFE2AA"/>
        </a:accent5>
        <a:accent6>
          <a:srgbClr val="44366C"/>
        </a:accent6>
        <a:hlink>
          <a:srgbClr val="743D78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3">
        <a:dk1>
          <a:srgbClr val="10104C"/>
        </a:dk1>
        <a:lt1>
          <a:srgbClr val="FFFFFF"/>
        </a:lt1>
        <a:dk2>
          <a:srgbClr val="003366"/>
        </a:dk2>
        <a:lt2>
          <a:srgbClr val="C6CCD4"/>
        </a:lt2>
        <a:accent1>
          <a:srgbClr val="33CCFF"/>
        </a:accent1>
        <a:accent2>
          <a:srgbClr val="5B5B8D"/>
        </a:accent2>
        <a:accent3>
          <a:srgbClr val="AAADB8"/>
        </a:accent3>
        <a:accent4>
          <a:srgbClr val="DADADA"/>
        </a:accent4>
        <a:accent5>
          <a:srgbClr val="ADE2FF"/>
        </a:accent5>
        <a:accent6>
          <a:srgbClr val="52527F"/>
        </a:accent6>
        <a:hlink>
          <a:srgbClr val="4529AB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4">
        <a:dk1>
          <a:srgbClr val="B0C8CA"/>
        </a:dk1>
        <a:lt1>
          <a:srgbClr val="FFFFFF"/>
        </a:lt1>
        <a:dk2>
          <a:srgbClr val="000099"/>
        </a:dk2>
        <a:lt2>
          <a:srgbClr val="FFFFFF"/>
        </a:lt2>
        <a:accent1>
          <a:srgbClr val="89C4FF"/>
        </a:accent1>
        <a:accent2>
          <a:srgbClr val="00008C"/>
        </a:accent2>
        <a:accent3>
          <a:srgbClr val="AAAACA"/>
        </a:accent3>
        <a:accent4>
          <a:srgbClr val="DADADA"/>
        </a:accent4>
        <a:accent5>
          <a:srgbClr val="C4DEFF"/>
        </a:accent5>
        <a:accent6>
          <a:srgbClr val="00007E"/>
        </a:accent6>
        <a:hlink>
          <a:srgbClr val="6666FF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5">
        <a:dk1>
          <a:srgbClr val="463416"/>
        </a:dk1>
        <a:lt1>
          <a:srgbClr val="FFFFFF"/>
        </a:lt1>
        <a:dk2>
          <a:srgbClr val="003399"/>
        </a:dk2>
        <a:lt2>
          <a:srgbClr val="E3E3FF"/>
        </a:lt2>
        <a:accent1>
          <a:srgbClr val="3399FF"/>
        </a:accent1>
        <a:accent2>
          <a:srgbClr val="33CCCC"/>
        </a:accent2>
        <a:accent3>
          <a:srgbClr val="AAADCA"/>
        </a:accent3>
        <a:accent4>
          <a:srgbClr val="DADADA"/>
        </a:accent4>
        <a:accent5>
          <a:srgbClr val="ADCAFF"/>
        </a:accent5>
        <a:accent6>
          <a:srgbClr val="2DB9B9"/>
        </a:accent6>
        <a:hlink>
          <a:srgbClr val="00FFCC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6">
        <a:dk1>
          <a:srgbClr val="809296"/>
        </a:dk1>
        <a:lt1>
          <a:srgbClr val="FFFFFF"/>
        </a:lt1>
        <a:dk2>
          <a:srgbClr val="6699FF"/>
        </a:dk2>
        <a:lt2>
          <a:srgbClr val="B3EDFF"/>
        </a:lt2>
        <a:accent1>
          <a:srgbClr val="FF9933"/>
        </a:accent1>
        <a:accent2>
          <a:srgbClr val="FFAA99"/>
        </a:accent2>
        <a:accent3>
          <a:srgbClr val="B8CAFF"/>
        </a:accent3>
        <a:accent4>
          <a:srgbClr val="DADADA"/>
        </a:accent4>
        <a:accent5>
          <a:srgbClr val="FFCAAD"/>
        </a:accent5>
        <a:accent6>
          <a:srgbClr val="E79A8A"/>
        </a:accent6>
        <a:hlink>
          <a:srgbClr val="FFCFA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7">
        <a:dk1>
          <a:srgbClr val="006666"/>
        </a:dk1>
        <a:lt1>
          <a:srgbClr val="FFFFFF"/>
        </a:lt1>
        <a:dk2>
          <a:srgbClr val="85D1E3"/>
        </a:dk2>
        <a:lt2>
          <a:srgbClr val="CCFFFF"/>
        </a:lt2>
        <a:accent1>
          <a:srgbClr val="FFCC00"/>
        </a:accent1>
        <a:accent2>
          <a:srgbClr val="00CC99"/>
        </a:accent2>
        <a:accent3>
          <a:srgbClr val="C2E5EF"/>
        </a:accent3>
        <a:accent4>
          <a:srgbClr val="DADADA"/>
        </a:accent4>
        <a:accent5>
          <a:srgbClr val="FFE2AA"/>
        </a:accent5>
        <a:accent6>
          <a:srgbClr val="00B98A"/>
        </a:accent6>
        <a:hlink>
          <a:srgbClr val="0099FF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8">
        <a:dk1>
          <a:srgbClr val="404B3D"/>
        </a:dk1>
        <a:lt1>
          <a:srgbClr val="FFFFFF"/>
        </a:lt1>
        <a:dk2>
          <a:srgbClr val="A7A491"/>
        </a:dk2>
        <a:lt2>
          <a:srgbClr val="CCD0CA"/>
        </a:lt2>
        <a:accent1>
          <a:srgbClr val="33CCCC"/>
        </a:accent1>
        <a:accent2>
          <a:srgbClr val="004E4C"/>
        </a:accent2>
        <a:accent3>
          <a:srgbClr val="D0CFC7"/>
        </a:accent3>
        <a:accent4>
          <a:srgbClr val="DADADA"/>
        </a:accent4>
        <a:accent5>
          <a:srgbClr val="ADE2E2"/>
        </a:accent5>
        <a:accent6>
          <a:srgbClr val="004644"/>
        </a:accent6>
        <a:hlink>
          <a:srgbClr val="477781"/>
        </a:hlink>
        <a:folHlink>
          <a:srgbClr val="85CC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9">
        <a:dk1>
          <a:srgbClr val="000000"/>
        </a:dk1>
        <a:lt1>
          <a:srgbClr val="FFFFFF"/>
        </a:lt1>
        <a:dk2>
          <a:srgbClr val="FFFFAF"/>
        </a:dk2>
        <a:lt2>
          <a:srgbClr val="676597"/>
        </a:lt2>
        <a:accent1>
          <a:srgbClr val="66CCFF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B9D6E7"/>
        </a:accent6>
        <a:hlink>
          <a:srgbClr val="6600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Montanha</Template>
  <TotalTime>32</TotalTime>
  <Words>200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Wingdings</vt:lpstr>
      <vt:lpstr>Montanha</vt:lpstr>
      <vt:lpstr>Ó MEU SENHOR, DÁ-ME MAIS GRATIDÃO POR TUDO QUE TU FIZESTE POR MIM POR TUA GRAÇA NO MEU CORAÇÃO QUE ME ENCHEU DE VENTURA SEM FIM!</vt:lpstr>
      <vt:lpstr>MAIS GRATO A TI, MAIS GRATO A TI MAIS CONSAGRADO, Ó FAZ-ME SENHOR! MAIS HUMILHADO E CHEIO DE AMOR FAZ-ME MAS GRATO A TI, MAIS GRATO A TI! </vt:lpstr>
      <vt:lpstr>DE GRAÇA DESTE AO MEU CORAÇÃO A SANTIDADE, A PAZ E A FÉ GOZO CELESTE E CONSOLAÇÃO E LIBERDADE DE ESTAR AOS TEUS PÉS </vt:lpstr>
      <vt:lpstr>MAIS GRATO A TI, MAIS GRATO A TI MAIS CONSAGRADO, Ó FAZ-ME SENHOR! MAIS HUMILHADO E CHEIO DE AMOR FAZ-ME MAS GRATO A TI, MAIS GRATO A TI! </vt:lpstr>
      <vt:lpstr>Ó MEU SENHOR, TU FIZESTE POR MIM O QUE NINGUÉM PODERIA FAZER NA CRUZ PREGADO VERTESTE, ASSIM SANGUE NO QUAL POSSO SEMPRE VENCER </vt:lpstr>
      <vt:lpstr>MAIS GRATO A TI, MAIS GRATO A TI MAIS CONSAGRADO, Ó FAZ-ME SENHOR! MAIS HUMILHADO E CHEIO DE AMOR FAZ-ME MAS GRATO A TI, MAIS GRATO A TI! </vt:lpstr>
    </vt:vector>
  </TitlesOfParts>
  <Company>Bethesda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owner</dc:creator>
  <cp:lastModifiedBy>Emerson Souza</cp:lastModifiedBy>
  <cp:revision>5</cp:revision>
  <dcterms:created xsi:type="dcterms:W3CDTF">2005-03-03T20:40:16Z</dcterms:created>
  <dcterms:modified xsi:type="dcterms:W3CDTF">2026-05-02T22:07:48Z</dcterms:modified>
</cp:coreProperties>
</file>