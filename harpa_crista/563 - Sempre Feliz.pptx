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1984B-1F94-B345-3578-4857C6232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458719-445D-7909-66BE-E657C5DD3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58D95-17D3-9D38-364D-DF93E400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083D1-F399-80F2-2358-801A8FA8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422926-C5A0-517A-5AD1-BC79A140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F768E5-7C78-4027-AD9E-14AFD4EAA6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19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8DA9B-E881-5AA4-7EC5-0304D663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8FDB80-B36E-329A-C077-B09BC27F9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7F480-D2D1-1D35-85B1-A563894D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84AA9F-8500-5CE8-3B9B-BA00CF68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BB7BAE-204E-BF62-BE6D-6FF7E893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02F2D-BE94-4B67-8696-FEBE22618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151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6B07D-CF27-666C-57E2-07FFDDEC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25DD6-E260-0E85-651D-35434F46E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BFC35D-1B75-714A-DA20-36FEB6CAD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E0DE7B-203C-04E3-29BE-05E1394D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23BB87-0A62-51D9-BB10-F3C1DB95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B624D-01E5-494F-A67A-024177B7B0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259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234F0-8EA0-64FE-CA18-F6913D49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AB5E06-2E11-59C2-17E9-3E5BC33D5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169B88-5A9C-9471-5824-3111F6650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9296A1-A9BF-FC32-CED3-F9C12D1D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B13E8F-C2CB-9D98-B67E-21232624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1C05A3-A2BD-B905-6BB5-22E44F37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B1186-2736-405B-96A1-89BE3960D1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75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D2137-D929-2F6D-BD1F-B3FB2E60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CDD499-C226-8BE1-6F91-9FB7E28DB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EAF55D-5251-4254-FC69-34EC206E1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AE29AE-5976-3A03-4639-2DF4B4EC7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C28D69-EE0B-0D07-F7CC-1A0B95CB3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715331-7F5C-E433-2F43-DDA0A470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526DA5-2F78-3DE6-5134-1DA4BBFC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1577FE-9C13-8DD6-89F1-28AA7DBA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E3781-39D4-4161-9E1E-13AABB7E81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58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54945-27CE-58A8-30B5-4AF67FEF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6C5493-F9EF-575C-37C8-3B611BF1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A80DA-7070-991E-7454-41027689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269075-AF11-17BF-84CF-C4F03ACD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AFDB0-902A-4317-957D-21AB064F5A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336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533C2AF-17BC-59DD-7386-175C8FB8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B78A2D2-8A17-3FA8-8605-CA4BB2E4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9B123A-6524-B49B-8F37-C1D42AC6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25900-FC38-429D-BA8C-954F8CA71B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967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24A10-9728-E695-F0B4-55F87353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731679-66EC-2159-4DB6-6FCF0060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2496F2-698F-A50B-5291-C4619525A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1CCCB4-0EFF-161B-4BC9-25190333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2E55AB-BC37-9C1D-A445-7CA104FD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CBE850-B75B-16B4-AEA0-0522C8C9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7E675-E813-43C3-936A-CD6F5605D9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803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6AE2D-E810-B2F9-DEDB-1710125B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A06207-8D68-3642-9E62-B0E5E6B61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B053E0-62E4-28E8-8CBF-7DB43736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9B2062-401E-5088-D74D-F3294AB6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9B4D7B-33FE-65A7-E38F-5F36FFA7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161EAF-D058-AA21-18DB-27F1E2A0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85169B-1BE1-4558-A55A-12541121E5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578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C785-9C0C-9DEC-01F9-B92D11C2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5F9E00-273B-280A-151C-A73DBDB60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157232-C2E1-573A-0D99-02346570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3576E1-464E-A0A0-3C38-16F4B09D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875D4F-CB6F-B72F-A15E-1B47AFC6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E73FB2-C91A-4A86-A165-EEE5992ACA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699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4F590F-12DC-906C-6075-124289B58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68C065-B202-8FE1-77AB-26554CB43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E27FEC-B2DD-917F-E869-F067F944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4C0009-37AE-8657-821C-39E7AC13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A9B825-FAE9-8964-CC99-90D5A245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B5BFFD-6E46-4C51-9D3D-22150F2E0A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98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A16189-EBB0-2BE7-E527-3E99BAE50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FE823C-A6E0-91EB-5985-549F68C07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D25D32-3CE1-FA23-C530-A28BD54F52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416B394-CA96-07F3-2990-802EA58976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A8131B1-F61C-3D8E-AEF3-4C207842C9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B4E7EDE-477C-4234-9B23-3280AAC53C3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20CBDB1-9821-A71E-7AF5-F1CE5C3400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/>
              <a:t>563 – Sempre Feliz</a:t>
            </a:r>
            <a:r>
              <a:rPr lang="en-US" altLang="pt-BR" sz="4400"/>
              <a:t> </a:t>
            </a:r>
            <a:br>
              <a:rPr lang="en-US" altLang="pt-BR" sz="4400" b="1" i="1"/>
            </a:b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4AAD14F-4520-38E4-0226-C03E284A91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46C6825-DBD1-1785-1E69-1A898D073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Feliz, eu sou feliz, feliz,</a:t>
            </a:r>
            <a:br>
              <a:rPr lang="en-US" altLang="pt-BR" i="1"/>
            </a:br>
            <a:r>
              <a:rPr lang="en-US" altLang="pt-BR" i="1"/>
              <a:t>Oh! sempre mui feliz!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Pois Cristo veio e me salvou, </a:t>
            </a:r>
            <a:br>
              <a:rPr lang="en-US" altLang="pt-BR" i="1"/>
            </a:br>
            <a:r>
              <a:rPr lang="en-US" altLang="pt-BR" i="1"/>
              <a:t>Meu coração lavou. </a:t>
            </a:r>
            <a:br>
              <a:rPr lang="en-US" altLang="pt-BR" i="1"/>
            </a:br>
            <a:r>
              <a:rPr lang="en-US" altLang="pt-BR" i="1"/>
              <a:t>Feliz, eu sou feliz, </a:t>
            </a:r>
            <a:br>
              <a:rPr lang="en-US" altLang="pt-BR" i="1"/>
            </a:br>
            <a:r>
              <a:rPr lang="en-US" altLang="pt-BR" i="1"/>
              <a:t>Oh! sempre mui feliz!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Feliz, eu sou feliz, feliz, </a:t>
            </a:r>
            <a:br>
              <a:rPr lang="en-US" altLang="pt-BR" i="1"/>
            </a:br>
            <a:r>
              <a:rPr lang="en-US" altLang="pt-BR" i="1"/>
              <a:t>Oh! sempre mui feliz!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563 – Sempre Feliz  </vt:lpstr>
      <vt:lpstr>Feliz, eu sou feliz, feliz, Oh! sempre mui feliz!  Pois Cristo veio e me salvou,  Meu coração lavou.  Feliz, eu sou feliz,  Oh! sempre mui feliz!  Feliz, eu sou feliz, feliz,  Oh! sempre mui feliz!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563 – Sempre Feliz  </dc:title>
  <dc:creator>Junior</dc:creator>
  <cp:lastModifiedBy>Emerson Souza</cp:lastModifiedBy>
  <cp:revision>1</cp:revision>
  <dcterms:created xsi:type="dcterms:W3CDTF">2005-12-27T01:09:34Z</dcterms:created>
  <dcterms:modified xsi:type="dcterms:W3CDTF">2026-05-02T22:24:18Z</dcterms:modified>
</cp:coreProperties>
</file>