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00"/>
    <a:srgbClr val="996633"/>
    <a:srgbClr val="CC99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61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3CEB7-29E6-2153-E02B-2E15EB533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A60353-7C28-7FFD-2992-B9117F924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82982D-1C5E-8485-289D-6B5749BE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13AE87-B134-F33A-04B9-75654B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12EB5D-DD27-C562-3F1B-6B648B10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67E5D-8649-40CA-A02E-9C399CBC11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891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F7730-0041-0855-8754-BC391FB2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AA5A4-B024-4666-0E88-0A23F1D9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14FB29-0685-9CC0-CB4C-8A5C9B23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3AF18D-D980-3699-B5B0-3F40A1CF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AC7C3-07D4-F0C9-99C0-8EEAC9F5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0EECA-1B30-4C1F-9499-9D93BC8E8B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634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A1100-BE06-392A-36A6-C2DB564B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7DBDE-68F1-2A60-128A-D9C6BB62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97259A-BC5D-08F4-ADD7-1F228073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4AF9F-476A-B30B-08FD-2B712643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583252-37EF-BF33-6889-E554AB471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43E14-B8FC-4B36-B2F5-6DAF2E1D22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485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6FF3A-F1E2-3BA7-C04E-C5B964E6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C5A743-4E51-ED47-B84C-A6A0BD88F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AD6F57-D34C-4161-FD2A-5EBE9FA3B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FC04B9-FA83-B8E4-E564-C3E2045A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7FE5DE-B19F-8A90-47C0-C8296BA8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9A193F-8B2A-3C32-98B4-01B5CA2D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295654-C93C-4A23-A06C-876022B964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900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06622-6789-66EF-B255-4D118077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B7BCFF-5D8D-93B4-9ECF-D2F7DE8DF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D6578F-99FB-6151-A4A4-FE8928158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D1AF06-01C8-41ED-40B7-6BA36B01E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76B6E6-3AAC-D6C8-B497-FDE24D896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890A25-64C0-A597-23C1-4427BED7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D5985D-6B30-788B-9FD7-56C2617A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1138C8-21F9-441D-A0F1-CC2608D9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A869E-40C5-4C74-BBF3-0D2A83314A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486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A3225-3795-3732-CAA9-C509D43B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E48BF4-ECD1-3311-EAC9-4004813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E5343B-1650-A081-18A4-11A05C9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181259-FDFA-B8D5-2C84-89C57475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97788-2CDA-4DBE-876B-F69D21E0CE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520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28F296-B42C-FB1E-F65E-BB278FA8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BF9945-3451-6D24-B2DF-B7191DD6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57CE35-0949-6C54-630E-39981CBA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181A1-1C78-4A5D-8EC6-E888B958CB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168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F4CCF-ADC0-B548-ABC1-10B086EA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07DE8-0F1D-956D-2828-DCCDD939A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EDDB5B-761C-E810-7721-147E98F16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0B8A8C-8EB6-0F2E-C916-4834F568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72E9FD-86ED-F022-A56C-F89D54A3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286993-60A8-0B2A-42F0-9F943694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AC318-5A0F-4BFA-B4E7-807D9C891E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567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4A057-FAFD-9E29-95A1-012B00FD6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2066C6-CBF9-0C01-D42D-F30D5AD1B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5FD91-AE83-FC94-0ABF-71E5993BD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4B5AAA-E8A2-6043-56BA-6D7A7C795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0A39B5-2DF5-BA59-5461-8A76D6BB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1BBB5D-286C-7BC8-FF1B-827DEE1A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62B6F2-CB24-41E7-9C76-E7DBD5E393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642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1090E-3852-6FF1-0B08-16029C66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F8FBD2-A941-B2E9-C99C-307E77E53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BEE37-0F9F-00C4-18B1-6121631A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601EF4-F28B-DCC9-0CFC-1EA7266B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A6F3D0-D5AD-07F4-F00F-555DC944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9C78EA-309A-43E1-B35A-155C23A74E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657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5F45D2-4EC8-31EA-167E-1610E3818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9F4029-51FC-758B-B2D5-F6B5A7E0B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7E17F-7C6A-683D-7E56-88C6BF51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A80B31-8808-DE6A-F28B-EF879E02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EAAEE-E278-BDCE-4F18-4AD5C151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6BF3B6-182B-49BC-8128-2DB8C201A1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056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663300"/>
          </a:fgClr>
          <a:bgClr>
            <a:srgbClr val="99663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874259-CAF0-64A5-AD39-66936826B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0EC8708-88ED-7B34-5C87-4DDD59735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9A9248-F71A-CECA-CF0B-BA552016F8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D53FA7-2273-67D9-E554-ED8E5DF64B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8918F4-D260-9A49-62F3-1704267FF8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27FD981-2227-493A-999A-080C79AF9E5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CAA35E6-817B-104F-A301-02CC25D3DE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FFFF99"/>
                </a:solidFill>
                <a:latin typeface="Algerian" panose="04020705040A02060702" pitchFamily="82" charset="0"/>
              </a:rPr>
              <a:t>303</a:t>
            </a:r>
            <a:br>
              <a:rPr lang="pt-BR" altLang="pt-BR" sz="4400">
                <a:solidFill>
                  <a:srgbClr val="FFFF99"/>
                </a:solidFill>
                <a:latin typeface="Algerian" panose="04020705040A02060702" pitchFamily="82" charset="0"/>
              </a:rPr>
            </a:br>
            <a:r>
              <a:rPr lang="pt-BR" altLang="pt-BR" sz="4400">
                <a:solidFill>
                  <a:srgbClr val="FFFF99"/>
                </a:solidFill>
                <a:latin typeface="Algerian" panose="04020705040A02060702" pitchFamily="82" charset="0"/>
              </a:rPr>
              <a:t>Precisamos de Jesus</a:t>
            </a:r>
            <a:endParaRPr lang="en-US" altLang="pt-BR" sz="4400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2837B7A0-3088-6674-3126-D30EE0F74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Quando o sol brilhar 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em qualquer lugar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Quando escurecer, tudo fenecer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8F745906-F39D-686E-6F6C-18DA3F14C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eu preciso de jesus,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Pecador, vem para a luz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Que resplandeceu na cruz;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5C3C615E-571E-9521-0390-1917DBF9B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P’ra obter perdão, 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Plena salvação,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Para caminhar firme, sem errar;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A2206A55-A9C6-B40E-9E55-ED1E9C0D4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eu preciso de jesus,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Pecador, vem para a luz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Que resplandeceu na cruz;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AAF1352C-868B-9BF3-02F0-E150A1C37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Mesmo havendo paz,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Calma mui veraz,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Na perseguição, na tribulação,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FDC2D21B-A5E9-34F7-5176-5D6BC9C5A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eu preciso de jesus,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Pecador, vem para a luz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Que resplandeceu na cruz;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01C30785-A03A-20A5-DA09-C463BA329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Quando a morte entrar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Em teu próprio lar,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Ante o tribunal, decisão final,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281BF4C1-0493-0225-31B8-27A8DFBD6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eu preciso de jesus,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 de jesus;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Pecador, vem para a luz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Que resplandeceu na cruz;</a:t>
            </a:r>
          </a:p>
          <a:p>
            <a:pPr algn="ctr">
              <a:buFontTx/>
              <a:buNone/>
            </a:pPr>
            <a:r>
              <a:rPr lang="pt-BR" altLang="pt-BR">
                <a:solidFill>
                  <a:srgbClr val="FFFF99"/>
                </a:solidFill>
                <a:latin typeface="Algerian" panose="04020705040A02060702" pitchFamily="82" charset="0"/>
              </a:rPr>
              <a:t>Tu precisas de jesus!</a:t>
            </a:r>
            <a:endParaRPr lang="en-US" altLang="pt-BR">
              <a:solidFill>
                <a:srgbClr val="FFFF99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204</Words>
  <Application>Microsoft Office PowerPoint</Application>
  <PresentationFormat>Apresentação na tela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Algerian</vt:lpstr>
      <vt:lpstr>Design padrão</vt:lpstr>
      <vt:lpstr>303 Precisamos de Jesus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303 Precisamos de Jesus</dc:title>
  <dc:creator>Junior</dc:creator>
  <cp:lastModifiedBy>Emerson Souza</cp:lastModifiedBy>
  <cp:revision>2</cp:revision>
  <dcterms:created xsi:type="dcterms:W3CDTF">2005-07-02T18:35:32Z</dcterms:created>
  <dcterms:modified xsi:type="dcterms:W3CDTF">2026-05-02T22:02:09Z</dcterms:modified>
</cp:coreProperties>
</file>