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1CC85-D368-1FB7-D851-F1573CDA7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F361F1-F7A1-6CA6-63FD-7E218D968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8EAA28-213B-0250-7773-BA349720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D6BA8C-CE3B-A48B-2DED-69940016F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722413-AF2A-4CA3-0A5C-FAD9E13B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75C973-E146-4261-84CB-1C6E562705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708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C6726-02F1-DA7A-B06D-870F40B6A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6040B0-64FB-7964-A016-38D278406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8C6FB3-790D-09C5-34FA-9B323FFA5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E9D89B-8AE5-2D38-1BA3-C14D6C7B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CCFA44-9959-CB0F-02EA-274595558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2276BB-923D-4469-8ED8-56A1597FC0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8211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7707E-C109-BD2A-6779-999389978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257A0C-F28B-EAB6-CA54-5B5624C9C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6B7232-5C50-48F8-8F6D-A00F8A802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37FC5D-C776-6FA2-0AAD-C2355236E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9230C0-CF1D-E8D5-91A2-7278D06F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5DEA9B-D32B-4422-9780-3721F6D19F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616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2AF83-40F6-31A4-B5A5-07BB07FE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2D2D10-CB16-54C2-E1FE-7B8776FB4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1459DA-EEB7-1620-66DC-436673855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2554ED-F270-35A4-F0B9-99F7BB013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A6F5F1-7408-5296-119B-6EF77776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85D2A7-E778-E2BA-5ECA-07C508DA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393620-59FB-4201-8044-103A030BCA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82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D6AA4-3708-9E74-85E1-30AFA63B5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D8D9C2-F759-0236-72D5-FC5068864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291C56-FA3F-E716-F0A1-D34CBD27A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B0526C4-93E3-9AF8-6DF6-AA67A0DCCC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93FC2F7-B25E-ACC9-FC38-3D12A6D9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433D736-52C6-DB46-F05E-AD1FAD6DF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DF9BC1A-5708-668A-91C1-B16DC7BD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6A8101F-4D74-59FF-7327-C447DDD82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682DB4-F2EF-41F4-930C-A80266DA37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030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13B1D-97F3-56EC-53AF-3724DD548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5F7BF5E-C0E3-837C-52D3-77CB4CFC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D7938E-0BAD-7913-08DA-49DA470BD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26EAA35-1B4C-9558-3C2E-C56365A5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7663EB-12B1-4493-A100-F306130498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0678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19EEDC-90B3-9351-0205-C4D214AF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D4BD69E-642C-6F5A-5828-0C5633F2D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466922-E5F4-00F0-7A22-85798858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A0CE26-390B-4183-A94F-863E3A01AE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193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6C6F2-E5F6-B82B-60C4-0CB6279F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F9AADE-9844-EE0C-4737-BD2130DB8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322B7F-DEBF-1CCC-75C2-3D621882E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50DACF-FFCD-E440-745A-CB07F9851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AEFB0B-47D9-0765-2B94-8E6C20595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5C9D3F-93D2-E26D-6BD2-06E53093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E48EB-8495-4934-9B0D-B92DFBA1F5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127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782F8-5B2E-A606-51CC-D86B07C34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EFFE171-F46E-015A-65D9-86F4EB589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C45C93-C339-A99A-F299-6FA39251A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DDE47F-BAE7-D317-B4E3-B4092B1BE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1B23F0-3DB1-B650-706B-02D4B675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CBB16D-D270-D6AA-868A-5EE9E873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CB5938-B14B-4619-BCC4-4096139E7F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751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DE05C-3E5A-A14E-9B3F-09860141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F771A4-8CA8-9B67-CAA4-83C085871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FFEA48-D5C8-D479-A526-8BB66CF52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1C77D2-5E13-0E5A-6A72-7FC47CBED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AAA94-5DD2-D62F-BF8F-61AEA4486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0CB554-1AC3-4F3B-B339-7F0D569E5A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183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A83776-2B76-5E13-8035-FB9B06553D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146F14-E2C4-AD34-54CB-072F3264A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CF27D6-717B-8500-4408-4896EE3C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A3DF8F-E0F5-0975-D88D-A9B77985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013D1D-EC61-7B8B-AA40-3D3E070D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E2AEA1-19D6-4BF7-A360-65FEE8395B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3271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74CD913-C963-960D-DB35-52215D889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13BA322-C3C9-8CDB-5B3A-29CF2D93D5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B60EAC3-04BD-8F26-8410-0972131B15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69C555C-31A0-7B87-B825-E43C7CDB58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4A082CA-8F14-ECCC-FC15-88F147139CD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26AC7C2-4FCC-4CB9-A5F8-34D9AE50898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8C7FA85-A640-DF93-893C-91BEA8A0012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199</a:t>
            </a:r>
            <a:br>
              <a:rPr lang="en-US" altLang="pt-BR" sz="4000" b="1"/>
            </a:br>
            <a:r>
              <a:rPr lang="en-US" altLang="pt-BR" sz="4000" b="1"/>
              <a:t>A CEIA DO SENHOR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6F9A225-788B-98F0-943E-BDAF5510822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2F18939-935C-CE34-40D1-1C192451C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i="1"/>
              <a:t>Senhor, reunidos aqui </a:t>
            </a:r>
            <a:br>
              <a:rPr lang="en-US" altLang="pt-BR" sz="3800" i="1"/>
            </a:br>
            <a:r>
              <a:rPr lang="en-US" altLang="pt-BR" sz="3800" i="1"/>
              <a:t>A fim da Tua morte lembrar; </a:t>
            </a:r>
            <a:br>
              <a:rPr lang="en-US" altLang="pt-BR" sz="3800" i="1"/>
            </a:br>
            <a:r>
              <a:rPr lang="en-US" altLang="pt-BR" sz="3800" i="1"/>
              <a:t>Partindo este pão nos lembramos de Ti, </a:t>
            </a:r>
            <a:br>
              <a:rPr lang="en-US" altLang="pt-BR" sz="3800" i="1"/>
            </a:br>
            <a:r>
              <a:rPr lang="en-US" altLang="pt-BR" sz="3800" i="1"/>
              <a:t>Até que nos venhas buscar.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65B16A6-DE08-2C27-341A-58788C8B5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O cálice que vamos beber, </a:t>
            </a:r>
            <a:br>
              <a:rPr lang="en-US" altLang="pt-BR" sz="4000" i="1"/>
            </a:br>
            <a:r>
              <a:rPr lang="en-US" altLang="pt-BR" sz="4000" i="1"/>
              <a:t>É símbolo do sangue Teu, </a:t>
            </a:r>
            <a:br>
              <a:rPr lang="en-US" altLang="pt-BR" sz="4000" i="1"/>
            </a:br>
            <a:r>
              <a:rPr lang="en-US" altLang="pt-BR" sz="4000" i="1"/>
              <a:t>Do qual nunca devemos nos esquecer; Por ele nós temos o céu.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4783B0E-0F85-5368-EADF-933F580DC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Faz-nos sempre dignos, Senhor, </a:t>
            </a:r>
            <a:br>
              <a:rPr lang="en-US" altLang="pt-BR" sz="4000" i="1"/>
            </a:br>
            <a:r>
              <a:rPr lang="en-US" altLang="pt-BR" sz="4000" i="1"/>
              <a:t>Da Tua divinal comunhão; </a:t>
            </a:r>
            <a:br>
              <a:rPr lang="en-US" altLang="pt-BR" sz="4000" i="1"/>
            </a:br>
            <a:r>
              <a:rPr lang="en-US" altLang="pt-BR" sz="4000" i="1"/>
              <a:t>Do Teu corpo e sangue purificador </a:t>
            </a:r>
            <a:br>
              <a:rPr lang="en-US" altLang="pt-BR" sz="4000" i="1"/>
            </a:br>
            <a:r>
              <a:rPr lang="en-US" altLang="pt-BR" sz="4000" i="1"/>
              <a:t>Que nos dá veraz salvação.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199 A CEIA DO SENHOR </vt:lpstr>
      <vt:lpstr>Senhor, reunidos aqui  A fim da Tua morte lembrar;  Partindo este pão nos lembramos de Ti,  Até que nos venhas buscar. </vt:lpstr>
      <vt:lpstr>O cálice que vamos beber,  É símbolo do sangue Teu,  Do qual nunca devemos nos esquecer; Por ele nós temos o céu. </vt:lpstr>
      <vt:lpstr>Faz-nos sempre dignos, Senhor,  Da Tua divinal comunhão;  Do Teu corpo e sangue purificador  Que nos dá veraz salvação.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199 A CEIA DO SENHOR </dc:title>
  <dc:creator>Junior</dc:creator>
  <cp:lastModifiedBy>Emerson Souza</cp:lastModifiedBy>
  <cp:revision>1</cp:revision>
  <dcterms:created xsi:type="dcterms:W3CDTF">2005-12-23T18:07:12Z</dcterms:created>
  <dcterms:modified xsi:type="dcterms:W3CDTF">2026-05-02T21:53:27Z</dcterms:modified>
</cp:coreProperties>
</file>