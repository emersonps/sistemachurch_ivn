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11"/>
  </p:notesMasterIdLst>
  <p:sldIdLst>
    <p:sldId id="265" r:id="rId2"/>
    <p:sldId id="256" r:id="rId3"/>
    <p:sldId id="276" r:id="rId4"/>
    <p:sldId id="267" r:id="rId5"/>
    <p:sldId id="270" r:id="rId6"/>
    <p:sldId id="269" r:id="rId7"/>
    <p:sldId id="274" r:id="rId8"/>
    <p:sldId id="272" r:id="rId9"/>
    <p:sldId id="275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11" autoAdjust="0"/>
  </p:normalViewPr>
  <p:slideViewPr>
    <p:cSldViewPr>
      <p:cViewPr varScale="1">
        <p:scale>
          <a:sx n="46" d="100"/>
          <a:sy n="46" d="100"/>
        </p:scale>
        <p:origin x="-90" y="-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EFDBCDC-8652-4075-024E-C98075EECAD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pt-BR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9B911B3-2ED7-0316-987A-2D9CB650C0A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altLang="pt-BR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F6A1D25A-46BF-F5DC-D05A-1C6FC9B07205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8D5A95AF-FBAB-B06B-89B7-8F4F4277273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2F338AB1-A108-CDD8-C9CD-26558121BF3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pt-BR"/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3055CA6C-8351-F09D-522F-C3900E9F20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40D07600-54B8-4FBB-AE74-7B940168974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706FF19-4379-9280-D92A-1ECF44A77A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ACEA71-AF03-4C7B-B378-D8892B366278}" type="slidenum">
              <a:rPr lang="en-US" altLang="pt-BR"/>
              <a:pPr/>
              <a:t>1</a:t>
            </a:fld>
            <a:endParaRPr lang="en-US" altLang="pt-BR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B4A78044-0FB8-5BF9-1EA7-21533FE20E7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CACA5EB-E572-9C83-8D8D-94237C16E2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54" name="Group 2">
            <a:extLst>
              <a:ext uri="{FF2B5EF4-FFF2-40B4-BE49-F238E27FC236}">
                <a16:creationId xmlns:a16="http://schemas.microsoft.com/office/drawing/2014/main" id="{E0F4DD5B-3C3F-854C-E3D1-F75675421B0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74755" name="Freeform 3">
              <a:extLst>
                <a:ext uri="{FF2B5EF4-FFF2-40B4-BE49-F238E27FC236}">
                  <a16:creationId xmlns:a16="http://schemas.microsoft.com/office/drawing/2014/main" id="{DD5BCAF2-8498-AB98-99D5-C2AC1E7E061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56" name="Freeform 4">
              <a:extLst>
                <a:ext uri="{FF2B5EF4-FFF2-40B4-BE49-F238E27FC236}">
                  <a16:creationId xmlns:a16="http://schemas.microsoft.com/office/drawing/2014/main" id="{66B2CC73-5A55-C5EA-E08B-E8F352FD943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57" name="Freeform 5">
              <a:extLst>
                <a:ext uri="{FF2B5EF4-FFF2-40B4-BE49-F238E27FC236}">
                  <a16:creationId xmlns:a16="http://schemas.microsoft.com/office/drawing/2014/main" id="{21A94B82-98D1-C9E9-F8D8-59BD6FBC7E3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58" name="Freeform 6">
              <a:extLst>
                <a:ext uri="{FF2B5EF4-FFF2-40B4-BE49-F238E27FC236}">
                  <a16:creationId xmlns:a16="http://schemas.microsoft.com/office/drawing/2014/main" id="{7FF496F0-CD76-DCED-7144-7F6F45C9AFB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59" name="Freeform 7">
              <a:extLst>
                <a:ext uri="{FF2B5EF4-FFF2-40B4-BE49-F238E27FC236}">
                  <a16:creationId xmlns:a16="http://schemas.microsoft.com/office/drawing/2014/main" id="{AD14DEEE-B4A3-E16A-7D6E-B9067E165F9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0" name="Freeform 8">
              <a:extLst>
                <a:ext uri="{FF2B5EF4-FFF2-40B4-BE49-F238E27FC236}">
                  <a16:creationId xmlns:a16="http://schemas.microsoft.com/office/drawing/2014/main" id="{5C1F2332-B49A-483F-684B-E2C558938DD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1" name="Freeform 9">
              <a:extLst>
                <a:ext uri="{FF2B5EF4-FFF2-40B4-BE49-F238E27FC236}">
                  <a16:creationId xmlns:a16="http://schemas.microsoft.com/office/drawing/2014/main" id="{C5CC0BA0-B6AC-8F45-C5CA-8E1ADDA8D69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2" name="Freeform 10">
              <a:extLst>
                <a:ext uri="{FF2B5EF4-FFF2-40B4-BE49-F238E27FC236}">
                  <a16:creationId xmlns:a16="http://schemas.microsoft.com/office/drawing/2014/main" id="{E1DD7B89-E0AA-47F6-E6ED-543CB387622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3" name="Freeform 11">
              <a:extLst>
                <a:ext uri="{FF2B5EF4-FFF2-40B4-BE49-F238E27FC236}">
                  <a16:creationId xmlns:a16="http://schemas.microsoft.com/office/drawing/2014/main" id="{AB007659-2663-C79C-AD51-DB538122E99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4" name="Freeform 12">
              <a:extLst>
                <a:ext uri="{FF2B5EF4-FFF2-40B4-BE49-F238E27FC236}">
                  <a16:creationId xmlns:a16="http://schemas.microsoft.com/office/drawing/2014/main" id="{C459A7AA-ACC9-F254-3DF0-8146D00746B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5" name="Freeform 13">
              <a:extLst>
                <a:ext uri="{FF2B5EF4-FFF2-40B4-BE49-F238E27FC236}">
                  <a16:creationId xmlns:a16="http://schemas.microsoft.com/office/drawing/2014/main" id="{11B436A5-4ED5-5F7B-282A-B6D3DB14850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6" name="Freeform 14">
              <a:extLst>
                <a:ext uri="{FF2B5EF4-FFF2-40B4-BE49-F238E27FC236}">
                  <a16:creationId xmlns:a16="http://schemas.microsoft.com/office/drawing/2014/main" id="{150354BF-12E9-2217-0E35-15F9BF9A4A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7" name="Freeform 15">
              <a:extLst>
                <a:ext uri="{FF2B5EF4-FFF2-40B4-BE49-F238E27FC236}">
                  <a16:creationId xmlns:a16="http://schemas.microsoft.com/office/drawing/2014/main" id="{82DAD8E4-D4C3-66A9-8739-E76B596AF5F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8" name="Freeform 16">
              <a:extLst>
                <a:ext uri="{FF2B5EF4-FFF2-40B4-BE49-F238E27FC236}">
                  <a16:creationId xmlns:a16="http://schemas.microsoft.com/office/drawing/2014/main" id="{B611BCED-50B6-6352-BF18-2E48C120638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69" name="Freeform 17">
              <a:extLst>
                <a:ext uri="{FF2B5EF4-FFF2-40B4-BE49-F238E27FC236}">
                  <a16:creationId xmlns:a16="http://schemas.microsoft.com/office/drawing/2014/main" id="{83516E92-4A91-AC62-E2F6-6A9CF2C28C0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0" name="Freeform 18">
              <a:extLst>
                <a:ext uri="{FF2B5EF4-FFF2-40B4-BE49-F238E27FC236}">
                  <a16:creationId xmlns:a16="http://schemas.microsoft.com/office/drawing/2014/main" id="{DFB3F8D4-9857-D554-FFA2-B0EFAA6019B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1" name="Freeform 19">
              <a:extLst>
                <a:ext uri="{FF2B5EF4-FFF2-40B4-BE49-F238E27FC236}">
                  <a16:creationId xmlns:a16="http://schemas.microsoft.com/office/drawing/2014/main" id="{B6ED83D0-3043-ED6A-96DA-B355C8F545B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2" name="Freeform 20">
              <a:extLst>
                <a:ext uri="{FF2B5EF4-FFF2-40B4-BE49-F238E27FC236}">
                  <a16:creationId xmlns:a16="http://schemas.microsoft.com/office/drawing/2014/main" id="{02C46978-C16D-8CDE-1DA8-09BE7F2F7A1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3" name="Freeform 21">
              <a:extLst>
                <a:ext uri="{FF2B5EF4-FFF2-40B4-BE49-F238E27FC236}">
                  <a16:creationId xmlns:a16="http://schemas.microsoft.com/office/drawing/2014/main" id="{C60A9952-7944-5A15-4581-9917AC94FAC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4" name="Freeform 22">
              <a:extLst>
                <a:ext uri="{FF2B5EF4-FFF2-40B4-BE49-F238E27FC236}">
                  <a16:creationId xmlns:a16="http://schemas.microsoft.com/office/drawing/2014/main" id="{DEF5F219-AA0A-8DB5-3CD5-222D6435FE0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5" name="Freeform 23">
              <a:extLst>
                <a:ext uri="{FF2B5EF4-FFF2-40B4-BE49-F238E27FC236}">
                  <a16:creationId xmlns:a16="http://schemas.microsoft.com/office/drawing/2014/main" id="{0C4855BA-8E88-549E-0EF4-DDCBEA69175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6" name="Freeform 24">
              <a:extLst>
                <a:ext uri="{FF2B5EF4-FFF2-40B4-BE49-F238E27FC236}">
                  <a16:creationId xmlns:a16="http://schemas.microsoft.com/office/drawing/2014/main" id="{E1ADC136-ED09-5201-7DAB-7534F448DD0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7" name="Freeform 25">
              <a:extLst>
                <a:ext uri="{FF2B5EF4-FFF2-40B4-BE49-F238E27FC236}">
                  <a16:creationId xmlns:a16="http://schemas.microsoft.com/office/drawing/2014/main" id="{42D2C4EC-6B08-3577-C146-BF94CE00E5A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8" name="Freeform 26">
              <a:extLst>
                <a:ext uri="{FF2B5EF4-FFF2-40B4-BE49-F238E27FC236}">
                  <a16:creationId xmlns:a16="http://schemas.microsoft.com/office/drawing/2014/main" id="{48754FB3-B838-4776-ADE9-B8F23793635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79" name="Freeform 27">
              <a:extLst>
                <a:ext uri="{FF2B5EF4-FFF2-40B4-BE49-F238E27FC236}">
                  <a16:creationId xmlns:a16="http://schemas.microsoft.com/office/drawing/2014/main" id="{EFFEACCE-7D8D-DA6A-AD06-A3924D69D1D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0" name="Freeform 28">
              <a:extLst>
                <a:ext uri="{FF2B5EF4-FFF2-40B4-BE49-F238E27FC236}">
                  <a16:creationId xmlns:a16="http://schemas.microsoft.com/office/drawing/2014/main" id="{D72B40C5-7D0F-8A21-C5AF-EEA2CDA1DDF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1" name="Freeform 29">
              <a:extLst>
                <a:ext uri="{FF2B5EF4-FFF2-40B4-BE49-F238E27FC236}">
                  <a16:creationId xmlns:a16="http://schemas.microsoft.com/office/drawing/2014/main" id="{99742257-1CCF-90F5-3F5F-107477D11F3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2" name="Freeform 30">
              <a:extLst>
                <a:ext uri="{FF2B5EF4-FFF2-40B4-BE49-F238E27FC236}">
                  <a16:creationId xmlns:a16="http://schemas.microsoft.com/office/drawing/2014/main" id="{3F6614B5-D7D7-663D-2BE9-728A1C438E4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3" name="Freeform 31">
              <a:extLst>
                <a:ext uri="{FF2B5EF4-FFF2-40B4-BE49-F238E27FC236}">
                  <a16:creationId xmlns:a16="http://schemas.microsoft.com/office/drawing/2014/main" id="{858585DA-C984-326A-10A3-7FBD675F6EE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4" name="Freeform 32">
              <a:extLst>
                <a:ext uri="{FF2B5EF4-FFF2-40B4-BE49-F238E27FC236}">
                  <a16:creationId xmlns:a16="http://schemas.microsoft.com/office/drawing/2014/main" id="{9F5B477D-C496-969D-D502-D8E8AF06678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5" name="Freeform 33">
              <a:extLst>
                <a:ext uri="{FF2B5EF4-FFF2-40B4-BE49-F238E27FC236}">
                  <a16:creationId xmlns:a16="http://schemas.microsoft.com/office/drawing/2014/main" id="{1F891F34-E0D9-ADEE-0F53-55E81D47B3E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6" name="Freeform 34">
              <a:extLst>
                <a:ext uri="{FF2B5EF4-FFF2-40B4-BE49-F238E27FC236}">
                  <a16:creationId xmlns:a16="http://schemas.microsoft.com/office/drawing/2014/main" id="{B28FBD6D-66DE-0AB9-B989-14CB03794F9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7" name="Freeform 35">
              <a:extLst>
                <a:ext uri="{FF2B5EF4-FFF2-40B4-BE49-F238E27FC236}">
                  <a16:creationId xmlns:a16="http://schemas.microsoft.com/office/drawing/2014/main" id="{164D14C8-FD70-C7D3-7F20-F2472C2C9FE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8" name="Freeform 36">
              <a:extLst>
                <a:ext uri="{FF2B5EF4-FFF2-40B4-BE49-F238E27FC236}">
                  <a16:creationId xmlns:a16="http://schemas.microsoft.com/office/drawing/2014/main" id="{72045339-4BFD-BCDA-A6D5-89C921241D5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89" name="Freeform 37">
              <a:extLst>
                <a:ext uri="{FF2B5EF4-FFF2-40B4-BE49-F238E27FC236}">
                  <a16:creationId xmlns:a16="http://schemas.microsoft.com/office/drawing/2014/main" id="{42E6DF50-64CE-A632-A4DB-CE291A15691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790" name="Freeform 38">
              <a:extLst>
                <a:ext uri="{FF2B5EF4-FFF2-40B4-BE49-F238E27FC236}">
                  <a16:creationId xmlns:a16="http://schemas.microsoft.com/office/drawing/2014/main" id="{27E4AEFA-FDED-D1BF-B911-88859C43340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74791" name="Group 39">
              <a:extLst>
                <a:ext uri="{FF2B5EF4-FFF2-40B4-BE49-F238E27FC236}">
                  <a16:creationId xmlns:a16="http://schemas.microsoft.com/office/drawing/2014/main" id="{3B39F272-AF53-503B-C367-47A154845FE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74792" name="Freeform 40">
                <a:extLst>
                  <a:ext uri="{FF2B5EF4-FFF2-40B4-BE49-F238E27FC236}">
                    <a16:creationId xmlns:a16="http://schemas.microsoft.com/office/drawing/2014/main" id="{A5D8EF07-B6D9-F245-75F1-5B2013A7CD6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4793" name="Freeform 41">
                <a:extLst>
                  <a:ext uri="{FF2B5EF4-FFF2-40B4-BE49-F238E27FC236}">
                    <a16:creationId xmlns:a16="http://schemas.microsoft.com/office/drawing/2014/main" id="{FA08D50C-862E-86EB-7419-707A2CCFF6B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74794" name="Rectangle 42">
            <a:extLst>
              <a:ext uri="{FF2B5EF4-FFF2-40B4-BE49-F238E27FC236}">
                <a16:creationId xmlns:a16="http://schemas.microsoft.com/office/drawing/2014/main" id="{51675A23-13F3-3636-95B7-3C0F33742860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74795" name="Rectangle 43">
            <a:extLst>
              <a:ext uri="{FF2B5EF4-FFF2-40B4-BE49-F238E27FC236}">
                <a16:creationId xmlns:a16="http://schemas.microsoft.com/office/drawing/2014/main" id="{464D7634-0E90-9375-429E-AACE66A7E781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74796" name="Rectangle 44">
            <a:extLst>
              <a:ext uri="{FF2B5EF4-FFF2-40B4-BE49-F238E27FC236}">
                <a16:creationId xmlns:a16="http://schemas.microsoft.com/office/drawing/2014/main" id="{382D553B-5020-3025-7927-7412A154292E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4797" name="Rectangle 45">
            <a:extLst>
              <a:ext uri="{FF2B5EF4-FFF2-40B4-BE49-F238E27FC236}">
                <a16:creationId xmlns:a16="http://schemas.microsoft.com/office/drawing/2014/main" id="{B7A894AF-0E75-A22E-4499-E2E941858C6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4798" name="Rectangle 46">
            <a:extLst>
              <a:ext uri="{FF2B5EF4-FFF2-40B4-BE49-F238E27FC236}">
                <a16:creationId xmlns:a16="http://schemas.microsoft.com/office/drawing/2014/main" id="{55042817-256E-6620-5C1B-BD6AC8D4B3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67BF7DEC-97AB-4652-8C22-046DD433CF5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1198B-921F-50E5-310B-796233591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462DAD-FD9D-E7D0-DEAF-87AFE995C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FD433F-70DA-EF6F-5B46-F4D22E438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E70E00-5E13-314C-F564-005CC6FA7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019AF8-52C9-8A2D-C013-E565EB5C3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18E991-A350-42E5-9AE2-5B403E33D5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570592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5F40C-50FD-EA41-E6E2-2A4CB4AC0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D279EB-517A-F205-D7DA-E45830F07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5B649B-B007-D835-901A-94027B24B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5383BC-8F3B-5980-229A-EAC28082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149F2C-0B2E-1374-9852-2FFB083F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BC97D-F06C-443D-BA9A-B77806F8AD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9072257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8C2DF7-943F-B114-C38E-6DC153F0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D01EB5-2971-9879-3D13-2A03BF997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2573CE7-B2FD-EC15-0D56-4E46B4D99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0A4EBA-1F85-90D1-645A-C5A9C744D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8655D68-4516-30AD-1A5D-44986CAA9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D5EE58-46F2-E91D-CD88-F608D8BD8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AB9FDF-4636-440B-9D71-7AB7371142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4169450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6FDAE-CB36-7CBE-C5CC-14CC61B20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293C29-8FB5-269A-43BF-5F2BB1557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ECCE49-63B7-59D4-03C7-20EA6D9F0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5A1A027-EC37-8F09-D039-B59CAE054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E8B9DB-7B80-8047-9A8E-9207BA622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DA1DA7-C956-B66F-00A9-8A7263782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5685D28-7049-D685-2695-C2F465B3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E63840A-4A48-A9B8-677A-2F0004E0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E5FF65-E245-4473-933F-0EB87B7C11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275930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F3EAF-E482-36A8-088D-E27E5902D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9F3B113-0EB1-7084-9BC3-FB493497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52E316B-9B97-25BB-92D7-C876CF91E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B4C043B-ED25-A47A-F3E7-3DEB341C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69C8B2-192E-4DA1-A4B8-DA740786E8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815338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57B6F89-ABA9-27B6-A9AA-F2E82BE4D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91ED452-32D7-A0C3-159F-38322A467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B300BC-315A-415E-E666-DBB3A9D2D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32EF86-4BB1-4706-B1A9-B90404CF59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5557238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A5A8A-333F-A855-9605-E4E60FF23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78F7C8-472B-7A80-6409-492309932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8CD2A7-DC89-DEC6-BF59-ADDBA4064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4FDF1D-E2A3-E023-F180-6FF3A1B1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3108EE-FB0D-4472-49C6-015E1A05E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2D2502-BB06-0AFD-ACEF-0CA2167F6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0ADF7D-956B-4C2E-A874-C499889CDA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88349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DC338-23A7-9483-425B-94CDD5654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D2BD1AE-7466-A435-7467-9521026356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30A988-2AC3-AD2E-A0A8-ADA923F5C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59E0E3-A1F3-DD0B-C46F-B53CB785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315F2D-195C-D2FC-CE0A-0186C7CC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A2F8CE-D876-E6A5-543C-36825CA5C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0C7F10-FB87-4B89-9CC9-C78560ED8C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0241110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C3738-E4F2-306B-DF24-6467C82B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7A0C72-787E-04B7-E8B8-0D812D007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ECB9B5-309A-ECA6-E66F-C49B1C8E1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5B7C52-0B4F-D42E-23D6-FC708CE3D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AB0099-2711-A153-6D91-91609BED0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D6732-2A3C-440F-ABFC-E01FB9B22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13042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7506E9-51E0-B8BB-B6A9-0EC13C6DE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E4F57EE-0825-A0A3-B2ED-F051042B5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2BDBFB-B401-727C-BBC9-A8153EEA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D7512F-7FF9-7FA4-8CCB-F351DD446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6148D9-DE0F-0ADF-E933-DD0D1B310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6AAB09-A6CB-4A48-A871-8768F4968A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853376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30" name="Group 2">
            <a:extLst>
              <a:ext uri="{FF2B5EF4-FFF2-40B4-BE49-F238E27FC236}">
                <a16:creationId xmlns:a16="http://schemas.microsoft.com/office/drawing/2014/main" id="{48137283-9E0B-531F-C87C-DC449C5ACF4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73731" name="Freeform 3">
              <a:extLst>
                <a:ext uri="{FF2B5EF4-FFF2-40B4-BE49-F238E27FC236}">
                  <a16:creationId xmlns:a16="http://schemas.microsoft.com/office/drawing/2014/main" id="{C2C52776-B793-1FDB-6D46-5B7BEB54B57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32" name="Freeform 4">
              <a:extLst>
                <a:ext uri="{FF2B5EF4-FFF2-40B4-BE49-F238E27FC236}">
                  <a16:creationId xmlns:a16="http://schemas.microsoft.com/office/drawing/2014/main" id="{B46BBF5F-BABF-F8D1-092E-ED407FACAA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33" name="Freeform 5">
              <a:extLst>
                <a:ext uri="{FF2B5EF4-FFF2-40B4-BE49-F238E27FC236}">
                  <a16:creationId xmlns:a16="http://schemas.microsoft.com/office/drawing/2014/main" id="{1BC9ADCE-A4C0-8916-FF86-587B24A7D6E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34" name="Freeform 6">
              <a:extLst>
                <a:ext uri="{FF2B5EF4-FFF2-40B4-BE49-F238E27FC236}">
                  <a16:creationId xmlns:a16="http://schemas.microsoft.com/office/drawing/2014/main" id="{D53B4018-054B-AD75-98DB-930952E251B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35" name="Freeform 7">
              <a:extLst>
                <a:ext uri="{FF2B5EF4-FFF2-40B4-BE49-F238E27FC236}">
                  <a16:creationId xmlns:a16="http://schemas.microsoft.com/office/drawing/2014/main" id="{189BFCB9-3536-EE0C-037C-C451DCE23B3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36" name="Freeform 8">
              <a:extLst>
                <a:ext uri="{FF2B5EF4-FFF2-40B4-BE49-F238E27FC236}">
                  <a16:creationId xmlns:a16="http://schemas.microsoft.com/office/drawing/2014/main" id="{AA971533-ADED-9946-5A59-5168E1BDE01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37" name="Freeform 9">
              <a:extLst>
                <a:ext uri="{FF2B5EF4-FFF2-40B4-BE49-F238E27FC236}">
                  <a16:creationId xmlns:a16="http://schemas.microsoft.com/office/drawing/2014/main" id="{569793B2-BC83-93E6-41CB-0E868334E01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38" name="Freeform 10">
              <a:extLst>
                <a:ext uri="{FF2B5EF4-FFF2-40B4-BE49-F238E27FC236}">
                  <a16:creationId xmlns:a16="http://schemas.microsoft.com/office/drawing/2014/main" id="{62F2CCC6-4360-43F4-FB14-08BFC2328C2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39" name="Freeform 11">
              <a:extLst>
                <a:ext uri="{FF2B5EF4-FFF2-40B4-BE49-F238E27FC236}">
                  <a16:creationId xmlns:a16="http://schemas.microsoft.com/office/drawing/2014/main" id="{DD6D40DE-18A2-EFF3-9008-86D0102D371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0" name="Freeform 12">
              <a:extLst>
                <a:ext uri="{FF2B5EF4-FFF2-40B4-BE49-F238E27FC236}">
                  <a16:creationId xmlns:a16="http://schemas.microsoft.com/office/drawing/2014/main" id="{021B267F-ADC3-D697-FE6A-6F4CF51FC22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1" name="Freeform 13">
              <a:extLst>
                <a:ext uri="{FF2B5EF4-FFF2-40B4-BE49-F238E27FC236}">
                  <a16:creationId xmlns:a16="http://schemas.microsoft.com/office/drawing/2014/main" id="{FC6D1B07-9D2F-944C-A780-9BB7239C3E1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2" name="Freeform 14">
              <a:extLst>
                <a:ext uri="{FF2B5EF4-FFF2-40B4-BE49-F238E27FC236}">
                  <a16:creationId xmlns:a16="http://schemas.microsoft.com/office/drawing/2014/main" id="{8999EED0-1FAA-1FD9-9BA6-FBD106B4347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3" name="Freeform 15">
              <a:extLst>
                <a:ext uri="{FF2B5EF4-FFF2-40B4-BE49-F238E27FC236}">
                  <a16:creationId xmlns:a16="http://schemas.microsoft.com/office/drawing/2014/main" id="{074FD9F2-6E9E-1DA8-413C-CECD168015E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4" name="Freeform 16">
              <a:extLst>
                <a:ext uri="{FF2B5EF4-FFF2-40B4-BE49-F238E27FC236}">
                  <a16:creationId xmlns:a16="http://schemas.microsoft.com/office/drawing/2014/main" id="{ED64F31C-DD79-BBE4-F3F3-FBC72E56735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5" name="Freeform 17">
              <a:extLst>
                <a:ext uri="{FF2B5EF4-FFF2-40B4-BE49-F238E27FC236}">
                  <a16:creationId xmlns:a16="http://schemas.microsoft.com/office/drawing/2014/main" id="{BCFEA38E-29BA-56B3-BBDB-3A3F8F887E0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6" name="Freeform 18">
              <a:extLst>
                <a:ext uri="{FF2B5EF4-FFF2-40B4-BE49-F238E27FC236}">
                  <a16:creationId xmlns:a16="http://schemas.microsoft.com/office/drawing/2014/main" id="{93162DDF-E5ED-EF13-F48D-B8F9085F736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7" name="Freeform 19">
              <a:extLst>
                <a:ext uri="{FF2B5EF4-FFF2-40B4-BE49-F238E27FC236}">
                  <a16:creationId xmlns:a16="http://schemas.microsoft.com/office/drawing/2014/main" id="{98820DAF-9911-F344-D866-467F7A1EF61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8" name="Freeform 20">
              <a:extLst>
                <a:ext uri="{FF2B5EF4-FFF2-40B4-BE49-F238E27FC236}">
                  <a16:creationId xmlns:a16="http://schemas.microsoft.com/office/drawing/2014/main" id="{29AC9611-C67F-5803-AE01-8CFE2CF356F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49" name="Freeform 21">
              <a:extLst>
                <a:ext uri="{FF2B5EF4-FFF2-40B4-BE49-F238E27FC236}">
                  <a16:creationId xmlns:a16="http://schemas.microsoft.com/office/drawing/2014/main" id="{3FBA02E2-B928-FA93-1F8A-7C49D4C6A5E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0" name="Freeform 22">
              <a:extLst>
                <a:ext uri="{FF2B5EF4-FFF2-40B4-BE49-F238E27FC236}">
                  <a16:creationId xmlns:a16="http://schemas.microsoft.com/office/drawing/2014/main" id="{5CA55A71-D7C7-0141-854E-3CAD50963C6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1" name="Freeform 23">
              <a:extLst>
                <a:ext uri="{FF2B5EF4-FFF2-40B4-BE49-F238E27FC236}">
                  <a16:creationId xmlns:a16="http://schemas.microsoft.com/office/drawing/2014/main" id="{8735534D-FB89-C093-3EE5-75DC3B05458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2" name="Freeform 24">
              <a:extLst>
                <a:ext uri="{FF2B5EF4-FFF2-40B4-BE49-F238E27FC236}">
                  <a16:creationId xmlns:a16="http://schemas.microsoft.com/office/drawing/2014/main" id="{246BA4D1-0226-4F97-357F-FBEF4FE4A77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3" name="Freeform 25">
              <a:extLst>
                <a:ext uri="{FF2B5EF4-FFF2-40B4-BE49-F238E27FC236}">
                  <a16:creationId xmlns:a16="http://schemas.microsoft.com/office/drawing/2014/main" id="{9C8C1045-84D3-3F74-630F-D300EDBFA71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4" name="Freeform 26">
              <a:extLst>
                <a:ext uri="{FF2B5EF4-FFF2-40B4-BE49-F238E27FC236}">
                  <a16:creationId xmlns:a16="http://schemas.microsoft.com/office/drawing/2014/main" id="{C61FFBB6-5A79-72C9-41A0-C6A473BEDCC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5" name="Freeform 27">
              <a:extLst>
                <a:ext uri="{FF2B5EF4-FFF2-40B4-BE49-F238E27FC236}">
                  <a16:creationId xmlns:a16="http://schemas.microsoft.com/office/drawing/2014/main" id="{55619079-89BE-0DA4-ECB5-991800AE921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6" name="Freeform 28">
              <a:extLst>
                <a:ext uri="{FF2B5EF4-FFF2-40B4-BE49-F238E27FC236}">
                  <a16:creationId xmlns:a16="http://schemas.microsoft.com/office/drawing/2014/main" id="{78C28C7A-26A7-290B-9138-25D8785FBFA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7" name="Freeform 29">
              <a:extLst>
                <a:ext uri="{FF2B5EF4-FFF2-40B4-BE49-F238E27FC236}">
                  <a16:creationId xmlns:a16="http://schemas.microsoft.com/office/drawing/2014/main" id="{5A99DD5B-9122-D5F3-08EA-8F72EF7250F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8" name="Freeform 30">
              <a:extLst>
                <a:ext uri="{FF2B5EF4-FFF2-40B4-BE49-F238E27FC236}">
                  <a16:creationId xmlns:a16="http://schemas.microsoft.com/office/drawing/2014/main" id="{08ACCC00-35E2-5F71-633A-12A4E10075F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59" name="Freeform 31">
              <a:extLst>
                <a:ext uri="{FF2B5EF4-FFF2-40B4-BE49-F238E27FC236}">
                  <a16:creationId xmlns:a16="http://schemas.microsoft.com/office/drawing/2014/main" id="{0B0D7866-6211-ED42-94D3-53A34E29ED3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60" name="Freeform 32">
              <a:extLst>
                <a:ext uri="{FF2B5EF4-FFF2-40B4-BE49-F238E27FC236}">
                  <a16:creationId xmlns:a16="http://schemas.microsoft.com/office/drawing/2014/main" id="{59551CB6-8852-5499-8C22-7FF6A19D86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61" name="Freeform 33">
              <a:extLst>
                <a:ext uri="{FF2B5EF4-FFF2-40B4-BE49-F238E27FC236}">
                  <a16:creationId xmlns:a16="http://schemas.microsoft.com/office/drawing/2014/main" id="{FACB575B-9FE3-3FEB-17B2-F5C42F6D2EE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62" name="Freeform 34">
              <a:extLst>
                <a:ext uri="{FF2B5EF4-FFF2-40B4-BE49-F238E27FC236}">
                  <a16:creationId xmlns:a16="http://schemas.microsoft.com/office/drawing/2014/main" id="{974B2520-1718-A593-37FD-C576E18F12C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63" name="Freeform 35">
              <a:extLst>
                <a:ext uri="{FF2B5EF4-FFF2-40B4-BE49-F238E27FC236}">
                  <a16:creationId xmlns:a16="http://schemas.microsoft.com/office/drawing/2014/main" id="{9B6EF657-8AA7-7213-9E75-5ECFFDE0B99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64" name="Freeform 36">
              <a:extLst>
                <a:ext uri="{FF2B5EF4-FFF2-40B4-BE49-F238E27FC236}">
                  <a16:creationId xmlns:a16="http://schemas.microsoft.com/office/drawing/2014/main" id="{4FE043B3-D424-D4A9-FAD0-704675F37C9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65" name="Freeform 37">
              <a:extLst>
                <a:ext uri="{FF2B5EF4-FFF2-40B4-BE49-F238E27FC236}">
                  <a16:creationId xmlns:a16="http://schemas.microsoft.com/office/drawing/2014/main" id="{1CF4AC2E-AFA5-8EA8-1F8B-6D20FD0660E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766" name="Freeform 38">
              <a:extLst>
                <a:ext uri="{FF2B5EF4-FFF2-40B4-BE49-F238E27FC236}">
                  <a16:creationId xmlns:a16="http://schemas.microsoft.com/office/drawing/2014/main" id="{990A276F-AB12-7803-BA94-6BB4AD37E45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73767" name="Group 39">
              <a:extLst>
                <a:ext uri="{FF2B5EF4-FFF2-40B4-BE49-F238E27FC236}">
                  <a16:creationId xmlns:a16="http://schemas.microsoft.com/office/drawing/2014/main" id="{84FC118F-55C3-B235-61B1-DCB2E2E342A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73768" name="Freeform 40">
                <a:extLst>
                  <a:ext uri="{FF2B5EF4-FFF2-40B4-BE49-F238E27FC236}">
                    <a16:creationId xmlns:a16="http://schemas.microsoft.com/office/drawing/2014/main" id="{A36AD15A-CFEB-E554-DEFB-13E285CC9EF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3769" name="Freeform 41">
                <a:extLst>
                  <a:ext uri="{FF2B5EF4-FFF2-40B4-BE49-F238E27FC236}">
                    <a16:creationId xmlns:a16="http://schemas.microsoft.com/office/drawing/2014/main" id="{68F5923E-7A97-8C92-21FA-F343C866762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73770" name="Rectangle 42">
            <a:extLst>
              <a:ext uri="{FF2B5EF4-FFF2-40B4-BE49-F238E27FC236}">
                <a16:creationId xmlns:a16="http://schemas.microsoft.com/office/drawing/2014/main" id="{F7BC5E96-7769-99B4-6ECD-28EEA77796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73771" name="Rectangle 43">
            <a:extLst>
              <a:ext uri="{FF2B5EF4-FFF2-40B4-BE49-F238E27FC236}">
                <a16:creationId xmlns:a16="http://schemas.microsoft.com/office/drawing/2014/main" id="{8219D72A-3F64-203D-F8CA-B2971360F0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73772" name="Rectangle 44">
            <a:extLst>
              <a:ext uri="{FF2B5EF4-FFF2-40B4-BE49-F238E27FC236}">
                <a16:creationId xmlns:a16="http://schemas.microsoft.com/office/drawing/2014/main" id="{98BFFE57-C1F0-10CC-9587-FCF0936CF8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73773" name="Rectangle 45">
            <a:extLst>
              <a:ext uri="{FF2B5EF4-FFF2-40B4-BE49-F238E27FC236}">
                <a16:creationId xmlns:a16="http://schemas.microsoft.com/office/drawing/2014/main" id="{83C9AB0E-F657-9A5E-FAFD-051469A03D3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73774" name="Rectangle 46">
            <a:extLst>
              <a:ext uri="{FF2B5EF4-FFF2-40B4-BE49-F238E27FC236}">
                <a16:creationId xmlns:a16="http://schemas.microsoft.com/office/drawing/2014/main" id="{BAB3227F-A7CA-F604-ADBA-F3462F08DEE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DC5BA055-3D85-4009-A883-444983D40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3"/>
        </a:buBlip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:a16="http://schemas.microsoft.com/office/drawing/2014/main" id="{DC62CCBB-24F7-BC16-F240-2A4F00FAD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209800"/>
            <a:ext cx="73152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lang="en-US" altLang="pt-BR" sz="3200">
                <a:latin typeface="Verdana" panose="020B0604030504040204" pitchFamily="34" charset="0"/>
              </a:rPr>
              <a:t>118</a:t>
            </a:r>
          </a:p>
          <a:p>
            <a:pPr algn="ctr">
              <a:spcBef>
                <a:spcPct val="30000"/>
              </a:spcBef>
            </a:pPr>
            <a:r>
              <a:rPr lang="en-US" altLang="pt-BR" sz="3200" i="1">
                <a:latin typeface="Verdana" panose="020B0604030504040204" pitchFamily="34" charset="0"/>
              </a:rPr>
              <a:t>FACE A FACE</a:t>
            </a:r>
          </a:p>
        </p:txBody>
      </p:sp>
    </p:spTree>
  </p:cSld>
  <p:clrMapOvr>
    <a:masterClrMapping/>
  </p:clrMapOvr>
  <p:transition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477C614-83D9-DA8C-7FC8-F11234F6FFD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609600"/>
            <a:ext cx="9144000" cy="5486400"/>
          </a:xfrm>
        </p:spPr>
        <p:txBody>
          <a:bodyPr/>
          <a:lstStyle/>
          <a:p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Na presença estar de Cristo,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Em Sua glória, que será;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Lá no céu, em pleno gozo,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Minha alma O verá.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AB64F1B3-C258-D45C-2112-2554690853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685800"/>
            <a:ext cx="8382000" cy="5334000"/>
          </a:xfrm>
        </p:spPr>
        <p:txBody>
          <a:bodyPr/>
          <a:lstStyle/>
          <a:p>
            <a:pPr algn="l"/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Face a Face, espero vê-lo;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No além do céu de luz;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Face a Face em plena glória, 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Hei de ver o meu Jesus.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C8D762B-4F36-35A5-45AA-401BCA38537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609600"/>
            <a:ext cx="9144000" cy="5562600"/>
          </a:xfrm>
        </p:spPr>
        <p:txBody>
          <a:bodyPr/>
          <a:lstStyle/>
          <a:p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Oh! Que glória será vê-Lo;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Que O possa eu mirar!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Eis, em breve, vem o dia;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Que Sua glória há de mostrar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D7341A4B-FA29-1E35-83A5-CB4A91495D6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685800"/>
            <a:ext cx="8382000" cy="5334000"/>
          </a:xfrm>
        </p:spPr>
        <p:txBody>
          <a:bodyPr/>
          <a:lstStyle/>
          <a:p>
            <a:pPr algn="l"/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Face a Face, espero vê-lo;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No além do céu de luz;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Face a Face em plena glória, 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Hei de ver o meu Jesus.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835A2214-B7DA-45E3-0DA4-15BAECB026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685800"/>
            <a:ext cx="9144000" cy="5638800"/>
          </a:xfrm>
        </p:spPr>
        <p:txBody>
          <a:bodyPr/>
          <a:lstStyle/>
          <a:p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Quanto gozo há em Cristo,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Quando não houver mais dor,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Quando cessar o perigo,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E gozarmos pleno amor.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4BDB0249-AA07-39A2-A6C3-B5B830D7B64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685800"/>
            <a:ext cx="8382000" cy="5334000"/>
          </a:xfrm>
        </p:spPr>
        <p:txBody>
          <a:bodyPr/>
          <a:lstStyle/>
          <a:p>
            <a:pPr algn="l"/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Face a Face, espero vê-lo;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No além do céu de luz;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Face a Face em plena glória, 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Hei de ver o meu Jesus.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A08DCA11-7B55-117A-AB02-96924EBCEE5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57200"/>
            <a:ext cx="9144000" cy="5791200"/>
          </a:xfrm>
        </p:spPr>
        <p:txBody>
          <a:bodyPr/>
          <a:lstStyle/>
          <a:p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Face a Face, quão glorioso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Há de ser o existir,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Vendo o rosto de quem veio,</a:t>
            </a:r>
            <a:b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>
                <a:solidFill>
                  <a:schemeClr val="tx1"/>
                </a:solidFill>
                <a:latin typeface="Verdana" panose="020B0604030504040204" pitchFamily="34" charset="0"/>
              </a:rPr>
              <a:t>Nossas almas redimir.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86BF1E83-4A39-F3C5-409B-133934988A5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685800"/>
            <a:ext cx="8382000" cy="5334000"/>
          </a:xfrm>
        </p:spPr>
        <p:txBody>
          <a:bodyPr/>
          <a:lstStyle/>
          <a:p>
            <a:pPr algn="l"/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Face a Face, espero vê-lo;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No além do céu de luz;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Face a Face em plena glória, </a:t>
            </a:r>
            <a:b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</a:br>
            <a:r>
              <a:rPr lang="en-US" altLang="pt-BR" sz="4000" b="1" i="1">
                <a:solidFill>
                  <a:schemeClr val="tx1"/>
                </a:solidFill>
                <a:latin typeface="Verdana" panose="020B0604030504040204" pitchFamily="34" charset="0"/>
              </a:rPr>
              <a:t>Hei de ver o meu Jesus.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Feixe">
  <a:themeElements>
    <a:clrScheme name="Feixe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Feix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pt-B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pt-BR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Feixe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Beam</Template>
  <TotalTime>126</TotalTime>
  <Words>244</Words>
  <Application>Microsoft Office PowerPoint</Application>
  <PresentationFormat>Apresentação na tela (4:3)</PresentationFormat>
  <Paragraphs>11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Wingdings</vt:lpstr>
      <vt:lpstr>Verdana</vt:lpstr>
      <vt:lpstr>Feixe</vt:lpstr>
      <vt:lpstr>Apresentação do PowerPoint</vt:lpstr>
      <vt:lpstr>Na presença estar de Cristo, Em Sua glória, que será; Lá no céu, em pleno gozo, Minha alma O verá.</vt:lpstr>
      <vt:lpstr>Face a Face, espero vê-lo; No além do céu de luz;  Face a Face em plena glória,  Hei de ver o meu Jesus.</vt:lpstr>
      <vt:lpstr>Oh! Que glória será vê-Lo; Que O possa eu mirar! Eis, em breve, vem o dia; Que Sua glória há de mostrar</vt:lpstr>
      <vt:lpstr>Face a Face, espero vê-lo; No além do céu de luz;  Face a Face em plena glória,  Hei de ver o meu Jesus.</vt:lpstr>
      <vt:lpstr>Quanto gozo há em Cristo, Quando não houver mais dor, Quando cessar o perigo, E gozarmos pleno amor.</vt:lpstr>
      <vt:lpstr>Face a Face, espero vê-lo; No além do céu de luz;  Face a Face em plena glória,  Hei de ver o meu Jesus.</vt:lpstr>
      <vt:lpstr>Face a Face, quão glorioso Há de ser o existir, Vendo o rosto de quem veio, Nossas almas redimir.</vt:lpstr>
      <vt:lpstr>Face a Face, espero vê-lo; No além do céu de luz;  Face a Face em plena glória,  Hei de ver o meu Jesus.</vt:lpstr>
    </vt:vector>
  </TitlesOfParts>
  <Company>de bem family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 pendão vos entregou o Rei A vós, soldados seus; Corajosos, pois, em tudo o defendei, Marchando para os céus.</dc:title>
  <dc:creator>Heliezer de Bem</dc:creator>
  <cp:lastModifiedBy>Emerson Souza</cp:lastModifiedBy>
  <cp:revision>11</cp:revision>
  <dcterms:created xsi:type="dcterms:W3CDTF">2005-01-13T23:11:52Z</dcterms:created>
  <dcterms:modified xsi:type="dcterms:W3CDTF">2026-05-02T21:46:34Z</dcterms:modified>
</cp:coreProperties>
</file>