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728" autoAdjust="0"/>
  </p:normalViewPr>
  <p:slideViewPr>
    <p:cSldViewPr>
      <p:cViewPr varScale="1">
        <p:scale>
          <a:sx n="66" d="100"/>
          <a:sy n="66" d="100"/>
        </p:scale>
        <p:origin x="-114" y="-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>
            <a:extLst>
              <a:ext uri="{FF2B5EF4-FFF2-40B4-BE49-F238E27FC236}">
                <a16:creationId xmlns:a16="http://schemas.microsoft.com/office/drawing/2014/main" id="{DEB6C27D-57A8-21A5-2562-A9494E035D09}"/>
              </a:ext>
            </a:extLst>
          </p:cNvPr>
          <p:cNvGrpSpPr>
            <a:grpSpLocks/>
          </p:cNvGrpSpPr>
          <p:nvPr/>
        </p:nvGrpSpPr>
        <p:grpSpPr bwMode="auto">
          <a:xfrm>
            <a:off x="4716463" y="5345113"/>
            <a:ext cx="4427537" cy="1512887"/>
            <a:chOff x="2971" y="3367"/>
            <a:chExt cx="2789" cy="953"/>
          </a:xfrm>
        </p:grpSpPr>
        <p:sp>
          <p:nvSpPr>
            <p:cNvPr id="5123" name="Freeform 3">
              <a:extLst>
                <a:ext uri="{FF2B5EF4-FFF2-40B4-BE49-F238E27FC236}">
                  <a16:creationId xmlns:a16="http://schemas.microsoft.com/office/drawing/2014/main" id="{10894823-8E0B-DF07-7064-F8235F17FD33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971" y="3367"/>
              <a:ext cx="2789" cy="953"/>
            </a:xfrm>
            <a:custGeom>
              <a:avLst/>
              <a:gdLst>
                <a:gd name="T0" fmla="*/ 2768 w 2780"/>
                <a:gd name="T1" fmla="*/ 18 h 953"/>
                <a:gd name="T2" fmla="*/ 2678 w 2780"/>
                <a:gd name="T3" fmla="*/ 24 h 953"/>
                <a:gd name="T4" fmla="*/ 2613 w 2780"/>
                <a:gd name="T5" fmla="*/ 102 h 953"/>
                <a:gd name="T6" fmla="*/ 2511 w 2780"/>
                <a:gd name="T7" fmla="*/ 156 h 953"/>
                <a:gd name="T8" fmla="*/ 2505 w 2780"/>
                <a:gd name="T9" fmla="*/ 222 h 953"/>
                <a:gd name="T10" fmla="*/ 2487 w 2780"/>
                <a:gd name="T11" fmla="*/ 246 h 953"/>
                <a:gd name="T12" fmla="*/ 2469 w 2780"/>
                <a:gd name="T13" fmla="*/ 252 h 953"/>
                <a:gd name="T14" fmla="*/ 2397 w 2780"/>
                <a:gd name="T15" fmla="*/ 210 h 953"/>
                <a:gd name="T16" fmla="*/ 2260 w 2780"/>
                <a:gd name="T17" fmla="*/ 192 h 953"/>
                <a:gd name="T18" fmla="*/ 2236 w 2780"/>
                <a:gd name="T19" fmla="*/ 186 h 953"/>
                <a:gd name="T20" fmla="*/ 2218 w 2780"/>
                <a:gd name="T21" fmla="*/ 192 h 953"/>
                <a:gd name="T22" fmla="*/ 2146 w 2780"/>
                <a:gd name="T23" fmla="*/ 228 h 953"/>
                <a:gd name="T24" fmla="*/ 2110 w 2780"/>
                <a:gd name="T25" fmla="*/ 240 h 953"/>
                <a:gd name="T26" fmla="*/ 2086 w 2780"/>
                <a:gd name="T27" fmla="*/ 246 h 953"/>
                <a:gd name="T28" fmla="*/ 2074 w 2780"/>
                <a:gd name="T29" fmla="*/ 258 h 953"/>
                <a:gd name="T30" fmla="*/ 2074 w 2780"/>
                <a:gd name="T31" fmla="*/ 276 h 953"/>
                <a:gd name="T32" fmla="*/ 2051 w 2780"/>
                <a:gd name="T33" fmla="*/ 300 h 953"/>
                <a:gd name="T34" fmla="*/ 2033 w 2780"/>
                <a:gd name="T35" fmla="*/ 312 h 953"/>
                <a:gd name="T36" fmla="*/ 2021 w 2780"/>
                <a:gd name="T37" fmla="*/ 324 h 953"/>
                <a:gd name="T38" fmla="*/ 2009 w 2780"/>
                <a:gd name="T39" fmla="*/ 336 h 953"/>
                <a:gd name="T40" fmla="*/ 1979 w 2780"/>
                <a:gd name="T41" fmla="*/ 342 h 953"/>
                <a:gd name="T42" fmla="*/ 1913 w 2780"/>
                <a:gd name="T43" fmla="*/ 336 h 953"/>
                <a:gd name="T44" fmla="*/ 1877 w 2780"/>
                <a:gd name="T45" fmla="*/ 330 h 953"/>
                <a:gd name="T46" fmla="*/ 1865 w 2780"/>
                <a:gd name="T47" fmla="*/ 342 h 953"/>
                <a:gd name="T48" fmla="*/ 1853 w 2780"/>
                <a:gd name="T49" fmla="*/ 354 h 953"/>
                <a:gd name="T50" fmla="*/ 1823 w 2780"/>
                <a:gd name="T51" fmla="*/ 360 h 953"/>
                <a:gd name="T52" fmla="*/ 1764 w 2780"/>
                <a:gd name="T53" fmla="*/ 342 h 953"/>
                <a:gd name="T54" fmla="*/ 1740 w 2780"/>
                <a:gd name="T55" fmla="*/ 342 h 953"/>
                <a:gd name="T56" fmla="*/ 1716 w 2780"/>
                <a:gd name="T57" fmla="*/ 354 h 953"/>
                <a:gd name="T58" fmla="*/ 1656 w 2780"/>
                <a:gd name="T59" fmla="*/ 425 h 953"/>
                <a:gd name="T60" fmla="*/ 1614 w 2780"/>
                <a:gd name="T61" fmla="*/ 569 h 953"/>
                <a:gd name="T62" fmla="*/ 1614 w 2780"/>
                <a:gd name="T63" fmla="*/ 593 h 953"/>
                <a:gd name="T64" fmla="*/ 1620 w 2780"/>
                <a:gd name="T65" fmla="*/ 641 h 953"/>
                <a:gd name="T66" fmla="*/ 1638 w 2780"/>
                <a:gd name="T67" fmla="*/ 659 h 953"/>
                <a:gd name="T68" fmla="*/ 1632 w 2780"/>
                <a:gd name="T69" fmla="*/ 671 h 953"/>
                <a:gd name="T70" fmla="*/ 1620 w 2780"/>
                <a:gd name="T71" fmla="*/ 683 h 953"/>
                <a:gd name="T72" fmla="*/ 1542 w 2780"/>
                <a:gd name="T73" fmla="*/ 689 h 953"/>
                <a:gd name="T74" fmla="*/ 1465 w 2780"/>
                <a:gd name="T75" fmla="*/ 629 h 953"/>
                <a:gd name="T76" fmla="*/ 1333 w 2780"/>
                <a:gd name="T77" fmla="*/ 587 h 953"/>
                <a:gd name="T78" fmla="*/ 1184 w 2780"/>
                <a:gd name="T79" fmla="*/ 671 h 953"/>
                <a:gd name="T80" fmla="*/ 1016 w 2780"/>
                <a:gd name="T81" fmla="*/ 731 h 953"/>
                <a:gd name="T82" fmla="*/ 813 w 2780"/>
                <a:gd name="T83" fmla="*/ 743 h 953"/>
                <a:gd name="T84" fmla="*/ 628 w 2780"/>
                <a:gd name="T85" fmla="*/ 701 h 953"/>
                <a:gd name="T86" fmla="*/ 568 w 2780"/>
                <a:gd name="T87" fmla="*/ 695 h 953"/>
                <a:gd name="T88" fmla="*/ 556 w 2780"/>
                <a:gd name="T89" fmla="*/ 701 h 953"/>
                <a:gd name="T90" fmla="*/ 520 w 2780"/>
                <a:gd name="T91" fmla="*/ 731 h 953"/>
                <a:gd name="T92" fmla="*/ 436 w 2780"/>
                <a:gd name="T93" fmla="*/ 809 h 953"/>
                <a:gd name="T94" fmla="*/ 406 w 2780"/>
                <a:gd name="T95" fmla="*/ 821 h 953"/>
                <a:gd name="T96" fmla="*/ 382 w 2780"/>
                <a:gd name="T97" fmla="*/ 821 h 953"/>
                <a:gd name="T98" fmla="*/ 335 w 2780"/>
                <a:gd name="T99" fmla="*/ 827 h 953"/>
                <a:gd name="T100" fmla="*/ 209 w 2780"/>
                <a:gd name="T101" fmla="*/ 851 h 953"/>
                <a:gd name="T102" fmla="*/ 173 w 2780"/>
                <a:gd name="T103" fmla="*/ 857 h 953"/>
                <a:gd name="T104" fmla="*/ 125 w 2780"/>
                <a:gd name="T105" fmla="*/ 851 h 953"/>
                <a:gd name="T106" fmla="*/ 107 w 2780"/>
                <a:gd name="T107" fmla="*/ 857 h 953"/>
                <a:gd name="T108" fmla="*/ 101 w 2780"/>
                <a:gd name="T109" fmla="*/ 875 h 953"/>
                <a:gd name="T110" fmla="*/ 83 w 2780"/>
                <a:gd name="T111" fmla="*/ 887 h 953"/>
                <a:gd name="T112" fmla="*/ 48 w 2780"/>
                <a:gd name="T113" fmla="*/ 899 h 953"/>
                <a:gd name="T114" fmla="*/ 2780 w 2780"/>
                <a:gd name="T115" fmla="*/ 24 h 9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780" h="953">
                  <a:moveTo>
                    <a:pt x="2780" y="24"/>
                  </a:moveTo>
                  <a:lnTo>
                    <a:pt x="2774" y="24"/>
                  </a:lnTo>
                  <a:lnTo>
                    <a:pt x="2774" y="18"/>
                  </a:lnTo>
                  <a:lnTo>
                    <a:pt x="2768" y="18"/>
                  </a:lnTo>
                  <a:lnTo>
                    <a:pt x="2756" y="12"/>
                  </a:lnTo>
                  <a:lnTo>
                    <a:pt x="2738" y="6"/>
                  </a:lnTo>
                  <a:lnTo>
                    <a:pt x="2714" y="0"/>
                  </a:lnTo>
                  <a:lnTo>
                    <a:pt x="2678" y="24"/>
                  </a:lnTo>
                  <a:lnTo>
                    <a:pt x="2643" y="54"/>
                  </a:lnTo>
                  <a:lnTo>
                    <a:pt x="2619" y="90"/>
                  </a:lnTo>
                  <a:lnTo>
                    <a:pt x="2613" y="96"/>
                  </a:lnTo>
                  <a:lnTo>
                    <a:pt x="2613" y="102"/>
                  </a:lnTo>
                  <a:lnTo>
                    <a:pt x="2601" y="108"/>
                  </a:lnTo>
                  <a:lnTo>
                    <a:pt x="2583" y="120"/>
                  </a:lnTo>
                  <a:lnTo>
                    <a:pt x="2541" y="132"/>
                  </a:lnTo>
                  <a:lnTo>
                    <a:pt x="2511" y="156"/>
                  </a:lnTo>
                  <a:lnTo>
                    <a:pt x="2511" y="204"/>
                  </a:lnTo>
                  <a:lnTo>
                    <a:pt x="2511" y="210"/>
                  </a:lnTo>
                  <a:lnTo>
                    <a:pt x="2505" y="216"/>
                  </a:lnTo>
                  <a:lnTo>
                    <a:pt x="2505" y="222"/>
                  </a:lnTo>
                  <a:lnTo>
                    <a:pt x="2499" y="228"/>
                  </a:lnTo>
                  <a:lnTo>
                    <a:pt x="2499" y="240"/>
                  </a:lnTo>
                  <a:lnTo>
                    <a:pt x="2493" y="246"/>
                  </a:lnTo>
                  <a:lnTo>
                    <a:pt x="2487" y="246"/>
                  </a:lnTo>
                  <a:lnTo>
                    <a:pt x="2487" y="252"/>
                  </a:lnTo>
                  <a:lnTo>
                    <a:pt x="2481" y="252"/>
                  </a:lnTo>
                  <a:lnTo>
                    <a:pt x="2475" y="252"/>
                  </a:lnTo>
                  <a:lnTo>
                    <a:pt x="2469" y="252"/>
                  </a:lnTo>
                  <a:lnTo>
                    <a:pt x="2457" y="252"/>
                  </a:lnTo>
                  <a:lnTo>
                    <a:pt x="2439" y="258"/>
                  </a:lnTo>
                  <a:lnTo>
                    <a:pt x="2415" y="222"/>
                  </a:lnTo>
                  <a:lnTo>
                    <a:pt x="2397" y="210"/>
                  </a:lnTo>
                  <a:lnTo>
                    <a:pt x="2373" y="216"/>
                  </a:lnTo>
                  <a:lnTo>
                    <a:pt x="2332" y="216"/>
                  </a:lnTo>
                  <a:lnTo>
                    <a:pt x="2296" y="204"/>
                  </a:lnTo>
                  <a:lnTo>
                    <a:pt x="2260" y="192"/>
                  </a:lnTo>
                  <a:lnTo>
                    <a:pt x="2260" y="192"/>
                  </a:lnTo>
                  <a:lnTo>
                    <a:pt x="2248" y="186"/>
                  </a:lnTo>
                  <a:lnTo>
                    <a:pt x="2242" y="186"/>
                  </a:lnTo>
                  <a:lnTo>
                    <a:pt x="2236" y="186"/>
                  </a:lnTo>
                  <a:lnTo>
                    <a:pt x="2230" y="186"/>
                  </a:lnTo>
                  <a:lnTo>
                    <a:pt x="2224" y="192"/>
                  </a:lnTo>
                  <a:lnTo>
                    <a:pt x="2224" y="192"/>
                  </a:lnTo>
                  <a:lnTo>
                    <a:pt x="2218" y="192"/>
                  </a:lnTo>
                  <a:lnTo>
                    <a:pt x="2212" y="198"/>
                  </a:lnTo>
                  <a:lnTo>
                    <a:pt x="2194" y="204"/>
                  </a:lnTo>
                  <a:lnTo>
                    <a:pt x="2170" y="210"/>
                  </a:lnTo>
                  <a:lnTo>
                    <a:pt x="2146" y="228"/>
                  </a:lnTo>
                  <a:lnTo>
                    <a:pt x="2122" y="240"/>
                  </a:lnTo>
                  <a:lnTo>
                    <a:pt x="2116" y="240"/>
                  </a:lnTo>
                  <a:lnTo>
                    <a:pt x="2110" y="240"/>
                  </a:lnTo>
                  <a:lnTo>
                    <a:pt x="2110" y="240"/>
                  </a:lnTo>
                  <a:lnTo>
                    <a:pt x="2104" y="240"/>
                  </a:lnTo>
                  <a:lnTo>
                    <a:pt x="2098" y="246"/>
                  </a:lnTo>
                  <a:lnTo>
                    <a:pt x="2092" y="246"/>
                  </a:lnTo>
                  <a:lnTo>
                    <a:pt x="2086" y="246"/>
                  </a:lnTo>
                  <a:lnTo>
                    <a:pt x="2080" y="252"/>
                  </a:lnTo>
                  <a:lnTo>
                    <a:pt x="2080" y="258"/>
                  </a:lnTo>
                  <a:lnTo>
                    <a:pt x="2074" y="258"/>
                  </a:lnTo>
                  <a:lnTo>
                    <a:pt x="2074" y="258"/>
                  </a:lnTo>
                  <a:lnTo>
                    <a:pt x="2074" y="264"/>
                  </a:lnTo>
                  <a:lnTo>
                    <a:pt x="2074" y="264"/>
                  </a:lnTo>
                  <a:lnTo>
                    <a:pt x="2074" y="270"/>
                  </a:lnTo>
                  <a:lnTo>
                    <a:pt x="2074" y="276"/>
                  </a:lnTo>
                  <a:lnTo>
                    <a:pt x="2069" y="288"/>
                  </a:lnTo>
                  <a:lnTo>
                    <a:pt x="2057" y="300"/>
                  </a:lnTo>
                  <a:lnTo>
                    <a:pt x="2057" y="300"/>
                  </a:lnTo>
                  <a:lnTo>
                    <a:pt x="2051" y="300"/>
                  </a:lnTo>
                  <a:lnTo>
                    <a:pt x="2045" y="300"/>
                  </a:lnTo>
                  <a:lnTo>
                    <a:pt x="2039" y="306"/>
                  </a:lnTo>
                  <a:lnTo>
                    <a:pt x="2033" y="306"/>
                  </a:lnTo>
                  <a:lnTo>
                    <a:pt x="2033" y="312"/>
                  </a:lnTo>
                  <a:lnTo>
                    <a:pt x="2027" y="312"/>
                  </a:lnTo>
                  <a:lnTo>
                    <a:pt x="2027" y="318"/>
                  </a:lnTo>
                  <a:lnTo>
                    <a:pt x="2027" y="318"/>
                  </a:lnTo>
                  <a:lnTo>
                    <a:pt x="2021" y="324"/>
                  </a:lnTo>
                  <a:lnTo>
                    <a:pt x="2021" y="324"/>
                  </a:lnTo>
                  <a:lnTo>
                    <a:pt x="2015" y="330"/>
                  </a:lnTo>
                  <a:lnTo>
                    <a:pt x="2015" y="330"/>
                  </a:lnTo>
                  <a:lnTo>
                    <a:pt x="2009" y="336"/>
                  </a:lnTo>
                  <a:lnTo>
                    <a:pt x="1997" y="336"/>
                  </a:lnTo>
                  <a:lnTo>
                    <a:pt x="1991" y="342"/>
                  </a:lnTo>
                  <a:lnTo>
                    <a:pt x="1985" y="342"/>
                  </a:lnTo>
                  <a:lnTo>
                    <a:pt x="1979" y="342"/>
                  </a:lnTo>
                  <a:lnTo>
                    <a:pt x="1961" y="336"/>
                  </a:lnTo>
                  <a:lnTo>
                    <a:pt x="1925" y="336"/>
                  </a:lnTo>
                  <a:lnTo>
                    <a:pt x="1919" y="336"/>
                  </a:lnTo>
                  <a:lnTo>
                    <a:pt x="1913" y="336"/>
                  </a:lnTo>
                  <a:lnTo>
                    <a:pt x="1895" y="330"/>
                  </a:lnTo>
                  <a:lnTo>
                    <a:pt x="1889" y="330"/>
                  </a:lnTo>
                  <a:lnTo>
                    <a:pt x="1883" y="330"/>
                  </a:lnTo>
                  <a:lnTo>
                    <a:pt x="1877" y="330"/>
                  </a:lnTo>
                  <a:lnTo>
                    <a:pt x="1877" y="330"/>
                  </a:lnTo>
                  <a:lnTo>
                    <a:pt x="1871" y="336"/>
                  </a:lnTo>
                  <a:lnTo>
                    <a:pt x="1871" y="336"/>
                  </a:lnTo>
                  <a:lnTo>
                    <a:pt x="1865" y="342"/>
                  </a:lnTo>
                  <a:lnTo>
                    <a:pt x="1865" y="342"/>
                  </a:lnTo>
                  <a:lnTo>
                    <a:pt x="1859" y="348"/>
                  </a:lnTo>
                  <a:lnTo>
                    <a:pt x="1859" y="348"/>
                  </a:lnTo>
                  <a:lnTo>
                    <a:pt x="1853" y="354"/>
                  </a:lnTo>
                  <a:lnTo>
                    <a:pt x="1847" y="354"/>
                  </a:lnTo>
                  <a:lnTo>
                    <a:pt x="1835" y="360"/>
                  </a:lnTo>
                  <a:lnTo>
                    <a:pt x="1829" y="360"/>
                  </a:lnTo>
                  <a:lnTo>
                    <a:pt x="1823" y="360"/>
                  </a:lnTo>
                  <a:lnTo>
                    <a:pt x="1817" y="360"/>
                  </a:lnTo>
                  <a:lnTo>
                    <a:pt x="1776" y="342"/>
                  </a:lnTo>
                  <a:lnTo>
                    <a:pt x="1770" y="342"/>
                  </a:lnTo>
                  <a:lnTo>
                    <a:pt x="1764" y="342"/>
                  </a:lnTo>
                  <a:lnTo>
                    <a:pt x="1758" y="342"/>
                  </a:lnTo>
                  <a:lnTo>
                    <a:pt x="1746" y="342"/>
                  </a:lnTo>
                  <a:lnTo>
                    <a:pt x="1746" y="342"/>
                  </a:lnTo>
                  <a:lnTo>
                    <a:pt x="1740" y="342"/>
                  </a:lnTo>
                  <a:lnTo>
                    <a:pt x="1734" y="342"/>
                  </a:lnTo>
                  <a:lnTo>
                    <a:pt x="1728" y="348"/>
                  </a:lnTo>
                  <a:lnTo>
                    <a:pt x="1722" y="348"/>
                  </a:lnTo>
                  <a:lnTo>
                    <a:pt x="1716" y="354"/>
                  </a:lnTo>
                  <a:lnTo>
                    <a:pt x="1704" y="366"/>
                  </a:lnTo>
                  <a:lnTo>
                    <a:pt x="1698" y="378"/>
                  </a:lnTo>
                  <a:lnTo>
                    <a:pt x="1674" y="402"/>
                  </a:lnTo>
                  <a:lnTo>
                    <a:pt x="1656" y="425"/>
                  </a:lnTo>
                  <a:lnTo>
                    <a:pt x="1632" y="461"/>
                  </a:lnTo>
                  <a:lnTo>
                    <a:pt x="1614" y="509"/>
                  </a:lnTo>
                  <a:lnTo>
                    <a:pt x="1614" y="563"/>
                  </a:lnTo>
                  <a:lnTo>
                    <a:pt x="1614" y="569"/>
                  </a:lnTo>
                  <a:lnTo>
                    <a:pt x="1614" y="575"/>
                  </a:lnTo>
                  <a:lnTo>
                    <a:pt x="1614" y="581"/>
                  </a:lnTo>
                  <a:lnTo>
                    <a:pt x="1614" y="587"/>
                  </a:lnTo>
                  <a:lnTo>
                    <a:pt x="1614" y="593"/>
                  </a:lnTo>
                  <a:lnTo>
                    <a:pt x="1614" y="599"/>
                  </a:lnTo>
                  <a:lnTo>
                    <a:pt x="1614" y="605"/>
                  </a:lnTo>
                  <a:lnTo>
                    <a:pt x="1614" y="617"/>
                  </a:lnTo>
                  <a:lnTo>
                    <a:pt x="1620" y="641"/>
                  </a:lnTo>
                  <a:lnTo>
                    <a:pt x="1626" y="641"/>
                  </a:lnTo>
                  <a:lnTo>
                    <a:pt x="1632" y="647"/>
                  </a:lnTo>
                  <a:lnTo>
                    <a:pt x="1632" y="659"/>
                  </a:lnTo>
                  <a:lnTo>
                    <a:pt x="1638" y="659"/>
                  </a:lnTo>
                  <a:lnTo>
                    <a:pt x="1638" y="665"/>
                  </a:lnTo>
                  <a:lnTo>
                    <a:pt x="1638" y="665"/>
                  </a:lnTo>
                  <a:lnTo>
                    <a:pt x="1638" y="671"/>
                  </a:lnTo>
                  <a:lnTo>
                    <a:pt x="1632" y="671"/>
                  </a:lnTo>
                  <a:lnTo>
                    <a:pt x="1632" y="677"/>
                  </a:lnTo>
                  <a:lnTo>
                    <a:pt x="1632" y="677"/>
                  </a:lnTo>
                  <a:lnTo>
                    <a:pt x="1626" y="677"/>
                  </a:lnTo>
                  <a:lnTo>
                    <a:pt x="1620" y="683"/>
                  </a:lnTo>
                  <a:lnTo>
                    <a:pt x="1596" y="689"/>
                  </a:lnTo>
                  <a:lnTo>
                    <a:pt x="1572" y="689"/>
                  </a:lnTo>
                  <a:lnTo>
                    <a:pt x="1548" y="689"/>
                  </a:lnTo>
                  <a:lnTo>
                    <a:pt x="1542" y="689"/>
                  </a:lnTo>
                  <a:lnTo>
                    <a:pt x="1536" y="689"/>
                  </a:lnTo>
                  <a:lnTo>
                    <a:pt x="1518" y="683"/>
                  </a:lnTo>
                  <a:lnTo>
                    <a:pt x="1495" y="671"/>
                  </a:lnTo>
                  <a:lnTo>
                    <a:pt x="1465" y="629"/>
                  </a:lnTo>
                  <a:lnTo>
                    <a:pt x="1435" y="599"/>
                  </a:lnTo>
                  <a:lnTo>
                    <a:pt x="1405" y="581"/>
                  </a:lnTo>
                  <a:lnTo>
                    <a:pt x="1375" y="563"/>
                  </a:lnTo>
                  <a:lnTo>
                    <a:pt x="1333" y="587"/>
                  </a:lnTo>
                  <a:lnTo>
                    <a:pt x="1303" y="653"/>
                  </a:lnTo>
                  <a:lnTo>
                    <a:pt x="1261" y="665"/>
                  </a:lnTo>
                  <a:lnTo>
                    <a:pt x="1219" y="653"/>
                  </a:lnTo>
                  <a:lnTo>
                    <a:pt x="1184" y="671"/>
                  </a:lnTo>
                  <a:lnTo>
                    <a:pt x="1136" y="671"/>
                  </a:lnTo>
                  <a:lnTo>
                    <a:pt x="1106" y="671"/>
                  </a:lnTo>
                  <a:lnTo>
                    <a:pt x="1076" y="707"/>
                  </a:lnTo>
                  <a:lnTo>
                    <a:pt x="1016" y="731"/>
                  </a:lnTo>
                  <a:lnTo>
                    <a:pt x="944" y="761"/>
                  </a:lnTo>
                  <a:lnTo>
                    <a:pt x="921" y="773"/>
                  </a:lnTo>
                  <a:lnTo>
                    <a:pt x="867" y="773"/>
                  </a:lnTo>
                  <a:lnTo>
                    <a:pt x="813" y="743"/>
                  </a:lnTo>
                  <a:lnTo>
                    <a:pt x="783" y="719"/>
                  </a:lnTo>
                  <a:lnTo>
                    <a:pt x="741" y="713"/>
                  </a:lnTo>
                  <a:lnTo>
                    <a:pt x="693" y="701"/>
                  </a:lnTo>
                  <a:lnTo>
                    <a:pt x="628" y="701"/>
                  </a:lnTo>
                  <a:lnTo>
                    <a:pt x="616" y="701"/>
                  </a:lnTo>
                  <a:lnTo>
                    <a:pt x="598" y="695"/>
                  </a:lnTo>
                  <a:lnTo>
                    <a:pt x="580" y="695"/>
                  </a:lnTo>
                  <a:lnTo>
                    <a:pt x="568" y="695"/>
                  </a:lnTo>
                  <a:lnTo>
                    <a:pt x="568" y="695"/>
                  </a:lnTo>
                  <a:lnTo>
                    <a:pt x="562" y="701"/>
                  </a:lnTo>
                  <a:lnTo>
                    <a:pt x="556" y="701"/>
                  </a:lnTo>
                  <a:lnTo>
                    <a:pt x="556" y="701"/>
                  </a:lnTo>
                  <a:lnTo>
                    <a:pt x="556" y="701"/>
                  </a:lnTo>
                  <a:lnTo>
                    <a:pt x="550" y="707"/>
                  </a:lnTo>
                  <a:lnTo>
                    <a:pt x="544" y="713"/>
                  </a:lnTo>
                  <a:lnTo>
                    <a:pt x="520" y="731"/>
                  </a:lnTo>
                  <a:lnTo>
                    <a:pt x="496" y="749"/>
                  </a:lnTo>
                  <a:lnTo>
                    <a:pt x="460" y="785"/>
                  </a:lnTo>
                  <a:lnTo>
                    <a:pt x="454" y="791"/>
                  </a:lnTo>
                  <a:lnTo>
                    <a:pt x="436" y="809"/>
                  </a:lnTo>
                  <a:lnTo>
                    <a:pt x="424" y="815"/>
                  </a:lnTo>
                  <a:lnTo>
                    <a:pt x="418" y="821"/>
                  </a:lnTo>
                  <a:lnTo>
                    <a:pt x="412" y="821"/>
                  </a:lnTo>
                  <a:lnTo>
                    <a:pt x="406" y="821"/>
                  </a:lnTo>
                  <a:lnTo>
                    <a:pt x="400" y="821"/>
                  </a:lnTo>
                  <a:lnTo>
                    <a:pt x="394" y="821"/>
                  </a:lnTo>
                  <a:lnTo>
                    <a:pt x="388" y="821"/>
                  </a:lnTo>
                  <a:lnTo>
                    <a:pt x="382" y="821"/>
                  </a:lnTo>
                  <a:lnTo>
                    <a:pt x="370" y="821"/>
                  </a:lnTo>
                  <a:lnTo>
                    <a:pt x="358" y="821"/>
                  </a:lnTo>
                  <a:lnTo>
                    <a:pt x="352" y="821"/>
                  </a:lnTo>
                  <a:lnTo>
                    <a:pt x="335" y="827"/>
                  </a:lnTo>
                  <a:lnTo>
                    <a:pt x="329" y="827"/>
                  </a:lnTo>
                  <a:lnTo>
                    <a:pt x="233" y="839"/>
                  </a:lnTo>
                  <a:lnTo>
                    <a:pt x="227" y="845"/>
                  </a:lnTo>
                  <a:lnTo>
                    <a:pt x="209" y="851"/>
                  </a:lnTo>
                  <a:lnTo>
                    <a:pt x="197" y="851"/>
                  </a:lnTo>
                  <a:lnTo>
                    <a:pt x="185" y="857"/>
                  </a:lnTo>
                  <a:lnTo>
                    <a:pt x="179" y="857"/>
                  </a:lnTo>
                  <a:lnTo>
                    <a:pt x="173" y="857"/>
                  </a:lnTo>
                  <a:lnTo>
                    <a:pt x="167" y="857"/>
                  </a:lnTo>
                  <a:lnTo>
                    <a:pt x="149" y="851"/>
                  </a:lnTo>
                  <a:lnTo>
                    <a:pt x="137" y="851"/>
                  </a:lnTo>
                  <a:lnTo>
                    <a:pt x="125" y="851"/>
                  </a:lnTo>
                  <a:lnTo>
                    <a:pt x="119" y="857"/>
                  </a:lnTo>
                  <a:lnTo>
                    <a:pt x="113" y="857"/>
                  </a:lnTo>
                  <a:lnTo>
                    <a:pt x="107" y="857"/>
                  </a:lnTo>
                  <a:lnTo>
                    <a:pt x="107" y="857"/>
                  </a:lnTo>
                  <a:lnTo>
                    <a:pt x="101" y="863"/>
                  </a:lnTo>
                  <a:lnTo>
                    <a:pt x="101" y="863"/>
                  </a:lnTo>
                  <a:lnTo>
                    <a:pt x="101" y="869"/>
                  </a:lnTo>
                  <a:lnTo>
                    <a:pt x="101" y="875"/>
                  </a:lnTo>
                  <a:lnTo>
                    <a:pt x="95" y="875"/>
                  </a:lnTo>
                  <a:lnTo>
                    <a:pt x="95" y="881"/>
                  </a:lnTo>
                  <a:lnTo>
                    <a:pt x="89" y="881"/>
                  </a:lnTo>
                  <a:lnTo>
                    <a:pt x="83" y="887"/>
                  </a:lnTo>
                  <a:lnTo>
                    <a:pt x="77" y="887"/>
                  </a:lnTo>
                  <a:lnTo>
                    <a:pt x="60" y="893"/>
                  </a:lnTo>
                  <a:lnTo>
                    <a:pt x="54" y="899"/>
                  </a:lnTo>
                  <a:lnTo>
                    <a:pt x="48" y="899"/>
                  </a:lnTo>
                  <a:lnTo>
                    <a:pt x="48" y="905"/>
                  </a:lnTo>
                  <a:lnTo>
                    <a:pt x="0" y="953"/>
                  </a:lnTo>
                  <a:lnTo>
                    <a:pt x="2780" y="953"/>
                  </a:lnTo>
                  <a:lnTo>
                    <a:pt x="2780" y="24"/>
                  </a:lnTo>
                  <a:lnTo>
                    <a:pt x="2780" y="24"/>
                  </a:lnTo>
                  <a:lnTo>
                    <a:pt x="2780" y="24"/>
                  </a:lnTo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24" name="Freeform 4">
              <a:extLst>
                <a:ext uri="{FF2B5EF4-FFF2-40B4-BE49-F238E27FC236}">
                  <a16:creationId xmlns:a16="http://schemas.microsoft.com/office/drawing/2014/main" id="{FEA117A6-EBBD-3454-230E-0F821EC37C8F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602" y="4014"/>
              <a:ext cx="12" cy="18"/>
            </a:xfrm>
            <a:custGeom>
              <a:avLst/>
              <a:gdLst>
                <a:gd name="T0" fmla="*/ 12 w 12"/>
                <a:gd name="T1" fmla="*/ 18 h 18"/>
                <a:gd name="T2" fmla="*/ 12 w 12"/>
                <a:gd name="T3" fmla="*/ 12 h 18"/>
                <a:gd name="T4" fmla="*/ 6 w 12"/>
                <a:gd name="T5" fmla="*/ 6 h 18"/>
                <a:gd name="T6" fmla="*/ 6 w 12"/>
                <a:gd name="T7" fmla="*/ 6 h 18"/>
                <a:gd name="T8" fmla="*/ 0 w 12"/>
                <a:gd name="T9" fmla="*/ 0 h 18"/>
                <a:gd name="T10" fmla="*/ 12 w 12"/>
                <a:gd name="T11" fmla="*/ 18 h 18"/>
                <a:gd name="T12" fmla="*/ 12 w 12"/>
                <a:gd name="T13" fmla="*/ 18 h 18"/>
                <a:gd name="T14" fmla="*/ 12 w 12"/>
                <a:gd name="T1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18">
                  <a:moveTo>
                    <a:pt x="12" y="18"/>
                  </a:moveTo>
                  <a:lnTo>
                    <a:pt x="12" y="12"/>
                  </a:lnTo>
                  <a:lnTo>
                    <a:pt x="6" y="6"/>
                  </a:lnTo>
                  <a:lnTo>
                    <a:pt x="6" y="6"/>
                  </a:lnTo>
                  <a:lnTo>
                    <a:pt x="0" y="0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18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25" name="Freeform 5">
              <a:extLst>
                <a:ext uri="{FF2B5EF4-FFF2-40B4-BE49-F238E27FC236}">
                  <a16:creationId xmlns:a16="http://schemas.microsoft.com/office/drawing/2014/main" id="{7CA8C1F2-B71F-6DCE-C0CD-2F15C75A4A02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596" y="3996"/>
              <a:ext cx="6" cy="18"/>
            </a:xfrm>
            <a:custGeom>
              <a:avLst/>
              <a:gdLst>
                <a:gd name="T0" fmla="*/ 0 w 6"/>
                <a:gd name="T1" fmla="*/ 12 h 18"/>
                <a:gd name="T2" fmla="*/ 6 w 6"/>
                <a:gd name="T3" fmla="*/ 18 h 18"/>
                <a:gd name="T4" fmla="*/ 0 w 6"/>
                <a:gd name="T5" fmla="*/ 0 h 18"/>
                <a:gd name="T6" fmla="*/ 0 w 6"/>
                <a:gd name="T7" fmla="*/ 12 h 18"/>
                <a:gd name="T8" fmla="*/ 0 w 6"/>
                <a:gd name="T9" fmla="*/ 12 h 18"/>
                <a:gd name="T10" fmla="*/ 0 w 6"/>
                <a:gd name="T1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8">
                  <a:moveTo>
                    <a:pt x="0" y="12"/>
                  </a:moveTo>
                  <a:lnTo>
                    <a:pt x="6" y="1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26" name="Freeform 6">
              <a:extLst>
                <a:ext uri="{FF2B5EF4-FFF2-40B4-BE49-F238E27FC236}">
                  <a16:creationId xmlns:a16="http://schemas.microsoft.com/office/drawing/2014/main" id="{11F72AF6-7B33-085F-BE37-79F5D0976CC4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180" y="3577"/>
              <a:ext cx="304" cy="741"/>
            </a:xfrm>
            <a:custGeom>
              <a:avLst/>
              <a:gdLst>
                <a:gd name="T0" fmla="*/ 280 w 304"/>
                <a:gd name="T1" fmla="*/ 42 h 741"/>
                <a:gd name="T2" fmla="*/ 274 w 304"/>
                <a:gd name="T3" fmla="*/ 42 h 741"/>
                <a:gd name="T4" fmla="*/ 268 w 304"/>
                <a:gd name="T5" fmla="*/ 42 h 741"/>
                <a:gd name="T6" fmla="*/ 256 w 304"/>
                <a:gd name="T7" fmla="*/ 42 h 741"/>
                <a:gd name="T8" fmla="*/ 238 w 304"/>
                <a:gd name="T9" fmla="*/ 48 h 741"/>
                <a:gd name="T10" fmla="*/ 214 w 304"/>
                <a:gd name="T11" fmla="*/ 12 h 741"/>
                <a:gd name="T12" fmla="*/ 196 w 304"/>
                <a:gd name="T13" fmla="*/ 0 h 741"/>
                <a:gd name="T14" fmla="*/ 196 w 304"/>
                <a:gd name="T15" fmla="*/ 0 h 741"/>
                <a:gd name="T16" fmla="*/ 164 w 304"/>
                <a:gd name="T17" fmla="*/ 167 h 741"/>
                <a:gd name="T18" fmla="*/ 144 w 304"/>
                <a:gd name="T19" fmla="*/ 217 h 741"/>
                <a:gd name="T20" fmla="*/ 110 w 304"/>
                <a:gd name="T21" fmla="*/ 281 h 741"/>
                <a:gd name="T22" fmla="*/ 96 w 304"/>
                <a:gd name="T23" fmla="*/ 327 h 741"/>
                <a:gd name="T24" fmla="*/ 124 w 304"/>
                <a:gd name="T25" fmla="*/ 405 h 741"/>
                <a:gd name="T26" fmla="*/ 100 w 304"/>
                <a:gd name="T27" fmla="*/ 463 h 741"/>
                <a:gd name="T28" fmla="*/ 68 w 304"/>
                <a:gd name="T29" fmla="*/ 503 h 741"/>
                <a:gd name="T30" fmla="*/ 30 w 304"/>
                <a:gd name="T31" fmla="*/ 539 h 741"/>
                <a:gd name="T32" fmla="*/ 24 w 304"/>
                <a:gd name="T33" fmla="*/ 613 h 741"/>
                <a:gd name="T34" fmla="*/ 0 w 304"/>
                <a:gd name="T35" fmla="*/ 741 h 741"/>
                <a:gd name="T36" fmla="*/ 202 w 304"/>
                <a:gd name="T37" fmla="*/ 741 h 741"/>
                <a:gd name="T38" fmla="*/ 180 w 304"/>
                <a:gd name="T39" fmla="*/ 639 h 741"/>
                <a:gd name="T40" fmla="*/ 192 w 304"/>
                <a:gd name="T41" fmla="*/ 589 h 741"/>
                <a:gd name="T42" fmla="*/ 178 w 304"/>
                <a:gd name="T43" fmla="*/ 539 h 741"/>
                <a:gd name="T44" fmla="*/ 190 w 304"/>
                <a:gd name="T45" fmla="*/ 499 h 741"/>
                <a:gd name="T46" fmla="*/ 184 w 304"/>
                <a:gd name="T47" fmla="*/ 465 h 741"/>
                <a:gd name="T48" fmla="*/ 192 w 304"/>
                <a:gd name="T49" fmla="*/ 391 h 741"/>
                <a:gd name="T50" fmla="*/ 216 w 304"/>
                <a:gd name="T51" fmla="*/ 313 h 741"/>
                <a:gd name="T52" fmla="*/ 238 w 304"/>
                <a:gd name="T53" fmla="*/ 249 h 741"/>
                <a:gd name="T54" fmla="*/ 268 w 304"/>
                <a:gd name="T55" fmla="*/ 185 h 741"/>
                <a:gd name="T56" fmla="*/ 284 w 304"/>
                <a:gd name="T57" fmla="*/ 159 h 741"/>
                <a:gd name="T58" fmla="*/ 304 w 304"/>
                <a:gd name="T59" fmla="*/ 12 h 741"/>
                <a:gd name="T60" fmla="*/ 298 w 304"/>
                <a:gd name="T61" fmla="*/ 24 h 741"/>
                <a:gd name="T62" fmla="*/ 292 w 304"/>
                <a:gd name="T63" fmla="*/ 30 h 741"/>
                <a:gd name="T64" fmla="*/ 292 w 304"/>
                <a:gd name="T65" fmla="*/ 36 h 741"/>
                <a:gd name="T66" fmla="*/ 286 w 304"/>
                <a:gd name="T67" fmla="*/ 36 h 741"/>
                <a:gd name="T68" fmla="*/ 286 w 304"/>
                <a:gd name="T69" fmla="*/ 42 h 741"/>
                <a:gd name="T70" fmla="*/ 280 w 304"/>
                <a:gd name="T71" fmla="*/ 42 h 741"/>
                <a:gd name="T72" fmla="*/ 280 w 304"/>
                <a:gd name="T73" fmla="*/ 42 h 741"/>
                <a:gd name="T74" fmla="*/ 280 w 304"/>
                <a:gd name="T75" fmla="*/ 42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04" h="741">
                  <a:moveTo>
                    <a:pt x="280" y="42"/>
                  </a:moveTo>
                  <a:lnTo>
                    <a:pt x="274" y="42"/>
                  </a:lnTo>
                  <a:lnTo>
                    <a:pt x="268" y="42"/>
                  </a:lnTo>
                  <a:lnTo>
                    <a:pt x="256" y="42"/>
                  </a:lnTo>
                  <a:lnTo>
                    <a:pt x="238" y="48"/>
                  </a:lnTo>
                  <a:lnTo>
                    <a:pt x="214" y="12"/>
                  </a:lnTo>
                  <a:lnTo>
                    <a:pt x="196" y="0"/>
                  </a:lnTo>
                  <a:lnTo>
                    <a:pt x="196" y="0"/>
                  </a:lnTo>
                  <a:lnTo>
                    <a:pt x="164" y="167"/>
                  </a:lnTo>
                  <a:lnTo>
                    <a:pt x="144" y="217"/>
                  </a:lnTo>
                  <a:lnTo>
                    <a:pt x="110" y="281"/>
                  </a:lnTo>
                  <a:lnTo>
                    <a:pt x="96" y="327"/>
                  </a:lnTo>
                  <a:lnTo>
                    <a:pt x="124" y="405"/>
                  </a:lnTo>
                  <a:lnTo>
                    <a:pt x="100" y="463"/>
                  </a:lnTo>
                  <a:lnTo>
                    <a:pt x="68" y="503"/>
                  </a:lnTo>
                  <a:lnTo>
                    <a:pt x="30" y="539"/>
                  </a:lnTo>
                  <a:lnTo>
                    <a:pt x="24" y="613"/>
                  </a:lnTo>
                  <a:lnTo>
                    <a:pt x="0" y="741"/>
                  </a:lnTo>
                  <a:lnTo>
                    <a:pt x="202" y="741"/>
                  </a:lnTo>
                  <a:lnTo>
                    <a:pt x="180" y="639"/>
                  </a:lnTo>
                  <a:lnTo>
                    <a:pt x="192" y="589"/>
                  </a:lnTo>
                  <a:lnTo>
                    <a:pt x="178" y="539"/>
                  </a:lnTo>
                  <a:lnTo>
                    <a:pt x="190" y="499"/>
                  </a:lnTo>
                  <a:lnTo>
                    <a:pt x="184" y="465"/>
                  </a:lnTo>
                  <a:lnTo>
                    <a:pt x="192" y="391"/>
                  </a:lnTo>
                  <a:lnTo>
                    <a:pt x="216" y="313"/>
                  </a:lnTo>
                  <a:lnTo>
                    <a:pt x="238" y="249"/>
                  </a:lnTo>
                  <a:lnTo>
                    <a:pt x="268" y="185"/>
                  </a:lnTo>
                  <a:lnTo>
                    <a:pt x="284" y="159"/>
                  </a:lnTo>
                  <a:lnTo>
                    <a:pt x="304" y="12"/>
                  </a:lnTo>
                  <a:lnTo>
                    <a:pt x="298" y="24"/>
                  </a:lnTo>
                  <a:lnTo>
                    <a:pt x="292" y="30"/>
                  </a:lnTo>
                  <a:lnTo>
                    <a:pt x="292" y="36"/>
                  </a:lnTo>
                  <a:lnTo>
                    <a:pt x="286" y="36"/>
                  </a:lnTo>
                  <a:lnTo>
                    <a:pt x="286" y="42"/>
                  </a:lnTo>
                  <a:lnTo>
                    <a:pt x="280" y="42"/>
                  </a:lnTo>
                  <a:lnTo>
                    <a:pt x="280" y="42"/>
                  </a:lnTo>
                  <a:lnTo>
                    <a:pt x="280" y="4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27" name="Freeform 7">
              <a:extLst>
                <a:ext uri="{FF2B5EF4-FFF2-40B4-BE49-F238E27FC236}">
                  <a16:creationId xmlns:a16="http://schemas.microsoft.com/office/drawing/2014/main" id="{4151991B-0A78-393B-E9F8-A29B5597812A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918" y="3553"/>
              <a:ext cx="314" cy="767"/>
            </a:xfrm>
            <a:custGeom>
              <a:avLst/>
              <a:gdLst>
                <a:gd name="T0" fmla="*/ 284 w 314"/>
                <a:gd name="T1" fmla="*/ 6 h 767"/>
                <a:gd name="T2" fmla="*/ 278 w 314"/>
                <a:gd name="T3" fmla="*/ 6 h 767"/>
                <a:gd name="T4" fmla="*/ 272 w 314"/>
                <a:gd name="T5" fmla="*/ 12 h 767"/>
                <a:gd name="T6" fmla="*/ 254 w 314"/>
                <a:gd name="T7" fmla="*/ 18 h 767"/>
                <a:gd name="T8" fmla="*/ 230 w 314"/>
                <a:gd name="T9" fmla="*/ 24 h 767"/>
                <a:gd name="T10" fmla="*/ 206 w 314"/>
                <a:gd name="T11" fmla="*/ 42 h 767"/>
                <a:gd name="T12" fmla="*/ 188 w 314"/>
                <a:gd name="T13" fmla="*/ 48 h 767"/>
                <a:gd name="T14" fmla="*/ 176 w 314"/>
                <a:gd name="T15" fmla="*/ 54 h 767"/>
                <a:gd name="T16" fmla="*/ 170 w 314"/>
                <a:gd name="T17" fmla="*/ 54 h 767"/>
                <a:gd name="T18" fmla="*/ 150 w 314"/>
                <a:gd name="T19" fmla="*/ 169 h 767"/>
                <a:gd name="T20" fmla="*/ 110 w 314"/>
                <a:gd name="T21" fmla="*/ 225 h 767"/>
                <a:gd name="T22" fmla="*/ 54 w 314"/>
                <a:gd name="T23" fmla="*/ 383 h 767"/>
                <a:gd name="T24" fmla="*/ 82 w 314"/>
                <a:gd name="T25" fmla="*/ 555 h 767"/>
                <a:gd name="T26" fmla="*/ 40 w 314"/>
                <a:gd name="T27" fmla="*/ 679 h 767"/>
                <a:gd name="T28" fmla="*/ 0 w 314"/>
                <a:gd name="T29" fmla="*/ 767 h 767"/>
                <a:gd name="T30" fmla="*/ 108 w 314"/>
                <a:gd name="T31" fmla="*/ 767 h 767"/>
                <a:gd name="T32" fmla="*/ 120 w 314"/>
                <a:gd name="T33" fmla="*/ 611 h 767"/>
                <a:gd name="T34" fmla="*/ 148 w 314"/>
                <a:gd name="T35" fmla="*/ 499 h 767"/>
                <a:gd name="T36" fmla="*/ 160 w 314"/>
                <a:gd name="T37" fmla="*/ 367 h 767"/>
                <a:gd name="T38" fmla="*/ 218 w 314"/>
                <a:gd name="T39" fmla="*/ 327 h 767"/>
                <a:gd name="T40" fmla="*/ 238 w 314"/>
                <a:gd name="T41" fmla="*/ 221 h 767"/>
                <a:gd name="T42" fmla="*/ 296 w 314"/>
                <a:gd name="T43" fmla="*/ 135 h 767"/>
                <a:gd name="T44" fmla="*/ 314 w 314"/>
                <a:gd name="T45" fmla="*/ 0 h 767"/>
                <a:gd name="T46" fmla="*/ 302 w 314"/>
                <a:gd name="T47" fmla="*/ 0 h 767"/>
                <a:gd name="T48" fmla="*/ 296 w 314"/>
                <a:gd name="T49" fmla="*/ 0 h 767"/>
                <a:gd name="T50" fmla="*/ 290 w 314"/>
                <a:gd name="T51" fmla="*/ 0 h 767"/>
                <a:gd name="T52" fmla="*/ 284 w 314"/>
                <a:gd name="T53" fmla="*/ 6 h 767"/>
                <a:gd name="T54" fmla="*/ 284 w 314"/>
                <a:gd name="T55" fmla="*/ 6 h 767"/>
                <a:gd name="T56" fmla="*/ 284 w 314"/>
                <a:gd name="T57" fmla="*/ 6 h 767"/>
                <a:gd name="T58" fmla="*/ 284 w 314"/>
                <a:gd name="T59" fmla="*/ 6 h 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14" h="767">
                  <a:moveTo>
                    <a:pt x="284" y="6"/>
                  </a:moveTo>
                  <a:lnTo>
                    <a:pt x="278" y="6"/>
                  </a:lnTo>
                  <a:lnTo>
                    <a:pt x="272" y="12"/>
                  </a:lnTo>
                  <a:lnTo>
                    <a:pt x="254" y="18"/>
                  </a:lnTo>
                  <a:lnTo>
                    <a:pt x="230" y="24"/>
                  </a:lnTo>
                  <a:lnTo>
                    <a:pt x="206" y="42"/>
                  </a:lnTo>
                  <a:lnTo>
                    <a:pt x="188" y="48"/>
                  </a:lnTo>
                  <a:lnTo>
                    <a:pt x="176" y="54"/>
                  </a:lnTo>
                  <a:lnTo>
                    <a:pt x="170" y="54"/>
                  </a:lnTo>
                  <a:lnTo>
                    <a:pt x="150" y="169"/>
                  </a:lnTo>
                  <a:lnTo>
                    <a:pt x="110" y="225"/>
                  </a:lnTo>
                  <a:lnTo>
                    <a:pt x="54" y="383"/>
                  </a:lnTo>
                  <a:lnTo>
                    <a:pt x="82" y="555"/>
                  </a:lnTo>
                  <a:lnTo>
                    <a:pt x="40" y="679"/>
                  </a:lnTo>
                  <a:lnTo>
                    <a:pt x="0" y="767"/>
                  </a:lnTo>
                  <a:lnTo>
                    <a:pt x="108" y="767"/>
                  </a:lnTo>
                  <a:lnTo>
                    <a:pt x="120" y="611"/>
                  </a:lnTo>
                  <a:lnTo>
                    <a:pt x="148" y="499"/>
                  </a:lnTo>
                  <a:lnTo>
                    <a:pt x="160" y="367"/>
                  </a:lnTo>
                  <a:lnTo>
                    <a:pt x="218" y="327"/>
                  </a:lnTo>
                  <a:lnTo>
                    <a:pt x="238" y="221"/>
                  </a:lnTo>
                  <a:lnTo>
                    <a:pt x="296" y="135"/>
                  </a:lnTo>
                  <a:lnTo>
                    <a:pt x="314" y="0"/>
                  </a:lnTo>
                  <a:lnTo>
                    <a:pt x="302" y="0"/>
                  </a:lnTo>
                  <a:lnTo>
                    <a:pt x="296" y="0"/>
                  </a:lnTo>
                  <a:lnTo>
                    <a:pt x="290" y="0"/>
                  </a:lnTo>
                  <a:lnTo>
                    <a:pt x="284" y="6"/>
                  </a:lnTo>
                  <a:lnTo>
                    <a:pt x="284" y="6"/>
                  </a:lnTo>
                  <a:lnTo>
                    <a:pt x="284" y="6"/>
                  </a:lnTo>
                  <a:lnTo>
                    <a:pt x="284" y="6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28" name="Freeform 8">
              <a:extLst>
                <a:ext uri="{FF2B5EF4-FFF2-40B4-BE49-F238E27FC236}">
                  <a16:creationId xmlns:a16="http://schemas.microsoft.com/office/drawing/2014/main" id="{CFC6E0A2-98FD-1490-FE98-FC7BBDE6F034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700" y="3697"/>
              <a:ext cx="275" cy="623"/>
            </a:xfrm>
            <a:custGeom>
              <a:avLst/>
              <a:gdLst>
                <a:gd name="T0" fmla="*/ 257 w 275"/>
                <a:gd name="T1" fmla="*/ 12 h 623"/>
                <a:gd name="T2" fmla="*/ 239 w 275"/>
                <a:gd name="T3" fmla="*/ 6 h 623"/>
                <a:gd name="T4" fmla="*/ 203 w 275"/>
                <a:gd name="T5" fmla="*/ 6 h 623"/>
                <a:gd name="T6" fmla="*/ 203 w 275"/>
                <a:gd name="T7" fmla="*/ 6 h 623"/>
                <a:gd name="T8" fmla="*/ 197 w 275"/>
                <a:gd name="T9" fmla="*/ 6 h 623"/>
                <a:gd name="T10" fmla="*/ 185 w 275"/>
                <a:gd name="T11" fmla="*/ 0 h 623"/>
                <a:gd name="T12" fmla="*/ 173 w 275"/>
                <a:gd name="T13" fmla="*/ 0 h 623"/>
                <a:gd name="T14" fmla="*/ 166 w 275"/>
                <a:gd name="T15" fmla="*/ 0 h 623"/>
                <a:gd name="T16" fmla="*/ 160 w 275"/>
                <a:gd name="T17" fmla="*/ 0 h 623"/>
                <a:gd name="T18" fmla="*/ 144 w 275"/>
                <a:gd name="T19" fmla="*/ 117 h 623"/>
                <a:gd name="T20" fmla="*/ 128 w 275"/>
                <a:gd name="T21" fmla="*/ 185 h 623"/>
                <a:gd name="T22" fmla="*/ 58 w 275"/>
                <a:gd name="T23" fmla="*/ 299 h 623"/>
                <a:gd name="T24" fmla="*/ 54 w 275"/>
                <a:gd name="T25" fmla="*/ 441 h 623"/>
                <a:gd name="T26" fmla="*/ 24 w 275"/>
                <a:gd name="T27" fmla="*/ 523 h 623"/>
                <a:gd name="T28" fmla="*/ 0 w 275"/>
                <a:gd name="T29" fmla="*/ 623 h 623"/>
                <a:gd name="T30" fmla="*/ 78 w 275"/>
                <a:gd name="T31" fmla="*/ 623 h 623"/>
                <a:gd name="T32" fmla="*/ 92 w 275"/>
                <a:gd name="T33" fmla="*/ 555 h 623"/>
                <a:gd name="T34" fmla="*/ 134 w 275"/>
                <a:gd name="T35" fmla="*/ 447 h 623"/>
                <a:gd name="T36" fmla="*/ 158 w 275"/>
                <a:gd name="T37" fmla="*/ 315 h 623"/>
                <a:gd name="T38" fmla="*/ 184 w 275"/>
                <a:gd name="T39" fmla="*/ 257 h 623"/>
                <a:gd name="T40" fmla="*/ 216 w 275"/>
                <a:gd name="T41" fmla="*/ 211 h 623"/>
                <a:gd name="T42" fmla="*/ 222 w 275"/>
                <a:gd name="T43" fmla="*/ 145 h 623"/>
                <a:gd name="T44" fmla="*/ 240 w 275"/>
                <a:gd name="T45" fmla="*/ 111 h 623"/>
                <a:gd name="T46" fmla="*/ 262 w 275"/>
                <a:gd name="T47" fmla="*/ 79 h 623"/>
                <a:gd name="T48" fmla="*/ 275 w 275"/>
                <a:gd name="T49" fmla="*/ 6 h 623"/>
                <a:gd name="T50" fmla="*/ 263 w 275"/>
                <a:gd name="T51" fmla="*/ 12 h 623"/>
                <a:gd name="T52" fmla="*/ 257 w 275"/>
                <a:gd name="T53" fmla="*/ 12 h 623"/>
                <a:gd name="T54" fmla="*/ 257 w 275"/>
                <a:gd name="T55" fmla="*/ 12 h 623"/>
                <a:gd name="T56" fmla="*/ 257 w 275"/>
                <a:gd name="T57" fmla="*/ 12 h 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5" h="623">
                  <a:moveTo>
                    <a:pt x="257" y="12"/>
                  </a:moveTo>
                  <a:lnTo>
                    <a:pt x="239" y="6"/>
                  </a:lnTo>
                  <a:lnTo>
                    <a:pt x="203" y="6"/>
                  </a:lnTo>
                  <a:lnTo>
                    <a:pt x="203" y="6"/>
                  </a:lnTo>
                  <a:lnTo>
                    <a:pt x="197" y="6"/>
                  </a:lnTo>
                  <a:lnTo>
                    <a:pt x="185" y="0"/>
                  </a:lnTo>
                  <a:lnTo>
                    <a:pt x="173" y="0"/>
                  </a:lnTo>
                  <a:lnTo>
                    <a:pt x="166" y="0"/>
                  </a:lnTo>
                  <a:lnTo>
                    <a:pt x="160" y="0"/>
                  </a:lnTo>
                  <a:lnTo>
                    <a:pt x="144" y="117"/>
                  </a:lnTo>
                  <a:lnTo>
                    <a:pt x="128" y="185"/>
                  </a:lnTo>
                  <a:lnTo>
                    <a:pt x="58" y="299"/>
                  </a:lnTo>
                  <a:lnTo>
                    <a:pt x="54" y="441"/>
                  </a:lnTo>
                  <a:lnTo>
                    <a:pt x="24" y="523"/>
                  </a:lnTo>
                  <a:lnTo>
                    <a:pt x="0" y="623"/>
                  </a:lnTo>
                  <a:lnTo>
                    <a:pt x="78" y="623"/>
                  </a:lnTo>
                  <a:lnTo>
                    <a:pt x="92" y="555"/>
                  </a:lnTo>
                  <a:lnTo>
                    <a:pt x="134" y="447"/>
                  </a:lnTo>
                  <a:lnTo>
                    <a:pt x="158" y="315"/>
                  </a:lnTo>
                  <a:lnTo>
                    <a:pt x="184" y="257"/>
                  </a:lnTo>
                  <a:lnTo>
                    <a:pt x="216" y="211"/>
                  </a:lnTo>
                  <a:lnTo>
                    <a:pt x="222" y="145"/>
                  </a:lnTo>
                  <a:lnTo>
                    <a:pt x="240" y="111"/>
                  </a:lnTo>
                  <a:lnTo>
                    <a:pt x="262" y="79"/>
                  </a:lnTo>
                  <a:lnTo>
                    <a:pt x="275" y="6"/>
                  </a:lnTo>
                  <a:lnTo>
                    <a:pt x="263" y="12"/>
                  </a:lnTo>
                  <a:lnTo>
                    <a:pt x="257" y="12"/>
                  </a:lnTo>
                  <a:lnTo>
                    <a:pt x="257" y="12"/>
                  </a:lnTo>
                  <a:lnTo>
                    <a:pt x="257" y="1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29" name="Freeform 9">
              <a:extLst>
                <a:ext uri="{FF2B5EF4-FFF2-40B4-BE49-F238E27FC236}">
                  <a16:creationId xmlns:a16="http://schemas.microsoft.com/office/drawing/2014/main" id="{E73DBF4D-26A5-922A-7BCA-7F905C6E750F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522" y="3709"/>
              <a:ext cx="213" cy="611"/>
            </a:xfrm>
            <a:custGeom>
              <a:avLst/>
              <a:gdLst>
                <a:gd name="T0" fmla="*/ 171 w 213"/>
                <a:gd name="T1" fmla="*/ 12 h 611"/>
                <a:gd name="T2" fmla="*/ 159 w 213"/>
                <a:gd name="T3" fmla="*/ 24 h 611"/>
                <a:gd name="T4" fmla="*/ 153 w 213"/>
                <a:gd name="T5" fmla="*/ 36 h 611"/>
                <a:gd name="T6" fmla="*/ 128 w 213"/>
                <a:gd name="T7" fmla="*/ 60 h 611"/>
                <a:gd name="T8" fmla="*/ 110 w 213"/>
                <a:gd name="T9" fmla="*/ 83 h 611"/>
                <a:gd name="T10" fmla="*/ 86 w 213"/>
                <a:gd name="T11" fmla="*/ 119 h 611"/>
                <a:gd name="T12" fmla="*/ 68 w 213"/>
                <a:gd name="T13" fmla="*/ 167 h 611"/>
                <a:gd name="T14" fmla="*/ 68 w 213"/>
                <a:gd name="T15" fmla="*/ 221 h 611"/>
                <a:gd name="T16" fmla="*/ 68 w 213"/>
                <a:gd name="T17" fmla="*/ 227 h 611"/>
                <a:gd name="T18" fmla="*/ 68 w 213"/>
                <a:gd name="T19" fmla="*/ 233 h 611"/>
                <a:gd name="T20" fmla="*/ 68 w 213"/>
                <a:gd name="T21" fmla="*/ 239 h 611"/>
                <a:gd name="T22" fmla="*/ 68 w 213"/>
                <a:gd name="T23" fmla="*/ 245 h 611"/>
                <a:gd name="T24" fmla="*/ 68 w 213"/>
                <a:gd name="T25" fmla="*/ 251 h 611"/>
                <a:gd name="T26" fmla="*/ 68 w 213"/>
                <a:gd name="T27" fmla="*/ 251 h 611"/>
                <a:gd name="T28" fmla="*/ 68 w 213"/>
                <a:gd name="T29" fmla="*/ 257 h 611"/>
                <a:gd name="T30" fmla="*/ 68 w 213"/>
                <a:gd name="T31" fmla="*/ 269 h 611"/>
                <a:gd name="T32" fmla="*/ 74 w 213"/>
                <a:gd name="T33" fmla="*/ 287 h 611"/>
                <a:gd name="T34" fmla="*/ 80 w 213"/>
                <a:gd name="T35" fmla="*/ 305 h 611"/>
                <a:gd name="T36" fmla="*/ 86 w 213"/>
                <a:gd name="T37" fmla="*/ 311 h 611"/>
                <a:gd name="T38" fmla="*/ 86 w 213"/>
                <a:gd name="T39" fmla="*/ 311 h 611"/>
                <a:gd name="T40" fmla="*/ 92 w 213"/>
                <a:gd name="T41" fmla="*/ 317 h 611"/>
                <a:gd name="T42" fmla="*/ 92 w 213"/>
                <a:gd name="T43" fmla="*/ 323 h 611"/>
                <a:gd name="T44" fmla="*/ 92 w 213"/>
                <a:gd name="T45" fmla="*/ 323 h 611"/>
                <a:gd name="T46" fmla="*/ 24 w 213"/>
                <a:gd name="T47" fmla="*/ 437 h 611"/>
                <a:gd name="T48" fmla="*/ 18 w 213"/>
                <a:gd name="T49" fmla="*/ 471 h 611"/>
                <a:gd name="T50" fmla="*/ 0 w 213"/>
                <a:gd name="T51" fmla="*/ 547 h 611"/>
                <a:gd name="T52" fmla="*/ 50 w 213"/>
                <a:gd name="T53" fmla="*/ 611 h 611"/>
                <a:gd name="T54" fmla="*/ 114 w 213"/>
                <a:gd name="T55" fmla="*/ 611 h 611"/>
                <a:gd name="T56" fmla="*/ 104 w 213"/>
                <a:gd name="T57" fmla="*/ 555 h 611"/>
                <a:gd name="T58" fmla="*/ 120 w 213"/>
                <a:gd name="T59" fmla="*/ 515 h 611"/>
                <a:gd name="T60" fmla="*/ 150 w 213"/>
                <a:gd name="T61" fmla="*/ 449 h 611"/>
                <a:gd name="T62" fmla="*/ 166 w 213"/>
                <a:gd name="T63" fmla="*/ 377 h 611"/>
                <a:gd name="T64" fmla="*/ 156 w 213"/>
                <a:gd name="T65" fmla="*/ 295 h 611"/>
                <a:gd name="T66" fmla="*/ 170 w 213"/>
                <a:gd name="T67" fmla="*/ 203 h 611"/>
                <a:gd name="T68" fmla="*/ 212 w 213"/>
                <a:gd name="T69" fmla="*/ 95 h 611"/>
                <a:gd name="T70" fmla="*/ 213 w 213"/>
                <a:gd name="T71" fmla="*/ 0 h 611"/>
                <a:gd name="T72" fmla="*/ 207 w 213"/>
                <a:gd name="T73" fmla="*/ 0 h 611"/>
                <a:gd name="T74" fmla="*/ 201 w 213"/>
                <a:gd name="T75" fmla="*/ 0 h 611"/>
                <a:gd name="T76" fmla="*/ 195 w 213"/>
                <a:gd name="T77" fmla="*/ 0 h 611"/>
                <a:gd name="T78" fmla="*/ 189 w 213"/>
                <a:gd name="T79" fmla="*/ 0 h 611"/>
                <a:gd name="T80" fmla="*/ 183 w 213"/>
                <a:gd name="T81" fmla="*/ 6 h 611"/>
                <a:gd name="T82" fmla="*/ 177 w 213"/>
                <a:gd name="T83" fmla="*/ 6 h 611"/>
                <a:gd name="T84" fmla="*/ 171 w 213"/>
                <a:gd name="T85" fmla="*/ 12 h 611"/>
                <a:gd name="T86" fmla="*/ 171 w 213"/>
                <a:gd name="T87" fmla="*/ 12 h 611"/>
                <a:gd name="T88" fmla="*/ 171 w 213"/>
                <a:gd name="T89" fmla="*/ 12 h 6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3" h="611">
                  <a:moveTo>
                    <a:pt x="171" y="12"/>
                  </a:moveTo>
                  <a:lnTo>
                    <a:pt x="159" y="24"/>
                  </a:lnTo>
                  <a:lnTo>
                    <a:pt x="153" y="36"/>
                  </a:lnTo>
                  <a:lnTo>
                    <a:pt x="128" y="60"/>
                  </a:lnTo>
                  <a:lnTo>
                    <a:pt x="110" y="83"/>
                  </a:lnTo>
                  <a:lnTo>
                    <a:pt x="86" y="119"/>
                  </a:lnTo>
                  <a:lnTo>
                    <a:pt x="68" y="167"/>
                  </a:lnTo>
                  <a:lnTo>
                    <a:pt x="68" y="221"/>
                  </a:lnTo>
                  <a:lnTo>
                    <a:pt x="68" y="227"/>
                  </a:lnTo>
                  <a:lnTo>
                    <a:pt x="68" y="233"/>
                  </a:lnTo>
                  <a:lnTo>
                    <a:pt x="68" y="239"/>
                  </a:lnTo>
                  <a:lnTo>
                    <a:pt x="68" y="245"/>
                  </a:lnTo>
                  <a:lnTo>
                    <a:pt x="68" y="251"/>
                  </a:lnTo>
                  <a:lnTo>
                    <a:pt x="68" y="251"/>
                  </a:lnTo>
                  <a:lnTo>
                    <a:pt x="68" y="257"/>
                  </a:lnTo>
                  <a:lnTo>
                    <a:pt x="68" y="269"/>
                  </a:lnTo>
                  <a:lnTo>
                    <a:pt x="74" y="287"/>
                  </a:lnTo>
                  <a:lnTo>
                    <a:pt x="80" y="305"/>
                  </a:lnTo>
                  <a:lnTo>
                    <a:pt x="86" y="311"/>
                  </a:lnTo>
                  <a:lnTo>
                    <a:pt x="86" y="311"/>
                  </a:lnTo>
                  <a:lnTo>
                    <a:pt x="92" y="317"/>
                  </a:lnTo>
                  <a:lnTo>
                    <a:pt x="92" y="323"/>
                  </a:lnTo>
                  <a:lnTo>
                    <a:pt x="92" y="323"/>
                  </a:lnTo>
                  <a:lnTo>
                    <a:pt x="24" y="437"/>
                  </a:lnTo>
                  <a:lnTo>
                    <a:pt x="18" y="471"/>
                  </a:lnTo>
                  <a:lnTo>
                    <a:pt x="0" y="547"/>
                  </a:lnTo>
                  <a:lnTo>
                    <a:pt x="50" y="611"/>
                  </a:lnTo>
                  <a:lnTo>
                    <a:pt x="114" y="611"/>
                  </a:lnTo>
                  <a:lnTo>
                    <a:pt x="104" y="555"/>
                  </a:lnTo>
                  <a:lnTo>
                    <a:pt x="120" y="515"/>
                  </a:lnTo>
                  <a:lnTo>
                    <a:pt x="150" y="449"/>
                  </a:lnTo>
                  <a:lnTo>
                    <a:pt x="166" y="377"/>
                  </a:lnTo>
                  <a:lnTo>
                    <a:pt x="156" y="295"/>
                  </a:lnTo>
                  <a:lnTo>
                    <a:pt x="170" y="203"/>
                  </a:lnTo>
                  <a:lnTo>
                    <a:pt x="212" y="95"/>
                  </a:lnTo>
                  <a:lnTo>
                    <a:pt x="213" y="0"/>
                  </a:lnTo>
                  <a:lnTo>
                    <a:pt x="207" y="0"/>
                  </a:lnTo>
                  <a:lnTo>
                    <a:pt x="201" y="0"/>
                  </a:lnTo>
                  <a:lnTo>
                    <a:pt x="195" y="0"/>
                  </a:lnTo>
                  <a:lnTo>
                    <a:pt x="189" y="0"/>
                  </a:lnTo>
                  <a:lnTo>
                    <a:pt x="183" y="6"/>
                  </a:lnTo>
                  <a:lnTo>
                    <a:pt x="177" y="6"/>
                  </a:lnTo>
                  <a:lnTo>
                    <a:pt x="171" y="12"/>
                  </a:lnTo>
                  <a:lnTo>
                    <a:pt x="171" y="12"/>
                  </a:lnTo>
                  <a:lnTo>
                    <a:pt x="171" y="1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30" name="Freeform 10">
              <a:extLst>
                <a:ext uri="{FF2B5EF4-FFF2-40B4-BE49-F238E27FC236}">
                  <a16:creationId xmlns:a16="http://schemas.microsoft.com/office/drawing/2014/main" id="{41043FED-760D-6C4E-8749-B1A80531D2F7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292" y="3936"/>
              <a:ext cx="167" cy="384"/>
            </a:xfrm>
            <a:custGeom>
              <a:avLst/>
              <a:gdLst>
                <a:gd name="T0" fmla="*/ 149 w 167"/>
                <a:gd name="T1" fmla="*/ 60 h 384"/>
                <a:gd name="T2" fmla="*/ 119 w 167"/>
                <a:gd name="T3" fmla="*/ 30 h 384"/>
                <a:gd name="T4" fmla="*/ 89 w 167"/>
                <a:gd name="T5" fmla="*/ 12 h 384"/>
                <a:gd name="T6" fmla="*/ 59 w 167"/>
                <a:gd name="T7" fmla="*/ 0 h 384"/>
                <a:gd name="T8" fmla="*/ 54 w 167"/>
                <a:gd name="T9" fmla="*/ 70 h 384"/>
                <a:gd name="T10" fmla="*/ 46 w 167"/>
                <a:gd name="T11" fmla="*/ 112 h 384"/>
                <a:gd name="T12" fmla="*/ 52 w 167"/>
                <a:gd name="T13" fmla="*/ 168 h 384"/>
                <a:gd name="T14" fmla="*/ 24 w 167"/>
                <a:gd name="T15" fmla="*/ 194 h 384"/>
                <a:gd name="T16" fmla="*/ 16 w 167"/>
                <a:gd name="T17" fmla="*/ 258 h 384"/>
                <a:gd name="T18" fmla="*/ 2 w 167"/>
                <a:gd name="T19" fmla="*/ 300 h 384"/>
                <a:gd name="T20" fmla="*/ 0 w 167"/>
                <a:gd name="T21" fmla="*/ 352 h 384"/>
                <a:gd name="T22" fmla="*/ 47 w 167"/>
                <a:gd name="T23" fmla="*/ 384 h 384"/>
                <a:gd name="T24" fmla="*/ 149 w 167"/>
                <a:gd name="T25" fmla="*/ 384 h 384"/>
                <a:gd name="T26" fmla="*/ 134 w 167"/>
                <a:gd name="T27" fmla="*/ 350 h 384"/>
                <a:gd name="T28" fmla="*/ 104 w 167"/>
                <a:gd name="T29" fmla="*/ 324 h 384"/>
                <a:gd name="T30" fmla="*/ 138 w 167"/>
                <a:gd name="T31" fmla="*/ 274 h 384"/>
                <a:gd name="T32" fmla="*/ 122 w 167"/>
                <a:gd name="T33" fmla="*/ 220 h 384"/>
                <a:gd name="T34" fmla="*/ 132 w 167"/>
                <a:gd name="T35" fmla="*/ 186 h 384"/>
                <a:gd name="T36" fmla="*/ 140 w 167"/>
                <a:gd name="T37" fmla="*/ 154 h 384"/>
                <a:gd name="T38" fmla="*/ 167 w 167"/>
                <a:gd name="T39" fmla="*/ 90 h 384"/>
                <a:gd name="T40" fmla="*/ 149 w 167"/>
                <a:gd name="T41" fmla="*/ 60 h 384"/>
                <a:gd name="T42" fmla="*/ 149 w 167"/>
                <a:gd name="T43" fmla="*/ 60 h 384"/>
                <a:gd name="T44" fmla="*/ 149 w 167"/>
                <a:gd name="T45" fmla="*/ 6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7" h="384">
                  <a:moveTo>
                    <a:pt x="149" y="60"/>
                  </a:moveTo>
                  <a:lnTo>
                    <a:pt x="119" y="30"/>
                  </a:lnTo>
                  <a:lnTo>
                    <a:pt x="89" y="12"/>
                  </a:lnTo>
                  <a:lnTo>
                    <a:pt x="59" y="0"/>
                  </a:lnTo>
                  <a:lnTo>
                    <a:pt x="54" y="70"/>
                  </a:lnTo>
                  <a:lnTo>
                    <a:pt x="46" y="112"/>
                  </a:lnTo>
                  <a:lnTo>
                    <a:pt x="52" y="168"/>
                  </a:lnTo>
                  <a:lnTo>
                    <a:pt x="24" y="194"/>
                  </a:lnTo>
                  <a:lnTo>
                    <a:pt x="16" y="258"/>
                  </a:lnTo>
                  <a:lnTo>
                    <a:pt x="2" y="300"/>
                  </a:lnTo>
                  <a:lnTo>
                    <a:pt x="0" y="352"/>
                  </a:lnTo>
                  <a:lnTo>
                    <a:pt x="47" y="384"/>
                  </a:lnTo>
                  <a:lnTo>
                    <a:pt x="149" y="384"/>
                  </a:lnTo>
                  <a:lnTo>
                    <a:pt x="134" y="350"/>
                  </a:lnTo>
                  <a:lnTo>
                    <a:pt x="104" y="324"/>
                  </a:lnTo>
                  <a:lnTo>
                    <a:pt x="138" y="274"/>
                  </a:lnTo>
                  <a:lnTo>
                    <a:pt x="122" y="220"/>
                  </a:lnTo>
                  <a:lnTo>
                    <a:pt x="132" y="186"/>
                  </a:lnTo>
                  <a:lnTo>
                    <a:pt x="140" y="154"/>
                  </a:lnTo>
                  <a:lnTo>
                    <a:pt x="167" y="90"/>
                  </a:lnTo>
                  <a:lnTo>
                    <a:pt x="149" y="60"/>
                  </a:lnTo>
                  <a:lnTo>
                    <a:pt x="149" y="60"/>
                  </a:lnTo>
                  <a:lnTo>
                    <a:pt x="149" y="60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31" name="Freeform 11">
              <a:extLst>
                <a:ext uri="{FF2B5EF4-FFF2-40B4-BE49-F238E27FC236}">
                  <a16:creationId xmlns:a16="http://schemas.microsoft.com/office/drawing/2014/main" id="{F4169368-0341-997D-FCC7-331863B4D9D0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100" y="4020"/>
              <a:ext cx="166" cy="300"/>
            </a:xfrm>
            <a:custGeom>
              <a:avLst/>
              <a:gdLst>
                <a:gd name="T0" fmla="*/ 136 w 166"/>
                <a:gd name="T1" fmla="*/ 12 h 300"/>
                <a:gd name="T2" fmla="*/ 100 w 166"/>
                <a:gd name="T3" fmla="*/ 0 h 300"/>
                <a:gd name="T4" fmla="*/ 78 w 166"/>
                <a:gd name="T5" fmla="*/ 64 h 300"/>
                <a:gd name="T6" fmla="*/ 70 w 166"/>
                <a:gd name="T7" fmla="*/ 126 h 300"/>
                <a:gd name="T8" fmla="*/ 46 w 166"/>
                <a:gd name="T9" fmla="*/ 184 h 300"/>
                <a:gd name="T10" fmla="*/ 58 w 166"/>
                <a:gd name="T11" fmla="*/ 232 h 300"/>
                <a:gd name="T12" fmla="*/ 38 w 166"/>
                <a:gd name="T13" fmla="*/ 268 h 300"/>
                <a:gd name="T14" fmla="*/ 0 w 166"/>
                <a:gd name="T15" fmla="*/ 300 h 300"/>
                <a:gd name="T16" fmla="*/ 160 w 166"/>
                <a:gd name="T17" fmla="*/ 300 h 300"/>
                <a:gd name="T18" fmla="*/ 136 w 166"/>
                <a:gd name="T19" fmla="*/ 272 h 300"/>
                <a:gd name="T20" fmla="*/ 98 w 166"/>
                <a:gd name="T21" fmla="*/ 234 h 300"/>
                <a:gd name="T22" fmla="*/ 130 w 166"/>
                <a:gd name="T23" fmla="*/ 188 h 300"/>
                <a:gd name="T24" fmla="*/ 138 w 166"/>
                <a:gd name="T25" fmla="*/ 134 h 300"/>
                <a:gd name="T26" fmla="*/ 144 w 166"/>
                <a:gd name="T27" fmla="*/ 94 h 300"/>
                <a:gd name="T28" fmla="*/ 164 w 166"/>
                <a:gd name="T29" fmla="*/ 60 h 300"/>
                <a:gd name="T30" fmla="*/ 166 w 166"/>
                <a:gd name="T31" fmla="*/ 0 h 300"/>
                <a:gd name="T32" fmla="*/ 136 w 166"/>
                <a:gd name="T33" fmla="*/ 12 h 300"/>
                <a:gd name="T34" fmla="*/ 136 w 166"/>
                <a:gd name="T35" fmla="*/ 12 h 300"/>
                <a:gd name="T36" fmla="*/ 136 w 166"/>
                <a:gd name="T37" fmla="*/ 12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6" h="300">
                  <a:moveTo>
                    <a:pt x="136" y="12"/>
                  </a:moveTo>
                  <a:lnTo>
                    <a:pt x="100" y="0"/>
                  </a:lnTo>
                  <a:lnTo>
                    <a:pt x="78" y="64"/>
                  </a:lnTo>
                  <a:lnTo>
                    <a:pt x="70" y="126"/>
                  </a:lnTo>
                  <a:lnTo>
                    <a:pt x="46" y="184"/>
                  </a:lnTo>
                  <a:lnTo>
                    <a:pt x="58" y="232"/>
                  </a:lnTo>
                  <a:lnTo>
                    <a:pt x="38" y="268"/>
                  </a:lnTo>
                  <a:lnTo>
                    <a:pt x="0" y="300"/>
                  </a:lnTo>
                  <a:lnTo>
                    <a:pt x="160" y="300"/>
                  </a:lnTo>
                  <a:lnTo>
                    <a:pt x="136" y="272"/>
                  </a:lnTo>
                  <a:lnTo>
                    <a:pt x="98" y="234"/>
                  </a:lnTo>
                  <a:lnTo>
                    <a:pt x="130" y="188"/>
                  </a:lnTo>
                  <a:lnTo>
                    <a:pt x="138" y="134"/>
                  </a:lnTo>
                  <a:lnTo>
                    <a:pt x="144" y="94"/>
                  </a:lnTo>
                  <a:lnTo>
                    <a:pt x="164" y="60"/>
                  </a:lnTo>
                  <a:lnTo>
                    <a:pt x="166" y="0"/>
                  </a:lnTo>
                  <a:lnTo>
                    <a:pt x="136" y="12"/>
                  </a:lnTo>
                  <a:lnTo>
                    <a:pt x="136" y="12"/>
                  </a:lnTo>
                  <a:lnTo>
                    <a:pt x="136" y="1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32" name="Freeform 12">
              <a:extLst>
                <a:ext uri="{FF2B5EF4-FFF2-40B4-BE49-F238E27FC236}">
                  <a16:creationId xmlns:a16="http://schemas.microsoft.com/office/drawing/2014/main" id="{11277FFD-96B7-90BB-6525-C4EF2DA0DB6F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910" y="4038"/>
              <a:ext cx="237" cy="282"/>
            </a:xfrm>
            <a:custGeom>
              <a:avLst/>
              <a:gdLst>
                <a:gd name="T0" fmla="*/ 201 w 237"/>
                <a:gd name="T1" fmla="*/ 0 h 282"/>
                <a:gd name="T2" fmla="*/ 183 w 237"/>
                <a:gd name="T3" fmla="*/ 0 h 282"/>
                <a:gd name="T4" fmla="*/ 158 w 237"/>
                <a:gd name="T5" fmla="*/ 50 h 282"/>
                <a:gd name="T6" fmla="*/ 148 w 237"/>
                <a:gd name="T7" fmla="*/ 92 h 282"/>
                <a:gd name="T8" fmla="*/ 120 w 237"/>
                <a:gd name="T9" fmla="*/ 144 h 282"/>
                <a:gd name="T10" fmla="*/ 82 w 237"/>
                <a:gd name="T11" fmla="*/ 182 h 282"/>
                <a:gd name="T12" fmla="*/ 60 w 237"/>
                <a:gd name="T13" fmla="*/ 232 h 282"/>
                <a:gd name="T14" fmla="*/ 0 w 237"/>
                <a:gd name="T15" fmla="*/ 282 h 282"/>
                <a:gd name="T16" fmla="*/ 128 w 237"/>
                <a:gd name="T17" fmla="*/ 282 h 282"/>
                <a:gd name="T18" fmla="*/ 154 w 237"/>
                <a:gd name="T19" fmla="*/ 254 h 282"/>
                <a:gd name="T20" fmla="*/ 158 w 237"/>
                <a:gd name="T21" fmla="*/ 196 h 282"/>
                <a:gd name="T22" fmla="*/ 188 w 237"/>
                <a:gd name="T23" fmla="*/ 148 h 282"/>
                <a:gd name="T24" fmla="*/ 196 w 237"/>
                <a:gd name="T25" fmla="*/ 70 h 282"/>
                <a:gd name="T26" fmla="*/ 237 w 237"/>
                <a:gd name="T27" fmla="*/ 0 h 282"/>
                <a:gd name="T28" fmla="*/ 201 w 237"/>
                <a:gd name="T29" fmla="*/ 0 h 282"/>
                <a:gd name="T30" fmla="*/ 201 w 237"/>
                <a:gd name="T31" fmla="*/ 0 h 282"/>
                <a:gd name="T32" fmla="*/ 201 w 237"/>
                <a:gd name="T33" fmla="*/ 0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7" h="282">
                  <a:moveTo>
                    <a:pt x="201" y="0"/>
                  </a:moveTo>
                  <a:lnTo>
                    <a:pt x="183" y="0"/>
                  </a:lnTo>
                  <a:lnTo>
                    <a:pt x="158" y="50"/>
                  </a:lnTo>
                  <a:lnTo>
                    <a:pt x="148" y="92"/>
                  </a:lnTo>
                  <a:lnTo>
                    <a:pt x="120" y="144"/>
                  </a:lnTo>
                  <a:lnTo>
                    <a:pt x="82" y="182"/>
                  </a:lnTo>
                  <a:lnTo>
                    <a:pt x="60" y="232"/>
                  </a:lnTo>
                  <a:lnTo>
                    <a:pt x="0" y="282"/>
                  </a:lnTo>
                  <a:lnTo>
                    <a:pt x="128" y="282"/>
                  </a:lnTo>
                  <a:lnTo>
                    <a:pt x="154" y="254"/>
                  </a:lnTo>
                  <a:lnTo>
                    <a:pt x="158" y="196"/>
                  </a:lnTo>
                  <a:lnTo>
                    <a:pt x="188" y="148"/>
                  </a:lnTo>
                  <a:lnTo>
                    <a:pt x="196" y="70"/>
                  </a:lnTo>
                  <a:lnTo>
                    <a:pt x="237" y="0"/>
                  </a:lnTo>
                  <a:lnTo>
                    <a:pt x="201" y="0"/>
                  </a:lnTo>
                  <a:lnTo>
                    <a:pt x="201" y="0"/>
                  </a:lnTo>
                  <a:lnTo>
                    <a:pt x="201" y="0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33" name="Freeform 13">
              <a:extLst>
                <a:ext uri="{FF2B5EF4-FFF2-40B4-BE49-F238E27FC236}">
                  <a16:creationId xmlns:a16="http://schemas.microsoft.com/office/drawing/2014/main" id="{2E784621-E504-8DDA-B181-E51EFBFC20F8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674" y="4086"/>
              <a:ext cx="196" cy="234"/>
            </a:xfrm>
            <a:custGeom>
              <a:avLst/>
              <a:gdLst>
                <a:gd name="T0" fmla="*/ 167 w 196"/>
                <a:gd name="T1" fmla="*/ 54 h 234"/>
                <a:gd name="T2" fmla="*/ 113 w 196"/>
                <a:gd name="T3" fmla="*/ 24 h 234"/>
                <a:gd name="T4" fmla="*/ 83 w 196"/>
                <a:gd name="T5" fmla="*/ 0 h 234"/>
                <a:gd name="T6" fmla="*/ 80 w 196"/>
                <a:gd name="T7" fmla="*/ 62 h 234"/>
                <a:gd name="T8" fmla="*/ 58 w 196"/>
                <a:gd name="T9" fmla="*/ 100 h 234"/>
                <a:gd name="T10" fmla="*/ 54 w 196"/>
                <a:gd name="T11" fmla="*/ 160 h 234"/>
                <a:gd name="T12" fmla="*/ 36 w 196"/>
                <a:gd name="T13" fmla="*/ 202 h 234"/>
                <a:gd name="T14" fmla="*/ 0 w 196"/>
                <a:gd name="T15" fmla="*/ 234 h 234"/>
                <a:gd name="T16" fmla="*/ 146 w 196"/>
                <a:gd name="T17" fmla="*/ 234 h 234"/>
                <a:gd name="T18" fmla="*/ 170 w 196"/>
                <a:gd name="T19" fmla="*/ 198 h 234"/>
                <a:gd name="T20" fmla="*/ 158 w 196"/>
                <a:gd name="T21" fmla="*/ 138 h 234"/>
                <a:gd name="T22" fmla="*/ 196 w 196"/>
                <a:gd name="T23" fmla="*/ 100 h 234"/>
                <a:gd name="T24" fmla="*/ 191 w 196"/>
                <a:gd name="T25" fmla="*/ 54 h 234"/>
                <a:gd name="T26" fmla="*/ 167 w 196"/>
                <a:gd name="T27" fmla="*/ 54 h 234"/>
                <a:gd name="T28" fmla="*/ 167 w 196"/>
                <a:gd name="T29" fmla="*/ 54 h 234"/>
                <a:gd name="T30" fmla="*/ 167 w 196"/>
                <a:gd name="T31" fmla="*/ 54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6" h="234">
                  <a:moveTo>
                    <a:pt x="167" y="54"/>
                  </a:moveTo>
                  <a:lnTo>
                    <a:pt x="113" y="24"/>
                  </a:lnTo>
                  <a:lnTo>
                    <a:pt x="83" y="0"/>
                  </a:lnTo>
                  <a:lnTo>
                    <a:pt x="80" y="62"/>
                  </a:lnTo>
                  <a:lnTo>
                    <a:pt x="58" y="100"/>
                  </a:lnTo>
                  <a:lnTo>
                    <a:pt x="54" y="160"/>
                  </a:lnTo>
                  <a:lnTo>
                    <a:pt x="36" y="202"/>
                  </a:lnTo>
                  <a:lnTo>
                    <a:pt x="0" y="234"/>
                  </a:lnTo>
                  <a:lnTo>
                    <a:pt x="146" y="234"/>
                  </a:lnTo>
                  <a:lnTo>
                    <a:pt x="170" y="198"/>
                  </a:lnTo>
                  <a:lnTo>
                    <a:pt x="158" y="138"/>
                  </a:lnTo>
                  <a:lnTo>
                    <a:pt x="196" y="100"/>
                  </a:lnTo>
                  <a:lnTo>
                    <a:pt x="191" y="54"/>
                  </a:lnTo>
                  <a:lnTo>
                    <a:pt x="167" y="54"/>
                  </a:lnTo>
                  <a:lnTo>
                    <a:pt x="167" y="54"/>
                  </a:lnTo>
                  <a:lnTo>
                    <a:pt x="167" y="54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34" name="Freeform 14">
              <a:extLst>
                <a:ext uri="{FF2B5EF4-FFF2-40B4-BE49-F238E27FC236}">
                  <a16:creationId xmlns:a16="http://schemas.microsoft.com/office/drawing/2014/main" id="{C4A693CA-8CEB-3544-177F-C44C406F7DED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476" y="4068"/>
              <a:ext cx="190" cy="252"/>
            </a:xfrm>
            <a:custGeom>
              <a:avLst/>
              <a:gdLst>
                <a:gd name="T0" fmla="*/ 190 w 190"/>
                <a:gd name="T1" fmla="*/ 0 h 252"/>
                <a:gd name="T2" fmla="*/ 166 w 190"/>
                <a:gd name="T3" fmla="*/ 0 h 252"/>
                <a:gd name="T4" fmla="*/ 158 w 190"/>
                <a:gd name="T5" fmla="*/ 38 h 252"/>
                <a:gd name="T6" fmla="*/ 138 w 190"/>
                <a:gd name="T7" fmla="*/ 120 h 252"/>
                <a:gd name="T8" fmla="*/ 94 w 190"/>
                <a:gd name="T9" fmla="*/ 180 h 252"/>
                <a:gd name="T10" fmla="*/ 62 w 190"/>
                <a:gd name="T11" fmla="*/ 234 h 252"/>
                <a:gd name="T12" fmla="*/ 0 w 190"/>
                <a:gd name="T13" fmla="*/ 252 h 252"/>
                <a:gd name="T14" fmla="*/ 128 w 190"/>
                <a:gd name="T15" fmla="*/ 252 h 252"/>
                <a:gd name="T16" fmla="*/ 142 w 190"/>
                <a:gd name="T17" fmla="*/ 188 h 252"/>
                <a:gd name="T18" fmla="*/ 186 w 190"/>
                <a:gd name="T19" fmla="*/ 90 h 252"/>
                <a:gd name="T20" fmla="*/ 190 w 190"/>
                <a:gd name="T21" fmla="*/ 38 h 252"/>
                <a:gd name="T22" fmla="*/ 190 w 190"/>
                <a:gd name="T23" fmla="*/ 0 h 252"/>
                <a:gd name="T24" fmla="*/ 190 w 190"/>
                <a:gd name="T25" fmla="*/ 0 h 252"/>
                <a:gd name="T26" fmla="*/ 190 w 190"/>
                <a:gd name="T27" fmla="*/ 0 h 252"/>
                <a:gd name="T28" fmla="*/ 190 w 190"/>
                <a:gd name="T29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0" h="252">
                  <a:moveTo>
                    <a:pt x="190" y="0"/>
                  </a:moveTo>
                  <a:lnTo>
                    <a:pt x="166" y="0"/>
                  </a:lnTo>
                  <a:lnTo>
                    <a:pt x="158" y="38"/>
                  </a:lnTo>
                  <a:lnTo>
                    <a:pt x="138" y="120"/>
                  </a:lnTo>
                  <a:lnTo>
                    <a:pt x="94" y="180"/>
                  </a:lnTo>
                  <a:lnTo>
                    <a:pt x="62" y="234"/>
                  </a:lnTo>
                  <a:lnTo>
                    <a:pt x="0" y="252"/>
                  </a:lnTo>
                  <a:lnTo>
                    <a:pt x="128" y="252"/>
                  </a:lnTo>
                  <a:lnTo>
                    <a:pt x="142" y="188"/>
                  </a:lnTo>
                  <a:lnTo>
                    <a:pt x="186" y="90"/>
                  </a:lnTo>
                  <a:lnTo>
                    <a:pt x="190" y="38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35" name="Freeform 15">
              <a:extLst>
                <a:ext uri="{FF2B5EF4-FFF2-40B4-BE49-F238E27FC236}">
                  <a16:creationId xmlns:a16="http://schemas.microsoft.com/office/drawing/2014/main" id="{2B718770-31B2-CECF-79EC-BA88FD091722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170" y="4188"/>
              <a:ext cx="230" cy="132"/>
            </a:xfrm>
            <a:custGeom>
              <a:avLst/>
              <a:gdLst>
                <a:gd name="T0" fmla="*/ 197 w 230"/>
                <a:gd name="T1" fmla="*/ 0 h 132"/>
                <a:gd name="T2" fmla="*/ 191 w 230"/>
                <a:gd name="T3" fmla="*/ 0 h 132"/>
                <a:gd name="T4" fmla="*/ 185 w 230"/>
                <a:gd name="T5" fmla="*/ 0 h 132"/>
                <a:gd name="T6" fmla="*/ 173 w 230"/>
                <a:gd name="T7" fmla="*/ 0 h 132"/>
                <a:gd name="T8" fmla="*/ 161 w 230"/>
                <a:gd name="T9" fmla="*/ 0 h 132"/>
                <a:gd name="T10" fmla="*/ 155 w 230"/>
                <a:gd name="T11" fmla="*/ 0 h 132"/>
                <a:gd name="T12" fmla="*/ 138 w 230"/>
                <a:gd name="T13" fmla="*/ 6 h 132"/>
                <a:gd name="T14" fmla="*/ 132 w 230"/>
                <a:gd name="T15" fmla="*/ 6 h 132"/>
                <a:gd name="T16" fmla="*/ 35 w 230"/>
                <a:gd name="T17" fmla="*/ 18 h 132"/>
                <a:gd name="T18" fmla="*/ 11 w 230"/>
                <a:gd name="T19" fmla="*/ 30 h 132"/>
                <a:gd name="T20" fmla="*/ 23 w 230"/>
                <a:gd name="T21" fmla="*/ 54 h 132"/>
                <a:gd name="T22" fmla="*/ 0 w 230"/>
                <a:gd name="T23" fmla="*/ 100 h 132"/>
                <a:gd name="T24" fmla="*/ 0 w 230"/>
                <a:gd name="T25" fmla="*/ 132 h 132"/>
                <a:gd name="T26" fmla="*/ 162 w 230"/>
                <a:gd name="T27" fmla="*/ 132 h 132"/>
                <a:gd name="T28" fmla="*/ 204 w 230"/>
                <a:gd name="T29" fmla="*/ 88 h 132"/>
                <a:gd name="T30" fmla="*/ 230 w 230"/>
                <a:gd name="T31" fmla="*/ 46 h 132"/>
                <a:gd name="T32" fmla="*/ 214 w 230"/>
                <a:gd name="T33" fmla="*/ 24 h 132"/>
                <a:gd name="T34" fmla="*/ 215 w 230"/>
                <a:gd name="T35" fmla="*/ 0 h 132"/>
                <a:gd name="T36" fmla="*/ 209 w 230"/>
                <a:gd name="T37" fmla="*/ 0 h 132"/>
                <a:gd name="T38" fmla="*/ 203 w 230"/>
                <a:gd name="T39" fmla="*/ 0 h 132"/>
                <a:gd name="T40" fmla="*/ 203 w 230"/>
                <a:gd name="T41" fmla="*/ 0 h 132"/>
                <a:gd name="T42" fmla="*/ 197 w 230"/>
                <a:gd name="T43" fmla="*/ 0 h 132"/>
                <a:gd name="T44" fmla="*/ 197 w 230"/>
                <a:gd name="T45" fmla="*/ 0 h 132"/>
                <a:gd name="T46" fmla="*/ 197 w 230"/>
                <a:gd name="T4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30" h="132">
                  <a:moveTo>
                    <a:pt x="197" y="0"/>
                  </a:moveTo>
                  <a:lnTo>
                    <a:pt x="191" y="0"/>
                  </a:lnTo>
                  <a:lnTo>
                    <a:pt x="185" y="0"/>
                  </a:lnTo>
                  <a:lnTo>
                    <a:pt x="173" y="0"/>
                  </a:lnTo>
                  <a:lnTo>
                    <a:pt x="161" y="0"/>
                  </a:lnTo>
                  <a:lnTo>
                    <a:pt x="155" y="0"/>
                  </a:lnTo>
                  <a:lnTo>
                    <a:pt x="138" y="6"/>
                  </a:lnTo>
                  <a:lnTo>
                    <a:pt x="132" y="6"/>
                  </a:lnTo>
                  <a:lnTo>
                    <a:pt x="35" y="18"/>
                  </a:lnTo>
                  <a:lnTo>
                    <a:pt x="11" y="30"/>
                  </a:lnTo>
                  <a:lnTo>
                    <a:pt x="23" y="54"/>
                  </a:lnTo>
                  <a:lnTo>
                    <a:pt x="0" y="100"/>
                  </a:lnTo>
                  <a:lnTo>
                    <a:pt x="0" y="132"/>
                  </a:lnTo>
                  <a:lnTo>
                    <a:pt x="162" y="132"/>
                  </a:lnTo>
                  <a:lnTo>
                    <a:pt x="204" y="88"/>
                  </a:lnTo>
                  <a:lnTo>
                    <a:pt x="230" y="46"/>
                  </a:lnTo>
                  <a:lnTo>
                    <a:pt x="214" y="24"/>
                  </a:lnTo>
                  <a:lnTo>
                    <a:pt x="215" y="0"/>
                  </a:lnTo>
                  <a:lnTo>
                    <a:pt x="209" y="0"/>
                  </a:lnTo>
                  <a:lnTo>
                    <a:pt x="203" y="0"/>
                  </a:lnTo>
                  <a:lnTo>
                    <a:pt x="203" y="0"/>
                  </a:lnTo>
                  <a:lnTo>
                    <a:pt x="197" y="0"/>
                  </a:lnTo>
                  <a:lnTo>
                    <a:pt x="197" y="0"/>
                  </a:lnTo>
                  <a:lnTo>
                    <a:pt x="197" y="0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36" name="Freeform 16">
              <a:extLst>
                <a:ext uri="{FF2B5EF4-FFF2-40B4-BE49-F238E27FC236}">
                  <a16:creationId xmlns:a16="http://schemas.microsoft.com/office/drawing/2014/main" id="{85A46461-8648-0DF7-77E6-7F58DC7ECCEB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044" y="4218"/>
              <a:ext cx="89" cy="102"/>
            </a:xfrm>
            <a:custGeom>
              <a:avLst/>
              <a:gdLst>
                <a:gd name="T0" fmla="*/ 71 w 89"/>
                <a:gd name="T1" fmla="*/ 0 h 102"/>
                <a:gd name="T2" fmla="*/ 66 w 89"/>
                <a:gd name="T3" fmla="*/ 48 h 102"/>
                <a:gd name="T4" fmla="*/ 30 w 89"/>
                <a:gd name="T5" fmla="*/ 72 h 102"/>
                <a:gd name="T6" fmla="*/ 0 w 89"/>
                <a:gd name="T7" fmla="*/ 102 h 102"/>
                <a:gd name="T8" fmla="*/ 66 w 89"/>
                <a:gd name="T9" fmla="*/ 102 h 102"/>
                <a:gd name="T10" fmla="*/ 88 w 89"/>
                <a:gd name="T11" fmla="*/ 56 h 102"/>
                <a:gd name="T12" fmla="*/ 89 w 89"/>
                <a:gd name="T13" fmla="*/ 6 h 102"/>
                <a:gd name="T14" fmla="*/ 71 w 89"/>
                <a:gd name="T15" fmla="*/ 0 h 102"/>
                <a:gd name="T16" fmla="*/ 71 w 89"/>
                <a:gd name="T17" fmla="*/ 0 h 102"/>
                <a:gd name="T18" fmla="*/ 71 w 89"/>
                <a:gd name="T19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" h="102">
                  <a:moveTo>
                    <a:pt x="71" y="0"/>
                  </a:moveTo>
                  <a:lnTo>
                    <a:pt x="66" y="48"/>
                  </a:lnTo>
                  <a:lnTo>
                    <a:pt x="30" y="72"/>
                  </a:lnTo>
                  <a:lnTo>
                    <a:pt x="0" y="102"/>
                  </a:lnTo>
                  <a:lnTo>
                    <a:pt x="66" y="102"/>
                  </a:lnTo>
                  <a:lnTo>
                    <a:pt x="88" y="56"/>
                  </a:lnTo>
                  <a:lnTo>
                    <a:pt x="89" y="6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71" y="0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37" name="Freeform 17">
              <a:extLst>
                <a:ext uri="{FF2B5EF4-FFF2-40B4-BE49-F238E27FC236}">
                  <a16:creationId xmlns:a16="http://schemas.microsoft.com/office/drawing/2014/main" id="{E27CFA04-B71B-2FB5-A047-949E0142109A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482" y="3367"/>
              <a:ext cx="278" cy="953"/>
            </a:xfrm>
            <a:custGeom>
              <a:avLst/>
              <a:gdLst>
                <a:gd name="T0" fmla="*/ 278 w 278"/>
                <a:gd name="T1" fmla="*/ 24 h 953"/>
                <a:gd name="T2" fmla="*/ 272 w 278"/>
                <a:gd name="T3" fmla="*/ 24 h 953"/>
                <a:gd name="T4" fmla="*/ 272 w 278"/>
                <a:gd name="T5" fmla="*/ 18 h 953"/>
                <a:gd name="T6" fmla="*/ 266 w 278"/>
                <a:gd name="T7" fmla="*/ 18 h 953"/>
                <a:gd name="T8" fmla="*/ 254 w 278"/>
                <a:gd name="T9" fmla="*/ 12 h 953"/>
                <a:gd name="T10" fmla="*/ 236 w 278"/>
                <a:gd name="T11" fmla="*/ 6 h 953"/>
                <a:gd name="T12" fmla="*/ 212 w 278"/>
                <a:gd name="T13" fmla="*/ 0 h 953"/>
                <a:gd name="T14" fmla="*/ 206 w 278"/>
                <a:gd name="T15" fmla="*/ 6 h 953"/>
                <a:gd name="T16" fmla="*/ 198 w 278"/>
                <a:gd name="T17" fmla="*/ 129 h 953"/>
                <a:gd name="T18" fmla="*/ 184 w 278"/>
                <a:gd name="T19" fmla="*/ 209 h 953"/>
                <a:gd name="T20" fmla="*/ 182 w 278"/>
                <a:gd name="T21" fmla="*/ 249 h 953"/>
                <a:gd name="T22" fmla="*/ 200 w 278"/>
                <a:gd name="T23" fmla="*/ 339 h 953"/>
                <a:gd name="T24" fmla="*/ 186 w 278"/>
                <a:gd name="T25" fmla="*/ 481 h 953"/>
                <a:gd name="T26" fmla="*/ 176 w 278"/>
                <a:gd name="T27" fmla="*/ 521 h 953"/>
                <a:gd name="T28" fmla="*/ 156 w 278"/>
                <a:gd name="T29" fmla="*/ 601 h 953"/>
                <a:gd name="T30" fmla="*/ 172 w 278"/>
                <a:gd name="T31" fmla="*/ 681 h 953"/>
                <a:gd name="T32" fmla="*/ 138 w 278"/>
                <a:gd name="T33" fmla="*/ 765 h 953"/>
                <a:gd name="T34" fmla="*/ 96 w 278"/>
                <a:gd name="T35" fmla="*/ 847 h 953"/>
                <a:gd name="T36" fmla="*/ 50 w 278"/>
                <a:gd name="T37" fmla="*/ 899 h 953"/>
                <a:gd name="T38" fmla="*/ 0 w 278"/>
                <a:gd name="T39" fmla="*/ 953 h 953"/>
                <a:gd name="T40" fmla="*/ 278 w 278"/>
                <a:gd name="T41" fmla="*/ 953 h 953"/>
                <a:gd name="T42" fmla="*/ 278 w 278"/>
                <a:gd name="T43" fmla="*/ 24 h 953"/>
                <a:gd name="T44" fmla="*/ 278 w 278"/>
                <a:gd name="T45" fmla="*/ 24 h 953"/>
                <a:gd name="T46" fmla="*/ 278 w 278"/>
                <a:gd name="T47" fmla="*/ 24 h 9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78" h="953">
                  <a:moveTo>
                    <a:pt x="278" y="24"/>
                  </a:moveTo>
                  <a:lnTo>
                    <a:pt x="272" y="24"/>
                  </a:lnTo>
                  <a:lnTo>
                    <a:pt x="272" y="18"/>
                  </a:lnTo>
                  <a:lnTo>
                    <a:pt x="266" y="18"/>
                  </a:lnTo>
                  <a:lnTo>
                    <a:pt x="254" y="12"/>
                  </a:lnTo>
                  <a:lnTo>
                    <a:pt x="236" y="6"/>
                  </a:lnTo>
                  <a:lnTo>
                    <a:pt x="212" y="0"/>
                  </a:lnTo>
                  <a:lnTo>
                    <a:pt x="206" y="6"/>
                  </a:lnTo>
                  <a:lnTo>
                    <a:pt x="198" y="129"/>
                  </a:lnTo>
                  <a:lnTo>
                    <a:pt x="184" y="209"/>
                  </a:lnTo>
                  <a:lnTo>
                    <a:pt x="182" y="249"/>
                  </a:lnTo>
                  <a:lnTo>
                    <a:pt x="200" y="339"/>
                  </a:lnTo>
                  <a:lnTo>
                    <a:pt x="186" y="481"/>
                  </a:lnTo>
                  <a:lnTo>
                    <a:pt x="176" y="521"/>
                  </a:lnTo>
                  <a:lnTo>
                    <a:pt x="156" y="601"/>
                  </a:lnTo>
                  <a:lnTo>
                    <a:pt x="172" y="681"/>
                  </a:lnTo>
                  <a:lnTo>
                    <a:pt x="138" y="765"/>
                  </a:lnTo>
                  <a:lnTo>
                    <a:pt x="96" y="847"/>
                  </a:lnTo>
                  <a:lnTo>
                    <a:pt x="50" y="899"/>
                  </a:lnTo>
                  <a:lnTo>
                    <a:pt x="0" y="953"/>
                  </a:lnTo>
                  <a:lnTo>
                    <a:pt x="278" y="953"/>
                  </a:lnTo>
                  <a:lnTo>
                    <a:pt x="278" y="24"/>
                  </a:lnTo>
                  <a:lnTo>
                    <a:pt x="278" y="24"/>
                  </a:lnTo>
                  <a:lnTo>
                    <a:pt x="278" y="24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138" name="Rectangle 18">
            <a:extLst>
              <a:ext uri="{FF2B5EF4-FFF2-40B4-BE49-F238E27FC236}">
                <a16:creationId xmlns:a16="http://schemas.microsoft.com/office/drawing/2014/main" id="{4E8AF670-6E0C-2389-4178-10B28D853C1A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00200"/>
            <a:ext cx="7772400" cy="1828800"/>
          </a:xfrm>
        </p:spPr>
        <p:txBody>
          <a:bodyPr anchor="b"/>
          <a:lstStyle>
            <a:lvl1pPr>
              <a:defRPr sz="57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5139" name="Rectangle 19">
            <a:extLst>
              <a:ext uri="{FF2B5EF4-FFF2-40B4-BE49-F238E27FC236}">
                <a16:creationId xmlns:a16="http://schemas.microsoft.com/office/drawing/2014/main" id="{90759838-80F6-22AA-6E7D-A518CF40303C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7338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5140" name="Rectangle 20">
            <a:extLst>
              <a:ext uri="{FF2B5EF4-FFF2-40B4-BE49-F238E27FC236}">
                <a16:creationId xmlns:a16="http://schemas.microsoft.com/office/drawing/2014/main" id="{0CE7FCA6-06A8-FA17-8992-DBD4D73639FE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141" name="Rectangle 21">
            <a:extLst>
              <a:ext uri="{FF2B5EF4-FFF2-40B4-BE49-F238E27FC236}">
                <a16:creationId xmlns:a16="http://schemas.microsoft.com/office/drawing/2014/main" id="{B859E55A-71AF-263F-094F-B0FF4D2A71C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142" name="Rectangle 22">
            <a:extLst>
              <a:ext uri="{FF2B5EF4-FFF2-40B4-BE49-F238E27FC236}">
                <a16:creationId xmlns:a16="http://schemas.microsoft.com/office/drawing/2014/main" id="{693D5C50-51C3-C317-36C5-47F20DAA20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7176AF36-128E-42DB-BA02-0DA122F58C4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003ED-4644-90F3-9D1A-0157DA6D6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9F3956-9394-874A-6C9B-A59399B60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52DC66-2A98-3AD7-4517-3483DEF54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40475F-10C1-1AA4-4330-7427C8F46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78AACF-9221-5339-9F18-3C59819DD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D506CA-DEDD-47DF-A293-E326FBB6583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9015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A6755E-BF79-BA7B-FDB0-3C40D490D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9DF751-B953-854D-1BAB-4575952AF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06DF3D-4A15-D22C-8489-E16FCE7DA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E1AB9B-C186-9CE2-7C41-7B5CB3406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E19A37-8C10-4A85-552C-7CDC9198E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7F75DC-FA02-4B20-BF58-D91D520293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42622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E93B86-35F0-ABA0-1263-C51424B01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F32F8E-91A2-6078-0C49-4ACBF3A021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025DDC3-8C46-9DDD-1A22-24868020FF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9709B9D-ED88-6E1C-CEB0-9F0E50410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189E8B-BA51-577C-4E44-197555654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962EBF-4ABF-7BA2-D463-2CF81ACAD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DF765B-16D2-4B82-9104-7C0CB3DF205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7736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780040-4201-0B6B-4DD5-F83D75B35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F43D235-231A-12A8-CA90-E44E9D634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DF98219-1295-75BB-2F56-76FE5BAE5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5C24E09-ABE9-8560-D51A-978005EA99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F7CCB8F-8DC9-9C2C-9530-D35630A795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7243D4C-7570-DED3-362B-2B5033BDF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C03CB5-B54A-C64D-6CD8-13A29CB0F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6FB33C9-3513-684C-3CDD-7D7BB78AA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D2B46F-0A63-48AC-B181-65F156B0583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67075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7822D0-7C29-B78C-C40E-01F689D59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2167F53-1A8F-4371-961B-96518DE86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6025E9D-DA61-A952-00AE-E4D860B39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B9269CD-8E90-0333-2D43-05F5C75BF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3F9EF5-8362-4FF7-961A-B4DDFD2CB0F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3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2DA19B5-22F1-4DE4-1AB1-9683B3B92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26E2E4C-EBA5-932A-BB14-899D6CBB8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4F0A63-A83E-8705-53A1-D3C088DF2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078DBF-8B1F-4A46-B85A-90784A73102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7498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562B30-5AE7-6EBA-686D-40EEA2343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4C4B17-6240-04D1-2B0C-4FB4DE4F6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F2C44C1-566A-7284-0702-718889BD0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9196D56-68A8-3562-898F-E8ED6D425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E6C9B6-8EBB-FDD7-DC62-D8D9AAE76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4D0C9B3-CAEF-AC93-5859-3AABBA35C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762223-C664-4D86-9C28-E7F20D2B123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74017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F4F9B6-4616-0E62-D48E-E48B9AA9E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A2A8AEB-DE62-9EF9-0EFA-5E47B957FC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6C38F51-B438-8AD6-9ABD-6AB3ABCEB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634EC1-26D7-20CE-12C1-E0D3F5D35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E824A3-84EE-C10B-8506-269363C3A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09853B3-41EE-D248-5502-E33A6A02D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7284A6-5CB8-4801-A5B8-38B29AF82EC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18941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6B7AB-C887-9A6F-DE1C-2832E7B8D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0D7D010-F470-E230-D02B-A7E1CD2C78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48488D-9037-7B68-8A2E-08AF8345E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65FC3B-1ADE-305F-95EC-27735A117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482E11-A44F-77B6-DC47-072F7A092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4DACEE-5DAF-4046-AAF4-6CB064F06CD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34658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47C7249-F0A2-47EB-BA1B-2D79B24707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7103273-EB18-FC81-2141-37E23FA268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463057-C014-3C3A-F321-9EAADCC76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66B4AC-FCC8-07EC-10AB-054FF9F3A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2D2704-3002-13F2-3107-482465B7A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AFFBE8-4180-4F2D-9D66-96576592A45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67720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tint val="63529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>
            <a:extLst>
              <a:ext uri="{FF2B5EF4-FFF2-40B4-BE49-F238E27FC236}">
                <a16:creationId xmlns:a16="http://schemas.microsoft.com/office/drawing/2014/main" id="{17378732-D3B9-750E-8E1B-F73E603A3516}"/>
              </a:ext>
            </a:extLst>
          </p:cNvPr>
          <p:cNvGrpSpPr>
            <a:grpSpLocks/>
          </p:cNvGrpSpPr>
          <p:nvPr/>
        </p:nvGrpSpPr>
        <p:grpSpPr bwMode="auto">
          <a:xfrm>
            <a:off x="4716463" y="5345113"/>
            <a:ext cx="4427537" cy="1512887"/>
            <a:chOff x="2971" y="3367"/>
            <a:chExt cx="2789" cy="953"/>
          </a:xfrm>
        </p:grpSpPr>
        <p:sp>
          <p:nvSpPr>
            <p:cNvPr id="4099" name="Freeform 3">
              <a:extLst>
                <a:ext uri="{FF2B5EF4-FFF2-40B4-BE49-F238E27FC236}">
                  <a16:creationId xmlns:a16="http://schemas.microsoft.com/office/drawing/2014/main" id="{AB7EBCDA-BD57-E40B-FCC5-6FE510E4EF95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971" y="3367"/>
              <a:ext cx="2789" cy="953"/>
            </a:xfrm>
            <a:custGeom>
              <a:avLst/>
              <a:gdLst>
                <a:gd name="T0" fmla="*/ 2768 w 2780"/>
                <a:gd name="T1" fmla="*/ 18 h 953"/>
                <a:gd name="T2" fmla="*/ 2678 w 2780"/>
                <a:gd name="T3" fmla="*/ 24 h 953"/>
                <a:gd name="T4" fmla="*/ 2613 w 2780"/>
                <a:gd name="T5" fmla="*/ 102 h 953"/>
                <a:gd name="T6" fmla="*/ 2511 w 2780"/>
                <a:gd name="T7" fmla="*/ 156 h 953"/>
                <a:gd name="T8" fmla="*/ 2505 w 2780"/>
                <a:gd name="T9" fmla="*/ 222 h 953"/>
                <a:gd name="T10" fmla="*/ 2487 w 2780"/>
                <a:gd name="T11" fmla="*/ 246 h 953"/>
                <a:gd name="T12" fmla="*/ 2469 w 2780"/>
                <a:gd name="T13" fmla="*/ 252 h 953"/>
                <a:gd name="T14" fmla="*/ 2397 w 2780"/>
                <a:gd name="T15" fmla="*/ 210 h 953"/>
                <a:gd name="T16" fmla="*/ 2260 w 2780"/>
                <a:gd name="T17" fmla="*/ 192 h 953"/>
                <a:gd name="T18" fmla="*/ 2236 w 2780"/>
                <a:gd name="T19" fmla="*/ 186 h 953"/>
                <a:gd name="T20" fmla="*/ 2218 w 2780"/>
                <a:gd name="T21" fmla="*/ 192 h 953"/>
                <a:gd name="T22" fmla="*/ 2146 w 2780"/>
                <a:gd name="T23" fmla="*/ 228 h 953"/>
                <a:gd name="T24" fmla="*/ 2110 w 2780"/>
                <a:gd name="T25" fmla="*/ 240 h 953"/>
                <a:gd name="T26" fmla="*/ 2086 w 2780"/>
                <a:gd name="T27" fmla="*/ 246 h 953"/>
                <a:gd name="T28" fmla="*/ 2074 w 2780"/>
                <a:gd name="T29" fmla="*/ 258 h 953"/>
                <a:gd name="T30" fmla="*/ 2074 w 2780"/>
                <a:gd name="T31" fmla="*/ 276 h 953"/>
                <a:gd name="T32" fmla="*/ 2051 w 2780"/>
                <a:gd name="T33" fmla="*/ 300 h 953"/>
                <a:gd name="T34" fmla="*/ 2033 w 2780"/>
                <a:gd name="T35" fmla="*/ 312 h 953"/>
                <a:gd name="T36" fmla="*/ 2021 w 2780"/>
                <a:gd name="T37" fmla="*/ 324 h 953"/>
                <a:gd name="T38" fmla="*/ 2009 w 2780"/>
                <a:gd name="T39" fmla="*/ 336 h 953"/>
                <a:gd name="T40" fmla="*/ 1979 w 2780"/>
                <a:gd name="T41" fmla="*/ 342 h 953"/>
                <a:gd name="T42" fmla="*/ 1913 w 2780"/>
                <a:gd name="T43" fmla="*/ 336 h 953"/>
                <a:gd name="T44" fmla="*/ 1877 w 2780"/>
                <a:gd name="T45" fmla="*/ 330 h 953"/>
                <a:gd name="T46" fmla="*/ 1865 w 2780"/>
                <a:gd name="T47" fmla="*/ 342 h 953"/>
                <a:gd name="T48" fmla="*/ 1853 w 2780"/>
                <a:gd name="T49" fmla="*/ 354 h 953"/>
                <a:gd name="T50" fmla="*/ 1823 w 2780"/>
                <a:gd name="T51" fmla="*/ 360 h 953"/>
                <a:gd name="T52" fmla="*/ 1764 w 2780"/>
                <a:gd name="T53" fmla="*/ 342 h 953"/>
                <a:gd name="T54" fmla="*/ 1740 w 2780"/>
                <a:gd name="T55" fmla="*/ 342 h 953"/>
                <a:gd name="T56" fmla="*/ 1716 w 2780"/>
                <a:gd name="T57" fmla="*/ 354 h 953"/>
                <a:gd name="T58" fmla="*/ 1656 w 2780"/>
                <a:gd name="T59" fmla="*/ 425 h 953"/>
                <a:gd name="T60" fmla="*/ 1614 w 2780"/>
                <a:gd name="T61" fmla="*/ 569 h 953"/>
                <a:gd name="T62" fmla="*/ 1614 w 2780"/>
                <a:gd name="T63" fmla="*/ 593 h 953"/>
                <a:gd name="T64" fmla="*/ 1620 w 2780"/>
                <a:gd name="T65" fmla="*/ 641 h 953"/>
                <a:gd name="T66" fmla="*/ 1638 w 2780"/>
                <a:gd name="T67" fmla="*/ 659 h 953"/>
                <a:gd name="T68" fmla="*/ 1632 w 2780"/>
                <a:gd name="T69" fmla="*/ 671 h 953"/>
                <a:gd name="T70" fmla="*/ 1620 w 2780"/>
                <a:gd name="T71" fmla="*/ 683 h 953"/>
                <a:gd name="T72" fmla="*/ 1542 w 2780"/>
                <a:gd name="T73" fmla="*/ 689 h 953"/>
                <a:gd name="T74" fmla="*/ 1465 w 2780"/>
                <a:gd name="T75" fmla="*/ 629 h 953"/>
                <a:gd name="T76" fmla="*/ 1333 w 2780"/>
                <a:gd name="T77" fmla="*/ 587 h 953"/>
                <a:gd name="T78" fmla="*/ 1184 w 2780"/>
                <a:gd name="T79" fmla="*/ 671 h 953"/>
                <a:gd name="T80" fmla="*/ 1016 w 2780"/>
                <a:gd name="T81" fmla="*/ 731 h 953"/>
                <a:gd name="T82" fmla="*/ 813 w 2780"/>
                <a:gd name="T83" fmla="*/ 743 h 953"/>
                <a:gd name="T84" fmla="*/ 628 w 2780"/>
                <a:gd name="T85" fmla="*/ 701 h 953"/>
                <a:gd name="T86" fmla="*/ 568 w 2780"/>
                <a:gd name="T87" fmla="*/ 695 h 953"/>
                <a:gd name="T88" fmla="*/ 556 w 2780"/>
                <a:gd name="T89" fmla="*/ 701 h 953"/>
                <a:gd name="T90" fmla="*/ 520 w 2780"/>
                <a:gd name="T91" fmla="*/ 731 h 953"/>
                <a:gd name="T92" fmla="*/ 436 w 2780"/>
                <a:gd name="T93" fmla="*/ 809 h 953"/>
                <a:gd name="T94" fmla="*/ 406 w 2780"/>
                <a:gd name="T95" fmla="*/ 821 h 953"/>
                <a:gd name="T96" fmla="*/ 382 w 2780"/>
                <a:gd name="T97" fmla="*/ 821 h 953"/>
                <a:gd name="T98" fmla="*/ 335 w 2780"/>
                <a:gd name="T99" fmla="*/ 827 h 953"/>
                <a:gd name="T100" fmla="*/ 209 w 2780"/>
                <a:gd name="T101" fmla="*/ 851 h 953"/>
                <a:gd name="T102" fmla="*/ 173 w 2780"/>
                <a:gd name="T103" fmla="*/ 857 h 953"/>
                <a:gd name="T104" fmla="*/ 125 w 2780"/>
                <a:gd name="T105" fmla="*/ 851 h 953"/>
                <a:gd name="T106" fmla="*/ 107 w 2780"/>
                <a:gd name="T107" fmla="*/ 857 h 953"/>
                <a:gd name="T108" fmla="*/ 101 w 2780"/>
                <a:gd name="T109" fmla="*/ 875 h 953"/>
                <a:gd name="T110" fmla="*/ 83 w 2780"/>
                <a:gd name="T111" fmla="*/ 887 h 953"/>
                <a:gd name="T112" fmla="*/ 48 w 2780"/>
                <a:gd name="T113" fmla="*/ 899 h 953"/>
                <a:gd name="T114" fmla="*/ 2780 w 2780"/>
                <a:gd name="T115" fmla="*/ 24 h 9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780" h="953">
                  <a:moveTo>
                    <a:pt x="2780" y="24"/>
                  </a:moveTo>
                  <a:lnTo>
                    <a:pt x="2774" y="24"/>
                  </a:lnTo>
                  <a:lnTo>
                    <a:pt x="2774" y="18"/>
                  </a:lnTo>
                  <a:lnTo>
                    <a:pt x="2768" y="18"/>
                  </a:lnTo>
                  <a:lnTo>
                    <a:pt x="2756" y="12"/>
                  </a:lnTo>
                  <a:lnTo>
                    <a:pt x="2738" y="6"/>
                  </a:lnTo>
                  <a:lnTo>
                    <a:pt x="2714" y="0"/>
                  </a:lnTo>
                  <a:lnTo>
                    <a:pt x="2678" y="24"/>
                  </a:lnTo>
                  <a:lnTo>
                    <a:pt x="2643" y="54"/>
                  </a:lnTo>
                  <a:lnTo>
                    <a:pt x="2619" y="90"/>
                  </a:lnTo>
                  <a:lnTo>
                    <a:pt x="2613" y="96"/>
                  </a:lnTo>
                  <a:lnTo>
                    <a:pt x="2613" y="102"/>
                  </a:lnTo>
                  <a:lnTo>
                    <a:pt x="2601" y="108"/>
                  </a:lnTo>
                  <a:lnTo>
                    <a:pt x="2583" y="120"/>
                  </a:lnTo>
                  <a:lnTo>
                    <a:pt x="2541" y="132"/>
                  </a:lnTo>
                  <a:lnTo>
                    <a:pt x="2511" y="156"/>
                  </a:lnTo>
                  <a:lnTo>
                    <a:pt x="2511" y="204"/>
                  </a:lnTo>
                  <a:lnTo>
                    <a:pt x="2511" y="210"/>
                  </a:lnTo>
                  <a:lnTo>
                    <a:pt x="2505" y="216"/>
                  </a:lnTo>
                  <a:lnTo>
                    <a:pt x="2505" y="222"/>
                  </a:lnTo>
                  <a:lnTo>
                    <a:pt x="2499" y="228"/>
                  </a:lnTo>
                  <a:lnTo>
                    <a:pt x="2499" y="240"/>
                  </a:lnTo>
                  <a:lnTo>
                    <a:pt x="2493" y="246"/>
                  </a:lnTo>
                  <a:lnTo>
                    <a:pt x="2487" y="246"/>
                  </a:lnTo>
                  <a:lnTo>
                    <a:pt x="2487" y="252"/>
                  </a:lnTo>
                  <a:lnTo>
                    <a:pt x="2481" y="252"/>
                  </a:lnTo>
                  <a:lnTo>
                    <a:pt x="2475" y="252"/>
                  </a:lnTo>
                  <a:lnTo>
                    <a:pt x="2469" y="252"/>
                  </a:lnTo>
                  <a:lnTo>
                    <a:pt x="2457" y="252"/>
                  </a:lnTo>
                  <a:lnTo>
                    <a:pt x="2439" y="258"/>
                  </a:lnTo>
                  <a:lnTo>
                    <a:pt x="2415" y="222"/>
                  </a:lnTo>
                  <a:lnTo>
                    <a:pt x="2397" y="210"/>
                  </a:lnTo>
                  <a:lnTo>
                    <a:pt x="2373" y="216"/>
                  </a:lnTo>
                  <a:lnTo>
                    <a:pt x="2332" y="216"/>
                  </a:lnTo>
                  <a:lnTo>
                    <a:pt x="2296" y="204"/>
                  </a:lnTo>
                  <a:lnTo>
                    <a:pt x="2260" y="192"/>
                  </a:lnTo>
                  <a:lnTo>
                    <a:pt x="2260" y="192"/>
                  </a:lnTo>
                  <a:lnTo>
                    <a:pt x="2248" y="186"/>
                  </a:lnTo>
                  <a:lnTo>
                    <a:pt x="2242" y="186"/>
                  </a:lnTo>
                  <a:lnTo>
                    <a:pt x="2236" y="186"/>
                  </a:lnTo>
                  <a:lnTo>
                    <a:pt x="2230" y="186"/>
                  </a:lnTo>
                  <a:lnTo>
                    <a:pt x="2224" y="192"/>
                  </a:lnTo>
                  <a:lnTo>
                    <a:pt x="2224" y="192"/>
                  </a:lnTo>
                  <a:lnTo>
                    <a:pt x="2218" y="192"/>
                  </a:lnTo>
                  <a:lnTo>
                    <a:pt x="2212" y="198"/>
                  </a:lnTo>
                  <a:lnTo>
                    <a:pt x="2194" y="204"/>
                  </a:lnTo>
                  <a:lnTo>
                    <a:pt x="2170" y="210"/>
                  </a:lnTo>
                  <a:lnTo>
                    <a:pt x="2146" y="228"/>
                  </a:lnTo>
                  <a:lnTo>
                    <a:pt x="2122" y="240"/>
                  </a:lnTo>
                  <a:lnTo>
                    <a:pt x="2116" y="240"/>
                  </a:lnTo>
                  <a:lnTo>
                    <a:pt x="2110" y="240"/>
                  </a:lnTo>
                  <a:lnTo>
                    <a:pt x="2110" y="240"/>
                  </a:lnTo>
                  <a:lnTo>
                    <a:pt x="2104" y="240"/>
                  </a:lnTo>
                  <a:lnTo>
                    <a:pt x="2098" y="246"/>
                  </a:lnTo>
                  <a:lnTo>
                    <a:pt x="2092" y="246"/>
                  </a:lnTo>
                  <a:lnTo>
                    <a:pt x="2086" y="246"/>
                  </a:lnTo>
                  <a:lnTo>
                    <a:pt x="2080" y="252"/>
                  </a:lnTo>
                  <a:lnTo>
                    <a:pt x="2080" y="258"/>
                  </a:lnTo>
                  <a:lnTo>
                    <a:pt x="2074" y="258"/>
                  </a:lnTo>
                  <a:lnTo>
                    <a:pt x="2074" y="258"/>
                  </a:lnTo>
                  <a:lnTo>
                    <a:pt x="2074" y="264"/>
                  </a:lnTo>
                  <a:lnTo>
                    <a:pt x="2074" y="264"/>
                  </a:lnTo>
                  <a:lnTo>
                    <a:pt x="2074" y="270"/>
                  </a:lnTo>
                  <a:lnTo>
                    <a:pt x="2074" y="276"/>
                  </a:lnTo>
                  <a:lnTo>
                    <a:pt x="2069" y="288"/>
                  </a:lnTo>
                  <a:lnTo>
                    <a:pt x="2057" y="300"/>
                  </a:lnTo>
                  <a:lnTo>
                    <a:pt x="2057" y="300"/>
                  </a:lnTo>
                  <a:lnTo>
                    <a:pt x="2051" y="300"/>
                  </a:lnTo>
                  <a:lnTo>
                    <a:pt x="2045" y="300"/>
                  </a:lnTo>
                  <a:lnTo>
                    <a:pt x="2039" y="306"/>
                  </a:lnTo>
                  <a:lnTo>
                    <a:pt x="2033" y="306"/>
                  </a:lnTo>
                  <a:lnTo>
                    <a:pt x="2033" y="312"/>
                  </a:lnTo>
                  <a:lnTo>
                    <a:pt x="2027" y="312"/>
                  </a:lnTo>
                  <a:lnTo>
                    <a:pt x="2027" y="318"/>
                  </a:lnTo>
                  <a:lnTo>
                    <a:pt x="2027" y="318"/>
                  </a:lnTo>
                  <a:lnTo>
                    <a:pt x="2021" y="324"/>
                  </a:lnTo>
                  <a:lnTo>
                    <a:pt x="2021" y="324"/>
                  </a:lnTo>
                  <a:lnTo>
                    <a:pt x="2015" y="330"/>
                  </a:lnTo>
                  <a:lnTo>
                    <a:pt x="2015" y="330"/>
                  </a:lnTo>
                  <a:lnTo>
                    <a:pt x="2009" y="336"/>
                  </a:lnTo>
                  <a:lnTo>
                    <a:pt x="1997" y="336"/>
                  </a:lnTo>
                  <a:lnTo>
                    <a:pt x="1991" y="342"/>
                  </a:lnTo>
                  <a:lnTo>
                    <a:pt x="1985" y="342"/>
                  </a:lnTo>
                  <a:lnTo>
                    <a:pt x="1979" y="342"/>
                  </a:lnTo>
                  <a:lnTo>
                    <a:pt x="1961" y="336"/>
                  </a:lnTo>
                  <a:lnTo>
                    <a:pt x="1925" y="336"/>
                  </a:lnTo>
                  <a:lnTo>
                    <a:pt x="1919" y="336"/>
                  </a:lnTo>
                  <a:lnTo>
                    <a:pt x="1913" y="336"/>
                  </a:lnTo>
                  <a:lnTo>
                    <a:pt x="1895" y="330"/>
                  </a:lnTo>
                  <a:lnTo>
                    <a:pt x="1889" y="330"/>
                  </a:lnTo>
                  <a:lnTo>
                    <a:pt x="1883" y="330"/>
                  </a:lnTo>
                  <a:lnTo>
                    <a:pt x="1877" y="330"/>
                  </a:lnTo>
                  <a:lnTo>
                    <a:pt x="1877" y="330"/>
                  </a:lnTo>
                  <a:lnTo>
                    <a:pt x="1871" y="336"/>
                  </a:lnTo>
                  <a:lnTo>
                    <a:pt x="1871" y="336"/>
                  </a:lnTo>
                  <a:lnTo>
                    <a:pt x="1865" y="342"/>
                  </a:lnTo>
                  <a:lnTo>
                    <a:pt x="1865" y="342"/>
                  </a:lnTo>
                  <a:lnTo>
                    <a:pt x="1859" y="348"/>
                  </a:lnTo>
                  <a:lnTo>
                    <a:pt x="1859" y="348"/>
                  </a:lnTo>
                  <a:lnTo>
                    <a:pt x="1853" y="354"/>
                  </a:lnTo>
                  <a:lnTo>
                    <a:pt x="1847" y="354"/>
                  </a:lnTo>
                  <a:lnTo>
                    <a:pt x="1835" y="360"/>
                  </a:lnTo>
                  <a:lnTo>
                    <a:pt x="1829" y="360"/>
                  </a:lnTo>
                  <a:lnTo>
                    <a:pt x="1823" y="360"/>
                  </a:lnTo>
                  <a:lnTo>
                    <a:pt x="1817" y="360"/>
                  </a:lnTo>
                  <a:lnTo>
                    <a:pt x="1776" y="342"/>
                  </a:lnTo>
                  <a:lnTo>
                    <a:pt x="1770" y="342"/>
                  </a:lnTo>
                  <a:lnTo>
                    <a:pt x="1764" y="342"/>
                  </a:lnTo>
                  <a:lnTo>
                    <a:pt x="1758" y="342"/>
                  </a:lnTo>
                  <a:lnTo>
                    <a:pt x="1746" y="342"/>
                  </a:lnTo>
                  <a:lnTo>
                    <a:pt x="1746" y="342"/>
                  </a:lnTo>
                  <a:lnTo>
                    <a:pt x="1740" y="342"/>
                  </a:lnTo>
                  <a:lnTo>
                    <a:pt x="1734" y="342"/>
                  </a:lnTo>
                  <a:lnTo>
                    <a:pt x="1728" y="348"/>
                  </a:lnTo>
                  <a:lnTo>
                    <a:pt x="1722" y="348"/>
                  </a:lnTo>
                  <a:lnTo>
                    <a:pt x="1716" y="354"/>
                  </a:lnTo>
                  <a:lnTo>
                    <a:pt x="1704" y="366"/>
                  </a:lnTo>
                  <a:lnTo>
                    <a:pt x="1698" y="378"/>
                  </a:lnTo>
                  <a:lnTo>
                    <a:pt x="1674" y="402"/>
                  </a:lnTo>
                  <a:lnTo>
                    <a:pt x="1656" y="425"/>
                  </a:lnTo>
                  <a:lnTo>
                    <a:pt x="1632" y="461"/>
                  </a:lnTo>
                  <a:lnTo>
                    <a:pt x="1614" y="509"/>
                  </a:lnTo>
                  <a:lnTo>
                    <a:pt x="1614" y="563"/>
                  </a:lnTo>
                  <a:lnTo>
                    <a:pt x="1614" y="569"/>
                  </a:lnTo>
                  <a:lnTo>
                    <a:pt x="1614" y="575"/>
                  </a:lnTo>
                  <a:lnTo>
                    <a:pt x="1614" y="581"/>
                  </a:lnTo>
                  <a:lnTo>
                    <a:pt x="1614" y="587"/>
                  </a:lnTo>
                  <a:lnTo>
                    <a:pt x="1614" y="593"/>
                  </a:lnTo>
                  <a:lnTo>
                    <a:pt x="1614" y="599"/>
                  </a:lnTo>
                  <a:lnTo>
                    <a:pt x="1614" y="605"/>
                  </a:lnTo>
                  <a:lnTo>
                    <a:pt x="1614" y="617"/>
                  </a:lnTo>
                  <a:lnTo>
                    <a:pt x="1620" y="641"/>
                  </a:lnTo>
                  <a:lnTo>
                    <a:pt x="1626" y="641"/>
                  </a:lnTo>
                  <a:lnTo>
                    <a:pt x="1632" y="647"/>
                  </a:lnTo>
                  <a:lnTo>
                    <a:pt x="1632" y="659"/>
                  </a:lnTo>
                  <a:lnTo>
                    <a:pt x="1638" y="659"/>
                  </a:lnTo>
                  <a:lnTo>
                    <a:pt x="1638" y="665"/>
                  </a:lnTo>
                  <a:lnTo>
                    <a:pt x="1638" y="665"/>
                  </a:lnTo>
                  <a:lnTo>
                    <a:pt x="1638" y="671"/>
                  </a:lnTo>
                  <a:lnTo>
                    <a:pt x="1632" y="671"/>
                  </a:lnTo>
                  <a:lnTo>
                    <a:pt x="1632" y="677"/>
                  </a:lnTo>
                  <a:lnTo>
                    <a:pt x="1632" y="677"/>
                  </a:lnTo>
                  <a:lnTo>
                    <a:pt x="1626" y="677"/>
                  </a:lnTo>
                  <a:lnTo>
                    <a:pt x="1620" y="683"/>
                  </a:lnTo>
                  <a:lnTo>
                    <a:pt x="1596" y="689"/>
                  </a:lnTo>
                  <a:lnTo>
                    <a:pt x="1572" y="689"/>
                  </a:lnTo>
                  <a:lnTo>
                    <a:pt x="1548" y="689"/>
                  </a:lnTo>
                  <a:lnTo>
                    <a:pt x="1542" y="689"/>
                  </a:lnTo>
                  <a:lnTo>
                    <a:pt x="1536" y="689"/>
                  </a:lnTo>
                  <a:lnTo>
                    <a:pt x="1518" y="683"/>
                  </a:lnTo>
                  <a:lnTo>
                    <a:pt x="1495" y="671"/>
                  </a:lnTo>
                  <a:lnTo>
                    <a:pt x="1465" y="629"/>
                  </a:lnTo>
                  <a:lnTo>
                    <a:pt x="1435" y="599"/>
                  </a:lnTo>
                  <a:lnTo>
                    <a:pt x="1405" y="581"/>
                  </a:lnTo>
                  <a:lnTo>
                    <a:pt x="1375" y="563"/>
                  </a:lnTo>
                  <a:lnTo>
                    <a:pt x="1333" y="587"/>
                  </a:lnTo>
                  <a:lnTo>
                    <a:pt x="1303" y="653"/>
                  </a:lnTo>
                  <a:lnTo>
                    <a:pt x="1261" y="665"/>
                  </a:lnTo>
                  <a:lnTo>
                    <a:pt x="1219" y="653"/>
                  </a:lnTo>
                  <a:lnTo>
                    <a:pt x="1184" y="671"/>
                  </a:lnTo>
                  <a:lnTo>
                    <a:pt x="1136" y="671"/>
                  </a:lnTo>
                  <a:lnTo>
                    <a:pt x="1106" y="671"/>
                  </a:lnTo>
                  <a:lnTo>
                    <a:pt x="1076" y="707"/>
                  </a:lnTo>
                  <a:lnTo>
                    <a:pt x="1016" y="731"/>
                  </a:lnTo>
                  <a:lnTo>
                    <a:pt x="944" y="761"/>
                  </a:lnTo>
                  <a:lnTo>
                    <a:pt x="921" y="773"/>
                  </a:lnTo>
                  <a:lnTo>
                    <a:pt x="867" y="773"/>
                  </a:lnTo>
                  <a:lnTo>
                    <a:pt x="813" y="743"/>
                  </a:lnTo>
                  <a:lnTo>
                    <a:pt x="783" y="719"/>
                  </a:lnTo>
                  <a:lnTo>
                    <a:pt x="741" y="713"/>
                  </a:lnTo>
                  <a:lnTo>
                    <a:pt x="693" y="701"/>
                  </a:lnTo>
                  <a:lnTo>
                    <a:pt x="628" y="701"/>
                  </a:lnTo>
                  <a:lnTo>
                    <a:pt x="616" y="701"/>
                  </a:lnTo>
                  <a:lnTo>
                    <a:pt x="598" y="695"/>
                  </a:lnTo>
                  <a:lnTo>
                    <a:pt x="580" y="695"/>
                  </a:lnTo>
                  <a:lnTo>
                    <a:pt x="568" y="695"/>
                  </a:lnTo>
                  <a:lnTo>
                    <a:pt x="568" y="695"/>
                  </a:lnTo>
                  <a:lnTo>
                    <a:pt x="562" y="701"/>
                  </a:lnTo>
                  <a:lnTo>
                    <a:pt x="556" y="701"/>
                  </a:lnTo>
                  <a:lnTo>
                    <a:pt x="556" y="701"/>
                  </a:lnTo>
                  <a:lnTo>
                    <a:pt x="556" y="701"/>
                  </a:lnTo>
                  <a:lnTo>
                    <a:pt x="550" y="707"/>
                  </a:lnTo>
                  <a:lnTo>
                    <a:pt x="544" y="713"/>
                  </a:lnTo>
                  <a:lnTo>
                    <a:pt x="520" y="731"/>
                  </a:lnTo>
                  <a:lnTo>
                    <a:pt x="496" y="749"/>
                  </a:lnTo>
                  <a:lnTo>
                    <a:pt x="460" y="785"/>
                  </a:lnTo>
                  <a:lnTo>
                    <a:pt x="454" y="791"/>
                  </a:lnTo>
                  <a:lnTo>
                    <a:pt x="436" y="809"/>
                  </a:lnTo>
                  <a:lnTo>
                    <a:pt x="424" y="815"/>
                  </a:lnTo>
                  <a:lnTo>
                    <a:pt x="418" y="821"/>
                  </a:lnTo>
                  <a:lnTo>
                    <a:pt x="412" y="821"/>
                  </a:lnTo>
                  <a:lnTo>
                    <a:pt x="406" y="821"/>
                  </a:lnTo>
                  <a:lnTo>
                    <a:pt x="400" y="821"/>
                  </a:lnTo>
                  <a:lnTo>
                    <a:pt x="394" y="821"/>
                  </a:lnTo>
                  <a:lnTo>
                    <a:pt x="388" y="821"/>
                  </a:lnTo>
                  <a:lnTo>
                    <a:pt x="382" y="821"/>
                  </a:lnTo>
                  <a:lnTo>
                    <a:pt x="370" y="821"/>
                  </a:lnTo>
                  <a:lnTo>
                    <a:pt x="358" y="821"/>
                  </a:lnTo>
                  <a:lnTo>
                    <a:pt x="352" y="821"/>
                  </a:lnTo>
                  <a:lnTo>
                    <a:pt x="335" y="827"/>
                  </a:lnTo>
                  <a:lnTo>
                    <a:pt x="329" y="827"/>
                  </a:lnTo>
                  <a:lnTo>
                    <a:pt x="233" y="839"/>
                  </a:lnTo>
                  <a:lnTo>
                    <a:pt x="227" y="845"/>
                  </a:lnTo>
                  <a:lnTo>
                    <a:pt x="209" y="851"/>
                  </a:lnTo>
                  <a:lnTo>
                    <a:pt x="197" y="851"/>
                  </a:lnTo>
                  <a:lnTo>
                    <a:pt x="185" y="857"/>
                  </a:lnTo>
                  <a:lnTo>
                    <a:pt x="179" y="857"/>
                  </a:lnTo>
                  <a:lnTo>
                    <a:pt x="173" y="857"/>
                  </a:lnTo>
                  <a:lnTo>
                    <a:pt x="167" y="857"/>
                  </a:lnTo>
                  <a:lnTo>
                    <a:pt x="149" y="851"/>
                  </a:lnTo>
                  <a:lnTo>
                    <a:pt x="137" y="851"/>
                  </a:lnTo>
                  <a:lnTo>
                    <a:pt x="125" y="851"/>
                  </a:lnTo>
                  <a:lnTo>
                    <a:pt x="119" y="857"/>
                  </a:lnTo>
                  <a:lnTo>
                    <a:pt x="113" y="857"/>
                  </a:lnTo>
                  <a:lnTo>
                    <a:pt x="107" y="857"/>
                  </a:lnTo>
                  <a:lnTo>
                    <a:pt x="107" y="857"/>
                  </a:lnTo>
                  <a:lnTo>
                    <a:pt x="101" y="863"/>
                  </a:lnTo>
                  <a:lnTo>
                    <a:pt x="101" y="863"/>
                  </a:lnTo>
                  <a:lnTo>
                    <a:pt x="101" y="869"/>
                  </a:lnTo>
                  <a:lnTo>
                    <a:pt x="101" y="875"/>
                  </a:lnTo>
                  <a:lnTo>
                    <a:pt x="95" y="875"/>
                  </a:lnTo>
                  <a:lnTo>
                    <a:pt x="95" y="881"/>
                  </a:lnTo>
                  <a:lnTo>
                    <a:pt x="89" y="881"/>
                  </a:lnTo>
                  <a:lnTo>
                    <a:pt x="83" y="887"/>
                  </a:lnTo>
                  <a:lnTo>
                    <a:pt x="77" y="887"/>
                  </a:lnTo>
                  <a:lnTo>
                    <a:pt x="60" y="893"/>
                  </a:lnTo>
                  <a:lnTo>
                    <a:pt x="54" y="899"/>
                  </a:lnTo>
                  <a:lnTo>
                    <a:pt x="48" y="899"/>
                  </a:lnTo>
                  <a:lnTo>
                    <a:pt x="48" y="905"/>
                  </a:lnTo>
                  <a:lnTo>
                    <a:pt x="0" y="953"/>
                  </a:lnTo>
                  <a:lnTo>
                    <a:pt x="2780" y="953"/>
                  </a:lnTo>
                  <a:lnTo>
                    <a:pt x="2780" y="24"/>
                  </a:lnTo>
                  <a:lnTo>
                    <a:pt x="2780" y="24"/>
                  </a:lnTo>
                  <a:lnTo>
                    <a:pt x="2780" y="24"/>
                  </a:lnTo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00" name="Freeform 4">
              <a:extLst>
                <a:ext uri="{FF2B5EF4-FFF2-40B4-BE49-F238E27FC236}">
                  <a16:creationId xmlns:a16="http://schemas.microsoft.com/office/drawing/2014/main" id="{1987F4F1-62B8-3B0D-55CA-6E80961CF077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602" y="4014"/>
              <a:ext cx="12" cy="18"/>
            </a:xfrm>
            <a:custGeom>
              <a:avLst/>
              <a:gdLst>
                <a:gd name="T0" fmla="*/ 12 w 12"/>
                <a:gd name="T1" fmla="*/ 18 h 18"/>
                <a:gd name="T2" fmla="*/ 12 w 12"/>
                <a:gd name="T3" fmla="*/ 12 h 18"/>
                <a:gd name="T4" fmla="*/ 6 w 12"/>
                <a:gd name="T5" fmla="*/ 6 h 18"/>
                <a:gd name="T6" fmla="*/ 6 w 12"/>
                <a:gd name="T7" fmla="*/ 6 h 18"/>
                <a:gd name="T8" fmla="*/ 0 w 12"/>
                <a:gd name="T9" fmla="*/ 0 h 18"/>
                <a:gd name="T10" fmla="*/ 12 w 12"/>
                <a:gd name="T11" fmla="*/ 18 h 18"/>
                <a:gd name="T12" fmla="*/ 12 w 12"/>
                <a:gd name="T13" fmla="*/ 18 h 18"/>
                <a:gd name="T14" fmla="*/ 12 w 12"/>
                <a:gd name="T1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18">
                  <a:moveTo>
                    <a:pt x="12" y="18"/>
                  </a:moveTo>
                  <a:lnTo>
                    <a:pt x="12" y="12"/>
                  </a:lnTo>
                  <a:lnTo>
                    <a:pt x="6" y="6"/>
                  </a:lnTo>
                  <a:lnTo>
                    <a:pt x="6" y="6"/>
                  </a:lnTo>
                  <a:lnTo>
                    <a:pt x="0" y="0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18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01" name="Freeform 5">
              <a:extLst>
                <a:ext uri="{FF2B5EF4-FFF2-40B4-BE49-F238E27FC236}">
                  <a16:creationId xmlns:a16="http://schemas.microsoft.com/office/drawing/2014/main" id="{281382D8-EA62-FFDA-B4A6-662D6695ECEB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596" y="3996"/>
              <a:ext cx="6" cy="18"/>
            </a:xfrm>
            <a:custGeom>
              <a:avLst/>
              <a:gdLst>
                <a:gd name="T0" fmla="*/ 0 w 6"/>
                <a:gd name="T1" fmla="*/ 12 h 18"/>
                <a:gd name="T2" fmla="*/ 6 w 6"/>
                <a:gd name="T3" fmla="*/ 18 h 18"/>
                <a:gd name="T4" fmla="*/ 0 w 6"/>
                <a:gd name="T5" fmla="*/ 0 h 18"/>
                <a:gd name="T6" fmla="*/ 0 w 6"/>
                <a:gd name="T7" fmla="*/ 12 h 18"/>
                <a:gd name="T8" fmla="*/ 0 w 6"/>
                <a:gd name="T9" fmla="*/ 12 h 18"/>
                <a:gd name="T10" fmla="*/ 0 w 6"/>
                <a:gd name="T1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18">
                  <a:moveTo>
                    <a:pt x="0" y="12"/>
                  </a:moveTo>
                  <a:lnTo>
                    <a:pt x="6" y="1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02" name="Freeform 6">
              <a:extLst>
                <a:ext uri="{FF2B5EF4-FFF2-40B4-BE49-F238E27FC236}">
                  <a16:creationId xmlns:a16="http://schemas.microsoft.com/office/drawing/2014/main" id="{91B470BA-E41E-ED0C-9139-09BDDA71D274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180" y="3577"/>
              <a:ext cx="304" cy="741"/>
            </a:xfrm>
            <a:custGeom>
              <a:avLst/>
              <a:gdLst>
                <a:gd name="T0" fmla="*/ 280 w 304"/>
                <a:gd name="T1" fmla="*/ 42 h 741"/>
                <a:gd name="T2" fmla="*/ 274 w 304"/>
                <a:gd name="T3" fmla="*/ 42 h 741"/>
                <a:gd name="T4" fmla="*/ 268 w 304"/>
                <a:gd name="T5" fmla="*/ 42 h 741"/>
                <a:gd name="T6" fmla="*/ 256 w 304"/>
                <a:gd name="T7" fmla="*/ 42 h 741"/>
                <a:gd name="T8" fmla="*/ 238 w 304"/>
                <a:gd name="T9" fmla="*/ 48 h 741"/>
                <a:gd name="T10" fmla="*/ 214 w 304"/>
                <a:gd name="T11" fmla="*/ 12 h 741"/>
                <a:gd name="T12" fmla="*/ 196 w 304"/>
                <a:gd name="T13" fmla="*/ 0 h 741"/>
                <a:gd name="T14" fmla="*/ 196 w 304"/>
                <a:gd name="T15" fmla="*/ 0 h 741"/>
                <a:gd name="T16" fmla="*/ 164 w 304"/>
                <a:gd name="T17" fmla="*/ 167 h 741"/>
                <a:gd name="T18" fmla="*/ 144 w 304"/>
                <a:gd name="T19" fmla="*/ 217 h 741"/>
                <a:gd name="T20" fmla="*/ 110 w 304"/>
                <a:gd name="T21" fmla="*/ 281 h 741"/>
                <a:gd name="T22" fmla="*/ 96 w 304"/>
                <a:gd name="T23" fmla="*/ 327 h 741"/>
                <a:gd name="T24" fmla="*/ 124 w 304"/>
                <a:gd name="T25" fmla="*/ 405 h 741"/>
                <a:gd name="T26" fmla="*/ 100 w 304"/>
                <a:gd name="T27" fmla="*/ 463 h 741"/>
                <a:gd name="T28" fmla="*/ 68 w 304"/>
                <a:gd name="T29" fmla="*/ 503 h 741"/>
                <a:gd name="T30" fmla="*/ 30 w 304"/>
                <a:gd name="T31" fmla="*/ 539 h 741"/>
                <a:gd name="T32" fmla="*/ 24 w 304"/>
                <a:gd name="T33" fmla="*/ 613 h 741"/>
                <a:gd name="T34" fmla="*/ 0 w 304"/>
                <a:gd name="T35" fmla="*/ 741 h 741"/>
                <a:gd name="T36" fmla="*/ 202 w 304"/>
                <a:gd name="T37" fmla="*/ 741 h 741"/>
                <a:gd name="T38" fmla="*/ 180 w 304"/>
                <a:gd name="T39" fmla="*/ 639 h 741"/>
                <a:gd name="T40" fmla="*/ 192 w 304"/>
                <a:gd name="T41" fmla="*/ 589 h 741"/>
                <a:gd name="T42" fmla="*/ 178 w 304"/>
                <a:gd name="T43" fmla="*/ 539 h 741"/>
                <a:gd name="T44" fmla="*/ 190 w 304"/>
                <a:gd name="T45" fmla="*/ 499 h 741"/>
                <a:gd name="T46" fmla="*/ 184 w 304"/>
                <a:gd name="T47" fmla="*/ 465 h 741"/>
                <a:gd name="T48" fmla="*/ 192 w 304"/>
                <a:gd name="T49" fmla="*/ 391 h 741"/>
                <a:gd name="T50" fmla="*/ 216 w 304"/>
                <a:gd name="T51" fmla="*/ 313 h 741"/>
                <a:gd name="T52" fmla="*/ 238 w 304"/>
                <a:gd name="T53" fmla="*/ 249 h 741"/>
                <a:gd name="T54" fmla="*/ 268 w 304"/>
                <a:gd name="T55" fmla="*/ 185 h 741"/>
                <a:gd name="T56" fmla="*/ 284 w 304"/>
                <a:gd name="T57" fmla="*/ 159 h 741"/>
                <a:gd name="T58" fmla="*/ 304 w 304"/>
                <a:gd name="T59" fmla="*/ 12 h 741"/>
                <a:gd name="T60" fmla="*/ 298 w 304"/>
                <a:gd name="T61" fmla="*/ 24 h 741"/>
                <a:gd name="T62" fmla="*/ 292 w 304"/>
                <a:gd name="T63" fmla="*/ 30 h 741"/>
                <a:gd name="T64" fmla="*/ 292 w 304"/>
                <a:gd name="T65" fmla="*/ 36 h 741"/>
                <a:gd name="T66" fmla="*/ 286 w 304"/>
                <a:gd name="T67" fmla="*/ 36 h 741"/>
                <a:gd name="T68" fmla="*/ 286 w 304"/>
                <a:gd name="T69" fmla="*/ 42 h 741"/>
                <a:gd name="T70" fmla="*/ 280 w 304"/>
                <a:gd name="T71" fmla="*/ 42 h 741"/>
                <a:gd name="T72" fmla="*/ 280 w 304"/>
                <a:gd name="T73" fmla="*/ 42 h 741"/>
                <a:gd name="T74" fmla="*/ 280 w 304"/>
                <a:gd name="T75" fmla="*/ 42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04" h="741">
                  <a:moveTo>
                    <a:pt x="280" y="42"/>
                  </a:moveTo>
                  <a:lnTo>
                    <a:pt x="274" y="42"/>
                  </a:lnTo>
                  <a:lnTo>
                    <a:pt x="268" y="42"/>
                  </a:lnTo>
                  <a:lnTo>
                    <a:pt x="256" y="42"/>
                  </a:lnTo>
                  <a:lnTo>
                    <a:pt x="238" y="48"/>
                  </a:lnTo>
                  <a:lnTo>
                    <a:pt x="214" y="12"/>
                  </a:lnTo>
                  <a:lnTo>
                    <a:pt x="196" y="0"/>
                  </a:lnTo>
                  <a:lnTo>
                    <a:pt x="196" y="0"/>
                  </a:lnTo>
                  <a:lnTo>
                    <a:pt x="164" y="167"/>
                  </a:lnTo>
                  <a:lnTo>
                    <a:pt x="144" y="217"/>
                  </a:lnTo>
                  <a:lnTo>
                    <a:pt x="110" y="281"/>
                  </a:lnTo>
                  <a:lnTo>
                    <a:pt x="96" y="327"/>
                  </a:lnTo>
                  <a:lnTo>
                    <a:pt x="124" y="405"/>
                  </a:lnTo>
                  <a:lnTo>
                    <a:pt x="100" y="463"/>
                  </a:lnTo>
                  <a:lnTo>
                    <a:pt x="68" y="503"/>
                  </a:lnTo>
                  <a:lnTo>
                    <a:pt x="30" y="539"/>
                  </a:lnTo>
                  <a:lnTo>
                    <a:pt x="24" y="613"/>
                  </a:lnTo>
                  <a:lnTo>
                    <a:pt x="0" y="741"/>
                  </a:lnTo>
                  <a:lnTo>
                    <a:pt x="202" y="741"/>
                  </a:lnTo>
                  <a:lnTo>
                    <a:pt x="180" y="639"/>
                  </a:lnTo>
                  <a:lnTo>
                    <a:pt x="192" y="589"/>
                  </a:lnTo>
                  <a:lnTo>
                    <a:pt x="178" y="539"/>
                  </a:lnTo>
                  <a:lnTo>
                    <a:pt x="190" y="499"/>
                  </a:lnTo>
                  <a:lnTo>
                    <a:pt x="184" y="465"/>
                  </a:lnTo>
                  <a:lnTo>
                    <a:pt x="192" y="391"/>
                  </a:lnTo>
                  <a:lnTo>
                    <a:pt x="216" y="313"/>
                  </a:lnTo>
                  <a:lnTo>
                    <a:pt x="238" y="249"/>
                  </a:lnTo>
                  <a:lnTo>
                    <a:pt x="268" y="185"/>
                  </a:lnTo>
                  <a:lnTo>
                    <a:pt x="284" y="159"/>
                  </a:lnTo>
                  <a:lnTo>
                    <a:pt x="304" y="12"/>
                  </a:lnTo>
                  <a:lnTo>
                    <a:pt x="298" y="24"/>
                  </a:lnTo>
                  <a:lnTo>
                    <a:pt x="292" y="30"/>
                  </a:lnTo>
                  <a:lnTo>
                    <a:pt x="292" y="36"/>
                  </a:lnTo>
                  <a:lnTo>
                    <a:pt x="286" y="36"/>
                  </a:lnTo>
                  <a:lnTo>
                    <a:pt x="286" y="42"/>
                  </a:lnTo>
                  <a:lnTo>
                    <a:pt x="280" y="42"/>
                  </a:lnTo>
                  <a:lnTo>
                    <a:pt x="280" y="42"/>
                  </a:lnTo>
                  <a:lnTo>
                    <a:pt x="280" y="4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03" name="Freeform 7">
              <a:extLst>
                <a:ext uri="{FF2B5EF4-FFF2-40B4-BE49-F238E27FC236}">
                  <a16:creationId xmlns:a16="http://schemas.microsoft.com/office/drawing/2014/main" id="{BD249A77-0319-204B-D2CE-40C58765844C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918" y="3553"/>
              <a:ext cx="314" cy="767"/>
            </a:xfrm>
            <a:custGeom>
              <a:avLst/>
              <a:gdLst>
                <a:gd name="T0" fmla="*/ 284 w 314"/>
                <a:gd name="T1" fmla="*/ 6 h 767"/>
                <a:gd name="T2" fmla="*/ 278 w 314"/>
                <a:gd name="T3" fmla="*/ 6 h 767"/>
                <a:gd name="T4" fmla="*/ 272 w 314"/>
                <a:gd name="T5" fmla="*/ 12 h 767"/>
                <a:gd name="T6" fmla="*/ 254 w 314"/>
                <a:gd name="T7" fmla="*/ 18 h 767"/>
                <a:gd name="T8" fmla="*/ 230 w 314"/>
                <a:gd name="T9" fmla="*/ 24 h 767"/>
                <a:gd name="T10" fmla="*/ 206 w 314"/>
                <a:gd name="T11" fmla="*/ 42 h 767"/>
                <a:gd name="T12" fmla="*/ 188 w 314"/>
                <a:gd name="T13" fmla="*/ 48 h 767"/>
                <a:gd name="T14" fmla="*/ 176 w 314"/>
                <a:gd name="T15" fmla="*/ 54 h 767"/>
                <a:gd name="T16" fmla="*/ 170 w 314"/>
                <a:gd name="T17" fmla="*/ 54 h 767"/>
                <a:gd name="T18" fmla="*/ 150 w 314"/>
                <a:gd name="T19" fmla="*/ 169 h 767"/>
                <a:gd name="T20" fmla="*/ 110 w 314"/>
                <a:gd name="T21" fmla="*/ 225 h 767"/>
                <a:gd name="T22" fmla="*/ 54 w 314"/>
                <a:gd name="T23" fmla="*/ 383 h 767"/>
                <a:gd name="T24" fmla="*/ 82 w 314"/>
                <a:gd name="T25" fmla="*/ 555 h 767"/>
                <a:gd name="T26" fmla="*/ 40 w 314"/>
                <a:gd name="T27" fmla="*/ 679 h 767"/>
                <a:gd name="T28" fmla="*/ 0 w 314"/>
                <a:gd name="T29" fmla="*/ 767 h 767"/>
                <a:gd name="T30" fmla="*/ 108 w 314"/>
                <a:gd name="T31" fmla="*/ 767 h 767"/>
                <a:gd name="T32" fmla="*/ 120 w 314"/>
                <a:gd name="T33" fmla="*/ 611 h 767"/>
                <a:gd name="T34" fmla="*/ 148 w 314"/>
                <a:gd name="T35" fmla="*/ 499 h 767"/>
                <a:gd name="T36" fmla="*/ 160 w 314"/>
                <a:gd name="T37" fmla="*/ 367 h 767"/>
                <a:gd name="T38" fmla="*/ 218 w 314"/>
                <a:gd name="T39" fmla="*/ 327 h 767"/>
                <a:gd name="T40" fmla="*/ 238 w 314"/>
                <a:gd name="T41" fmla="*/ 221 h 767"/>
                <a:gd name="T42" fmla="*/ 296 w 314"/>
                <a:gd name="T43" fmla="*/ 135 h 767"/>
                <a:gd name="T44" fmla="*/ 314 w 314"/>
                <a:gd name="T45" fmla="*/ 0 h 767"/>
                <a:gd name="T46" fmla="*/ 302 w 314"/>
                <a:gd name="T47" fmla="*/ 0 h 767"/>
                <a:gd name="T48" fmla="*/ 296 w 314"/>
                <a:gd name="T49" fmla="*/ 0 h 767"/>
                <a:gd name="T50" fmla="*/ 290 w 314"/>
                <a:gd name="T51" fmla="*/ 0 h 767"/>
                <a:gd name="T52" fmla="*/ 284 w 314"/>
                <a:gd name="T53" fmla="*/ 6 h 767"/>
                <a:gd name="T54" fmla="*/ 284 w 314"/>
                <a:gd name="T55" fmla="*/ 6 h 767"/>
                <a:gd name="T56" fmla="*/ 284 w 314"/>
                <a:gd name="T57" fmla="*/ 6 h 767"/>
                <a:gd name="T58" fmla="*/ 284 w 314"/>
                <a:gd name="T59" fmla="*/ 6 h 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14" h="767">
                  <a:moveTo>
                    <a:pt x="284" y="6"/>
                  </a:moveTo>
                  <a:lnTo>
                    <a:pt x="278" y="6"/>
                  </a:lnTo>
                  <a:lnTo>
                    <a:pt x="272" y="12"/>
                  </a:lnTo>
                  <a:lnTo>
                    <a:pt x="254" y="18"/>
                  </a:lnTo>
                  <a:lnTo>
                    <a:pt x="230" y="24"/>
                  </a:lnTo>
                  <a:lnTo>
                    <a:pt x="206" y="42"/>
                  </a:lnTo>
                  <a:lnTo>
                    <a:pt x="188" y="48"/>
                  </a:lnTo>
                  <a:lnTo>
                    <a:pt x="176" y="54"/>
                  </a:lnTo>
                  <a:lnTo>
                    <a:pt x="170" y="54"/>
                  </a:lnTo>
                  <a:lnTo>
                    <a:pt x="150" y="169"/>
                  </a:lnTo>
                  <a:lnTo>
                    <a:pt x="110" y="225"/>
                  </a:lnTo>
                  <a:lnTo>
                    <a:pt x="54" y="383"/>
                  </a:lnTo>
                  <a:lnTo>
                    <a:pt x="82" y="555"/>
                  </a:lnTo>
                  <a:lnTo>
                    <a:pt x="40" y="679"/>
                  </a:lnTo>
                  <a:lnTo>
                    <a:pt x="0" y="767"/>
                  </a:lnTo>
                  <a:lnTo>
                    <a:pt x="108" y="767"/>
                  </a:lnTo>
                  <a:lnTo>
                    <a:pt x="120" y="611"/>
                  </a:lnTo>
                  <a:lnTo>
                    <a:pt x="148" y="499"/>
                  </a:lnTo>
                  <a:lnTo>
                    <a:pt x="160" y="367"/>
                  </a:lnTo>
                  <a:lnTo>
                    <a:pt x="218" y="327"/>
                  </a:lnTo>
                  <a:lnTo>
                    <a:pt x="238" y="221"/>
                  </a:lnTo>
                  <a:lnTo>
                    <a:pt x="296" y="135"/>
                  </a:lnTo>
                  <a:lnTo>
                    <a:pt x="314" y="0"/>
                  </a:lnTo>
                  <a:lnTo>
                    <a:pt x="302" y="0"/>
                  </a:lnTo>
                  <a:lnTo>
                    <a:pt x="296" y="0"/>
                  </a:lnTo>
                  <a:lnTo>
                    <a:pt x="290" y="0"/>
                  </a:lnTo>
                  <a:lnTo>
                    <a:pt x="284" y="6"/>
                  </a:lnTo>
                  <a:lnTo>
                    <a:pt x="284" y="6"/>
                  </a:lnTo>
                  <a:lnTo>
                    <a:pt x="284" y="6"/>
                  </a:lnTo>
                  <a:lnTo>
                    <a:pt x="284" y="6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04" name="Freeform 8">
              <a:extLst>
                <a:ext uri="{FF2B5EF4-FFF2-40B4-BE49-F238E27FC236}">
                  <a16:creationId xmlns:a16="http://schemas.microsoft.com/office/drawing/2014/main" id="{EB8C8A0F-EE5E-49CE-2DD0-94E8702D81B9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700" y="3697"/>
              <a:ext cx="275" cy="623"/>
            </a:xfrm>
            <a:custGeom>
              <a:avLst/>
              <a:gdLst>
                <a:gd name="T0" fmla="*/ 257 w 275"/>
                <a:gd name="T1" fmla="*/ 12 h 623"/>
                <a:gd name="T2" fmla="*/ 239 w 275"/>
                <a:gd name="T3" fmla="*/ 6 h 623"/>
                <a:gd name="T4" fmla="*/ 203 w 275"/>
                <a:gd name="T5" fmla="*/ 6 h 623"/>
                <a:gd name="T6" fmla="*/ 203 w 275"/>
                <a:gd name="T7" fmla="*/ 6 h 623"/>
                <a:gd name="T8" fmla="*/ 197 w 275"/>
                <a:gd name="T9" fmla="*/ 6 h 623"/>
                <a:gd name="T10" fmla="*/ 185 w 275"/>
                <a:gd name="T11" fmla="*/ 0 h 623"/>
                <a:gd name="T12" fmla="*/ 173 w 275"/>
                <a:gd name="T13" fmla="*/ 0 h 623"/>
                <a:gd name="T14" fmla="*/ 166 w 275"/>
                <a:gd name="T15" fmla="*/ 0 h 623"/>
                <a:gd name="T16" fmla="*/ 160 w 275"/>
                <a:gd name="T17" fmla="*/ 0 h 623"/>
                <a:gd name="T18" fmla="*/ 144 w 275"/>
                <a:gd name="T19" fmla="*/ 117 h 623"/>
                <a:gd name="T20" fmla="*/ 128 w 275"/>
                <a:gd name="T21" fmla="*/ 185 h 623"/>
                <a:gd name="T22" fmla="*/ 58 w 275"/>
                <a:gd name="T23" fmla="*/ 299 h 623"/>
                <a:gd name="T24" fmla="*/ 54 w 275"/>
                <a:gd name="T25" fmla="*/ 441 h 623"/>
                <a:gd name="T26" fmla="*/ 24 w 275"/>
                <a:gd name="T27" fmla="*/ 523 h 623"/>
                <a:gd name="T28" fmla="*/ 0 w 275"/>
                <a:gd name="T29" fmla="*/ 623 h 623"/>
                <a:gd name="T30" fmla="*/ 78 w 275"/>
                <a:gd name="T31" fmla="*/ 623 h 623"/>
                <a:gd name="T32" fmla="*/ 92 w 275"/>
                <a:gd name="T33" fmla="*/ 555 h 623"/>
                <a:gd name="T34" fmla="*/ 134 w 275"/>
                <a:gd name="T35" fmla="*/ 447 h 623"/>
                <a:gd name="T36" fmla="*/ 158 w 275"/>
                <a:gd name="T37" fmla="*/ 315 h 623"/>
                <a:gd name="T38" fmla="*/ 184 w 275"/>
                <a:gd name="T39" fmla="*/ 257 h 623"/>
                <a:gd name="T40" fmla="*/ 216 w 275"/>
                <a:gd name="T41" fmla="*/ 211 h 623"/>
                <a:gd name="T42" fmla="*/ 222 w 275"/>
                <a:gd name="T43" fmla="*/ 145 h 623"/>
                <a:gd name="T44" fmla="*/ 240 w 275"/>
                <a:gd name="T45" fmla="*/ 111 h 623"/>
                <a:gd name="T46" fmla="*/ 262 w 275"/>
                <a:gd name="T47" fmla="*/ 79 h 623"/>
                <a:gd name="T48" fmla="*/ 275 w 275"/>
                <a:gd name="T49" fmla="*/ 6 h 623"/>
                <a:gd name="T50" fmla="*/ 263 w 275"/>
                <a:gd name="T51" fmla="*/ 12 h 623"/>
                <a:gd name="T52" fmla="*/ 257 w 275"/>
                <a:gd name="T53" fmla="*/ 12 h 623"/>
                <a:gd name="T54" fmla="*/ 257 w 275"/>
                <a:gd name="T55" fmla="*/ 12 h 623"/>
                <a:gd name="T56" fmla="*/ 257 w 275"/>
                <a:gd name="T57" fmla="*/ 12 h 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5" h="623">
                  <a:moveTo>
                    <a:pt x="257" y="12"/>
                  </a:moveTo>
                  <a:lnTo>
                    <a:pt x="239" y="6"/>
                  </a:lnTo>
                  <a:lnTo>
                    <a:pt x="203" y="6"/>
                  </a:lnTo>
                  <a:lnTo>
                    <a:pt x="203" y="6"/>
                  </a:lnTo>
                  <a:lnTo>
                    <a:pt x="197" y="6"/>
                  </a:lnTo>
                  <a:lnTo>
                    <a:pt x="185" y="0"/>
                  </a:lnTo>
                  <a:lnTo>
                    <a:pt x="173" y="0"/>
                  </a:lnTo>
                  <a:lnTo>
                    <a:pt x="166" y="0"/>
                  </a:lnTo>
                  <a:lnTo>
                    <a:pt x="160" y="0"/>
                  </a:lnTo>
                  <a:lnTo>
                    <a:pt x="144" y="117"/>
                  </a:lnTo>
                  <a:lnTo>
                    <a:pt x="128" y="185"/>
                  </a:lnTo>
                  <a:lnTo>
                    <a:pt x="58" y="299"/>
                  </a:lnTo>
                  <a:lnTo>
                    <a:pt x="54" y="441"/>
                  </a:lnTo>
                  <a:lnTo>
                    <a:pt x="24" y="523"/>
                  </a:lnTo>
                  <a:lnTo>
                    <a:pt x="0" y="623"/>
                  </a:lnTo>
                  <a:lnTo>
                    <a:pt x="78" y="623"/>
                  </a:lnTo>
                  <a:lnTo>
                    <a:pt x="92" y="555"/>
                  </a:lnTo>
                  <a:lnTo>
                    <a:pt x="134" y="447"/>
                  </a:lnTo>
                  <a:lnTo>
                    <a:pt x="158" y="315"/>
                  </a:lnTo>
                  <a:lnTo>
                    <a:pt x="184" y="257"/>
                  </a:lnTo>
                  <a:lnTo>
                    <a:pt x="216" y="211"/>
                  </a:lnTo>
                  <a:lnTo>
                    <a:pt x="222" y="145"/>
                  </a:lnTo>
                  <a:lnTo>
                    <a:pt x="240" y="111"/>
                  </a:lnTo>
                  <a:lnTo>
                    <a:pt x="262" y="79"/>
                  </a:lnTo>
                  <a:lnTo>
                    <a:pt x="275" y="6"/>
                  </a:lnTo>
                  <a:lnTo>
                    <a:pt x="263" y="12"/>
                  </a:lnTo>
                  <a:lnTo>
                    <a:pt x="257" y="12"/>
                  </a:lnTo>
                  <a:lnTo>
                    <a:pt x="257" y="12"/>
                  </a:lnTo>
                  <a:lnTo>
                    <a:pt x="257" y="1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05" name="Freeform 9">
              <a:extLst>
                <a:ext uri="{FF2B5EF4-FFF2-40B4-BE49-F238E27FC236}">
                  <a16:creationId xmlns:a16="http://schemas.microsoft.com/office/drawing/2014/main" id="{F94C17FC-C38E-E3CB-3601-F1BE92383195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522" y="3709"/>
              <a:ext cx="213" cy="611"/>
            </a:xfrm>
            <a:custGeom>
              <a:avLst/>
              <a:gdLst>
                <a:gd name="T0" fmla="*/ 171 w 213"/>
                <a:gd name="T1" fmla="*/ 12 h 611"/>
                <a:gd name="T2" fmla="*/ 159 w 213"/>
                <a:gd name="T3" fmla="*/ 24 h 611"/>
                <a:gd name="T4" fmla="*/ 153 w 213"/>
                <a:gd name="T5" fmla="*/ 36 h 611"/>
                <a:gd name="T6" fmla="*/ 128 w 213"/>
                <a:gd name="T7" fmla="*/ 60 h 611"/>
                <a:gd name="T8" fmla="*/ 110 w 213"/>
                <a:gd name="T9" fmla="*/ 83 h 611"/>
                <a:gd name="T10" fmla="*/ 86 w 213"/>
                <a:gd name="T11" fmla="*/ 119 h 611"/>
                <a:gd name="T12" fmla="*/ 68 w 213"/>
                <a:gd name="T13" fmla="*/ 167 h 611"/>
                <a:gd name="T14" fmla="*/ 68 w 213"/>
                <a:gd name="T15" fmla="*/ 221 h 611"/>
                <a:gd name="T16" fmla="*/ 68 w 213"/>
                <a:gd name="T17" fmla="*/ 227 h 611"/>
                <a:gd name="T18" fmla="*/ 68 w 213"/>
                <a:gd name="T19" fmla="*/ 233 h 611"/>
                <a:gd name="T20" fmla="*/ 68 w 213"/>
                <a:gd name="T21" fmla="*/ 239 h 611"/>
                <a:gd name="T22" fmla="*/ 68 w 213"/>
                <a:gd name="T23" fmla="*/ 245 h 611"/>
                <a:gd name="T24" fmla="*/ 68 w 213"/>
                <a:gd name="T25" fmla="*/ 251 h 611"/>
                <a:gd name="T26" fmla="*/ 68 w 213"/>
                <a:gd name="T27" fmla="*/ 251 h 611"/>
                <a:gd name="T28" fmla="*/ 68 w 213"/>
                <a:gd name="T29" fmla="*/ 257 h 611"/>
                <a:gd name="T30" fmla="*/ 68 w 213"/>
                <a:gd name="T31" fmla="*/ 269 h 611"/>
                <a:gd name="T32" fmla="*/ 74 w 213"/>
                <a:gd name="T33" fmla="*/ 287 h 611"/>
                <a:gd name="T34" fmla="*/ 80 w 213"/>
                <a:gd name="T35" fmla="*/ 305 h 611"/>
                <a:gd name="T36" fmla="*/ 86 w 213"/>
                <a:gd name="T37" fmla="*/ 311 h 611"/>
                <a:gd name="T38" fmla="*/ 86 w 213"/>
                <a:gd name="T39" fmla="*/ 311 h 611"/>
                <a:gd name="T40" fmla="*/ 92 w 213"/>
                <a:gd name="T41" fmla="*/ 317 h 611"/>
                <a:gd name="T42" fmla="*/ 92 w 213"/>
                <a:gd name="T43" fmla="*/ 323 h 611"/>
                <a:gd name="T44" fmla="*/ 92 w 213"/>
                <a:gd name="T45" fmla="*/ 323 h 611"/>
                <a:gd name="T46" fmla="*/ 24 w 213"/>
                <a:gd name="T47" fmla="*/ 437 h 611"/>
                <a:gd name="T48" fmla="*/ 18 w 213"/>
                <a:gd name="T49" fmla="*/ 471 h 611"/>
                <a:gd name="T50" fmla="*/ 0 w 213"/>
                <a:gd name="T51" fmla="*/ 547 h 611"/>
                <a:gd name="T52" fmla="*/ 50 w 213"/>
                <a:gd name="T53" fmla="*/ 611 h 611"/>
                <a:gd name="T54" fmla="*/ 114 w 213"/>
                <a:gd name="T55" fmla="*/ 611 h 611"/>
                <a:gd name="T56" fmla="*/ 104 w 213"/>
                <a:gd name="T57" fmla="*/ 555 h 611"/>
                <a:gd name="T58" fmla="*/ 120 w 213"/>
                <a:gd name="T59" fmla="*/ 515 h 611"/>
                <a:gd name="T60" fmla="*/ 150 w 213"/>
                <a:gd name="T61" fmla="*/ 449 h 611"/>
                <a:gd name="T62" fmla="*/ 166 w 213"/>
                <a:gd name="T63" fmla="*/ 377 h 611"/>
                <a:gd name="T64" fmla="*/ 156 w 213"/>
                <a:gd name="T65" fmla="*/ 295 h 611"/>
                <a:gd name="T66" fmla="*/ 170 w 213"/>
                <a:gd name="T67" fmla="*/ 203 h 611"/>
                <a:gd name="T68" fmla="*/ 212 w 213"/>
                <a:gd name="T69" fmla="*/ 95 h 611"/>
                <a:gd name="T70" fmla="*/ 213 w 213"/>
                <a:gd name="T71" fmla="*/ 0 h 611"/>
                <a:gd name="T72" fmla="*/ 207 w 213"/>
                <a:gd name="T73" fmla="*/ 0 h 611"/>
                <a:gd name="T74" fmla="*/ 201 w 213"/>
                <a:gd name="T75" fmla="*/ 0 h 611"/>
                <a:gd name="T76" fmla="*/ 195 w 213"/>
                <a:gd name="T77" fmla="*/ 0 h 611"/>
                <a:gd name="T78" fmla="*/ 189 w 213"/>
                <a:gd name="T79" fmla="*/ 0 h 611"/>
                <a:gd name="T80" fmla="*/ 183 w 213"/>
                <a:gd name="T81" fmla="*/ 6 h 611"/>
                <a:gd name="T82" fmla="*/ 177 w 213"/>
                <a:gd name="T83" fmla="*/ 6 h 611"/>
                <a:gd name="T84" fmla="*/ 171 w 213"/>
                <a:gd name="T85" fmla="*/ 12 h 611"/>
                <a:gd name="T86" fmla="*/ 171 w 213"/>
                <a:gd name="T87" fmla="*/ 12 h 611"/>
                <a:gd name="T88" fmla="*/ 171 w 213"/>
                <a:gd name="T89" fmla="*/ 12 h 6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3" h="611">
                  <a:moveTo>
                    <a:pt x="171" y="12"/>
                  </a:moveTo>
                  <a:lnTo>
                    <a:pt x="159" y="24"/>
                  </a:lnTo>
                  <a:lnTo>
                    <a:pt x="153" y="36"/>
                  </a:lnTo>
                  <a:lnTo>
                    <a:pt x="128" y="60"/>
                  </a:lnTo>
                  <a:lnTo>
                    <a:pt x="110" y="83"/>
                  </a:lnTo>
                  <a:lnTo>
                    <a:pt x="86" y="119"/>
                  </a:lnTo>
                  <a:lnTo>
                    <a:pt x="68" y="167"/>
                  </a:lnTo>
                  <a:lnTo>
                    <a:pt x="68" y="221"/>
                  </a:lnTo>
                  <a:lnTo>
                    <a:pt x="68" y="227"/>
                  </a:lnTo>
                  <a:lnTo>
                    <a:pt x="68" y="233"/>
                  </a:lnTo>
                  <a:lnTo>
                    <a:pt x="68" y="239"/>
                  </a:lnTo>
                  <a:lnTo>
                    <a:pt x="68" y="245"/>
                  </a:lnTo>
                  <a:lnTo>
                    <a:pt x="68" y="251"/>
                  </a:lnTo>
                  <a:lnTo>
                    <a:pt x="68" y="251"/>
                  </a:lnTo>
                  <a:lnTo>
                    <a:pt x="68" y="257"/>
                  </a:lnTo>
                  <a:lnTo>
                    <a:pt x="68" y="269"/>
                  </a:lnTo>
                  <a:lnTo>
                    <a:pt x="74" y="287"/>
                  </a:lnTo>
                  <a:lnTo>
                    <a:pt x="80" y="305"/>
                  </a:lnTo>
                  <a:lnTo>
                    <a:pt x="86" y="311"/>
                  </a:lnTo>
                  <a:lnTo>
                    <a:pt x="86" y="311"/>
                  </a:lnTo>
                  <a:lnTo>
                    <a:pt x="92" y="317"/>
                  </a:lnTo>
                  <a:lnTo>
                    <a:pt x="92" y="323"/>
                  </a:lnTo>
                  <a:lnTo>
                    <a:pt x="92" y="323"/>
                  </a:lnTo>
                  <a:lnTo>
                    <a:pt x="24" y="437"/>
                  </a:lnTo>
                  <a:lnTo>
                    <a:pt x="18" y="471"/>
                  </a:lnTo>
                  <a:lnTo>
                    <a:pt x="0" y="547"/>
                  </a:lnTo>
                  <a:lnTo>
                    <a:pt x="50" y="611"/>
                  </a:lnTo>
                  <a:lnTo>
                    <a:pt x="114" y="611"/>
                  </a:lnTo>
                  <a:lnTo>
                    <a:pt x="104" y="555"/>
                  </a:lnTo>
                  <a:lnTo>
                    <a:pt x="120" y="515"/>
                  </a:lnTo>
                  <a:lnTo>
                    <a:pt x="150" y="449"/>
                  </a:lnTo>
                  <a:lnTo>
                    <a:pt x="166" y="377"/>
                  </a:lnTo>
                  <a:lnTo>
                    <a:pt x="156" y="295"/>
                  </a:lnTo>
                  <a:lnTo>
                    <a:pt x="170" y="203"/>
                  </a:lnTo>
                  <a:lnTo>
                    <a:pt x="212" y="95"/>
                  </a:lnTo>
                  <a:lnTo>
                    <a:pt x="213" y="0"/>
                  </a:lnTo>
                  <a:lnTo>
                    <a:pt x="207" y="0"/>
                  </a:lnTo>
                  <a:lnTo>
                    <a:pt x="201" y="0"/>
                  </a:lnTo>
                  <a:lnTo>
                    <a:pt x="195" y="0"/>
                  </a:lnTo>
                  <a:lnTo>
                    <a:pt x="189" y="0"/>
                  </a:lnTo>
                  <a:lnTo>
                    <a:pt x="183" y="6"/>
                  </a:lnTo>
                  <a:lnTo>
                    <a:pt x="177" y="6"/>
                  </a:lnTo>
                  <a:lnTo>
                    <a:pt x="171" y="12"/>
                  </a:lnTo>
                  <a:lnTo>
                    <a:pt x="171" y="12"/>
                  </a:lnTo>
                  <a:lnTo>
                    <a:pt x="171" y="1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06" name="Freeform 10">
              <a:extLst>
                <a:ext uri="{FF2B5EF4-FFF2-40B4-BE49-F238E27FC236}">
                  <a16:creationId xmlns:a16="http://schemas.microsoft.com/office/drawing/2014/main" id="{D85241D8-FD2D-C132-C441-D14F4C870AAF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292" y="3936"/>
              <a:ext cx="167" cy="384"/>
            </a:xfrm>
            <a:custGeom>
              <a:avLst/>
              <a:gdLst>
                <a:gd name="T0" fmla="*/ 149 w 167"/>
                <a:gd name="T1" fmla="*/ 60 h 384"/>
                <a:gd name="T2" fmla="*/ 119 w 167"/>
                <a:gd name="T3" fmla="*/ 30 h 384"/>
                <a:gd name="T4" fmla="*/ 89 w 167"/>
                <a:gd name="T5" fmla="*/ 12 h 384"/>
                <a:gd name="T6" fmla="*/ 59 w 167"/>
                <a:gd name="T7" fmla="*/ 0 h 384"/>
                <a:gd name="T8" fmla="*/ 54 w 167"/>
                <a:gd name="T9" fmla="*/ 70 h 384"/>
                <a:gd name="T10" fmla="*/ 46 w 167"/>
                <a:gd name="T11" fmla="*/ 112 h 384"/>
                <a:gd name="T12" fmla="*/ 52 w 167"/>
                <a:gd name="T13" fmla="*/ 168 h 384"/>
                <a:gd name="T14" fmla="*/ 24 w 167"/>
                <a:gd name="T15" fmla="*/ 194 h 384"/>
                <a:gd name="T16" fmla="*/ 16 w 167"/>
                <a:gd name="T17" fmla="*/ 258 h 384"/>
                <a:gd name="T18" fmla="*/ 2 w 167"/>
                <a:gd name="T19" fmla="*/ 300 h 384"/>
                <a:gd name="T20" fmla="*/ 0 w 167"/>
                <a:gd name="T21" fmla="*/ 352 h 384"/>
                <a:gd name="T22" fmla="*/ 47 w 167"/>
                <a:gd name="T23" fmla="*/ 384 h 384"/>
                <a:gd name="T24" fmla="*/ 149 w 167"/>
                <a:gd name="T25" fmla="*/ 384 h 384"/>
                <a:gd name="T26" fmla="*/ 134 w 167"/>
                <a:gd name="T27" fmla="*/ 350 h 384"/>
                <a:gd name="T28" fmla="*/ 104 w 167"/>
                <a:gd name="T29" fmla="*/ 324 h 384"/>
                <a:gd name="T30" fmla="*/ 138 w 167"/>
                <a:gd name="T31" fmla="*/ 274 h 384"/>
                <a:gd name="T32" fmla="*/ 122 w 167"/>
                <a:gd name="T33" fmla="*/ 220 h 384"/>
                <a:gd name="T34" fmla="*/ 132 w 167"/>
                <a:gd name="T35" fmla="*/ 186 h 384"/>
                <a:gd name="T36" fmla="*/ 140 w 167"/>
                <a:gd name="T37" fmla="*/ 154 h 384"/>
                <a:gd name="T38" fmla="*/ 167 w 167"/>
                <a:gd name="T39" fmla="*/ 90 h 384"/>
                <a:gd name="T40" fmla="*/ 149 w 167"/>
                <a:gd name="T41" fmla="*/ 60 h 384"/>
                <a:gd name="T42" fmla="*/ 149 w 167"/>
                <a:gd name="T43" fmla="*/ 60 h 384"/>
                <a:gd name="T44" fmla="*/ 149 w 167"/>
                <a:gd name="T45" fmla="*/ 6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67" h="384">
                  <a:moveTo>
                    <a:pt x="149" y="60"/>
                  </a:moveTo>
                  <a:lnTo>
                    <a:pt x="119" y="30"/>
                  </a:lnTo>
                  <a:lnTo>
                    <a:pt x="89" y="12"/>
                  </a:lnTo>
                  <a:lnTo>
                    <a:pt x="59" y="0"/>
                  </a:lnTo>
                  <a:lnTo>
                    <a:pt x="54" y="70"/>
                  </a:lnTo>
                  <a:lnTo>
                    <a:pt x="46" y="112"/>
                  </a:lnTo>
                  <a:lnTo>
                    <a:pt x="52" y="168"/>
                  </a:lnTo>
                  <a:lnTo>
                    <a:pt x="24" y="194"/>
                  </a:lnTo>
                  <a:lnTo>
                    <a:pt x="16" y="258"/>
                  </a:lnTo>
                  <a:lnTo>
                    <a:pt x="2" y="300"/>
                  </a:lnTo>
                  <a:lnTo>
                    <a:pt x="0" y="352"/>
                  </a:lnTo>
                  <a:lnTo>
                    <a:pt x="47" y="384"/>
                  </a:lnTo>
                  <a:lnTo>
                    <a:pt x="149" y="384"/>
                  </a:lnTo>
                  <a:lnTo>
                    <a:pt x="134" y="350"/>
                  </a:lnTo>
                  <a:lnTo>
                    <a:pt x="104" y="324"/>
                  </a:lnTo>
                  <a:lnTo>
                    <a:pt x="138" y="274"/>
                  </a:lnTo>
                  <a:lnTo>
                    <a:pt x="122" y="220"/>
                  </a:lnTo>
                  <a:lnTo>
                    <a:pt x="132" y="186"/>
                  </a:lnTo>
                  <a:lnTo>
                    <a:pt x="140" y="154"/>
                  </a:lnTo>
                  <a:lnTo>
                    <a:pt x="167" y="90"/>
                  </a:lnTo>
                  <a:lnTo>
                    <a:pt x="149" y="60"/>
                  </a:lnTo>
                  <a:lnTo>
                    <a:pt x="149" y="60"/>
                  </a:lnTo>
                  <a:lnTo>
                    <a:pt x="149" y="60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07" name="Freeform 11">
              <a:extLst>
                <a:ext uri="{FF2B5EF4-FFF2-40B4-BE49-F238E27FC236}">
                  <a16:creationId xmlns:a16="http://schemas.microsoft.com/office/drawing/2014/main" id="{D3908F08-0587-E86B-8B59-CC98C0263123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100" y="4020"/>
              <a:ext cx="166" cy="300"/>
            </a:xfrm>
            <a:custGeom>
              <a:avLst/>
              <a:gdLst>
                <a:gd name="T0" fmla="*/ 136 w 166"/>
                <a:gd name="T1" fmla="*/ 12 h 300"/>
                <a:gd name="T2" fmla="*/ 100 w 166"/>
                <a:gd name="T3" fmla="*/ 0 h 300"/>
                <a:gd name="T4" fmla="*/ 78 w 166"/>
                <a:gd name="T5" fmla="*/ 64 h 300"/>
                <a:gd name="T6" fmla="*/ 70 w 166"/>
                <a:gd name="T7" fmla="*/ 126 h 300"/>
                <a:gd name="T8" fmla="*/ 46 w 166"/>
                <a:gd name="T9" fmla="*/ 184 h 300"/>
                <a:gd name="T10" fmla="*/ 58 w 166"/>
                <a:gd name="T11" fmla="*/ 232 h 300"/>
                <a:gd name="T12" fmla="*/ 38 w 166"/>
                <a:gd name="T13" fmla="*/ 268 h 300"/>
                <a:gd name="T14" fmla="*/ 0 w 166"/>
                <a:gd name="T15" fmla="*/ 300 h 300"/>
                <a:gd name="T16" fmla="*/ 160 w 166"/>
                <a:gd name="T17" fmla="*/ 300 h 300"/>
                <a:gd name="T18" fmla="*/ 136 w 166"/>
                <a:gd name="T19" fmla="*/ 272 h 300"/>
                <a:gd name="T20" fmla="*/ 98 w 166"/>
                <a:gd name="T21" fmla="*/ 234 h 300"/>
                <a:gd name="T22" fmla="*/ 130 w 166"/>
                <a:gd name="T23" fmla="*/ 188 h 300"/>
                <a:gd name="T24" fmla="*/ 138 w 166"/>
                <a:gd name="T25" fmla="*/ 134 h 300"/>
                <a:gd name="T26" fmla="*/ 144 w 166"/>
                <a:gd name="T27" fmla="*/ 94 h 300"/>
                <a:gd name="T28" fmla="*/ 164 w 166"/>
                <a:gd name="T29" fmla="*/ 60 h 300"/>
                <a:gd name="T30" fmla="*/ 166 w 166"/>
                <a:gd name="T31" fmla="*/ 0 h 300"/>
                <a:gd name="T32" fmla="*/ 136 w 166"/>
                <a:gd name="T33" fmla="*/ 12 h 300"/>
                <a:gd name="T34" fmla="*/ 136 w 166"/>
                <a:gd name="T35" fmla="*/ 12 h 300"/>
                <a:gd name="T36" fmla="*/ 136 w 166"/>
                <a:gd name="T37" fmla="*/ 12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6" h="300">
                  <a:moveTo>
                    <a:pt x="136" y="12"/>
                  </a:moveTo>
                  <a:lnTo>
                    <a:pt x="100" y="0"/>
                  </a:lnTo>
                  <a:lnTo>
                    <a:pt x="78" y="64"/>
                  </a:lnTo>
                  <a:lnTo>
                    <a:pt x="70" y="126"/>
                  </a:lnTo>
                  <a:lnTo>
                    <a:pt x="46" y="184"/>
                  </a:lnTo>
                  <a:lnTo>
                    <a:pt x="58" y="232"/>
                  </a:lnTo>
                  <a:lnTo>
                    <a:pt x="38" y="268"/>
                  </a:lnTo>
                  <a:lnTo>
                    <a:pt x="0" y="300"/>
                  </a:lnTo>
                  <a:lnTo>
                    <a:pt x="160" y="300"/>
                  </a:lnTo>
                  <a:lnTo>
                    <a:pt x="136" y="272"/>
                  </a:lnTo>
                  <a:lnTo>
                    <a:pt x="98" y="234"/>
                  </a:lnTo>
                  <a:lnTo>
                    <a:pt x="130" y="188"/>
                  </a:lnTo>
                  <a:lnTo>
                    <a:pt x="138" y="134"/>
                  </a:lnTo>
                  <a:lnTo>
                    <a:pt x="144" y="94"/>
                  </a:lnTo>
                  <a:lnTo>
                    <a:pt x="164" y="60"/>
                  </a:lnTo>
                  <a:lnTo>
                    <a:pt x="166" y="0"/>
                  </a:lnTo>
                  <a:lnTo>
                    <a:pt x="136" y="12"/>
                  </a:lnTo>
                  <a:lnTo>
                    <a:pt x="136" y="12"/>
                  </a:lnTo>
                  <a:lnTo>
                    <a:pt x="136" y="12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08" name="Freeform 12">
              <a:extLst>
                <a:ext uri="{FF2B5EF4-FFF2-40B4-BE49-F238E27FC236}">
                  <a16:creationId xmlns:a16="http://schemas.microsoft.com/office/drawing/2014/main" id="{33B6BF04-883E-2FAB-77A0-15A094F0828B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910" y="4038"/>
              <a:ext cx="237" cy="282"/>
            </a:xfrm>
            <a:custGeom>
              <a:avLst/>
              <a:gdLst>
                <a:gd name="T0" fmla="*/ 201 w 237"/>
                <a:gd name="T1" fmla="*/ 0 h 282"/>
                <a:gd name="T2" fmla="*/ 183 w 237"/>
                <a:gd name="T3" fmla="*/ 0 h 282"/>
                <a:gd name="T4" fmla="*/ 158 w 237"/>
                <a:gd name="T5" fmla="*/ 50 h 282"/>
                <a:gd name="T6" fmla="*/ 148 w 237"/>
                <a:gd name="T7" fmla="*/ 92 h 282"/>
                <a:gd name="T8" fmla="*/ 120 w 237"/>
                <a:gd name="T9" fmla="*/ 144 h 282"/>
                <a:gd name="T10" fmla="*/ 82 w 237"/>
                <a:gd name="T11" fmla="*/ 182 h 282"/>
                <a:gd name="T12" fmla="*/ 60 w 237"/>
                <a:gd name="T13" fmla="*/ 232 h 282"/>
                <a:gd name="T14" fmla="*/ 0 w 237"/>
                <a:gd name="T15" fmla="*/ 282 h 282"/>
                <a:gd name="T16" fmla="*/ 128 w 237"/>
                <a:gd name="T17" fmla="*/ 282 h 282"/>
                <a:gd name="T18" fmla="*/ 154 w 237"/>
                <a:gd name="T19" fmla="*/ 254 h 282"/>
                <a:gd name="T20" fmla="*/ 158 w 237"/>
                <a:gd name="T21" fmla="*/ 196 h 282"/>
                <a:gd name="T22" fmla="*/ 188 w 237"/>
                <a:gd name="T23" fmla="*/ 148 h 282"/>
                <a:gd name="T24" fmla="*/ 196 w 237"/>
                <a:gd name="T25" fmla="*/ 70 h 282"/>
                <a:gd name="T26" fmla="*/ 237 w 237"/>
                <a:gd name="T27" fmla="*/ 0 h 282"/>
                <a:gd name="T28" fmla="*/ 201 w 237"/>
                <a:gd name="T29" fmla="*/ 0 h 282"/>
                <a:gd name="T30" fmla="*/ 201 w 237"/>
                <a:gd name="T31" fmla="*/ 0 h 282"/>
                <a:gd name="T32" fmla="*/ 201 w 237"/>
                <a:gd name="T33" fmla="*/ 0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7" h="282">
                  <a:moveTo>
                    <a:pt x="201" y="0"/>
                  </a:moveTo>
                  <a:lnTo>
                    <a:pt x="183" y="0"/>
                  </a:lnTo>
                  <a:lnTo>
                    <a:pt x="158" y="50"/>
                  </a:lnTo>
                  <a:lnTo>
                    <a:pt x="148" y="92"/>
                  </a:lnTo>
                  <a:lnTo>
                    <a:pt x="120" y="144"/>
                  </a:lnTo>
                  <a:lnTo>
                    <a:pt x="82" y="182"/>
                  </a:lnTo>
                  <a:lnTo>
                    <a:pt x="60" y="232"/>
                  </a:lnTo>
                  <a:lnTo>
                    <a:pt x="0" y="282"/>
                  </a:lnTo>
                  <a:lnTo>
                    <a:pt x="128" y="282"/>
                  </a:lnTo>
                  <a:lnTo>
                    <a:pt x="154" y="254"/>
                  </a:lnTo>
                  <a:lnTo>
                    <a:pt x="158" y="196"/>
                  </a:lnTo>
                  <a:lnTo>
                    <a:pt x="188" y="148"/>
                  </a:lnTo>
                  <a:lnTo>
                    <a:pt x="196" y="70"/>
                  </a:lnTo>
                  <a:lnTo>
                    <a:pt x="237" y="0"/>
                  </a:lnTo>
                  <a:lnTo>
                    <a:pt x="201" y="0"/>
                  </a:lnTo>
                  <a:lnTo>
                    <a:pt x="201" y="0"/>
                  </a:lnTo>
                  <a:lnTo>
                    <a:pt x="201" y="0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09" name="Freeform 13">
              <a:extLst>
                <a:ext uri="{FF2B5EF4-FFF2-40B4-BE49-F238E27FC236}">
                  <a16:creationId xmlns:a16="http://schemas.microsoft.com/office/drawing/2014/main" id="{DE8B0B2B-B5CA-CCCF-AF63-E9F25C7E7629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674" y="4086"/>
              <a:ext cx="196" cy="234"/>
            </a:xfrm>
            <a:custGeom>
              <a:avLst/>
              <a:gdLst>
                <a:gd name="T0" fmla="*/ 167 w 196"/>
                <a:gd name="T1" fmla="*/ 54 h 234"/>
                <a:gd name="T2" fmla="*/ 113 w 196"/>
                <a:gd name="T3" fmla="*/ 24 h 234"/>
                <a:gd name="T4" fmla="*/ 83 w 196"/>
                <a:gd name="T5" fmla="*/ 0 h 234"/>
                <a:gd name="T6" fmla="*/ 80 w 196"/>
                <a:gd name="T7" fmla="*/ 62 h 234"/>
                <a:gd name="T8" fmla="*/ 58 w 196"/>
                <a:gd name="T9" fmla="*/ 100 h 234"/>
                <a:gd name="T10" fmla="*/ 54 w 196"/>
                <a:gd name="T11" fmla="*/ 160 h 234"/>
                <a:gd name="T12" fmla="*/ 36 w 196"/>
                <a:gd name="T13" fmla="*/ 202 h 234"/>
                <a:gd name="T14" fmla="*/ 0 w 196"/>
                <a:gd name="T15" fmla="*/ 234 h 234"/>
                <a:gd name="T16" fmla="*/ 146 w 196"/>
                <a:gd name="T17" fmla="*/ 234 h 234"/>
                <a:gd name="T18" fmla="*/ 170 w 196"/>
                <a:gd name="T19" fmla="*/ 198 h 234"/>
                <a:gd name="T20" fmla="*/ 158 w 196"/>
                <a:gd name="T21" fmla="*/ 138 h 234"/>
                <a:gd name="T22" fmla="*/ 196 w 196"/>
                <a:gd name="T23" fmla="*/ 100 h 234"/>
                <a:gd name="T24" fmla="*/ 191 w 196"/>
                <a:gd name="T25" fmla="*/ 54 h 234"/>
                <a:gd name="T26" fmla="*/ 167 w 196"/>
                <a:gd name="T27" fmla="*/ 54 h 234"/>
                <a:gd name="T28" fmla="*/ 167 w 196"/>
                <a:gd name="T29" fmla="*/ 54 h 234"/>
                <a:gd name="T30" fmla="*/ 167 w 196"/>
                <a:gd name="T31" fmla="*/ 54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6" h="234">
                  <a:moveTo>
                    <a:pt x="167" y="54"/>
                  </a:moveTo>
                  <a:lnTo>
                    <a:pt x="113" y="24"/>
                  </a:lnTo>
                  <a:lnTo>
                    <a:pt x="83" y="0"/>
                  </a:lnTo>
                  <a:lnTo>
                    <a:pt x="80" y="62"/>
                  </a:lnTo>
                  <a:lnTo>
                    <a:pt x="58" y="100"/>
                  </a:lnTo>
                  <a:lnTo>
                    <a:pt x="54" y="160"/>
                  </a:lnTo>
                  <a:lnTo>
                    <a:pt x="36" y="202"/>
                  </a:lnTo>
                  <a:lnTo>
                    <a:pt x="0" y="234"/>
                  </a:lnTo>
                  <a:lnTo>
                    <a:pt x="146" y="234"/>
                  </a:lnTo>
                  <a:lnTo>
                    <a:pt x="170" y="198"/>
                  </a:lnTo>
                  <a:lnTo>
                    <a:pt x="158" y="138"/>
                  </a:lnTo>
                  <a:lnTo>
                    <a:pt x="196" y="100"/>
                  </a:lnTo>
                  <a:lnTo>
                    <a:pt x="191" y="54"/>
                  </a:lnTo>
                  <a:lnTo>
                    <a:pt x="167" y="54"/>
                  </a:lnTo>
                  <a:lnTo>
                    <a:pt x="167" y="54"/>
                  </a:lnTo>
                  <a:lnTo>
                    <a:pt x="167" y="54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10" name="Freeform 14">
              <a:extLst>
                <a:ext uri="{FF2B5EF4-FFF2-40B4-BE49-F238E27FC236}">
                  <a16:creationId xmlns:a16="http://schemas.microsoft.com/office/drawing/2014/main" id="{4C406BA3-344C-0929-88AF-384F3212F118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476" y="4068"/>
              <a:ext cx="190" cy="252"/>
            </a:xfrm>
            <a:custGeom>
              <a:avLst/>
              <a:gdLst>
                <a:gd name="T0" fmla="*/ 190 w 190"/>
                <a:gd name="T1" fmla="*/ 0 h 252"/>
                <a:gd name="T2" fmla="*/ 166 w 190"/>
                <a:gd name="T3" fmla="*/ 0 h 252"/>
                <a:gd name="T4" fmla="*/ 158 w 190"/>
                <a:gd name="T5" fmla="*/ 38 h 252"/>
                <a:gd name="T6" fmla="*/ 138 w 190"/>
                <a:gd name="T7" fmla="*/ 120 h 252"/>
                <a:gd name="T8" fmla="*/ 94 w 190"/>
                <a:gd name="T9" fmla="*/ 180 h 252"/>
                <a:gd name="T10" fmla="*/ 62 w 190"/>
                <a:gd name="T11" fmla="*/ 234 h 252"/>
                <a:gd name="T12" fmla="*/ 0 w 190"/>
                <a:gd name="T13" fmla="*/ 252 h 252"/>
                <a:gd name="T14" fmla="*/ 128 w 190"/>
                <a:gd name="T15" fmla="*/ 252 h 252"/>
                <a:gd name="T16" fmla="*/ 142 w 190"/>
                <a:gd name="T17" fmla="*/ 188 h 252"/>
                <a:gd name="T18" fmla="*/ 186 w 190"/>
                <a:gd name="T19" fmla="*/ 90 h 252"/>
                <a:gd name="T20" fmla="*/ 190 w 190"/>
                <a:gd name="T21" fmla="*/ 38 h 252"/>
                <a:gd name="T22" fmla="*/ 190 w 190"/>
                <a:gd name="T23" fmla="*/ 0 h 252"/>
                <a:gd name="T24" fmla="*/ 190 w 190"/>
                <a:gd name="T25" fmla="*/ 0 h 252"/>
                <a:gd name="T26" fmla="*/ 190 w 190"/>
                <a:gd name="T27" fmla="*/ 0 h 252"/>
                <a:gd name="T28" fmla="*/ 190 w 190"/>
                <a:gd name="T29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0" h="252">
                  <a:moveTo>
                    <a:pt x="190" y="0"/>
                  </a:moveTo>
                  <a:lnTo>
                    <a:pt x="166" y="0"/>
                  </a:lnTo>
                  <a:lnTo>
                    <a:pt x="158" y="38"/>
                  </a:lnTo>
                  <a:lnTo>
                    <a:pt x="138" y="120"/>
                  </a:lnTo>
                  <a:lnTo>
                    <a:pt x="94" y="180"/>
                  </a:lnTo>
                  <a:lnTo>
                    <a:pt x="62" y="234"/>
                  </a:lnTo>
                  <a:lnTo>
                    <a:pt x="0" y="252"/>
                  </a:lnTo>
                  <a:lnTo>
                    <a:pt x="128" y="252"/>
                  </a:lnTo>
                  <a:lnTo>
                    <a:pt x="142" y="188"/>
                  </a:lnTo>
                  <a:lnTo>
                    <a:pt x="186" y="90"/>
                  </a:lnTo>
                  <a:lnTo>
                    <a:pt x="190" y="38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11" name="Freeform 15">
              <a:extLst>
                <a:ext uri="{FF2B5EF4-FFF2-40B4-BE49-F238E27FC236}">
                  <a16:creationId xmlns:a16="http://schemas.microsoft.com/office/drawing/2014/main" id="{72FEA25F-E0A2-BA78-EC5C-FB81152324F4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170" y="4188"/>
              <a:ext cx="230" cy="132"/>
            </a:xfrm>
            <a:custGeom>
              <a:avLst/>
              <a:gdLst>
                <a:gd name="T0" fmla="*/ 197 w 230"/>
                <a:gd name="T1" fmla="*/ 0 h 132"/>
                <a:gd name="T2" fmla="*/ 191 w 230"/>
                <a:gd name="T3" fmla="*/ 0 h 132"/>
                <a:gd name="T4" fmla="*/ 185 w 230"/>
                <a:gd name="T5" fmla="*/ 0 h 132"/>
                <a:gd name="T6" fmla="*/ 173 w 230"/>
                <a:gd name="T7" fmla="*/ 0 h 132"/>
                <a:gd name="T8" fmla="*/ 161 w 230"/>
                <a:gd name="T9" fmla="*/ 0 h 132"/>
                <a:gd name="T10" fmla="*/ 155 w 230"/>
                <a:gd name="T11" fmla="*/ 0 h 132"/>
                <a:gd name="T12" fmla="*/ 138 w 230"/>
                <a:gd name="T13" fmla="*/ 6 h 132"/>
                <a:gd name="T14" fmla="*/ 132 w 230"/>
                <a:gd name="T15" fmla="*/ 6 h 132"/>
                <a:gd name="T16" fmla="*/ 35 w 230"/>
                <a:gd name="T17" fmla="*/ 18 h 132"/>
                <a:gd name="T18" fmla="*/ 11 w 230"/>
                <a:gd name="T19" fmla="*/ 30 h 132"/>
                <a:gd name="T20" fmla="*/ 23 w 230"/>
                <a:gd name="T21" fmla="*/ 54 h 132"/>
                <a:gd name="T22" fmla="*/ 0 w 230"/>
                <a:gd name="T23" fmla="*/ 100 h 132"/>
                <a:gd name="T24" fmla="*/ 0 w 230"/>
                <a:gd name="T25" fmla="*/ 132 h 132"/>
                <a:gd name="T26" fmla="*/ 162 w 230"/>
                <a:gd name="T27" fmla="*/ 132 h 132"/>
                <a:gd name="T28" fmla="*/ 204 w 230"/>
                <a:gd name="T29" fmla="*/ 88 h 132"/>
                <a:gd name="T30" fmla="*/ 230 w 230"/>
                <a:gd name="T31" fmla="*/ 46 h 132"/>
                <a:gd name="T32" fmla="*/ 214 w 230"/>
                <a:gd name="T33" fmla="*/ 24 h 132"/>
                <a:gd name="T34" fmla="*/ 215 w 230"/>
                <a:gd name="T35" fmla="*/ 0 h 132"/>
                <a:gd name="T36" fmla="*/ 209 w 230"/>
                <a:gd name="T37" fmla="*/ 0 h 132"/>
                <a:gd name="T38" fmla="*/ 203 w 230"/>
                <a:gd name="T39" fmla="*/ 0 h 132"/>
                <a:gd name="T40" fmla="*/ 203 w 230"/>
                <a:gd name="T41" fmla="*/ 0 h 132"/>
                <a:gd name="T42" fmla="*/ 197 w 230"/>
                <a:gd name="T43" fmla="*/ 0 h 132"/>
                <a:gd name="T44" fmla="*/ 197 w 230"/>
                <a:gd name="T45" fmla="*/ 0 h 132"/>
                <a:gd name="T46" fmla="*/ 197 w 230"/>
                <a:gd name="T4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30" h="132">
                  <a:moveTo>
                    <a:pt x="197" y="0"/>
                  </a:moveTo>
                  <a:lnTo>
                    <a:pt x="191" y="0"/>
                  </a:lnTo>
                  <a:lnTo>
                    <a:pt x="185" y="0"/>
                  </a:lnTo>
                  <a:lnTo>
                    <a:pt x="173" y="0"/>
                  </a:lnTo>
                  <a:lnTo>
                    <a:pt x="161" y="0"/>
                  </a:lnTo>
                  <a:lnTo>
                    <a:pt x="155" y="0"/>
                  </a:lnTo>
                  <a:lnTo>
                    <a:pt x="138" y="6"/>
                  </a:lnTo>
                  <a:lnTo>
                    <a:pt x="132" y="6"/>
                  </a:lnTo>
                  <a:lnTo>
                    <a:pt x="35" y="18"/>
                  </a:lnTo>
                  <a:lnTo>
                    <a:pt x="11" y="30"/>
                  </a:lnTo>
                  <a:lnTo>
                    <a:pt x="23" y="54"/>
                  </a:lnTo>
                  <a:lnTo>
                    <a:pt x="0" y="100"/>
                  </a:lnTo>
                  <a:lnTo>
                    <a:pt x="0" y="132"/>
                  </a:lnTo>
                  <a:lnTo>
                    <a:pt x="162" y="132"/>
                  </a:lnTo>
                  <a:lnTo>
                    <a:pt x="204" y="88"/>
                  </a:lnTo>
                  <a:lnTo>
                    <a:pt x="230" y="46"/>
                  </a:lnTo>
                  <a:lnTo>
                    <a:pt x="214" y="24"/>
                  </a:lnTo>
                  <a:lnTo>
                    <a:pt x="215" y="0"/>
                  </a:lnTo>
                  <a:lnTo>
                    <a:pt x="209" y="0"/>
                  </a:lnTo>
                  <a:lnTo>
                    <a:pt x="203" y="0"/>
                  </a:lnTo>
                  <a:lnTo>
                    <a:pt x="203" y="0"/>
                  </a:lnTo>
                  <a:lnTo>
                    <a:pt x="197" y="0"/>
                  </a:lnTo>
                  <a:lnTo>
                    <a:pt x="197" y="0"/>
                  </a:lnTo>
                  <a:lnTo>
                    <a:pt x="197" y="0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12" name="Freeform 16">
              <a:extLst>
                <a:ext uri="{FF2B5EF4-FFF2-40B4-BE49-F238E27FC236}">
                  <a16:creationId xmlns:a16="http://schemas.microsoft.com/office/drawing/2014/main" id="{34283A05-3880-C641-F1E0-9CE36346D2FA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044" y="4218"/>
              <a:ext cx="89" cy="102"/>
            </a:xfrm>
            <a:custGeom>
              <a:avLst/>
              <a:gdLst>
                <a:gd name="T0" fmla="*/ 71 w 89"/>
                <a:gd name="T1" fmla="*/ 0 h 102"/>
                <a:gd name="T2" fmla="*/ 66 w 89"/>
                <a:gd name="T3" fmla="*/ 48 h 102"/>
                <a:gd name="T4" fmla="*/ 30 w 89"/>
                <a:gd name="T5" fmla="*/ 72 h 102"/>
                <a:gd name="T6" fmla="*/ 0 w 89"/>
                <a:gd name="T7" fmla="*/ 102 h 102"/>
                <a:gd name="T8" fmla="*/ 66 w 89"/>
                <a:gd name="T9" fmla="*/ 102 h 102"/>
                <a:gd name="T10" fmla="*/ 88 w 89"/>
                <a:gd name="T11" fmla="*/ 56 h 102"/>
                <a:gd name="T12" fmla="*/ 89 w 89"/>
                <a:gd name="T13" fmla="*/ 6 h 102"/>
                <a:gd name="T14" fmla="*/ 71 w 89"/>
                <a:gd name="T15" fmla="*/ 0 h 102"/>
                <a:gd name="T16" fmla="*/ 71 w 89"/>
                <a:gd name="T17" fmla="*/ 0 h 102"/>
                <a:gd name="T18" fmla="*/ 71 w 89"/>
                <a:gd name="T19" fmla="*/ 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" h="102">
                  <a:moveTo>
                    <a:pt x="71" y="0"/>
                  </a:moveTo>
                  <a:lnTo>
                    <a:pt x="66" y="48"/>
                  </a:lnTo>
                  <a:lnTo>
                    <a:pt x="30" y="72"/>
                  </a:lnTo>
                  <a:lnTo>
                    <a:pt x="0" y="102"/>
                  </a:lnTo>
                  <a:lnTo>
                    <a:pt x="66" y="102"/>
                  </a:lnTo>
                  <a:lnTo>
                    <a:pt x="88" y="56"/>
                  </a:lnTo>
                  <a:lnTo>
                    <a:pt x="89" y="6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71" y="0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13" name="Freeform 17">
              <a:extLst>
                <a:ext uri="{FF2B5EF4-FFF2-40B4-BE49-F238E27FC236}">
                  <a16:creationId xmlns:a16="http://schemas.microsoft.com/office/drawing/2014/main" id="{16DEC9DC-5303-4664-1EF4-71DC89DEA39C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482" y="3367"/>
              <a:ext cx="278" cy="953"/>
            </a:xfrm>
            <a:custGeom>
              <a:avLst/>
              <a:gdLst>
                <a:gd name="T0" fmla="*/ 278 w 278"/>
                <a:gd name="T1" fmla="*/ 24 h 953"/>
                <a:gd name="T2" fmla="*/ 272 w 278"/>
                <a:gd name="T3" fmla="*/ 24 h 953"/>
                <a:gd name="T4" fmla="*/ 272 w 278"/>
                <a:gd name="T5" fmla="*/ 18 h 953"/>
                <a:gd name="T6" fmla="*/ 266 w 278"/>
                <a:gd name="T7" fmla="*/ 18 h 953"/>
                <a:gd name="T8" fmla="*/ 254 w 278"/>
                <a:gd name="T9" fmla="*/ 12 h 953"/>
                <a:gd name="T10" fmla="*/ 236 w 278"/>
                <a:gd name="T11" fmla="*/ 6 h 953"/>
                <a:gd name="T12" fmla="*/ 212 w 278"/>
                <a:gd name="T13" fmla="*/ 0 h 953"/>
                <a:gd name="T14" fmla="*/ 206 w 278"/>
                <a:gd name="T15" fmla="*/ 6 h 953"/>
                <a:gd name="T16" fmla="*/ 198 w 278"/>
                <a:gd name="T17" fmla="*/ 129 h 953"/>
                <a:gd name="T18" fmla="*/ 184 w 278"/>
                <a:gd name="T19" fmla="*/ 209 h 953"/>
                <a:gd name="T20" fmla="*/ 182 w 278"/>
                <a:gd name="T21" fmla="*/ 249 h 953"/>
                <a:gd name="T22" fmla="*/ 200 w 278"/>
                <a:gd name="T23" fmla="*/ 339 h 953"/>
                <a:gd name="T24" fmla="*/ 186 w 278"/>
                <a:gd name="T25" fmla="*/ 481 h 953"/>
                <a:gd name="T26" fmla="*/ 176 w 278"/>
                <a:gd name="T27" fmla="*/ 521 h 953"/>
                <a:gd name="T28" fmla="*/ 156 w 278"/>
                <a:gd name="T29" fmla="*/ 601 h 953"/>
                <a:gd name="T30" fmla="*/ 172 w 278"/>
                <a:gd name="T31" fmla="*/ 681 h 953"/>
                <a:gd name="T32" fmla="*/ 138 w 278"/>
                <a:gd name="T33" fmla="*/ 765 h 953"/>
                <a:gd name="T34" fmla="*/ 96 w 278"/>
                <a:gd name="T35" fmla="*/ 847 h 953"/>
                <a:gd name="T36" fmla="*/ 50 w 278"/>
                <a:gd name="T37" fmla="*/ 899 h 953"/>
                <a:gd name="T38" fmla="*/ 0 w 278"/>
                <a:gd name="T39" fmla="*/ 953 h 953"/>
                <a:gd name="T40" fmla="*/ 278 w 278"/>
                <a:gd name="T41" fmla="*/ 953 h 953"/>
                <a:gd name="T42" fmla="*/ 278 w 278"/>
                <a:gd name="T43" fmla="*/ 24 h 953"/>
                <a:gd name="T44" fmla="*/ 278 w 278"/>
                <a:gd name="T45" fmla="*/ 24 h 953"/>
                <a:gd name="T46" fmla="*/ 278 w 278"/>
                <a:gd name="T47" fmla="*/ 24 h 9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78" h="953">
                  <a:moveTo>
                    <a:pt x="278" y="24"/>
                  </a:moveTo>
                  <a:lnTo>
                    <a:pt x="272" y="24"/>
                  </a:lnTo>
                  <a:lnTo>
                    <a:pt x="272" y="18"/>
                  </a:lnTo>
                  <a:lnTo>
                    <a:pt x="266" y="18"/>
                  </a:lnTo>
                  <a:lnTo>
                    <a:pt x="254" y="12"/>
                  </a:lnTo>
                  <a:lnTo>
                    <a:pt x="236" y="6"/>
                  </a:lnTo>
                  <a:lnTo>
                    <a:pt x="212" y="0"/>
                  </a:lnTo>
                  <a:lnTo>
                    <a:pt x="206" y="6"/>
                  </a:lnTo>
                  <a:lnTo>
                    <a:pt x="198" y="129"/>
                  </a:lnTo>
                  <a:lnTo>
                    <a:pt x="184" y="209"/>
                  </a:lnTo>
                  <a:lnTo>
                    <a:pt x="182" y="249"/>
                  </a:lnTo>
                  <a:lnTo>
                    <a:pt x="200" y="339"/>
                  </a:lnTo>
                  <a:lnTo>
                    <a:pt x="186" y="481"/>
                  </a:lnTo>
                  <a:lnTo>
                    <a:pt x="176" y="521"/>
                  </a:lnTo>
                  <a:lnTo>
                    <a:pt x="156" y="601"/>
                  </a:lnTo>
                  <a:lnTo>
                    <a:pt x="172" y="681"/>
                  </a:lnTo>
                  <a:lnTo>
                    <a:pt x="138" y="765"/>
                  </a:lnTo>
                  <a:lnTo>
                    <a:pt x="96" y="847"/>
                  </a:lnTo>
                  <a:lnTo>
                    <a:pt x="50" y="899"/>
                  </a:lnTo>
                  <a:lnTo>
                    <a:pt x="0" y="953"/>
                  </a:lnTo>
                  <a:lnTo>
                    <a:pt x="278" y="953"/>
                  </a:lnTo>
                  <a:lnTo>
                    <a:pt x="278" y="24"/>
                  </a:lnTo>
                  <a:lnTo>
                    <a:pt x="278" y="24"/>
                  </a:lnTo>
                  <a:lnTo>
                    <a:pt x="278" y="24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90980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6FB8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114" name="Rectangle 18">
            <a:extLst>
              <a:ext uri="{FF2B5EF4-FFF2-40B4-BE49-F238E27FC236}">
                <a16:creationId xmlns:a16="http://schemas.microsoft.com/office/drawing/2014/main" id="{72A3251B-8275-E419-14FF-105E668E45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4115" name="Rectangle 19">
            <a:extLst>
              <a:ext uri="{FF2B5EF4-FFF2-40B4-BE49-F238E27FC236}">
                <a16:creationId xmlns:a16="http://schemas.microsoft.com/office/drawing/2014/main" id="{1ED43A5C-7F07-C7AA-06EB-71DE643905D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4116" name="Rectangle 20">
            <a:extLst>
              <a:ext uri="{FF2B5EF4-FFF2-40B4-BE49-F238E27FC236}">
                <a16:creationId xmlns:a16="http://schemas.microsoft.com/office/drawing/2014/main" id="{8BE10D2B-3A8F-DD4D-A6D9-E3F4C2577EC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4117" name="Rectangle 21">
            <a:extLst>
              <a:ext uri="{FF2B5EF4-FFF2-40B4-BE49-F238E27FC236}">
                <a16:creationId xmlns:a16="http://schemas.microsoft.com/office/drawing/2014/main" id="{D2FF74D5-C899-2621-C7DF-357A597F0A3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406AF8CD-B428-4ADD-9AE2-8F545268FD6E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4118" name="Rectangle 22">
            <a:extLst>
              <a:ext uri="{FF2B5EF4-FFF2-40B4-BE49-F238E27FC236}">
                <a16:creationId xmlns:a16="http://schemas.microsoft.com/office/drawing/2014/main" id="{E0D19D0C-4684-9922-815D-B79923E31A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1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u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u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anose="05000000000000000000" pitchFamily="2" charset="2"/>
        <a:buChar char="u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27D34D6-4B04-5B14-407F-1B0293C6CE2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pt-BR" altLang="pt-BR" sz="5400">
                <a:latin typeface="Verdana" panose="020B0604030504040204" pitchFamily="34" charset="0"/>
              </a:rPr>
              <a:t>419</a:t>
            </a:r>
            <a:br>
              <a:rPr lang="pt-BR" altLang="pt-BR" sz="5400">
                <a:latin typeface="Verdana" panose="020B0604030504040204" pitchFamily="34" charset="0"/>
              </a:rPr>
            </a:br>
            <a:r>
              <a:rPr lang="pt-BR" altLang="pt-BR" sz="5400">
                <a:latin typeface="Verdana" panose="020B0604030504040204" pitchFamily="34" charset="0"/>
              </a:rPr>
              <a:t>Vinde Pecadores</a:t>
            </a:r>
            <a:endParaRPr lang="en-US" altLang="pt-BR" sz="54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A85A8903-EDA0-CC98-9708-51157757A5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685800"/>
            <a:ext cx="8229600" cy="4530725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Vinde todos pecadores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A Jesus, o Salvador;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Vinde logo sem temores,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Encontrar o Redentor.</a:t>
            </a:r>
            <a:endParaRPr lang="en-US" altLang="pt-BR" sz="44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>
            <a:extLst>
              <a:ext uri="{FF2B5EF4-FFF2-40B4-BE49-F238E27FC236}">
                <a16:creationId xmlns:a16="http://schemas.microsoft.com/office/drawing/2014/main" id="{973ED77E-3AB1-8F69-0AAB-3BF25C349F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144000" cy="2895600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Sim eu sei; 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Oh! Eu sei,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Cristo salva o perdido pecador,</a:t>
            </a:r>
          </a:p>
          <a:p>
            <a:pPr algn="ctr">
              <a:buFont typeface="Wingdings" panose="05000000000000000000" pitchFamily="2" charset="2"/>
              <a:buNone/>
            </a:pPr>
            <a:endParaRPr lang="en-US" altLang="pt-BR" sz="4400">
              <a:solidFill>
                <a:schemeClr val="tx2"/>
              </a:solidFill>
            </a:endParaRPr>
          </a:p>
          <a:p>
            <a:pPr algn="ctr">
              <a:buFont typeface="Wingdings" panose="05000000000000000000" pitchFamily="2" charset="2"/>
              <a:buNone/>
            </a:pPr>
            <a:endParaRPr lang="en-US" altLang="pt-BR" sz="44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A2047C82-45F1-050F-0A80-8D02CE4E2F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304800"/>
            <a:ext cx="8229600" cy="4530725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endParaRPr lang="en-US" altLang="pt-BR" sz="4400">
              <a:solidFill>
                <a:schemeClr val="tx2"/>
              </a:solidFill>
            </a:endParaRP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Dá aos fracos, fortaleza;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Das montanhas planos faz,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Ao deserto dá beleza,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E aos crentes, luz e paz.</a:t>
            </a:r>
            <a:endParaRPr lang="en-US" altLang="pt-BR" sz="44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>
            <a:extLst>
              <a:ext uri="{FF2B5EF4-FFF2-40B4-BE49-F238E27FC236}">
                <a16:creationId xmlns:a16="http://schemas.microsoft.com/office/drawing/2014/main" id="{D78333F7-0228-7DA1-9654-D65104C46B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14400"/>
            <a:ext cx="9144000" cy="3429000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Sim eu sei; 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Oh! Eu sei,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Cristo salva o perdido pecador</a:t>
            </a:r>
            <a:endParaRPr lang="en-US" altLang="pt-BR" sz="44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>
            <a:extLst>
              <a:ext uri="{FF2B5EF4-FFF2-40B4-BE49-F238E27FC236}">
                <a16:creationId xmlns:a16="http://schemas.microsoft.com/office/drawing/2014/main" id="{7B6F5DAC-F1E5-3903-7D64-FAFA5F6223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Nas fraquezas, ei-lo perto,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Dominando a força má;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No caminho, guia certo,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E sua graça, sempre dá.</a:t>
            </a:r>
            <a:endParaRPr lang="en-US" altLang="pt-BR" sz="44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2663E486-51F3-013C-3162-205CE13CE2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9144000" cy="4530725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Sim eu sei; 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Oh! Eu sei,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Cristo salva o perdido pecador,</a:t>
            </a:r>
            <a:endParaRPr lang="en-US" altLang="pt-BR" sz="44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>
            <a:extLst>
              <a:ext uri="{FF2B5EF4-FFF2-40B4-BE49-F238E27FC236}">
                <a16:creationId xmlns:a16="http://schemas.microsoft.com/office/drawing/2014/main" id="{F6A68310-E757-8E6D-9362-7FE3ABDA39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62000"/>
            <a:ext cx="9144000" cy="4530725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Tenho gozo, mui superno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Pelo sangue que verteu,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Nem o mundo, nem o inferno.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Tira a vida que me deu.</a:t>
            </a:r>
            <a:endParaRPr lang="en-US" altLang="pt-BR" sz="44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>
            <a:extLst>
              <a:ext uri="{FF2B5EF4-FFF2-40B4-BE49-F238E27FC236}">
                <a16:creationId xmlns:a16="http://schemas.microsoft.com/office/drawing/2014/main" id="{16F5287E-A841-B6D6-D5BC-B90CB3F2E7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14400"/>
            <a:ext cx="9144000" cy="4530725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Sim eu sei; 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Oh! Eu sei,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Cristo salva o perdido pecador,</a:t>
            </a:r>
            <a:endParaRPr lang="en-US" altLang="pt-BR" sz="44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>
            <a:extLst>
              <a:ext uri="{FF2B5EF4-FFF2-40B4-BE49-F238E27FC236}">
                <a16:creationId xmlns:a16="http://schemas.microsoft.com/office/drawing/2014/main" id="{F35C4EE4-D7D7-6721-FB04-E4E351FCE5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14400"/>
            <a:ext cx="9144000" cy="4724400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Quando Cristo vier na glória,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A buscar o povo seu,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Cantaremos a história 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Do amor de Deus, no céu.</a:t>
            </a:r>
            <a:endParaRPr lang="en-US" altLang="pt-BR" sz="44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>
            <a:extLst>
              <a:ext uri="{FF2B5EF4-FFF2-40B4-BE49-F238E27FC236}">
                <a16:creationId xmlns:a16="http://schemas.microsoft.com/office/drawing/2014/main" id="{98CF2BEB-BC8F-6084-CA5B-7C046E9554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914400"/>
            <a:ext cx="9144000" cy="4648200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Sim eu sei; 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Oh! Eu sei,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>
                <a:solidFill>
                  <a:schemeClr val="tx2"/>
                </a:solidFill>
              </a:rPr>
              <a:t>Cristo salva o perdido pecador,</a:t>
            </a:r>
            <a:endParaRPr lang="en-US" altLang="pt-BR" sz="44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nyon">
  <a:themeElements>
    <a:clrScheme name="Canyon 5">
      <a:dk1>
        <a:srgbClr val="009999"/>
      </a:dk1>
      <a:lt1>
        <a:srgbClr val="EAEAEA"/>
      </a:lt1>
      <a:dk2>
        <a:srgbClr val="006666"/>
      </a:dk2>
      <a:lt2>
        <a:srgbClr val="FFFFCC"/>
      </a:lt2>
      <a:accent1>
        <a:srgbClr val="339966"/>
      </a:accent1>
      <a:accent2>
        <a:srgbClr val="5E855B"/>
      </a:accent2>
      <a:accent3>
        <a:srgbClr val="AAB8B8"/>
      </a:accent3>
      <a:accent4>
        <a:srgbClr val="C8C8C8"/>
      </a:accent4>
      <a:accent5>
        <a:srgbClr val="ADCAB8"/>
      </a:accent5>
      <a:accent6>
        <a:srgbClr val="547852"/>
      </a:accent6>
      <a:hlink>
        <a:srgbClr val="EEC85E"/>
      </a:hlink>
      <a:folHlink>
        <a:srgbClr val="AA8456"/>
      </a:folHlink>
    </a:clrScheme>
    <a:fontScheme name="Canyon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anyon 1">
        <a:dk1>
          <a:srgbClr val="5B5B49"/>
        </a:dk1>
        <a:lt1>
          <a:srgbClr val="DDDDDD"/>
        </a:lt1>
        <a:dk2>
          <a:srgbClr val="2B2A00"/>
        </a:dk2>
        <a:lt2>
          <a:srgbClr val="E0DFBE"/>
        </a:lt2>
        <a:accent1>
          <a:srgbClr val="878543"/>
        </a:accent1>
        <a:accent2>
          <a:srgbClr val="716E00"/>
        </a:accent2>
        <a:accent3>
          <a:srgbClr val="ACACAA"/>
        </a:accent3>
        <a:accent4>
          <a:srgbClr val="BDBDBD"/>
        </a:accent4>
        <a:accent5>
          <a:srgbClr val="C3C2B0"/>
        </a:accent5>
        <a:accent6>
          <a:srgbClr val="666300"/>
        </a:accent6>
        <a:hlink>
          <a:srgbClr val="CC9900"/>
        </a:hlink>
        <a:folHlink>
          <a:srgbClr val="99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nyon 2">
        <a:dk1>
          <a:srgbClr val="746354"/>
        </a:dk1>
        <a:lt1>
          <a:srgbClr val="FFFFFF"/>
        </a:lt1>
        <a:dk2>
          <a:srgbClr val="523E26"/>
        </a:dk2>
        <a:lt2>
          <a:srgbClr val="E1DFAF"/>
        </a:lt2>
        <a:accent1>
          <a:srgbClr val="CC9900"/>
        </a:accent1>
        <a:accent2>
          <a:srgbClr val="669900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5C8A00"/>
        </a:accent6>
        <a:hlink>
          <a:srgbClr val="CCCC00"/>
        </a:hlink>
        <a:folHlink>
          <a:srgbClr val="AC793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nyon 3">
        <a:dk1>
          <a:srgbClr val="667B5B"/>
        </a:dk1>
        <a:lt1>
          <a:srgbClr val="E6E6DA"/>
        </a:lt1>
        <a:dk2>
          <a:srgbClr val="295200"/>
        </a:dk2>
        <a:lt2>
          <a:srgbClr val="F3F2D9"/>
        </a:lt2>
        <a:accent1>
          <a:srgbClr val="808000"/>
        </a:accent1>
        <a:accent2>
          <a:srgbClr val="838D75"/>
        </a:accent2>
        <a:accent3>
          <a:srgbClr val="ACB3AA"/>
        </a:accent3>
        <a:accent4>
          <a:srgbClr val="C4C4BA"/>
        </a:accent4>
        <a:accent5>
          <a:srgbClr val="C0C0AA"/>
        </a:accent5>
        <a:accent6>
          <a:srgbClr val="767F69"/>
        </a:accent6>
        <a:hlink>
          <a:srgbClr val="33CC33"/>
        </a:hlink>
        <a:folHlink>
          <a:srgbClr val="33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nyon 4">
        <a:dk1>
          <a:srgbClr val="86615A"/>
        </a:dk1>
        <a:lt1>
          <a:srgbClr val="FFFFFF"/>
        </a:lt1>
        <a:dk2>
          <a:srgbClr val="633427"/>
        </a:dk2>
        <a:lt2>
          <a:srgbClr val="E9DDCD"/>
        </a:lt2>
        <a:accent1>
          <a:srgbClr val="A34545"/>
        </a:accent1>
        <a:accent2>
          <a:srgbClr val="C86400"/>
        </a:accent2>
        <a:accent3>
          <a:srgbClr val="B7AEAC"/>
        </a:accent3>
        <a:accent4>
          <a:srgbClr val="DADADA"/>
        </a:accent4>
        <a:accent5>
          <a:srgbClr val="CEB0B0"/>
        </a:accent5>
        <a:accent6>
          <a:srgbClr val="B55A00"/>
        </a:accent6>
        <a:hlink>
          <a:srgbClr val="ECAE00"/>
        </a:hlink>
        <a:folHlink>
          <a:srgbClr val="BAA8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nyon 5">
        <a:dk1>
          <a:srgbClr val="009999"/>
        </a:dk1>
        <a:lt1>
          <a:srgbClr val="EAEAEA"/>
        </a:lt1>
        <a:dk2>
          <a:srgbClr val="006666"/>
        </a:dk2>
        <a:lt2>
          <a:srgbClr val="FFFFCC"/>
        </a:lt2>
        <a:accent1>
          <a:srgbClr val="339966"/>
        </a:accent1>
        <a:accent2>
          <a:srgbClr val="5E855B"/>
        </a:accent2>
        <a:accent3>
          <a:srgbClr val="AAB8B8"/>
        </a:accent3>
        <a:accent4>
          <a:srgbClr val="C8C8C8"/>
        </a:accent4>
        <a:accent5>
          <a:srgbClr val="ADCAB8"/>
        </a:accent5>
        <a:accent6>
          <a:srgbClr val="547852"/>
        </a:accent6>
        <a:hlink>
          <a:srgbClr val="EEC85E"/>
        </a:hlink>
        <a:folHlink>
          <a:srgbClr val="AA845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nyon 6">
        <a:dk1>
          <a:srgbClr val="B8A47C"/>
        </a:dk1>
        <a:lt1>
          <a:srgbClr val="FFFFFF"/>
        </a:lt1>
        <a:dk2>
          <a:srgbClr val="A68A58"/>
        </a:dk2>
        <a:lt2>
          <a:srgbClr val="DAD79C"/>
        </a:lt2>
        <a:accent1>
          <a:srgbClr val="816B35"/>
        </a:accent1>
        <a:accent2>
          <a:srgbClr val="FFCC00"/>
        </a:accent2>
        <a:accent3>
          <a:srgbClr val="D0C4B4"/>
        </a:accent3>
        <a:accent4>
          <a:srgbClr val="DADADA"/>
        </a:accent4>
        <a:accent5>
          <a:srgbClr val="C1BAAE"/>
        </a:accent5>
        <a:accent6>
          <a:srgbClr val="E7B900"/>
        </a:accent6>
        <a:hlink>
          <a:srgbClr val="0066CC"/>
        </a:hlink>
        <a:folHlink>
          <a:srgbClr val="00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nyon 7">
        <a:dk1>
          <a:srgbClr val="336699"/>
        </a:dk1>
        <a:lt1>
          <a:srgbClr val="F8F8F8"/>
        </a:lt1>
        <a:dk2>
          <a:srgbClr val="003366"/>
        </a:dk2>
        <a:lt2>
          <a:srgbClr val="D1DDD4"/>
        </a:lt2>
        <a:accent1>
          <a:srgbClr val="3399FF"/>
        </a:accent1>
        <a:accent2>
          <a:srgbClr val="006699"/>
        </a:accent2>
        <a:accent3>
          <a:srgbClr val="AAADB8"/>
        </a:accent3>
        <a:accent4>
          <a:srgbClr val="D4D4D4"/>
        </a:accent4>
        <a:accent5>
          <a:srgbClr val="ADCAFF"/>
        </a:accent5>
        <a:accent6>
          <a:srgbClr val="005C8A"/>
        </a:accent6>
        <a:hlink>
          <a:srgbClr val="86C0CE"/>
        </a:hlink>
        <a:folHlink>
          <a:srgbClr val="0080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Cliff</Template>
  <TotalTime>71</TotalTime>
  <Words>192</Words>
  <Application>Microsoft Office PowerPoint</Application>
  <PresentationFormat>Apresentação na tela (4:3)</PresentationFormat>
  <Paragraphs>37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Times New Roman</vt:lpstr>
      <vt:lpstr>Verdana</vt:lpstr>
      <vt:lpstr>Wingdings</vt:lpstr>
      <vt:lpstr>Canyon</vt:lpstr>
      <vt:lpstr>419 Vinde Pecadores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Vinde Pecadores</dc:title>
  <dc:creator>Junior</dc:creator>
  <cp:lastModifiedBy>Emerson Souza</cp:lastModifiedBy>
  <cp:revision>3</cp:revision>
  <dcterms:created xsi:type="dcterms:W3CDTF">2005-06-26T21:57:06Z</dcterms:created>
  <dcterms:modified xsi:type="dcterms:W3CDTF">2026-05-02T22:11:52Z</dcterms:modified>
</cp:coreProperties>
</file>