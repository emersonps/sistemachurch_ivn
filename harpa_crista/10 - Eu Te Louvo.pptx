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F8269-FEC0-8E70-B511-1C0D047EE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C83F91-48F0-A83E-87CC-53CFCA3C9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698C55-6DD2-4D73-05A4-DDBC51E7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B47F98-B876-5656-5072-A82F49016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CF9D9E-8648-DBB7-FBC2-0154DA062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77924-41A6-4252-AA8A-E9D5D1E4FA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7725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F57EA-3FFC-03F1-9DB5-05D5ACC2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0CC376-C89F-28C6-5AC1-BF718A9AD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A2CFF7-0455-4F80-66C2-A567CEC76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91BB6E-8EA4-086B-2D8E-8ABF0C624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FB60BA-5920-95E7-EC4E-4069338E2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F20253-6E27-4ABD-B907-562D7369427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965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493548-586E-2C76-802F-E37408F5B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5EFCFF-74FD-043C-DB00-EAD0859A9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6C1358-82BA-C614-4B8E-234BCF7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414C7-34F4-E5F4-AE25-FBCC9DA9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E809A8-0480-2B61-EA30-76441060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F1DC9-CAEF-47D9-897D-F9B6A9C210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53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DB7BA-C5FC-C28E-F3C5-9171F7EE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8B09C4-9F3C-98F5-55BD-CC0757C1FE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23D5215-DB1C-1235-7524-4AE90E15C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D465EC-EE69-EDD2-EA65-493B4A917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54976B-54F8-4618-8637-01F17CDCB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B72B1D4-6FB5-466F-4662-0476C0DC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F46C7C-F92E-410D-8B97-AEB18596C3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52656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8569F-63A0-4632-5C98-775B331C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FEE7022-6A91-1BAB-99F0-20DCFC327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AD8CDD-70B8-F4C3-6087-EB819AE59A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20DDDA-89B5-30C8-09B1-D9DE5F9F5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A22FE3-A090-B76C-BFD5-FEBF550AFD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E81C664-6F00-0C6C-E853-7FA2CAC89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2AB318-D35F-39E0-624B-77471DEC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2B74068-8468-53CE-D06E-6B8BE1019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F467D0-D390-49C2-8163-ECD4EA9CE5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026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1B527-362A-915F-F474-457274755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D17C8FF-EEB7-96B1-3187-BE223597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1BBFAD0-7686-A833-FE32-19E6D359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9EB030-584F-EA4E-D8BD-8B7ECA6B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F944D0-9698-463D-8E92-DC49672B5DE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614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76DBF64-938C-AA60-9F2A-1F6D677F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A9CBC7D-95B1-B3A9-882D-2E61C34A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E9789E-1933-669C-8671-09A86A98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AE62E8-D65C-4E7C-9596-2DCA2B0CB0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3373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983FC-9200-782F-54CC-707CD4EBB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6CA0E5-33E7-31B9-5839-BFD0EFBCB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871DFB-F0F5-165B-2008-FF8DA22C6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6F02BD-F3EB-3D14-1C78-168B94A89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6A1D42-1D4D-5B29-E602-1E12BE0FE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995D6F-68A6-4C4F-7A98-3B42CB9D0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58E9A-4C6E-4AD7-B03A-FCAEBE59ED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154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A0C8A-2C47-738D-F3B5-DE26D6F0A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7DCD758-4E2B-0177-D3E9-406F24BE7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457AC3-A50C-7FED-AFF4-7B12E36FB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9AD92D-F2A2-1DEC-8105-B498541F8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2B187F-3CEC-93D5-32FF-CD4532675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797F04-4673-D8D3-8552-DF3EAF50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2D494-7114-4438-8A5D-9D6E7DBE10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70980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AD5AF-D568-AAD3-EA53-FD966E21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035FE3-7117-053A-BAD6-5212B53AB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760CAD-93F3-0F69-291E-139E2DB4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2F0D13-47D7-91F7-7E60-39044595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B6DE9D-9E1E-ACB3-C01E-7100F845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B1DEC6-6F2C-45A0-AF5C-3C175083E8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772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9DCF0E2-FB95-EF5D-5628-8DA5425AA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32F193-45F1-CC85-9DC1-1F578C69A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B45E48-E5DA-EE14-F436-842026E3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4B5175-61B4-29DC-609E-5B8C1C41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8F3C11-56BF-98B8-2E25-694686E0B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AA3F8-4532-4D74-9541-B6B4926607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6777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EC25B4F-C360-72F4-0922-B6A7648CB6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4CE65C7-9E70-41BB-EA7B-0ED01BB122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A6842F6-230F-B23B-DE1B-0EF05AAB7E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A452C43-1566-7110-1644-844AD1E7E9D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90C8FB3-465A-BA43-ECCA-AB34B9372EB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D26EC58-9B97-40B9-8AB1-274015A111B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extLst>
              <a:ext uri="{FF2B5EF4-FFF2-40B4-BE49-F238E27FC236}">
                <a16:creationId xmlns:a16="http://schemas.microsoft.com/office/drawing/2014/main" id="{2489FF09-FDE0-0CE7-18EA-9EA575F27A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62CC9179-A80B-2771-6452-CEE07B50F7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>
                <a:solidFill>
                  <a:schemeClr val="bg1"/>
                </a:solidFill>
              </a:rPr>
              <a:t>10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Eu Te Louvo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99AEBD9A-5399-AA95-03B9-7536E9D79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28021409-5029-80FE-45BD-92A51B899E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99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Glória a Deus, o Pai Eterno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Cujo trono é os céus;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 universo Lhe pertence,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Glória, sim, ao nosso Deus.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>
            <a:extLst>
              <a:ext uri="{FF2B5EF4-FFF2-40B4-BE49-F238E27FC236}">
                <a16:creationId xmlns:a16="http://schemas.microsoft.com/office/drawing/2014/main" id="{5B8D48FD-8BE6-41B5-506B-C56459EDA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Rectangle 4">
            <a:extLst>
              <a:ext uri="{FF2B5EF4-FFF2-40B4-BE49-F238E27FC236}">
                <a16:creationId xmlns:a16="http://schemas.microsoft.com/office/drawing/2014/main" id="{37CE13C9-DAC8-BADB-20AE-A6CF58874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43000"/>
            <a:ext cx="9144000" cy="3886200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Eu Te louvo! Eu Te louvo!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Oh! Jesus, meu Salvador!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Dai-Lhe glórias, ó remidos!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Seu sangue limpa o pecador.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>
            <a:extLst>
              <a:ext uri="{FF2B5EF4-FFF2-40B4-BE49-F238E27FC236}">
                <a16:creationId xmlns:a16="http://schemas.microsoft.com/office/drawing/2014/main" id="{138BD8BF-F8CA-6B84-3EB2-5F1F595B7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Rectangle 4">
            <a:extLst>
              <a:ext uri="{FF2B5EF4-FFF2-40B4-BE49-F238E27FC236}">
                <a16:creationId xmlns:a16="http://schemas.microsoft.com/office/drawing/2014/main" id="{75125E19-F010-00DB-0741-086AAAD4F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75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Glória ao Filho, mui amado,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Que merece o louvor,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Demos glória ao Seu nome,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Ao Cordeiro, ao Redentor.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>
            <a:extLst>
              <a:ext uri="{FF2B5EF4-FFF2-40B4-BE49-F238E27FC236}">
                <a16:creationId xmlns:a16="http://schemas.microsoft.com/office/drawing/2014/main" id="{E9ABC3A1-885F-9E89-8AFA-CA0F545E7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Rectangle 5">
            <a:extLst>
              <a:ext uri="{FF2B5EF4-FFF2-40B4-BE49-F238E27FC236}">
                <a16:creationId xmlns:a16="http://schemas.microsoft.com/office/drawing/2014/main" id="{D92050D0-B7C8-409E-7607-D511ABBE2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85800"/>
            <a:ext cx="9144000" cy="43434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Eu Te louvo! Eu Te louvo!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Oh! Jesus, meu Salvador!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Dai-Lhe glórias, ó remidos!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Seu sangue limpa o pecador.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>
            <a:extLst>
              <a:ext uri="{FF2B5EF4-FFF2-40B4-BE49-F238E27FC236}">
                <a16:creationId xmlns:a16="http://schemas.microsoft.com/office/drawing/2014/main" id="{B1A417E8-AA58-292D-7EF6-42819E0969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28B66208-CFEB-5E6D-E2BC-1C3E5563E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99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Demos nós, ao Santo Espírito,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Mil louvores por Seu dom;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Por Sua graça tão imensa,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Glória a Ele, Ele é bom!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>
            <a:extLst>
              <a:ext uri="{FF2B5EF4-FFF2-40B4-BE49-F238E27FC236}">
                <a16:creationId xmlns:a16="http://schemas.microsoft.com/office/drawing/2014/main" id="{37C5F664-C6D6-88D3-146C-CB0CC1A8A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Rectangle 5">
            <a:extLst>
              <a:ext uri="{FF2B5EF4-FFF2-40B4-BE49-F238E27FC236}">
                <a16:creationId xmlns:a16="http://schemas.microsoft.com/office/drawing/2014/main" id="{71E2C73D-0890-C408-D400-D2B7582C0C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838200"/>
            <a:ext cx="9144000" cy="46482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Eu Te louvo! Eu Te louvo!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Oh! Jesus, meu Salvador!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Dai-Lhe glórias, ó remidos!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Seu sangue limpa o pecador.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>
            <a:extLst>
              <a:ext uri="{FF2B5EF4-FFF2-40B4-BE49-F238E27FC236}">
                <a16:creationId xmlns:a16="http://schemas.microsoft.com/office/drawing/2014/main" id="{75200679-3865-B3FA-5B7B-601845E89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0" name="Rectangle 4">
            <a:extLst>
              <a:ext uri="{FF2B5EF4-FFF2-40B4-BE49-F238E27FC236}">
                <a16:creationId xmlns:a16="http://schemas.microsoft.com/office/drawing/2014/main" id="{1ED6A9CC-969C-9320-9F83-F7C40FB79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49962"/>
          </a:xfrm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Glória, glória ao Pai bendito,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Glória, glória a Jesus;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Glória daí ao Santo Espírito,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Ao Deus trino, nossa luz.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>
            <a:extLst>
              <a:ext uri="{FF2B5EF4-FFF2-40B4-BE49-F238E27FC236}">
                <a16:creationId xmlns:a16="http://schemas.microsoft.com/office/drawing/2014/main" id="{BED67D37-45D8-223E-F3F5-083262C4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5" name="Rectangle 5">
            <a:extLst>
              <a:ext uri="{FF2B5EF4-FFF2-40B4-BE49-F238E27FC236}">
                <a16:creationId xmlns:a16="http://schemas.microsoft.com/office/drawing/2014/main" id="{15420B9C-7015-DF89-222B-77B9CE2A9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43000"/>
            <a:ext cx="9144000" cy="4114800"/>
          </a:xfrm>
          <a:noFill/>
          <a:ln/>
        </p:spPr>
        <p:txBody>
          <a:bodyPr/>
          <a:lstStyle/>
          <a:p>
            <a:r>
              <a:rPr lang="pt-BR" altLang="pt-BR">
                <a:solidFill>
                  <a:schemeClr val="bg1"/>
                </a:solidFill>
              </a:rPr>
              <a:t>Eu Te louvo! Eu Te louvo!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Oh! Jesus, meu Salvador!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Dai-Lhe glórias, ó remidos!</a:t>
            </a:r>
            <a:br>
              <a:rPr lang="pt-BR" altLang="pt-BR">
                <a:solidFill>
                  <a:schemeClr val="bg1"/>
                </a:solidFill>
              </a:rPr>
            </a:br>
            <a:r>
              <a:rPr lang="pt-BR" altLang="pt-BR">
                <a:solidFill>
                  <a:schemeClr val="bg1"/>
                </a:solidFill>
              </a:rPr>
              <a:t>Pois Seu sangue limpa o pecador.</a:t>
            </a:r>
            <a:endParaRPr lang="en-US" altLang="pt-B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10 Eu Te Louvo</vt:lpstr>
      <vt:lpstr>Glória a Deus, o Pai Eterno Cujo trono é os céus; O universo Lhe pertence, Glória, sim, ao nosso Deus.</vt:lpstr>
      <vt:lpstr>Eu Te louvo! Eu Te louvo! Oh! Jesus, meu Salvador! Dai-Lhe glórias, ó remidos! Pois Seu sangue limpa o pecador.</vt:lpstr>
      <vt:lpstr>Glória ao Filho, mui amado, Que merece o louvor, Demos glória ao Seu nome, Ao Cordeiro, ao Redentor.</vt:lpstr>
      <vt:lpstr>Eu Te louvo! Eu Te louvo! Oh! Jesus, meu Salvador! Dai-Lhe glórias, ó remidos! Pois Seu sangue limpa o pecador.</vt:lpstr>
      <vt:lpstr>Demos nós, ao Santo Espírito, Mil louvores por Seu dom; Por Sua graça tão imensa, Glória a Ele, Ele é bom!</vt:lpstr>
      <vt:lpstr>Eu Te louvo! Eu Te louvo! Oh! Jesus, meu Salvador! Dai-Lhe glórias, ó remidos! Pois Seu sangue limpa o pecador.</vt:lpstr>
      <vt:lpstr>Glória, glória ao Pai bendito, Glória, glória a Jesus; Glória daí ao Santo Espírito, Ao Deus trino, nossa luz.</vt:lpstr>
      <vt:lpstr>Eu Te louvo! Eu Te louvo! Oh! Jesus, meu Salvador! Dai-Lhe glórias, ó remidos! Pois Seu sangue limpa o pecador.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Eu Te Louvo</dc:title>
  <dc:creator>Junior</dc:creator>
  <cp:lastModifiedBy>Emerson Souza</cp:lastModifiedBy>
  <cp:revision>2</cp:revision>
  <dcterms:created xsi:type="dcterms:W3CDTF">2005-10-14T21:30:04Z</dcterms:created>
  <dcterms:modified xsi:type="dcterms:W3CDTF">2026-05-02T21:37:53Z</dcterms:modified>
</cp:coreProperties>
</file>