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4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6E7F0-9830-C25E-EF12-4BA4DD6687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843089-D01E-839D-D45D-FE403F894F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559551-A7BE-4925-F65D-C1DC288AD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D55CED-2AEC-C72E-03F0-15F219D9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7B0D83-C4BC-5433-884F-13C8A127C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270FBE-2DFD-461D-8C60-3E21A95C6C8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1389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E4EFA-95C7-BE75-845F-BC9EBB6DB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413371-AD88-BC08-B257-D056DC714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D4FE10-36FE-1572-B9B1-B33870C2B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D426D1-9A1E-EE2E-98C9-C162EEBD5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FE9142-67F7-364D-7400-C3116EA14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F16912-EE08-41AA-8CDC-5684A32B0A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01165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0C49D-626A-8272-5C22-D34CB8B9E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545483-F55A-702D-2BFA-2D17C7476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FD749E-9397-227D-A116-54DAC0706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862A10-62BE-BA61-B684-BD9249078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6BB695-16C7-AF2D-82CB-227F13EFB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83A126-0E18-405B-9F00-B5B088100B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21132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6D0E3C-5DFB-C716-F848-28F645188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22A9FA-0486-9AC2-A224-6AC3482BBF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7105F3-CEC1-FEA3-9D55-F7A79BBF3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6155F39-0106-A9A6-5331-F3DE5F1E4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9CC4FF-5DC0-6838-6092-F745108AA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64F2FFA-1BC6-6596-616A-1A6EE2E44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3B067D-4C9C-483D-95BF-AE82AF4C90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13055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00B3D-5024-01BF-90C9-6AC740BF2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128FB0-9259-375E-52DB-3328FEF99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BDE5ED4-3E5F-2A17-F86B-FAC9D00616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36CA615-56F6-83FB-03D5-2070DB8E5B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A595158-08ED-ED94-DAE0-70F07212DD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6889F2C-C468-2C0A-304F-C4C90D5A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3ACA3A8-253A-88C6-36B7-33FE36A3B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87E681B-65DA-0B8E-D647-6D1BD245B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FC1960-8058-45FB-86D0-C898D43D06D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12467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CA6DCA-E40C-C49C-8A1B-0FDC44C5B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D5EE7EB-2103-AF5C-494E-57FF38E6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74F1E91-50F8-BB0B-310D-E78766D3E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7CA6013-A5FE-AAD0-0170-9BBE0371C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08D32A-7CE1-4136-BD4C-CC546FFB92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4288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3F70331-96E7-A83C-E574-02A11D120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D678253-843F-AE6A-9C19-ABD48BB81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B3A2FF7-9234-8E65-C723-D6E19F803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ECA179-855F-4C49-AA13-DE88543928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11037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2E726C-5085-480B-BF87-5E4A7FBE0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9A1495-FC84-015A-2455-B6675D1A0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EEACAE-3E69-D787-D39C-AEBC0D044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B360A5-A052-A83C-E9EA-049BBB3A3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3AEDA4-39B6-B35F-ADCC-518FE09EF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2160D7-4D27-E4CD-CE8D-851EAB8A1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FFD86E-A73A-4FAE-8969-0D24B08D4A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284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E3498-581B-0690-2930-96A92473E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0D8E8CD-C276-1340-2355-0048C3CD0F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2AED03-F777-1B5E-D7EF-87AE52F75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0061B9-4226-BD8C-B843-CD1561F46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40B899-AA40-EBF4-9E75-C5B6DDF4B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4D76EA3-8E86-5415-F960-45EB92C2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503CB7-C888-41C5-9E6B-D640AA4B89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61315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5F2C2-EFE8-5BB3-58E1-67C2362A1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B85FC20-6160-C4CF-FAC7-13B430EF7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AB5900-6E45-CF74-164C-DE7E975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0EC607-27DD-8DB6-84B8-B4A4899BD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C03DB3-C1B7-238C-F15A-B3BFF4A23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36A16C-A0DA-4955-A037-9CB94FC6C2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041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B3ED3D7-16B2-45A1-272B-2502832D0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5FD4F21-962F-8041-64C6-93861501E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DB1884-AFAC-73F9-A4BD-D7B99014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461EC5-6DF5-9EEB-F12F-64025AF25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E9F9F2-B62A-0293-167F-FDF950BEB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DB024-AB16-47B4-B018-F6DE12EB01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1704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1F3D742-0DEF-BAD7-1DD0-08F6037209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47A8898-71BD-C553-3B08-BD9492ADAB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EF57E2F-3F8C-C71B-6E36-8D7F898405C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2F73AD3-5D26-6F73-0FC0-8C855531B61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444974F-CEA1-5BDF-C192-4549EDB10C1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C06C0AB-63F5-4271-8DF1-090B6ADA25A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0E5CD58-3C29-A13E-896F-DD96199AEAB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 b="1"/>
              <a:t>250</a:t>
            </a:r>
            <a:br>
              <a:rPr lang="pt-BR" altLang="pt-BR" sz="4000" b="1"/>
            </a:br>
            <a:r>
              <a:rPr lang="pt-BR" altLang="pt-BR" sz="4000" b="1"/>
              <a:t>NOIVA DE JESUS, APRONTA-TE</a:t>
            </a:r>
            <a:endParaRPr lang="en-US" altLang="pt-BR" sz="4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E6DB912-2445-2725-44A6-BD65A6BCBA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46750"/>
          </a:xfrm>
        </p:spPr>
        <p:txBody>
          <a:bodyPr/>
          <a:lstStyle/>
          <a:p>
            <a:r>
              <a:rPr lang="pt-BR" altLang="pt-BR" sz="3600"/>
              <a:t>A Cristo unida está a minh'alma,</a:t>
            </a:r>
            <a:br>
              <a:rPr lang="pt-BR" altLang="pt-BR" sz="3600"/>
            </a:br>
            <a:r>
              <a:rPr lang="pt-BR" altLang="pt-BR" sz="3600"/>
              <a:t>Pois nEle eu tenho meu vero sustento; </a:t>
            </a:r>
            <a:br>
              <a:rPr lang="pt-BR" altLang="pt-BR" sz="3600"/>
            </a:br>
            <a:r>
              <a:rPr lang="pt-BR" altLang="pt-BR" sz="3600"/>
              <a:t>Me enche de gozo do céu, e de calma; </a:t>
            </a:r>
            <a:br>
              <a:rPr lang="pt-BR" altLang="pt-BR" sz="3600"/>
            </a:br>
            <a:r>
              <a:rPr lang="pt-BR" altLang="pt-BR" sz="3600"/>
              <a:t>Também me ensina os seus mandamentos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D62AE2F-4C3B-F82D-1175-865024B3B0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1212"/>
          </a:xfrm>
        </p:spPr>
        <p:txBody>
          <a:bodyPr/>
          <a:lstStyle/>
          <a:p>
            <a:r>
              <a:rPr lang="pt-BR" altLang="pt-BR" sz="3600" b="1" i="1"/>
              <a:t>Ó Noiva de Jesus, apronta-te para ir </a:t>
            </a:r>
            <a:br>
              <a:rPr lang="pt-BR" altLang="pt-BR" sz="3600" b="1" i="1"/>
            </a:br>
            <a:r>
              <a:rPr lang="pt-BR" altLang="pt-BR" sz="3600" b="1" i="1"/>
              <a:t>Para o eterno e santo reinado; </a:t>
            </a:r>
            <a:br>
              <a:rPr lang="pt-BR" altLang="pt-BR" sz="3600" b="1" i="1"/>
            </a:br>
            <a:r>
              <a:rPr lang="pt-BR" altLang="pt-BR" sz="3600" b="1" i="1"/>
              <a:t>Que divinal amor irás lá, então,</a:t>
            </a:r>
            <a:br>
              <a:rPr lang="pt-BR" altLang="pt-BR" sz="3600" b="1" i="1"/>
            </a:br>
            <a:r>
              <a:rPr lang="pt-BR" altLang="pt-BR" sz="3600" b="1" i="1"/>
              <a:t> fruir Com Jesus Cristo, o teu amado!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F70745F-9394-40F9-0BD3-4AA4EE6417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1212"/>
          </a:xfrm>
        </p:spPr>
        <p:txBody>
          <a:bodyPr/>
          <a:lstStyle/>
          <a:p>
            <a:r>
              <a:rPr lang="pt-BR" altLang="pt-BR" sz="3600"/>
              <a:t>Na santa Igreja, com sangue remida, </a:t>
            </a:r>
            <a:br>
              <a:rPr lang="pt-BR" altLang="pt-BR" sz="3600"/>
            </a:br>
            <a:r>
              <a:rPr lang="pt-BR" altLang="pt-BR" sz="3600"/>
              <a:t>Já é manifesta em mim Sua glória, </a:t>
            </a:r>
            <a:br>
              <a:rPr lang="pt-BR" altLang="pt-BR" sz="3600"/>
            </a:br>
            <a:r>
              <a:rPr lang="pt-BR" altLang="pt-BR" sz="3600"/>
              <a:t>Que por Sua graça me foi concedida, </a:t>
            </a:r>
            <a:br>
              <a:rPr lang="pt-BR" altLang="pt-BR" sz="3600"/>
            </a:br>
            <a:r>
              <a:rPr lang="pt-BR" altLang="pt-BR" sz="3600"/>
              <a:t>Na qual abrigado, terei a vitória.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362B1B9-4EDF-D27D-56DB-4A043992C3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1212"/>
          </a:xfrm>
        </p:spPr>
        <p:txBody>
          <a:bodyPr/>
          <a:lstStyle/>
          <a:p>
            <a:r>
              <a:rPr lang="pt-BR" altLang="pt-BR" sz="3600" b="1" i="1"/>
              <a:t>Ó Noiva de Jesus, apronta-te para ir </a:t>
            </a:r>
            <a:br>
              <a:rPr lang="pt-BR" altLang="pt-BR" sz="3600" b="1" i="1"/>
            </a:br>
            <a:r>
              <a:rPr lang="pt-BR" altLang="pt-BR" sz="3600" b="1" i="1"/>
              <a:t>Para o eterno e santo reinado; </a:t>
            </a:r>
            <a:br>
              <a:rPr lang="pt-BR" altLang="pt-BR" sz="3600" b="1" i="1"/>
            </a:br>
            <a:r>
              <a:rPr lang="pt-BR" altLang="pt-BR" sz="3600" b="1" i="1"/>
              <a:t>Que divinal amor irás lá, então,</a:t>
            </a:r>
            <a:br>
              <a:rPr lang="pt-BR" altLang="pt-BR" sz="3600" b="1" i="1"/>
            </a:br>
            <a:r>
              <a:rPr lang="pt-BR" altLang="pt-BR" sz="3600" b="1" i="1"/>
              <a:t> fruir Com Jesus Cristo, o teu amado!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89BA7E2-A598-12C4-0EC3-25CD95A1E8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/>
              <a:t>Assim eu desejo a Cristo unido,</a:t>
            </a:r>
            <a:br>
              <a:rPr lang="pt-BR" altLang="pt-BR" sz="3600"/>
            </a:br>
            <a:r>
              <a:rPr lang="pt-BR" altLang="pt-BR" sz="3600"/>
              <a:t>Seguir o caminho p'ra bela cidade,</a:t>
            </a:r>
            <a:br>
              <a:rPr lang="pt-BR" altLang="pt-BR" sz="3600"/>
            </a:br>
            <a:r>
              <a:rPr lang="pt-BR" altLang="pt-BR" sz="3600"/>
              <a:t>Pois nEle, dos males, sou bem protegido, </a:t>
            </a:r>
            <a:br>
              <a:rPr lang="pt-BR" altLang="pt-BR" sz="3600"/>
            </a:br>
            <a:r>
              <a:rPr lang="pt-BR" altLang="pt-BR" sz="3600"/>
              <a:t>Também rodeado de vera bondade.	</a:t>
            </a:r>
            <a:r>
              <a:rPr lang="pt-BR" altLang="pt-BR" sz="1400"/>
              <a:t>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69FE218-D272-4F27-3C5B-AE63A7CB0F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1212"/>
          </a:xfrm>
        </p:spPr>
        <p:txBody>
          <a:bodyPr/>
          <a:lstStyle/>
          <a:p>
            <a:r>
              <a:rPr lang="pt-BR" altLang="pt-BR" sz="3600" b="1" i="1"/>
              <a:t>Ó Noiva de Jesus, apronta-te para ir </a:t>
            </a:r>
            <a:br>
              <a:rPr lang="pt-BR" altLang="pt-BR" sz="3600" b="1" i="1"/>
            </a:br>
            <a:r>
              <a:rPr lang="pt-BR" altLang="pt-BR" sz="3600" b="1" i="1"/>
              <a:t>Para o eterno e santo reinado; </a:t>
            </a:r>
            <a:br>
              <a:rPr lang="pt-BR" altLang="pt-BR" sz="3600" b="1" i="1"/>
            </a:br>
            <a:r>
              <a:rPr lang="pt-BR" altLang="pt-BR" sz="3600" b="1" i="1"/>
              <a:t>Que divinal amor irás lá, então,</a:t>
            </a:r>
            <a:br>
              <a:rPr lang="pt-BR" altLang="pt-BR" sz="3600" b="1" i="1"/>
            </a:br>
            <a:r>
              <a:rPr lang="pt-BR" altLang="pt-BR" sz="3600" b="1" i="1"/>
              <a:t> fruir Com Jesus Cristo, o teu amado!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250 NOIVA DE JESUS, APRONTA-TE</vt:lpstr>
      <vt:lpstr>A Cristo unida está a minh'alma, Pois nEle eu tenho meu vero sustento;  Me enche de gozo do céu, e de calma;  Também me ensina os seus mandamentos </vt:lpstr>
      <vt:lpstr>Ó Noiva de Jesus, apronta-te para ir  Para o eterno e santo reinado;  Que divinal amor irás lá, então,  fruir Com Jesus Cristo, o teu amado!</vt:lpstr>
      <vt:lpstr>Na santa Igreja, com sangue remida,  Já é manifesta em mim Sua glória,  Que por Sua graça me foi concedida,  Na qual abrigado, terei a vitória. </vt:lpstr>
      <vt:lpstr>Ó Noiva de Jesus, apronta-te para ir  Para o eterno e santo reinado;  Que divinal amor irás lá, então,  fruir Com Jesus Cristo, o teu amado!</vt:lpstr>
      <vt:lpstr>Assim eu desejo a Cristo unido, Seguir o caminho p'ra bela cidade, Pois nEle, dos males, sou bem protegido,  Também rodeado de vera bondade. P.L.M. </vt:lpstr>
      <vt:lpstr>Ó Noiva de Jesus, apronta-te para ir  Para o eterno e santo reinado;  Que divinal amor irás lá, então,  fruir Com Jesus Cristo, o teu amado!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250 NOIVA DE JESUS, APRONTA-TE</dc:title>
  <dc:creator>Montagna</dc:creator>
  <cp:lastModifiedBy>Emerson Souza</cp:lastModifiedBy>
  <cp:revision>2</cp:revision>
  <dcterms:created xsi:type="dcterms:W3CDTF">2005-10-18T21:47:21Z</dcterms:created>
  <dcterms:modified xsi:type="dcterms:W3CDTF">2026-05-02T21:57:46Z</dcterms:modified>
</cp:coreProperties>
</file>