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20B89-8862-3ADD-FF5C-207F425D0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357F0-93A3-115A-EA7B-273B973D0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8E813-1586-E752-EDD7-2078A90A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892CD2-C534-AC39-3F01-F09B6170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1ACED9-4C79-5EF8-4630-7908A405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4F4D4-02F1-4442-B8D1-7902097D96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694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E9090-7E1F-25F8-8AA8-641368A3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2B7EA-35EF-3043-CC84-49E01CE21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659464-DFC1-792A-2FBA-886F26CF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8062A0-9970-A5DD-7C8E-AC73674F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9B7274-A7B5-BF3B-7DE4-090F3534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D292E6-A2EC-445E-8514-F9BC13E243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921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E8ED5-B3AA-3112-784F-E77929B0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C8C94-D34B-D298-7ADE-90A0414D8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3A3F21-94B9-3C17-9523-FE9819DD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9F7139-68FD-087B-3F8B-6085A5AD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5B8D3E-94F8-F331-8871-A1F7E510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4B326-42B0-434F-A949-3CDAC2819E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465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54E45-3AA6-3188-F297-008674F0B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F5743-6BFA-79AC-C0CA-ADA2E254C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55F9DC-3C3F-E9A7-AE5D-BE18DE11A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7C9071-AD08-5288-BC5B-C479C1AB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5441B0-B574-1071-E310-B3F06F86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9C6F12-3EC2-219C-D65F-86A1A7DE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2F8CF-D219-4948-88A1-9438C4F1B7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528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FF7D5-51B5-6F3E-B95E-BB0AC34B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36A10B-43C0-558F-DB97-DF8B6D47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DD37DF-2731-752A-633B-D43AAFB5A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431954-0596-59F1-B46E-F7A583434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51CD80-73D3-9477-5B4C-746178B9E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19B36D-C1AD-3D75-F69F-A82FBEB8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716EE7-C9C3-C2DC-7074-5E35B231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EFB23B-7521-D91C-A441-0A96FC16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7CD23-A6E8-4080-B6F9-F9517AE16C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319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50F20-D895-AA97-94D7-3E1384B6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3262D8-DEC1-2748-F5FE-7AB4B4CC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9258A0-BF4F-67B7-22DC-C3D21842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BC4D90-AB3B-2AFC-C0A4-5E2C2F7B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06467-628D-4D12-84B7-1355FACA2E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926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D7E9C4-8F1D-C7EF-A9C0-333410D6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C7F019-0373-32EE-45E8-B9DB52E0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9EC887-01A1-4707-BB19-7CC5725E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634151-D92B-4C42-9ACB-0CF54EEFFC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1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5210E-9304-8776-85ED-B4BBE95B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C45024-E375-4935-AFB3-C0DC49D6D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3AB427-C345-07A0-AF23-B166DA8E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9E08DF-07FE-84C5-F19F-B3E90489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606759-11E7-23E0-0CD9-E9F4FEB3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464D67-D82A-EA9C-1A28-672DC722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72A7E-5C87-4972-9C8D-A6DCF3D300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295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7005D-7F90-5AA1-F08F-FDCAE062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16A435-2599-F849-C44B-519CE77DB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FFAE51-1D56-DD64-11CF-0AFA24911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2A8C6A-545D-9DA3-E97F-F87538155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29886D-C58F-3D13-CA94-FCAEF269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9B5303-775A-23A3-AFEC-1AD6866D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594FB-4CBB-4F28-B089-CC9132C484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363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76F1A-BDF1-2682-7B36-9E56A404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AEF758-0934-A195-8A3B-2AEF949EA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49AA2A-0BBE-CBF8-7A49-C233308B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F87476-D101-44E0-9296-CDEF4F73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6EDB79-1050-5DB8-4DFA-D36DDD08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2CA4F-F2BB-42E4-B22C-2B1C607239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22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385562-24B7-966C-D965-6B7AF6BB9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F162BD-19A7-D78C-163D-AFFC78521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DE2068-15B6-9994-B412-1E867DEC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618005-2B81-330E-0C6E-56E5A956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738D3F-F0E1-C2B0-98DE-F5DADF2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0C1EE-E901-47B7-B0DA-2B9B8B8690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535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1737CD-CA1E-49AB-4900-6F35F9160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00955D-32C8-96D0-256F-FCB7876C8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2FD1591-F1C8-E982-EDDF-33D70C3D48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18FFF17-E762-0F87-2FA1-3EB94CBDEC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7CC0C8-4B52-003F-98A4-F0122103F8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E832957-EF7B-416C-A242-28449C5178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1627D155-57CC-1A5E-6166-5CC846DEB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606 - Triunfo</a:t>
            </a:r>
            <a:r>
              <a:rPr lang="en-US" altLang="pt-BR" sz="4000"/>
              <a:t> </a:t>
            </a:r>
            <a:br>
              <a:rPr lang="en-US" altLang="pt-BR" sz="4000" b="1" i="1"/>
            </a:br>
            <a:br>
              <a:rPr lang="en-US" altLang="pt-BR" sz="4000" b="1" i="1"/>
            </a:br>
            <a:br>
              <a:rPr lang="en-US" altLang="pt-BR" sz="4000" b="1" i="1"/>
            </a:br>
            <a:r>
              <a:rPr lang="en-US" altLang="pt-BR" sz="4000" i="1"/>
              <a:t>Eu triunfarei pelo sangue de Jesus;</a:t>
            </a:r>
            <a:r>
              <a:rPr lang="en-US" altLang="pt-BR" sz="4000"/>
              <a:t> </a:t>
            </a:r>
            <a:r>
              <a:rPr lang="en-US" altLang="pt-BR" sz="4000" i="1"/>
              <a:t>Sim, triunfarei pela sua cruz.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606 - Triunfo    Eu triunfarei pelo sangue de Jesus; Sim, triunfarei pela sua cruz.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606 - Triunfo    Eu triunfarei pelo sangue de Jesus; Sim, triunfarei pela sua cruz. </dc:title>
  <dc:creator>Junior</dc:creator>
  <cp:lastModifiedBy>Emerson Souza</cp:lastModifiedBy>
  <cp:revision>1</cp:revision>
  <dcterms:created xsi:type="dcterms:W3CDTF">2005-12-27T17:35:50Z</dcterms:created>
  <dcterms:modified xsi:type="dcterms:W3CDTF">2026-05-02T22:27:57Z</dcterms:modified>
</cp:coreProperties>
</file>