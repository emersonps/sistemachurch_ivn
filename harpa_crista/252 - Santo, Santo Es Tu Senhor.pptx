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2" r:id="rId10"/>
    <p:sldId id="263" r:id="rId11"/>
    <p:sldId id="267" r:id="rId12"/>
    <p:sldId id="266" r:id="rId1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3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3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3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3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3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3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3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3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580" autoAdjust="0"/>
  </p:normalViewPr>
  <p:slideViewPr>
    <p:cSldViewPr>
      <p:cViewPr varScale="1">
        <p:scale>
          <a:sx n="67" d="100"/>
          <a:sy n="67" d="100"/>
        </p:scale>
        <p:origin x="-51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>
            <a:extLst>
              <a:ext uri="{FF2B5EF4-FFF2-40B4-BE49-F238E27FC236}">
                <a16:creationId xmlns:a16="http://schemas.microsoft.com/office/drawing/2014/main" id="{D6F02F12-F2F2-8BEB-587D-2FFD20A3DBE4}"/>
              </a:ext>
            </a:extLst>
          </p:cNvPr>
          <p:cNvGrpSpPr>
            <a:grpSpLocks/>
          </p:cNvGrpSpPr>
          <p:nvPr/>
        </p:nvGrpSpPr>
        <p:grpSpPr bwMode="auto">
          <a:xfrm>
            <a:off x="-6350" y="20638"/>
            <a:ext cx="9144000" cy="6858000"/>
            <a:chOff x="0" y="0"/>
            <a:chExt cx="5760" cy="4320"/>
          </a:xfrm>
        </p:grpSpPr>
        <p:sp>
          <p:nvSpPr>
            <p:cNvPr id="5123" name="Freeform 3">
              <a:extLst>
                <a:ext uri="{FF2B5EF4-FFF2-40B4-BE49-F238E27FC236}">
                  <a16:creationId xmlns:a16="http://schemas.microsoft.com/office/drawing/2014/main" id="{B2F52DC0-974D-0E06-8E76-A39564B97F3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072"/>
              <a:ext cx="5760" cy="1248"/>
            </a:xfrm>
            <a:custGeom>
              <a:avLst/>
              <a:gdLst>
                <a:gd name="T0" fmla="*/ 6027 w 6027"/>
                <a:gd name="T1" fmla="*/ 2296 h 2296"/>
                <a:gd name="T2" fmla="*/ 0 w 6027"/>
                <a:gd name="T3" fmla="*/ 2296 h 2296"/>
                <a:gd name="T4" fmla="*/ 0 w 6027"/>
                <a:gd name="T5" fmla="*/ 0 h 2296"/>
                <a:gd name="T6" fmla="*/ 6027 w 6027"/>
                <a:gd name="T7" fmla="*/ 0 h 2296"/>
                <a:gd name="T8" fmla="*/ 6027 w 6027"/>
                <a:gd name="T9" fmla="*/ 2296 h 2296"/>
                <a:gd name="T10" fmla="*/ 6027 w 6027"/>
                <a:gd name="T11" fmla="*/ 2296 h 2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27" h="2296">
                  <a:moveTo>
                    <a:pt x="6027" y="2296"/>
                  </a:moveTo>
                  <a:lnTo>
                    <a:pt x="0" y="2296"/>
                  </a:lnTo>
                  <a:lnTo>
                    <a:pt x="0" y="0"/>
                  </a:lnTo>
                  <a:lnTo>
                    <a:pt x="6027" y="0"/>
                  </a:lnTo>
                  <a:lnTo>
                    <a:pt x="6027" y="2296"/>
                  </a:lnTo>
                  <a:lnTo>
                    <a:pt x="6027" y="22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24" name="Freeform 4">
              <a:extLst>
                <a:ext uri="{FF2B5EF4-FFF2-40B4-BE49-F238E27FC236}">
                  <a16:creationId xmlns:a16="http://schemas.microsoft.com/office/drawing/2014/main" id="{B9704816-490B-3F9E-D55D-75BB90907E7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5760" cy="3072"/>
            </a:xfrm>
            <a:custGeom>
              <a:avLst/>
              <a:gdLst>
                <a:gd name="T0" fmla="*/ 6027 w 6027"/>
                <a:gd name="T1" fmla="*/ 2296 h 2296"/>
                <a:gd name="T2" fmla="*/ 0 w 6027"/>
                <a:gd name="T3" fmla="*/ 2296 h 2296"/>
                <a:gd name="T4" fmla="*/ 0 w 6027"/>
                <a:gd name="T5" fmla="*/ 0 h 2296"/>
                <a:gd name="T6" fmla="*/ 6027 w 6027"/>
                <a:gd name="T7" fmla="*/ 0 h 2296"/>
                <a:gd name="T8" fmla="*/ 6027 w 6027"/>
                <a:gd name="T9" fmla="*/ 2296 h 2296"/>
                <a:gd name="T10" fmla="*/ 6027 w 6027"/>
                <a:gd name="T11" fmla="*/ 2296 h 2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27" h="2296">
                  <a:moveTo>
                    <a:pt x="6027" y="2296"/>
                  </a:moveTo>
                  <a:lnTo>
                    <a:pt x="0" y="2296"/>
                  </a:lnTo>
                  <a:lnTo>
                    <a:pt x="0" y="0"/>
                  </a:lnTo>
                  <a:lnTo>
                    <a:pt x="6027" y="0"/>
                  </a:lnTo>
                  <a:lnTo>
                    <a:pt x="6027" y="2296"/>
                  </a:lnTo>
                  <a:lnTo>
                    <a:pt x="6027" y="229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5125" name="Freeform 5">
            <a:extLst>
              <a:ext uri="{FF2B5EF4-FFF2-40B4-BE49-F238E27FC236}">
                <a16:creationId xmlns:a16="http://schemas.microsoft.com/office/drawing/2014/main" id="{B5166062-2335-2AA5-87D1-CF087C910070}"/>
              </a:ext>
            </a:extLst>
          </p:cNvPr>
          <p:cNvSpPr>
            <a:spLocks/>
          </p:cNvSpPr>
          <p:nvPr/>
        </p:nvSpPr>
        <p:spPr bwMode="hidden">
          <a:xfrm>
            <a:off x="6242050" y="6269038"/>
            <a:ext cx="2895600" cy="609600"/>
          </a:xfrm>
          <a:custGeom>
            <a:avLst/>
            <a:gdLst>
              <a:gd name="T0" fmla="*/ 5748 w 5748"/>
              <a:gd name="T1" fmla="*/ 246 h 246"/>
              <a:gd name="T2" fmla="*/ 0 w 5748"/>
              <a:gd name="T3" fmla="*/ 246 h 246"/>
              <a:gd name="T4" fmla="*/ 0 w 5748"/>
              <a:gd name="T5" fmla="*/ 0 h 246"/>
              <a:gd name="T6" fmla="*/ 5748 w 5748"/>
              <a:gd name="T7" fmla="*/ 0 h 246"/>
              <a:gd name="T8" fmla="*/ 5748 w 5748"/>
              <a:gd name="T9" fmla="*/ 246 h 246"/>
              <a:gd name="T10" fmla="*/ 5748 w 5748"/>
              <a:gd name="T11" fmla="*/ 246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748" h="246">
                <a:moveTo>
                  <a:pt x="5748" y="246"/>
                </a:moveTo>
                <a:lnTo>
                  <a:pt x="0" y="246"/>
                </a:lnTo>
                <a:lnTo>
                  <a:pt x="0" y="0"/>
                </a:lnTo>
                <a:lnTo>
                  <a:pt x="5748" y="0"/>
                </a:lnTo>
                <a:lnTo>
                  <a:pt x="5748" y="246"/>
                </a:lnTo>
                <a:lnTo>
                  <a:pt x="5748" y="246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pt-BR"/>
          </a:p>
        </p:txBody>
      </p:sp>
      <p:grpSp>
        <p:nvGrpSpPr>
          <p:cNvPr id="5126" name="Group 6">
            <a:extLst>
              <a:ext uri="{FF2B5EF4-FFF2-40B4-BE49-F238E27FC236}">
                <a16:creationId xmlns:a16="http://schemas.microsoft.com/office/drawing/2014/main" id="{2E52808F-EE96-0713-29E8-EDDC2F3F0433}"/>
              </a:ext>
            </a:extLst>
          </p:cNvPr>
          <p:cNvGrpSpPr>
            <a:grpSpLocks/>
          </p:cNvGrpSpPr>
          <p:nvPr/>
        </p:nvGrpSpPr>
        <p:grpSpPr bwMode="auto">
          <a:xfrm>
            <a:off x="-1588" y="6034088"/>
            <a:ext cx="7845426" cy="850900"/>
            <a:chOff x="0" y="3792"/>
            <a:chExt cx="4942" cy="536"/>
          </a:xfrm>
        </p:grpSpPr>
        <p:sp>
          <p:nvSpPr>
            <p:cNvPr id="5127" name="Freeform 7">
              <a:extLst>
                <a:ext uri="{FF2B5EF4-FFF2-40B4-BE49-F238E27FC236}">
                  <a16:creationId xmlns:a16="http://schemas.microsoft.com/office/drawing/2014/main" id="{811AFCDB-D917-0420-055E-86E90627ED68}"/>
                </a:ext>
              </a:extLst>
            </p:cNvPr>
            <p:cNvSpPr>
              <a:spLocks/>
            </p:cNvSpPr>
            <p:nvPr userDrawn="1"/>
          </p:nvSpPr>
          <p:spPr bwMode="ltGray">
            <a:xfrm>
              <a:off x="1488" y="3792"/>
              <a:ext cx="3240" cy="536"/>
            </a:xfrm>
            <a:custGeom>
              <a:avLst/>
              <a:gdLst>
                <a:gd name="T0" fmla="*/ 3132 w 3240"/>
                <a:gd name="T1" fmla="*/ 469 h 536"/>
                <a:gd name="T2" fmla="*/ 2995 w 3240"/>
                <a:gd name="T3" fmla="*/ 395 h 536"/>
                <a:gd name="T4" fmla="*/ 2911 w 3240"/>
                <a:gd name="T5" fmla="*/ 375 h 536"/>
                <a:gd name="T6" fmla="*/ 2678 w 3240"/>
                <a:gd name="T7" fmla="*/ 228 h 536"/>
                <a:gd name="T8" fmla="*/ 2553 w 3240"/>
                <a:gd name="T9" fmla="*/ 74 h 536"/>
                <a:gd name="T10" fmla="*/ 2457 w 3240"/>
                <a:gd name="T11" fmla="*/ 7 h 536"/>
                <a:gd name="T12" fmla="*/ 2403 w 3240"/>
                <a:gd name="T13" fmla="*/ 47 h 536"/>
                <a:gd name="T14" fmla="*/ 2289 w 3240"/>
                <a:gd name="T15" fmla="*/ 74 h 536"/>
                <a:gd name="T16" fmla="*/ 2134 w 3240"/>
                <a:gd name="T17" fmla="*/ 74 h 536"/>
                <a:gd name="T18" fmla="*/ 2044 w 3240"/>
                <a:gd name="T19" fmla="*/ 128 h 536"/>
                <a:gd name="T20" fmla="*/ 1775 w 3240"/>
                <a:gd name="T21" fmla="*/ 222 h 536"/>
                <a:gd name="T22" fmla="*/ 1602 w 3240"/>
                <a:gd name="T23" fmla="*/ 181 h 536"/>
                <a:gd name="T24" fmla="*/ 1560 w 3240"/>
                <a:gd name="T25" fmla="*/ 101 h 536"/>
                <a:gd name="T26" fmla="*/ 1542 w 3240"/>
                <a:gd name="T27" fmla="*/ 87 h 536"/>
                <a:gd name="T28" fmla="*/ 1446 w 3240"/>
                <a:gd name="T29" fmla="*/ 60 h 536"/>
                <a:gd name="T30" fmla="*/ 1375 w 3240"/>
                <a:gd name="T31" fmla="*/ 74 h 536"/>
                <a:gd name="T32" fmla="*/ 1309 w 3240"/>
                <a:gd name="T33" fmla="*/ 87 h 536"/>
                <a:gd name="T34" fmla="*/ 1243 w 3240"/>
                <a:gd name="T35" fmla="*/ 13 h 536"/>
                <a:gd name="T36" fmla="*/ 1225 w 3240"/>
                <a:gd name="T37" fmla="*/ 0 h 536"/>
                <a:gd name="T38" fmla="*/ 1189 w 3240"/>
                <a:gd name="T39" fmla="*/ 0 h 536"/>
                <a:gd name="T40" fmla="*/ 1106 w 3240"/>
                <a:gd name="T41" fmla="*/ 34 h 536"/>
                <a:gd name="T42" fmla="*/ 1106 w 3240"/>
                <a:gd name="T43" fmla="*/ 34 h 536"/>
                <a:gd name="T44" fmla="*/ 1094 w 3240"/>
                <a:gd name="T45" fmla="*/ 40 h 536"/>
                <a:gd name="T46" fmla="*/ 1070 w 3240"/>
                <a:gd name="T47" fmla="*/ 54 h 536"/>
                <a:gd name="T48" fmla="*/ 1034 w 3240"/>
                <a:gd name="T49" fmla="*/ 74 h 536"/>
                <a:gd name="T50" fmla="*/ 1004 w 3240"/>
                <a:gd name="T51" fmla="*/ 74 h 536"/>
                <a:gd name="T52" fmla="*/ 986 w 3240"/>
                <a:gd name="T53" fmla="*/ 74 h 536"/>
                <a:gd name="T54" fmla="*/ 956 w 3240"/>
                <a:gd name="T55" fmla="*/ 81 h 536"/>
                <a:gd name="T56" fmla="*/ 920 w 3240"/>
                <a:gd name="T57" fmla="*/ 94 h 536"/>
                <a:gd name="T58" fmla="*/ 884 w 3240"/>
                <a:gd name="T59" fmla="*/ 107 h 536"/>
                <a:gd name="T60" fmla="*/ 843 w 3240"/>
                <a:gd name="T61" fmla="*/ 128 h 536"/>
                <a:gd name="T62" fmla="*/ 813 w 3240"/>
                <a:gd name="T63" fmla="*/ 141 h 536"/>
                <a:gd name="T64" fmla="*/ 789 w 3240"/>
                <a:gd name="T65" fmla="*/ 148 h 536"/>
                <a:gd name="T66" fmla="*/ 783 w 3240"/>
                <a:gd name="T67" fmla="*/ 154 h 536"/>
                <a:gd name="T68" fmla="*/ 556 w 3240"/>
                <a:gd name="T69" fmla="*/ 228 h 536"/>
                <a:gd name="T70" fmla="*/ 394 w 3240"/>
                <a:gd name="T71" fmla="*/ 294 h 536"/>
                <a:gd name="T72" fmla="*/ 107 w 3240"/>
                <a:gd name="T73" fmla="*/ 462 h 536"/>
                <a:gd name="T74" fmla="*/ 0 w 3240"/>
                <a:gd name="T75" fmla="*/ 536 h 536"/>
                <a:gd name="T76" fmla="*/ 3240 w 3240"/>
                <a:gd name="T77" fmla="*/ 536 h 536"/>
                <a:gd name="T78" fmla="*/ 3132 w 3240"/>
                <a:gd name="T79" fmla="*/ 469 h 536"/>
                <a:gd name="T80" fmla="*/ 3132 w 3240"/>
                <a:gd name="T81" fmla="*/ 469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240" h="536">
                  <a:moveTo>
                    <a:pt x="3132" y="469"/>
                  </a:moveTo>
                  <a:lnTo>
                    <a:pt x="2995" y="395"/>
                  </a:lnTo>
                  <a:lnTo>
                    <a:pt x="2911" y="375"/>
                  </a:lnTo>
                  <a:lnTo>
                    <a:pt x="2678" y="228"/>
                  </a:lnTo>
                  <a:lnTo>
                    <a:pt x="2553" y="74"/>
                  </a:lnTo>
                  <a:lnTo>
                    <a:pt x="2457" y="7"/>
                  </a:lnTo>
                  <a:lnTo>
                    <a:pt x="2403" y="47"/>
                  </a:lnTo>
                  <a:lnTo>
                    <a:pt x="2289" y="74"/>
                  </a:lnTo>
                  <a:lnTo>
                    <a:pt x="2134" y="74"/>
                  </a:lnTo>
                  <a:lnTo>
                    <a:pt x="2044" y="128"/>
                  </a:lnTo>
                  <a:lnTo>
                    <a:pt x="1775" y="222"/>
                  </a:lnTo>
                  <a:lnTo>
                    <a:pt x="1602" y="181"/>
                  </a:lnTo>
                  <a:lnTo>
                    <a:pt x="1560" y="101"/>
                  </a:lnTo>
                  <a:lnTo>
                    <a:pt x="1542" y="87"/>
                  </a:lnTo>
                  <a:lnTo>
                    <a:pt x="1446" y="60"/>
                  </a:lnTo>
                  <a:lnTo>
                    <a:pt x="1375" y="74"/>
                  </a:lnTo>
                  <a:lnTo>
                    <a:pt x="1309" y="87"/>
                  </a:lnTo>
                  <a:lnTo>
                    <a:pt x="1243" y="13"/>
                  </a:lnTo>
                  <a:lnTo>
                    <a:pt x="1225" y="0"/>
                  </a:lnTo>
                  <a:lnTo>
                    <a:pt x="1189" y="0"/>
                  </a:lnTo>
                  <a:lnTo>
                    <a:pt x="1106" y="34"/>
                  </a:lnTo>
                  <a:lnTo>
                    <a:pt x="1106" y="34"/>
                  </a:lnTo>
                  <a:lnTo>
                    <a:pt x="1094" y="40"/>
                  </a:lnTo>
                  <a:lnTo>
                    <a:pt x="1070" y="54"/>
                  </a:lnTo>
                  <a:lnTo>
                    <a:pt x="1034" y="74"/>
                  </a:lnTo>
                  <a:lnTo>
                    <a:pt x="1004" y="74"/>
                  </a:lnTo>
                  <a:lnTo>
                    <a:pt x="986" y="74"/>
                  </a:lnTo>
                  <a:lnTo>
                    <a:pt x="956" y="81"/>
                  </a:lnTo>
                  <a:lnTo>
                    <a:pt x="920" y="94"/>
                  </a:lnTo>
                  <a:lnTo>
                    <a:pt x="884" y="107"/>
                  </a:lnTo>
                  <a:lnTo>
                    <a:pt x="843" y="128"/>
                  </a:lnTo>
                  <a:lnTo>
                    <a:pt x="813" y="141"/>
                  </a:lnTo>
                  <a:lnTo>
                    <a:pt x="789" y="148"/>
                  </a:lnTo>
                  <a:lnTo>
                    <a:pt x="783" y="154"/>
                  </a:lnTo>
                  <a:lnTo>
                    <a:pt x="556" y="228"/>
                  </a:lnTo>
                  <a:lnTo>
                    <a:pt x="394" y="294"/>
                  </a:lnTo>
                  <a:lnTo>
                    <a:pt x="107" y="462"/>
                  </a:lnTo>
                  <a:lnTo>
                    <a:pt x="0" y="536"/>
                  </a:lnTo>
                  <a:lnTo>
                    <a:pt x="3240" y="536"/>
                  </a:lnTo>
                  <a:lnTo>
                    <a:pt x="3132" y="469"/>
                  </a:lnTo>
                  <a:lnTo>
                    <a:pt x="3132" y="469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5128" name="Group 8">
              <a:extLst>
                <a:ext uri="{FF2B5EF4-FFF2-40B4-BE49-F238E27FC236}">
                  <a16:creationId xmlns:a16="http://schemas.microsoft.com/office/drawing/2014/main" id="{7A7ABE32-AEA8-1064-B032-F79EF827D87D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2486" y="3792"/>
              <a:ext cx="2456" cy="536"/>
              <a:chOff x="2486" y="3792"/>
              <a:chExt cx="2456" cy="536"/>
            </a:xfrm>
          </p:grpSpPr>
          <p:sp>
            <p:nvSpPr>
              <p:cNvPr id="5129" name="Freeform 9">
                <a:extLst>
                  <a:ext uri="{FF2B5EF4-FFF2-40B4-BE49-F238E27FC236}">
                    <a16:creationId xmlns:a16="http://schemas.microsoft.com/office/drawing/2014/main" id="{CB46EECF-D711-A80A-D332-FCD2DF695C5B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3948" y="3799"/>
                <a:ext cx="994" cy="529"/>
              </a:xfrm>
              <a:custGeom>
                <a:avLst/>
                <a:gdLst>
                  <a:gd name="T0" fmla="*/ 636 w 994"/>
                  <a:gd name="T1" fmla="*/ 373 h 529"/>
                  <a:gd name="T2" fmla="*/ 495 w 994"/>
                  <a:gd name="T3" fmla="*/ 370 h 529"/>
                  <a:gd name="T4" fmla="*/ 280 w 994"/>
                  <a:gd name="T5" fmla="*/ 249 h 529"/>
                  <a:gd name="T6" fmla="*/ 127 w 994"/>
                  <a:gd name="T7" fmla="*/ 66 h 529"/>
                  <a:gd name="T8" fmla="*/ 0 w 994"/>
                  <a:gd name="T9" fmla="*/ 0 h 529"/>
                  <a:gd name="T10" fmla="*/ 22 w 994"/>
                  <a:gd name="T11" fmla="*/ 26 h 529"/>
                  <a:gd name="T12" fmla="*/ 0 w 994"/>
                  <a:gd name="T13" fmla="*/ 65 h 529"/>
                  <a:gd name="T14" fmla="*/ 30 w 994"/>
                  <a:gd name="T15" fmla="*/ 119 h 529"/>
                  <a:gd name="T16" fmla="*/ 75 w 994"/>
                  <a:gd name="T17" fmla="*/ 243 h 529"/>
                  <a:gd name="T18" fmla="*/ 45 w 994"/>
                  <a:gd name="T19" fmla="*/ 422 h 529"/>
                  <a:gd name="T20" fmla="*/ 200 w 994"/>
                  <a:gd name="T21" fmla="*/ 329 h 529"/>
                  <a:gd name="T22" fmla="*/ 592 w 994"/>
                  <a:gd name="T23" fmla="*/ 527 h 529"/>
                  <a:gd name="T24" fmla="*/ 994 w 994"/>
                  <a:gd name="T25" fmla="*/ 529 h 529"/>
                  <a:gd name="T26" fmla="*/ 828 w 994"/>
                  <a:gd name="T27" fmla="*/ 473 h 529"/>
                  <a:gd name="T28" fmla="*/ 636 w 994"/>
                  <a:gd name="T29" fmla="*/ 373 h 5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94" h="529">
                    <a:moveTo>
                      <a:pt x="636" y="373"/>
                    </a:moveTo>
                    <a:lnTo>
                      <a:pt x="495" y="370"/>
                    </a:lnTo>
                    <a:lnTo>
                      <a:pt x="280" y="249"/>
                    </a:lnTo>
                    <a:lnTo>
                      <a:pt x="127" y="66"/>
                    </a:lnTo>
                    <a:lnTo>
                      <a:pt x="0" y="0"/>
                    </a:lnTo>
                    <a:lnTo>
                      <a:pt x="22" y="26"/>
                    </a:lnTo>
                    <a:lnTo>
                      <a:pt x="0" y="65"/>
                    </a:lnTo>
                    <a:lnTo>
                      <a:pt x="30" y="119"/>
                    </a:lnTo>
                    <a:lnTo>
                      <a:pt x="75" y="243"/>
                    </a:lnTo>
                    <a:lnTo>
                      <a:pt x="45" y="422"/>
                    </a:lnTo>
                    <a:lnTo>
                      <a:pt x="200" y="329"/>
                    </a:lnTo>
                    <a:lnTo>
                      <a:pt x="592" y="527"/>
                    </a:lnTo>
                    <a:lnTo>
                      <a:pt x="994" y="529"/>
                    </a:lnTo>
                    <a:lnTo>
                      <a:pt x="828" y="473"/>
                    </a:lnTo>
                    <a:lnTo>
                      <a:pt x="636" y="373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30" name="Freeform 10">
                <a:extLst>
                  <a:ext uri="{FF2B5EF4-FFF2-40B4-BE49-F238E27FC236}">
                    <a16:creationId xmlns:a16="http://schemas.microsoft.com/office/drawing/2014/main" id="{BC89A4CF-5A13-5B35-9A06-34F284ED1470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2677" y="3792"/>
                <a:ext cx="186" cy="395"/>
              </a:xfrm>
              <a:custGeom>
                <a:avLst/>
                <a:gdLst>
                  <a:gd name="T0" fmla="*/ 36 w 186"/>
                  <a:gd name="T1" fmla="*/ 0 h 353"/>
                  <a:gd name="T2" fmla="*/ 54 w 186"/>
                  <a:gd name="T3" fmla="*/ 18 h 353"/>
                  <a:gd name="T4" fmla="*/ 24 w 186"/>
                  <a:gd name="T5" fmla="*/ 30 h 353"/>
                  <a:gd name="T6" fmla="*/ 18 w 186"/>
                  <a:gd name="T7" fmla="*/ 66 h 353"/>
                  <a:gd name="T8" fmla="*/ 42 w 186"/>
                  <a:gd name="T9" fmla="*/ 114 h 353"/>
                  <a:gd name="T10" fmla="*/ 48 w 186"/>
                  <a:gd name="T11" fmla="*/ 162 h 353"/>
                  <a:gd name="T12" fmla="*/ 0 w 186"/>
                  <a:gd name="T13" fmla="*/ 353 h 353"/>
                  <a:gd name="T14" fmla="*/ 54 w 186"/>
                  <a:gd name="T15" fmla="*/ 233 h 353"/>
                  <a:gd name="T16" fmla="*/ 84 w 186"/>
                  <a:gd name="T17" fmla="*/ 216 h 353"/>
                  <a:gd name="T18" fmla="*/ 126 w 186"/>
                  <a:gd name="T19" fmla="*/ 126 h 353"/>
                  <a:gd name="T20" fmla="*/ 144 w 186"/>
                  <a:gd name="T21" fmla="*/ 120 h 353"/>
                  <a:gd name="T22" fmla="*/ 144 w 186"/>
                  <a:gd name="T23" fmla="*/ 90 h 353"/>
                  <a:gd name="T24" fmla="*/ 186 w 186"/>
                  <a:gd name="T25" fmla="*/ 66 h 353"/>
                  <a:gd name="T26" fmla="*/ 162 w 186"/>
                  <a:gd name="T27" fmla="*/ 60 h 353"/>
                  <a:gd name="T28" fmla="*/ 36 w 186"/>
                  <a:gd name="T29" fmla="*/ 0 h 353"/>
                  <a:gd name="T30" fmla="*/ 36 w 186"/>
                  <a:gd name="T31" fmla="*/ 0 h 3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86" h="353">
                    <a:moveTo>
                      <a:pt x="36" y="0"/>
                    </a:moveTo>
                    <a:lnTo>
                      <a:pt x="54" y="18"/>
                    </a:lnTo>
                    <a:lnTo>
                      <a:pt x="24" y="30"/>
                    </a:lnTo>
                    <a:lnTo>
                      <a:pt x="18" y="66"/>
                    </a:lnTo>
                    <a:lnTo>
                      <a:pt x="42" y="114"/>
                    </a:lnTo>
                    <a:lnTo>
                      <a:pt x="48" y="162"/>
                    </a:lnTo>
                    <a:lnTo>
                      <a:pt x="0" y="353"/>
                    </a:lnTo>
                    <a:lnTo>
                      <a:pt x="54" y="233"/>
                    </a:lnTo>
                    <a:lnTo>
                      <a:pt x="84" y="216"/>
                    </a:lnTo>
                    <a:lnTo>
                      <a:pt x="126" y="126"/>
                    </a:lnTo>
                    <a:lnTo>
                      <a:pt x="144" y="120"/>
                    </a:lnTo>
                    <a:lnTo>
                      <a:pt x="144" y="90"/>
                    </a:lnTo>
                    <a:lnTo>
                      <a:pt x="186" y="66"/>
                    </a:lnTo>
                    <a:lnTo>
                      <a:pt x="162" y="60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31" name="Freeform 11">
                <a:extLst>
                  <a:ext uri="{FF2B5EF4-FFF2-40B4-BE49-F238E27FC236}">
                    <a16:creationId xmlns:a16="http://schemas.microsoft.com/office/drawing/2014/main" id="{4AEFDAD3-C83B-9BEB-736C-165DB40363D2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3030" y="3893"/>
                <a:ext cx="378" cy="271"/>
              </a:xfrm>
              <a:custGeom>
                <a:avLst/>
                <a:gdLst>
                  <a:gd name="T0" fmla="*/ 18 w 378"/>
                  <a:gd name="T1" fmla="*/ 0 h 271"/>
                  <a:gd name="T2" fmla="*/ 12 w 378"/>
                  <a:gd name="T3" fmla="*/ 13 h 271"/>
                  <a:gd name="T4" fmla="*/ 0 w 378"/>
                  <a:gd name="T5" fmla="*/ 40 h 271"/>
                  <a:gd name="T6" fmla="*/ 60 w 378"/>
                  <a:gd name="T7" fmla="*/ 121 h 271"/>
                  <a:gd name="T8" fmla="*/ 310 w 378"/>
                  <a:gd name="T9" fmla="*/ 271 h 271"/>
                  <a:gd name="T10" fmla="*/ 290 w 378"/>
                  <a:gd name="T11" fmla="*/ 139 h 271"/>
                  <a:gd name="T12" fmla="*/ 378 w 378"/>
                  <a:gd name="T13" fmla="*/ 76 h 271"/>
                  <a:gd name="T14" fmla="*/ 251 w 378"/>
                  <a:gd name="T15" fmla="*/ 94 h 271"/>
                  <a:gd name="T16" fmla="*/ 90 w 378"/>
                  <a:gd name="T17" fmla="*/ 54 h 271"/>
                  <a:gd name="T18" fmla="*/ 18 w 378"/>
                  <a:gd name="T19" fmla="*/ 0 h 271"/>
                  <a:gd name="T20" fmla="*/ 18 w 378"/>
                  <a:gd name="T21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78" h="271">
                    <a:moveTo>
                      <a:pt x="18" y="0"/>
                    </a:moveTo>
                    <a:lnTo>
                      <a:pt x="12" y="13"/>
                    </a:lnTo>
                    <a:lnTo>
                      <a:pt x="0" y="40"/>
                    </a:lnTo>
                    <a:lnTo>
                      <a:pt x="60" y="121"/>
                    </a:lnTo>
                    <a:lnTo>
                      <a:pt x="310" y="271"/>
                    </a:lnTo>
                    <a:lnTo>
                      <a:pt x="290" y="139"/>
                    </a:lnTo>
                    <a:lnTo>
                      <a:pt x="378" y="76"/>
                    </a:lnTo>
                    <a:lnTo>
                      <a:pt x="251" y="94"/>
                    </a:lnTo>
                    <a:lnTo>
                      <a:pt x="90" y="54"/>
                    </a:lnTo>
                    <a:lnTo>
                      <a:pt x="18" y="0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32" name="Freeform 12">
                <a:extLst>
                  <a:ext uri="{FF2B5EF4-FFF2-40B4-BE49-F238E27FC236}">
                    <a16:creationId xmlns:a16="http://schemas.microsoft.com/office/drawing/2014/main" id="{70A6E218-1516-FE52-6813-83956869E401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3628" y="3866"/>
                <a:ext cx="155" cy="74"/>
              </a:xfrm>
              <a:custGeom>
                <a:avLst/>
                <a:gdLst>
                  <a:gd name="T0" fmla="*/ 114 w 155"/>
                  <a:gd name="T1" fmla="*/ 0 h 66"/>
                  <a:gd name="T2" fmla="*/ 0 w 155"/>
                  <a:gd name="T3" fmla="*/ 0 h 66"/>
                  <a:gd name="T4" fmla="*/ 0 w 155"/>
                  <a:gd name="T5" fmla="*/ 0 h 66"/>
                  <a:gd name="T6" fmla="*/ 6 w 155"/>
                  <a:gd name="T7" fmla="*/ 6 h 66"/>
                  <a:gd name="T8" fmla="*/ 6 w 155"/>
                  <a:gd name="T9" fmla="*/ 18 h 66"/>
                  <a:gd name="T10" fmla="*/ 0 w 155"/>
                  <a:gd name="T11" fmla="*/ 24 h 66"/>
                  <a:gd name="T12" fmla="*/ 78 w 155"/>
                  <a:gd name="T13" fmla="*/ 60 h 66"/>
                  <a:gd name="T14" fmla="*/ 96 w 155"/>
                  <a:gd name="T15" fmla="*/ 42 h 66"/>
                  <a:gd name="T16" fmla="*/ 155 w 155"/>
                  <a:gd name="T17" fmla="*/ 66 h 66"/>
                  <a:gd name="T18" fmla="*/ 126 w 155"/>
                  <a:gd name="T19" fmla="*/ 24 h 66"/>
                  <a:gd name="T20" fmla="*/ 149 w 155"/>
                  <a:gd name="T21" fmla="*/ 0 h 66"/>
                  <a:gd name="T22" fmla="*/ 114 w 155"/>
                  <a:gd name="T23" fmla="*/ 0 h 66"/>
                  <a:gd name="T24" fmla="*/ 114 w 155"/>
                  <a:gd name="T25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55" h="66">
                    <a:moveTo>
                      <a:pt x="114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6" y="6"/>
                    </a:lnTo>
                    <a:lnTo>
                      <a:pt x="6" y="18"/>
                    </a:lnTo>
                    <a:lnTo>
                      <a:pt x="0" y="24"/>
                    </a:lnTo>
                    <a:lnTo>
                      <a:pt x="78" y="60"/>
                    </a:lnTo>
                    <a:lnTo>
                      <a:pt x="96" y="42"/>
                    </a:lnTo>
                    <a:lnTo>
                      <a:pt x="155" y="66"/>
                    </a:lnTo>
                    <a:lnTo>
                      <a:pt x="126" y="24"/>
                    </a:lnTo>
                    <a:lnTo>
                      <a:pt x="149" y="0"/>
                    </a:lnTo>
                    <a:lnTo>
                      <a:pt x="114" y="0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33" name="Freeform 13">
                <a:extLst>
                  <a:ext uri="{FF2B5EF4-FFF2-40B4-BE49-F238E27FC236}">
                    <a16:creationId xmlns:a16="http://schemas.microsoft.com/office/drawing/2014/main" id="{432E26A6-FD7F-13EF-A9DF-14999D742F8E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2486" y="3859"/>
                <a:ext cx="42" cy="81"/>
              </a:xfrm>
              <a:custGeom>
                <a:avLst/>
                <a:gdLst>
                  <a:gd name="T0" fmla="*/ 6 w 42"/>
                  <a:gd name="T1" fmla="*/ 36 h 72"/>
                  <a:gd name="T2" fmla="*/ 0 w 42"/>
                  <a:gd name="T3" fmla="*/ 18 h 72"/>
                  <a:gd name="T4" fmla="*/ 12 w 42"/>
                  <a:gd name="T5" fmla="*/ 6 h 72"/>
                  <a:gd name="T6" fmla="*/ 0 w 42"/>
                  <a:gd name="T7" fmla="*/ 6 h 72"/>
                  <a:gd name="T8" fmla="*/ 12 w 42"/>
                  <a:gd name="T9" fmla="*/ 6 h 72"/>
                  <a:gd name="T10" fmla="*/ 24 w 42"/>
                  <a:gd name="T11" fmla="*/ 6 h 72"/>
                  <a:gd name="T12" fmla="*/ 36 w 42"/>
                  <a:gd name="T13" fmla="*/ 6 h 72"/>
                  <a:gd name="T14" fmla="*/ 42 w 42"/>
                  <a:gd name="T15" fmla="*/ 0 h 72"/>
                  <a:gd name="T16" fmla="*/ 30 w 42"/>
                  <a:gd name="T17" fmla="*/ 18 h 72"/>
                  <a:gd name="T18" fmla="*/ 42 w 42"/>
                  <a:gd name="T19" fmla="*/ 48 h 72"/>
                  <a:gd name="T20" fmla="*/ 12 w 42"/>
                  <a:gd name="T21" fmla="*/ 72 h 72"/>
                  <a:gd name="T22" fmla="*/ 6 w 42"/>
                  <a:gd name="T23" fmla="*/ 36 h 72"/>
                  <a:gd name="T24" fmla="*/ 6 w 42"/>
                  <a:gd name="T25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" h="72">
                    <a:moveTo>
                      <a:pt x="6" y="36"/>
                    </a:moveTo>
                    <a:lnTo>
                      <a:pt x="0" y="18"/>
                    </a:lnTo>
                    <a:lnTo>
                      <a:pt x="12" y="6"/>
                    </a:lnTo>
                    <a:lnTo>
                      <a:pt x="0" y="6"/>
                    </a:lnTo>
                    <a:lnTo>
                      <a:pt x="12" y="6"/>
                    </a:lnTo>
                    <a:lnTo>
                      <a:pt x="24" y="6"/>
                    </a:lnTo>
                    <a:lnTo>
                      <a:pt x="36" y="6"/>
                    </a:lnTo>
                    <a:lnTo>
                      <a:pt x="42" y="0"/>
                    </a:lnTo>
                    <a:lnTo>
                      <a:pt x="30" y="18"/>
                    </a:lnTo>
                    <a:lnTo>
                      <a:pt x="42" y="48"/>
                    </a:lnTo>
                    <a:lnTo>
                      <a:pt x="12" y="72"/>
                    </a:lnTo>
                    <a:lnTo>
                      <a:pt x="6" y="36"/>
                    </a:lnTo>
                    <a:lnTo>
                      <a:pt x="6" y="36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5134" name="Freeform 14">
              <a:extLst>
                <a:ext uri="{FF2B5EF4-FFF2-40B4-BE49-F238E27FC236}">
                  <a16:creationId xmlns:a16="http://schemas.microsoft.com/office/drawing/2014/main" id="{623155C6-ACB5-D361-31F1-862B850088C5}"/>
                </a:ext>
              </a:extLst>
            </p:cNvPr>
            <p:cNvSpPr>
              <a:spLocks/>
            </p:cNvSpPr>
            <p:nvPr userDrawn="1"/>
          </p:nvSpPr>
          <p:spPr bwMode="ltGray">
            <a:xfrm>
              <a:off x="0" y="3792"/>
              <a:ext cx="3976" cy="535"/>
            </a:xfrm>
            <a:custGeom>
              <a:avLst/>
              <a:gdLst>
                <a:gd name="T0" fmla="*/ 3976 w 3976"/>
                <a:gd name="T1" fmla="*/ 527 h 527"/>
                <a:gd name="T2" fmla="*/ 3970 w 3976"/>
                <a:gd name="T3" fmla="*/ 527 h 527"/>
                <a:gd name="T4" fmla="*/ 3844 w 3976"/>
                <a:gd name="T5" fmla="*/ 509 h 527"/>
                <a:gd name="T6" fmla="*/ 2487 w 3976"/>
                <a:gd name="T7" fmla="*/ 305 h 527"/>
                <a:gd name="T8" fmla="*/ 2039 w 3976"/>
                <a:gd name="T9" fmla="*/ 36 h 527"/>
                <a:gd name="T10" fmla="*/ 1907 w 3976"/>
                <a:gd name="T11" fmla="*/ 24 h 527"/>
                <a:gd name="T12" fmla="*/ 1883 w 3976"/>
                <a:gd name="T13" fmla="*/ 54 h 527"/>
                <a:gd name="T14" fmla="*/ 1859 w 3976"/>
                <a:gd name="T15" fmla="*/ 54 h 527"/>
                <a:gd name="T16" fmla="*/ 1830 w 3976"/>
                <a:gd name="T17" fmla="*/ 30 h 527"/>
                <a:gd name="T18" fmla="*/ 1704 w 3976"/>
                <a:gd name="T19" fmla="*/ 102 h 527"/>
                <a:gd name="T20" fmla="*/ 1608 w 3976"/>
                <a:gd name="T21" fmla="*/ 126 h 527"/>
                <a:gd name="T22" fmla="*/ 1561 w 3976"/>
                <a:gd name="T23" fmla="*/ 132 h 527"/>
                <a:gd name="T24" fmla="*/ 1495 w 3976"/>
                <a:gd name="T25" fmla="*/ 102 h 527"/>
                <a:gd name="T26" fmla="*/ 1357 w 3976"/>
                <a:gd name="T27" fmla="*/ 126 h 527"/>
                <a:gd name="T28" fmla="*/ 1285 w 3976"/>
                <a:gd name="T29" fmla="*/ 24 h 527"/>
                <a:gd name="T30" fmla="*/ 1280 w 3976"/>
                <a:gd name="T31" fmla="*/ 18 h 527"/>
                <a:gd name="T32" fmla="*/ 1262 w 3976"/>
                <a:gd name="T33" fmla="*/ 12 h 527"/>
                <a:gd name="T34" fmla="*/ 1238 w 3976"/>
                <a:gd name="T35" fmla="*/ 6 h 527"/>
                <a:gd name="T36" fmla="*/ 1220 w 3976"/>
                <a:gd name="T37" fmla="*/ 0 h 527"/>
                <a:gd name="T38" fmla="*/ 1196 w 3976"/>
                <a:gd name="T39" fmla="*/ 0 h 527"/>
                <a:gd name="T40" fmla="*/ 1166 w 3976"/>
                <a:gd name="T41" fmla="*/ 0 h 527"/>
                <a:gd name="T42" fmla="*/ 1142 w 3976"/>
                <a:gd name="T43" fmla="*/ 0 h 527"/>
                <a:gd name="T44" fmla="*/ 1136 w 3976"/>
                <a:gd name="T45" fmla="*/ 0 h 527"/>
                <a:gd name="T46" fmla="*/ 1130 w 3976"/>
                <a:gd name="T47" fmla="*/ 0 h 527"/>
                <a:gd name="T48" fmla="*/ 1124 w 3976"/>
                <a:gd name="T49" fmla="*/ 6 h 527"/>
                <a:gd name="T50" fmla="*/ 1118 w 3976"/>
                <a:gd name="T51" fmla="*/ 12 h 527"/>
                <a:gd name="T52" fmla="*/ 1100 w 3976"/>
                <a:gd name="T53" fmla="*/ 18 h 527"/>
                <a:gd name="T54" fmla="*/ 1088 w 3976"/>
                <a:gd name="T55" fmla="*/ 18 h 527"/>
                <a:gd name="T56" fmla="*/ 1070 w 3976"/>
                <a:gd name="T57" fmla="*/ 24 h 527"/>
                <a:gd name="T58" fmla="*/ 1052 w 3976"/>
                <a:gd name="T59" fmla="*/ 30 h 527"/>
                <a:gd name="T60" fmla="*/ 1034 w 3976"/>
                <a:gd name="T61" fmla="*/ 36 h 527"/>
                <a:gd name="T62" fmla="*/ 1028 w 3976"/>
                <a:gd name="T63" fmla="*/ 42 h 527"/>
                <a:gd name="T64" fmla="*/ 969 w 3976"/>
                <a:gd name="T65" fmla="*/ 60 h 527"/>
                <a:gd name="T66" fmla="*/ 921 w 3976"/>
                <a:gd name="T67" fmla="*/ 72 h 527"/>
                <a:gd name="T68" fmla="*/ 855 w 3976"/>
                <a:gd name="T69" fmla="*/ 48 h 527"/>
                <a:gd name="T70" fmla="*/ 825 w 3976"/>
                <a:gd name="T71" fmla="*/ 48 h 527"/>
                <a:gd name="T72" fmla="*/ 759 w 3976"/>
                <a:gd name="T73" fmla="*/ 72 h 527"/>
                <a:gd name="T74" fmla="*/ 735 w 3976"/>
                <a:gd name="T75" fmla="*/ 72 h 527"/>
                <a:gd name="T76" fmla="*/ 706 w 3976"/>
                <a:gd name="T77" fmla="*/ 60 h 527"/>
                <a:gd name="T78" fmla="*/ 640 w 3976"/>
                <a:gd name="T79" fmla="*/ 60 h 527"/>
                <a:gd name="T80" fmla="*/ 544 w 3976"/>
                <a:gd name="T81" fmla="*/ 72 h 527"/>
                <a:gd name="T82" fmla="*/ 389 w 3976"/>
                <a:gd name="T83" fmla="*/ 18 h 527"/>
                <a:gd name="T84" fmla="*/ 323 w 3976"/>
                <a:gd name="T85" fmla="*/ 60 h 527"/>
                <a:gd name="T86" fmla="*/ 317 w 3976"/>
                <a:gd name="T87" fmla="*/ 60 h 527"/>
                <a:gd name="T88" fmla="*/ 305 w 3976"/>
                <a:gd name="T89" fmla="*/ 72 h 527"/>
                <a:gd name="T90" fmla="*/ 287 w 3976"/>
                <a:gd name="T91" fmla="*/ 78 h 527"/>
                <a:gd name="T92" fmla="*/ 263 w 3976"/>
                <a:gd name="T93" fmla="*/ 90 h 527"/>
                <a:gd name="T94" fmla="*/ 203 w 3976"/>
                <a:gd name="T95" fmla="*/ 120 h 527"/>
                <a:gd name="T96" fmla="*/ 149 w 3976"/>
                <a:gd name="T97" fmla="*/ 150 h 527"/>
                <a:gd name="T98" fmla="*/ 78 w 3976"/>
                <a:gd name="T99" fmla="*/ 168 h 527"/>
                <a:gd name="T100" fmla="*/ 0 w 3976"/>
                <a:gd name="T101" fmla="*/ 180 h 527"/>
                <a:gd name="T102" fmla="*/ 0 w 3976"/>
                <a:gd name="T103" fmla="*/ 527 h 527"/>
                <a:gd name="T104" fmla="*/ 1010 w 3976"/>
                <a:gd name="T105" fmla="*/ 527 h 527"/>
                <a:gd name="T106" fmla="*/ 3725 w 3976"/>
                <a:gd name="T107" fmla="*/ 527 h 527"/>
                <a:gd name="T108" fmla="*/ 3976 w 3976"/>
                <a:gd name="T109" fmla="*/ 527 h 527"/>
                <a:gd name="T110" fmla="*/ 3976 w 3976"/>
                <a:gd name="T111" fmla="*/ 527 h 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976" h="527">
                  <a:moveTo>
                    <a:pt x="3976" y="527"/>
                  </a:moveTo>
                  <a:lnTo>
                    <a:pt x="3970" y="527"/>
                  </a:lnTo>
                  <a:lnTo>
                    <a:pt x="3844" y="509"/>
                  </a:lnTo>
                  <a:lnTo>
                    <a:pt x="2487" y="305"/>
                  </a:lnTo>
                  <a:lnTo>
                    <a:pt x="2039" y="36"/>
                  </a:lnTo>
                  <a:lnTo>
                    <a:pt x="1907" y="24"/>
                  </a:lnTo>
                  <a:lnTo>
                    <a:pt x="1883" y="54"/>
                  </a:lnTo>
                  <a:lnTo>
                    <a:pt x="1859" y="54"/>
                  </a:lnTo>
                  <a:lnTo>
                    <a:pt x="1830" y="30"/>
                  </a:lnTo>
                  <a:lnTo>
                    <a:pt x="1704" y="102"/>
                  </a:lnTo>
                  <a:lnTo>
                    <a:pt x="1608" y="126"/>
                  </a:lnTo>
                  <a:lnTo>
                    <a:pt x="1561" y="132"/>
                  </a:lnTo>
                  <a:lnTo>
                    <a:pt x="1495" y="102"/>
                  </a:lnTo>
                  <a:lnTo>
                    <a:pt x="1357" y="126"/>
                  </a:lnTo>
                  <a:lnTo>
                    <a:pt x="1285" y="24"/>
                  </a:lnTo>
                  <a:lnTo>
                    <a:pt x="1280" y="18"/>
                  </a:lnTo>
                  <a:lnTo>
                    <a:pt x="1262" y="12"/>
                  </a:lnTo>
                  <a:lnTo>
                    <a:pt x="1238" y="6"/>
                  </a:lnTo>
                  <a:lnTo>
                    <a:pt x="1220" y="0"/>
                  </a:lnTo>
                  <a:lnTo>
                    <a:pt x="1196" y="0"/>
                  </a:lnTo>
                  <a:lnTo>
                    <a:pt x="1166" y="0"/>
                  </a:lnTo>
                  <a:lnTo>
                    <a:pt x="1142" y="0"/>
                  </a:lnTo>
                  <a:lnTo>
                    <a:pt x="1136" y="0"/>
                  </a:lnTo>
                  <a:lnTo>
                    <a:pt x="1130" y="0"/>
                  </a:lnTo>
                  <a:lnTo>
                    <a:pt x="1124" y="6"/>
                  </a:lnTo>
                  <a:lnTo>
                    <a:pt x="1118" y="12"/>
                  </a:lnTo>
                  <a:lnTo>
                    <a:pt x="1100" y="18"/>
                  </a:lnTo>
                  <a:lnTo>
                    <a:pt x="1088" y="18"/>
                  </a:lnTo>
                  <a:lnTo>
                    <a:pt x="1070" y="24"/>
                  </a:lnTo>
                  <a:lnTo>
                    <a:pt x="1052" y="30"/>
                  </a:lnTo>
                  <a:lnTo>
                    <a:pt x="1034" y="36"/>
                  </a:lnTo>
                  <a:lnTo>
                    <a:pt x="1028" y="42"/>
                  </a:lnTo>
                  <a:lnTo>
                    <a:pt x="969" y="60"/>
                  </a:lnTo>
                  <a:lnTo>
                    <a:pt x="921" y="72"/>
                  </a:lnTo>
                  <a:lnTo>
                    <a:pt x="855" y="48"/>
                  </a:lnTo>
                  <a:lnTo>
                    <a:pt x="825" y="48"/>
                  </a:lnTo>
                  <a:lnTo>
                    <a:pt x="759" y="72"/>
                  </a:lnTo>
                  <a:lnTo>
                    <a:pt x="735" y="72"/>
                  </a:lnTo>
                  <a:lnTo>
                    <a:pt x="706" y="60"/>
                  </a:lnTo>
                  <a:lnTo>
                    <a:pt x="640" y="60"/>
                  </a:lnTo>
                  <a:lnTo>
                    <a:pt x="544" y="72"/>
                  </a:lnTo>
                  <a:lnTo>
                    <a:pt x="389" y="18"/>
                  </a:lnTo>
                  <a:lnTo>
                    <a:pt x="323" y="60"/>
                  </a:lnTo>
                  <a:lnTo>
                    <a:pt x="317" y="60"/>
                  </a:lnTo>
                  <a:lnTo>
                    <a:pt x="305" y="72"/>
                  </a:lnTo>
                  <a:lnTo>
                    <a:pt x="287" y="78"/>
                  </a:lnTo>
                  <a:lnTo>
                    <a:pt x="263" y="90"/>
                  </a:lnTo>
                  <a:lnTo>
                    <a:pt x="203" y="120"/>
                  </a:lnTo>
                  <a:lnTo>
                    <a:pt x="149" y="150"/>
                  </a:lnTo>
                  <a:lnTo>
                    <a:pt x="78" y="168"/>
                  </a:lnTo>
                  <a:lnTo>
                    <a:pt x="0" y="180"/>
                  </a:lnTo>
                  <a:lnTo>
                    <a:pt x="0" y="527"/>
                  </a:lnTo>
                  <a:lnTo>
                    <a:pt x="1010" y="527"/>
                  </a:lnTo>
                  <a:lnTo>
                    <a:pt x="3725" y="527"/>
                  </a:lnTo>
                  <a:lnTo>
                    <a:pt x="3976" y="527"/>
                  </a:lnTo>
                  <a:lnTo>
                    <a:pt x="3976" y="527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75686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5135" name="Group 15">
            <a:extLst>
              <a:ext uri="{FF2B5EF4-FFF2-40B4-BE49-F238E27FC236}">
                <a16:creationId xmlns:a16="http://schemas.microsoft.com/office/drawing/2014/main" id="{B56B981D-9D33-D39C-CC05-184DECC33D95}"/>
              </a:ext>
            </a:extLst>
          </p:cNvPr>
          <p:cNvGrpSpPr>
            <a:grpSpLocks/>
          </p:cNvGrpSpPr>
          <p:nvPr/>
        </p:nvGrpSpPr>
        <p:grpSpPr bwMode="auto">
          <a:xfrm>
            <a:off x="627063" y="6021388"/>
            <a:ext cx="5684837" cy="849312"/>
            <a:chOff x="395" y="3793"/>
            <a:chExt cx="3581" cy="535"/>
          </a:xfrm>
        </p:grpSpPr>
        <p:sp>
          <p:nvSpPr>
            <p:cNvPr id="5136" name="Freeform 16">
              <a:extLst>
                <a:ext uri="{FF2B5EF4-FFF2-40B4-BE49-F238E27FC236}">
                  <a16:creationId xmlns:a16="http://schemas.microsoft.com/office/drawing/2014/main" id="{F6E750A3-C990-DA65-E9F6-3C27C45142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6" y="3793"/>
              <a:ext cx="365" cy="291"/>
            </a:xfrm>
            <a:custGeom>
              <a:avLst/>
              <a:gdLst>
                <a:gd name="T0" fmla="*/ 24 w 365"/>
                <a:gd name="T1" fmla="*/ 24 h 287"/>
                <a:gd name="T2" fmla="*/ 0 w 365"/>
                <a:gd name="T3" fmla="*/ 60 h 287"/>
                <a:gd name="T4" fmla="*/ 66 w 365"/>
                <a:gd name="T5" fmla="*/ 108 h 287"/>
                <a:gd name="T6" fmla="*/ 143 w 365"/>
                <a:gd name="T7" fmla="*/ 180 h 287"/>
                <a:gd name="T8" fmla="*/ 191 w 365"/>
                <a:gd name="T9" fmla="*/ 168 h 287"/>
                <a:gd name="T10" fmla="*/ 341 w 365"/>
                <a:gd name="T11" fmla="*/ 287 h 287"/>
                <a:gd name="T12" fmla="*/ 305 w 365"/>
                <a:gd name="T13" fmla="*/ 174 h 287"/>
                <a:gd name="T14" fmla="*/ 365 w 365"/>
                <a:gd name="T15" fmla="*/ 132 h 287"/>
                <a:gd name="T16" fmla="*/ 359 w 365"/>
                <a:gd name="T17" fmla="*/ 126 h 287"/>
                <a:gd name="T18" fmla="*/ 335 w 365"/>
                <a:gd name="T19" fmla="*/ 114 h 287"/>
                <a:gd name="T20" fmla="*/ 299 w 365"/>
                <a:gd name="T21" fmla="*/ 90 h 287"/>
                <a:gd name="T22" fmla="*/ 257 w 365"/>
                <a:gd name="T23" fmla="*/ 72 h 287"/>
                <a:gd name="T24" fmla="*/ 215 w 365"/>
                <a:gd name="T25" fmla="*/ 54 h 287"/>
                <a:gd name="T26" fmla="*/ 173 w 365"/>
                <a:gd name="T27" fmla="*/ 36 h 287"/>
                <a:gd name="T28" fmla="*/ 143 w 365"/>
                <a:gd name="T29" fmla="*/ 24 h 287"/>
                <a:gd name="T30" fmla="*/ 131 w 365"/>
                <a:gd name="T31" fmla="*/ 18 h 287"/>
                <a:gd name="T32" fmla="*/ 107 w 365"/>
                <a:gd name="T33" fmla="*/ 18 h 287"/>
                <a:gd name="T34" fmla="*/ 95 w 365"/>
                <a:gd name="T35" fmla="*/ 18 h 287"/>
                <a:gd name="T36" fmla="*/ 72 w 365"/>
                <a:gd name="T37" fmla="*/ 12 h 287"/>
                <a:gd name="T38" fmla="*/ 66 w 365"/>
                <a:gd name="T39" fmla="*/ 12 h 287"/>
                <a:gd name="T40" fmla="*/ 54 w 365"/>
                <a:gd name="T41" fmla="*/ 6 h 287"/>
                <a:gd name="T42" fmla="*/ 42 w 365"/>
                <a:gd name="T43" fmla="*/ 0 h 287"/>
                <a:gd name="T44" fmla="*/ 30 w 365"/>
                <a:gd name="T45" fmla="*/ 0 h 287"/>
                <a:gd name="T46" fmla="*/ 24 w 365"/>
                <a:gd name="T47" fmla="*/ 24 h 287"/>
                <a:gd name="T48" fmla="*/ 24 w 365"/>
                <a:gd name="T49" fmla="*/ 24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65" h="287">
                  <a:moveTo>
                    <a:pt x="24" y="24"/>
                  </a:moveTo>
                  <a:lnTo>
                    <a:pt x="0" y="60"/>
                  </a:lnTo>
                  <a:lnTo>
                    <a:pt x="66" y="108"/>
                  </a:lnTo>
                  <a:lnTo>
                    <a:pt x="143" y="180"/>
                  </a:lnTo>
                  <a:lnTo>
                    <a:pt x="191" y="168"/>
                  </a:lnTo>
                  <a:lnTo>
                    <a:pt x="341" y="287"/>
                  </a:lnTo>
                  <a:lnTo>
                    <a:pt x="305" y="174"/>
                  </a:lnTo>
                  <a:lnTo>
                    <a:pt x="365" y="132"/>
                  </a:lnTo>
                  <a:lnTo>
                    <a:pt x="359" y="126"/>
                  </a:lnTo>
                  <a:lnTo>
                    <a:pt x="335" y="114"/>
                  </a:lnTo>
                  <a:lnTo>
                    <a:pt x="299" y="90"/>
                  </a:lnTo>
                  <a:lnTo>
                    <a:pt x="257" y="72"/>
                  </a:lnTo>
                  <a:lnTo>
                    <a:pt x="215" y="54"/>
                  </a:lnTo>
                  <a:lnTo>
                    <a:pt x="173" y="36"/>
                  </a:lnTo>
                  <a:lnTo>
                    <a:pt x="143" y="24"/>
                  </a:lnTo>
                  <a:lnTo>
                    <a:pt x="131" y="18"/>
                  </a:lnTo>
                  <a:lnTo>
                    <a:pt x="107" y="18"/>
                  </a:lnTo>
                  <a:lnTo>
                    <a:pt x="95" y="18"/>
                  </a:lnTo>
                  <a:lnTo>
                    <a:pt x="72" y="12"/>
                  </a:lnTo>
                  <a:lnTo>
                    <a:pt x="66" y="12"/>
                  </a:lnTo>
                  <a:lnTo>
                    <a:pt x="54" y="6"/>
                  </a:lnTo>
                  <a:lnTo>
                    <a:pt x="42" y="0"/>
                  </a:lnTo>
                  <a:lnTo>
                    <a:pt x="30" y="0"/>
                  </a:lnTo>
                  <a:lnTo>
                    <a:pt x="24" y="24"/>
                  </a:lnTo>
                  <a:lnTo>
                    <a:pt x="24" y="2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37" name="Freeform 17">
              <a:extLst>
                <a:ext uri="{FF2B5EF4-FFF2-40B4-BE49-F238E27FC236}">
                  <a16:creationId xmlns:a16="http://schemas.microsoft.com/office/drawing/2014/main" id="{E0851CE5-369C-73D0-1719-C3FA15EB3F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3" y="3829"/>
              <a:ext cx="2033" cy="499"/>
            </a:xfrm>
            <a:custGeom>
              <a:avLst/>
              <a:gdLst>
                <a:gd name="T0" fmla="*/ 186 w 2033"/>
                <a:gd name="T1" fmla="*/ 18 h 499"/>
                <a:gd name="T2" fmla="*/ 138 w 2033"/>
                <a:gd name="T3" fmla="*/ 6 h 499"/>
                <a:gd name="T4" fmla="*/ 96 w 2033"/>
                <a:gd name="T5" fmla="*/ 0 h 499"/>
                <a:gd name="T6" fmla="*/ 36 w 2033"/>
                <a:gd name="T7" fmla="*/ 0 h 499"/>
                <a:gd name="T8" fmla="*/ 12 w 2033"/>
                <a:gd name="T9" fmla="*/ 25 h 499"/>
                <a:gd name="T10" fmla="*/ 0 w 2033"/>
                <a:gd name="T11" fmla="*/ 128 h 499"/>
                <a:gd name="T12" fmla="*/ 60 w 2033"/>
                <a:gd name="T13" fmla="*/ 104 h 499"/>
                <a:gd name="T14" fmla="*/ 90 w 2033"/>
                <a:gd name="T15" fmla="*/ 134 h 499"/>
                <a:gd name="T16" fmla="*/ 150 w 2033"/>
                <a:gd name="T17" fmla="*/ 153 h 499"/>
                <a:gd name="T18" fmla="*/ 209 w 2033"/>
                <a:gd name="T19" fmla="*/ 273 h 499"/>
                <a:gd name="T20" fmla="*/ 401 w 2033"/>
                <a:gd name="T21" fmla="*/ 359 h 499"/>
                <a:gd name="T22" fmla="*/ 777 w 2033"/>
                <a:gd name="T23" fmla="*/ 359 h 499"/>
                <a:gd name="T24" fmla="*/ 2033 w 2033"/>
                <a:gd name="T25" fmla="*/ 499 h 499"/>
                <a:gd name="T26" fmla="*/ 2033 w 2033"/>
                <a:gd name="T27" fmla="*/ 499 h 499"/>
                <a:gd name="T28" fmla="*/ 1991 w 2033"/>
                <a:gd name="T29" fmla="*/ 493 h 499"/>
                <a:gd name="T30" fmla="*/ 676 w 2033"/>
                <a:gd name="T31" fmla="*/ 243 h 499"/>
                <a:gd name="T32" fmla="*/ 514 w 2033"/>
                <a:gd name="T33" fmla="*/ 159 h 499"/>
                <a:gd name="T34" fmla="*/ 425 w 2033"/>
                <a:gd name="T35" fmla="*/ 110 h 499"/>
                <a:gd name="T36" fmla="*/ 365 w 2033"/>
                <a:gd name="T37" fmla="*/ 92 h 499"/>
                <a:gd name="T38" fmla="*/ 281 w 2033"/>
                <a:gd name="T39" fmla="*/ 61 h 499"/>
                <a:gd name="T40" fmla="*/ 186 w 2033"/>
                <a:gd name="T41" fmla="*/ 18 h 499"/>
                <a:gd name="T42" fmla="*/ 186 w 2033"/>
                <a:gd name="T43" fmla="*/ 18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33" h="499">
                  <a:moveTo>
                    <a:pt x="186" y="18"/>
                  </a:moveTo>
                  <a:lnTo>
                    <a:pt x="138" y="6"/>
                  </a:lnTo>
                  <a:lnTo>
                    <a:pt x="96" y="0"/>
                  </a:lnTo>
                  <a:lnTo>
                    <a:pt x="36" y="0"/>
                  </a:lnTo>
                  <a:lnTo>
                    <a:pt x="12" y="25"/>
                  </a:lnTo>
                  <a:lnTo>
                    <a:pt x="0" y="128"/>
                  </a:lnTo>
                  <a:lnTo>
                    <a:pt x="60" y="104"/>
                  </a:lnTo>
                  <a:lnTo>
                    <a:pt x="90" y="134"/>
                  </a:lnTo>
                  <a:lnTo>
                    <a:pt x="150" y="153"/>
                  </a:lnTo>
                  <a:lnTo>
                    <a:pt x="209" y="273"/>
                  </a:lnTo>
                  <a:lnTo>
                    <a:pt x="401" y="359"/>
                  </a:lnTo>
                  <a:lnTo>
                    <a:pt x="777" y="359"/>
                  </a:lnTo>
                  <a:lnTo>
                    <a:pt x="2033" y="499"/>
                  </a:lnTo>
                  <a:lnTo>
                    <a:pt x="2033" y="499"/>
                  </a:lnTo>
                  <a:lnTo>
                    <a:pt x="1991" y="493"/>
                  </a:lnTo>
                  <a:lnTo>
                    <a:pt x="676" y="243"/>
                  </a:lnTo>
                  <a:lnTo>
                    <a:pt x="514" y="159"/>
                  </a:lnTo>
                  <a:lnTo>
                    <a:pt x="425" y="110"/>
                  </a:lnTo>
                  <a:lnTo>
                    <a:pt x="365" y="92"/>
                  </a:lnTo>
                  <a:lnTo>
                    <a:pt x="281" y="61"/>
                  </a:lnTo>
                  <a:lnTo>
                    <a:pt x="186" y="18"/>
                  </a:lnTo>
                  <a:lnTo>
                    <a:pt x="186" y="1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38" name="Freeform 18">
              <a:extLst>
                <a:ext uri="{FF2B5EF4-FFF2-40B4-BE49-F238E27FC236}">
                  <a16:creationId xmlns:a16="http://schemas.microsoft.com/office/drawing/2014/main" id="{7D32754A-B461-53E5-5B9D-6E265DE859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30" y="3823"/>
              <a:ext cx="71" cy="61"/>
            </a:xfrm>
            <a:custGeom>
              <a:avLst/>
              <a:gdLst>
                <a:gd name="T0" fmla="*/ 0 w 71"/>
                <a:gd name="T1" fmla="*/ 18 h 60"/>
                <a:gd name="T2" fmla="*/ 6 w 71"/>
                <a:gd name="T3" fmla="*/ 18 h 60"/>
                <a:gd name="T4" fmla="*/ 12 w 71"/>
                <a:gd name="T5" fmla="*/ 12 h 60"/>
                <a:gd name="T6" fmla="*/ 6 w 71"/>
                <a:gd name="T7" fmla="*/ 6 h 60"/>
                <a:gd name="T8" fmla="*/ 0 w 71"/>
                <a:gd name="T9" fmla="*/ 0 h 60"/>
                <a:gd name="T10" fmla="*/ 29 w 71"/>
                <a:gd name="T11" fmla="*/ 18 h 60"/>
                <a:gd name="T12" fmla="*/ 53 w 71"/>
                <a:gd name="T13" fmla="*/ 18 h 60"/>
                <a:gd name="T14" fmla="*/ 59 w 71"/>
                <a:gd name="T15" fmla="*/ 30 h 60"/>
                <a:gd name="T16" fmla="*/ 65 w 71"/>
                <a:gd name="T17" fmla="*/ 42 h 60"/>
                <a:gd name="T18" fmla="*/ 71 w 71"/>
                <a:gd name="T19" fmla="*/ 54 h 60"/>
                <a:gd name="T20" fmla="*/ 71 w 71"/>
                <a:gd name="T21" fmla="*/ 60 h 60"/>
                <a:gd name="T22" fmla="*/ 59 w 71"/>
                <a:gd name="T23" fmla="*/ 54 h 60"/>
                <a:gd name="T24" fmla="*/ 47 w 71"/>
                <a:gd name="T25" fmla="*/ 42 h 60"/>
                <a:gd name="T26" fmla="*/ 23 w 71"/>
                <a:gd name="T27" fmla="*/ 30 h 60"/>
                <a:gd name="T28" fmla="*/ 23 w 71"/>
                <a:gd name="T29" fmla="*/ 36 h 60"/>
                <a:gd name="T30" fmla="*/ 18 w 71"/>
                <a:gd name="T31" fmla="*/ 42 h 60"/>
                <a:gd name="T32" fmla="*/ 12 w 71"/>
                <a:gd name="T33" fmla="*/ 48 h 60"/>
                <a:gd name="T34" fmla="*/ 6 w 71"/>
                <a:gd name="T35" fmla="*/ 48 h 60"/>
                <a:gd name="T36" fmla="*/ 6 w 71"/>
                <a:gd name="T37" fmla="*/ 48 h 60"/>
                <a:gd name="T38" fmla="*/ 6 w 71"/>
                <a:gd name="T39" fmla="*/ 36 h 60"/>
                <a:gd name="T40" fmla="*/ 0 w 71"/>
                <a:gd name="T41" fmla="*/ 18 h 60"/>
                <a:gd name="T42" fmla="*/ 0 w 71"/>
                <a:gd name="T43" fmla="*/ 1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1" h="60">
                  <a:moveTo>
                    <a:pt x="0" y="18"/>
                  </a:moveTo>
                  <a:lnTo>
                    <a:pt x="6" y="18"/>
                  </a:lnTo>
                  <a:lnTo>
                    <a:pt x="12" y="12"/>
                  </a:lnTo>
                  <a:lnTo>
                    <a:pt x="6" y="6"/>
                  </a:lnTo>
                  <a:lnTo>
                    <a:pt x="0" y="0"/>
                  </a:lnTo>
                  <a:lnTo>
                    <a:pt x="29" y="18"/>
                  </a:lnTo>
                  <a:lnTo>
                    <a:pt x="53" y="18"/>
                  </a:lnTo>
                  <a:lnTo>
                    <a:pt x="59" y="30"/>
                  </a:lnTo>
                  <a:lnTo>
                    <a:pt x="65" y="42"/>
                  </a:lnTo>
                  <a:lnTo>
                    <a:pt x="71" y="54"/>
                  </a:lnTo>
                  <a:lnTo>
                    <a:pt x="71" y="60"/>
                  </a:lnTo>
                  <a:lnTo>
                    <a:pt x="59" y="54"/>
                  </a:lnTo>
                  <a:lnTo>
                    <a:pt x="47" y="42"/>
                  </a:lnTo>
                  <a:lnTo>
                    <a:pt x="23" y="30"/>
                  </a:lnTo>
                  <a:lnTo>
                    <a:pt x="23" y="36"/>
                  </a:lnTo>
                  <a:lnTo>
                    <a:pt x="18" y="42"/>
                  </a:lnTo>
                  <a:lnTo>
                    <a:pt x="12" y="48"/>
                  </a:lnTo>
                  <a:lnTo>
                    <a:pt x="6" y="48"/>
                  </a:lnTo>
                  <a:lnTo>
                    <a:pt x="6" y="48"/>
                  </a:lnTo>
                  <a:lnTo>
                    <a:pt x="6" y="36"/>
                  </a:lnTo>
                  <a:lnTo>
                    <a:pt x="0" y="18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39" name="Freeform 19">
              <a:extLst>
                <a:ext uri="{FF2B5EF4-FFF2-40B4-BE49-F238E27FC236}">
                  <a16:creationId xmlns:a16="http://schemas.microsoft.com/office/drawing/2014/main" id="{72B0B6D1-7F7F-51A0-31BA-F1B8548285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5" y="3842"/>
              <a:ext cx="161" cy="164"/>
            </a:xfrm>
            <a:custGeom>
              <a:avLst/>
              <a:gdLst>
                <a:gd name="T0" fmla="*/ 30 w 161"/>
                <a:gd name="T1" fmla="*/ 0 h 162"/>
                <a:gd name="T2" fmla="*/ 48 w 161"/>
                <a:gd name="T3" fmla="*/ 6 h 162"/>
                <a:gd name="T4" fmla="*/ 72 w 161"/>
                <a:gd name="T5" fmla="*/ 6 h 162"/>
                <a:gd name="T6" fmla="*/ 114 w 161"/>
                <a:gd name="T7" fmla="*/ 12 h 162"/>
                <a:gd name="T8" fmla="*/ 96 w 161"/>
                <a:gd name="T9" fmla="*/ 54 h 162"/>
                <a:gd name="T10" fmla="*/ 96 w 161"/>
                <a:gd name="T11" fmla="*/ 60 h 162"/>
                <a:gd name="T12" fmla="*/ 102 w 161"/>
                <a:gd name="T13" fmla="*/ 72 h 162"/>
                <a:gd name="T14" fmla="*/ 108 w 161"/>
                <a:gd name="T15" fmla="*/ 84 h 162"/>
                <a:gd name="T16" fmla="*/ 120 w 161"/>
                <a:gd name="T17" fmla="*/ 96 h 162"/>
                <a:gd name="T18" fmla="*/ 143 w 161"/>
                <a:gd name="T19" fmla="*/ 114 h 162"/>
                <a:gd name="T20" fmla="*/ 155 w 161"/>
                <a:gd name="T21" fmla="*/ 138 h 162"/>
                <a:gd name="T22" fmla="*/ 161 w 161"/>
                <a:gd name="T23" fmla="*/ 156 h 162"/>
                <a:gd name="T24" fmla="*/ 161 w 161"/>
                <a:gd name="T25" fmla="*/ 162 h 162"/>
                <a:gd name="T26" fmla="*/ 96 w 161"/>
                <a:gd name="T27" fmla="*/ 102 h 162"/>
                <a:gd name="T28" fmla="*/ 30 w 161"/>
                <a:gd name="T29" fmla="*/ 54 h 162"/>
                <a:gd name="T30" fmla="*/ 0 w 161"/>
                <a:gd name="T31" fmla="*/ 0 h 162"/>
                <a:gd name="T32" fmla="*/ 30 w 161"/>
                <a:gd name="T33" fmla="*/ 0 h 162"/>
                <a:gd name="T34" fmla="*/ 30 w 161"/>
                <a:gd name="T35" fmla="*/ 0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1" h="162">
                  <a:moveTo>
                    <a:pt x="30" y="0"/>
                  </a:moveTo>
                  <a:lnTo>
                    <a:pt x="48" y="6"/>
                  </a:lnTo>
                  <a:lnTo>
                    <a:pt x="72" y="6"/>
                  </a:lnTo>
                  <a:lnTo>
                    <a:pt x="114" y="12"/>
                  </a:lnTo>
                  <a:lnTo>
                    <a:pt x="96" y="54"/>
                  </a:lnTo>
                  <a:lnTo>
                    <a:pt x="96" y="60"/>
                  </a:lnTo>
                  <a:lnTo>
                    <a:pt x="102" y="72"/>
                  </a:lnTo>
                  <a:lnTo>
                    <a:pt x="108" y="84"/>
                  </a:lnTo>
                  <a:lnTo>
                    <a:pt x="120" y="96"/>
                  </a:lnTo>
                  <a:lnTo>
                    <a:pt x="143" y="114"/>
                  </a:lnTo>
                  <a:lnTo>
                    <a:pt x="155" y="138"/>
                  </a:lnTo>
                  <a:lnTo>
                    <a:pt x="161" y="156"/>
                  </a:lnTo>
                  <a:lnTo>
                    <a:pt x="161" y="162"/>
                  </a:lnTo>
                  <a:lnTo>
                    <a:pt x="96" y="102"/>
                  </a:lnTo>
                  <a:lnTo>
                    <a:pt x="30" y="54"/>
                  </a:lnTo>
                  <a:lnTo>
                    <a:pt x="0" y="0"/>
                  </a:lnTo>
                  <a:lnTo>
                    <a:pt x="30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40" name="Freeform 20">
              <a:extLst>
                <a:ext uri="{FF2B5EF4-FFF2-40B4-BE49-F238E27FC236}">
                  <a16:creationId xmlns:a16="http://schemas.microsoft.com/office/drawing/2014/main" id="{F0D79DF3-3A9A-1D4D-A4E3-345BD6D0B4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06" y="3854"/>
              <a:ext cx="59" cy="61"/>
            </a:xfrm>
            <a:custGeom>
              <a:avLst/>
              <a:gdLst>
                <a:gd name="T0" fmla="*/ 59 w 59"/>
                <a:gd name="T1" fmla="*/ 6 h 60"/>
                <a:gd name="T2" fmla="*/ 41 w 59"/>
                <a:gd name="T3" fmla="*/ 30 h 60"/>
                <a:gd name="T4" fmla="*/ 41 w 59"/>
                <a:gd name="T5" fmla="*/ 36 h 60"/>
                <a:gd name="T6" fmla="*/ 47 w 59"/>
                <a:gd name="T7" fmla="*/ 42 h 60"/>
                <a:gd name="T8" fmla="*/ 53 w 59"/>
                <a:gd name="T9" fmla="*/ 54 h 60"/>
                <a:gd name="T10" fmla="*/ 53 w 59"/>
                <a:gd name="T11" fmla="*/ 60 h 60"/>
                <a:gd name="T12" fmla="*/ 47 w 59"/>
                <a:gd name="T13" fmla="*/ 54 h 60"/>
                <a:gd name="T14" fmla="*/ 35 w 59"/>
                <a:gd name="T15" fmla="*/ 48 h 60"/>
                <a:gd name="T16" fmla="*/ 23 w 59"/>
                <a:gd name="T17" fmla="*/ 36 h 60"/>
                <a:gd name="T18" fmla="*/ 17 w 59"/>
                <a:gd name="T19" fmla="*/ 30 h 60"/>
                <a:gd name="T20" fmla="*/ 0 w 59"/>
                <a:gd name="T21" fmla="*/ 0 h 60"/>
                <a:gd name="T22" fmla="*/ 59 w 59"/>
                <a:gd name="T23" fmla="*/ 6 h 60"/>
                <a:gd name="T24" fmla="*/ 59 w 59"/>
                <a:gd name="T25" fmla="*/ 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" h="60">
                  <a:moveTo>
                    <a:pt x="59" y="6"/>
                  </a:moveTo>
                  <a:lnTo>
                    <a:pt x="41" y="30"/>
                  </a:lnTo>
                  <a:lnTo>
                    <a:pt x="41" y="36"/>
                  </a:lnTo>
                  <a:lnTo>
                    <a:pt x="47" y="42"/>
                  </a:lnTo>
                  <a:lnTo>
                    <a:pt x="53" y="54"/>
                  </a:lnTo>
                  <a:lnTo>
                    <a:pt x="53" y="60"/>
                  </a:lnTo>
                  <a:lnTo>
                    <a:pt x="47" y="54"/>
                  </a:lnTo>
                  <a:lnTo>
                    <a:pt x="35" y="48"/>
                  </a:lnTo>
                  <a:lnTo>
                    <a:pt x="23" y="36"/>
                  </a:lnTo>
                  <a:lnTo>
                    <a:pt x="17" y="30"/>
                  </a:lnTo>
                  <a:lnTo>
                    <a:pt x="0" y="0"/>
                  </a:lnTo>
                  <a:lnTo>
                    <a:pt x="59" y="6"/>
                  </a:lnTo>
                  <a:lnTo>
                    <a:pt x="59" y="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41" name="Freeform 21">
              <a:extLst>
                <a:ext uri="{FF2B5EF4-FFF2-40B4-BE49-F238E27FC236}">
                  <a16:creationId xmlns:a16="http://schemas.microsoft.com/office/drawing/2014/main" id="{E6C040D7-55E8-2285-7B4A-D17B38C9B3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5" y="3811"/>
              <a:ext cx="245" cy="207"/>
            </a:xfrm>
            <a:custGeom>
              <a:avLst/>
              <a:gdLst>
                <a:gd name="T0" fmla="*/ 233 w 245"/>
                <a:gd name="T1" fmla="*/ 36 h 204"/>
                <a:gd name="T2" fmla="*/ 245 w 245"/>
                <a:gd name="T3" fmla="*/ 42 h 204"/>
                <a:gd name="T4" fmla="*/ 209 w 245"/>
                <a:gd name="T5" fmla="*/ 84 h 204"/>
                <a:gd name="T6" fmla="*/ 143 w 245"/>
                <a:gd name="T7" fmla="*/ 132 h 204"/>
                <a:gd name="T8" fmla="*/ 167 w 245"/>
                <a:gd name="T9" fmla="*/ 156 h 204"/>
                <a:gd name="T10" fmla="*/ 179 w 245"/>
                <a:gd name="T11" fmla="*/ 204 h 204"/>
                <a:gd name="T12" fmla="*/ 77 w 245"/>
                <a:gd name="T13" fmla="*/ 132 h 204"/>
                <a:gd name="T14" fmla="*/ 47 w 245"/>
                <a:gd name="T15" fmla="*/ 84 h 204"/>
                <a:gd name="T16" fmla="*/ 89 w 245"/>
                <a:gd name="T17" fmla="*/ 66 h 204"/>
                <a:gd name="T18" fmla="*/ 59 w 245"/>
                <a:gd name="T19" fmla="*/ 36 h 204"/>
                <a:gd name="T20" fmla="*/ 0 w 245"/>
                <a:gd name="T21" fmla="*/ 12 h 204"/>
                <a:gd name="T22" fmla="*/ 0 w 245"/>
                <a:gd name="T23" fmla="*/ 0 h 204"/>
                <a:gd name="T24" fmla="*/ 6 w 245"/>
                <a:gd name="T25" fmla="*/ 0 h 204"/>
                <a:gd name="T26" fmla="*/ 12 w 245"/>
                <a:gd name="T27" fmla="*/ 0 h 204"/>
                <a:gd name="T28" fmla="*/ 47 w 245"/>
                <a:gd name="T29" fmla="*/ 6 h 204"/>
                <a:gd name="T30" fmla="*/ 77 w 245"/>
                <a:gd name="T31" fmla="*/ 6 h 204"/>
                <a:gd name="T32" fmla="*/ 83 w 245"/>
                <a:gd name="T33" fmla="*/ 6 h 204"/>
                <a:gd name="T34" fmla="*/ 89 w 245"/>
                <a:gd name="T35" fmla="*/ 6 h 204"/>
                <a:gd name="T36" fmla="*/ 101 w 245"/>
                <a:gd name="T37" fmla="*/ 12 h 204"/>
                <a:gd name="T38" fmla="*/ 125 w 245"/>
                <a:gd name="T39" fmla="*/ 12 h 204"/>
                <a:gd name="T40" fmla="*/ 143 w 245"/>
                <a:gd name="T41" fmla="*/ 18 h 204"/>
                <a:gd name="T42" fmla="*/ 149 w 245"/>
                <a:gd name="T43" fmla="*/ 18 h 204"/>
                <a:gd name="T44" fmla="*/ 149 w 245"/>
                <a:gd name="T45" fmla="*/ 18 h 204"/>
                <a:gd name="T46" fmla="*/ 203 w 245"/>
                <a:gd name="T47" fmla="*/ 24 h 204"/>
                <a:gd name="T48" fmla="*/ 233 w 245"/>
                <a:gd name="T49" fmla="*/ 36 h 204"/>
                <a:gd name="T50" fmla="*/ 233 w 245"/>
                <a:gd name="T51" fmla="*/ 36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45" h="204">
                  <a:moveTo>
                    <a:pt x="233" y="36"/>
                  </a:moveTo>
                  <a:lnTo>
                    <a:pt x="245" y="42"/>
                  </a:lnTo>
                  <a:lnTo>
                    <a:pt x="209" y="84"/>
                  </a:lnTo>
                  <a:lnTo>
                    <a:pt x="143" y="132"/>
                  </a:lnTo>
                  <a:lnTo>
                    <a:pt x="167" y="156"/>
                  </a:lnTo>
                  <a:lnTo>
                    <a:pt x="179" y="204"/>
                  </a:lnTo>
                  <a:lnTo>
                    <a:pt x="77" y="132"/>
                  </a:lnTo>
                  <a:lnTo>
                    <a:pt x="47" y="84"/>
                  </a:lnTo>
                  <a:lnTo>
                    <a:pt x="89" y="66"/>
                  </a:lnTo>
                  <a:lnTo>
                    <a:pt x="59" y="36"/>
                  </a:lnTo>
                  <a:lnTo>
                    <a:pt x="0" y="12"/>
                  </a:lnTo>
                  <a:lnTo>
                    <a:pt x="0" y="0"/>
                  </a:lnTo>
                  <a:lnTo>
                    <a:pt x="6" y="0"/>
                  </a:lnTo>
                  <a:lnTo>
                    <a:pt x="12" y="0"/>
                  </a:lnTo>
                  <a:lnTo>
                    <a:pt x="47" y="6"/>
                  </a:lnTo>
                  <a:lnTo>
                    <a:pt x="77" y="6"/>
                  </a:lnTo>
                  <a:lnTo>
                    <a:pt x="83" y="6"/>
                  </a:lnTo>
                  <a:lnTo>
                    <a:pt x="89" y="6"/>
                  </a:lnTo>
                  <a:lnTo>
                    <a:pt x="101" y="12"/>
                  </a:lnTo>
                  <a:lnTo>
                    <a:pt x="125" y="12"/>
                  </a:lnTo>
                  <a:lnTo>
                    <a:pt x="143" y="18"/>
                  </a:lnTo>
                  <a:lnTo>
                    <a:pt x="149" y="18"/>
                  </a:lnTo>
                  <a:lnTo>
                    <a:pt x="149" y="18"/>
                  </a:lnTo>
                  <a:lnTo>
                    <a:pt x="203" y="24"/>
                  </a:lnTo>
                  <a:lnTo>
                    <a:pt x="233" y="36"/>
                  </a:lnTo>
                  <a:lnTo>
                    <a:pt x="233" y="3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5142" name="Rectangle 22">
            <a:extLst>
              <a:ext uri="{FF2B5EF4-FFF2-40B4-BE49-F238E27FC236}">
                <a16:creationId xmlns:a16="http://schemas.microsoft.com/office/drawing/2014/main" id="{5AF5AE6B-A29A-5075-9673-4009A680A11B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457200" y="1447800"/>
            <a:ext cx="8229600" cy="1736725"/>
          </a:xfrm>
        </p:spPr>
        <p:txBody>
          <a:bodyPr/>
          <a:lstStyle>
            <a:lvl1pPr>
              <a:defRPr sz="54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5143" name="Rectangle 23">
            <a:extLst>
              <a:ext uri="{FF2B5EF4-FFF2-40B4-BE49-F238E27FC236}">
                <a16:creationId xmlns:a16="http://schemas.microsoft.com/office/drawing/2014/main" id="{2D8D3B7F-6A93-5F3D-08A8-F40D4728C476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4290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5144" name="Rectangle 24">
            <a:extLst>
              <a:ext uri="{FF2B5EF4-FFF2-40B4-BE49-F238E27FC236}">
                <a16:creationId xmlns:a16="http://schemas.microsoft.com/office/drawing/2014/main" id="{7AC0D74D-BC72-A4A5-B6BD-571A9C732C69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145" name="Rectangle 25">
            <a:extLst>
              <a:ext uri="{FF2B5EF4-FFF2-40B4-BE49-F238E27FC236}">
                <a16:creationId xmlns:a16="http://schemas.microsoft.com/office/drawing/2014/main" id="{CC786260-E67C-CFE1-9828-738C1C14F49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62F6FCAC-3D53-46C8-8091-598FE6D625E1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5146" name="Rectangle 26">
            <a:extLst>
              <a:ext uri="{FF2B5EF4-FFF2-40B4-BE49-F238E27FC236}">
                <a16:creationId xmlns:a16="http://schemas.microsoft.com/office/drawing/2014/main" id="{708A53F3-DDA6-7175-9473-EEDE4E1FDAC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80D759-5E35-23D9-2261-E135D3CD1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3B0232-213A-D993-6E9D-9787CCB22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9683DC-21BD-7544-E72B-3CC983031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68BDE8-2BDF-F704-E21A-432E90C9C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28410A1-B159-222D-F0CC-FD6FEBFFF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BDEC0B-C4EC-4193-B5EB-9EAAAE22904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47486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DAA3E0-D9E4-72F6-4BD9-6EEA944D3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A77C871-DEDE-D3B1-B9E5-6D2D7FCD3D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3BF6CCD-04E7-C951-C2F4-7FA17E6FB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D6E4282-BD89-769A-1207-3F542EFE7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888D507-9D96-CE1F-F24B-BE3EFF11F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86CB76-A95B-434D-9B33-CC833C6BAEC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15276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A9132D-C559-F120-455A-60D59ECF8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7A1915-6B24-3C75-36CC-3E30E38E6E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495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B4AC35A-FCA5-9BF3-E50E-549945F48D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95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9E1AE6-D783-36FF-2D64-7E66118FA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125F3CC-EDC7-79DB-C95F-FF732C538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4E2E55B-4D55-6DF2-69E2-62FC5C5AA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905481-DEC3-40AC-9B0A-4B92B72ED3A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76859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FC6256-AE60-E1A7-7219-8D8352D86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946755A-0F53-D1E8-9E9F-EF2F2A2A4E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8873A8D-9D3C-1A4D-00D8-99C56ACE10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0F94CE2-2389-3B79-BAF3-C388459C9F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8B27E21-0EB9-DD29-5E57-0B79A6B404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AA7209D-A74A-6174-B71C-01227A3E5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3375F2D-F5DB-C9EF-4ACD-F90A417C4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8548EF2-8B1C-8EA0-286C-C97D1776E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3A1947-FEEB-4D8E-8A3A-6A1445FF800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96151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D6F05C-1FAB-7B4A-72DB-0276DAA11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A860315-4007-1C25-BC17-1658111D4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F8308F2-6645-CF2B-C76F-35917AB25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B8A5E03-A8B2-9D13-528E-2464C0FC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5605F5-B71A-454D-8960-041DD94B02A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00964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A99908A-E1C6-0E96-2674-ED5540DCA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E182A73-E5DF-695A-34D9-978BF4FA4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0EE40F8-8DC2-5504-FDC5-05517F7AB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BF74CE-F7AD-4F5F-9805-52A94FC0B73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95321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628A91-DCC5-27D2-609A-8A2DC6FCA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2F76E0-0DA3-EEA1-A722-9154947CD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3CE038B-3203-C02C-7F4E-4729E772B9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ED4884B-8168-E8E7-CA96-456E136BB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39CDDD6-BDEB-3E6B-2529-1B010D45E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7DE1A35-4CA7-248D-99F6-7DDB4F247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015E46-DAB1-4B7E-B2AB-FF283775081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86671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ECD144-36FC-D181-2544-113CCB469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63449B3-BFD1-C391-1C28-C1F3C09614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9D35ED9-034E-DC64-EE81-0FE3606C0F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0B8AA5-5040-9107-C118-C3D56EAC6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DD97614-5D24-122F-0EEF-CACE144A7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7E4574C-0DC7-6895-A479-84AF0E078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677C6F-F0F5-427E-B780-CEF42D1DECC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98000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352256-EDB8-55EE-21E2-FD894BBE5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72BC2CD-D767-0C46-F733-ECCD02D9F1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0B9F3F6-B28E-77F5-4421-EA72C6E3B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1AEA6D-04F8-D8F0-6398-FB6FBBAB9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FF64784-BD87-61F5-8983-1BDB6209A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E237BA-3DAD-435A-A337-9C1FACF78BF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7395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7484BD7-4FDF-5DFA-F953-2FAFA09128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28600"/>
            <a:ext cx="2057400" cy="58674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6FA78CD-5713-C2CD-14AF-ABBD8F6E27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28600"/>
            <a:ext cx="6019800" cy="586740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F25DB3-5FA9-8377-B018-F0B156B8E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F62F267-91D6-614E-B9B6-B859C6731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34F269F-45A9-800F-0407-4DCF6BFD9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7D2B65-4EF1-4F64-8B42-84CD8553D1B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47380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>
            <a:extLst>
              <a:ext uri="{FF2B5EF4-FFF2-40B4-BE49-F238E27FC236}">
                <a16:creationId xmlns:a16="http://schemas.microsoft.com/office/drawing/2014/main" id="{65E7D226-61AE-894A-BAEE-A7B1ACC3F6A9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4099" name="Freeform 3">
              <a:extLst>
                <a:ext uri="{FF2B5EF4-FFF2-40B4-BE49-F238E27FC236}">
                  <a16:creationId xmlns:a16="http://schemas.microsoft.com/office/drawing/2014/main" id="{B907A65A-E576-5A5A-1CAB-26AAF76BC98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072"/>
              <a:ext cx="5760" cy="1248"/>
            </a:xfrm>
            <a:custGeom>
              <a:avLst/>
              <a:gdLst>
                <a:gd name="T0" fmla="*/ 6027 w 6027"/>
                <a:gd name="T1" fmla="*/ 2296 h 2296"/>
                <a:gd name="T2" fmla="*/ 0 w 6027"/>
                <a:gd name="T3" fmla="*/ 2296 h 2296"/>
                <a:gd name="T4" fmla="*/ 0 w 6027"/>
                <a:gd name="T5" fmla="*/ 0 h 2296"/>
                <a:gd name="T6" fmla="*/ 6027 w 6027"/>
                <a:gd name="T7" fmla="*/ 0 h 2296"/>
                <a:gd name="T8" fmla="*/ 6027 w 6027"/>
                <a:gd name="T9" fmla="*/ 2296 h 2296"/>
                <a:gd name="T10" fmla="*/ 6027 w 6027"/>
                <a:gd name="T11" fmla="*/ 2296 h 2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27" h="2296">
                  <a:moveTo>
                    <a:pt x="6027" y="2296"/>
                  </a:moveTo>
                  <a:lnTo>
                    <a:pt x="0" y="2296"/>
                  </a:lnTo>
                  <a:lnTo>
                    <a:pt x="0" y="0"/>
                  </a:lnTo>
                  <a:lnTo>
                    <a:pt x="6027" y="0"/>
                  </a:lnTo>
                  <a:lnTo>
                    <a:pt x="6027" y="2296"/>
                  </a:lnTo>
                  <a:lnTo>
                    <a:pt x="6027" y="22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00" name="Freeform 4">
              <a:extLst>
                <a:ext uri="{FF2B5EF4-FFF2-40B4-BE49-F238E27FC236}">
                  <a16:creationId xmlns:a16="http://schemas.microsoft.com/office/drawing/2014/main" id="{B8D323CE-61E3-ED2A-AAA0-3ACF7D9ED41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5760" cy="3072"/>
            </a:xfrm>
            <a:custGeom>
              <a:avLst/>
              <a:gdLst>
                <a:gd name="T0" fmla="*/ 6027 w 6027"/>
                <a:gd name="T1" fmla="*/ 2296 h 2296"/>
                <a:gd name="T2" fmla="*/ 0 w 6027"/>
                <a:gd name="T3" fmla="*/ 2296 h 2296"/>
                <a:gd name="T4" fmla="*/ 0 w 6027"/>
                <a:gd name="T5" fmla="*/ 0 h 2296"/>
                <a:gd name="T6" fmla="*/ 6027 w 6027"/>
                <a:gd name="T7" fmla="*/ 0 h 2296"/>
                <a:gd name="T8" fmla="*/ 6027 w 6027"/>
                <a:gd name="T9" fmla="*/ 2296 h 2296"/>
                <a:gd name="T10" fmla="*/ 6027 w 6027"/>
                <a:gd name="T11" fmla="*/ 2296 h 2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27" h="2296">
                  <a:moveTo>
                    <a:pt x="6027" y="2296"/>
                  </a:moveTo>
                  <a:lnTo>
                    <a:pt x="0" y="2296"/>
                  </a:lnTo>
                  <a:lnTo>
                    <a:pt x="0" y="0"/>
                  </a:lnTo>
                  <a:lnTo>
                    <a:pt x="6027" y="0"/>
                  </a:lnTo>
                  <a:lnTo>
                    <a:pt x="6027" y="2296"/>
                  </a:lnTo>
                  <a:lnTo>
                    <a:pt x="6027" y="229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101" name="Freeform 5">
            <a:extLst>
              <a:ext uri="{FF2B5EF4-FFF2-40B4-BE49-F238E27FC236}">
                <a16:creationId xmlns:a16="http://schemas.microsoft.com/office/drawing/2014/main" id="{AFC86E52-C518-019E-F146-37AED4512C4F}"/>
              </a:ext>
            </a:extLst>
          </p:cNvPr>
          <p:cNvSpPr>
            <a:spLocks/>
          </p:cNvSpPr>
          <p:nvPr/>
        </p:nvSpPr>
        <p:spPr bwMode="hidden">
          <a:xfrm>
            <a:off x="6248400" y="6262688"/>
            <a:ext cx="2895600" cy="609600"/>
          </a:xfrm>
          <a:custGeom>
            <a:avLst/>
            <a:gdLst>
              <a:gd name="T0" fmla="*/ 5748 w 5748"/>
              <a:gd name="T1" fmla="*/ 246 h 246"/>
              <a:gd name="T2" fmla="*/ 0 w 5748"/>
              <a:gd name="T3" fmla="*/ 246 h 246"/>
              <a:gd name="T4" fmla="*/ 0 w 5748"/>
              <a:gd name="T5" fmla="*/ 0 h 246"/>
              <a:gd name="T6" fmla="*/ 5748 w 5748"/>
              <a:gd name="T7" fmla="*/ 0 h 246"/>
              <a:gd name="T8" fmla="*/ 5748 w 5748"/>
              <a:gd name="T9" fmla="*/ 246 h 246"/>
              <a:gd name="T10" fmla="*/ 5748 w 5748"/>
              <a:gd name="T11" fmla="*/ 246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748" h="246">
                <a:moveTo>
                  <a:pt x="5748" y="246"/>
                </a:moveTo>
                <a:lnTo>
                  <a:pt x="0" y="246"/>
                </a:lnTo>
                <a:lnTo>
                  <a:pt x="0" y="0"/>
                </a:lnTo>
                <a:lnTo>
                  <a:pt x="5748" y="0"/>
                </a:lnTo>
                <a:lnTo>
                  <a:pt x="5748" y="246"/>
                </a:lnTo>
                <a:lnTo>
                  <a:pt x="5748" y="246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pt-BR"/>
          </a:p>
        </p:txBody>
      </p:sp>
      <p:grpSp>
        <p:nvGrpSpPr>
          <p:cNvPr id="4102" name="Group 6">
            <a:extLst>
              <a:ext uri="{FF2B5EF4-FFF2-40B4-BE49-F238E27FC236}">
                <a16:creationId xmlns:a16="http://schemas.microsoft.com/office/drawing/2014/main" id="{AE251B67-DC9F-A528-F804-CE332BAAD912}"/>
              </a:ext>
            </a:extLst>
          </p:cNvPr>
          <p:cNvGrpSpPr>
            <a:grpSpLocks/>
          </p:cNvGrpSpPr>
          <p:nvPr/>
        </p:nvGrpSpPr>
        <p:grpSpPr bwMode="auto">
          <a:xfrm>
            <a:off x="0" y="6019800"/>
            <a:ext cx="7848600" cy="857250"/>
            <a:chOff x="0" y="3792"/>
            <a:chExt cx="4944" cy="540"/>
          </a:xfrm>
        </p:grpSpPr>
        <p:sp>
          <p:nvSpPr>
            <p:cNvPr id="4103" name="Freeform 7">
              <a:extLst>
                <a:ext uri="{FF2B5EF4-FFF2-40B4-BE49-F238E27FC236}">
                  <a16:creationId xmlns:a16="http://schemas.microsoft.com/office/drawing/2014/main" id="{5B52A2FE-30BA-AFFC-D0B1-62CB229BDA1C}"/>
                </a:ext>
              </a:extLst>
            </p:cNvPr>
            <p:cNvSpPr>
              <a:spLocks/>
            </p:cNvSpPr>
            <p:nvPr userDrawn="1"/>
          </p:nvSpPr>
          <p:spPr bwMode="ltGray">
            <a:xfrm>
              <a:off x="1488" y="3792"/>
              <a:ext cx="3240" cy="536"/>
            </a:xfrm>
            <a:custGeom>
              <a:avLst/>
              <a:gdLst>
                <a:gd name="T0" fmla="*/ 3132 w 3240"/>
                <a:gd name="T1" fmla="*/ 469 h 536"/>
                <a:gd name="T2" fmla="*/ 2995 w 3240"/>
                <a:gd name="T3" fmla="*/ 395 h 536"/>
                <a:gd name="T4" fmla="*/ 2911 w 3240"/>
                <a:gd name="T5" fmla="*/ 375 h 536"/>
                <a:gd name="T6" fmla="*/ 2678 w 3240"/>
                <a:gd name="T7" fmla="*/ 228 h 536"/>
                <a:gd name="T8" fmla="*/ 2553 w 3240"/>
                <a:gd name="T9" fmla="*/ 74 h 536"/>
                <a:gd name="T10" fmla="*/ 2457 w 3240"/>
                <a:gd name="T11" fmla="*/ 7 h 536"/>
                <a:gd name="T12" fmla="*/ 2403 w 3240"/>
                <a:gd name="T13" fmla="*/ 47 h 536"/>
                <a:gd name="T14" fmla="*/ 2289 w 3240"/>
                <a:gd name="T15" fmla="*/ 74 h 536"/>
                <a:gd name="T16" fmla="*/ 2134 w 3240"/>
                <a:gd name="T17" fmla="*/ 74 h 536"/>
                <a:gd name="T18" fmla="*/ 2044 w 3240"/>
                <a:gd name="T19" fmla="*/ 128 h 536"/>
                <a:gd name="T20" fmla="*/ 1775 w 3240"/>
                <a:gd name="T21" fmla="*/ 222 h 536"/>
                <a:gd name="T22" fmla="*/ 1602 w 3240"/>
                <a:gd name="T23" fmla="*/ 181 h 536"/>
                <a:gd name="T24" fmla="*/ 1560 w 3240"/>
                <a:gd name="T25" fmla="*/ 101 h 536"/>
                <a:gd name="T26" fmla="*/ 1542 w 3240"/>
                <a:gd name="T27" fmla="*/ 87 h 536"/>
                <a:gd name="T28" fmla="*/ 1446 w 3240"/>
                <a:gd name="T29" fmla="*/ 60 h 536"/>
                <a:gd name="T30" fmla="*/ 1375 w 3240"/>
                <a:gd name="T31" fmla="*/ 74 h 536"/>
                <a:gd name="T32" fmla="*/ 1309 w 3240"/>
                <a:gd name="T33" fmla="*/ 87 h 536"/>
                <a:gd name="T34" fmla="*/ 1243 w 3240"/>
                <a:gd name="T35" fmla="*/ 13 h 536"/>
                <a:gd name="T36" fmla="*/ 1225 w 3240"/>
                <a:gd name="T37" fmla="*/ 0 h 536"/>
                <a:gd name="T38" fmla="*/ 1189 w 3240"/>
                <a:gd name="T39" fmla="*/ 0 h 536"/>
                <a:gd name="T40" fmla="*/ 1106 w 3240"/>
                <a:gd name="T41" fmla="*/ 34 h 536"/>
                <a:gd name="T42" fmla="*/ 1106 w 3240"/>
                <a:gd name="T43" fmla="*/ 34 h 536"/>
                <a:gd name="T44" fmla="*/ 1094 w 3240"/>
                <a:gd name="T45" fmla="*/ 40 h 536"/>
                <a:gd name="T46" fmla="*/ 1070 w 3240"/>
                <a:gd name="T47" fmla="*/ 54 h 536"/>
                <a:gd name="T48" fmla="*/ 1034 w 3240"/>
                <a:gd name="T49" fmla="*/ 74 h 536"/>
                <a:gd name="T50" fmla="*/ 1004 w 3240"/>
                <a:gd name="T51" fmla="*/ 74 h 536"/>
                <a:gd name="T52" fmla="*/ 986 w 3240"/>
                <a:gd name="T53" fmla="*/ 74 h 536"/>
                <a:gd name="T54" fmla="*/ 956 w 3240"/>
                <a:gd name="T55" fmla="*/ 81 h 536"/>
                <a:gd name="T56" fmla="*/ 920 w 3240"/>
                <a:gd name="T57" fmla="*/ 94 h 536"/>
                <a:gd name="T58" fmla="*/ 884 w 3240"/>
                <a:gd name="T59" fmla="*/ 107 h 536"/>
                <a:gd name="T60" fmla="*/ 843 w 3240"/>
                <a:gd name="T61" fmla="*/ 128 h 536"/>
                <a:gd name="T62" fmla="*/ 813 w 3240"/>
                <a:gd name="T63" fmla="*/ 141 h 536"/>
                <a:gd name="T64" fmla="*/ 789 w 3240"/>
                <a:gd name="T65" fmla="*/ 148 h 536"/>
                <a:gd name="T66" fmla="*/ 783 w 3240"/>
                <a:gd name="T67" fmla="*/ 154 h 536"/>
                <a:gd name="T68" fmla="*/ 556 w 3240"/>
                <a:gd name="T69" fmla="*/ 228 h 536"/>
                <a:gd name="T70" fmla="*/ 394 w 3240"/>
                <a:gd name="T71" fmla="*/ 294 h 536"/>
                <a:gd name="T72" fmla="*/ 107 w 3240"/>
                <a:gd name="T73" fmla="*/ 462 h 536"/>
                <a:gd name="T74" fmla="*/ 0 w 3240"/>
                <a:gd name="T75" fmla="*/ 536 h 536"/>
                <a:gd name="T76" fmla="*/ 3240 w 3240"/>
                <a:gd name="T77" fmla="*/ 536 h 536"/>
                <a:gd name="T78" fmla="*/ 3132 w 3240"/>
                <a:gd name="T79" fmla="*/ 469 h 536"/>
                <a:gd name="T80" fmla="*/ 3132 w 3240"/>
                <a:gd name="T81" fmla="*/ 469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240" h="536">
                  <a:moveTo>
                    <a:pt x="3132" y="469"/>
                  </a:moveTo>
                  <a:lnTo>
                    <a:pt x="2995" y="395"/>
                  </a:lnTo>
                  <a:lnTo>
                    <a:pt x="2911" y="375"/>
                  </a:lnTo>
                  <a:lnTo>
                    <a:pt x="2678" y="228"/>
                  </a:lnTo>
                  <a:lnTo>
                    <a:pt x="2553" y="74"/>
                  </a:lnTo>
                  <a:lnTo>
                    <a:pt x="2457" y="7"/>
                  </a:lnTo>
                  <a:lnTo>
                    <a:pt x="2403" y="47"/>
                  </a:lnTo>
                  <a:lnTo>
                    <a:pt x="2289" y="74"/>
                  </a:lnTo>
                  <a:lnTo>
                    <a:pt x="2134" y="74"/>
                  </a:lnTo>
                  <a:lnTo>
                    <a:pt x="2044" y="128"/>
                  </a:lnTo>
                  <a:lnTo>
                    <a:pt x="1775" y="222"/>
                  </a:lnTo>
                  <a:lnTo>
                    <a:pt x="1602" y="181"/>
                  </a:lnTo>
                  <a:lnTo>
                    <a:pt x="1560" y="101"/>
                  </a:lnTo>
                  <a:lnTo>
                    <a:pt x="1542" y="87"/>
                  </a:lnTo>
                  <a:lnTo>
                    <a:pt x="1446" y="60"/>
                  </a:lnTo>
                  <a:lnTo>
                    <a:pt x="1375" y="74"/>
                  </a:lnTo>
                  <a:lnTo>
                    <a:pt x="1309" y="87"/>
                  </a:lnTo>
                  <a:lnTo>
                    <a:pt x="1243" y="13"/>
                  </a:lnTo>
                  <a:lnTo>
                    <a:pt x="1225" y="0"/>
                  </a:lnTo>
                  <a:lnTo>
                    <a:pt x="1189" y="0"/>
                  </a:lnTo>
                  <a:lnTo>
                    <a:pt x="1106" y="34"/>
                  </a:lnTo>
                  <a:lnTo>
                    <a:pt x="1106" y="34"/>
                  </a:lnTo>
                  <a:lnTo>
                    <a:pt x="1094" y="40"/>
                  </a:lnTo>
                  <a:lnTo>
                    <a:pt x="1070" y="54"/>
                  </a:lnTo>
                  <a:lnTo>
                    <a:pt x="1034" y="74"/>
                  </a:lnTo>
                  <a:lnTo>
                    <a:pt x="1004" y="74"/>
                  </a:lnTo>
                  <a:lnTo>
                    <a:pt x="986" y="74"/>
                  </a:lnTo>
                  <a:lnTo>
                    <a:pt x="956" y="81"/>
                  </a:lnTo>
                  <a:lnTo>
                    <a:pt x="920" y="94"/>
                  </a:lnTo>
                  <a:lnTo>
                    <a:pt x="884" y="107"/>
                  </a:lnTo>
                  <a:lnTo>
                    <a:pt x="843" y="128"/>
                  </a:lnTo>
                  <a:lnTo>
                    <a:pt x="813" y="141"/>
                  </a:lnTo>
                  <a:lnTo>
                    <a:pt x="789" y="148"/>
                  </a:lnTo>
                  <a:lnTo>
                    <a:pt x="783" y="154"/>
                  </a:lnTo>
                  <a:lnTo>
                    <a:pt x="556" y="228"/>
                  </a:lnTo>
                  <a:lnTo>
                    <a:pt x="394" y="294"/>
                  </a:lnTo>
                  <a:lnTo>
                    <a:pt x="107" y="462"/>
                  </a:lnTo>
                  <a:lnTo>
                    <a:pt x="0" y="536"/>
                  </a:lnTo>
                  <a:lnTo>
                    <a:pt x="3240" y="536"/>
                  </a:lnTo>
                  <a:lnTo>
                    <a:pt x="3132" y="469"/>
                  </a:lnTo>
                  <a:lnTo>
                    <a:pt x="3132" y="469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4104" name="Group 8">
              <a:extLst>
                <a:ext uri="{FF2B5EF4-FFF2-40B4-BE49-F238E27FC236}">
                  <a16:creationId xmlns:a16="http://schemas.microsoft.com/office/drawing/2014/main" id="{A8F1C468-D9BA-9AA8-32A2-6E29B5C4B647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2486" y="3792"/>
              <a:ext cx="2458" cy="540"/>
              <a:chOff x="2486" y="3792"/>
              <a:chExt cx="2458" cy="540"/>
            </a:xfrm>
          </p:grpSpPr>
          <p:sp>
            <p:nvSpPr>
              <p:cNvPr id="4105" name="Freeform 9">
                <a:extLst>
                  <a:ext uri="{FF2B5EF4-FFF2-40B4-BE49-F238E27FC236}">
                    <a16:creationId xmlns:a16="http://schemas.microsoft.com/office/drawing/2014/main" id="{80F33A94-924C-F9A1-7E03-46E635C3FF66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3948" y="3799"/>
                <a:ext cx="996" cy="533"/>
              </a:xfrm>
              <a:custGeom>
                <a:avLst/>
                <a:gdLst>
                  <a:gd name="T0" fmla="*/ 636 w 996"/>
                  <a:gd name="T1" fmla="*/ 373 h 533"/>
                  <a:gd name="T2" fmla="*/ 495 w 996"/>
                  <a:gd name="T3" fmla="*/ 370 h 533"/>
                  <a:gd name="T4" fmla="*/ 280 w 996"/>
                  <a:gd name="T5" fmla="*/ 249 h 533"/>
                  <a:gd name="T6" fmla="*/ 127 w 996"/>
                  <a:gd name="T7" fmla="*/ 66 h 533"/>
                  <a:gd name="T8" fmla="*/ 0 w 996"/>
                  <a:gd name="T9" fmla="*/ 0 h 533"/>
                  <a:gd name="T10" fmla="*/ 22 w 996"/>
                  <a:gd name="T11" fmla="*/ 26 h 533"/>
                  <a:gd name="T12" fmla="*/ 0 w 996"/>
                  <a:gd name="T13" fmla="*/ 65 h 533"/>
                  <a:gd name="T14" fmla="*/ 30 w 996"/>
                  <a:gd name="T15" fmla="*/ 119 h 533"/>
                  <a:gd name="T16" fmla="*/ 75 w 996"/>
                  <a:gd name="T17" fmla="*/ 243 h 533"/>
                  <a:gd name="T18" fmla="*/ 45 w 996"/>
                  <a:gd name="T19" fmla="*/ 422 h 533"/>
                  <a:gd name="T20" fmla="*/ 200 w 996"/>
                  <a:gd name="T21" fmla="*/ 329 h 533"/>
                  <a:gd name="T22" fmla="*/ 612 w 996"/>
                  <a:gd name="T23" fmla="*/ 533 h 533"/>
                  <a:gd name="T24" fmla="*/ 996 w 996"/>
                  <a:gd name="T25" fmla="*/ 529 h 533"/>
                  <a:gd name="T26" fmla="*/ 828 w 996"/>
                  <a:gd name="T27" fmla="*/ 473 h 533"/>
                  <a:gd name="T28" fmla="*/ 636 w 996"/>
                  <a:gd name="T29" fmla="*/ 373 h 5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96" h="533">
                    <a:moveTo>
                      <a:pt x="636" y="373"/>
                    </a:moveTo>
                    <a:lnTo>
                      <a:pt x="495" y="370"/>
                    </a:lnTo>
                    <a:lnTo>
                      <a:pt x="280" y="249"/>
                    </a:lnTo>
                    <a:lnTo>
                      <a:pt x="127" y="66"/>
                    </a:lnTo>
                    <a:lnTo>
                      <a:pt x="0" y="0"/>
                    </a:lnTo>
                    <a:lnTo>
                      <a:pt x="22" y="26"/>
                    </a:lnTo>
                    <a:lnTo>
                      <a:pt x="0" y="65"/>
                    </a:lnTo>
                    <a:lnTo>
                      <a:pt x="30" y="119"/>
                    </a:lnTo>
                    <a:lnTo>
                      <a:pt x="75" y="243"/>
                    </a:lnTo>
                    <a:lnTo>
                      <a:pt x="45" y="422"/>
                    </a:lnTo>
                    <a:lnTo>
                      <a:pt x="200" y="329"/>
                    </a:lnTo>
                    <a:lnTo>
                      <a:pt x="612" y="533"/>
                    </a:lnTo>
                    <a:lnTo>
                      <a:pt x="996" y="529"/>
                    </a:lnTo>
                    <a:lnTo>
                      <a:pt x="828" y="473"/>
                    </a:lnTo>
                    <a:lnTo>
                      <a:pt x="636" y="373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06" name="Freeform 10">
                <a:extLst>
                  <a:ext uri="{FF2B5EF4-FFF2-40B4-BE49-F238E27FC236}">
                    <a16:creationId xmlns:a16="http://schemas.microsoft.com/office/drawing/2014/main" id="{28F157F5-F6FD-7E98-29AC-23F5E63CF204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2677" y="3792"/>
                <a:ext cx="186" cy="395"/>
              </a:xfrm>
              <a:custGeom>
                <a:avLst/>
                <a:gdLst>
                  <a:gd name="T0" fmla="*/ 36 w 186"/>
                  <a:gd name="T1" fmla="*/ 0 h 353"/>
                  <a:gd name="T2" fmla="*/ 54 w 186"/>
                  <a:gd name="T3" fmla="*/ 18 h 353"/>
                  <a:gd name="T4" fmla="*/ 24 w 186"/>
                  <a:gd name="T5" fmla="*/ 30 h 353"/>
                  <a:gd name="T6" fmla="*/ 18 w 186"/>
                  <a:gd name="T7" fmla="*/ 66 h 353"/>
                  <a:gd name="T8" fmla="*/ 42 w 186"/>
                  <a:gd name="T9" fmla="*/ 114 h 353"/>
                  <a:gd name="T10" fmla="*/ 48 w 186"/>
                  <a:gd name="T11" fmla="*/ 162 h 353"/>
                  <a:gd name="T12" fmla="*/ 0 w 186"/>
                  <a:gd name="T13" fmla="*/ 353 h 353"/>
                  <a:gd name="T14" fmla="*/ 54 w 186"/>
                  <a:gd name="T15" fmla="*/ 233 h 353"/>
                  <a:gd name="T16" fmla="*/ 84 w 186"/>
                  <a:gd name="T17" fmla="*/ 216 h 353"/>
                  <a:gd name="T18" fmla="*/ 126 w 186"/>
                  <a:gd name="T19" fmla="*/ 126 h 353"/>
                  <a:gd name="T20" fmla="*/ 144 w 186"/>
                  <a:gd name="T21" fmla="*/ 120 h 353"/>
                  <a:gd name="T22" fmla="*/ 144 w 186"/>
                  <a:gd name="T23" fmla="*/ 90 h 353"/>
                  <a:gd name="T24" fmla="*/ 186 w 186"/>
                  <a:gd name="T25" fmla="*/ 66 h 353"/>
                  <a:gd name="T26" fmla="*/ 162 w 186"/>
                  <a:gd name="T27" fmla="*/ 60 h 353"/>
                  <a:gd name="T28" fmla="*/ 36 w 186"/>
                  <a:gd name="T29" fmla="*/ 0 h 353"/>
                  <a:gd name="T30" fmla="*/ 36 w 186"/>
                  <a:gd name="T31" fmla="*/ 0 h 3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86" h="353">
                    <a:moveTo>
                      <a:pt x="36" y="0"/>
                    </a:moveTo>
                    <a:lnTo>
                      <a:pt x="54" y="18"/>
                    </a:lnTo>
                    <a:lnTo>
                      <a:pt x="24" y="30"/>
                    </a:lnTo>
                    <a:lnTo>
                      <a:pt x="18" y="66"/>
                    </a:lnTo>
                    <a:lnTo>
                      <a:pt x="42" y="114"/>
                    </a:lnTo>
                    <a:lnTo>
                      <a:pt x="48" y="162"/>
                    </a:lnTo>
                    <a:lnTo>
                      <a:pt x="0" y="353"/>
                    </a:lnTo>
                    <a:lnTo>
                      <a:pt x="54" y="233"/>
                    </a:lnTo>
                    <a:lnTo>
                      <a:pt x="84" y="216"/>
                    </a:lnTo>
                    <a:lnTo>
                      <a:pt x="126" y="126"/>
                    </a:lnTo>
                    <a:lnTo>
                      <a:pt x="144" y="120"/>
                    </a:lnTo>
                    <a:lnTo>
                      <a:pt x="144" y="90"/>
                    </a:lnTo>
                    <a:lnTo>
                      <a:pt x="186" y="66"/>
                    </a:lnTo>
                    <a:lnTo>
                      <a:pt x="162" y="60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07" name="Freeform 11">
                <a:extLst>
                  <a:ext uri="{FF2B5EF4-FFF2-40B4-BE49-F238E27FC236}">
                    <a16:creationId xmlns:a16="http://schemas.microsoft.com/office/drawing/2014/main" id="{02F1386D-60EA-F338-845E-0708EC333B69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3030" y="3893"/>
                <a:ext cx="378" cy="271"/>
              </a:xfrm>
              <a:custGeom>
                <a:avLst/>
                <a:gdLst>
                  <a:gd name="T0" fmla="*/ 18 w 378"/>
                  <a:gd name="T1" fmla="*/ 0 h 271"/>
                  <a:gd name="T2" fmla="*/ 12 w 378"/>
                  <a:gd name="T3" fmla="*/ 13 h 271"/>
                  <a:gd name="T4" fmla="*/ 0 w 378"/>
                  <a:gd name="T5" fmla="*/ 40 h 271"/>
                  <a:gd name="T6" fmla="*/ 60 w 378"/>
                  <a:gd name="T7" fmla="*/ 121 h 271"/>
                  <a:gd name="T8" fmla="*/ 310 w 378"/>
                  <a:gd name="T9" fmla="*/ 271 h 271"/>
                  <a:gd name="T10" fmla="*/ 290 w 378"/>
                  <a:gd name="T11" fmla="*/ 139 h 271"/>
                  <a:gd name="T12" fmla="*/ 378 w 378"/>
                  <a:gd name="T13" fmla="*/ 76 h 271"/>
                  <a:gd name="T14" fmla="*/ 251 w 378"/>
                  <a:gd name="T15" fmla="*/ 94 h 271"/>
                  <a:gd name="T16" fmla="*/ 90 w 378"/>
                  <a:gd name="T17" fmla="*/ 54 h 271"/>
                  <a:gd name="T18" fmla="*/ 18 w 378"/>
                  <a:gd name="T19" fmla="*/ 0 h 271"/>
                  <a:gd name="T20" fmla="*/ 18 w 378"/>
                  <a:gd name="T21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78" h="271">
                    <a:moveTo>
                      <a:pt x="18" y="0"/>
                    </a:moveTo>
                    <a:lnTo>
                      <a:pt x="12" y="13"/>
                    </a:lnTo>
                    <a:lnTo>
                      <a:pt x="0" y="40"/>
                    </a:lnTo>
                    <a:lnTo>
                      <a:pt x="60" y="121"/>
                    </a:lnTo>
                    <a:lnTo>
                      <a:pt x="310" y="271"/>
                    </a:lnTo>
                    <a:lnTo>
                      <a:pt x="290" y="139"/>
                    </a:lnTo>
                    <a:lnTo>
                      <a:pt x="378" y="76"/>
                    </a:lnTo>
                    <a:lnTo>
                      <a:pt x="251" y="94"/>
                    </a:lnTo>
                    <a:lnTo>
                      <a:pt x="90" y="54"/>
                    </a:lnTo>
                    <a:lnTo>
                      <a:pt x="18" y="0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08" name="Freeform 12">
                <a:extLst>
                  <a:ext uri="{FF2B5EF4-FFF2-40B4-BE49-F238E27FC236}">
                    <a16:creationId xmlns:a16="http://schemas.microsoft.com/office/drawing/2014/main" id="{6E77DA23-CCB6-34BD-837A-DB1163F791C8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3628" y="3866"/>
                <a:ext cx="155" cy="74"/>
              </a:xfrm>
              <a:custGeom>
                <a:avLst/>
                <a:gdLst>
                  <a:gd name="T0" fmla="*/ 114 w 155"/>
                  <a:gd name="T1" fmla="*/ 0 h 66"/>
                  <a:gd name="T2" fmla="*/ 0 w 155"/>
                  <a:gd name="T3" fmla="*/ 0 h 66"/>
                  <a:gd name="T4" fmla="*/ 0 w 155"/>
                  <a:gd name="T5" fmla="*/ 0 h 66"/>
                  <a:gd name="T6" fmla="*/ 6 w 155"/>
                  <a:gd name="T7" fmla="*/ 6 h 66"/>
                  <a:gd name="T8" fmla="*/ 6 w 155"/>
                  <a:gd name="T9" fmla="*/ 18 h 66"/>
                  <a:gd name="T10" fmla="*/ 0 w 155"/>
                  <a:gd name="T11" fmla="*/ 24 h 66"/>
                  <a:gd name="T12" fmla="*/ 78 w 155"/>
                  <a:gd name="T13" fmla="*/ 60 h 66"/>
                  <a:gd name="T14" fmla="*/ 96 w 155"/>
                  <a:gd name="T15" fmla="*/ 42 h 66"/>
                  <a:gd name="T16" fmla="*/ 155 w 155"/>
                  <a:gd name="T17" fmla="*/ 66 h 66"/>
                  <a:gd name="T18" fmla="*/ 126 w 155"/>
                  <a:gd name="T19" fmla="*/ 24 h 66"/>
                  <a:gd name="T20" fmla="*/ 149 w 155"/>
                  <a:gd name="T21" fmla="*/ 0 h 66"/>
                  <a:gd name="T22" fmla="*/ 114 w 155"/>
                  <a:gd name="T23" fmla="*/ 0 h 66"/>
                  <a:gd name="T24" fmla="*/ 114 w 155"/>
                  <a:gd name="T25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55" h="66">
                    <a:moveTo>
                      <a:pt x="114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6" y="6"/>
                    </a:lnTo>
                    <a:lnTo>
                      <a:pt x="6" y="18"/>
                    </a:lnTo>
                    <a:lnTo>
                      <a:pt x="0" y="24"/>
                    </a:lnTo>
                    <a:lnTo>
                      <a:pt x="78" y="60"/>
                    </a:lnTo>
                    <a:lnTo>
                      <a:pt x="96" y="42"/>
                    </a:lnTo>
                    <a:lnTo>
                      <a:pt x="155" y="66"/>
                    </a:lnTo>
                    <a:lnTo>
                      <a:pt x="126" y="24"/>
                    </a:lnTo>
                    <a:lnTo>
                      <a:pt x="149" y="0"/>
                    </a:lnTo>
                    <a:lnTo>
                      <a:pt x="114" y="0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09" name="Freeform 13">
                <a:extLst>
                  <a:ext uri="{FF2B5EF4-FFF2-40B4-BE49-F238E27FC236}">
                    <a16:creationId xmlns:a16="http://schemas.microsoft.com/office/drawing/2014/main" id="{98866F8F-5C88-9D0F-FAAF-9D423BE5F3A8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2486" y="3859"/>
                <a:ext cx="42" cy="81"/>
              </a:xfrm>
              <a:custGeom>
                <a:avLst/>
                <a:gdLst>
                  <a:gd name="T0" fmla="*/ 6 w 42"/>
                  <a:gd name="T1" fmla="*/ 36 h 72"/>
                  <a:gd name="T2" fmla="*/ 0 w 42"/>
                  <a:gd name="T3" fmla="*/ 18 h 72"/>
                  <a:gd name="T4" fmla="*/ 12 w 42"/>
                  <a:gd name="T5" fmla="*/ 6 h 72"/>
                  <a:gd name="T6" fmla="*/ 0 w 42"/>
                  <a:gd name="T7" fmla="*/ 6 h 72"/>
                  <a:gd name="T8" fmla="*/ 12 w 42"/>
                  <a:gd name="T9" fmla="*/ 6 h 72"/>
                  <a:gd name="T10" fmla="*/ 24 w 42"/>
                  <a:gd name="T11" fmla="*/ 6 h 72"/>
                  <a:gd name="T12" fmla="*/ 36 w 42"/>
                  <a:gd name="T13" fmla="*/ 6 h 72"/>
                  <a:gd name="T14" fmla="*/ 42 w 42"/>
                  <a:gd name="T15" fmla="*/ 0 h 72"/>
                  <a:gd name="T16" fmla="*/ 30 w 42"/>
                  <a:gd name="T17" fmla="*/ 18 h 72"/>
                  <a:gd name="T18" fmla="*/ 42 w 42"/>
                  <a:gd name="T19" fmla="*/ 48 h 72"/>
                  <a:gd name="T20" fmla="*/ 12 w 42"/>
                  <a:gd name="T21" fmla="*/ 72 h 72"/>
                  <a:gd name="T22" fmla="*/ 6 w 42"/>
                  <a:gd name="T23" fmla="*/ 36 h 72"/>
                  <a:gd name="T24" fmla="*/ 6 w 42"/>
                  <a:gd name="T25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" h="72">
                    <a:moveTo>
                      <a:pt x="6" y="36"/>
                    </a:moveTo>
                    <a:lnTo>
                      <a:pt x="0" y="18"/>
                    </a:lnTo>
                    <a:lnTo>
                      <a:pt x="12" y="6"/>
                    </a:lnTo>
                    <a:lnTo>
                      <a:pt x="0" y="6"/>
                    </a:lnTo>
                    <a:lnTo>
                      <a:pt x="12" y="6"/>
                    </a:lnTo>
                    <a:lnTo>
                      <a:pt x="24" y="6"/>
                    </a:lnTo>
                    <a:lnTo>
                      <a:pt x="36" y="6"/>
                    </a:lnTo>
                    <a:lnTo>
                      <a:pt x="42" y="0"/>
                    </a:lnTo>
                    <a:lnTo>
                      <a:pt x="30" y="18"/>
                    </a:lnTo>
                    <a:lnTo>
                      <a:pt x="42" y="48"/>
                    </a:lnTo>
                    <a:lnTo>
                      <a:pt x="12" y="72"/>
                    </a:lnTo>
                    <a:lnTo>
                      <a:pt x="6" y="36"/>
                    </a:lnTo>
                    <a:lnTo>
                      <a:pt x="6" y="36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4110" name="Freeform 14">
              <a:extLst>
                <a:ext uri="{FF2B5EF4-FFF2-40B4-BE49-F238E27FC236}">
                  <a16:creationId xmlns:a16="http://schemas.microsoft.com/office/drawing/2014/main" id="{C072B65B-CBD9-09B3-58E6-E3DB1E831178}"/>
                </a:ext>
              </a:extLst>
            </p:cNvPr>
            <p:cNvSpPr>
              <a:spLocks/>
            </p:cNvSpPr>
            <p:nvPr userDrawn="1"/>
          </p:nvSpPr>
          <p:spPr bwMode="ltGray">
            <a:xfrm>
              <a:off x="0" y="3792"/>
              <a:ext cx="3976" cy="535"/>
            </a:xfrm>
            <a:custGeom>
              <a:avLst/>
              <a:gdLst>
                <a:gd name="T0" fmla="*/ 3976 w 3976"/>
                <a:gd name="T1" fmla="*/ 527 h 527"/>
                <a:gd name="T2" fmla="*/ 3970 w 3976"/>
                <a:gd name="T3" fmla="*/ 527 h 527"/>
                <a:gd name="T4" fmla="*/ 3844 w 3976"/>
                <a:gd name="T5" fmla="*/ 509 h 527"/>
                <a:gd name="T6" fmla="*/ 2487 w 3976"/>
                <a:gd name="T7" fmla="*/ 305 h 527"/>
                <a:gd name="T8" fmla="*/ 2039 w 3976"/>
                <a:gd name="T9" fmla="*/ 36 h 527"/>
                <a:gd name="T10" fmla="*/ 1907 w 3976"/>
                <a:gd name="T11" fmla="*/ 24 h 527"/>
                <a:gd name="T12" fmla="*/ 1883 w 3976"/>
                <a:gd name="T13" fmla="*/ 54 h 527"/>
                <a:gd name="T14" fmla="*/ 1859 w 3976"/>
                <a:gd name="T15" fmla="*/ 54 h 527"/>
                <a:gd name="T16" fmla="*/ 1830 w 3976"/>
                <a:gd name="T17" fmla="*/ 30 h 527"/>
                <a:gd name="T18" fmla="*/ 1704 w 3976"/>
                <a:gd name="T19" fmla="*/ 102 h 527"/>
                <a:gd name="T20" fmla="*/ 1608 w 3976"/>
                <a:gd name="T21" fmla="*/ 126 h 527"/>
                <a:gd name="T22" fmla="*/ 1561 w 3976"/>
                <a:gd name="T23" fmla="*/ 132 h 527"/>
                <a:gd name="T24" fmla="*/ 1495 w 3976"/>
                <a:gd name="T25" fmla="*/ 102 h 527"/>
                <a:gd name="T26" fmla="*/ 1357 w 3976"/>
                <a:gd name="T27" fmla="*/ 126 h 527"/>
                <a:gd name="T28" fmla="*/ 1285 w 3976"/>
                <a:gd name="T29" fmla="*/ 24 h 527"/>
                <a:gd name="T30" fmla="*/ 1280 w 3976"/>
                <a:gd name="T31" fmla="*/ 18 h 527"/>
                <a:gd name="T32" fmla="*/ 1262 w 3976"/>
                <a:gd name="T33" fmla="*/ 12 h 527"/>
                <a:gd name="T34" fmla="*/ 1238 w 3976"/>
                <a:gd name="T35" fmla="*/ 6 h 527"/>
                <a:gd name="T36" fmla="*/ 1220 w 3976"/>
                <a:gd name="T37" fmla="*/ 0 h 527"/>
                <a:gd name="T38" fmla="*/ 1196 w 3976"/>
                <a:gd name="T39" fmla="*/ 0 h 527"/>
                <a:gd name="T40" fmla="*/ 1166 w 3976"/>
                <a:gd name="T41" fmla="*/ 0 h 527"/>
                <a:gd name="T42" fmla="*/ 1142 w 3976"/>
                <a:gd name="T43" fmla="*/ 0 h 527"/>
                <a:gd name="T44" fmla="*/ 1136 w 3976"/>
                <a:gd name="T45" fmla="*/ 0 h 527"/>
                <a:gd name="T46" fmla="*/ 1130 w 3976"/>
                <a:gd name="T47" fmla="*/ 0 h 527"/>
                <a:gd name="T48" fmla="*/ 1124 w 3976"/>
                <a:gd name="T49" fmla="*/ 6 h 527"/>
                <a:gd name="T50" fmla="*/ 1118 w 3976"/>
                <a:gd name="T51" fmla="*/ 12 h 527"/>
                <a:gd name="T52" fmla="*/ 1100 w 3976"/>
                <a:gd name="T53" fmla="*/ 18 h 527"/>
                <a:gd name="T54" fmla="*/ 1088 w 3976"/>
                <a:gd name="T55" fmla="*/ 18 h 527"/>
                <a:gd name="T56" fmla="*/ 1070 w 3976"/>
                <a:gd name="T57" fmla="*/ 24 h 527"/>
                <a:gd name="T58" fmla="*/ 1052 w 3976"/>
                <a:gd name="T59" fmla="*/ 30 h 527"/>
                <a:gd name="T60" fmla="*/ 1034 w 3976"/>
                <a:gd name="T61" fmla="*/ 36 h 527"/>
                <a:gd name="T62" fmla="*/ 1028 w 3976"/>
                <a:gd name="T63" fmla="*/ 42 h 527"/>
                <a:gd name="T64" fmla="*/ 969 w 3976"/>
                <a:gd name="T65" fmla="*/ 60 h 527"/>
                <a:gd name="T66" fmla="*/ 921 w 3976"/>
                <a:gd name="T67" fmla="*/ 72 h 527"/>
                <a:gd name="T68" fmla="*/ 855 w 3976"/>
                <a:gd name="T69" fmla="*/ 48 h 527"/>
                <a:gd name="T70" fmla="*/ 825 w 3976"/>
                <a:gd name="T71" fmla="*/ 48 h 527"/>
                <a:gd name="T72" fmla="*/ 759 w 3976"/>
                <a:gd name="T73" fmla="*/ 72 h 527"/>
                <a:gd name="T74" fmla="*/ 735 w 3976"/>
                <a:gd name="T75" fmla="*/ 72 h 527"/>
                <a:gd name="T76" fmla="*/ 706 w 3976"/>
                <a:gd name="T77" fmla="*/ 60 h 527"/>
                <a:gd name="T78" fmla="*/ 640 w 3976"/>
                <a:gd name="T79" fmla="*/ 60 h 527"/>
                <a:gd name="T80" fmla="*/ 544 w 3976"/>
                <a:gd name="T81" fmla="*/ 72 h 527"/>
                <a:gd name="T82" fmla="*/ 389 w 3976"/>
                <a:gd name="T83" fmla="*/ 18 h 527"/>
                <a:gd name="T84" fmla="*/ 323 w 3976"/>
                <a:gd name="T85" fmla="*/ 60 h 527"/>
                <a:gd name="T86" fmla="*/ 317 w 3976"/>
                <a:gd name="T87" fmla="*/ 60 h 527"/>
                <a:gd name="T88" fmla="*/ 305 w 3976"/>
                <a:gd name="T89" fmla="*/ 72 h 527"/>
                <a:gd name="T90" fmla="*/ 287 w 3976"/>
                <a:gd name="T91" fmla="*/ 78 h 527"/>
                <a:gd name="T92" fmla="*/ 263 w 3976"/>
                <a:gd name="T93" fmla="*/ 90 h 527"/>
                <a:gd name="T94" fmla="*/ 203 w 3976"/>
                <a:gd name="T95" fmla="*/ 120 h 527"/>
                <a:gd name="T96" fmla="*/ 149 w 3976"/>
                <a:gd name="T97" fmla="*/ 150 h 527"/>
                <a:gd name="T98" fmla="*/ 78 w 3976"/>
                <a:gd name="T99" fmla="*/ 168 h 527"/>
                <a:gd name="T100" fmla="*/ 0 w 3976"/>
                <a:gd name="T101" fmla="*/ 180 h 527"/>
                <a:gd name="T102" fmla="*/ 0 w 3976"/>
                <a:gd name="T103" fmla="*/ 527 h 527"/>
                <a:gd name="T104" fmla="*/ 1010 w 3976"/>
                <a:gd name="T105" fmla="*/ 527 h 527"/>
                <a:gd name="T106" fmla="*/ 3725 w 3976"/>
                <a:gd name="T107" fmla="*/ 527 h 527"/>
                <a:gd name="T108" fmla="*/ 3976 w 3976"/>
                <a:gd name="T109" fmla="*/ 527 h 527"/>
                <a:gd name="T110" fmla="*/ 3976 w 3976"/>
                <a:gd name="T111" fmla="*/ 527 h 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976" h="527">
                  <a:moveTo>
                    <a:pt x="3976" y="527"/>
                  </a:moveTo>
                  <a:lnTo>
                    <a:pt x="3970" y="527"/>
                  </a:lnTo>
                  <a:lnTo>
                    <a:pt x="3844" y="509"/>
                  </a:lnTo>
                  <a:lnTo>
                    <a:pt x="2487" y="305"/>
                  </a:lnTo>
                  <a:lnTo>
                    <a:pt x="2039" y="36"/>
                  </a:lnTo>
                  <a:lnTo>
                    <a:pt x="1907" y="24"/>
                  </a:lnTo>
                  <a:lnTo>
                    <a:pt x="1883" y="54"/>
                  </a:lnTo>
                  <a:lnTo>
                    <a:pt x="1859" y="54"/>
                  </a:lnTo>
                  <a:lnTo>
                    <a:pt x="1830" y="30"/>
                  </a:lnTo>
                  <a:lnTo>
                    <a:pt x="1704" y="102"/>
                  </a:lnTo>
                  <a:lnTo>
                    <a:pt x="1608" y="126"/>
                  </a:lnTo>
                  <a:lnTo>
                    <a:pt x="1561" y="132"/>
                  </a:lnTo>
                  <a:lnTo>
                    <a:pt x="1495" y="102"/>
                  </a:lnTo>
                  <a:lnTo>
                    <a:pt x="1357" y="126"/>
                  </a:lnTo>
                  <a:lnTo>
                    <a:pt x="1285" y="24"/>
                  </a:lnTo>
                  <a:lnTo>
                    <a:pt x="1280" y="18"/>
                  </a:lnTo>
                  <a:lnTo>
                    <a:pt x="1262" y="12"/>
                  </a:lnTo>
                  <a:lnTo>
                    <a:pt x="1238" y="6"/>
                  </a:lnTo>
                  <a:lnTo>
                    <a:pt x="1220" y="0"/>
                  </a:lnTo>
                  <a:lnTo>
                    <a:pt x="1196" y="0"/>
                  </a:lnTo>
                  <a:lnTo>
                    <a:pt x="1166" y="0"/>
                  </a:lnTo>
                  <a:lnTo>
                    <a:pt x="1142" y="0"/>
                  </a:lnTo>
                  <a:lnTo>
                    <a:pt x="1136" y="0"/>
                  </a:lnTo>
                  <a:lnTo>
                    <a:pt x="1130" y="0"/>
                  </a:lnTo>
                  <a:lnTo>
                    <a:pt x="1124" y="6"/>
                  </a:lnTo>
                  <a:lnTo>
                    <a:pt x="1118" y="12"/>
                  </a:lnTo>
                  <a:lnTo>
                    <a:pt x="1100" y="18"/>
                  </a:lnTo>
                  <a:lnTo>
                    <a:pt x="1088" y="18"/>
                  </a:lnTo>
                  <a:lnTo>
                    <a:pt x="1070" y="24"/>
                  </a:lnTo>
                  <a:lnTo>
                    <a:pt x="1052" y="30"/>
                  </a:lnTo>
                  <a:lnTo>
                    <a:pt x="1034" y="36"/>
                  </a:lnTo>
                  <a:lnTo>
                    <a:pt x="1028" y="42"/>
                  </a:lnTo>
                  <a:lnTo>
                    <a:pt x="969" y="60"/>
                  </a:lnTo>
                  <a:lnTo>
                    <a:pt x="921" y="72"/>
                  </a:lnTo>
                  <a:lnTo>
                    <a:pt x="855" y="48"/>
                  </a:lnTo>
                  <a:lnTo>
                    <a:pt x="825" y="48"/>
                  </a:lnTo>
                  <a:lnTo>
                    <a:pt x="759" y="72"/>
                  </a:lnTo>
                  <a:lnTo>
                    <a:pt x="735" y="72"/>
                  </a:lnTo>
                  <a:lnTo>
                    <a:pt x="706" y="60"/>
                  </a:lnTo>
                  <a:lnTo>
                    <a:pt x="640" y="60"/>
                  </a:lnTo>
                  <a:lnTo>
                    <a:pt x="544" y="72"/>
                  </a:lnTo>
                  <a:lnTo>
                    <a:pt x="389" y="18"/>
                  </a:lnTo>
                  <a:lnTo>
                    <a:pt x="323" y="60"/>
                  </a:lnTo>
                  <a:lnTo>
                    <a:pt x="317" y="60"/>
                  </a:lnTo>
                  <a:lnTo>
                    <a:pt x="305" y="72"/>
                  </a:lnTo>
                  <a:lnTo>
                    <a:pt x="287" y="78"/>
                  </a:lnTo>
                  <a:lnTo>
                    <a:pt x="263" y="90"/>
                  </a:lnTo>
                  <a:lnTo>
                    <a:pt x="203" y="120"/>
                  </a:lnTo>
                  <a:lnTo>
                    <a:pt x="149" y="150"/>
                  </a:lnTo>
                  <a:lnTo>
                    <a:pt x="78" y="168"/>
                  </a:lnTo>
                  <a:lnTo>
                    <a:pt x="0" y="180"/>
                  </a:lnTo>
                  <a:lnTo>
                    <a:pt x="0" y="527"/>
                  </a:lnTo>
                  <a:lnTo>
                    <a:pt x="1010" y="527"/>
                  </a:lnTo>
                  <a:lnTo>
                    <a:pt x="3725" y="527"/>
                  </a:lnTo>
                  <a:lnTo>
                    <a:pt x="3976" y="527"/>
                  </a:lnTo>
                  <a:lnTo>
                    <a:pt x="3976" y="527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75686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111" name="Group 15">
            <a:extLst>
              <a:ext uri="{FF2B5EF4-FFF2-40B4-BE49-F238E27FC236}">
                <a16:creationId xmlns:a16="http://schemas.microsoft.com/office/drawing/2014/main" id="{10EA6F79-2680-57F9-DF6C-5A6F38D0104C}"/>
              </a:ext>
            </a:extLst>
          </p:cNvPr>
          <p:cNvGrpSpPr>
            <a:grpSpLocks/>
          </p:cNvGrpSpPr>
          <p:nvPr/>
        </p:nvGrpSpPr>
        <p:grpSpPr bwMode="auto">
          <a:xfrm>
            <a:off x="627063" y="6021388"/>
            <a:ext cx="5684837" cy="849312"/>
            <a:chOff x="395" y="3793"/>
            <a:chExt cx="3581" cy="535"/>
          </a:xfrm>
        </p:grpSpPr>
        <p:sp>
          <p:nvSpPr>
            <p:cNvPr id="4112" name="Freeform 16">
              <a:extLst>
                <a:ext uri="{FF2B5EF4-FFF2-40B4-BE49-F238E27FC236}">
                  <a16:creationId xmlns:a16="http://schemas.microsoft.com/office/drawing/2014/main" id="{61CE3791-7768-A13C-ECA4-12CCF28B36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6" y="3793"/>
              <a:ext cx="365" cy="291"/>
            </a:xfrm>
            <a:custGeom>
              <a:avLst/>
              <a:gdLst>
                <a:gd name="T0" fmla="*/ 24 w 365"/>
                <a:gd name="T1" fmla="*/ 24 h 287"/>
                <a:gd name="T2" fmla="*/ 0 w 365"/>
                <a:gd name="T3" fmla="*/ 60 h 287"/>
                <a:gd name="T4" fmla="*/ 66 w 365"/>
                <a:gd name="T5" fmla="*/ 108 h 287"/>
                <a:gd name="T6" fmla="*/ 143 w 365"/>
                <a:gd name="T7" fmla="*/ 180 h 287"/>
                <a:gd name="T8" fmla="*/ 191 w 365"/>
                <a:gd name="T9" fmla="*/ 168 h 287"/>
                <a:gd name="T10" fmla="*/ 341 w 365"/>
                <a:gd name="T11" fmla="*/ 287 h 287"/>
                <a:gd name="T12" fmla="*/ 305 w 365"/>
                <a:gd name="T13" fmla="*/ 174 h 287"/>
                <a:gd name="T14" fmla="*/ 365 w 365"/>
                <a:gd name="T15" fmla="*/ 132 h 287"/>
                <a:gd name="T16" fmla="*/ 359 w 365"/>
                <a:gd name="T17" fmla="*/ 126 h 287"/>
                <a:gd name="T18" fmla="*/ 335 w 365"/>
                <a:gd name="T19" fmla="*/ 114 h 287"/>
                <a:gd name="T20" fmla="*/ 299 w 365"/>
                <a:gd name="T21" fmla="*/ 90 h 287"/>
                <a:gd name="T22" fmla="*/ 257 w 365"/>
                <a:gd name="T23" fmla="*/ 72 h 287"/>
                <a:gd name="T24" fmla="*/ 215 w 365"/>
                <a:gd name="T25" fmla="*/ 54 h 287"/>
                <a:gd name="T26" fmla="*/ 173 w 365"/>
                <a:gd name="T27" fmla="*/ 36 h 287"/>
                <a:gd name="T28" fmla="*/ 143 w 365"/>
                <a:gd name="T29" fmla="*/ 24 h 287"/>
                <a:gd name="T30" fmla="*/ 131 w 365"/>
                <a:gd name="T31" fmla="*/ 18 h 287"/>
                <a:gd name="T32" fmla="*/ 107 w 365"/>
                <a:gd name="T33" fmla="*/ 18 h 287"/>
                <a:gd name="T34" fmla="*/ 95 w 365"/>
                <a:gd name="T35" fmla="*/ 18 h 287"/>
                <a:gd name="T36" fmla="*/ 72 w 365"/>
                <a:gd name="T37" fmla="*/ 12 h 287"/>
                <a:gd name="T38" fmla="*/ 66 w 365"/>
                <a:gd name="T39" fmla="*/ 12 h 287"/>
                <a:gd name="T40" fmla="*/ 54 w 365"/>
                <a:gd name="T41" fmla="*/ 6 h 287"/>
                <a:gd name="T42" fmla="*/ 42 w 365"/>
                <a:gd name="T43" fmla="*/ 0 h 287"/>
                <a:gd name="T44" fmla="*/ 30 w 365"/>
                <a:gd name="T45" fmla="*/ 0 h 287"/>
                <a:gd name="T46" fmla="*/ 24 w 365"/>
                <a:gd name="T47" fmla="*/ 24 h 287"/>
                <a:gd name="T48" fmla="*/ 24 w 365"/>
                <a:gd name="T49" fmla="*/ 24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65" h="287">
                  <a:moveTo>
                    <a:pt x="24" y="24"/>
                  </a:moveTo>
                  <a:lnTo>
                    <a:pt x="0" y="60"/>
                  </a:lnTo>
                  <a:lnTo>
                    <a:pt x="66" y="108"/>
                  </a:lnTo>
                  <a:lnTo>
                    <a:pt x="143" y="180"/>
                  </a:lnTo>
                  <a:lnTo>
                    <a:pt x="191" y="168"/>
                  </a:lnTo>
                  <a:lnTo>
                    <a:pt x="341" y="287"/>
                  </a:lnTo>
                  <a:lnTo>
                    <a:pt x="305" y="174"/>
                  </a:lnTo>
                  <a:lnTo>
                    <a:pt x="365" y="132"/>
                  </a:lnTo>
                  <a:lnTo>
                    <a:pt x="359" y="126"/>
                  </a:lnTo>
                  <a:lnTo>
                    <a:pt x="335" y="114"/>
                  </a:lnTo>
                  <a:lnTo>
                    <a:pt x="299" y="90"/>
                  </a:lnTo>
                  <a:lnTo>
                    <a:pt x="257" y="72"/>
                  </a:lnTo>
                  <a:lnTo>
                    <a:pt x="215" y="54"/>
                  </a:lnTo>
                  <a:lnTo>
                    <a:pt x="173" y="36"/>
                  </a:lnTo>
                  <a:lnTo>
                    <a:pt x="143" y="24"/>
                  </a:lnTo>
                  <a:lnTo>
                    <a:pt x="131" y="18"/>
                  </a:lnTo>
                  <a:lnTo>
                    <a:pt x="107" y="18"/>
                  </a:lnTo>
                  <a:lnTo>
                    <a:pt x="95" y="18"/>
                  </a:lnTo>
                  <a:lnTo>
                    <a:pt x="72" y="12"/>
                  </a:lnTo>
                  <a:lnTo>
                    <a:pt x="66" y="12"/>
                  </a:lnTo>
                  <a:lnTo>
                    <a:pt x="54" y="6"/>
                  </a:lnTo>
                  <a:lnTo>
                    <a:pt x="42" y="0"/>
                  </a:lnTo>
                  <a:lnTo>
                    <a:pt x="30" y="0"/>
                  </a:lnTo>
                  <a:lnTo>
                    <a:pt x="24" y="24"/>
                  </a:lnTo>
                  <a:lnTo>
                    <a:pt x="24" y="2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13" name="Freeform 17">
              <a:extLst>
                <a:ext uri="{FF2B5EF4-FFF2-40B4-BE49-F238E27FC236}">
                  <a16:creationId xmlns:a16="http://schemas.microsoft.com/office/drawing/2014/main" id="{5EC9859D-272A-103F-95EB-E6C5D0C5BC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3" y="3829"/>
              <a:ext cx="2033" cy="499"/>
            </a:xfrm>
            <a:custGeom>
              <a:avLst/>
              <a:gdLst>
                <a:gd name="T0" fmla="*/ 186 w 2033"/>
                <a:gd name="T1" fmla="*/ 18 h 499"/>
                <a:gd name="T2" fmla="*/ 138 w 2033"/>
                <a:gd name="T3" fmla="*/ 6 h 499"/>
                <a:gd name="T4" fmla="*/ 96 w 2033"/>
                <a:gd name="T5" fmla="*/ 0 h 499"/>
                <a:gd name="T6" fmla="*/ 36 w 2033"/>
                <a:gd name="T7" fmla="*/ 0 h 499"/>
                <a:gd name="T8" fmla="*/ 12 w 2033"/>
                <a:gd name="T9" fmla="*/ 25 h 499"/>
                <a:gd name="T10" fmla="*/ 0 w 2033"/>
                <a:gd name="T11" fmla="*/ 128 h 499"/>
                <a:gd name="T12" fmla="*/ 60 w 2033"/>
                <a:gd name="T13" fmla="*/ 104 h 499"/>
                <a:gd name="T14" fmla="*/ 90 w 2033"/>
                <a:gd name="T15" fmla="*/ 134 h 499"/>
                <a:gd name="T16" fmla="*/ 150 w 2033"/>
                <a:gd name="T17" fmla="*/ 153 h 499"/>
                <a:gd name="T18" fmla="*/ 209 w 2033"/>
                <a:gd name="T19" fmla="*/ 273 h 499"/>
                <a:gd name="T20" fmla="*/ 401 w 2033"/>
                <a:gd name="T21" fmla="*/ 359 h 499"/>
                <a:gd name="T22" fmla="*/ 777 w 2033"/>
                <a:gd name="T23" fmla="*/ 359 h 499"/>
                <a:gd name="T24" fmla="*/ 2033 w 2033"/>
                <a:gd name="T25" fmla="*/ 499 h 499"/>
                <a:gd name="T26" fmla="*/ 2033 w 2033"/>
                <a:gd name="T27" fmla="*/ 499 h 499"/>
                <a:gd name="T28" fmla="*/ 1991 w 2033"/>
                <a:gd name="T29" fmla="*/ 493 h 499"/>
                <a:gd name="T30" fmla="*/ 676 w 2033"/>
                <a:gd name="T31" fmla="*/ 243 h 499"/>
                <a:gd name="T32" fmla="*/ 514 w 2033"/>
                <a:gd name="T33" fmla="*/ 159 h 499"/>
                <a:gd name="T34" fmla="*/ 425 w 2033"/>
                <a:gd name="T35" fmla="*/ 110 h 499"/>
                <a:gd name="T36" fmla="*/ 365 w 2033"/>
                <a:gd name="T37" fmla="*/ 92 h 499"/>
                <a:gd name="T38" fmla="*/ 281 w 2033"/>
                <a:gd name="T39" fmla="*/ 61 h 499"/>
                <a:gd name="T40" fmla="*/ 186 w 2033"/>
                <a:gd name="T41" fmla="*/ 18 h 499"/>
                <a:gd name="T42" fmla="*/ 186 w 2033"/>
                <a:gd name="T43" fmla="*/ 18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33" h="499">
                  <a:moveTo>
                    <a:pt x="186" y="18"/>
                  </a:moveTo>
                  <a:lnTo>
                    <a:pt x="138" y="6"/>
                  </a:lnTo>
                  <a:lnTo>
                    <a:pt x="96" y="0"/>
                  </a:lnTo>
                  <a:lnTo>
                    <a:pt x="36" y="0"/>
                  </a:lnTo>
                  <a:lnTo>
                    <a:pt x="12" y="25"/>
                  </a:lnTo>
                  <a:lnTo>
                    <a:pt x="0" y="128"/>
                  </a:lnTo>
                  <a:lnTo>
                    <a:pt x="60" y="104"/>
                  </a:lnTo>
                  <a:lnTo>
                    <a:pt x="90" y="134"/>
                  </a:lnTo>
                  <a:lnTo>
                    <a:pt x="150" y="153"/>
                  </a:lnTo>
                  <a:lnTo>
                    <a:pt x="209" y="273"/>
                  </a:lnTo>
                  <a:lnTo>
                    <a:pt x="401" y="359"/>
                  </a:lnTo>
                  <a:lnTo>
                    <a:pt x="777" y="359"/>
                  </a:lnTo>
                  <a:lnTo>
                    <a:pt x="2033" y="499"/>
                  </a:lnTo>
                  <a:lnTo>
                    <a:pt x="2033" y="499"/>
                  </a:lnTo>
                  <a:lnTo>
                    <a:pt x="1991" y="493"/>
                  </a:lnTo>
                  <a:lnTo>
                    <a:pt x="676" y="243"/>
                  </a:lnTo>
                  <a:lnTo>
                    <a:pt x="514" y="159"/>
                  </a:lnTo>
                  <a:lnTo>
                    <a:pt x="425" y="110"/>
                  </a:lnTo>
                  <a:lnTo>
                    <a:pt x="365" y="92"/>
                  </a:lnTo>
                  <a:lnTo>
                    <a:pt x="281" y="61"/>
                  </a:lnTo>
                  <a:lnTo>
                    <a:pt x="186" y="18"/>
                  </a:lnTo>
                  <a:lnTo>
                    <a:pt x="186" y="1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14" name="Freeform 18">
              <a:extLst>
                <a:ext uri="{FF2B5EF4-FFF2-40B4-BE49-F238E27FC236}">
                  <a16:creationId xmlns:a16="http://schemas.microsoft.com/office/drawing/2014/main" id="{8A261947-A512-88E1-DF9B-B173730CA2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0" y="3823"/>
              <a:ext cx="71" cy="61"/>
            </a:xfrm>
            <a:custGeom>
              <a:avLst/>
              <a:gdLst>
                <a:gd name="T0" fmla="*/ 0 w 71"/>
                <a:gd name="T1" fmla="*/ 18 h 60"/>
                <a:gd name="T2" fmla="*/ 6 w 71"/>
                <a:gd name="T3" fmla="*/ 18 h 60"/>
                <a:gd name="T4" fmla="*/ 12 w 71"/>
                <a:gd name="T5" fmla="*/ 12 h 60"/>
                <a:gd name="T6" fmla="*/ 6 w 71"/>
                <a:gd name="T7" fmla="*/ 6 h 60"/>
                <a:gd name="T8" fmla="*/ 0 w 71"/>
                <a:gd name="T9" fmla="*/ 0 h 60"/>
                <a:gd name="T10" fmla="*/ 29 w 71"/>
                <a:gd name="T11" fmla="*/ 18 h 60"/>
                <a:gd name="T12" fmla="*/ 53 w 71"/>
                <a:gd name="T13" fmla="*/ 18 h 60"/>
                <a:gd name="T14" fmla="*/ 59 w 71"/>
                <a:gd name="T15" fmla="*/ 30 h 60"/>
                <a:gd name="T16" fmla="*/ 65 w 71"/>
                <a:gd name="T17" fmla="*/ 42 h 60"/>
                <a:gd name="T18" fmla="*/ 71 w 71"/>
                <a:gd name="T19" fmla="*/ 54 h 60"/>
                <a:gd name="T20" fmla="*/ 71 w 71"/>
                <a:gd name="T21" fmla="*/ 60 h 60"/>
                <a:gd name="T22" fmla="*/ 59 w 71"/>
                <a:gd name="T23" fmla="*/ 54 h 60"/>
                <a:gd name="T24" fmla="*/ 47 w 71"/>
                <a:gd name="T25" fmla="*/ 42 h 60"/>
                <a:gd name="T26" fmla="*/ 23 w 71"/>
                <a:gd name="T27" fmla="*/ 30 h 60"/>
                <a:gd name="T28" fmla="*/ 23 w 71"/>
                <a:gd name="T29" fmla="*/ 36 h 60"/>
                <a:gd name="T30" fmla="*/ 18 w 71"/>
                <a:gd name="T31" fmla="*/ 42 h 60"/>
                <a:gd name="T32" fmla="*/ 12 w 71"/>
                <a:gd name="T33" fmla="*/ 48 h 60"/>
                <a:gd name="T34" fmla="*/ 6 w 71"/>
                <a:gd name="T35" fmla="*/ 48 h 60"/>
                <a:gd name="T36" fmla="*/ 6 w 71"/>
                <a:gd name="T37" fmla="*/ 48 h 60"/>
                <a:gd name="T38" fmla="*/ 6 w 71"/>
                <a:gd name="T39" fmla="*/ 36 h 60"/>
                <a:gd name="T40" fmla="*/ 0 w 71"/>
                <a:gd name="T41" fmla="*/ 18 h 60"/>
                <a:gd name="T42" fmla="*/ 0 w 71"/>
                <a:gd name="T43" fmla="*/ 1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1" h="60">
                  <a:moveTo>
                    <a:pt x="0" y="18"/>
                  </a:moveTo>
                  <a:lnTo>
                    <a:pt x="6" y="18"/>
                  </a:lnTo>
                  <a:lnTo>
                    <a:pt x="12" y="12"/>
                  </a:lnTo>
                  <a:lnTo>
                    <a:pt x="6" y="6"/>
                  </a:lnTo>
                  <a:lnTo>
                    <a:pt x="0" y="0"/>
                  </a:lnTo>
                  <a:lnTo>
                    <a:pt x="29" y="18"/>
                  </a:lnTo>
                  <a:lnTo>
                    <a:pt x="53" y="18"/>
                  </a:lnTo>
                  <a:lnTo>
                    <a:pt x="59" y="30"/>
                  </a:lnTo>
                  <a:lnTo>
                    <a:pt x="65" y="42"/>
                  </a:lnTo>
                  <a:lnTo>
                    <a:pt x="71" y="54"/>
                  </a:lnTo>
                  <a:lnTo>
                    <a:pt x="71" y="60"/>
                  </a:lnTo>
                  <a:lnTo>
                    <a:pt x="59" y="54"/>
                  </a:lnTo>
                  <a:lnTo>
                    <a:pt x="47" y="42"/>
                  </a:lnTo>
                  <a:lnTo>
                    <a:pt x="23" y="30"/>
                  </a:lnTo>
                  <a:lnTo>
                    <a:pt x="23" y="36"/>
                  </a:lnTo>
                  <a:lnTo>
                    <a:pt x="18" y="42"/>
                  </a:lnTo>
                  <a:lnTo>
                    <a:pt x="12" y="48"/>
                  </a:lnTo>
                  <a:lnTo>
                    <a:pt x="6" y="48"/>
                  </a:lnTo>
                  <a:lnTo>
                    <a:pt x="6" y="48"/>
                  </a:lnTo>
                  <a:lnTo>
                    <a:pt x="6" y="36"/>
                  </a:lnTo>
                  <a:lnTo>
                    <a:pt x="0" y="18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15" name="Freeform 19">
              <a:extLst>
                <a:ext uri="{FF2B5EF4-FFF2-40B4-BE49-F238E27FC236}">
                  <a16:creationId xmlns:a16="http://schemas.microsoft.com/office/drawing/2014/main" id="{0C9489E1-04EA-78F7-1B13-F7C0C12E034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" y="3842"/>
              <a:ext cx="161" cy="164"/>
            </a:xfrm>
            <a:custGeom>
              <a:avLst/>
              <a:gdLst>
                <a:gd name="T0" fmla="*/ 30 w 161"/>
                <a:gd name="T1" fmla="*/ 0 h 162"/>
                <a:gd name="T2" fmla="*/ 48 w 161"/>
                <a:gd name="T3" fmla="*/ 6 h 162"/>
                <a:gd name="T4" fmla="*/ 72 w 161"/>
                <a:gd name="T5" fmla="*/ 6 h 162"/>
                <a:gd name="T6" fmla="*/ 114 w 161"/>
                <a:gd name="T7" fmla="*/ 12 h 162"/>
                <a:gd name="T8" fmla="*/ 96 w 161"/>
                <a:gd name="T9" fmla="*/ 54 h 162"/>
                <a:gd name="T10" fmla="*/ 96 w 161"/>
                <a:gd name="T11" fmla="*/ 60 h 162"/>
                <a:gd name="T12" fmla="*/ 102 w 161"/>
                <a:gd name="T13" fmla="*/ 72 h 162"/>
                <a:gd name="T14" fmla="*/ 108 w 161"/>
                <a:gd name="T15" fmla="*/ 84 h 162"/>
                <a:gd name="T16" fmla="*/ 120 w 161"/>
                <a:gd name="T17" fmla="*/ 96 h 162"/>
                <a:gd name="T18" fmla="*/ 143 w 161"/>
                <a:gd name="T19" fmla="*/ 114 h 162"/>
                <a:gd name="T20" fmla="*/ 155 w 161"/>
                <a:gd name="T21" fmla="*/ 138 h 162"/>
                <a:gd name="T22" fmla="*/ 161 w 161"/>
                <a:gd name="T23" fmla="*/ 156 h 162"/>
                <a:gd name="T24" fmla="*/ 161 w 161"/>
                <a:gd name="T25" fmla="*/ 162 h 162"/>
                <a:gd name="T26" fmla="*/ 96 w 161"/>
                <a:gd name="T27" fmla="*/ 102 h 162"/>
                <a:gd name="T28" fmla="*/ 30 w 161"/>
                <a:gd name="T29" fmla="*/ 54 h 162"/>
                <a:gd name="T30" fmla="*/ 0 w 161"/>
                <a:gd name="T31" fmla="*/ 0 h 162"/>
                <a:gd name="T32" fmla="*/ 30 w 161"/>
                <a:gd name="T33" fmla="*/ 0 h 162"/>
                <a:gd name="T34" fmla="*/ 30 w 161"/>
                <a:gd name="T35" fmla="*/ 0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1" h="162">
                  <a:moveTo>
                    <a:pt x="30" y="0"/>
                  </a:moveTo>
                  <a:lnTo>
                    <a:pt x="48" y="6"/>
                  </a:lnTo>
                  <a:lnTo>
                    <a:pt x="72" y="6"/>
                  </a:lnTo>
                  <a:lnTo>
                    <a:pt x="114" y="12"/>
                  </a:lnTo>
                  <a:lnTo>
                    <a:pt x="96" y="54"/>
                  </a:lnTo>
                  <a:lnTo>
                    <a:pt x="96" y="60"/>
                  </a:lnTo>
                  <a:lnTo>
                    <a:pt x="102" y="72"/>
                  </a:lnTo>
                  <a:lnTo>
                    <a:pt x="108" y="84"/>
                  </a:lnTo>
                  <a:lnTo>
                    <a:pt x="120" y="96"/>
                  </a:lnTo>
                  <a:lnTo>
                    <a:pt x="143" y="114"/>
                  </a:lnTo>
                  <a:lnTo>
                    <a:pt x="155" y="138"/>
                  </a:lnTo>
                  <a:lnTo>
                    <a:pt x="161" y="156"/>
                  </a:lnTo>
                  <a:lnTo>
                    <a:pt x="161" y="162"/>
                  </a:lnTo>
                  <a:lnTo>
                    <a:pt x="96" y="102"/>
                  </a:lnTo>
                  <a:lnTo>
                    <a:pt x="30" y="54"/>
                  </a:lnTo>
                  <a:lnTo>
                    <a:pt x="0" y="0"/>
                  </a:lnTo>
                  <a:lnTo>
                    <a:pt x="30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16" name="Freeform 20">
              <a:extLst>
                <a:ext uri="{FF2B5EF4-FFF2-40B4-BE49-F238E27FC236}">
                  <a16:creationId xmlns:a16="http://schemas.microsoft.com/office/drawing/2014/main" id="{AFB31438-BA72-89DE-5A70-CC75559054A8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" y="3854"/>
              <a:ext cx="59" cy="61"/>
            </a:xfrm>
            <a:custGeom>
              <a:avLst/>
              <a:gdLst>
                <a:gd name="T0" fmla="*/ 59 w 59"/>
                <a:gd name="T1" fmla="*/ 6 h 60"/>
                <a:gd name="T2" fmla="*/ 41 w 59"/>
                <a:gd name="T3" fmla="*/ 30 h 60"/>
                <a:gd name="T4" fmla="*/ 41 w 59"/>
                <a:gd name="T5" fmla="*/ 36 h 60"/>
                <a:gd name="T6" fmla="*/ 47 w 59"/>
                <a:gd name="T7" fmla="*/ 42 h 60"/>
                <a:gd name="T8" fmla="*/ 53 w 59"/>
                <a:gd name="T9" fmla="*/ 54 h 60"/>
                <a:gd name="T10" fmla="*/ 53 w 59"/>
                <a:gd name="T11" fmla="*/ 60 h 60"/>
                <a:gd name="T12" fmla="*/ 47 w 59"/>
                <a:gd name="T13" fmla="*/ 54 h 60"/>
                <a:gd name="T14" fmla="*/ 35 w 59"/>
                <a:gd name="T15" fmla="*/ 48 h 60"/>
                <a:gd name="T16" fmla="*/ 23 w 59"/>
                <a:gd name="T17" fmla="*/ 36 h 60"/>
                <a:gd name="T18" fmla="*/ 17 w 59"/>
                <a:gd name="T19" fmla="*/ 30 h 60"/>
                <a:gd name="T20" fmla="*/ 0 w 59"/>
                <a:gd name="T21" fmla="*/ 0 h 60"/>
                <a:gd name="T22" fmla="*/ 59 w 59"/>
                <a:gd name="T23" fmla="*/ 6 h 60"/>
                <a:gd name="T24" fmla="*/ 59 w 59"/>
                <a:gd name="T25" fmla="*/ 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" h="60">
                  <a:moveTo>
                    <a:pt x="59" y="6"/>
                  </a:moveTo>
                  <a:lnTo>
                    <a:pt x="41" y="30"/>
                  </a:lnTo>
                  <a:lnTo>
                    <a:pt x="41" y="36"/>
                  </a:lnTo>
                  <a:lnTo>
                    <a:pt x="47" y="42"/>
                  </a:lnTo>
                  <a:lnTo>
                    <a:pt x="53" y="54"/>
                  </a:lnTo>
                  <a:lnTo>
                    <a:pt x="53" y="60"/>
                  </a:lnTo>
                  <a:lnTo>
                    <a:pt x="47" y="54"/>
                  </a:lnTo>
                  <a:lnTo>
                    <a:pt x="35" y="48"/>
                  </a:lnTo>
                  <a:lnTo>
                    <a:pt x="23" y="36"/>
                  </a:lnTo>
                  <a:lnTo>
                    <a:pt x="17" y="30"/>
                  </a:lnTo>
                  <a:lnTo>
                    <a:pt x="0" y="0"/>
                  </a:lnTo>
                  <a:lnTo>
                    <a:pt x="59" y="6"/>
                  </a:lnTo>
                  <a:lnTo>
                    <a:pt x="59" y="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17" name="Freeform 21">
              <a:extLst>
                <a:ext uri="{FF2B5EF4-FFF2-40B4-BE49-F238E27FC236}">
                  <a16:creationId xmlns:a16="http://schemas.microsoft.com/office/drawing/2014/main" id="{4E1DFB33-F49D-6B66-A474-F99ECBA8C8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" y="3811"/>
              <a:ext cx="245" cy="207"/>
            </a:xfrm>
            <a:custGeom>
              <a:avLst/>
              <a:gdLst>
                <a:gd name="T0" fmla="*/ 233 w 245"/>
                <a:gd name="T1" fmla="*/ 36 h 204"/>
                <a:gd name="T2" fmla="*/ 245 w 245"/>
                <a:gd name="T3" fmla="*/ 42 h 204"/>
                <a:gd name="T4" fmla="*/ 209 w 245"/>
                <a:gd name="T5" fmla="*/ 84 h 204"/>
                <a:gd name="T6" fmla="*/ 143 w 245"/>
                <a:gd name="T7" fmla="*/ 132 h 204"/>
                <a:gd name="T8" fmla="*/ 167 w 245"/>
                <a:gd name="T9" fmla="*/ 156 h 204"/>
                <a:gd name="T10" fmla="*/ 179 w 245"/>
                <a:gd name="T11" fmla="*/ 204 h 204"/>
                <a:gd name="T12" fmla="*/ 77 w 245"/>
                <a:gd name="T13" fmla="*/ 132 h 204"/>
                <a:gd name="T14" fmla="*/ 47 w 245"/>
                <a:gd name="T15" fmla="*/ 84 h 204"/>
                <a:gd name="T16" fmla="*/ 89 w 245"/>
                <a:gd name="T17" fmla="*/ 66 h 204"/>
                <a:gd name="T18" fmla="*/ 59 w 245"/>
                <a:gd name="T19" fmla="*/ 36 h 204"/>
                <a:gd name="T20" fmla="*/ 0 w 245"/>
                <a:gd name="T21" fmla="*/ 12 h 204"/>
                <a:gd name="T22" fmla="*/ 0 w 245"/>
                <a:gd name="T23" fmla="*/ 0 h 204"/>
                <a:gd name="T24" fmla="*/ 6 w 245"/>
                <a:gd name="T25" fmla="*/ 0 h 204"/>
                <a:gd name="T26" fmla="*/ 12 w 245"/>
                <a:gd name="T27" fmla="*/ 0 h 204"/>
                <a:gd name="T28" fmla="*/ 47 w 245"/>
                <a:gd name="T29" fmla="*/ 6 h 204"/>
                <a:gd name="T30" fmla="*/ 77 w 245"/>
                <a:gd name="T31" fmla="*/ 6 h 204"/>
                <a:gd name="T32" fmla="*/ 83 w 245"/>
                <a:gd name="T33" fmla="*/ 6 h 204"/>
                <a:gd name="T34" fmla="*/ 89 w 245"/>
                <a:gd name="T35" fmla="*/ 6 h 204"/>
                <a:gd name="T36" fmla="*/ 101 w 245"/>
                <a:gd name="T37" fmla="*/ 12 h 204"/>
                <a:gd name="T38" fmla="*/ 125 w 245"/>
                <a:gd name="T39" fmla="*/ 12 h 204"/>
                <a:gd name="T40" fmla="*/ 143 w 245"/>
                <a:gd name="T41" fmla="*/ 18 h 204"/>
                <a:gd name="T42" fmla="*/ 149 w 245"/>
                <a:gd name="T43" fmla="*/ 18 h 204"/>
                <a:gd name="T44" fmla="*/ 149 w 245"/>
                <a:gd name="T45" fmla="*/ 18 h 204"/>
                <a:gd name="T46" fmla="*/ 203 w 245"/>
                <a:gd name="T47" fmla="*/ 24 h 204"/>
                <a:gd name="T48" fmla="*/ 233 w 245"/>
                <a:gd name="T49" fmla="*/ 36 h 204"/>
                <a:gd name="T50" fmla="*/ 233 w 245"/>
                <a:gd name="T51" fmla="*/ 36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45" h="204">
                  <a:moveTo>
                    <a:pt x="233" y="36"/>
                  </a:moveTo>
                  <a:lnTo>
                    <a:pt x="245" y="42"/>
                  </a:lnTo>
                  <a:lnTo>
                    <a:pt x="209" y="84"/>
                  </a:lnTo>
                  <a:lnTo>
                    <a:pt x="143" y="132"/>
                  </a:lnTo>
                  <a:lnTo>
                    <a:pt x="167" y="156"/>
                  </a:lnTo>
                  <a:lnTo>
                    <a:pt x="179" y="204"/>
                  </a:lnTo>
                  <a:lnTo>
                    <a:pt x="77" y="132"/>
                  </a:lnTo>
                  <a:lnTo>
                    <a:pt x="47" y="84"/>
                  </a:lnTo>
                  <a:lnTo>
                    <a:pt x="89" y="66"/>
                  </a:lnTo>
                  <a:lnTo>
                    <a:pt x="59" y="36"/>
                  </a:lnTo>
                  <a:lnTo>
                    <a:pt x="0" y="12"/>
                  </a:lnTo>
                  <a:lnTo>
                    <a:pt x="0" y="0"/>
                  </a:lnTo>
                  <a:lnTo>
                    <a:pt x="6" y="0"/>
                  </a:lnTo>
                  <a:lnTo>
                    <a:pt x="12" y="0"/>
                  </a:lnTo>
                  <a:lnTo>
                    <a:pt x="47" y="6"/>
                  </a:lnTo>
                  <a:lnTo>
                    <a:pt x="77" y="6"/>
                  </a:lnTo>
                  <a:lnTo>
                    <a:pt x="83" y="6"/>
                  </a:lnTo>
                  <a:lnTo>
                    <a:pt x="89" y="6"/>
                  </a:lnTo>
                  <a:lnTo>
                    <a:pt x="101" y="12"/>
                  </a:lnTo>
                  <a:lnTo>
                    <a:pt x="125" y="12"/>
                  </a:lnTo>
                  <a:lnTo>
                    <a:pt x="143" y="18"/>
                  </a:lnTo>
                  <a:lnTo>
                    <a:pt x="149" y="18"/>
                  </a:lnTo>
                  <a:lnTo>
                    <a:pt x="149" y="18"/>
                  </a:lnTo>
                  <a:lnTo>
                    <a:pt x="203" y="24"/>
                  </a:lnTo>
                  <a:lnTo>
                    <a:pt x="233" y="36"/>
                  </a:lnTo>
                  <a:lnTo>
                    <a:pt x="233" y="3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118" name="Rectangle 22">
            <a:extLst>
              <a:ext uri="{FF2B5EF4-FFF2-40B4-BE49-F238E27FC236}">
                <a16:creationId xmlns:a16="http://schemas.microsoft.com/office/drawing/2014/main" id="{E96D12CE-0FB2-D8C3-C446-D5C5ABEBE6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4119" name="Rectangle 23">
            <a:extLst>
              <a:ext uri="{FF2B5EF4-FFF2-40B4-BE49-F238E27FC236}">
                <a16:creationId xmlns:a16="http://schemas.microsoft.com/office/drawing/2014/main" id="{46EFD819-4647-E74B-F3B8-A16120494F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4120" name="Rectangle 24">
            <a:extLst>
              <a:ext uri="{FF2B5EF4-FFF2-40B4-BE49-F238E27FC236}">
                <a16:creationId xmlns:a16="http://schemas.microsoft.com/office/drawing/2014/main" id="{9A7FC2B8-4F4C-CA4A-1B02-DE96D54E721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4121" name="Rectangle 25">
            <a:extLst>
              <a:ext uri="{FF2B5EF4-FFF2-40B4-BE49-F238E27FC236}">
                <a16:creationId xmlns:a16="http://schemas.microsoft.com/office/drawing/2014/main" id="{DC3BF9B5-635D-2B59-8166-93296EA7722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4122" name="Rectangle 26">
            <a:extLst>
              <a:ext uri="{FF2B5EF4-FFF2-40B4-BE49-F238E27FC236}">
                <a16:creationId xmlns:a16="http://schemas.microsoft.com/office/drawing/2014/main" id="{D242F4DD-1D42-E3E4-D5FC-0A5A41A1ED8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03CAFA97-5F3A-4B04-AC0D-8A2316D96BE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5">
            <a:extLst>
              <a:ext uri="{FF2B5EF4-FFF2-40B4-BE49-F238E27FC236}">
                <a16:creationId xmlns:a16="http://schemas.microsoft.com/office/drawing/2014/main" id="{FFF7333B-C618-7467-6914-554091ACE5E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685800"/>
            <a:ext cx="9144000" cy="1143000"/>
          </a:xfrm>
        </p:spPr>
        <p:txBody>
          <a:bodyPr/>
          <a:lstStyle/>
          <a:p>
            <a:br>
              <a:rPr lang="en-US" altLang="pt-BR" sz="3600" b="1">
                <a:solidFill>
                  <a:schemeClr val="tx1"/>
                </a:solidFill>
                <a:effectLst/>
              </a:rPr>
            </a:br>
            <a:r>
              <a:rPr lang="en-US" altLang="pt-BR" sz="3600" b="1">
                <a:solidFill>
                  <a:schemeClr val="tx1"/>
                </a:solidFill>
                <a:effectLst/>
              </a:rPr>
              <a:t>SANTO, SANTO ÉS TU, SENHOR</a:t>
            </a:r>
            <a:br>
              <a:rPr lang="en-US" altLang="pt-BR" sz="3600" b="1">
                <a:solidFill>
                  <a:schemeClr val="tx1"/>
                </a:solidFill>
                <a:effectLst/>
              </a:rPr>
            </a:br>
            <a:r>
              <a:rPr lang="en-US" altLang="pt-BR" sz="3600" b="1">
                <a:solidFill>
                  <a:schemeClr val="tx1"/>
                </a:solidFill>
                <a:effectLst/>
              </a:rPr>
              <a:t>EM TEU LOUVOR EU VOU CANTAR</a:t>
            </a:r>
            <a:br>
              <a:rPr lang="en-US" altLang="pt-BR" sz="3600" b="1">
                <a:solidFill>
                  <a:schemeClr val="tx1"/>
                </a:solidFill>
                <a:effectLst/>
              </a:rPr>
            </a:br>
            <a:r>
              <a:rPr lang="en-US" altLang="pt-BR" sz="3600" b="1">
                <a:solidFill>
                  <a:schemeClr val="tx1"/>
                </a:solidFill>
                <a:effectLst/>
              </a:rPr>
              <a:t>COM ESPERANÇA, Ó DEUS DE AMOR</a:t>
            </a:r>
            <a:br>
              <a:rPr lang="en-US" altLang="pt-BR" sz="3600" b="1">
                <a:solidFill>
                  <a:schemeClr val="tx1"/>
                </a:solidFill>
                <a:effectLst/>
              </a:rPr>
            </a:br>
            <a:r>
              <a:rPr lang="en-US" altLang="pt-BR" sz="3600" b="1">
                <a:solidFill>
                  <a:schemeClr val="tx1"/>
                </a:solidFill>
                <a:effectLst/>
              </a:rPr>
              <a:t>TU QUERES ME CONSOLAR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0" name="Rectangle 6">
            <a:extLst>
              <a:ext uri="{FF2B5EF4-FFF2-40B4-BE49-F238E27FC236}">
                <a16:creationId xmlns:a16="http://schemas.microsoft.com/office/drawing/2014/main" id="{0F329BE6-7C07-0003-0D29-934284F2419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685800"/>
            <a:ext cx="9144000" cy="1143000"/>
          </a:xfrm>
        </p:spPr>
        <p:txBody>
          <a:bodyPr/>
          <a:lstStyle/>
          <a:p>
            <a:r>
              <a:rPr lang="en-US" altLang="pt-BR" sz="3600" b="1">
                <a:solidFill>
                  <a:schemeClr val="tx1"/>
                </a:solidFill>
                <a:effectLst/>
              </a:rPr>
              <a:t>EU TE PEÇO, Ó MEU JESUS</a:t>
            </a:r>
            <a:br>
              <a:rPr lang="en-US" altLang="pt-BR" sz="3600" b="1">
                <a:solidFill>
                  <a:schemeClr val="tx1"/>
                </a:solidFill>
                <a:effectLst/>
              </a:rPr>
            </a:br>
            <a:r>
              <a:rPr lang="en-US" altLang="pt-BR" sz="3600" b="1">
                <a:solidFill>
                  <a:schemeClr val="tx1"/>
                </a:solidFill>
                <a:effectLst/>
              </a:rPr>
              <a:t>SÓ TU ÉS MEU SALVADOR</a:t>
            </a:r>
            <a:br>
              <a:rPr lang="en-US" altLang="pt-BR" sz="3600" b="1">
                <a:solidFill>
                  <a:schemeClr val="tx1"/>
                </a:solidFill>
                <a:effectLst/>
              </a:rPr>
            </a:br>
            <a:r>
              <a:rPr lang="en-US" altLang="pt-BR" sz="3600" b="1">
                <a:solidFill>
                  <a:schemeClr val="tx1"/>
                </a:solidFill>
                <a:effectLst/>
              </a:rPr>
              <a:t>QUE ME FAÇAS ANDAR NA LUZ</a:t>
            </a:r>
            <a:br>
              <a:rPr lang="en-US" altLang="pt-BR" sz="3600" b="1">
                <a:solidFill>
                  <a:schemeClr val="tx1"/>
                </a:solidFill>
                <a:effectLst/>
              </a:rPr>
            </a:br>
            <a:r>
              <a:rPr lang="en-US" altLang="pt-BR" sz="3600" b="1">
                <a:solidFill>
                  <a:schemeClr val="tx1"/>
                </a:solidFill>
                <a:effectLst/>
              </a:rPr>
              <a:t>SANTO ÉS, MEU REDENTOR</a:t>
            </a:r>
            <a:endParaRPr lang="en-US" altLang="pt-BR" sz="3600" b="1" i="1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8" name="Rectangle 6">
            <a:extLst>
              <a:ext uri="{FF2B5EF4-FFF2-40B4-BE49-F238E27FC236}">
                <a16:creationId xmlns:a16="http://schemas.microsoft.com/office/drawing/2014/main" id="{0AC9CA0A-B77E-B7ED-3005-2DA0B55C173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685800"/>
            <a:ext cx="9144000" cy="1143000"/>
          </a:xfrm>
        </p:spPr>
        <p:txBody>
          <a:bodyPr/>
          <a:lstStyle/>
          <a:p>
            <a:r>
              <a:rPr lang="en-US" altLang="pt-BR" sz="3600" b="1" i="1">
                <a:solidFill>
                  <a:schemeClr val="tx1"/>
                </a:solidFill>
                <a:effectLst/>
              </a:rPr>
              <a:t>AO MEU JESUS EU CANTAREI</a:t>
            </a:r>
            <a:br>
              <a:rPr lang="en-US" altLang="pt-BR" sz="3600" b="1" i="1">
                <a:solidFill>
                  <a:schemeClr val="tx1"/>
                </a:solidFill>
                <a:effectLst/>
              </a:rPr>
            </a:br>
            <a:r>
              <a:rPr lang="en-US" altLang="pt-BR" sz="3600" b="1" i="1">
                <a:solidFill>
                  <a:schemeClr val="tx1"/>
                </a:solidFill>
                <a:effectLst/>
              </a:rPr>
              <a:t>ENTRANDO NA FELIZ SIÃO</a:t>
            </a:r>
            <a:br>
              <a:rPr lang="en-US" altLang="pt-BR" sz="3600" b="1" i="1">
                <a:solidFill>
                  <a:schemeClr val="tx1"/>
                </a:solidFill>
                <a:effectLst/>
              </a:rPr>
            </a:br>
            <a:r>
              <a:rPr lang="en-US" altLang="pt-BR" sz="3600" b="1" i="1">
                <a:solidFill>
                  <a:schemeClr val="tx1"/>
                </a:solidFill>
                <a:effectLst/>
              </a:rPr>
              <a:t>OH! SANTO, SANTO, PROCLAMAREI</a:t>
            </a:r>
            <a:br>
              <a:rPr lang="en-US" altLang="pt-BR" sz="3600" b="1" i="1">
                <a:solidFill>
                  <a:schemeClr val="tx1"/>
                </a:solidFill>
                <a:effectLst/>
              </a:rPr>
            </a:br>
            <a:r>
              <a:rPr lang="en-US" altLang="pt-BR" sz="3600" b="1" i="1">
                <a:solidFill>
                  <a:schemeClr val="tx1"/>
                </a:solidFill>
                <a:effectLst/>
              </a:rPr>
              <a:t>NA MINHA ETERNAL MANSÃO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1" name="Rectangle 5">
            <a:extLst>
              <a:ext uri="{FF2B5EF4-FFF2-40B4-BE49-F238E27FC236}">
                <a16:creationId xmlns:a16="http://schemas.microsoft.com/office/drawing/2014/main" id="{A2469A86-DD07-F126-B235-3FB0779BE02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914400"/>
            <a:ext cx="9144000" cy="1143000"/>
          </a:xfrm>
        </p:spPr>
        <p:txBody>
          <a:bodyPr/>
          <a:lstStyle/>
          <a:p>
            <a:r>
              <a:rPr lang="en-US" altLang="pt-BR" sz="3600" b="1" i="1">
                <a:solidFill>
                  <a:schemeClr val="tx1"/>
                </a:solidFill>
                <a:effectLst/>
              </a:rPr>
              <a:t>COM OS ANJOS E SERAFINS</a:t>
            </a:r>
            <a:br>
              <a:rPr lang="en-US" altLang="pt-BR" sz="3600" b="1" i="1">
                <a:solidFill>
                  <a:schemeClr val="tx1"/>
                </a:solidFill>
                <a:effectLst/>
              </a:rPr>
            </a:br>
            <a:r>
              <a:rPr lang="en-US" altLang="pt-BR" sz="3600" b="1" i="1">
                <a:solidFill>
                  <a:schemeClr val="tx1"/>
                </a:solidFill>
                <a:effectLst/>
              </a:rPr>
              <a:t>SANTO! SEMPRE VOU CANTAR</a:t>
            </a:r>
            <a:br>
              <a:rPr lang="en-US" altLang="pt-BR" sz="3600" b="1" i="1">
                <a:solidFill>
                  <a:schemeClr val="tx1"/>
                </a:solidFill>
                <a:effectLst/>
              </a:rPr>
            </a:br>
            <a:r>
              <a:rPr lang="en-US" altLang="pt-BR" sz="3600" b="1" i="1">
                <a:solidFill>
                  <a:schemeClr val="tx1"/>
                </a:solidFill>
                <a:effectLst/>
              </a:rPr>
              <a:t>COM ARCANJOS E QUERUBINS</a:t>
            </a:r>
            <a:br>
              <a:rPr lang="en-US" altLang="pt-BR" sz="3600" b="1" i="1">
                <a:solidFill>
                  <a:schemeClr val="tx1"/>
                </a:solidFill>
                <a:effectLst/>
              </a:rPr>
            </a:br>
            <a:r>
              <a:rPr lang="en-US" altLang="pt-BR" sz="3600" b="1" i="1">
                <a:solidFill>
                  <a:schemeClr val="tx1"/>
                </a:solidFill>
                <a:effectLst/>
              </a:rPr>
              <a:t>A JESUS  VOU ADORAR</a:t>
            </a:r>
            <a:br>
              <a:rPr lang="en-US" altLang="pt-BR" sz="3600" b="1">
                <a:solidFill>
                  <a:schemeClr val="tx1"/>
                </a:solidFill>
                <a:effectLst/>
              </a:rPr>
            </a:br>
            <a:endParaRPr lang="en-US" altLang="pt-BR" sz="3600" b="1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D444791D-6893-4C79-3AE3-867F76D1EA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85800"/>
            <a:ext cx="8229600" cy="1143000"/>
          </a:xfrm>
        </p:spPr>
        <p:txBody>
          <a:bodyPr/>
          <a:lstStyle/>
          <a:p>
            <a:r>
              <a:rPr lang="en-US" altLang="pt-BR" sz="3600" b="1">
                <a:solidFill>
                  <a:schemeClr val="tx1"/>
                </a:solidFill>
                <a:effectLst/>
              </a:rPr>
              <a:t>SANTO, SANTO EU CANTAREI</a:t>
            </a:r>
            <a:br>
              <a:rPr lang="en-US" altLang="pt-BR" sz="3600" b="1">
                <a:solidFill>
                  <a:schemeClr val="tx1"/>
                </a:solidFill>
                <a:effectLst/>
              </a:rPr>
            </a:br>
            <a:r>
              <a:rPr lang="en-US" altLang="pt-BR" sz="3600" b="1">
                <a:solidFill>
                  <a:schemeClr val="tx1"/>
                </a:solidFill>
                <a:effectLst/>
              </a:rPr>
              <a:t>AO MEU JESUS, QUE ME SALVOU</a:t>
            </a:r>
            <a:br>
              <a:rPr lang="en-US" altLang="pt-BR" sz="3600" b="1">
                <a:solidFill>
                  <a:schemeClr val="tx1"/>
                </a:solidFill>
                <a:effectLst/>
              </a:rPr>
            </a:br>
            <a:r>
              <a:rPr lang="en-US" altLang="pt-BR" sz="3600" b="1">
                <a:solidFill>
                  <a:schemeClr val="tx1"/>
                </a:solidFill>
                <a:effectLst/>
              </a:rPr>
              <a:t>E SÓ NELE CONFIAREI</a:t>
            </a:r>
            <a:br>
              <a:rPr lang="en-US" altLang="pt-BR" sz="3600" b="1">
                <a:solidFill>
                  <a:schemeClr val="tx1"/>
                </a:solidFill>
                <a:effectLst/>
              </a:rPr>
            </a:br>
            <a:r>
              <a:rPr lang="en-US" altLang="pt-BR" sz="3600" b="1">
                <a:solidFill>
                  <a:schemeClr val="tx1"/>
                </a:solidFill>
                <a:effectLst/>
              </a:rPr>
              <a:t>POIS MINH’ALMA RESGATOU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9DAA9B7F-2896-0A8F-6053-FC23285154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62000"/>
            <a:ext cx="8229600" cy="1143000"/>
          </a:xfrm>
        </p:spPr>
        <p:txBody>
          <a:bodyPr/>
          <a:lstStyle/>
          <a:p>
            <a:r>
              <a:rPr lang="en-US" altLang="pt-BR" sz="3600" b="1">
                <a:solidFill>
                  <a:schemeClr val="tx1"/>
                </a:solidFill>
                <a:effectLst/>
              </a:rPr>
              <a:t>DÁ-ME O PÃO DO CÉU PRA COMER</a:t>
            </a:r>
            <a:br>
              <a:rPr lang="en-US" altLang="pt-BR" sz="3600" b="1">
                <a:solidFill>
                  <a:schemeClr val="tx1"/>
                </a:solidFill>
                <a:effectLst/>
              </a:rPr>
            </a:br>
            <a:r>
              <a:rPr lang="en-US" altLang="pt-BR" sz="3600" b="1">
                <a:solidFill>
                  <a:schemeClr val="tx1"/>
                </a:solidFill>
                <a:effectLst/>
              </a:rPr>
              <a:t>O MANÁ CELESTIAL</a:t>
            </a:r>
            <a:br>
              <a:rPr lang="en-US" altLang="pt-BR" sz="3600" b="1">
                <a:solidFill>
                  <a:schemeClr val="tx1"/>
                </a:solidFill>
                <a:effectLst/>
              </a:rPr>
            </a:br>
            <a:r>
              <a:rPr lang="en-US" altLang="pt-BR" sz="3600" b="1">
                <a:solidFill>
                  <a:schemeClr val="tx1"/>
                </a:solidFill>
                <a:effectLst/>
              </a:rPr>
              <a:t>PRA TEU POVO FORTALECER</a:t>
            </a:r>
            <a:br>
              <a:rPr lang="en-US" altLang="pt-BR" sz="3600" b="1">
                <a:solidFill>
                  <a:schemeClr val="tx1"/>
                </a:solidFill>
                <a:effectLst/>
              </a:rPr>
            </a:br>
            <a:r>
              <a:rPr lang="en-US" altLang="pt-BR" sz="3600" b="1">
                <a:solidFill>
                  <a:schemeClr val="tx1"/>
                </a:solidFill>
                <a:effectLst/>
              </a:rPr>
              <a:t>COM O TEU PODER VITAL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72C96DD1-C8F8-D4D6-F1C3-1CEF148389B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685800"/>
            <a:ext cx="9144000" cy="1143000"/>
          </a:xfrm>
        </p:spPr>
        <p:txBody>
          <a:bodyPr/>
          <a:lstStyle/>
          <a:p>
            <a:r>
              <a:rPr lang="en-US" altLang="pt-BR" sz="3600" b="1" i="1">
                <a:solidFill>
                  <a:schemeClr val="tx1"/>
                </a:solidFill>
                <a:effectLst/>
              </a:rPr>
              <a:t>AO MEU JESUS EU CANTAREI</a:t>
            </a:r>
            <a:br>
              <a:rPr lang="en-US" altLang="pt-BR" sz="3600" b="1" i="1">
                <a:solidFill>
                  <a:schemeClr val="tx1"/>
                </a:solidFill>
                <a:effectLst/>
              </a:rPr>
            </a:br>
            <a:r>
              <a:rPr lang="en-US" altLang="pt-BR" sz="3600" b="1" i="1">
                <a:solidFill>
                  <a:schemeClr val="tx1"/>
                </a:solidFill>
                <a:effectLst/>
              </a:rPr>
              <a:t>ENTRANDO NA FELIZ SIÃO</a:t>
            </a:r>
            <a:br>
              <a:rPr lang="en-US" altLang="pt-BR" sz="3600" b="1" i="1">
                <a:solidFill>
                  <a:schemeClr val="tx1"/>
                </a:solidFill>
                <a:effectLst/>
              </a:rPr>
            </a:br>
            <a:r>
              <a:rPr lang="en-US" altLang="pt-BR" sz="3600" b="1" i="1">
                <a:solidFill>
                  <a:schemeClr val="tx1"/>
                </a:solidFill>
                <a:effectLst/>
              </a:rPr>
              <a:t>OH! SANTO, SANTO, PROCLAMAREI</a:t>
            </a:r>
            <a:br>
              <a:rPr lang="en-US" altLang="pt-BR" sz="3600" b="1" i="1">
                <a:solidFill>
                  <a:schemeClr val="tx1"/>
                </a:solidFill>
                <a:effectLst/>
              </a:rPr>
            </a:br>
            <a:r>
              <a:rPr lang="en-US" altLang="pt-BR" sz="3600" b="1" i="1">
                <a:solidFill>
                  <a:schemeClr val="tx1"/>
                </a:solidFill>
                <a:effectLst/>
              </a:rPr>
              <a:t>NA MINHA ETERNAL MANSÃO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626C90E6-B8C5-8E65-00FE-F2F4B463653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914400"/>
            <a:ext cx="9144000" cy="1143000"/>
          </a:xfrm>
        </p:spPr>
        <p:txBody>
          <a:bodyPr/>
          <a:lstStyle/>
          <a:p>
            <a:r>
              <a:rPr lang="en-US" altLang="pt-BR" sz="3600" b="1" i="1">
                <a:solidFill>
                  <a:schemeClr val="tx1"/>
                </a:solidFill>
                <a:effectLst/>
              </a:rPr>
              <a:t>COM OS ANJOS E SERAFINS</a:t>
            </a:r>
            <a:br>
              <a:rPr lang="en-US" altLang="pt-BR" sz="3600" b="1" i="1">
                <a:solidFill>
                  <a:schemeClr val="tx1"/>
                </a:solidFill>
                <a:effectLst/>
              </a:rPr>
            </a:br>
            <a:r>
              <a:rPr lang="en-US" altLang="pt-BR" sz="3600" b="1" i="1">
                <a:solidFill>
                  <a:schemeClr val="tx1"/>
                </a:solidFill>
                <a:effectLst/>
              </a:rPr>
              <a:t>SANTO! SEMPRE VOU CANTAR</a:t>
            </a:r>
            <a:br>
              <a:rPr lang="en-US" altLang="pt-BR" sz="3600" b="1" i="1">
                <a:solidFill>
                  <a:schemeClr val="tx1"/>
                </a:solidFill>
                <a:effectLst/>
              </a:rPr>
            </a:br>
            <a:r>
              <a:rPr lang="en-US" altLang="pt-BR" sz="3600" b="1" i="1">
                <a:solidFill>
                  <a:schemeClr val="tx1"/>
                </a:solidFill>
                <a:effectLst/>
              </a:rPr>
              <a:t>COM ARCANJOS E QUERUBINS</a:t>
            </a:r>
            <a:br>
              <a:rPr lang="en-US" altLang="pt-BR" sz="3600" b="1" i="1">
                <a:solidFill>
                  <a:schemeClr val="tx1"/>
                </a:solidFill>
                <a:effectLst/>
              </a:rPr>
            </a:br>
            <a:r>
              <a:rPr lang="en-US" altLang="pt-BR" sz="3600" b="1" i="1">
                <a:solidFill>
                  <a:schemeClr val="tx1"/>
                </a:solidFill>
                <a:effectLst/>
              </a:rPr>
              <a:t>A JESUS  VOU ADORAR</a:t>
            </a:r>
            <a:br>
              <a:rPr lang="en-US" altLang="pt-BR" sz="3600" b="1">
                <a:solidFill>
                  <a:schemeClr val="tx1"/>
                </a:solidFill>
                <a:effectLst/>
              </a:rPr>
            </a:br>
            <a:endParaRPr lang="en-US" altLang="pt-BR" sz="3600" b="1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1" name="Rectangle 5">
            <a:extLst>
              <a:ext uri="{FF2B5EF4-FFF2-40B4-BE49-F238E27FC236}">
                <a16:creationId xmlns:a16="http://schemas.microsoft.com/office/drawing/2014/main" id="{513A4BA6-A6A6-F37B-1152-AF78E06119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62000"/>
            <a:ext cx="8229600" cy="1143000"/>
          </a:xfrm>
        </p:spPr>
        <p:txBody>
          <a:bodyPr/>
          <a:lstStyle/>
          <a:p>
            <a:r>
              <a:rPr lang="en-US" altLang="pt-BR" sz="3600" b="1">
                <a:solidFill>
                  <a:schemeClr val="tx1"/>
                </a:solidFill>
                <a:effectLst/>
              </a:rPr>
              <a:t>EM JESUS, SÓ, HEI DE BUSCAR</a:t>
            </a:r>
            <a:br>
              <a:rPr lang="en-US" altLang="pt-BR" sz="3600" b="1">
                <a:solidFill>
                  <a:schemeClr val="tx1"/>
                </a:solidFill>
                <a:effectLst/>
              </a:rPr>
            </a:br>
            <a:r>
              <a:rPr lang="en-US" altLang="pt-BR" sz="3600" b="1">
                <a:solidFill>
                  <a:schemeClr val="tx1"/>
                </a:solidFill>
                <a:effectLst/>
              </a:rPr>
              <a:t>A SUA FORÇA DIVINAL</a:t>
            </a:r>
            <a:br>
              <a:rPr lang="en-US" altLang="pt-BR" sz="3600" b="1">
                <a:solidFill>
                  <a:schemeClr val="tx1"/>
                </a:solidFill>
                <a:effectLst/>
              </a:rPr>
            </a:br>
            <a:r>
              <a:rPr lang="en-US" altLang="pt-BR" sz="3600" b="1">
                <a:solidFill>
                  <a:schemeClr val="tx1"/>
                </a:solidFill>
                <a:effectLst/>
              </a:rPr>
              <a:t>QUE AVANTE ME VAI LEVAR</a:t>
            </a:r>
            <a:br>
              <a:rPr lang="en-US" altLang="pt-BR" sz="3600" b="1">
                <a:solidFill>
                  <a:schemeClr val="tx1"/>
                </a:solidFill>
                <a:effectLst/>
              </a:rPr>
            </a:br>
            <a:r>
              <a:rPr lang="en-US" altLang="pt-BR" sz="3600" b="1">
                <a:solidFill>
                  <a:schemeClr val="tx1"/>
                </a:solidFill>
                <a:effectLst/>
              </a:rPr>
              <a:t>PARA O REINO ETERNAL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7379F8EF-53CC-24DE-58B4-F2DE3B465F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62000"/>
            <a:ext cx="8229600" cy="1143000"/>
          </a:xfrm>
        </p:spPr>
        <p:txBody>
          <a:bodyPr/>
          <a:lstStyle/>
          <a:p>
            <a:r>
              <a:rPr lang="en-US" altLang="pt-BR" sz="3600" b="1">
                <a:solidFill>
                  <a:schemeClr val="tx1"/>
                </a:solidFill>
                <a:effectLst/>
              </a:rPr>
              <a:t>OH! QUÃO DOCE É TEU PÃO</a:t>
            </a:r>
            <a:br>
              <a:rPr lang="en-US" altLang="pt-BR" sz="3600" b="1">
                <a:solidFill>
                  <a:schemeClr val="tx1"/>
                </a:solidFill>
                <a:effectLst/>
              </a:rPr>
            </a:br>
            <a:r>
              <a:rPr lang="en-US" altLang="pt-BR" sz="3600" b="1">
                <a:solidFill>
                  <a:schemeClr val="tx1"/>
                </a:solidFill>
                <a:effectLst/>
              </a:rPr>
              <a:t>QUE NOS DÁ REAL VIGOR</a:t>
            </a:r>
            <a:br>
              <a:rPr lang="en-US" altLang="pt-BR" sz="3600" b="1">
                <a:solidFill>
                  <a:schemeClr val="tx1"/>
                </a:solidFill>
                <a:effectLst/>
              </a:rPr>
            </a:br>
            <a:r>
              <a:rPr lang="en-US" altLang="pt-BR" sz="3600" b="1">
                <a:solidFill>
                  <a:schemeClr val="tx1"/>
                </a:solidFill>
                <a:effectLst/>
              </a:rPr>
              <a:t>NO DESERTO, CONSOLAÇÃO</a:t>
            </a:r>
            <a:br>
              <a:rPr lang="en-US" altLang="pt-BR" sz="3600" b="1">
                <a:solidFill>
                  <a:schemeClr val="tx1"/>
                </a:solidFill>
                <a:effectLst/>
              </a:rPr>
            </a:br>
            <a:r>
              <a:rPr lang="en-US" altLang="pt-BR" sz="3600" b="1">
                <a:solidFill>
                  <a:schemeClr val="tx1"/>
                </a:solidFill>
                <a:effectLst/>
              </a:rPr>
              <a:t>QUE NOS ENCHE DE FERVOR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9B961272-DA9E-8ECC-CC1D-FDF1F89F2BC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685800"/>
            <a:ext cx="9144000" cy="1143000"/>
          </a:xfrm>
        </p:spPr>
        <p:txBody>
          <a:bodyPr/>
          <a:lstStyle/>
          <a:p>
            <a:r>
              <a:rPr lang="en-US" altLang="pt-BR" sz="3600" b="1" i="1">
                <a:solidFill>
                  <a:schemeClr val="tx1"/>
                </a:solidFill>
                <a:effectLst/>
              </a:rPr>
              <a:t>AO MEU JESUS EU CANTAREI</a:t>
            </a:r>
            <a:br>
              <a:rPr lang="en-US" altLang="pt-BR" sz="3600" b="1" i="1">
                <a:solidFill>
                  <a:schemeClr val="tx1"/>
                </a:solidFill>
                <a:effectLst/>
              </a:rPr>
            </a:br>
            <a:r>
              <a:rPr lang="en-US" altLang="pt-BR" sz="3600" b="1" i="1">
                <a:solidFill>
                  <a:schemeClr val="tx1"/>
                </a:solidFill>
                <a:effectLst/>
              </a:rPr>
              <a:t>ENTRANDO NA FELIZ SIÃO</a:t>
            </a:r>
            <a:br>
              <a:rPr lang="en-US" altLang="pt-BR" sz="3600" b="1" i="1">
                <a:solidFill>
                  <a:schemeClr val="tx1"/>
                </a:solidFill>
                <a:effectLst/>
              </a:rPr>
            </a:br>
            <a:r>
              <a:rPr lang="en-US" altLang="pt-BR" sz="3600" b="1" i="1">
                <a:solidFill>
                  <a:schemeClr val="tx1"/>
                </a:solidFill>
                <a:effectLst/>
              </a:rPr>
              <a:t>OH! SANTO, SANTO, PROCLAMAREI</a:t>
            </a:r>
            <a:br>
              <a:rPr lang="en-US" altLang="pt-BR" sz="3600" b="1" i="1">
                <a:solidFill>
                  <a:schemeClr val="tx1"/>
                </a:solidFill>
                <a:effectLst/>
              </a:rPr>
            </a:br>
            <a:r>
              <a:rPr lang="en-US" altLang="pt-BR" sz="3600" b="1" i="1">
                <a:solidFill>
                  <a:schemeClr val="tx1"/>
                </a:solidFill>
                <a:effectLst/>
              </a:rPr>
              <a:t>NA MINHA ETERNAL MANSÃO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8CE3115F-5BC4-A49E-C99B-ECE72176721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914400"/>
            <a:ext cx="9144000" cy="1143000"/>
          </a:xfrm>
        </p:spPr>
        <p:txBody>
          <a:bodyPr/>
          <a:lstStyle/>
          <a:p>
            <a:r>
              <a:rPr lang="en-US" altLang="pt-BR" sz="3600" b="1" i="1">
                <a:solidFill>
                  <a:schemeClr val="tx1"/>
                </a:solidFill>
                <a:effectLst/>
              </a:rPr>
              <a:t>COM OS ANJOS E SERAFINS</a:t>
            </a:r>
            <a:br>
              <a:rPr lang="en-US" altLang="pt-BR" sz="3600" b="1" i="1">
                <a:solidFill>
                  <a:schemeClr val="tx1"/>
                </a:solidFill>
                <a:effectLst/>
              </a:rPr>
            </a:br>
            <a:r>
              <a:rPr lang="en-US" altLang="pt-BR" sz="3600" b="1" i="1">
                <a:solidFill>
                  <a:schemeClr val="tx1"/>
                </a:solidFill>
                <a:effectLst/>
              </a:rPr>
              <a:t>SANTO! SEMPRE VOU CANTAR</a:t>
            </a:r>
            <a:br>
              <a:rPr lang="en-US" altLang="pt-BR" sz="3600" b="1" i="1">
                <a:solidFill>
                  <a:schemeClr val="tx1"/>
                </a:solidFill>
                <a:effectLst/>
              </a:rPr>
            </a:br>
            <a:r>
              <a:rPr lang="en-US" altLang="pt-BR" sz="3600" b="1" i="1">
                <a:solidFill>
                  <a:schemeClr val="tx1"/>
                </a:solidFill>
                <a:effectLst/>
              </a:rPr>
              <a:t>COM ARCANJOS E QUERUBINS</a:t>
            </a:r>
            <a:br>
              <a:rPr lang="en-US" altLang="pt-BR" sz="3600" b="1" i="1">
                <a:solidFill>
                  <a:schemeClr val="tx1"/>
                </a:solidFill>
                <a:effectLst/>
              </a:rPr>
            </a:br>
            <a:r>
              <a:rPr lang="en-US" altLang="pt-BR" sz="3600" b="1" i="1">
                <a:solidFill>
                  <a:schemeClr val="tx1"/>
                </a:solidFill>
                <a:effectLst/>
              </a:rPr>
              <a:t>A JESUS  VOU ADORAR</a:t>
            </a:r>
            <a:br>
              <a:rPr lang="en-US" altLang="pt-BR" sz="3600" b="1">
                <a:solidFill>
                  <a:schemeClr val="tx1"/>
                </a:solidFill>
                <a:effectLst/>
              </a:rPr>
            </a:br>
            <a:endParaRPr lang="en-US" altLang="pt-BR" sz="3600" b="1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ntanha">
  <a:themeElements>
    <a:clrScheme name="Montanha 5">
      <a:dk1>
        <a:srgbClr val="463416"/>
      </a:dk1>
      <a:lt1>
        <a:srgbClr val="FFFFFF"/>
      </a:lt1>
      <a:dk2>
        <a:srgbClr val="003399"/>
      </a:dk2>
      <a:lt2>
        <a:srgbClr val="E3E3FF"/>
      </a:lt2>
      <a:accent1>
        <a:srgbClr val="3399FF"/>
      </a:accent1>
      <a:accent2>
        <a:srgbClr val="33CCCC"/>
      </a:accent2>
      <a:accent3>
        <a:srgbClr val="AAADCA"/>
      </a:accent3>
      <a:accent4>
        <a:srgbClr val="DADADA"/>
      </a:accent4>
      <a:accent5>
        <a:srgbClr val="ADCAFF"/>
      </a:accent5>
      <a:accent6>
        <a:srgbClr val="2DB9B9"/>
      </a:accent6>
      <a:hlink>
        <a:srgbClr val="00FFCC"/>
      </a:hlink>
      <a:folHlink>
        <a:srgbClr val="808000"/>
      </a:folHlink>
    </a:clrScheme>
    <a:fontScheme name="Montanh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Montanha 1">
        <a:dk1>
          <a:srgbClr val="4C3A1C"/>
        </a:dk1>
        <a:lt1>
          <a:srgbClr val="FFFFFF"/>
        </a:lt1>
        <a:dk2>
          <a:srgbClr val="993300"/>
        </a:dk2>
        <a:lt2>
          <a:srgbClr val="CCAA00"/>
        </a:lt2>
        <a:accent1>
          <a:srgbClr val="FF3300"/>
        </a:accent1>
        <a:accent2>
          <a:srgbClr val="9E6600"/>
        </a:accent2>
        <a:accent3>
          <a:srgbClr val="CAADAA"/>
        </a:accent3>
        <a:accent4>
          <a:srgbClr val="DADADA"/>
        </a:accent4>
        <a:accent5>
          <a:srgbClr val="FFADAA"/>
        </a:accent5>
        <a:accent6>
          <a:srgbClr val="8F5C00"/>
        </a:accent6>
        <a:hlink>
          <a:srgbClr val="FFCC00"/>
        </a:hlink>
        <a:folHlink>
          <a:srgbClr val="F7DC9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ntanha 2">
        <a:dk1>
          <a:srgbClr val="3D0058"/>
        </a:dk1>
        <a:lt1>
          <a:srgbClr val="FFFFFF"/>
        </a:lt1>
        <a:dk2>
          <a:srgbClr val="9188B0"/>
        </a:dk2>
        <a:lt2>
          <a:srgbClr val="DDE0DC"/>
        </a:lt2>
        <a:accent1>
          <a:srgbClr val="FFCC00"/>
        </a:accent1>
        <a:accent2>
          <a:srgbClr val="4C3D78"/>
        </a:accent2>
        <a:accent3>
          <a:srgbClr val="C7C3D4"/>
        </a:accent3>
        <a:accent4>
          <a:srgbClr val="DADADA"/>
        </a:accent4>
        <a:accent5>
          <a:srgbClr val="FFE2AA"/>
        </a:accent5>
        <a:accent6>
          <a:srgbClr val="44366C"/>
        </a:accent6>
        <a:hlink>
          <a:srgbClr val="743D78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ntanha 3">
        <a:dk1>
          <a:srgbClr val="10104C"/>
        </a:dk1>
        <a:lt1>
          <a:srgbClr val="FFFFFF"/>
        </a:lt1>
        <a:dk2>
          <a:srgbClr val="003366"/>
        </a:dk2>
        <a:lt2>
          <a:srgbClr val="C6CCD4"/>
        </a:lt2>
        <a:accent1>
          <a:srgbClr val="33CCFF"/>
        </a:accent1>
        <a:accent2>
          <a:srgbClr val="5B5B8D"/>
        </a:accent2>
        <a:accent3>
          <a:srgbClr val="AAADB8"/>
        </a:accent3>
        <a:accent4>
          <a:srgbClr val="DADADA"/>
        </a:accent4>
        <a:accent5>
          <a:srgbClr val="ADE2FF"/>
        </a:accent5>
        <a:accent6>
          <a:srgbClr val="52527F"/>
        </a:accent6>
        <a:hlink>
          <a:srgbClr val="4529AB"/>
        </a:hlink>
        <a:folHlink>
          <a:srgbClr val="00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ntanha 4">
        <a:dk1>
          <a:srgbClr val="B0C8CA"/>
        </a:dk1>
        <a:lt1>
          <a:srgbClr val="FFFFFF"/>
        </a:lt1>
        <a:dk2>
          <a:srgbClr val="000099"/>
        </a:dk2>
        <a:lt2>
          <a:srgbClr val="FFFFFF"/>
        </a:lt2>
        <a:accent1>
          <a:srgbClr val="89C4FF"/>
        </a:accent1>
        <a:accent2>
          <a:srgbClr val="00008C"/>
        </a:accent2>
        <a:accent3>
          <a:srgbClr val="AAAACA"/>
        </a:accent3>
        <a:accent4>
          <a:srgbClr val="DADADA"/>
        </a:accent4>
        <a:accent5>
          <a:srgbClr val="C4DEFF"/>
        </a:accent5>
        <a:accent6>
          <a:srgbClr val="00007E"/>
        </a:accent6>
        <a:hlink>
          <a:srgbClr val="6666FF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ntanha 5">
        <a:dk1>
          <a:srgbClr val="463416"/>
        </a:dk1>
        <a:lt1>
          <a:srgbClr val="FFFFFF"/>
        </a:lt1>
        <a:dk2>
          <a:srgbClr val="003399"/>
        </a:dk2>
        <a:lt2>
          <a:srgbClr val="E3E3FF"/>
        </a:lt2>
        <a:accent1>
          <a:srgbClr val="3399FF"/>
        </a:accent1>
        <a:accent2>
          <a:srgbClr val="33CCCC"/>
        </a:accent2>
        <a:accent3>
          <a:srgbClr val="AAADCA"/>
        </a:accent3>
        <a:accent4>
          <a:srgbClr val="DADADA"/>
        </a:accent4>
        <a:accent5>
          <a:srgbClr val="ADCAFF"/>
        </a:accent5>
        <a:accent6>
          <a:srgbClr val="2DB9B9"/>
        </a:accent6>
        <a:hlink>
          <a:srgbClr val="00FFCC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ntanha 6">
        <a:dk1>
          <a:srgbClr val="809296"/>
        </a:dk1>
        <a:lt1>
          <a:srgbClr val="FFFFFF"/>
        </a:lt1>
        <a:dk2>
          <a:srgbClr val="6699FF"/>
        </a:dk2>
        <a:lt2>
          <a:srgbClr val="B3EDFF"/>
        </a:lt2>
        <a:accent1>
          <a:srgbClr val="FF9933"/>
        </a:accent1>
        <a:accent2>
          <a:srgbClr val="FFAA99"/>
        </a:accent2>
        <a:accent3>
          <a:srgbClr val="B8CAFF"/>
        </a:accent3>
        <a:accent4>
          <a:srgbClr val="DADADA"/>
        </a:accent4>
        <a:accent5>
          <a:srgbClr val="FFCAAD"/>
        </a:accent5>
        <a:accent6>
          <a:srgbClr val="E79A8A"/>
        </a:accent6>
        <a:hlink>
          <a:srgbClr val="FFCFAB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ntanha 7">
        <a:dk1>
          <a:srgbClr val="006666"/>
        </a:dk1>
        <a:lt1>
          <a:srgbClr val="FFFFFF"/>
        </a:lt1>
        <a:dk2>
          <a:srgbClr val="85D1E3"/>
        </a:dk2>
        <a:lt2>
          <a:srgbClr val="CCFFFF"/>
        </a:lt2>
        <a:accent1>
          <a:srgbClr val="FFCC00"/>
        </a:accent1>
        <a:accent2>
          <a:srgbClr val="00CC99"/>
        </a:accent2>
        <a:accent3>
          <a:srgbClr val="C2E5EF"/>
        </a:accent3>
        <a:accent4>
          <a:srgbClr val="DADADA"/>
        </a:accent4>
        <a:accent5>
          <a:srgbClr val="FFE2AA"/>
        </a:accent5>
        <a:accent6>
          <a:srgbClr val="00B98A"/>
        </a:accent6>
        <a:hlink>
          <a:srgbClr val="0099FF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ntanha 8">
        <a:dk1>
          <a:srgbClr val="404B3D"/>
        </a:dk1>
        <a:lt1>
          <a:srgbClr val="FFFFFF"/>
        </a:lt1>
        <a:dk2>
          <a:srgbClr val="A7A491"/>
        </a:dk2>
        <a:lt2>
          <a:srgbClr val="CCD0CA"/>
        </a:lt2>
        <a:accent1>
          <a:srgbClr val="33CCCC"/>
        </a:accent1>
        <a:accent2>
          <a:srgbClr val="004E4C"/>
        </a:accent2>
        <a:accent3>
          <a:srgbClr val="D0CFC7"/>
        </a:accent3>
        <a:accent4>
          <a:srgbClr val="DADADA"/>
        </a:accent4>
        <a:accent5>
          <a:srgbClr val="ADE2E2"/>
        </a:accent5>
        <a:accent6>
          <a:srgbClr val="004644"/>
        </a:accent6>
        <a:hlink>
          <a:srgbClr val="477781"/>
        </a:hlink>
        <a:folHlink>
          <a:srgbClr val="85CC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ntanha 9">
        <a:dk1>
          <a:srgbClr val="000000"/>
        </a:dk1>
        <a:lt1>
          <a:srgbClr val="FFFFFF"/>
        </a:lt1>
        <a:dk2>
          <a:srgbClr val="FFFFAF"/>
        </a:dk2>
        <a:lt2>
          <a:srgbClr val="676597"/>
        </a:lt2>
        <a:accent1>
          <a:srgbClr val="66CCFF"/>
        </a:accent1>
        <a:accent2>
          <a:srgbClr val="CCECFF"/>
        </a:accent2>
        <a:accent3>
          <a:srgbClr val="FFFFFF"/>
        </a:accent3>
        <a:accent4>
          <a:srgbClr val="000000"/>
        </a:accent4>
        <a:accent5>
          <a:srgbClr val="B8E2FF"/>
        </a:accent5>
        <a:accent6>
          <a:srgbClr val="B9D6E7"/>
        </a:accent6>
        <a:hlink>
          <a:srgbClr val="6600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Montanha</Template>
  <TotalTime>227</TotalTime>
  <Words>281</Words>
  <Application>Microsoft Office PowerPoint</Application>
  <PresentationFormat>Apresentação na tela (4:3)</PresentationFormat>
  <Paragraphs>12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Wingdings</vt:lpstr>
      <vt:lpstr>Montanha</vt:lpstr>
      <vt:lpstr> SANTO, SANTO ÉS TU, SENHOR EM TEU LOUVOR EU VOU CANTAR COM ESPERANÇA, Ó DEUS DE AMOR TU QUERES ME CONSOLAR</vt:lpstr>
      <vt:lpstr>EU TE PEÇO, Ó MEU JESUS SÓ TU ÉS MEU SALVADOR QUE ME FAÇAS ANDAR NA LUZ SANTO ÉS, MEU REDENTOR</vt:lpstr>
      <vt:lpstr>AO MEU JESUS EU CANTAREI ENTRANDO NA FELIZ SIÃO OH! SANTO, SANTO, PROCLAMAREI NA MINHA ETERNAL MANSÃO</vt:lpstr>
      <vt:lpstr>COM OS ANJOS E SERAFINS SANTO! SEMPRE VOU CANTAR COM ARCANJOS E QUERUBINS A JESUS  VOU ADORAR </vt:lpstr>
      <vt:lpstr>SANTO, SANTO EU CANTAREI AO MEU JESUS, QUE ME SALVOU E SÓ NELE CONFIAREI POIS MINH’ALMA RESGATOU</vt:lpstr>
      <vt:lpstr>DÁ-ME O PÃO DO CÉU PRA COMER O MANÁ CELESTIAL PRA TEU POVO FORTALECER COM O TEU PODER VITAL</vt:lpstr>
      <vt:lpstr>AO MEU JESUS EU CANTAREI ENTRANDO NA FELIZ SIÃO OH! SANTO, SANTO, PROCLAMAREI NA MINHA ETERNAL MANSÃO</vt:lpstr>
      <vt:lpstr>COM OS ANJOS E SERAFINS SANTO! SEMPRE VOU CANTAR COM ARCANJOS E QUERUBINS A JESUS  VOU ADORAR </vt:lpstr>
      <vt:lpstr>EM JESUS, SÓ, HEI DE BUSCAR A SUA FORÇA DIVINAL QUE AVANTE ME VAI LEVAR PARA O REINO ETERNAL</vt:lpstr>
      <vt:lpstr>OH! QUÃO DOCE É TEU PÃO QUE NOS DÁ REAL VIGOR NO DESERTO, CONSOLAÇÃO QUE NOS ENCHE DE FERVOR</vt:lpstr>
      <vt:lpstr>AO MEU JESUS EU CANTAREI ENTRANDO NA FELIZ SIÃO OH! SANTO, SANTO, PROCLAMAREI NA MINHA ETERNAL MANSÃO</vt:lpstr>
      <vt:lpstr>COM OS ANJOS E SERAFINS SANTO! SEMPRE VOU CANTAR COM ARCANJOS E QUERUBINS A JESUS  VOU ADORAR </vt:lpstr>
    </vt:vector>
  </TitlesOfParts>
  <Company>Bethesda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owner</dc:creator>
  <cp:lastModifiedBy>Emerson Souza</cp:lastModifiedBy>
  <cp:revision>8</cp:revision>
  <dcterms:created xsi:type="dcterms:W3CDTF">2005-03-03T20:40:16Z</dcterms:created>
  <dcterms:modified xsi:type="dcterms:W3CDTF">2026-05-02T21:57:55Z</dcterms:modified>
</cp:coreProperties>
</file>