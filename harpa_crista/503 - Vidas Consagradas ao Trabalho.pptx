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E8199-09CA-9536-9E91-6A58BBC52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1983B4-86CF-28E2-D075-614194B8A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B7F9A2-1828-7D0E-A926-4E73DBC96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53E602-B7D5-508F-DBDE-DEF1069C3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A14718-62D1-E748-F689-556C2961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50571E-9DE7-499D-A42E-B7BB982C18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182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4C77B-2E1E-A461-FBA9-CEB3AFFB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21BF93-CABE-179B-4C54-6B2357CB2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A40421-2F85-D2D7-049C-F3AA41C8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1990C5-4D3D-F3E7-3687-2A2C8D4A6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49234D-BBEC-4EEB-3D98-DCB93F88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B948E-50E5-4E73-B429-FC87C88212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482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0F899-256F-8E9E-211B-34B7A5979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16745D-7C65-7BBF-77F7-573831427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8BA084-3A45-FE88-C2DD-C881686F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7AD0BB-C6D7-C55E-4D21-B42C3F20F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CDAFA0-0FBB-DC6F-4E38-BE2D663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5BC4B6-364D-452D-8B35-E20373F105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168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FCF45-7CF2-C0E7-23C9-65F98254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2E5111-290C-665B-9006-CDC088A3F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63BCFF-EF81-3001-05BC-15F4F9283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A844FA-6230-E481-705D-E5F9CE35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A6DAA7-992E-36B3-A109-83E3FDAD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6EBECF-ADC0-8B2F-9875-A30E9FE5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038B4F-0E35-42DD-AEDD-EF432CA132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517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4562A-1671-DC1A-3102-CB85AA34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19A8EA-EA3B-8BAB-0466-15336C941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6845CA-6FBD-4C96-DB6B-0AF03585B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75CE79-8BAA-2704-FBDB-E1C648821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221FFE-219C-BEEA-6AA2-B9B971265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7EB5B8-A8A1-AAB3-14A7-958A35D6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583E052-9216-441D-69BE-DC8FEC10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F08B00-DAD0-C4C4-84ED-8863B2CA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CF7CAE-2C2E-488D-8DAD-6693C9C521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535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9D67E-F20F-5431-C45E-AB8EAB21D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60A221-B790-47DF-DED8-1C044450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6D7D29-E1AF-9989-B632-3FF44626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61D2A5-D601-DC33-0E7B-F89D1F17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0D94EA-676F-4770-A8CE-BBC52B9DA4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892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6822D69-FC8B-DC97-DDAB-80FE0018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801A50-35D8-361B-F2E0-456DEED0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127EB7-5455-C820-C1F1-45F570B0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AF7F0F-8A74-49E3-BF38-4939C486F6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40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8FAB5-78C2-0D7E-200E-1F999F555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3E3D29-9CF6-6A0D-ABE3-A44EAC9B1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4C8F98-6585-F2F3-BBDD-6937E87AB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C1390F-680D-8B73-2455-AE07869B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9CDCFB-624A-44DE-27BA-419BA631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2829D7-C5C1-6C45-939D-C4C1587A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5EFC40-9116-4626-B6A4-FDB1697339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815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94604-B702-3B15-7A71-E9E317BE1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76668C-F4BC-CCC4-E521-C937330C6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A5FDDF-ED6F-6328-F61B-B4BC3DEAE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59A3F8-DE21-DB3F-69E4-4B86710D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B6131A-1631-D9F9-1E4B-50EC2BFE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CC2296-B23B-D253-6BF3-B91D5497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FED84D-F593-4AD1-BA69-3EE356C302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151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1AB48-E064-9763-9FD3-4C3D1BC1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5EB222-5401-7073-2844-E851D13AD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22DB80-5D3D-2F03-C49A-923109159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A54B8-247C-FAA4-F239-DDCBDC51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EACB22-6407-2560-B535-0B47170A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3801B1-0685-4574-830F-022123C59E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641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500E59-5D4B-96A8-74F5-ABF5E3C58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27668D-FBF4-D191-55FB-F053B3085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3B9B13-5DC5-BFD2-2DFC-CD5F28AF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9DF3A2-27E4-6062-971E-D3756AB6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FDCA3A-AEC3-2022-CA12-43CE10CA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405142-6567-4A33-8522-399B78529F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812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99F7EF-C00B-2589-822C-87E15F9D5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1ECCDF-3B37-D7BD-154B-7C08B69553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9DD9171-3DB6-7413-5875-24C1DB253F5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9CEEA8D-864F-CDFB-5A27-4F495F606C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059510B-DEBB-E328-930D-B0B5E9A1559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DAAB32A-4070-4401-9B68-08C737BA88A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BBEE459-85A1-09EA-8A19-97DEF48B098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 i="1"/>
              <a:t>503 - Vidas Consagradas ao Trabalho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52AAA70-2C9E-47C6-F62F-0F13E1F2D5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FDA194A-B06D-2C01-07C7-97DA04155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Cristo busca corações já puros,</a:t>
            </a:r>
            <a:r>
              <a:rPr lang="en-US" altLang="pt-BR"/>
              <a:t> </a:t>
            </a:r>
            <a:r>
              <a:rPr lang="en-US" altLang="pt-BR" i="1"/>
              <a:t>Que proclamem sempre o perdão da cruz,</a:t>
            </a:r>
            <a:r>
              <a:rPr lang="en-US" altLang="pt-BR"/>
              <a:t> </a:t>
            </a:r>
            <a:r>
              <a:rPr lang="en-US" altLang="pt-BR" i="1"/>
              <a:t>Que aos transgressores mostre os bens futuros,</a:t>
            </a:r>
            <a:r>
              <a:rPr lang="en-US" altLang="pt-BR"/>
              <a:t> </a:t>
            </a:r>
            <a:r>
              <a:rPr lang="en-US" altLang="pt-BR" i="1"/>
              <a:t>Pra voltarem do pecado para luz!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76A4D7E-2AC9-843C-9A4A-55F6AE522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b="1" i="1"/>
              <a:t>Ide trabalhar além nos campos do Senhor,</a:t>
            </a:r>
            <a:r>
              <a:rPr lang="en-US" altLang="pt-BR"/>
              <a:t> </a:t>
            </a:r>
            <a:r>
              <a:rPr lang="en-US" altLang="pt-BR" b="1" i="1"/>
              <a:t>Que para a sega se apresentam brancos Já;</a:t>
            </a:r>
            <a:r>
              <a:rPr lang="en-US" altLang="pt-BR"/>
              <a:t> </a:t>
            </a:r>
            <a:r>
              <a:rPr lang="en-US" altLang="pt-BR" b="1" i="1"/>
              <a:t>Depressa ao labor, ordena Jeová,</a:t>
            </a:r>
            <a:r>
              <a:rPr lang="en-US" altLang="pt-BR"/>
              <a:t> </a:t>
            </a:r>
            <a:r>
              <a:rPr lang="en-US" altLang="pt-BR" b="1" i="1"/>
              <a:t>Desfrutareis, então, Seu grande amor!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83E693F-35FA-6B79-7C59-39879B523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2 Lábios puros Cristo necessita,</a:t>
            </a:r>
            <a:r>
              <a:rPr lang="en-US" altLang="pt-BR"/>
              <a:t> </a:t>
            </a:r>
            <a:r>
              <a:rPr lang="en-US" altLang="pt-BR" i="1"/>
              <a:t>Que com gozo falem desta salvação;</a:t>
            </a:r>
            <a:r>
              <a:rPr lang="en-US" altLang="pt-BR"/>
              <a:t> </a:t>
            </a:r>
            <a:r>
              <a:rPr lang="en-US" altLang="pt-BR" i="1"/>
              <a:t>Línguas cheias duma graça infinita,</a:t>
            </a:r>
            <a:r>
              <a:rPr lang="en-US" altLang="pt-BR"/>
              <a:t> </a:t>
            </a:r>
            <a:r>
              <a:rPr lang="en-US" altLang="pt-BR" i="1"/>
              <a:t>Que proclamem aos cativos, redenção!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2B59E48-A946-7B2C-A02D-22B4032690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3 Cristo busca mãos, mas consagradas,</a:t>
            </a:r>
            <a:r>
              <a:rPr lang="en-US" altLang="pt-BR"/>
              <a:t> </a:t>
            </a:r>
            <a:r>
              <a:rPr lang="en-US" altLang="pt-BR" i="1"/>
              <a:t>Para trabalhar com santa prontidão;</a:t>
            </a:r>
            <a:r>
              <a:rPr lang="en-US" altLang="pt-BR"/>
              <a:t> </a:t>
            </a:r>
            <a:r>
              <a:rPr lang="en-US" altLang="pt-BR" i="1"/>
              <a:t>Pedem vosso auxilio messes já douradas,</a:t>
            </a:r>
            <a:r>
              <a:rPr lang="en-US" altLang="pt-BR"/>
              <a:t> </a:t>
            </a:r>
            <a:r>
              <a:rPr lang="en-US" altLang="pt-BR" i="1"/>
              <a:t>Os trigais maduros breve Cairão!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3DAF77E-148B-3E47-F391-E03514417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4 Vidas santas Cristo necessita,</a:t>
            </a:r>
            <a:r>
              <a:rPr lang="en-US" altLang="pt-BR"/>
              <a:t> </a:t>
            </a:r>
            <a:r>
              <a:rPr lang="en-US" altLang="pt-BR" i="1"/>
              <a:t>Que aos pecadores mostrem Seu poder,</a:t>
            </a:r>
            <a:r>
              <a:rPr lang="en-US" altLang="pt-BR"/>
              <a:t> </a:t>
            </a:r>
            <a:r>
              <a:rPr lang="en-US" altLang="pt-BR" i="1"/>
              <a:t>Em Jesus firmadas e também contritas,</a:t>
            </a:r>
            <a:r>
              <a:rPr lang="en-US" altLang="pt-BR"/>
              <a:t> </a:t>
            </a:r>
            <a:r>
              <a:rPr lang="en-US" altLang="pt-BR" i="1"/>
              <a:t>Para que por elas, faça Seu querer.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503 - Vidas Consagradas ao Trabalho </vt:lpstr>
      <vt:lpstr>Cristo busca corações já puros, Que proclamem sempre o perdão da cruz, Que aos transgressores mostre os bens futuros, Pra voltarem do pecado para luz!  </vt:lpstr>
      <vt:lpstr>Ide trabalhar além nos campos do Senhor, Que para a sega se apresentam brancos Já; Depressa ao labor, ordena Jeová, Desfrutareis, então, Seu grande amor!  </vt:lpstr>
      <vt:lpstr>2 Lábios puros Cristo necessita, Que com gozo falem desta salvação; Línguas cheias duma graça infinita, Que proclamem aos cativos, redenção!  </vt:lpstr>
      <vt:lpstr>3 Cristo busca mãos, mas consagradas, Para trabalhar com santa prontidão; Pedem vosso auxilio messes já douradas, Os trigais maduros breve Cairão!  </vt:lpstr>
      <vt:lpstr>4 Vidas santas Cristo necessita, Que aos pecadores mostrem Seu poder, Em Jesus firmadas e também contritas, Para que por elas, faça Seu querer.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503 - Vidas Consagradas ao Trabalho </dc:title>
  <dc:creator>Junior</dc:creator>
  <cp:lastModifiedBy>Emerson Souza</cp:lastModifiedBy>
  <cp:revision>1</cp:revision>
  <dcterms:created xsi:type="dcterms:W3CDTF">2005-12-24T14:51:44Z</dcterms:created>
  <dcterms:modified xsi:type="dcterms:W3CDTF">2026-05-02T22:19:03Z</dcterms:modified>
</cp:coreProperties>
</file>