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1ED41-6ECC-9457-B5A7-F829ABDEB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1556FE-F542-FCC0-4A50-2A15C52CC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3D5FE4-9E13-3A03-4D5D-7D9E9A46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C94226-1905-7304-EA9A-881BF982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AB8DB3-7767-E447-414F-D4C3600F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7917FF-C2F0-4850-B5A9-F080B42586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704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1E750-24F0-5597-E231-0C0C7150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D48C6C-37AF-4A31-94BB-BDF900CBE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F81B25-AFD5-577C-E93F-37154762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EF26F9-C766-A14B-3692-07EFF310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939E62-C632-E904-B153-75D77835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8179FC-85EA-45E6-A62E-DD9689A40F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58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3AA97-D0D6-B95E-669B-141CB689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8AF1A1-6C3E-A6C0-3D1B-4E648F221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D4A7D-400D-EFB9-6551-80D9F98C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0F378B-764F-B530-1D7C-9C77FE8B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F13EB1-39DE-995E-0773-68558C1E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920138-E7F7-4DD8-B0A6-0F8711D367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937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BE147-7350-D3EB-4962-2E6E327B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6289EA-F861-BF56-1818-5EEC1D316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2153E9-2CC9-CCEC-38E8-BAACC4E7E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0C5769-F37B-7D4E-5191-E579DBCF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77D1EA-E14E-CE77-538F-F1794028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62DA12-D577-9BF6-A462-BD3DEB2C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61C72D-01FC-4AB1-877F-2908393447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057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B74CC-023B-D9B1-E16A-AE13B311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D706E5-1415-61E6-7A7D-9A40FB444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64EE0A-9D30-DECB-8C7B-31550A4B9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0C8073-0942-8F24-442F-5CB476B1E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8F6A35-79C9-83B0-28DC-7D914B087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85BB99-BD1C-8DC4-AD71-C9DDDF9E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E85423-FBDC-0BAB-E6A0-DBD2DC59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C522CC-3046-DBFE-8108-582363E4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1F352A-2602-4EC0-A854-46D0F32963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182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E5634-51A8-057F-D01A-89495A65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B98D53-7399-FEB3-C6C4-393F128C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511A1F-2168-ACA6-94B4-EB99B42B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30B1CDD-BEEB-EB38-A396-E952FBDD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52835B-BF1C-40FC-95D9-450B5F4D16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905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74B028A-61A5-43AC-4658-F0455D9D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E565F1-CB90-6B6C-F73E-3C087111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55FD71-6C55-B360-792A-8D519613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553DE-3923-425F-A7DB-8D436DEB99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638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05CD-22D2-2E26-4153-CCD1F2ED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9FC174-1E16-3BBC-17F3-7632E69CC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EF8176-7ACB-0D96-C5B5-6912B17C3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EA9348-E23D-48B0-935A-8D87327E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AAF38F-A04E-88EB-E104-DB958255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697591-F444-896C-6F30-70E6623C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C856F-F0E0-4848-9FC0-7DFE395272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108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6C3C4-D6B2-4065-B4EC-2931615A2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DEF6DA-BCB6-2681-56FB-0538DAFA4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5D007F-672D-A99A-F988-F8F77D5A1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BB818A-56A9-F918-C4AA-C65FCD5C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BBB1F7-2586-0C15-8D83-5F08C8E6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7B3608-C6AE-ADA1-97EB-1B593D88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514AA-121B-42D0-B6E8-83D4180DB8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4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C1021-E50B-A97D-1F30-793A4D282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A618E3-37BA-ED15-8392-98783144F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90010E-8BCB-EED8-7F3F-F2151AE9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88F860-C964-C28A-BF68-DE578DE4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A0DC3C-427B-CFC2-0E2A-660815E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FCDB6D-2ADD-4760-A403-891700E16A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437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531581-8A8F-E888-40A4-031943D3F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A4979A-AC42-2561-E54D-8500D035B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46A726-80C2-3B99-640C-0130CC81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E4E3F7-CA9A-4FA1-C2CB-E79AED4A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68081-8B3B-0B96-AFE8-02C4004B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BDB7A7-B4F3-4E31-BB47-98AD368874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377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98F9B8-1C47-7373-F593-4DDB88FB7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729E03-01BC-F1F1-E50E-12E260A8A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D175679-7154-0311-50F3-55C08F0AD9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E711CB-F97C-B841-1D58-2C6FD260D4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4507CF-A4B9-A513-D15C-22DEEFE255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268057-25BA-48AF-944E-9B6A2E5DC7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C9CCA5F-86CC-ADBA-B2ED-C7421ECBDFF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441 - A Chuva do Consolador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7C66FC1-0334-3037-5D0E-A5F34E73A5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3125698-3E57-34CC-3B52-9ED2E3B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Unânimes ao pé da cruz,</a:t>
            </a:r>
            <a:br>
              <a:rPr lang="en-US" altLang="pt-BR" sz="4000" i="1"/>
            </a:br>
            <a:r>
              <a:rPr lang="en-US" altLang="pt-BR" sz="4000" i="1"/>
              <a:t>Pedimos com fervor,</a:t>
            </a:r>
            <a:br>
              <a:rPr lang="en-US" altLang="pt-BR" sz="4000" i="1"/>
            </a:br>
            <a:r>
              <a:rPr lang="en-US" altLang="pt-BR" sz="4000" i="1"/>
              <a:t>Nos manda hoje, ó Jesus,</a:t>
            </a:r>
            <a:br>
              <a:rPr lang="en-US" altLang="pt-BR" sz="4000" i="1"/>
            </a:br>
            <a:r>
              <a:rPr lang="en-US" altLang="pt-BR" sz="4000" i="1"/>
              <a:t>O bom Consolador!</a:t>
            </a:r>
            <a:r>
              <a:rPr lang="en-US" altLang="pt-BR" sz="4000"/>
              <a:t>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6F56302-631D-623E-3A45-8FF6DDB6D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Sim, manda outra chuva,</a:t>
            </a:r>
            <a:br>
              <a:rPr lang="en-US" altLang="pt-BR" sz="4000" b="1" i="1"/>
            </a:br>
            <a:r>
              <a:rPr lang="en-US" altLang="pt-BR" sz="4000" b="1" i="1"/>
              <a:t>Ó bom salvador!</a:t>
            </a:r>
            <a:br>
              <a:rPr lang="en-US" altLang="pt-BR" sz="4000" b="1" i="1"/>
            </a:br>
            <a:r>
              <a:rPr lang="en-US" altLang="pt-BR" sz="4000" b="1" i="1"/>
              <a:t>E com Tua chama</a:t>
            </a:r>
            <a:br>
              <a:rPr lang="en-US" altLang="pt-BR" sz="4000" b="1" i="1"/>
            </a:br>
            <a:r>
              <a:rPr lang="en-US" altLang="pt-BR" sz="4000" b="1" i="1"/>
              <a:t>Destrói de nós o mal;</a:t>
            </a:r>
            <a:br>
              <a:rPr lang="en-US" altLang="pt-BR" sz="4000" b="1" i="1"/>
            </a:br>
            <a:r>
              <a:rPr lang="en-US" altLang="pt-BR" sz="4000" b="1" i="1"/>
              <a:t>O dá-nos a chuva,</a:t>
            </a:r>
            <a:br>
              <a:rPr lang="en-US" altLang="pt-BR" sz="4000" b="1" i="1"/>
            </a:br>
            <a:r>
              <a:rPr lang="en-US" altLang="pt-BR" sz="4000" b="1" i="1"/>
              <a:t>Do Consolador;</a:t>
            </a:r>
            <a:br>
              <a:rPr lang="en-US" altLang="pt-BR" sz="4000" b="1" i="1"/>
            </a:br>
            <a:r>
              <a:rPr lang="en-US" altLang="pt-BR" sz="4000" b="1" i="1"/>
              <a:t>Ao povo Teu inflama</a:t>
            </a:r>
            <a:br>
              <a:rPr lang="en-US" altLang="pt-BR" sz="4000" b="1" i="1"/>
            </a:br>
            <a:r>
              <a:rPr lang="en-US" altLang="pt-BR" sz="4000" b="1" i="1"/>
              <a:t>Com poder celestial!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1CE0F0A-0002-1FF5-B156-9670B0E18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Qual vivo fogo ou furacão,</a:t>
            </a:r>
            <a:br>
              <a:rPr lang="en-US" altLang="pt-BR" sz="4000" i="1"/>
            </a:br>
            <a:r>
              <a:rPr lang="en-US" altLang="pt-BR" sz="4000"/>
              <a:t> </a:t>
            </a:r>
            <a:r>
              <a:rPr lang="en-US" altLang="pt-BR" sz="4000" i="1"/>
              <a:t>O fá-Lo a nós descer; </a:t>
            </a:r>
            <a:br>
              <a:rPr lang="en-US" altLang="pt-BR" sz="4000" i="1"/>
            </a:br>
            <a:r>
              <a:rPr lang="en-US" altLang="pt-BR" sz="4000" i="1"/>
              <a:t>E possa cada coração </a:t>
            </a:r>
            <a:br>
              <a:rPr lang="en-US" altLang="pt-BR" sz="4000" i="1"/>
            </a:br>
            <a:r>
              <a:rPr lang="en-US" altLang="pt-BR" sz="4000" i="1"/>
              <a:t>Um templo dEle ser.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9FCB610-556A-5D7E-9499-8813EE9F1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Sim, manda outra chuva,</a:t>
            </a:r>
            <a:br>
              <a:rPr lang="en-US" altLang="pt-BR" sz="4000" b="1" i="1"/>
            </a:br>
            <a:r>
              <a:rPr lang="en-US" altLang="pt-BR" sz="4000" b="1" i="1"/>
              <a:t>Ó bom salvador!</a:t>
            </a:r>
            <a:br>
              <a:rPr lang="en-US" altLang="pt-BR" sz="4000" b="1" i="1"/>
            </a:br>
            <a:r>
              <a:rPr lang="en-US" altLang="pt-BR" sz="4000" b="1" i="1"/>
              <a:t>E com Tua chama</a:t>
            </a:r>
            <a:br>
              <a:rPr lang="en-US" altLang="pt-BR" sz="4000" b="1" i="1"/>
            </a:br>
            <a:r>
              <a:rPr lang="en-US" altLang="pt-BR" sz="4000" b="1" i="1"/>
              <a:t>Destrói de nós o mal;</a:t>
            </a:r>
            <a:br>
              <a:rPr lang="en-US" altLang="pt-BR" sz="4000" b="1" i="1"/>
            </a:br>
            <a:r>
              <a:rPr lang="en-US" altLang="pt-BR" sz="4000" b="1" i="1"/>
              <a:t>O dá-nos a chuva,</a:t>
            </a:r>
            <a:br>
              <a:rPr lang="en-US" altLang="pt-BR" sz="4000" b="1" i="1"/>
            </a:br>
            <a:r>
              <a:rPr lang="en-US" altLang="pt-BR" sz="4000" b="1" i="1"/>
              <a:t>Do Consolador;</a:t>
            </a:r>
            <a:br>
              <a:rPr lang="en-US" altLang="pt-BR" sz="4000" b="1" i="1"/>
            </a:br>
            <a:r>
              <a:rPr lang="en-US" altLang="pt-BR" sz="4000" b="1" i="1"/>
              <a:t>Ao povo Teu inflama</a:t>
            </a:r>
            <a:br>
              <a:rPr lang="en-US" altLang="pt-BR" sz="4000" b="1" i="1"/>
            </a:br>
            <a:r>
              <a:rPr lang="en-US" altLang="pt-BR" sz="4000" b="1" i="1"/>
              <a:t>Com poder celestial!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3F4D3E1-6044-819A-7E6E-6BAC97E4D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Mediante a fé e a 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céu Tu abrirás, </a:t>
            </a:r>
            <a:br>
              <a:rPr lang="en-US" altLang="pt-BR" sz="4000" i="1"/>
            </a:br>
            <a:r>
              <a:rPr lang="en-US" altLang="pt-BR" sz="4000" i="1"/>
              <a:t>O óleo santo da unção, </a:t>
            </a:r>
            <a:br>
              <a:rPr lang="en-US" altLang="pt-BR" sz="4000" i="1"/>
            </a:br>
            <a:r>
              <a:rPr lang="en-US" altLang="pt-BR" sz="4000" i="1"/>
              <a:t>Em nós derramarás!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31F8702-43AA-3CC6-CEB7-5E21F3AAA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Sim, manda outra chuva,</a:t>
            </a:r>
            <a:br>
              <a:rPr lang="en-US" altLang="pt-BR" sz="4000" b="1" i="1"/>
            </a:br>
            <a:r>
              <a:rPr lang="en-US" altLang="pt-BR" sz="4000" b="1" i="1"/>
              <a:t>Ó bom salvador!</a:t>
            </a:r>
            <a:br>
              <a:rPr lang="en-US" altLang="pt-BR" sz="4000" b="1" i="1"/>
            </a:br>
            <a:r>
              <a:rPr lang="en-US" altLang="pt-BR" sz="4000" b="1" i="1"/>
              <a:t>E com Tua chama</a:t>
            </a:r>
            <a:br>
              <a:rPr lang="en-US" altLang="pt-BR" sz="4000" b="1" i="1"/>
            </a:br>
            <a:r>
              <a:rPr lang="en-US" altLang="pt-BR" sz="4000" b="1" i="1"/>
              <a:t>Destrói de nós o mal;</a:t>
            </a:r>
            <a:br>
              <a:rPr lang="en-US" altLang="pt-BR" sz="4000" b="1" i="1"/>
            </a:br>
            <a:r>
              <a:rPr lang="en-US" altLang="pt-BR" sz="4000" b="1" i="1"/>
              <a:t>O dá-nos a chuva,</a:t>
            </a:r>
            <a:br>
              <a:rPr lang="en-US" altLang="pt-BR" sz="4000" b="1" i="1"/>
            </a:br>
            <a:r>
              <a:rPr lang="en-US" altLang="pt-BR" sz="4000" b="1" i="1"/>
              <a:t>Do Consolador;</a:t>
            </a:r>
            <a:br>
              <a:rPr lang="en-US" altLang="pt-BR" sz="4000" b="1" i="1"/>
            </a:br>
            <a:r>
              <a:rPr lang="en-US" altLang="pt-BR" sz="4000" b="1" i="1"/>
              <a:t>Ao povo Teu inflama</a:t>
            </a:r>
            <a:br>
              <a:rPr lang="en-US" altLang="pt-BR" sz="4000" b="1" i="1"/>
            </a:br>
            <a:r>
              <a:rPr lang="en-US" altLang="pt-BR" sz="4000" b="1" i="1"/>
              <a:t>Com poder celestial!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1820A97-BC92-4874-9E01-C6CAE8970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Pedimos nós, agora a Ti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queima todo mal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vivifica-nos aqui,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fogo celestial!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4D77FAB-5F30-30FB-856C-B2AEFD361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Sim, manda outra chuva,</a:t>
            </a:r>
            <a:br>
              <a:rPr lang="en-US" altLang="pt-BR" sz="4000" b="1" i="1"/>
            </a:br>
            <a:r>
              <a:rPr lang="en-US" altLang="pt-BR" sz="4000" b="1" i="1"/>
              <a:t>Ó bom salvador!</a:t>
            </a:r>
            <a:br>
              <a:rPr lang="en-US" altLang="pt-BR" sz="4000" b="1" i="1"/>
            </a:br>
            <a:r>
              <a:rPr lang="en-US" altLang="pt-BR" sz="4000" b="1" i="1"/>
              <a:t>E com Tua chama</a:t>
            </a:r>
            <a:br>
              <a:rPr lang="en-US" altLang="pt-BR" sz="4000" b="1" i="1"/>
            </a:br>
            <a:r>
              <a:rPr lang="en-US" altLang="pt-BR" sz="4000" b="1" i="1"/>
              <a:t>Destrói de nós o mal;</a:t>
            </a:r>
            <a:br>
              <a:rPr lang="en-US" altLang="pt-BR" sz="4000" b="1" i="1"/>
            </a:br>
            <a:r>
              <a:rPr lang="en-US" altLang="pt-BR" sz="4000" b="1" i="1"/>
              <a:t>O dá-nos a chuva,</a:t>
            </a:r>
            <a:br>
              <a:rPr lang="en-US" altLang="pt-BR" sz="4000" b="1" i="1"/>
            </a:br>
            <a:r>
              <a:rPr lang="en-US" altLang="pt-BR" sz="4000" b="1" i="1"/>
              <a:t>Do Consolador;</a:t>
            </a:r>
            <a:br>
              <a:rPr lang="en-US" altLang="pt-BR" sz="4000" b="1" i="1"/>
            </a:br>
            <a:r>
              <a:rPr lang="en-US" altLang="pt-BR" sz="4000" b="1" i="1"/>
              <a:t>Ao povo Teu inflama</a:t>
            </a:r>
            <a:br>
              <a:rPr lang="en-US" altLang="pt-BR" sz="4000" b="1" i="1"/>
            </a:br>
            <a:r>
              <a:rPr lang="en-US" altLang="pt-BR" sz="4000" b="1" i="1"/>
              <a:t>Com poder celestial!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441 - A Chuva do Consolador </vt:lpstr>
      <vt:lpstr>Unânimes ao pé da cruz, Pedimos com fervor, Nos manda hoje, ó Jesus, O bom Consolador!  </vt:lpstr>
      <vt:lpstr>Sim, manda outra chuva, Ó bom salvador! E com Tua chama Destrói de nós o mal; O dá-nos a chuva, Do Consolador; Ao povo Teu inflama Com poder celestial!  </vt:lpstr>
      <vt:lpstr>Qual vivo fogo ou furacão,  O fá-Lo a nós descer;  E possa cada coração  Um templo dEle ser.  </vt:lpstr>
      <vt:lpstr>Sim, manda outra chuva, Ó bom salvador! E com Tua chama Destrói de nós o mal; O dá-nos a chuva, Do Consolador; Ao povo Teu inflama Com poder celestial!  </vt:lpstr>
      <vt:lpstr>Mediante a fé e a oração,  O céu Tu abrirás,  O óleo santo da unção,  Em nós derramarás!  </vt:lpstr>
      <vt:lpstr>Sim, manda outra chuva, Ó bom salvador! E com Tua chama Destrói de nós o mal; O dá-nos a chuva, Do Consolador; Ao povo Teu inflama Com poder celestial!  </vt:lpstr>
      <vt:lpstr>Pedimos nós, agora a Ti  Ó queima todo mal  E vivifica-nos aqui,  Com fogo celestial!</vt:lpstr>
      <vt:lpstr>Sim, manda outra chuva, Ó bom salvador! E com Tua chama Destrói de nós o mal; O dá-nos a chuva, Do Consolador; Ao povo Teu inflama Com poder celestial!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441 - A Chuva do Consolador </dc:title>
  <dc:creator>Junior</dc:creator>
  <cp:lastModifiedBy>Emerson Souza</cp:lastModifiedBy>
  <cp:revision>1</cp:revision>
  <dcterms:created xsi:type="dcterms:W3CDTF">2005-12-26T18:55:16Z</dcterms:created>
  <dcterms:modified xsi:type="dcterms:W3CDTF">2026-05-02T22:14:00Z</dcterms:modified>
</cp:coreProperties>
</file>