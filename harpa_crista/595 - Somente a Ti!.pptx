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F684E8-4DE8-1207-2A1B-B8F3E5F1CE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CCABAA8-1E2E-6BF0-25D5-67B021B9CB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3A8303C-4517-6F79-10F1-47E4E4E61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7DDACD4-57A6-ADC3-F899-9DB345FDF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1192D9F-1C50-5AC4-A381-FF8288BFB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033901D-4026-45B5-866E-024E8B6AE7A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6288702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C994E0-5377-7CFD-6A69-5DD7A2EDB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6FC253B-AFFC-A833-5FDE-452BE5591B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A645B54-F0AD-5FBD-8568-B28AA3304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EBB3D66-F5D7-76AA-C2BC-29631870E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AE54845-C378-DEFF-11FF-BDE769471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E5D4451-8782-4DA2-846A-7B35885FFF5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37205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8FBB66-FE0F-872A-4FB7-7E0895E39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C9AA301-5DCC-F5D4-02CF-1172C5A47B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D2E4BC7-F10A-4C0F-87D7-E60070705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196A5F1-A343-4256-8883-A980114F2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88AE1C-B60A-4D2A-F433-20F5E50D3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28F9BF3-9353-4AB7-83BB-81F68AB905D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883778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4EA3FF-FB58-3E60-7696-00283C13C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6820C84-BF0D-79FE-8E1F-69033EE1C6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3E442FB-E745-26A3-1A64-9AE410928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6F18957-4F16-07E2-6482-CF4F43A21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38D037E-E7FC-1B1C-BABC-FC787FBD0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3C0EF46-7C7E-47C4-A8D4-2230E6F06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D7BF25E-4288-4C5A-9FF7-2C37EE3A02F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347982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B07C13-514D-3D89-3644-97CE01513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D1C8396-DAF9-4F81-A83B-50A2FD9BDC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CE6F723-025F-8109-3B3B-97985A64F8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1003AB8-C442-BE0B-49DF-CB2C936B44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C314108-88E3-EDB2-E2C2-6AD62B1D86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EB219D91-40EC-56D7-B933-14E0EC40A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C3CBC0E-9973-3EB6-E33A-C28E117EC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263B552E-A841-7934-3D54-38EF6D3A5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DF38E12-A5FF-4DBF-8EBD-16665A70EC6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415912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1459EE-3F02-1314-8F14-CC4D16E54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916993F-2FC3-01A8-B495-F51143A902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93973E4-A33A-AF5C-A6EA-2ECBBF4B9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33E8D2F-6823-AF30-0996-C3D212B09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D03AD0-D3E6-4E23-B134-B61C33AD1E7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882441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2B0D30A-1FF9-FF34-EB3A-E40132FAE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B23D0D4-C8D4-5794-5A15-A10D328DC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F3C5602-C479-3C63-723D-CD49F6879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8C070C8-A4E3-4D9A-8E4D-216063AB53D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82710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ABAE7F-A27A-5BF1-62F2-A6ECE5A1A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A1BCEDA-A991-3405-CC2E-3C4091E170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D8384F0-A491-CECA-ECC8-5D94488175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E61B132-2845-7383-E419-6BF73433C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016D706-ADFA-8B57-F7E5-280FA7D61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8656CCE-1F1B-9E2A-8BF7-7C49DE1F2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E95E91-04BE-4638-8898-CB533A7E5D9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569245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B3A042-BCCC-A829-78A5-78F97217A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1443FEBC-6080-0BF4-328B-F47C83DD64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C1A9145-8740-D6B1-49F1-E8A007EBEF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EBED2A1-DC74-3F40-CF5F-73B77A5CB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520ADF2-F7C2-79F5-F85F-AD8F8498E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566137D-8DDD-0EC6-07BC-81AEBC2D5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3A7463-B5A6-4B7E-9198-BD395460D33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282331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B67B4A-CE9E-5238-704B-84E8B7BBD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82BEA2F-1C25-B3A1-F369-CF00275128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10326FD-2D7E-5435-014D-2035AD6A8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521B569-F245-D9AC-9DDF-420306B73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35626A7-9B3A-BD7D-87BD-DAA27D7EE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EF9AA11-FB13-436F-96A9-BEAA5219EAA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628094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A485287-E8FB-035D-57DD-8B84C7B623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8C907FF-895A-6CD0-7481-A8325CA79E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79518C1-39FD-5622-BB9D-3519B5857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52957F9-6F49-320E-56C4-716B8EF6A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21B74C1-251E-9AB8-94AE-EDBAAD100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FA98A59-0968-4C34-A021-772917CD253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177331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9A75468E-3FBA-9C9E-1D9E-10B1A8237E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30FA3A61-C660-12BD-B5C8-FCC6826DA5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C47F6E57-FB92-7632-473A-A5A2074C990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E07FD332-85D1-8D39-2918-DE0FF205639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568B8CA1-DABF-CEB7-E5E0-E80F60AF0B3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F262D4A3-C0C4-4684-A17A-38AA541F747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E980B1CC-2013-3348-1637-3F8143DD9FA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 i="1"/>
              <a:t>595 – Somente a Ti!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EDD89AEC-6B2B-DB18-AD78-341B30092CA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DB688FF2-14E0-6360-E654-CD3C98D166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Quem tenho, ó Deus, no céu aí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Senão a ti - somente a ti!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 mais ninguém adoro aqui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Além de ti, somente a ti!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endParaRPr lang="en-US" altLang="pt-BR"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23D5999F-28E3-9A4D-B451-3BD5233FDB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A Rocha deste coração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És tu, Senhor, e meu quinhão.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Com teu olhar guiar-me-ás 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 em glória me receberás.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</Words>
  <Application>Microsoft Office PowerPoint</Application>
  <PresentationFormat>Apresentação na tela (4:3)</PresentationFormat>
  <Paragraphs>3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5" baseType="lpstr">
      <vt:lpstr>Arial</vt:lpstr>
      <vt:lpstr>Design padrão</vt:lpstr>
      <vt:lpstr>595 – Somente a Ti! </vt:lpstr>
      <vt:lpstr>Quem tenho, ó Deus, no céu aí  Senão a ti - somente a ti!  E mais ninguém adoro aqui  Além de ti, somente a ti!  </vt:lpstr>
      <vt:lpstr>A Rocha deste coração  És tu, Senhor, e meu quinhão.  Com teu olhar guiar-me-ás   E em glória me receberás.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595 – Somente a Ti! </dc:title>
  <dc:creator>Junior</dc:creator>
  <cp:lastModifiedBy>Emerson Souza</cp:lastModifiedBy>
  <cp:revision>1</cp:revision>
  <dcterms:created xsi:type="dcterms:W3CDTF">2005-12-27T02:25:26Z</dcterms:created>
  <dcterms:modified xsi:type="dcterms:W3CDTF">2026-05-02T22:27:01Z</dcterms:modified>
</cp:coreProperties>
</file>