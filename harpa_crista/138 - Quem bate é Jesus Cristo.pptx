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51077-AA6A-FA31-748E-2E61C3A3F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9912CE-64D4-B436-15AF-F3E82A957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5A7B91-119F-B4B7-CB18-A7BD7858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706DEA-86A4-D60A-4DB7-2A4E3903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3563EF-E774-C3F3-5662-B457E2BC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530A-A96A-4C5A-BCF3-5AA42698A3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4372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59029-C2ED-12D5-3139-CAA8F1F5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C4ACFF-21EE-4D89-C1A7-204955473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B18E9-A39C-AC39-4478-C9FE9216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314422-CD35-2E90-58BF-5F626665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DF8341-6626-CA32-1B47-161DFF81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1ACB8-55B6-443A-8E41-3759A2DB11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498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9C493-0D12-6852-0224-7D1FA2C3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D60BAA-762D-6A93-5879-5BDAE29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2C5C1B-6AFD-879C-0015-558914A4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403AA-28B3-B3C0-3C3D-A68AF3C5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265EE6-93B9-670E-2F3B-DAC178E3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64DF9-5AA9-453F-A77E-A61E5A2375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525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1FE0C-63B4-0AB8-0448-941EB208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E96067-D849-29DE-6002-105868B74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4AAFBA-393C-BD2E-82E1-E45481953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6C3C29-0FFB-ABFD-995E-81ECAF9E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D0EA42-223E-CC6E-50F0-B82F521A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D3CEB9-BFA4-915E-F517-B463FA2E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27E27-1923-4768-8E75-382749976D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44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BE004-8747-70A4-6FE1-13F07E9C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F023E7-892B-A1B1-3A8C-2F854CD1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21913A-7A75-3F25-CA5A-FC868A999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235AA7-C27C-8839-06F0-52FFA6608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E6EF81-6C6B-9D86-B61D-720F2B2FE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357404-D0D5-2CE6-B7C2-66557617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B8C4FE3-8F22-FC87-C9C1-526B44ED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E87A86-DEC7-F8E5-F59E-0E58EBEF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619B37-DDAD-44C2-B072-70DB5105FA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596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783CB-349F-0C9E-450F-0FD0953B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3FCA2E-DC10-7395-00AB-D4027A099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C17A02-D0F9-7576-705A-4BF8396C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C97498D-D93A-9B3A-F2BC-A058AD64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010E0-1EF0-40EF-A933-420F1E324D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510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F50796-9567-32E0-6C9D-DBB955E0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F7FD8E-0DDF-52DF-48F2-BD67092C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67A52A-C2C0-FD58-71AF-11B10678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9E75B1-E84D-4353-B755-80CAE5BB3B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512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B9D42-0321-8899-D672-181D01F2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A86D70-8060-8C71-D087-7EE31B27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DB2EA6-6964-B0E6-7FA2-184C6E843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4BD6B4-5729-2393-7D0B-0A03627C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B776DE-2B57-DA18-1B0F-DD6ADB19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6E37BB-56B9-12F3-D1FB-B8E7309E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FFE23-3474-4DB1-A18B-C16CC0D9D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766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B7ED-0C36-8729-87F3-25FDF5EE8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E6D1F9-14EC-69D5-C10F-EA22008D0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4CF351-2EF6-119A-9835-4921F32B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D25F06-4971-40F5-F886-9ECEB6E9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38A122-BDF3-8EBF-A635-5AFDA108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2E28E6-C568-D4C2-20D4-DE468138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19EA0-3EA2-4AED-AB67-10E5CDF620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770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5E1E8-6153-65D4-A02E-9705DFB2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D3FEC3-B7D3-15CF-6FC0-B13484B89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14DD3-8F8E-FDE1-F48E-6F18DB32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87D69D-B617-35C9-010F-3445DDA7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004840-E22F-7599-B1CF-5A30C4FC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A6E50-7BE6-472A-A042-757D282BAE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3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5EFF50-33CF-D508-A3BF-D305E975C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5100BA-F873-2C0D-B0CB-01A3C3D05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90241D-4496-94FD-0731-C06C5C78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935B23-5790-FCE3-E867-5EF59728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FF8565-35D6-0239-5BEE-704E8E79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307C9-3F2E-44BC-9BF4-2C16A72AC7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65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4F5DCDA-3630-1134-6E99-041F8A06D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A892D4-FC67-4AED-65DD-A0B107061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67CD05-2784-9819-4832-5DB05E2330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8886EE-6279-A3D8-03FA-481D18456D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E7E153-9000-B531-CB61-D0AC66F64F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EE01EA-D01E-4467-9B13-423D7C14979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2C543D-8DF1-F95D-B441-5219F765C8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138</a:t>
            </a:r>
            <a:br>
              <a:rPr lang="en-US" altLang="pt-BR" sz="3600" b="1"/>
            </a:br>
            <a:r>
              <a:rPr lang="en-US" altLang="pt-BR" sz="3600" b="1"/>
              <a:t>QUEM BATE E JESUS CRISTO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D4E2200-0935-2C9A-8641-D4DD379326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20D0235-05A6-E253-3CF4-A8EA97295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da morte tens horror,</a:t>
            </a:r>
            <a:br>
              <a:rPr lang="en-US" altLang="pt-BR" sz="4000" i="1"/>
            </a:br>
            <a:r>
              <a:rPr lang="en-US" altLang="pt-BR" sz="4000" i="1"/>
              <a:t>E salvação desejas, </a:t>
            </a:r>
            <a:br>
              <a:rPr lang="en-US" altLang="pt-BR" sz="4000" i="1"/>
            </a:br>
            <a:r>
              <a:rPr lang="en-US" altLang="pt-BR" sz="4000" i="1"/>
              <a:t>Volta aos braços do Senhor, </a:t>
            </a:r>
            <a:br>
              <a:rPr lang="en-US" altLang="pt-BR" sz="4000" i="1"/>
            </a:br>
            <a:r>
              <a:rPr lang="en-US" altLang="pt-BR" sz="4000" i="1"/>
              <a:t>Para que salvo tu sejas; </a:t>
            </a:r>
            <a:br>
              <a:rPr lang="en-US" altLang="pt-BR" sz="4000" i="1"/>
            </a:br>
            <a:r>
              <a:rPr lang="en-US" altLang="pt-BR" sz="4000" i="1"/>
              <a:t>Abre bem teu coração, </a:t>
            </a:r>
            <a:br>
              <a:rPr lang="en-US" altLang="pt-BR" sz="4000" i="1"/>
            </a:br>
            <a:r>
              <a:rPr lang="en-US" altLang="pt-BR" sz="4000" i="1"/>
              <a:t>E recebe salvação, </a:t>
            </a:r>
            <a:br>
              <a:rPr lang="en-US" altLang="pt-BR" sz="4000" i="1"/>
            </a:br>
            <a:r>
              <a:rPr lang="en-US" altLang="pt-BR" sz="4000" i="1"/>
              <a:t>Sem nenhuma turbação; </a:t>
            </a:r>
            <a:br>
              <a:rPr lang="en-US" altLang="pt-BR" sz="4000" i="1"/>
            </a:br>
            <a:r>
              <a:rPr lang="en-US" altLang="pt-BR" sz="4000" i="1"/>
              <a:t>Quem bate é Jesus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B85816-144B-3B49-B0E9-E1909EE29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Deves-Lhe dar abrigo.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há nenhum perigo;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quer só te salvar;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mesa, cear contigo.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35EAF6-C541-EAFD-7AF1-1A1B8405F2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Já sofreu por ti, na cruz, </a:t>
            </a:r>
            <a:br>
              <a:rPr lang="en-US" altLang="pt-BR" sz="4000" i="1"/>
            </a:br>
            <a:r>
              <a:rPr lang="en-US" altLang="pt-BR" sz="4000" i="1"/>
              <a:t>Para te dar a vida; </a:t>
            </a:r>
            <a:br>
              <a:rPr lang="en-US" altLang="pt-BR" sz="4000" i="1"/>
            </a:br>
            <a:r>
              <a:rPr lang="en-US" altLang="pt-BR" sz="4000" i="1"/>
              <a:t>O divino e bom Jesus </a:t>
            </a:r>
            <a:br>
              <a:rPr lang="en-US" altLang="pt-BR" sz="4000" i="1"/>
            </a:br>
            <a:r>
              <a:rPr lang="en-US" altLang="pt-BR" sz="4000" i="1"/>
              <a:t>As marcas tem das feridas; </a:t>
            </a:r>
            <a:br>
              <a:rPr lang="en-US" altLang="pt-BR" sz="4000" i="1"/>
            </a:br>
            <a:r>
              <a:rPr lang="en-US" altLang="pt-BR" sz="4000" i="1"/>
              <a:t>Não O vês a soluçar, </a:t>
            </a:r>
            <a:br>
              <a:rPr lang="en-US" altLang="pt-BR" sz="4000" i="1"/>
            </a:br>
            <a:r>
              <a:rPr lang="en-US" altLang="pt-BR" sz="4000" i="1"/>
              <a:t>E Seu sangue a gotejar? </a:t>
            </a:r>
            <a:br>
              <a:rPr lang="en-US" altLang="pt-BR" sz="4000" i="1"/>
            </a:br>
            <a:r>
              <a:rPr lang="en-US" altLang="pt-BR" sz="4000" i="1"/>
              <a:t>Não O vais deixar entrar? </a:t>
            </a:r>
            <a:br>
              <a:rPr lang="en-US" altLang="pt-BR" sz="4000" i="1"/>
            </a:br>
            <a:r>
              <a:rPr lang="en-US" altLang="pt-BR" sz="4000" i="1"/>
              <a:t>Quem bate é Jesus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2DF931B-2D1A-84DB-3892-A1042C6C4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Deves-Lhe dar abrigo.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há nenhum perigo;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quer só te salvar;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mesa, cear contigo.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E2AD338-7DA6-4FEF-F834-131854AF8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tu andas em temor; </a:t>
            </a:r>
            <a:br>
              <a:rPr lang="en-US" altLang="pt-BR" sz="4000" i="1"/>
            </a:br>
            <a:r>
              <a:rPr lang="en-US" altLang="pt-BR" sz="4000" i="1"/>
              <a:t>Longe do Pai amado, </a:t>
            </a:r>
            <a:br>
              <a:rPr lang="en-US" altLang="pt-BR" sz="4000" i="1"/>
            </a:br>
            <a:r>
              <a:rPr lang="en-US" altLang="pt-BR" sz="4000" i="1"/>
              <a:t>Quem será teu protetor, </a:t>
            </a:r>
            <a:br>
              <a:rPr lang="en-US" altLang="pt-BR" sz="4000" i="1"/>
            </a:br>
            <a:r>
              <a:rPr lang="en-US" altLang="pt-BR" sz="4000" i="1"/>
              <a:t>Quando o mal for chegado? </a:t>
            </a:r>
            <a:br>
              <a:rPr lang="en-US" altLang="pt-BR" sz="4000" i="1"/>
            </a:br>
            <a:r>
              <a:rPr lang="en-US" altLang="pt-BR" sz="4000" i="1"/>
              <a:t>Segue a quem morreu na cruz, </a:t>
            </a:r>
            <a:br>
              <a:rPr lang="en-US" altLang="pt-BR" sz="4000" i="1"/>
            </a:br>
            <a:r>
              <a:rPr lang="en-US" altLang="pt-BR" sz="4000" i="1"/>
              <a:t>Pois à vida te conduz; </a:t>
            </a:r>
            <a:br>
              <a:rPr lang="en-US" altLang="pt-BR" sz="4000" i="1"/>
            </a:br>
            <a:r>
              <a:rPr lang="en-US" altLang="pt-BR" sz="4000" i="1"/>
              <a:t>Dar-te-á nas trevas luz, </a:t>
            </a:r>
            <a:br>
              <a:rPr lang="en-US" altLang="pt-BR" sz="4000" i="1"/>
            </a:br>
            <a:r>
              <a:rPr lang="en-US" altLang="pt-BR" sz="4000" i="1"/>
              <a:t>Quem bate é Jesus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3C01819-5DA6-0E64-F8FD-6D77C0CCD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Deves-Lhe dar abrigo.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Não há nenhum perigo;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quer só te salvar;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mesa, cear contigo.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138 QUEM BATE E JESUS CRISTO </vt:lpstr>
      <vt:lpstr>Se da morte tens horror, E salvação desejas,  Volta aos braços do Senhor,  Para que salvo tu sejas;  Abre bem teu coração,  E recebe salvação,  Sem nenhuma turbação;  Quem bate é Jesus Cristo. </vt:lpstr>
      <vt:lpstr>Deves-Lhe dar abrigo.  Não há nenhum perigo;  Cristo quer só te salvar;  Na mesa, cear contigo. </vt:lpstr>
      <vt:lpstr>Já sofreu por ti, na cruz,  Para te dar a vida;  O divino e bom Jesus  As marcas tem das feridas;  Não O vês a soluçar,  E Seu sangue a gotejar?  Não O vais deixar entrar?  Quem bate é Jesus Cristo. </vt:lpstr>
      <vt:lpstr>Deves-Lhe dar abrigo.  Não há nenhum perigo;  Cristo quer só te salvar;  Na mesa, cear contigo. </vt:lpstr>
      <vt:lpstr>Se tu andas em temor;  Longe do Pai amado,  Quem será teu protetor,  Quando o mal for chegado?  Segue a quem morreu na cruz,  Pois à vida te conduz;  Dar-te-á nas trevas luz,  Quem bate é Jesus Cristo. </vt:lpstr>
      <vt:lpstr>Deves-Lhe dar abrigo.  Não há nenhum perigo;  Cristo quer só te salvar;  Na mesa, cear contigo.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138 QUEM BATE E JESUS CRISTO </dc:title>
  <dc:creator>Junior</dc:creator>
  <cp:lastModifiedBy>Emerson Souza</cp:lastModifiedBy>
  <cp:revision>1</cp:revision>
  <dcterms:created xsi:type="dcterms:W3CDTF">2005-12-23T14:59:51Z</dcterms:created>
  <dcterms:modified xsi:type="dcterms:W3CDTF">2026-05-02T21:48:16Z</dcterms:modified>
</cp:coreProperties>
</file>