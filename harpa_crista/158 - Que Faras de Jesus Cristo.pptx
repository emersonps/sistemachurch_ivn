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>
            <a:extLst>
              <a:ext uri="{FF2B5EF4-FFF2-40B4-BE49-F238E27FC236}">
                <a16:creationId xmlns:a16="http://schemas.microsoft.com/office/drawing/2014/main" id="{97184028-149A-7200-B7CD-A2A838E7177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2413" cy="6856413"/>
            <a:chOff x="0" y="0"/>
            <a:chExt cx="5759" cy="4319"/>
          </a:xfrm>
        </p:grpSpPr>
        <p:sp>
          <p:nvSpPr>
            <p:cNvPr id="13315" name="Freeform 3">
              <a:extLst>
                <a:ext uri="{FF2B5EF4-FFF2-40B4-BE49-F238E27FC236}">
                  <a16:creationId xmlns:a16="http://schemas.microsoft.com/office/drawing/2014/main" id="{A0ABB1DB-5A6B-75BB-B3DD-BEC0262F3F0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043"/>
            </a:xfrm>
            <a:custGeom>
              <a:avLst/>
              <a:gdLst>
                <a:gd name="T0" fmla="*/ 5740 w 5740"/>
                <a:gd name="T1" fmla="*/ 1043 h 1043"/>
                <a:gd name="T2" fmla="*/ 0 w 5740"/>
                <a:gd name="T3" fmla="*/ 1043 h 1043"/>
                <a:gd name="T4" fmla="*/ 0 w 5740"/>
                <a:gd name="T5" fmla="*/ 0 h 1043"/>
                <a:gd name="T6" fmla="*/ 5740 w 5740"/>
                <a:gd name="T7" fmla="*/ 0 h 1043"/>
                <a:gd name="T8" fmla="*/ 5740 w 5740"/>
                <a:gd name="T9" fmla="*/ 1043 h 1043"/>
                <a:gd name="T10" fmla="*/ 5740 w 5740"/>
                <a:gd name="T11" fmla="*/ 1043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043">
                  <a:moveTo>
                    <a:pt x="5740" y="1043"/>
                  </a:moveTo>
                  <a:lnTo>
                    <a:pt x="0" y="1043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1043"/>
                  </a:lnTo>
                  <a:lnTo>
                    <a:pt x="5740" y="1043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3316" name="Group 4">
              <a:extLst>
                <a:ext uri="{FF2B5EF4-FFF2-40B4-BE49-F238E27FC236}">
                  <a16:creationId xmlns:a16="http://schemas.microsoft.com/office/drawing/2014/main" id="{4EC5298F-2643-4729-0BC8-48FE3C3AA48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0"/>
              <a:ext cx="5759" cy="4319"/>
              <a:chOff x="0" y="0"/>
              <a:chExt cx="5759" cy="4319"/>
            </a:xfrm>
          </p:grpSpPr>
          <p:sp>
            <p:nvSpPr>
              <p:cNvPr id="13317" name="Freeform 5">
                <a:extLst>
                  <a:ext uri="{FF2B5EF4-FFF2-40B4-BE49-F238E27FC236}">
                    <a16:creationId xmlns:a16="http://schemas.microsoft.com/office/drawing/2014/main" id="{F51BE869-0B68-4477-6D4B-FAECEB09A17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" y="1040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18" name="Freeform 6">
                <a:extLst>
                  <a:ext uri="{FF2B5EF4-FFF2-40B4-BE49-F238E27FC236}">
                    <a16:creationId xmlns:a16="http://schemas.microsoft.com/office/drawing/2014/main" id="{6F57E833-2208-C238-C84B-284ACB45692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3988"/>
                <a:ext cx="5758" cy="42"/>
              </a:xfrm>
              <a:custGeom>
                <a:avLst/>
                <a:gdLst>
                  <a:gd name="T0" fmla="*/ 0 w 5740"/>
                  <a:gd name="T1" fmla="*/ 42 h 42"/>
                  <a:gd name="T2" fmla="*/ 5740 w 5740"/>
                  <a:gd name="T3" fmla="*/ 42 h 42"/>
                  <a:gd name="T4" fmla="*/ 5740 w 5740"/>
                  <a:gd name="T5" fmla="*/ 0 h 42"/>
                  <a:gd name="T6" fmla="*/ 0 w 5740"/>
                  <a:gd name="T7" fmla="*/ 0 h 42"/>
                  <a:gd name="T8" fmla="*/ 0 w 5740"/>
                  <a:gd name="T9" fmla="*/ 42 h 42"/>
                  <a:gd name="T10" fmla="*/ 0 w 5740"/>
                  <a:gd name="T11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42">
                    <a:moveTo>
                      <a:pt x="0" y="42"/>
                    </a:moveTo>
                    <a:lnTo>
                      <a:pt x="5740" y="42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42"/>
                    </a:lnTo>
                    <a:lnTo>
                      <a:pt x="0" y="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19" name="Freeform 7">
                <a:extLst>
                  <a:ext uri="{FF2B5EF4-FFF2-40B4-BE49-F238E27FC236}">
                    <a16:creationId xmlns:a16="http://schemas.microsoft.com/office/drawing/2014/main" id="{02E7F0BC-30A2-B412-7508-8E6C2FAAB44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3665"/>
                <a:ext cx="5758" cy="30"/>
              </a:xfrm>
              <a:custGeom>
                <a:avLst/>
                <a:gdLst>
                  <a:gd name="T0" fmla="*/ 0 w 5740"/>
                  <a:gd name="T1" fmla="*/ 30 h 30"/>
                  <a:gd name="T2" fmla="*/ 5740 w 5740"/>
                  <a:gd name="T3" fmla="*/ 30 h 30"/>
                  <a:gd name="T4" fmla="*/ 5740 w 5740"/>
                  <a:gd name="T5" fmla="*/ 0 h 30"/>
                  <a:gd name="T6" fmla="*/ 0 w 5740"/>
                  <a:gd name="T7" fmla="*/ 0 h 30"/>
                  <a:gd name="T8" fmla="*/ 0 w 5740"/>
                  <a:gd name="T9" fmla="*/ 30 h 30"/>
                  <a:gd name="T10" fmla="*/ 0 w 5740"/>
                  <a:gd name="T1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0" name="Freeform 8">
                <a:extLst>
                  <a:ext uri="{FF2B5EF4-FFF2-40B4-BE49-F238E27FC236}">
                    <a16:creationId xmlns:a16="http://schemas.microsoft.com/office/drawing/2014/main" id="{A6E63C6E-6BC4-B525-C7E3-214EA33AB95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3364"/>
                <a:ext cx="5758" cy="30"/>
              </a:xfrm>
              <a:custGeom>
                <a:avLst/>
                <a:gdLst>
                  <a:gd name="T0" fmla="*/ 0 w 5740"/>
                  <a:gd name="T1" fmla="*/ 30 h 30"/>
                  <a:gd name="T2" fmla="*/ 5740 w 5740"/>
                  <a:gd name="T3" fmla="*/ 30 h 30"/>
                  <a:gd name="T4" fmla="*/ 5740 w 5740"/>
                  <a:gd name="T5" fmla="*/ 0 h 30"/>
                  <a:gd name="T6" fmla="*/ 0 w 5740"/>
                  <a:gd name="T7" fmla="*/ 0 h 30"/>
                  <a:gd name="T8" fmla="*/ 0 w 5740"/>
                  <a:gd name="T9" fmla="*/ 30 h 30"/>
                  <a:gd name="T10" fmla="*/ 0 w 5740"/>
                  <a:gd name="T1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1" name="Freeform 9">
                <a:extLst>
                  <a:ext uri="{FF2B5EF4-FFF2-40B4-BE49-F238E27FC236}">
                    <a16:creationId xmlns:a16="http://schemas.microsoft.com/office/drawing/2014/main" id="{F054908C-F09A-75A7-2BDF-17F906A9698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3105"/>
                <a:ext cx="5758" cy="31"/>
              </a:xfrm>
              <a:custGeom>
                <a:avLst/>
                <a:gdLst>
                  <a:gd name="T0" fmla="*/ 0 w 5740"/>
                  <a:gd name="T1" fmla="*/ 30 h 30"/>
                  <a:gd name="T2" fmla="*/ 5740 w 5740"/>
                  <a:gd name="T3" fmla="*/ 30 h 30"/>
                  <a:gd name="T4" fmla="*/ 5740 w 5740"/>
                  <a:gd name="T5" fmla="*/ 0 h 30"/>
                  <a:gd name="T6" fmla="*/ 0 w 5740"/>
                  <a:gd name="T7" fmla="*/ 0 h 30"/>
                  <a:gd name="T8" fmla="*/ 0 w 5740"/>
                  <a:gd name="T9" fmla="*/ 30 h 30"/>
                  <a:gd name="T10" fmla="*/ 0 w 5740"/>
                  <a:gd name="T1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2" name="Freeform 10">
                <a:extLst>
                  <a:ext uri="{FF2B5EF4-FFF2-40B4-BE49-F238E27FC236}">
                    <a16:creationId xmlns:a16="http://schemas.microsoft.com/office/drawing/2014/main" id="{A6180E08-9FDD-F577-0E28-FCAB941FFD5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2859"/>
                <a:ext cx="5758" cy="36"/>
              </a:xfrm>
              <a:custGeom>
                <a:avLst/>
                <a:gdLst>
                  <a:gd name="T0" fmla="*/ 5740 w 5740"/>
                  <a:gd name="T1" fmla="*/ 0 h 36"/>
                  <a:gd name="T2" fmla="*/ 0 w 5740"/>
                  <a:gd name="T3" fmla="*/ 0 h 36"/>
                  <a:gd name="T4" fmla="*/ 0 w 5740"/>
                  <a:gd name="T5" fmla="*/ 36 h 36"/>
                  <a:gd name="T6" fmla="*/ 5740 w 5740"/>
                  <a:gd name="T7" fmla="*/ 36 h 36"/>
                  <a:gd name="T8" fmla="*/ 5740 w 5740"/>
                  <a:gd name="T9" fmla="*/ 0 h 36"/>
                  <a:gd name="T10" fmla="*/ 5740 w 5740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7843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3" name="Freeform 11">
                <a:extLst>
                  <a:ext uri="{FF2B5EF4-FFF2-40B4-BE49-F238E27FC236}">
                    <a16:creationId xmlns:a16="http://schemas.microsoft.com/office/drawing/2014/main" id="{CB5CAB62-8707-D011-11A1-9DEEC036221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2644"/>
                <a:ext cx="5758" cy="30"/>
              </a:xfrm>
              <a:custGeom>
                <a:avLst/>
                <a:gdLst>
                  <a:gd name="T0" fmla="*/ 5740 w 5740"/>
                  <a:gd name="T1" fmla="*/ 0 h 30"/>
                  <a:gd name="T2" fmla="*/ 0 w 5740"/>
                  <a:gd name="T3" fmla="*/ 0 h 30"/>
                  <a:gd name="T4" fmla="*/ 0 w 5740"/>
                  <a:gd name="T5" fmla="*/ 30 h 30"/>
                  <a:gd name="T6" fmla="*/ 5740 w 5740"/>
                  <a:gd name="T7" fmla="*/ 30 h 30"/>
                  <a:gd name="T8" fmla="*/ 5740 w 5740"/>
                  <a:gd name="T9" fmla="*/ 0 h 30"/>
                  <a:gd name="T10" fmla="*/ 5740 w 5740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7843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4" name="Freeform 12">
                <a:extLst>
                  <a:ext uri="{FF2B5EF4-FFF2-40B4-BE49-F238E27FC236}">
                    <a16:creationId xmlns:a16="http://schemas.microsoft.com/office/drawing/2014/main" id="{F9F49DF5-3BA2-A986-5FFC-DCC96583D6F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2433"/>
                <a:ext cx="5758" cy="36"/>
              </a:xfrm>
              <a:custGeom>
                <a:avLst/>
                <a:gdLst>
                  <a:gd name="T0" fmla="*/ 5740 w 5740"/>
                  <a:gd name="T1" fmla="*/ 0 h 36"/>
                  <a:gd name="T2" fmla="*/ 0 w 5740"/>
                  <a:gd name="T3" fmla="*/ 0 h 36"/>
                  <a:gd name="T4" fmla="*/ 0 w 5740"/>
                  <a:gd name="T5" fmla="*/ 36 h 36"/>
                  <a:gd name="T6" fmla="*/ 5740 w 5740"/>
                  <a:gd name="T7" fmla="*/ 36 h 36"/>
                  <a:gd name="T8" fmla="*/ 5740 w 5740"/>
                  <a:gd name="T9" fmla="*/ 0 h 36"/>
                  <a:gd name="T10" fmla="*/ 5740 w 5740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4706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5" name="Freeform 13">
                <a:extLst>
                  <a:ext uri="{FF2B5EF4-FFF2-40B4-BE49-F238E27FC236}">
                    <a16:creationId xmlns:a16="http://schemas.microsoft.com/office/drawing/2014/main" id="{872CF321-383D-C1A5-987A-84DBDAAC89A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2259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4706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6" name="Freeform 14">
                <a:extLst>
                  <a:ext uri="{FF2B5EF4-FFF2-40B4-BE49-F238E27FC236}">
                    <a16:creationId xmlns:a16="http://schemas.microsoft.com/office/drawing/2014/main" id="{C31735EF-6E31-D896-1C42-022B3C202AA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2090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7" name="Freeform 15">
                <a:extLst>
                  <a:ext uri="{FF2B5EF4-FFF2-40B4-BE49-F238E27FC236}">
                    <a16:creationId xmlns:a16="http://schemas.microsoft.com/office/drawing/2014/main" id="{1391B422-6E24-0546-101D-8900BE99AC7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928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8" name="Freeform 16">
                <a:extLst>
                  <a:ext uri="{FF2B5EF4-FFF2-40B4-BE49-F238E27FC236}">
                    <a16:creationId xmlns:a16="http://schemas.microsoft.com/office/drawing/2014/main" id="{0CDA10B0-137D-B3B1-C111-FDBCB7DBD25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645"/>
                <a:ext cx="5758" cy="12"/>
              </a:xfrm>
              <a:custGeom>
                <a:avLst/>
                <a:gdLst>
                  <a:gd name="T0" fmla="*/ 5740 w 5740"/>
                  <a:gd name="T1" fmla="*/ 0 h 12"/>
                  <a:gd name="T2" fmla="*/ 0 w 5740"/>
                  <a:gd name="T3" fmla="*/ 0 h 12"/>
                  <a:gd name="T4" fmla="*/ 0 w 5740"/>
                  <a:gd name="T5" fmla="*/ 12 h 12"/>
                  <a:gd name="T6" fmla="*/ 5740 w 5740"/>
                  <a:gd name="T7" fmla="*/ 12 h 12"/>
                  <a:gd name="T8" fmla="*/ 5740 w 5740"/>
                  <a:gd name="T9" fmla="*/ 0 h 12"/>
                  <a:gd name="T10" fmla="*/ 5740 w 5740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9" name="Freeform 17">
                <a:extLst>
                  <a:ext uri="{FF2B5EF4-FFF2-40B4-BE49-F238E27FC236}">
                    <a16:creationId xmlns:a16="http://schemas.microsoft.com/office/drawing/2014/main" id="{30CE81F1-765F-C408-6442-16E4E6D6BA3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778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0" name="Freeform 18">
                <a:extLst>
                  <a:ext uri="{FF2B5EF4-FFF2-40B4-BE49-F238E27FC236}">
                    <a16:creationId xmlns:a16="http://schemas.microsoft.com/office/drawing/2014/main" id="{CAECC9A5-8F64-8A7D-27F2-4FA4F36C6CC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520"/>
                <a:ext cx="5758" cy="12"/>
              </a:xfrm>
              <a:custGeom>
                <a:avLst/>
                <a:gdLst>
                  <a:gd name="T0" fmla="*/ 5740 w 5740"/>
                  <a:gd name="T1" fmla="*/ 0 h 12"/>
                  <a:gd name="T2" fmla="*/ 0 w 5740"/>
                  <a:gd name="T3" fmla="*/ 0 h 12"/>
                  <a:gd name="T4" fmla="*/ 0 w 5740"/>
                  <a:gd name="T5" fmla="*/ 12 h 12"/>
                  <a:gd name="T6" fmla="*/ 5740 w 5740"/>
                  <a:gd name="T7" fmla="*/ 12 h 12"/>
                  <a:gd name="T8" fmla="*/ 5740 w 5740"/>
                  <a:gd name="T9" fmla="*/ 0 h 12"/>
                  <a:gd name="T10" fmla="*/ 5740 w 5740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1" name="Freeform 19">
                <a:extLst>
                  <a:ext uri="{FF2B5EF4-FFF2-40B4-BE49-F238E27FC236}">
                    <a16:creationId xmlns:a16="http://schemas.microsoft.com/office/drawing/2014/main" id="{166A705D-B8AE-A8E6-12C0-1818F9D3563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394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2" name="Freeform 20">
                <a:extLst>
                  <a:ext uri="{FF2B5EF4-FFF2-40B4-BE49-F238E27FC236}">
                    <a16:creationId xmlns:a16="http://schemas.microsoft.com/office/drawing/2014/main" id="{134FDD54-384F-1FD5-B2FC-B1AF93E2D8A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280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3" name="Freeform 21">
                <a:extLst>
                  <a:ext uri="{FF2B5EF4-FFF2-40B4-BE49-F238E27FC236}">
                    <a16:creationId xmlns:a16="http://schemas.microsoft.com/office/drawing/2014/main" id="{60C07BDC-08A4-DD6B-06CE-A9685ABCEBC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177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4" name="Freeform 22">
                <a:extLst>
                  <a:ext uri="{FF2B5EF4-FFF2-40B4-BE49-F238E27FC236}">
                    <a16:creationId xmlns:a16="http://schemas.microsoft.com/office/drawing/2014/main" id="{DDF6C0A7-044B-3E56-1B8B-1CE2C4AC4CB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24"/>
                <a:ext cx="5758" cy="30"/>
              </a:xfrm>
              <a:custGeom>
                <a:avLst/>
                <a:gdLst>
                  <a:gd name="T0" fmla="*/ 5740 w 5740"/>
                  <a:gd name="T1" fmla="*/ 0 h 30"/>
                  <a:gd name="T2" fmla="*/ 0 w 5740"/>
                  <a:gd name="T3" fmla="*/ 0 h 30"/>
                  <a:gd name="T4" fmla="*/ 0 w 5740"/>
                  <a:gd name="T5" fmla="*/ 30 h 30"/>
                  <a:gd name="T6" fmla="*/ 5740 w 5740"/>
                  <a:gd name="T7" fmla="*/ 30 h 30"/>
                  <a:gd name="T8" fmla="*/ 5740 w 5740"/>
                  <a:gd name="T9" fmla="*/ 0 h 30"/>
                  <a:gd name="T10" fmla="*/ 5740 w 5740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5" name="Freeform 23">
                <a:extLst>
                  <a:ext uri="{FF2B5EF4-FFF2-40B4-BE49-F238E27FC236}">
                    <a16:creationId xmlns:a16="http://schemas.microsoft.com/office/drawing/2014/main" id="{E448229A-7B40-8E86-4F09-1A30C00DD02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86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6" name="Freeform 24">
                <a:extLst>
                  <a:ext uri="{FF2B5EF4-FFF2-40B4-BE49-F238E27FC236}">
                    <a16:creationId xmlns:a16="http://schemas.microsoft.com/office/drawing/2014/main" id="{86468D91-31F2-2070-B806-5DF6E723D12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475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7843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7" name="Freeform 25">
                <a:extLst>
                  <a:ext uri="{FF2B5EF4-FFF2-40B4-BE49-F238E27FC236}">
                    <a16:creationId xmlns:a16="http://schemas.microsoft.com/office/drawing/2014/main" id="{D3DBFAB5-0F7D-DE73-2258-C5A00184EAB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337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8" name="Freeform 26">
                <a:extLst>
                  <a:ext uri="{FF2B5EF4-FFF2-40B4-BE49-F238E27FC236}">
                    <a16:creationId xmlns:a16="http://schemas.microsoft.com/office/drawing/2014/main" id="{5AF327D5-1BDF-C20D-2C50-23F4ED41522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600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9" name="Freeform 27">
                <a:extLst>
                  <a:ext uri="{FF2B5EF4-FFF2-40B4-BE49-F238E27FC236}">
                    <a16:creationId xmlns:a16="http://schemas.microsoft.com/office/drawing/2014/main" id="{BD171E3A-A348-8A2F-F7E0-E27F1458D47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727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40" name="Freeform 28">
                <a:extLst>
                  <a:ext uri="{FF2B5EF4-FFF2-40B4-BE49-F238E27FC236}">
                    <a16:creationId xmlns:a16="http://schemas.microsoft.com/office/drawing/2014/main" id="{E278F60E-0F33-24D1-A55E-4B6085D68AA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841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41" name="Freeform 29">
                <a:extLst>
                  <a:ext uri="{FF2B5EF4-FFF2-40B4-BE49-F238E27FC236}">
                    <a16:creationId xmlns:a16="http://schemas.microsoft.com/office/drawing/2014/main" id="{8054E9C9-93A2-38EC-45BB-0DA023CF6A7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943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3342" name="Group 30">
                <a:extLst>
                  <a:ext uri="{FF2B5EF4-FFF2-40B4-BE49-F238E27FC236}">
                    <a16:creationId xmlns:a16="http://schemas.microsoft.com/office/drawing/2014/main" id="{368DE8C3-ADCA-B7C3-11BF-861F9A369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758" cy="1045"/>
                <a:chOff x="0" y="0"/>
                <a:chExt cx="5758" cy="1045"/>
              </a:xfrm>
            </p:grpSpPr>
            <p:sp>
              <p:nvSpPr>
                <p:cNvPr id="13343" name="Freeform 31">
                  <a:extLst>
                    <a:ext uri="{FF2B5EF4-FFF2-40B4-BE49-F238E27FC236}">
                      <a16:creationId xmlns:a16="http://schemas.microsoft.com/office/drawing/2014/main" id="{18E2657F-1E2D-D9E1-2B04-ED164FE29049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849" y="0"/>
                  <a:ext cx="42" cy="1045"/>
                </a:xfrm>
                <a:custGeom>
                  <a:avLst/>
                  <a:gdLst>
                    <a:gd name="T0" fmla="*/ 18 w 42"/>
                    <a:gd name="T1" fmla="*/ 1043 h 1043"/>
                    <a:gd name="T2" fmla="*/ 42 w 42"/>
                    <a:gd name="T3" fmla="*/ 1043 h 1043"/>
                    <a:gd name="T4" fmla="*/ 42 w 42"/>
                    <a:gd name="T5" fmla="*/ 0 h 1043"/>
                    <a:gd name="T6" fmla="*/ 0 w 42"/>
                    <a:gd name="T7" fmla="*/ 0 h 1043"/>
                    <a:gd name="T8" fmla="*/ 0 w 42"/>
                    <a:gd name="T9" fmla="*/ 1043 h 1043"/>
                    <a:gd name="T10" fmla="*/ 18 w 42"/>
                    <a:gd name="T11" fmla="*/ 1043 h 1043"/>
                    <a:gd name="T12" fmla="*/ 18 w 42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44" name="Freeform 32">
                  <a:extLst>
                    <a:ext uri="{FF2B5EF4-FFF2-40B4-BE49-F238E27FC236}">
                      <a16:creationId xmlns:a16="http://schemas.microsoft.com/office/drawing/2014/main" id="{70316756-526D-FBBA-58C4-0DC43979A4D9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400" y="0"/>
                  <a:ext cx="155" cy="1045"/>
                </a:xfrm>
                <a:custGeom>
                  <a:avLst/>
                  <a:gdLst>
                    <a:gd name="T0" fmla="*/ 131 w 155"/>
                    <a:gd name="T1" fmla="*/ 1043 h 1043"/>
                    <a:gd name="T2" fmla="*/ 155 w 155"/>
                    <a:gd name="T3" fmla="*/ 1043 h 1043"/>
                    <a:gd name="T4" fmla="*/ 42 w 155"/>
                    <a:gd name="T5" fmla="*/ 0 h 1043"/>
                    <a:gd name="T6" fmla="*/ 0 w 155"/>
                    <a:gd name="T7" fmla="*/ 0 h 1043"/>
                    <a:gd name="T8" fmla="*/ 113 w 155"/>
                    <a:gd name="T9" fmla="*/ 1043 h 1043"/>
                    <a:gd name="T10" fmla="*/ 131 w 155"/>
                    <a:gd name="T11" fmla="*/ 1043 h 1043"/>
                    <a:gd name="T12" fmla="*/ 131 w 155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55" h="1043">
                      <a:moveTo>
                        <a:pt x="131" y="1043"/>
                      </a:moveTo>
                      <a:lnTo>
                        <a:pt x="155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113" y="1043"/>
                      </a:lnTo>
                      <a:lnTo>
                        <a:pt x="131" y="1043"/>
                      </a:lnTo>
                      <a:lnTo>
                        <a:pt x="13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45" name="Freeform 33">
                  <a:extLst>
                    <a:ext uri="{FF2B5EF4-FFF2-40B4-BE49-F238E27FC236}">
                      <a16:creationId xmlns:a16="http://schemas.microsoft.com/office/drawing/2014/main" id="{F2FFF0F2-9A5A-AD4C-9BAC-9D033B4F02DD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967" y="0"/>
                  <a:ext cx="240" cy="1045"/>
                </a:xfrm>
                <a:custGeom>
                  <a:avLst/>
                  <a:gdLst>
                    <a:gd name="T0" fmla="*/ 221 w 239"/>
                    <a:gd name="T1" fmla="*/ 1043 h 1043"/>
                    <a:gd name="T2" fmla="*/ 239 w 239"/>
                    <a:gd name="T3" fmla="*/ 1043 h 1043"/>
                    <a:gd name="T4" fmla="*/ 36 w 239"/>
                    <a:gd name="T5" fmla="*/ 0 h 1043"/>
                    <a:gd name="T6" fmla="*/ 0 w 239"/>
                    <a:gd name="T7" fmla="*/ 0 h 1043"/>
                    <a:gd name="T8" fmla="*/ 203 w 239"/>
                    <a:gd name="T9" fmla="*/ 1043 h 1043"/>
                    <a:gd name="T10" fmla="*/ 221 w 239"/>
                    <a:gd name="T11" fmla="*/ 1043 h 1043"/>
                    <a:gd name="T12" fmla="*/ 221 w 23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39" h="1043">
                      <a:moveTo>
                        <a:pt x="221" y="1043"/>
                      </a:moveTo>
                      <a:lnTo>
                        <a:pt x="239" y="1043"/>
                      </a:lnTo>
                      <a:lnTo>
                        <a:pt x="36" y="0"/>
                      </a:lnTo>
                      <a:lnTo>
                        <a:pt x="0" y="0"/>
                      </a:lnTo>
                      <a:lnTo>
                        <a:pt x="203" y="1043"/>
                      </a:lnTo>
                      <a:lnTo>
                        <a:pt x="221" y="1043"/>
                      </a:lnTo>
                      <a:lnTo>
                        <a:pt x="22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46" name="Freeform 34">
                  <a:extLst>
                    <a:ext uri="{FF2B5EF4-FFF2-40B4-BE49-F238E27FC236}">
                      <a16:creationId xmlns:a16="http://schemas.microsoft.com/office/drawing/2014/main" id="{EBE7AADC-D5C3-5B21-6AAF-1817FD9C7034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554" y="0"/>
                  <a:ext cx="353" cy="1045"/>
                </a:xfrm>
                <a:custGeom>
                  <a:avLst/>
                  <a:gdLst>
                    <a:gd name="T0" fmla="*/ 334 w 352"/>
                    <a:gd name="T1" fmla="*/ 1043 h 1043"/>
                    <a:gd name="T2" fmla="*/ 352 w 352"/>
                    <a:gd name="T3" fmla="*/ 1043 h 1043"/>
                    <a:gd name="T4" fmla="*/ 41 w 352"/>
                    <a:gd name="T5" fmla="*/ 0 h 1043"/>
                    <a:gd name="T6" fmla="*/ 0 w 352"/>
                    <a:gd name="T7" fmla="*/ 0 h 1043"/>
                    <a:gd name="T8" fmla="*/ 311 w 352"/>
                    <a:gd name="T9" fmla="*/ 1043 h 1043"/>
                    <a:gd name="T10" fmla="*/ 334 w 352"/>
                    <a:gd name="T11" fmla="*/ 1043 h 1043"/>
                    <a:gd name="T12" fmla="*/ 334 w 352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2" h="1043">
                      <a:moveTo>
                        <a:pt x="334" y="1043"/>
                      </a:moveTo>
                      <a:lnTo>
                        <a:pt x="352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311" y="1043"/>
                      </a:lnTo>
                      <a:lnTo>
                        <a:pt x="334" y="1043"/>
                      </a:lnTo>
                      <a:lnTo>
                        <a:pt x="33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47" name="Freeform 35">
                  <a:extLst>
                    <a:ext uri="{FF2B5EF4-FFF2-40B4-BE49-F238E27FC236}">
                      <a16:creationId xmlns:a16="http://schemas.microsoft.com/office/drawing/2014/main" id="{20EE6BD4-642E-99CF-11A8-F302696B045F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134" y="0"/>
                  <a:ext cx="450" cy="1045"/>
                </a:xfrm>
                <a:custGeom>
                  <a:avLst/>
                  <a:gdLst>
                    <a:gd name="T0" fmla="*/ 425 w 449"/>
                    <a:gd name="T1" fmla="*/ 1043 h 1043"/>
                    <a:gd name="T2" fmla="*/ 449 w 449"/>
                    <a:gd name="T3" fmla="*/ 1043 h 1043"/>
                    <a:gd name="T4" fmla="*/ 42 w 449"/>
                    <a:gd name="T5" fmla="*/ 0 h 1043"/>
                    <a:gd name="T6" fmla="*/ 0 w 449"/>
                    <a:gd name="T7" fmla="*/ 0 h 1043"/>
                    <a:gd name="T8" fmla="*/ 407 w 449"/>
                    <a:gd name="T9" fmla="*/ 1043 h 1043"/>
                    <a:gd name="T10" fmla="*/ 425 w 449"/>
                    <a:gd name="T11" fmla="*/ 1043 h 1043"/>
                    <a:gd name="T12" fmla="*/ 425 w 44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9" h="1043">
                      <a:moveTo>
                        <a:pt x="425" y="1043"/>
                      </a:moveTo>
                      <a:lnTo>
                        <a:pt x="449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407" y="1043"/>
                      </a:lnTo>
                      <a:lnTo>
                        <a:pt x="425" y="1043"/>
                      </a:lnTo>
                      <a:lnTo>
                        <a:pt x="425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48" name="Freeform 36">
                  <a:extLst>
                    <a:ext uri="{FF2B5EF4-FFF2-40B4-BE49-F238E27FC236}">
                      <a16:creationId xmlns:a16="http://schemas.microsoft.com/office/drawing/2014/main" id="{09AFA285-9D19-29A6-AD04-4E9AAAE5CDCB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714" y="0"/>
                  <a:ext cx="540" cy="1045"/>
                </a:xfrm>
                <a:custGeom>
                  <a:avLst/>
                  <a:gdLst>
                    <a:gd name="T0" fmla="*/ 520 w 538"/>
                    <a:gd name="T1" fmla="*/ 1043 h 1043"/>
                    <a:gd name="T2" fmla="*/ 538 w 538"/>
                    <a:gd name="T3" fmla="*/ 1043 h 1043"/>
                    <a:gd name="T4" fmla="*/ 41 w 538"/>
                    <a:gd name="T5" fmla="*/ 0 h 1043"/>
                    <a:gd name="T6" fmla="*/ 0 w 538"/>
                    <a:gd name="T7" fmla="*/ 0 h 1043"/>
                    <a:gd name="T8" fmla="*/ 496 w 538"/>
                    <a:gd name="T9" fmla="*/ 1043 h 1043"/>
                    <a:gd name="T10" fmla="*/ 520 w 538"/>
                    <a:gd name="T11" fmla="*/ 1043 h 1043"/>
                    <a:gd name="T12" fmla="*/ 520 w 538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38" h="1043">
                      <a:moveTo>
                        <a:pt x="520" y="1043"/>
                      </a:moveTo>
                      <a:lnTo>
                        <a:pt x="538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496" y="1043"/>
                      </a:lnTo>
                      <a:lnTo>
                        <a:pt x="520" y="1043"/>
                      </a:lnTo>
                      <a:lnTo>
                        <a:pt x="520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49" name="Freeform 37">
                  <a:extLst>
                    <a:ext uri="{FF2B5EF4-FFF2-40B4-BE49-F238E27FC236}">
                      <a16:creationId xmlns:a16="http://schemas.microsoft.com/office/drawing/2014/main" id="{3318F5E5-FAA6-D01C-8205-A6860C18EFFA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06" y="0"/>
                  <a:ext cx="642" cy="1045"/>
                </a:xfrm>
                <a:custGeom>
                  <a:avLst/>
                  <a:gdLst>
                    <a:gd name="T0" fmla="*/ 622 w 640"/>
                    <a:gd name="T1" fmla="*/ 1043 h 1043"/>
                    <a:gd name="T2" fmla="*/ 640 w 640"/>
                    <a:gd name="T3" fmla="*/ 1043 h 1043"/>
                    <a:gd name="T4" fmla="*/ 48 w 640"/>
                    <a:gd name="T5" fmla="*/ 0 h 1043"/>
                    <a:gd name="T6" fmla="*/ 0 w 640"/>
                    <a:gd name="T7" fmla="*/ 0 h 1043"/>
                    <a:gd name="T8" fmla="*/ 598 w 640"/>
                    <a:gd name="T9" fmla="*/ 1043 h 1043"/>
                    <a:gd name="T10" fmla="*/ 622 w 640"/>
                    <a:gd name="T11" fmla="*/ 1043 h 1043"/>
                    <a:gd name="T12" fmla="*/ 622 w 640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0" h="1043">
                      <a:moveTo>
                        <a:pt x="622" y="1043"/>
                      </a:moveTo>
                      <a:lnTo>
                        <a:pt x="640" y="1043"/>
                      </a:lnTo>
                      <a:lnTo>
                        <a:pt x="48" y="0"/>
                      </a:lnTo>
                      <a:lnTo>
                        <a:pt x="0" y="0"/>
                      </a:lnTo>
                      <a:lnTo>
                        <a:pt x="598" y="1043"/>
                      </a:lnTo>
                      <a:lnTo>
                        <a:pt x="622" y="1043"/>
                      </a:lnTo>
                      <a:lnTo>
                        <a:pt x="622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50" name="Freeform 38">
                  <a:extLst>
                    <a:ext uri="{FF2B5EF4-FFF2-40B4-BE49-F238E27FC236}">
                      <a16:creationId xmlns:a16="http://schemas.microsoft.com/office/drawing/2014/main" id="{C4F403CE-1798-56AB-F05D-4D8E8F4084E6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0" y="108"/>
                  <a:ext cx="630" cy="937"/>
                </a:xfrm>
                <a:custGeom>
                  <a:avLst/>
                  <a:gdLst>
                    <a:gd name="T0" fmla="*/ 604 w 628"/>
                    <a:gd name="T1" fmla="*/ 935 h 935"/>
                    <a:gd name="T2" fmla="*/ 628 w 628"/>
                    <a:gd name="T3" fmla="*/ 935 h 935"/>
                    <a:gd name="T4" fmla="*/ 0 w 628"/>
                    <a:gd name="T5" fmla="*/ 0 h 935"/>
                    <a:gd name="T6" fmla="*/ 0 w 628"/>
                    <a:gd name="T7" fmla="*/ 66 h 935"/>
                    <a:gd name="T8" fmla="*/ 580 w 628"/>
                    <a:gd name="T9" fmla="*/ 935 h 935"/>
                    <a:gd name="T10" fmla="*/ 604 w 628"/>
                    <a:gd name="T11" fmla="*/ 935 h 935"/>
                    <a:gd name="T12" fmla="*/ 604 w 628"/>
                    <a:gd name="T13" fmla="*/ 935 h 9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28" h="935">
                      <a:moveTo>
                        <a:pt x="604" y="935"/>
                      </a:moveTo>
                      <a:lnTo>
                        <a:pt x="628" y="935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580" y="935"/>
                      </a:lnTo>
                      <a:lnTo>
                        <a:pt x="604" y="935"/>
                      </a:lnTo>
                      <a:lnTo>
                        <a:pt x="604" y="93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51" name="Freeform 39">
                  <a:extLst>
                    <a:ext uri="{FF2B5EF4-FFF2-40B4-BE49-F238E27FC236}">
                      <a16:creationId xmlns:a16="http://schemas.microsoft.com/office/drawing/2014/main" id="{6CC0D9C2-73A8-99F3-5824-2FEA29A7B3CD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191" y="0"/>
                  <a:ext cx="155" cy="1045"/>
                </a:xfrm>
                <a:custGeom>
                  <a:avLst/>
                  <a:gdLst>
                    <a:gd name="T0" fmla="*/ 18 w 155"/>
                    <a:gd name="T1" fmla="*/ 1043 h 1043"/>
                    <a:gd name="T2" fmla="*/ 42 w 155"/>
                    <a:gd name="T3" fmla="*/ 1043 h 1043"/>
                    <a:gd name="T4" fmla="*/ 155 w 155"/>
                    <a:gd name="T5" fmla="*/ 0 h 1043"/>
                    <a:gd name="T6" fmla="*/ 114 w 155"/>
                    <a:gd name="T7" fmla="*/ 0 h 1043"/>
                    <a:gd name="T8" fmla="*/ 0 w 155"/>
                    <a:gd name="T9" fmla="*/ 1043 h 1043"/>
                    <a:gd name="T10" fmla="*/ 18 w 155"/>
                    <a:gd name="T11" fmla="*/ 1043 h 1043"/>
                    <a:gd name="T12" fmla="*/ 18 w 155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55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155" y="0"/>
                      </a:lnTo>
                      <a:lnTo>
                        <a:pt x="114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52" name="Freeform 40">
                  <a:extLst>
                    <a:ext uri="{FF2B5EF4-FFF2-40B4-BE49-F238E27FC236}">
                      <a16:creationId xmlns:a16="http://schemas.microsoft.com/office/drawing/2014/main" id="{B8F6C7A8-0827-D96C-F7A9-92868D5E9486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533" y="0"/>
                  <a:ext cx="240" cy="1045"/>
                </a:xfrm>
                <a:custGeom>
                  <a:avLst/>
                  <a:gdLst>
                    <a:gd name="T0" fmla="*/ 18 w 239"/>
                    <a:gd name="T1" fmla="*/ 1043 h 1043"/>
                    <a:gd name="T2" fmla="*/ 36 w 239"/>
                    <a:gd name="T3" fmla="*/ 1043 h 1043"/>
                    <a:gd name="T4" fmla="*/ 239 w 239"/>
                    <a:gd name="T5" fmla="*/ 0 h 1043"/>
                    <a:gd name="T6" fmla="*/ 203 w 239"/>
                    <a:gd name="T7" fmla="*/ 0 h 1043"/>
                    <a:gd name="T8" fmla="*/ 0 w 239"/>
                    <a:gd name="T9" fmla="*/ 1043 h 1043"/>
                    <a:gd name="T10" fmla="*/ 18 w 239"/>
                    <a:gd name="T11" fmla="*/ 1043 h 1043"/>
                    <a:gd name="T12" fmla="*/ 18 w 23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39" h="1043">
                      <a:moveTo>
                        <a:pt x="18" y="1043"/>
                      </a:moveTo>
                      <a:lnTo>
                        <a:pt x="36" y="1043"/>
                      </a:lnTo>
                      <a:lnTo>
                        <a:pt x="239" y="0"/>
                      </a:lnTo>
                      <a:lnTo>
                        <a:pt x="203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53" name="Freeform 41">
                  <a:extLst>
                    <a:ext uri="{FF2B5EF4-FFF2-40B4-BE49-F238E27FC236}">
                      <a16:creationId xmlns:a16="http://schemas.microsoft.com/office/drawing/2014/main" id="{7017BF51-3DB2-82DD-B902-D77B0E03A767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821" y="0"/>
                  <a:ext cx="359" cy="1045"/>
                </a:xfrm>
                <a:custGeom>
                  <a:avLst/>
                  <a:gdLst>
                    <a:gd name="T0" fmla="*/ 24 w 358"/>
                    <a:gd name="T1" fmla="*/ 1043 h 1043"/>
                    <a:gd name="T2" fmla="*/ 42 w 358"/>
                    <a:gd name="T3" fmla="*/ 1043 h 1043"/>
                    <a:gd name="T4" fmla="*/ 358 w 358"/>
                    <a:gd name="T5" fmla="*/ 0 h 1043"/>
                    <a:gd name="T6" fmla="*/ 317 w 358"/>
                    <a:gd name="T7" fmla="*/ 0 h 1043"/>
                    <a:gd name="T8" fmla="*/ 0 w 358"/>
                    <a:gd name="T9" fmla="*/ 1043 h 1043"/>
                    <a:gd name="T10" fmla="*/ 24 w 358"/>
                    <a:gd name="T11" fmla="*/ 1043 h 1043"/>
                    <a:gd name="T12" fmla="*/ 24 w 358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8" h="1043">
                      <a:moveTo>
                        <a:pt x="24" y="1043"/>
                      </a:moveTo>
                      <a:lnTo>
                        <a:pt x="42" y="1043"/>
                      </a:lnTo>
                      <a:lnTo>
                        <a:pt x="358" y="0"/>
                      </a:lnTo>
                      <a:lnTo>
                        <a:pt x="317" y="0"/>
                      </a:lnTo>
                      <a:lnTo>
                        <a:pt x="0" y="1043"/>
                      </a:lnTo>
                      <a:lnTo>
                        <a:pt x="24" y="1043"/>
                      </a:lnTo>
                      <a:lnTo>
                        <a:pt x="2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54" name="Freeform 42">
                  <a:extLst>
                    <a:ext uri="{FF2B5EF4-FFF2-40B4-BE49-F238E27FC236}">
                      <a16:creationId xmlns:a16="http://schemas.microsoft.com/office/drawing/2014/main" id="{4F5B3C70-8298-7348-5905-7AEB4B6C0135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139" y="0"/>
                  <a:ext cx="449" cy="1045"/>
                </a:xfrm>
                <a:custGeom>
                  <a:avLst/>
                  <a:gdLst>
                    <a:gd name="T0" fmla="*/ 18 w 448"/>
                    <a:gd name="T1" fmla="*/ 1043 h 1043"/>
                    <a:gd name="T2" fmla="*/ 41 w 448"/>
                    <a:gd name="T3" fmla="*/ 1043 h 1043"/>
                    <a:gd name="T4" fmla="*/ 448 w 448"/>
                    <a:gd name="T5" fmla="*/ 0 h 1043"/>
                    <a:gd name="T6" fmla="*/ 406 w 448"/>
                    <a:gd name="T7" fmla="*/ 0 h 1043"/>
                    <a:gd name="T8" fmla="*/ 0 w 448"/>
                    <a:gd name="T9" fmla="*/ 1043 h 1043"/>
                    <a:gd name="T10" fmla="*/ 18 w 448"/>
                    <a:gd name="T11" fmla="*/ 1043 h 1043"/>
                    <a:gd name="T12" fmla="*/ 18 w 448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8" h="1043">
                      <a:moveTo>
                        <a:pt x="18" y="1043"/>
                      </a:moveTo>
                      <a:lnTo>
                        <a:pt x="41" y="1043"/>
                      </a:lnTo>
                      <a:lnTo>
                        <a:pt x="448" y="0"/>
                      </a:lnTo>
                      <a:lnTo>
                        <a:pt x="406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55" name="Freeform 43">
                  <a:extLst>
                    <a:ext uri="{FF2B5EF4-FFF2-40B4-BE49-F238E27FC236}">
                      <a16:creationId xmlns:a16="http://schemas.microsoft.com/office/drawing/2014/main" id="{85635B47-763C-172C-E2BA-56A9713AEA98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480" y="0"/>
                  <a:ext cx="541" cy="1045"/>
                </a:xfrm>
                <a:custGeom>
                  <a:avLst/>
                  <a:gdLst>
                    <a:gd name="T0" fmla="*/ 18 w 539"/>
                    <a:gd name="T1" fmla="*/ 1043 h 1043"/>
                    <a:gd name="T2" fmla="*/ 42 w 539"/>
                    <a:gd name="T3" fmla="*/ 1043 h 1043"/>
                    <a:gd name="T4" fmla="*/ 539 w 539"/>
                    <a:gd name="T5" fmla="*/ 0 h 1043"/>
                    <a:gd name="T6" fmla="*/ 497 w 539"/>
                    <a:gd name="T7" fmla="*/ 0 h 1043"/>
                    <a:gd name="T8" fmla="*/ 0 w 539"/>
                    <a:gd name="T9" fmla="*/ 1043 h 1043"/>
                    <a:gd name="T10" fmla="*/ 18 w 539"/>
                    <a:gd name="T11" fmla="*/ 1043 h 1043"/>
                    <a:gd name="T12" fmla="*/ 18 w 53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39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539" y="0"/>
                      </a:lnTo>
                      <a:lnTo>
                        <a:pt x="497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56" name="Freeform 44">
                  <a:extLst>
                    <a:ext uri="{FF2B5EF4-FFF2-40B4-BE49-F238E27FC236}">
                      <a16:creationId xmlns:a16="http://schemas.microsoft.com/office/drawing/2014/main" id="{3B532B24-53F3-E9E8-B6AA-822A6E54FB70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768" y="0"/>
                  <a:ext cx="642" cy="1045"/>
                </a:xfrm>
                <a:custGeom>
                  <a:avLst/>
                  <a:gdLst>
                    <a:gd name="T0" fmla="*/ 18 w 640"/>
                    <a:gd name="T1" fmla="*/ 1043 h 1043"/>
                    <a:gd name="T2" fmla="*/ 42 w 640"/>
                    <a:gd name="T3" fmla="*/ 1043 h 1043"/>
                    <a:gd name="T4" fmla="*/ 640 w 640"/>
                    <a:gd name="T5" fmla="*/ 0 h 1043"/>
                    <a:gd name="T6" fmla="*/ 592 w 640"/>
                    <a:gd name="T7" fmla="*/ 0 h 1043"/>
                    <a:gd name="T8" fmla="*/ 0 w 640"/>
                    <a:gd name="T9" fmla="*/ 1043 h 1043"/>
                    <a:gd name="T10" fmla="*/ 18 w 640"/>
                    <a:gd name="T11" fmla="*/ 1043 h 1043"/>
                    <a:gd name="T12" fmla="*/ 18 w 640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0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640" y="0"/>
                      </a:lnTo>
                      <a:lnTo>
                        <a:pt x="592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57" name="Freeform 45">
                  <a:extLst>
                    <a:ext uri="{FF2B5EF4-FFF2-40B4-BE49-F238E27FC236}">
                      <a16:creationId xmlns:a16="http://schemas.microsoft.com/office/drawing/2014/main" id="{BF201202-AD95-2F47-CD63-6D4F647AD04C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5086" y="48"/>
                  <a:ext cx="672" cy="997"/>
                </a:xfrm>
                <a:custGeom>
                  <a:avLst/>
                  <a:gdLst>
                    <a:gd name="T0" fmla="*/ 24 w 670"/>
                    <a:gd name="T1" fmla="*/ 995 h 995"/>
                    <a:gd name="T2" fmla="*/ 48 w 670"/>
                    <a:gd name="T3" fmla="*/ 995 h 995"/>
                    <a:gd name="T4" fmla="*/ 670 w 670"/>
                    <a:gd name="T5" fmla="*/ 72 h 995"/>
                    <a:gd name="T6" fmla="*/ 670 w 670"/>
                    <a:gd name="T7" fmla="*/ 0 h 995"/>
                    <a:gd name="T8" fmla="*/ 0 w 670"/>
                    <a:gd name="T9" fmla="*/ 995 h 995"/>
                    <a:gd name="T10" fmla="*/ 24 w 670"/>
                    <a:gd name="T11" fmla="*/ 995 h 995"/>
                    <a:gd name="T12" fmla="*/ 24 w 670"/>
                    <a:gd name="T13" fmla="*/ 995 h 9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70" h="995">
                      <a:moveTo>
                        <a:pt x="24" y="995"/>
                      </a:moveTo>
                      <a:lnTo>
                        <a:pt x="48" y="995"/>
                      </a:lnTo>
                      <a:lnTo>
                        <a:pt x="670" y="72"/>
                      </a:lnTo>
                      <a:lnTo>
                        <a:pt x="670" y="0"/>
                      </a:lnTo>
                      <a:lnTo>
                        <a:pt x="0" y="995"/>
                      </a:lnTo>
                      <a:lnTo>
                        <a:pt x="24" y="995"/>
                      </a:lnTo>
                      <a:lnTo>
                        <a:pt x="24" y="99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3358" name="Group 46">
                <a:extLst>
                  <a:ext uri="{FF2B5EF4-FFF2-40B4-BE49-F238E27FC236}">
                    <a16:creationId xmlns:a16="http://schemas.microsoft.com/office/drawing/2014/main" id="{23C485FD-6D82-1F9B-BE6A-B70DE109E3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58"/>
                <a:ext cx="5758" cy="487"/>
                <a:chOff x="0" y="558"/>
                <a:chExt cx="5758" cy="487"/>
              </a:xfrm>
            </p:grpSpPr>
            <p:sp>
              <p:nvSpPr>
                <p:cNvPr id="13359" name="Freeform 47">
                  <a:extLst>
                    <a:ext uri="{FF2B5EF4-FFF2-40B4-BE49-F238E27FC236}">
                      <a16:creationId xmlns:a16="http://schemas.microsoft.com/office/drawing/2014/main" id="{8AA50434-3B79-F967-A06E-CEA659B7748F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0" y="618"/>
                  <a:ext cx="306" cy="427"/>
                </a:xfrm>
                <a:custGeom>
                  <a:avLst/>
                  <a:gdLst>
                    <a:gd name="T0" fmla="*/ 281 w 305"/>
                    <a:gd name="T1" fmla="*/ 426 h 426"/>
                    <a:gd name="T2" fmla="*/ 305 w 305"/>
                    <a:gd name="T3" fmla="*/ 426 h 426"/>
                    <a:gd name="T4" fmla="*/ 0 w 305"/>
                    <a:gd name="T5" fmla="*/ 0 h 426"/>
                    <a:gd name="T6" fmla="*/ 0 w 305"/>
                    <a:gd name="T7" fmla="*/ 66 h 426"/>
                    <a:gd name="T8" fmla="*/ 251 w 305"/>
                    <a:gd name="T9" fmla="*/ 426 h 426"/>
                    <a:gd name="T10" fmla="*/ 281 w 305"/>
                    <a:gd name="T11" fmla="*/ 426 h 426"/>
                    <a:gd name="T12" fmla="*/ 281 w 305"/>
                    <a:gd name="T13" fmla="*/ 426 h 4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5" h="426">
                      <a:moveTo>
                        <a:pt x="281" y="426"/>
                      </a:moveTo>
                      <a:lnTo>
                        <a:pt x="305" y="426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251" y="426"/>
                      </a:lnTo>
                      <a:lnTo>
                        <a:pt x="281" y="426"/>
                      </a:lnTo>
                      <a:lnTo>
                        <a:pt x="281" y="42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60" name="Freeform 48">
                  <a:extLst>
                    <a:ext uri="{FF2B5EF4-FFF2-40B4-BE49-F238E27FC236}">
                      <a16:creationId xmlns:a16="http://schemas.microsoft.com/office/drawing/2014/main" id="{98938F5E-153A-B910-3EB2-4B892C2ABAFA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5410" y="558"/>
                  <a:ext cx="348" cy="487"/>
                </a:xfrm>
                <a:custGeom>
                  <a:avLst/>
                  <a:gdLst>
                    <a:gd name="T0" fmla="*/ 24 w 347"/>
                    <a:gd name="T1" fmla="*/ 486 h 486"/>
                    <a:gd name="T2" fmla="*/ 48 w 347"/>
                    <a:gd name="T3" fmla="*/ 486 h 486"/>
                    <a:gd name="T4" fmla="*/ 347 w 347"/>
                    <a:gd name="T5" fmla="*/ 72 h 486"/>
                    <a:gd name="T6" fmla="*/ 347 w 347"/>
                    <a:gd name="T7" fmla="*/ 0 h 486"/>
                    <a:gd name="T8" fmla="*/ 0 w 347"/>
                    <a:gd name="T9" fmla="*/ 486 h 486"/>
                    <a:gd name="T10" fmla="*/ 24 w 347"/>
                    <a:gd name="T11" fmla="*/ 486 h 486"/>
                    <a:gd name="T12" fmla="*/ 24 w 347"/>
                    <a:gd name="T13" fmla="*/ 486 h 4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7" h="486">
                      <a:moveTo>
                        <a:pt x="24" y="486"/>
                      </a:moveTo>
                      <a:lnTo>
                        <a:pt x="48" y="486"/>
                      </a:lnTo>
                      <a:lnTo>
                        <a:pt x="347" y="72"/>
                      </a:lnTo>
                      <a:lnTo>
                        <a:pt x="347" y="0"/>
                      </a:lnTo>
                      <a:lnTo>
                        <a:pt x="0" y="486"/>
                      </a:lnTo>
                      <a:lnTo>
                        <a:pt x="24" y="486"/>
                      </a:lnTo>
                      <a:lnTo>
                        <a:pt x="24" y="48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3361" name="Group 49">
                <a:extLst>
                  <a:ext uri="{FF2B5EF4-FFF2-40B4-BE49-F238E27FC236}">
                    <a16:creationId xmlns:a16="http://schemas.microsoft.com/office/drawing/2014/main" id="{E8969D1C-1ED2-D25C-C9C1-F7479EC21A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4" y="1039"/>
                <a:ext cx="5200" cy="3280"/>
                <a:chOff x="264" y="1039"/>
                <a:chExt cx="5200" cy="3280"/>
              </a:xfrm>
            </p:grpSpPr>
            <p:sp>
              <p:nvSpPr>
                <p:cNvPr id="13362" name="Freeform 50">
                  <a:extLst>
                    <a:ext uri="{FF2B5EF4-FFF2-40B4-BE49-F238E27FC236}">
                      <a16:creationId xmlns:a16="http://schemas.microsoft.com/office/drawing/2014/main" id="{CDB34E50-6659-8DFD-02BF-2AFCAA889CA7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849" y="1039"/>
                  <a:ext cx="42" cy="3280"/>
                </a:xfrm>
                <a:custGeom>
                  <a:avLst/>
                  <a:gdLst>
                    <a:gd name="T0" fmla="*/ 18 w 42"/>
                    <a:gd name="T1" fmla="*/ 0 h 3273"/>
                    <a:gd name="T2" fmla="*/ 0 w 42"/>
                    <a:gd name="T3" fmla="*/ 0 h 3273"/>
                    <a:gd name="T4" fmla="*/ 0 w 42"/>
                    <a:gd name="T5" fmla="*/ 3273 h 3273"/>
                    <a:gd name="T6" fmla="*/ 42 w 42"/>
                    <a:gd name="T7" fmla="*/ 3273 h 3273"/>
                    <a:gd name="T8" fmla="*/ 42 w 42"/>
                    <a:gd name="T9" fmla="*/ 0 h 3273"/>
                    <a:gd name="T10" fmla="*/ 18 w 42"/>
                    <a:gd name="T11" fmla="*/ 0 h 3273"/>
                    <a:gd name="T12" fmla="*/ 18 w 42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63" name="Freeform 51">
                  <a:extLst>
                    <a:ext uri="{FF2B5EF4-FFF2-40B4-BE49-F238E27FC236}">
                      <a16:creationId xmlns:a16="http://schemas.microsoft.com/office/drawing/2014/main" id="{16DF41DC-8E74-6E93-28E5-D66441EFB9EB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154" y="1039"/>
                  <a:ext cx="401" cy="3280"/>
                </a:xfrm>
                <a:custGeom>
                  <a:avLst/>
                  <a:gdLst>
                    <a:gd name="T0" fmla="*/ 376 w 400"/>
                    <a:gd name="T1" fmla="*/ 0 h 3273"/>
                    <a:gd name="T2" fmla="*/ 358 w 400"/>
                    <a:gd name="T3" fmla="*/ 0 h 3273"/>
                    <a:gd name="T4" fmla="*/ 0 w 400"/>
                    <a:gd name="T5" fmla="*/ 3273 h 3273"/>
                    <a:gd name="T6" fmla="*/ 41 w 400"/>
                    <a:gd name="T7" fmla="*/ 3273 h 3273"/>
                    <a:gd name="T8" fmla="*/ 400 w 400"/>
                    <a:gd name="T9" fmla="*/ 0 h 3273"/>
                    <a:gd name="T10" fmla="*/ 376 w 400"/>
                    <a:gd name="T11" fmla="*/ 0 h 3273"/>
                    <a:gd name="T12" fmla="*/ 376 w 400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0" h="3273">
                      <a:moveTo>
                        <a:pt x="376" y="0"/>
                      </a:moveTo>
                      <a:lnTo>
                        <a:pt x="358" y="0"/>
                      </a:lnTo>
                      <a:lnTo>
                        <a:pt x="0" y="3273"/>
                      </a:lnTo>
                      <a:lnTo>
                        <a:pt x="41" y="3273"/>
                      </a:lnTo>
                      <a:lnTo>
                        <a:pt x="400" y="0"/>
                      </a:lnTo>
                      <a:lnTo>
                        <a:pt x="376" y="0"/>
                      </a:lnTo>
                      <a:lnTo>
                        <a:pt x="37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64" name="Freeform 52">
                  <a:extLst>
                    <a:ext uri="{FF2B5EF4-FFF2-40B4-BE49-F238E27FC236}">
                      <a16:creationId xmlns:a16="http://schemas.microsoft.com/office/drawing/2014/main" id="{2EDC08AA-6B91-3893-FE5C-0FF0F3089451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530" y="1039"/>
                  <a:ext cx="677" cy="3280"/>
                </a:xfrm>
                <a:custGeom>
                  <a:avLst/>
                  <a:gdLst>
                    <a:gd name="T0" fmla="*/ 657 w 675"/>
                    <a:gd name="T1" fmla="*/ 0 h 3273"/>
                    <a:gd name="T2" fmla="*/ 639 w 675"/>
                    <a:gd name="T3" fmla="*/ 0 h 3273"/>
                    <a:gd name="T4" fmla="*/ 0 w 675"/>
                    <a:gd name="T5" fmla="*/ 3273 h 3273"/>
                    <a:gd name="T6" fmla="*/ 42 w 675"/>
                    <a:gd name="T7" fmla="*/ 3273 h 3273"/>
                    <a:gd name="T8" fmla="*/ 675 w 675"/>
                    <a:gd name="T9" fmla="*/ 0 h 3273"/>
                    <a:gd name="T10" fmla="*/ 657 w 675"/>
                    <a:gd name="T11" fmla="*/ 0 h 3273"/>
                    <a:gd name="T12" fmla="*/ 657 w 675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75" h="3273">
                      <a:moveTo>
                        <a:pt x="657" y="0"/>
                      </a:moveTo>
                      <a:lnTo>
                        <a:pt x="639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675" y="0"/>
                      </a:lnTo>
                      <a:lnTo>
                        <a:pt x="657" y="0"/>
                      </a:lnTo>
                      <a:lnTo>
                        <a:pt x="65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65" name="Freeform 53">
                  <a:extLst>
                    <a:ext uri="{FF2B5EF4-FFF2-40B4-BE49-F238E27FC236}">
                      <a16:creationId xmlns:a16="http://schemas.microsoft.com/office/drawing/2014/main" id="{AB04122A-7667-7645-BD45-904A8C68BF78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876" y="1039"/>
                  <a:ext cx="1031" cy="3280"/>
                </a:xfrm>
                <a:custGeom>
                  <a:avLst/>
                  <a:gdLst>
                    <a:gd name="T0" fmla="*/ 1013 w 1031"/>
                    <a:gd name="T1" fmla="*/ 0 h 3280"/>
                    <a:gd name="T2" fmla="*/ 990 w 1031"/>
                    <a:gd name="T3" fmla="*/ 0 h 3280"/>
                    <a:gd name="T4" fmla="*/ 0 w 1031"/>
                    <a:gd name="T5" fmla="*/ 3280 h 3280"/>
                    <a:gd name="T6" fmla="*/ 42 w 1031"/>
                    <a:gd name="T7" fmla="*/ 3280 h 3280"/>
                    <a:gd name="T8" fmla="*/ 1031 w 1031"/>
                    <a:gd name="T9" fmla="*/ 4 h 3280"/>
                    <a:gd name="T10" fmla="*/ 1013 w 1031"/>
                    <a:gd name="T11" fmla="*/ 0 h 3280"/>
                    <a:gd name="T12" fmla="*/ 1013 w 1031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31" h="3280">
                      <a:moveTo>
                        <a:pt x="1013" y="0"/>
                      </a:moveTo>
                      <a:lnTo>
                        <a:pt x="990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031" y="4"/>
                      </a:lnTo>
                      <a:lnTo>
                        <a:pt x="1013" y="0"/>
                      </a:lnTo>
                      <a:lnTo>
                        <a:pt x="101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66" name="Freeform 54">
                  <a:extLst>
                    <a:ext uri="{FF2B5EF4-FFF2-40B4-BE49-F238E27FC236}">
                      <a16:creationId xmlns:a16="http://schemas.microsoft.com/office/drawing/2014/main" id="{6EA23E5E-ADE2-E4D1-D600-30BAA8F282B2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64" y="1039"/>
                  <a:ext cx="1319" cy="3280"/>
                </a:xfrm>
                <a:custGeom>
                  <a:avLst/>
                  <a:gdLst>
                    <a:gd name="T0" fmla="*/ 1296 w 1319"/>
                    <a:gd name="T1" fmla="*/ 0 h 3280"/>
                    <a:gd name="T2" fmla="*/ 1278 w 1319"/>
                    <a:gd name="T3" fmla="*/ 0 h 3280"/>
                    <a:gd name="T4" fmla="*/ 0 w 1319"/>
                    <a:gd name="T5" fmla="*/ 3280 h 3280"/>
                    <a:gd name="T6" fmla="*/ 42 w 1319"/>
                    <a:gd name="T7" fmla="*/ 3280 h 3280"/>
                    <a:gd name="T8" fmla="*/ 1319 w 1319"/>
                    <a:gd name="T9" fmla="*/ 5 h 3280"/>
                    <a:gd name="T10" fmla="*/ 1296 w 1319"/>
                    <a:gd name="T11" fmla="*/ 0 h 3280"/>
                    <a:gd name="T12" fmla="*/ 1296 w 1319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319" h="3280">
                      <a:moveTo>
                        <a:pt x="1296" y="0"/>
                      </a:moveTo>
                      <a:lnTo>
                        <a:pt x="1278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319" y="5"/>
                      </a:lnTo>
                      <a:lnTo>
                        <a:pt x="1296" y="0"/>
                      </a:lnTo>
                      <a:lnTo>
                        <a:pt x="129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67" name="Freeform 55">
                  <a:extLst>
                    <a:ext uri="{FF2B5EF4-FFF2-40B4-BE49-F238E27FC236}">
                      <a16:creationId xmlns:a16="http://schemas.microsoft.com/office/drawing/2014/main" id="{320F57A6-B10A-6CCE-7828-502ED98859C7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191" y="1039"/>
                  <a:ext cx="402" cy="3280"/>
                </a:xfrm>
                <a:custGeom>
                  <a:avLst/>
                  <a:gdLst>
                    <a:gd name="T0" fmla="*/ 18 w 401"/>
                    <a:gd name="T1" fmla="*/ 0 h 3273"/>
                    <a:gd name="T2" fmla="*/ 0 w 401"/>
                    <a:gd name="T3" fmla="*/ 0 h 3273"/>
                    <a:gd name="T4" fmla="*/ 359 w 401"/>
                    <a:gd name="T5" fmla="*/ 3273 h 3273"/>
                    <a:gd name="T6" fmla="*/ 401 w 401"/>
                    <a:gd name="T7" fmla="*/ 3273 h 3273"/>
                    <a:gd name="T8" fmla="*/ 42 w 401"/>
                    <a:gd name="T9" fmla="*/ 0 h 3273"/>
                    <a:gd name="T10" fmla="*/ 18 w 401"/>
                    <a:gd name="T11" fmla="*/ 0 h 3273"/>
                    <a:gd name="T12" fmla="*/ 18 w 401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1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359" y="3273"/>
                      </a:lnTo>
                      <a:lnTo>
                        <a:pt x="401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68" name="Freeform 56">
                  <a:extLst>
                    <a:ext uri="{FF2B5EF4-FFF2-40B4-BE49-F238E27FC236}">
                      <a16:creationId xmlns:a16="http://schemas.microsoft.com/office/drawing/2014/main" id="{999B9601-0238-FF8A-F41A-6F4CA61D6480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533" y="1039"/>
                  <a:ext cx="677" cy="3280"/>
                </a:xfrm>
                <a:custGeom>
                  <a:avLst/>
                  <a:gdLst>
                    <a:gd name="T0" fmla="*/ 18 w 675"/>
                    <a:gd name="T1" fmla="*/ 0 h 3273"/>
                    <a:gd name="T2" fmla="*/ 0 w 675"/>
                    <a:gd name="T3" fmla="*/ 0 h 3273"/>
                    <a:gd name="T4" fmla="*/ 640 w 675"/>
                    <a:gd name="T5" fmla="*/ 3273 h 3273"/>
                    <a:gd name="T6" fmla="*/ 675 w 675"/>
                    <a:gd name="T7" fmla="*/ 3273 h 3273"/>
                    <a:gd name="T8" fmla="*/ 36 w 675"/>
                    <a:gd name="T9" fmla="*/ 0 h 3273"/>
                    <a:gd name="T10" fmla="*/ 18 w 675"/>
                    <a:gd name="T11" fmla="*/ 0 h 3273"/>
                    <a:gd name="T12" fmla="*/ 18 w 675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75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640" y="3273"/>
                      </a:lnTo>
                      <a:lnTo>
                        <a:pt x="675" y="3273"/>
                      </a:lnTo>
                      <a:lnTo>
                        <a:pt x="36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69" name="Freeform 57">
                  <a:extLst>
                    <a:ext uri="{FF2B5EF4-FFF2-40B4-BE49-F238E27FC236}">
                      <a16:creationId xmlns:a16="http://schemas.microsoft.com/office/drawing/2014/main" id="{BE953072-5A2A-2440-F021-91149ED0193A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822" y="1039"/>
                  <a:ext cx="1036" cy="3280"/>
                </a:xfrm>
                <a:custGeom>
                  <a:avLst/>
                  <a:gdLst>
                    <a:gd name="T0" fmla="*/ 23 w 1036"/>
                    <a:gd name="T1" fmla="*/ 0 h 3280"/>
                    <a:gd name="T2" fmla="*/ 0 w 1036"/>
                    <a:gd name="T3" fmla="*/ 5 h 3280"/>
                    <a:gd name="T4" fmla="*/ 994 w 1036"/>
                    <a:gd name="T5" fmla="*/ 3280 h 3280"/>
                    <a:gd name="T6" fmla="*/ 1036 w 1036"/>
                    <a:gd name="T7" fmla="*/ 3280 h 3280"/>
                    <a:gd name="T8" fmla="*/ 41 w 1036"/>
                    <a:gd name="T9" fmla="*/ 0 h 3280"/>
                    <a:gd name="T10" fmla="*/ 23 w 1036"/>
                    <a:gd name="T11" fmla="*/ 0 h 3280"/>
                    <a:gd name="T12" fmla="*/ 23 w 1036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36" h="3280">
                      <a:moveTo>
                        <a:pt x="23" y="0"/>
                      </a:moveTo>
                      <a:lnTo>
                        <a:pt x="0" y="5"/>
                      </a:lnTo>
                      <a:lnTo>
                        <a:pt x="994" y="3280"/>
                      </a:lnTo>
                      <a:lnTo>
                        <a:pt x="1036" y="3280"/>
                      </a:lnTo>
                      <a:lnTo>
                        <a:pt x="41" y="0"/>
                      </a:lnTo>
                      <a:lnTo>
                        <a:pt x="23" y="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370" name="Freeform 58">
                  <a:extLst>
                    <a:ext uri="{FF2B5EF4-FFF2-40B4-BE49-F238E27FC236}">
                      <a16:creationId xmlns:a16="http://schemas.microsoft.com/office/drawing/2014/main" id="{86A81E2F-0799-559E-8B7D-3DDCF771B966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137" y="1039"/>
                  <a:ext cx="1327" cy="3280"/>
                </a:xfrm>
                <a:custGeom>
                  <a:avLst/>
                  <a:gdLst>
                    <a:gd name="T0" fmla="*/ 20 w 1327"/>
                    <a:gd name="T1" fmla="*/ 0 h 3280"/>
                    <a:gd name="T2" fmla="*/ 0 w 1327"/>
                    <a:gd name="T3" fmla="*/ 7 h 3280"/>
                    <a:gd name="T4" fmla="*/ 1285 w 1327"/>
                    <a:gd name="T5" fmla="*/ 3280 h 3280"/>
                    <a:gd name="T6" fmla="*/ 1327 w 1327"/>
                    <a:gd name="T7" fmla="*/ 3280 h 3280"/>
                    <a:gd name="T8" fmla="*/ 43 w 1327"/>
                    <a:gd name="T9" fmla="*/ 0 h 3280"/>
                    <a:gd name="T10" fmla="*/ 20 w 1327"/>
                    <a:gd name="T11" fmla="*/ 0 h 3280"/>
                    <a:gd name="T12" fmla="*/ 20 w 1327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327" h="3280">
                      <a:moveTo>
                        <a:pt x="20" y="0"/>
                      </a:moveTo>
                      <a:lnTo>
                        <a:pt x="0" y="7"/>
                      </a:lnTo>
                      <a:lnTo>
                        <a:pt x="1285" y="3280"/>
                      </a:lnTo>
                      <a:lnTo>
                        <a:pt x="1327" y="3280"/>
                      </a:lnTo>
                      <a:lnTo>
                        <a:pt x="43" y="0"/>
                      </a:lnTo>
                      <a:lnTo>
                        <a:pt x="20" y="0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13371" name="Freeform 59">
                <a:extLst>
                  <a:ext uri="{FF2B5EF4-FFF2-40B4-BE49-F238E27FC236}">
                    <a16:creationId xmlns:a16="http://schemas.microsoft.com/office/drawing/2014/main" id="{B0A92979-99B1-F07A-8832-1826AF7BD02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039"/>
                <a:ext cx="1254" cy="2632"/>
              </a:xfrm>
              <a:custGeom>
                <a:avLst/>
                <a:gdLst>
                  <a:gd name="T0" fmla="*/ 1236 w 1254"/>
                  <a:gd name="T1" fmla="*/ 0 h 2632"/>
                  <a:gd name="T2" fmla="*/ 1212 w 1254"/>
                  <a:gd name="T3" fmla="*/ 0 h 2632"/>
                  <a:gd name="T4" fmla="*/ 0 w 1254"/>
                  <a:gd name="T5" fmla="*/ 2542 h 2632"/>
                  <a:gd name="T6" fmla="*/ 0 w 1254"/>
                  <a:gd name="T7" fmla="*/ 2632 h 2632"/>
                  <a:gd name="T8" fmla="*/ 1254 w 1254"/>
                  <a:gd name="T9" fmla="*/ 7 h 2632"/>
                  <a:gd name="T10" fmla="*/ 1236 w 1254"/>
                  <a:gd name="T11" fmla="*/ 0 h 2632"/>
                  <a:gd name="T12" fmla="*/ 1236 w 1254"/>
                  <a:gd name="T13" fmla="*/ 0 h 26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54" h="2632">
                    <a:moveTo>
                      <a:pt x="1236" y="0"/>
                    </a:moveTo>
                    <a:lnTo>
                      <a:pt x="1212" y="0"/>
                    </a:lnTo>
                    <a:lnTo>
                      <a:pt x="0" y="2542"/>
                    </a:lnTo>
                    <a:lnTo>
                      <a:pt x="0" y="2632"/>
                    </a:lnTo>
                    <a:lnTo>
                      <a:pt x="1254" y="7"/>
                    </a:lnTo>
                    <a:lnTo>
                      <a:pt x="1236" y="0"/>
                    </a:lnTo>
                    <a:lnTo>
                      <a:pt x="123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6980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72" name="Freeform 60">
                <a:extLst>
                  <a:ext uri="{FF2B5EF4-FFF2-40B4-BE49-F238E27FC236}">
                    <a16:creationId xmlns:a16="http://schemas.microsoft.com/office/drawing/2014/main" id="{1663A84F-FCB9-0E38-9A0E-1B4C0343FEF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039"/>
                <a:ext cx="948" cy="1676"/>
              </a:xfrm>
              <a:custGeom>
                <a:avLst/>
                <a:gdLst>
                  <a:gd name="T0" fmla="*/ 930 w 948"/>
                  <a:gd name="T1" fmla="*/ 0 h 1676"/>
                  <a:gd name="T2" fmla="*/ 906 w 948"/>
                  <a:gd name="T3" fmla="*/ 0 h 1676"/>
                  <a:gd name="T4" fmla="*/ 0 w 948"/>
                  <a:gd name="T5" fmla="*/ 1593 h 1676"/>
                  <a:gd name="T6" fmla="*/ 0 w 948"/>
                  <a:gd name="T7" fmla="*/ 1676 h 1676"/>
                  <a:gd name="T8" fmla="*/ 948 w 948"/>
                  <a:gd name="T9" fmla="*/ 5 h 1676"/>
                  <a:gd name="T10" fmla="*/ 930 w 948"/>
                  <a:gd name="T11" fmla="*/ 0 h 1676"/>
                  <a:gd name="T12" fmla="*/ 930 w 948"/>
                  <a:gd name="T13" fmla="*/ 0 h 16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48" h="1676">
                    <a:moveTo>
                      <a:pt x="930" y="0"/>
                    </a:moveTo>
                    <a:lnTo>
                      <a:pt x="906" y="0"/>
                    </a:lnTo>
                    <a:lnTo>
                      <a:pt x="0" y="1593"/>
                    </a:lnTo>
                    <a:lnTo>
                      <a:pt x="0" y="1676"/>
                    </a:lnTo>
                    <a:lnTo>
                      <a:pt x="948" y="5"/>
                    </a:lnTo>
                    <a:lnTo>
                      <a:pt x="930" y="0"/>
                    </a:lnTo>
                    <a:lnTo>
                      <a:pt x="93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73" name="Freeform 61">
                <a:extLst>
                  <a:ext uri="{FF2B5EF4-FFF2-40B4-BE49-F238E27FC236}">
                    <a16:creationId xmlns:a16="http://schemas.microsoft.com/office/drawing/2014/main" id="{0C53DADC-809D-F7CB-9624-43245BFE3BD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039"/>
                <a:ext cx="629" cy="937"/>
              </a:xfrm>
              <a:custGeom>
                <a:avLst/>
                <a:gdLst>
                  <a:gd name="T0" fmla="*/ 606 w 629"/>
                  <a:gd name="T1" fmla="*/ 0 h 937"/>
                  <a:gd name="T2" fmla="*/ 582 w 629"/>
                  <a:gd name="T3" fmla="*/ 0 h 937"/>
                  <a:gd name="T4" fmla="*/ 0 w 629"/>
                  <a:gd name="T5" fmla="*/ 871 h 937"/>
                  <a:gd name="T6" fmla="*/ 0 w 629"/>
                  <a:gd name="T7" fmla="*/ 937 h 937"/>
                  <a:gd name="T8" fmla="*/ 629 w 629"/>
                  <a:gd name="T9" fmla="*/ 4 h 937"/>
                  <a:gd name="T10" fmla="*/ 606 w 629"/>
                  <a:gd name="T11" fmla="*/ 0 h 937"/>
                  <a:gd name="T12" fmla="*/ 606 w 629"/>
                  <a:gd name="T13" fmla="*/ 0 h 9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9" h="937">
                    <a:moveTo>
                      <a:pt x="606" y="0"/>
                    </a:moveTo>
                    <a:lnTo>
                      <a:pt x="582" y="0"/>
                    </a:lnTo>
                    <a:lnTo>
                      <a:pt x="0" y="871"/>
                    </a:lnTo>
                    <a:lnTo>
                      <a:pt x="0" y="937"/>
                    </a:lnTo>
                    <a:lnTo>
                      <a:pt x="629" y="4"/>
                    </a:lnTo>
                    <a:lnTo>
                      <a:pt x="606" y="0"/>
                    </a:lnTo>
                    <a:lnTo>
                      <a:pt x="60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74" name="Freeform 62">
                <a:extLst>
                  <a:ext uri="{FF2B5EF4-FFF2-40B4-BE49-F238E27FC236}">
                    <a16:creationId xmlns:a16="http://schemas.microsoft.com/office/drawing/2014/main" id="{0E078D74-A513-B35B-5557-615D4046959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039"/>
                <a:ext cx="305" cy="427"/>
              </a:xfrm>
              <a:custGeom>
                <a:avLst/>
                <a:gdLst>
                  <a:gd name="T0" fmla="*/ 282 w 305"/>
                  <a:gd name="T1" fmla="*/ 0 h 427"/>
                  <a:gd name="T2" fmla="*/ 252 w 305"/>
                  <a:gd name="T3" fmla="*/ 0 h 427"/>
                  <a:gd name="T4" fmla="*/ 0 w 305"/>
                  <a:gd name="T5" fmla="*/ 361 h 427"/>
                  <a:gd name="T6" fmla="*/ 0 w 305"/>
                  <a:gd name="T7" fmla="*/ 427 h 427"/>
                  <a:gd name="T8" fmla="*/ 305 w 305"/>
                  <a:gd name="T9" fmla="*/ 5 h 427"/>
                  <a:gd name="T10" fmla="*/ 282 w 305"/>
                  <a:gd name="T11" fmla="*/ 0 h 427"/>
                  <a:gd name="T12" fmla="*/ 282 w 305"/>
                  <a:gd name="T13" fmla="*/ 0 h 4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5" h="427">
                    <a:moveTo>
                      <a:pt x="282" y="0"/>
                    </a:moveTo>
                    <a:lnTo>
                      <a:pt x="252" y="0"/>
                    </a:lnTo>
                    <a:lnTo>
                      <a:pt x="0" y="361"/>
                    </a:lnTo>
                    <a:lnTo>
                      <a:pt x="0" y="427"/>
                    </a:lnTo>
                    <a:lnTo>
                      <a:pt x="305" y="5"/>
                    </a:lnTo>
                    <a:lnTo>
                      <a:pt x="282" y="0"/>
                    </a:ln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75" name="Freeform 63">
                <a:extLst>
                  <a:ext uri="{FF2B5EF4-FFF2-40B4-BE49-F238E27FC236}">
                    <a16:creationId xmlns:a16="http://schemas.microsoft.com/office/drawing/2014/main" id="{18D502A9-C193-6A34-E838-BB8E190A445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481" y="1039"/>
                <a:ext cx="1277" cy="2686"/>
              </a:xfrm>
              <a:custGeom>
                <a:avLst/>
                <a:gdLst>
                  <a:gd name="T0" fmla="*/ 41 w 1277"/>
                  <a:gd name="T1" fmla="*/ 0 h 2686"/>
                  <a:gd name="T2" fmla="*/ 17 w 1277"/>
                  <a:gd name="T3" fmla="*/ 0 h 2686"/>
                  <a:gd name="T4" fmla="*/ 0 w 1277"/>
                  <a:gd name="T5" fmla="*/ 4 h 2686"/>
                  <a:gd name="T6" fmla="*/ 1277 w 1277"/>
                  <a:gd name="T7" fmla="*/ 2686 h 2686"/>
                  <a:gd name="T8" fmla="*/ 1277 w 1277"/>
                  <a:gd name="T9" fmla="*/ 2596 h 2686"/>
                  <a:gd name="T10" fmla="*/ 41 w 1277"/>
                  <a:gd name="T11" fmla="*/ 0 h 2686"/>
                  <a:gd name="T12" fmla="*/ 41 w 1277"/>
                  <a:gd name="T13" fmla="*/ 0 h 26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7" h="2686">
                    <a:moveTo>
                      <a:pt x="41" y="0"/>
                    </a:moveTo>
                    <a:lnTo>
                      <a:pt x="17" y="0"/>
                    </a:lnTo>
                    <a:lnTo>
                      <a:pt x="0" y="4"/>
                    </a:lnTo>
                    <a:lnTo>
                      <a:pt x="1277" y="2686"/>
                    </a:lnTo>
                    <a:lnTo>
                      <a:pt x="1277" y="2596"/>
                    </a:lnTo>
                    <a:lnTo>
                      <a:pt x="41" y="0"/>
                    </a:lnTo>
                    <a:lnTo>
                      <a:pt x="4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6980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76" name="Freeform 64">
                <a:extLst>
                  <a:ext uri="{FF2B5EF4-FFF2-40B4-BE49-F238E27FC236}">
                    <a16:creationId xmlns:a16="http://schemas.microsoft.com/office/drawing/2014/main" id="{6553F554-769E-AD94-471D-2065A0D73F9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770" y="1039"/>
                <a:ext cx="988" cy="1730"/>
              </a:xfrm>
              <a:custGeom>
                <a:avLst/>
                <a:gdLst>
                  <a:gd name="T0" fmla="*/ 16 w 988"/>
                  <a:gd name="T1" fmla="*/ 0 h 1730"/>
                  <a:gd name="T2" fmla="*/ 0 w 988"/>
                  <a:gd name="T3" fmla="*/ 7 h 1730"/>
                  <a:gd name="T4" fmla="*/ 988 w 988"/>
                  <a:gd name="T5" fmla="*/ 1730 h 1730"/>
                  <a:gd name="T6" fmla="*/ 988 w 988"/>
                  <a:gd name="T7" fmla="*/ 1653 h 1730"/>
                  <a:gd name="T8" fmla="*/ 40 w 988"/>
                  <a:gd name="T9" fmla="*/ 0 h 1730"/>
                  <a:gd name="T10" fmla="*/ 16 w 988"/>
                  <a:gd name="T11" fmla="*/ 0 h 1730"/>
                  <a:gd name="T12" fmla="*/ 16 w 988"/>
                  <a:gd name="T13" fmla="*/ 0 h 17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88" h="1730">
                    <a:moveTo>
                      <a:pt x="16" y="0"/>
                    </a:moveTo>
                    <a:lnTo>
                      <a:pt x="0" y="7"/>
                    </a:lnTo>
                    <a:lnTo>
                      <a:pt x="988" y="1730"/>
                    </a:lnTo>
                    <a:lnTo>
                      <a:pt x="988" y="1653"/>
                    </a:lnTo>
                    <a:lnTo>
                      <a:pt x="40" y="0"/>
                    </a:lnTo>
                    <a:lnTo>
                      <a:pt x="16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77" name="Freeform 65">
                <a:extLst>
                  <a:ext uri="{FF2B5EF4-FFF2-40B4-BE49-F238E27FC236}">
                    <a16:creationId xmlns:a16="http://schemas.microsoft.com/office/drawing/2014/main" id="{444A3C37-BE67-BDF9-4DA9-254F5CE46BA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088" y="1039"/>
                <a:ext cx="670" cy="997"/>
              </a:xfrm>
              <a:custGeom>
                <a:avLst/>
                <a:gdLst>
                  <a:gd name="T0" fmla="*/ 22 w 670"/>
                  <a:gd name="T1" fmla="*/ 0 h 997"/>
                  <a:gd name="T2" fmla="*/ 0 w 670"/>
                  <a:gd name="T3" fmla="*/ 4 h 997"/>
                  <a:gd name="T4" fmla="*/ 670 w 670"/>
                  <a:gd name="T5" fmla="*/ 997 h 997"/>
                  <a:gd name="T6" fmla="*/ 670 w 670"/>
                  <a:gd name="T7" fmla="*/ 925 h 997"/>
                  <a:gd name="T8" fmla="*/ 46 w 670"/>
                  <a:gd name="T9" fmla="*/ 0 h 997"/>
                  <a:gd name="T10" fmla="*/ 22 w 670"/>
                  <a:gd name="T11" fmla="*/ 0 h 997"/>
                  <a:gd name="T12" fmla="*/ 22 w 670"/>
                  <a:gd name="T13" fmla="*/ 0 h 9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0" h="997">
                    <a:moveTo>
                      <a:pt x="22" y="0"/>
                    </a:moveTo>
                    <a:lnTo>
                      <a:pt x="0" y="4"/>
                    </a:lnTo>
                    <a:lnTo>
                      <a:pt x="670" y="997"/>
                    </a:lnTo>
                    <a:lnTo>
                      <a:pt x="670" y="92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78" name="Freeform 66">
                <a:extLst>
                  <a:ext uri="{FF2B5EF4-FFF2-40B4-BE49-F238E27FC236}">
                    <a16:creationId xmlns:a16="http://schemas.microsoft.com/office/drawing/2014/main" id="{038FD45F-29CF-16A0-B763-39091BEF877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412" y="1039"/>
                <a:ext cx="346" cy="487"/>
              </a:xfrm>
              <a:custGeom>
                <a:avLst/>
                <a:gdLst>
                  <a:gd name="T0" fmla="*/ 22 w 346"/>
                  <a:gd name="T1" fmla="*/ 0 h 487"/>
                  <a:gd name="T2" fmla="*/ 0 w 346"/>
                  <a:gd name="T3" fmla="*/ 7 h 487"/>
                  <a:gd name="T4" fmla="*/ 346 w 346"/>
                  <a:gd name="T5" fmla="*/ 487 h 487"/>
                  <a:gd name="T6" fmla="*/ 346 w 346"/>
                  <a:gd name="T7" fmla="*/ 415 h 487"/>
                  <a:gd name="T8" fmla="*/ 46 w 346"/>
                  <a:gd name="T9" fmla="*/ 0 h 487"/>
                  <a:gd name="T10" fmla="*/ 22 w 346"/>
                  <a:gd name="T11" fmla="*/ 0 h 487"/>
                  <a:gd name="T12" fmla="*/ 22 w 346"/>
                  <a:gd name="T13" fmla="*/ 0 h 4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6" h="487">
                    <a:moveTo>
                      <a:pt x="22" y="0"/>
                    </a:moveTo>
                    <a:lnTo>
                      <a:pt x="0" y="7"/>
                    </a:lnTo>
                    <a:lnTo>
                      <a:pt x="346" y="487"/>
                    </a:lnTo>
                    <a:lnTo>
                      <a:pt x="346" y="41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13379" name="Rectangle 67">
            <a:extLst>
              <a:ext uri="{FF2B5EF4-FFF2-40B4-BE49-F238E27FC236}">
                <a16:creationId xmlns:a16="http://schemas.microsoft.com/office/drawing/2014/main" id="{FD4B5E12-9ABF-9315-6F69-EC94262967FE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455613" y="1920875"/>
            <a:ext cx="8226425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3380" name="Rectangle 68">
            <a:extLst>
              <a:ext uri="{FF2B5EF4-FFF2-40B4-BE49-F238E27FC236}">
                <a16:creationId xmlns:a16="http://schemas.microsoft.com/office/drawing/2014/main" id="{477DE97D-3618-AED3-D000-DF1F41E055DF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3381" name="Rectangle 69">
            <a:extLst>
              <a:ext uri="{FF2B5EF4-FFF2-40B4-BE49-F238E27FC236}">
                <a16:creationId xmlns:a16="http://schemas.microsoft.com/office/drawing/2014/main" id="{9ACD8DFE-FCC9-B7EC-4E2F-8E27CF1FA509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3382" name="Rectangle 70">
            <a:extLst>
              <a:ext uri="{FF2B5EF4-FFF2-40B4-BE49-F238E27FC236}">
                <a16:creationId xmlns:a16="http://schemas.microsoft.com/office/drawing/2014/main" id="{0FE792F0-56A3-3FFF-A5BE-5359301CC53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3383" name="Rectangle 71">
            <a:extLst>
              <a:ext uri="{FF2B5EF4-FFF2-40B4-BE49-F238E27FC236}">
                <a16:creationId xmlns:a16="http://schemas.microsoft.com/office/drawing/2014/main" id="{519B013D-8E9B-B12D-2250-27A69E878B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DD7B7F1B-5248-469F-8B54-B1F652019FB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E79B1-7541-A451-FE96-611BC7C69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E1DD45-A1B9-8EAC-E9E7-F049FF151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75FCE3-320C-B363-51E9-E5C8090D5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FC5C48-53B7-FBB6-F688-8D50597D7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FC0806-D90D-191A-B990-B3AE26EB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32484C-74F2-4809-8E84-34EAF6D30B6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8575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9B1BE-7B59-14AD-67FD-A5257707C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0DBE2C-AE27-AB43-D049-0209EA2E6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A54DD4-2336-DF58-1AA6-6133347BC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7876AE-1DC6-07E0-7EF1-5960DAAD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409206-C6AE-3238-D4E0-C8085904A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9F930E-A219-46DE-AE11-1B3A7AE303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91572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95F602-3EB8-B7DC-DD9E-7D430EB57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82570B-7AED-AF82-E6F6-1A707674B2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5613" y="1598613"/>
            <a:ext cx="4037012" cy="44973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135A62-2D0E-E186-0599-1B163368A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025" y="1598613"/>
            <a:ext cx="4037013" cy="44973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FCD918-58E1-E8D6-B6DF-476F87867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D3246F-0C59-B42C-7D8D-20A7286F9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335A43-373A-B7D7-FD9B-BA193247B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B2DB2-7C23-4453-8CAB-C2915EE9F0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50974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D0F3A0-05E7-6197-3448-3F40DFE92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086A2E-C4B7-4068-291B-2DBA90E71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ECAC95-AF6F-47DB-5946-E6F284FF7A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224DA5C-519C-238B-C311-F66F00B2E1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469D008-3A29-BF0B-78C0-1F68813F74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7D4B4C9-B6DB-7EA5-004F-6F68733D5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CBC038B-5987-64C2-3AB9-E5FD41978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A7F3347-C046-8546-127C-4F55C2376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724D0D-7D2E-45E5-B590-34D8F9476D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3412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361047-96F6-8682-44C5-5A342A59E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79C06A-3612-488E-4D31-F924B3CB8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44160E7-1646-BF09-63DD-9B99B8C17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E101E99-FA3F-378A-E113-1FD5D40AF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EF766A-706C-44EC-AD28-03E1E0F3FE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19752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471430D-7AED-5052-3B2D-EE017A2BF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E13CA06-4692-5ACA-65C4-2E1E7ACE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58D8259-1CB2-ADFF-5DF4-7B07925E6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A071EE-8766-48C8-8FBA-2CE2453D13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03350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85C259-D2F2-D6D1-6BC4-B5FC82CA0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5BEE2F-18CA-F1E9-F6F6-D18A9EC75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89C2BC3-D21E-68F4-BA9C-4840DE1BD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3C4CF9-1DDA-AC57-8EE1-7A1028750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F0DA46C-9C10-CEA5-0384-3F9B3F879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27F63E-FD24-4677-0B70-E7245E70E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27BE34-7601-43C6-800C-B9BA4E9FDE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9107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84DCA7-3BD1-2D2C-0060-BB6E3386B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0AEAABA-90A2-E052-054A-B7D94D009E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6D5BD9D-E372-2F4A-2C8D-BDDFC3996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980D55-15FB-826C-C50D-8D2832D39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3E7031-4399-F9B7-F7B9-249470879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D785A4A-97EC-CD39-48A2-E65C77844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A116A1-77EF-48E4-AC44-2EA0A50BBD7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2355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80F44-FEEF-6C43-47B4-B0B42D4BF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C5C655-BB3B-EFA8-BCCA-CDF52126F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9D1015-99F4-CD38-8297-01CF4FD3C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F5CEA9-BC4C-47EA-734C-13A7388B6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CB10DF-070E-6A0D-52F3-0B28F1C7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EE7CDC-B64B-497E-8D2F-5DECF53880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86236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56E602C-ECBB-C2DB-16CF-CC0C4D4ED6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6225" y="273050"/>
            <a:ext cx="2055813" cy="582295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A042264-53A0-75C9-6773-6C270495D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5613" y="273050"/>
            <a:ext cx="6018212" cy="58229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2B6426-0C82-A438-1E15-C6C178ABB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D0D85F-A1F8-CE72-C902-AD2C23FD0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E7A685-5B4F-EC9A-2EA1-12346CB33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4F12FB-CADF-40E5-AA8D-078FDEF250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32345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63529"/>
                <a:invGamma/>
              </a:schemeClr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>
            <a:extLst>
              <a:ext uri="{FF2B5EF4-FFF2-40B4-BE49-F238E27FC236}">
                <a16:creationId xmlns:a16="http://schemas.microsoft.com/office/drawing/2014/main" id="{8D159BFD-6278-416B-73BC-2EC0992339B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2413" cy="6856413"/>
            <a:chOff x="0" y="0"/>
            <a:chExt cx="5759" cy="4319"/>
          </a:xfrm>
        </p:grpSpPr>
        <p:sp>
          <p:nvSpPr>
            <p:cNvPr id="12291" name="Freeform 3">
              <a:extLst>
                <a:ext uri="{FF2B5EF4-FFF2-40B4-BE49-F238E27FC236}">
                  <a16:creationId xmlns:a16="http://schemas.microsoft.com/office/drawing/2014/main" id="{40621085-9A6E-EDF1-8E67-0A2BD493FD65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0"/>
              <a:ext cx="5758" cy="1043"/>
            </a:xfrm>
            <a:custGeom>
              <a:avLst/>
              <a:gdLst>
                <a:gd name="T0" fmla="*/ 5740 w 5740"/>
                <a:gd name="T1" fmla="*/ 1043 h 1043"/>
                <a:gd name="T2" fmla="*/ 0 w 5740"/>
                <a:gd name="T3" fmla="*/ 1043 h 1043"/>
                <a:gd name="T4" fmla="*/ 0 w 5740"/>
                <a:gd name="T5" fmla="*/ 0 h 1043"/>
                <a:gd name="T6" fmla="*/ 5740 w 5740"/>
                <a:gd name="T7" fmla="*/ 0 h 1043"/>
                <a:gd name="T8" fmla="*/ 5740 w 5740"/>
                <a:gd name="T9" fmla="*/ 1043 h 1043"/>
                <a:gd name="T10" fmla="*/ 5740 w 5740"/>
                <a:gd name="T11" fmla="*/ 1043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043">
                  <a:moveTo>
                    <a:pt x="5740" y="1043"/>
                  </a:moveTo>
                  <a:lnTo>
                    <a:pt x="0" y="1043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1043"/>
                  </a:lnTo>
                  <a:lnTo>
                    <a:pt x="5740" y="1043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2292" name="Group 4">
              <a:extLst>
                <a:ext uri="{FF2B5EF4-FFF2-40B4-BE49-F238E27FC236}">
                  <a16:creationId xmlns:a16="http://schemas.microsoft.com/office/drawing/2014/main" id="{3D45256D-31DB-C34D-D907-BDD93DC07B6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0"/>
              <a:ext cx="5759" cy="4319"/>
              <a:chOff x="0" y="0"/>
              <a:chExt cx="5759" cy="4319"/>
            </a:xfrm>
          </p:grpSpPr>
          <p:sp>
            <p:nvSpPr>
              <p:cNvPr id="12293" name="Freeform 5">
                <a:extLst>
                  <a:ext uri="{FF2B5EF4-FFF2-40B4-BE49-F238E27FC236}">
                    <a16:creationId xmlns:a16="http://schemas.microsoft.com/office/drawing/2014/main" id="{3737C938-48BD-3F66-157C-E23F7906D68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" y="1040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4" name="Freeform 6">
                <a:extLst>
                  <a:ext uri="{FF2B5EF4-FFF2-40B4-BE49-F238E27FC236}">
                    <a16:creationId xmlns:a16="http://schemas.microsoft.com/office/drawing/2014/main" id="{07C537F8-008B-D799-73B4-1FD2ABB6FD8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3988"/>
                <a:ext cx="5758" cy="42"/>
              </a:xfrm>
              <a:custGeom>
                <a:avLst/>
                <a:gdLst>
                  <a:gd name="T0" fmla="*/ 0 w 5740"/>
                  <a:gd name="T1" fmla="*/ 42 h 42"/>
                  <a:gd name="T2" fmla="*/ 5740 w 5740"/>
                  <a:gd name="T3" fmla="*/ 42 h 42"/>
                  <a:gd name="T4" fmla="*/ 5740 w 5740"/>
                  <a:gd name="T5" fmla="*/ 0 h 42"/>
                  <a:gd name="T6" fmla="*/ 0 w 5740"/>
                  <a:gd name="T7" fmla="*/ 0 h 42"/>
                  <a:gd name="T8" fmla="*/ 0 w 5740"/>
                  <a:gd name="T9" fmla="*/ 42 h 42"/>
                  <a:gd name="T10" fmla="*/ 0 w 5740"/>
                  <a:gd name="T11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42">
                    <a:moveTo>
                      <a:pt x="0" y="42"/>
                    </a:moveTo>
                    <a:lnTo>
                      <a:pt x="5740" y="42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42"/>
                    </a:lnTo>
                    <a:lnTo>
                      <a:pt x="0" y="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5" name="Freeform 7">
                <a:extLst>
                  <a:ext uri="{FF2B5EF4-FFF2-40B4-BE49-F238E27FC236}">
                    <a16:creationId xmlns:a16="http://schemas.microsoft.com/office/drawing/2014/main" id="{FAB9AA7E-F462-4CCA-20F6-D882BF3AB00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3665"/>
                <a:ext cx="5758" cy="30"/>
              </a:xfrm>
              <a:custGeom>
                <a:avLst/>
                <a:gdLst>
                  <a:gd name="T0" fmla="*/ 0 w 5740"/>
                  <a:gd name="T1" fmla="*/ 30 h 30"/>
                  <a:gd name="T2" fmla="*/ 5740 w 5740"/>
                  <a:gd name="T3" fmla="*/ 30 h 30"/>
                  <a:gd name="T4" fmla="*/ 5740 w 5740"/>
                  <a:gd name="T5" fmla="*/ 0 h 30"/>
                  <a:gd name="T6" fmla="*/ 0 w 5740"/>
                  <a:gd name="T7" fmla="*/ 0 h 30"/>
                  <a:gd name="T8" fmla="*/ 0 w 5740"/>
                  <a:gd name="T9" fmla="*/ 30 h 30"/>
                  <a:gd name="T10" fmla="*/ 0 w 5740"/>
                  <a:gd name="T1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6" name="Freeform 8">
                <a:extLst>
                  <a:ext uri="{FF2B5EF4-FFF2-40B4-BE49-F238E27FC236}">
                    <a16:creationId xmlns:a16="http://schemas.microsoft.com/office/drawing/2014/main" id="{AB5A80EB-CD19-98BF-4480-DB491C69A58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3364"/>
                <a:ext cx="5758" cy="30"/>
              </a:xfrm>
              <a:custGeom>
                <a:avLst/>
                <a:gdLst>
                  <a:gd name="T0" fmla="*/ 0 w 5740"/>
                  <a:gd name="T1" fmla="*/ 30 h 30"/>
                  <a:gd name="T2" fmla="*/ 5740 w 5740"/>
                  <a:gd name="T3" fmla="*/ 30 h 30"/>
                  <a:gd name="T4" fmla="*/ 5740 w 5740"/>
                  <a:gd name="T5" fmla="*/ 0 h 30"/>
                  <a:gd name="T6" fmla="*/ 0 w 5740"/>
                  <a:gd name="T7" fmla="*/ 0 h 30"/>
                  <a:gd name="T8" fmla="*/ 0 w 5740"/>
                  <a:gd name="T9" fmla="*/ 30 h 30"/>
                  <a:gd name="T10" fmla="*/ 0 w 5740"/>
                  <a:gd name="T1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7" name="Freeform 9">
                <a:extLst>
                  <a:ext uri="{FF2B5EF4-FFF2-40B4-BE49-F238E27FC236}">
                    <a16:creationId xmlns:a16="http://schemas.microsoft.com/office/drawing/2014/main" id="{18852D0D-0C04-6FFB-9462-6887817485F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3105"/>
                <a:ext cx="5758" cy="31"/>
              </a:xfrm>
              <a:custGeom>
                <a:avLst/>
                <a:gdLst>
                  <a:gd name="T0" fmla="*/ 0 w 5740"/>
                  <a:gd name="T1" fmla="*/ 30 h 30"/>
                  <a:gd name="T2" fmla="*/ 5740 w 5740"/>
                  <a:gd name="T3" fmla="*/ 30 h 30"/>
                  <a:gd name="T4" fmla="*/ 5740 w 5740"/>
                  <a:gd name="T5" fmla="*/ 0 h 30"/>
                  <a:gd name="T6" fmla="*/ 0 w 5740"/>
                  <a:gd name="T7" fmla="*/ 0 h 30"/>
                  <a:gd name="T8" fmla="*/ 0 w 5740"/>
                  <a:gd name="T9" fmla="*/ 30 h 30"/>
                  <a:gd name="T10" fmla="*/ 0 w 5740"/>
                  <a:gd name="T11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0" y="30"/>
                    </a:moveTo>
                    <a:lnTo>
                      <a:pt x="5740" y="30"/>
                    </a:lnTo>
                    <a:lnTo>
                      <a:pt x="5740" y="0"/>
                    </a:lnTo>
                    <a:lnTo>
                      <a:pt x="0" y="0"/>
                    </a:lnTo>
                    <a:lnTo>
                      <a:pt x="0" y="3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8" name="Freeform 10">
                <a:extLst>
                  <a:ext uri="{FF2B5EF4-FFF2-40B4-BE49-F238E27FC236}">
                    <a16:creationId xmlns:a16="http://schemas.microsoft.com/office/drawing/2014/main" id="{20653EDF-2836-D34B-70DD-05DB3A30FC1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2859"/>
                <a:ext cx="5758" cy="36"/>
              </a:xfrm>
              <a:custGeom>
                <a:avLst/>
                <a:gdLst>
                  <a:gd name="T0" fmla="*/ 5740 w 5740"/>
                  <a:gd name="T1" fmla="*/ 0 h 36"/>
                  <a:gd name="T2" fmla="*/ 0 w 5740"/>
                  <a:gd name="T3" fmla="*/ 0 h 36"/>
                  <a:gd name="T4" fmla="*/ 0 w 5740"/>
                  <a:gd name="T5" fmla="*/ 36 h 36"/>
                  <a:gd name="T6" fmla="*/ 5740 w 5740"/>
                  <a:gd name="T7" fmla="*/ 36 h 36"/>
                  <a:gd name="T8" fmla="*/ 5740 w 5740"/>
                  <a:gd name="T9" fmla="*/ 0 h 36"/>
                  <a:gd name="T10" fmla="*/ 5740 w 5740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7843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9" name="Freeform 11">
                <a:extLst>
                  <a:ext uri="{FF2B5EF4-FFF2-40B4-BE49-F238E27FC236}">
                    <a16:creationId xmlns:a16="http://schemas.microsoft.com/office/drawing/2014/main" id="{6CCD197B-1841-BF51-0962-4C8C46B0BA1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2644"/>
                <a:ext cx="5758" cy="30"/>
              </a:xfrm>
              <a:custGeom>
                <a:avLst/>
                <a:gdLst>
                  <a:gd name="T0" fmla="*/ 5740 w 5740"/>
                  <a:gd name="T1" fmla="*/ 0 h 30"/>
                  <a:gd name="T2" fmla="*/ 0 w 5740"/>
                  <a:gd name="T3" fmla="*/ 0 h 30"/>
                  <a:gd name="T4" fmla="*/ 0 w 5740"/>
                  <a:gd name="T5" fmla="*/ 30 h 30"/>
                  <a:gd name="T6" fmla="*/ 5740 w 5740"/>
                  <a:gd name="T7" fmla="*/ 30 h 30"/>
                  <a:gd name="T8" fmla="*/ 5740 w 5740"/>
                  <a:gd name="T9" fmla="*/ 0 h 30"/>
                  <a:gd name="T10" fmla="*/ 5740 w 5740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7843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0" name="Freeform 12">
                <a:extLst>
                  <a:ext uri="{FF2B5EF4-FFF2-40B4-BE49-F238E27FC236}">
                    <a16:creationId xmlns:a16="http://schemas.microsoft.com/office/drawing/2014/main" id="{60F95F6E-470F-1215-466D-99E86A15859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2433"/>
                <a:ext cx="5758" cy="36"/>
              </a:xfrm>
              <a:custGeom>
                <a:avLst/>
                <a:gdLst>
                  <a:gd name="T0" fmla="*/ 5740 w 5740"/>
                  <a:gd name="T1" fmla="*/ 0 h 36"/>
                  <a:gd name="T2" fmla="*/ 0 w 5740"/>
                  <a:gd name="T3" fmla="*/ 0 h 36"/>
                  <a:gd name="T4" fmla="*/ 0 w 5740"/>
                  <a:gd name="T5" fmla="*/ 36 h 36"/>
                  <a:gd name="T6" fmla="*/ 5740 w 5740"/>
                  <a:gd name="T7" fmla="*/ 36 h 36"/>
                  <a:gd name="T8" fmla="*/ 5740 w 5740"/>
                  <a:gd name="T9" fmla="*/ 0 h 36"/>
                  <a:gd name="T10" fmla="*/ 5740 w 5740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6">
                    <a:moveTo>
                      <a:pt x="5740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5740" y="36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4706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1" name="Freeform 13">
                <a:extLst>
                  <a:ext uri="{FF2B5EF4-FFF2-40B4-BE49-F238E27FC236}">
                    <a16:creationId xmlns:a16="http://schemas.microsoft.com/office/drawing/2014/main" id="{E0E7A039-2FA5-D2D1-145E-6E5D5C6D73F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2259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4706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2" name="Freeform 14">
                <a:extLst>
                  <a:ext uri="{FF2B5EF4-FFF2-40B4-BE49-F238E27FC236}">
                    <a16:creationId xmlns:a16="http://schemas.microsoft.com/office/drawing/2014/main" id="{EA502085-1C7C-C420-390F-57E4B02513B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2090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3" name="Freeform 15">
                <a:extLst>
                  <a:ext uri="{FF2B5EF4-FFF2-40B4-BE49-F238E27FC236}">
                    <a16:creationId xmlns:a16="http://schemas.microsoft.com/office/drawing/2014/main" id="{9F61813A-7F21-2436-6DCD-6290F809E46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928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4" name="Freeform 16">
                <a:extLst>
                  <a:ext uri="{FF2B5EF4-FFF2-40B4-BE49-F238E27FC236}">
                    <a16:creationId xmlns:a16="http://schemas.microsoft.com/office/drawing/2014/main" id="{4B5F928D-A777-C9E2-D967-49BCE45E4D8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645"/>
                <a:ext cx="5758" cy="12"/>
              </a:xfrm>
              <a:custGeom>
                <a:avLst/>
                <a:gdLst>
                  <a:gd name="T0" fmla="*/ 5740 w 5740"/>
                  <a:gd name="T1" fmla="*/ 0 h 12"/>
                  <a:gd name="T2" fmla="*/ 0 w 5740"/>
                  <a:gd name="T3" fmla="*/ 0 h 12"/>
                  <a:gd name="T4" fmla="*/ 0 w 5740"/>
                  <a:gd name="T5" fmla="*/ 12 h 12"/>
                  <a:gd name="T6" fmla="*/ 5740 w 5740"/>
                  <a:gd name="T7" fmla="*/ 12 h 12"/>
                  <a:gd name="T8" fmla="*/ 5740 w 5740"/>
                  <a:gd name="T9" fmla="*/ 0 h 12"/>
                  <a:gd name="T10" fmla="*/ 5740 w 5740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5" name="Freeform 17">
                <a:extLst>
                  <a:ext uri="{FF2B5EF4-FFF2-40B4-BE49-F238E27FC236}">
                    <a16:creationId xmlns:a16="http://schemas.microsoft.com/office/drawing/2014/main" id="{CC845C2C-5570-6427-71F2-4A507D9678F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778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6" name="Freeform 18">
                <a:extLst>
                  <a:ext uri="{FF2B5EF4-FFF2-40B4-BE49-F238E27FC236}">
                    <a16:creationId xmlns:a16="http://schemas.microsoft.com/office/drawing/2014/main" id="{86944D57-DCB8-847D-92BE-CE461BD8194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520"/>
                <a:ext cx="5758" cy="12"/>
              </a:xfrm>
              <a:custGeom>
                <a:avLst/>
                <a:gdLst>
                  <a:gd name="T0" fmla="*/ 5740 w 5740"/>
                  <a:gd name="T1" fmla="*/ 0 h 12"/>
                  <a:gd name="T2" fmla="*/ 0 w 5740"/>
                  <a:gd name="T3" fmla="*/ 0 h 12"/>
                  <a:gd name="T4" fmla="*/ 0 w 5740"/>
                  <a:gd name="T5" fmla="*/ 12 h 12"/>
                  <a:gd name="T6" fmla="*/ 5740 w 5740"/>
                  <a:gd name="T7" fmla="*/ 12 h 12"/>
                  <a:gd name="T8" fmla="*/ 5740 w 5740"/>
                  <a:gd name="T9" fmla="*/ 0 h 12"/>
                  <a:gd name="T10" fmla="*/ 5740 w 5740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2">
                    <a:moveTo>
                      <a:pt x="5740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5740" y="12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7" name="Freeform 19">
                <a:extLst>
                  <a:ext uri="{FF2B5EF4-FFF2-40B4-BE49-F238E27FC236}">
                    <a16:creationId xmlns:a16="http://schemas.microsoft.com/office/drawing/2014/main" id="{A7D50D25-8EA6-019F-783E-D20AE2CA1FF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394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8" name="Freeform 20">
                <a:extLst>
                  <a:ext uri="{FF2B5EF4-FFF2-40B4-BE49-F238E27FC236}">
                    <a16:creationId xmlns:a16="http://schemas.microsoft.com/office/drawing/2014/main" id="{AD8EDD6E-2848-C14B-A323-C6A77ECAC0C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280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9" name="Freeform 21">
                <a:extLst>
                  <a:ext uri="{FF2B5EF4-FFF2-40B4-BE49-F238E27FC236}">
                    <a16:creationId xmlns:a16="http://schemas.microsoft.com/office/drawing/2014/main" id="{A9782022-B72B-9683-C5AD-F53E855E488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177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0" name="Freeform 22">
                <a:extLst>
                  <a:ext uri="{FF2B5EF4-FFF2-40B4-BE49-F238E27FC236}">
                    <a16:creationId xmlns:a16="http://schemas.microsoft.com/office/drawing/2014/main" id="{CD2C4492-1633-F7DA-520B-36A4198EFC6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24"/>
                <a:ext cx="5758" cy="30"/>
              </a:xfrm>
              <a:custGeom>
                <a:avLst/>
                <a:gdLst>
                  <a:gd name="T0" fmla="*/ 5740 w 5740"/>
                  <a:gd name="T1" fmla="*/ 0 h 30"/>
                  <a:gd name="T2" fmla="*/ 0 w 5740"/>
                  <a:gd name="T3" fmla="*/ 0 h 30"/>
                  <a:gd name="T4" fmla="*/ 0 w 5740"/>
                  <a:gd name="T5" fmla="*/ 30 h 30"/>
                  <a:gd name="T6" fmla="*/ 5740 w 5740"/>
                  <a:gd name="T7" fmla="*/ 30 h 30"/>
                  <a:gd name="T8" fmla="*/ 5740 w 5740"/>
                  <a:gd name="T9" fmla="*/ 0 h 30"/>
                  <a:gd name="T10" fmla="*/ 5740 w 5740"/>
                  <a:gd name="T11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30">
                    <a:moveTo>
                      <a:pt x="5740" y="0"/>
                    </a:moveTo>
                    <a:lnTo>
                      <a:pt x="0" y="0"/>
                    </a:lnTo>
                    <a:lnTo>
                      <a:pt x="0" y="30"/>
                    </a:lnTo>
                    <a:lnTo>
                      <a:pt x="5740" y="30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1" name="Freeform 23">
                <a:extLst>
                  <a:ext uri="{FF2B5EF4-FFF2-40B4-BE49-F238E27FC236}">
                    <a16:creationId xmlns:a16="http://schemas.microsoft.com/office/drawing/2014/main" id="{16A80831-EDF8-4817-9DA5-85CE5839FBD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86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411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2" name="Freeform 24">
                <a:extLst>
                  <a:ext uri="{FF2B5EF4-FFF2-40B4-BE49-F238E27FC236}">
                    <a16:creationId xmlns:a16="http://schemas.microsoft.com/office/drawing/2014/main" id="{7BBE91C1-879E-88FA-DECF-C73DA68A862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475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7843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3" name="Freeform 25">
                <a:extLst>
                  <a:ext uri="{FF2B5EF4-FFF2-40B4-BE49-F238E27FC236}">
                    <a16:creationId xmlns:a16="http://schemas.microsoft.com/office/drawing/2014/main" id="{26D01F34-A43F-85BD-E76F-6194093B931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337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4" name="Freeform 26">
                <a:extLst>
                  <a:ext uri="{FF2B5EF4-FFF2-40B4-BE49-F238E27FC236}">
                    <a16:creationId xmlns:a16="http://schemas.microsoft.com/office/drawing/2014/main" id="{062937D1-7782-3022-EB4C-870850ED99F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600"/>
                <a:ext cx="5758" cy="24"/>
              </a:xfrm>
              <a:custGeom>
                <a:avLst/>
                <a:gdLst>
                  <a:gd name="T0" fmla="*/ 5740 w 5740"/>
                  <a:gd name="T1" fmla="*/ 0 h 24"/>
                  <a:gd name="T2" fmla="*/ 0 w 5740"/>
                  <a:gd name="T3" fmla="*/ 0 h 24"/>
                  <a:gd name="T4" fmla="*/ 0 w 5740"/>
                  <a:gd name="T5" fmla="*/ 24 h 24"/>
                  <a:gd name="T6" fmla="*/ 5740 w 5740"/>
                  <a:gd name="T7" fmla="*/ 24 h 24"/>
                  <a:gd name="T8" fmla="*/ 5740 w 5740"/>
                  <a:gd name="T9" fmla="*/ 0 h 24"/>
                  <a:gd name="T10" fmla="*/ 5740 w 5740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24">
                    <a:moveTo>
                      <a:pt x="574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740" y="24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7882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5" name="Freeform 27">
                <a:extLst>
                  <a:ext uri="{FF2B5EF4-FFF2-40B4-BE49-F238E27FC236}">
                    <a16:creationId xmlns:a16="http://schemas.microsoft.com/office/drawing/2014/main" id="{9E7B34DB-4C5C-C064-56A0-9EBEB88538F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727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6" name="Freeform 28">
                <a:extLst>
                  <a:ext uri="{FF2B5EF4-FFF2-40B4-BE49-F238E27FC236}">
                    <a16:creationId xmlns:a16="http://schemas.microsoft.com/office/drawing/2014/main" id="{4CFFA413-1B47-4D17-9D3D-382FCBB2516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841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7" name="Freeform 29">
                <a:extLst>
                  <a:ext uri="{FF2B5EF4-FFF2-40B4-BE49-F238E27FC236}">
                    <a16:creationId xmlns:a16="http://schemas.microsoft.com/office/drawing/2014/main" id="{430BF278-10E6-8470-DCD4-827432BA1A4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943"/>
                <a:ext cx="5758" cy="18"/>
              </a:xfrm>
              <a:custGeom>
                <a:avLst/>
                <a:gdLst>
                  <a:gd name="T0" fmla="*/ 5740 w 5740"/>
                  <a:gd name="T1" fmla="*/ 0 h 18"/>
                  <a:gd name="T2" fmla="*/ 0 w 5740"/>
                  <a:gd name="T3" fmla="*/ 0 h 18"/>
                  <a:gd name="T4" fmla="*/ 0 w 5740"/>
                  <a:gd name="T5" fmla="*/ 18 h 18"/>
                  <a:gd name="T6" fmla="*/ 5740 w 5740"/>
                  <a:gd name="T7" fmla="*/ 18 h 18"/>
                  <a:gd name="T8" fmla="*/ 5740 w 5740"/>
                  <a:gd name="T9" fmla="*/ 0 h 18"/>
                  <a:gd name="T10" fmla="*/ 5740 w 5740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0" h="18">
                    <a:moveTo>
                      <a:pt x="5740" y="0"/>
                    </a:moveTo>
                    <a:lnTo>
                      <a:pt x="0" y="0"/>
                    </a:lnTo>
                    <a:lnTo>
                      <a:pt x="0" y="18"/>
                    </a:lnTo>
                    <a:lnTo>
                      <a:pt x="5740" y="18"/>
                    </a:lnTo>
                    <a:lnTo>
                      <a:pt x="5740" y="0"/>
                    </a:lnTo>
                    <a:lnTo>
                      <a:pt x="57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81961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2318" name="Group 30">
                <a:extLst>
                  <a:ext uri="{FF2B5EF4-FFF2-40B4-BE49-F238E27FC236}">
                    <a16:creationId xmlns:a16="http://schemas.microsoft.com/office/drawing/2014/main" id="{D7A09601-C4CE-E110-8BC9-D8FF26DB07F0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58" cy="1045"/>
                <a:chOff x="0" y="0"/>
                <a:chExt cx="5758" cy="1045"/>
              </a:xfrm>
            </p:grpSpPr>
            <p:sp>
              <p:nvSpPr>
                <p:cNvPr id="12319" name="Freeform 31">
                  <a:extLst>
                    <a:ext uri="{FF2B5EF4-FFF2-40B4-BE49-F238E27FC236}">
                      <a16:creationId xmlns:a16="http://schemas.microsoft.com/office/drawing/2014/main" id="{E08A1D6A-85EE-5F2A-60E5-BA3FB222D287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849" y="0"/>
                  <a:ext cx="42" cy="1045"/>
                </a:xfrm>
                <a:custGeom>
                  <a:avLst/>
                  <a:gdLst>
                    <a:gd name="T0" fmla="*/ 18 w 42"/>
                    <a:gd name="T1" fmla="*/ 1043 h 1043"/>
                    <a:gd name="T2" fmla="*/ 42 w 42"/>
                    <a:gd name="T3" fmla="*/ 1043 h 1043"/>
                    <a:gd name="T4" fmla="*/ 42 w 42"/>
                    <a:gd name="T5" fmla="*/ 0 h 1043"/>
                    <a:gd name="T6" fmla="*/ 0 w 42"/>
                    <a:gd name="T7" fmla="*/ 0 h 1043"/>
                    <a:gd name="T8" fmla="*/ 0 w 42"/>
                    <a:gd name="T9" fmla="*/ 1043 h 1043"/>
                    <a:gd name="T10" fmla="*/ 18 w 42"/>
                    <a:gd name="T11" fmla="*/ 1043 h 1043"/>
                    <a:gd name="T12" fmla="*/ 18 w 42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20" name="Freeform 32">
                  <a:extLst>
                    <a:ext uri="{FF2B5EF4-FFF2-40B4-BE49-F238E27FC236}">
                      <a16:creationId xmlns:a16="http://schemas.microsoft.com/office/drawing/2014/main" id="{01F182D3-7D8C-5A52-8F9B-E38B8AFBF60C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400" y="0"/>
                  <a:ext cx="155" cy="1045"/>
                </a:xfrm>
                <a:custGeom>
                  <a:avLst/>
                  <a:gdLst>
                    <a:gd name="T0" fmla="*/ 131 w 155"/>
                    <a:gd name="T1" fmla="*/ 1043 h 1043"/>
                    <a:gd name="T2" fmla="*/ 155 w 155"/>
                    <a:gd name="T3" fmla="*/ 1043 h 1043"/>
                    <a:gd name="T4" fmla="*/ 42 w 155"/>
                    <a:gd name="T5" fmla="*/ 0 h 1043"/>
                    <a:gd name="T6" fmla="*/ 0 w 155"/>
                    <a:gd name="T7" fmla="*/ 0 h 1043"/>
                    <a:gd name="T8" fmla="*/ 113 w 155"/>
                    <a:gd name="T9" fmla="*/ 1043 h 1043"/>
                    <a:gd name="T10" fmla="*/ 131 w 155"/>
                    <a:gd name="T11" fmla="*/ 1043 h 1043"/>
                    <a:gd name="T12" fmla="*/ 131 w 155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55" h="1043">
                      <a:moveTo>
                        <a:pt x="131" y="1043"/>
                      </a:moveTo>
                      <a:lnTo>
                        <a:pt x="155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113" y="1043"/>
                      </a:lnTo>
                      <a:lnTo>
                        <a:pt x="131" y="1043"/>
                      </a:lnTo>
                      <a:lnTo>
                        <a:pt x="13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21" name="Freeform 33">
                  <a:extLst>
                    <a:ext uri="{FF2B5EF4-FFF2-40B4-BE49-F238E27FC236}">
                      <a16:creationId xmlns:a16="http://schemas.microsoft.com/office/drawing/2014/main" id="{CA1E2E3F-18FE-6CCB-46DD-81BE0127F08C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967" y="0"/>
                  <a:ext cx="240" cy="1045"/>
                </a:xfrm>
                <a:custGeom>
                  <a:avLst/>
                  <a:gdLst>
                    <a:gd name="T0" fmla="*/ 221 w 239"/>
                    <a:gd name="T1" fmla="*/ 1043 h 1043"/>
                    <a:gd name="T2" fmla="*/ 239 w 239"/>
                    <a:gd name="T3" fmla="*/ 1043 h 1043"/>
                    <a:gd name="T4" fmla="*/ 36 w 239"/>
                    <a:gd name="T5" fmla="*/ 0 h 1043"/>
                    <a:gd name="T6" fmla="*/ 0 w 239"/>
                    <a:gd name="T7" fmla="*/ 0 h 1043"/>
                    <a:gd name="T8" fmla="*/ 203 w 239"/>
                    <a:gd name="T9" fmla="*/ 1043 h 1043"/>
                    <a:gd name="T10" fmla="*/ 221 w 239"/>
                    <a:gd name="T11" fmla="*/ 1043 h 1043"/>
                    <a:gd name="T12" fmla="*/ 221 w 23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39" h="1043">
                      <a:moveTo>
                        <a:pt x="221" y="1043"/>
                      </a:moveTo>
                      <a:lnTo>
                        <a:pt x="239" y="1043"/>
                      </a:lnTo>
                      <a:lnTo>
                        <a:pt x="36" y="0"/>
                      </a:lnTo>
                      <a:lnTo>
                        <a:pt x="0" y="0"/>
                      </a:lnTo>
                      <a:lnTo>
                        <a:pt x="203" y="1043"/>
                      </a:lnTo>
                      <a:lnTo>
                        <a:pt x="221" y="1043"/>
                      </a:lnTo>
                      <a:lnTo>
                        <a:pt x="221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22" name="Freeform 34">
                  <a:extLst>
                    <a:ext uri="{FF2B5EF4-FFF2-40B4-BE49-F238E27FC236}">
                      <a16:creationId xmlns:a16="http://schemas.microsoft.com/office/drawing/2014/main" id="{0B5E15B2-8570-1B57-F14D-F085E8B40A51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554" y="0"/>
                  <a:ext cx="353" cy="1045"/>
                </a:xfrm>
                <a:custGeom>
                  <a:avLst/>
                  <a:gdLst>
                    <a:gd name="T0" fmla="*/ 334 w 352"/>
                    <a:gd name="T1" fmla="*/ 1043 h 1043"/>
                    <a:gd name="T2" fmla="*/ 352 w 352"/>
                    <a:gd name="T3" fmla="*/ 1043 h 1043"/>
                    <a:gd name="T4" fmla="*/ 41 w 352"/>
                    <a:gd name="T5" fmla="*/ 0 h 1043"/>
                    <a:gd name="T6" fmla="*/ 0 w 352"/>
                    <a:gd name="T7" fmla="*/ 0 h 1043"/>
                    <a:gd name="T8" fmla="*/ 311 w 352"/>
                    <a:gd name="T9" fmla="*/ 1043 h 1043"/>
                    <a:gd name="T10" fmla="*/ 334 w 352"/>
                    <a:gd name="T11" fmla="*/ 1043 h 1043"/>
                    <a:gd name="T12" fmla="*/ 334 w 352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2" h="1043">
                      <a:moveTo>
                        <a:pt x="334" y="1043"/>
                      </a:moveTo>
                      <a:lnTo>
                        <a:pt x="352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311" y="1043"/>
                      </a:lnTo>
                      <a:lnTo>
                        <a:pt x="334" y="1043"/>
                      </a:lnTo>
                      <a:lnTo>
                        <a:pt x="33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23" name="Freeform 35">
                  <a:extLst>
                    <a:ext uri="{FF2B5EF4-FFF2-40B4-BE49-F238E27FC236}">
                      <a16:creationId xmlns:a16="http://schemas.microsoft.com/office/drawing/2014/main" id="{49851A37-7D37-4622-5E4F-E4C1A9BB088D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134" y="0"/>
                  <a:ext cx="450" cy="1045"/>
                </a:xfrm>
                <a:custGeom>
                  <a:avLst/>
                  <a:gdLst>
                    <a:gd name="T0" fmla="*/ 425 w 449"/>
                    <a:gd name="T1" fmla="*/ 1043 h 1043"/>
                    <a:gd name="T2" fmla="*/ 449 w 449"/>
                    <a:gd name="T3" fmla="*/ 1043 h 1043"/>
                    <a:gd name="T4" fmla="*/ 42 w 449"/>
                    <a:gd name="T5" fmla="*/ 0 h 1043"/>
                    <a:gd name="T6" fmla="*/ 0 w 449"/>
                    <a:gd name="T7" fmla="*/ 0 h 1043"/>
                    <a:gd name="T8" fmla="*/ 407 w 449"/>
                    <a:gd name="T9" fmla="*/ 1043 h 1043"/>
                    <a:gd name="T10" fmla="*/ 425 w 449"/>
                    <a:gd name="T11" fmla="*/ 1043 h 1043"/>
                    <a:gd name="T12" fmla="*/ 425 w 44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9" h="1043">
                      <a:moveTo>
                        <a:pt x="425" y="1043"/>
                      </a:moveTo>
                      <a:lnTo>
                        <a:pt x="449" y="1043"/>
                      </a:lnTo>
                      <a:lnTo>
                        <a:pt x="42" y="0"/>
                      </a:lnTo>
                      <a:lnTo>
                        <a:pt x="0" y="0"/>
                      </a:lnTo>
                      <a:lnTo>
                        <a:pt x="407" y="1043"/>
                      </a:lnTo>
                      <a:lnTo>
                        <a:pt x="425" y="1043"/>
                      </a:lnTo>
                      <a:lnTo>
                        <a:pt x="425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24" name="Freeform 36">
                  <a:extLst>
                    <a:ext uri="{FF2B5EF4-FFF2-40B4-BE49-F238E27FC236}">
                      <a16:creationId xmlns:a16="http://schemas.microsoft.com/office/drawing/2014/main" id="{99C83415-5D03-5298-CB42-B4E34FCD3564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714" y="0"/>
                  <a:ext cx="540" cy="1045"/>
                </a:xfrm>
                <a:custGeom>
                  <a:avLst/>
                  <a:gdLst>
                    <a:gd name="T0" fmla="*/ 520 w 538"/>
                    <a:gd name="T1" fmla="*/ 1043 h 1043"/>
                    <a:gd name="T2" fmla="*/ 538 w 538"/>
                    <a:gd name="T3" fmla="*/ 1043 h 1043"/>
                    <a:gd name="T4" fmla="*/ 41 w 538"/>
                    <a:gd name="T5" fmla="*/ 0 h 1043"/>
                    <a:gd name="T6" fmla="*/ 0 w 538"/>
                    <a:gd name="T7" fmla="*/ 0 h 1043"/>
                    <a:gd name="T8" fmla="*/ 496 w 538"/>
                    <a:gd name="T9" fmla="*/ 1043 h 1043"/>
                    <a:gd name="T10" fmla="*/ 520 w 538"/>
                    <a:gd name="T11" fmla="*/ 1043 h 1043"/>
                    <a:gd name="T12" fmla="*/ 520 w 538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38" h="1043">
                      <a:moveTo>
                        <a:pt x="520" y="1043"/>
                      </a:moveTo>
                      <a:lnTo>
                        <a:pt x="538" y="1043"/>
                      </a:ln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496" y="1043"/>
                      </a:lnTo>
                      <a:lnTo>
                        <a:pt x="520" y="1043"/>
                      </a:lnTo>
                      <a:lnTo>
                        <a:pt x="520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25" name="Freeform 37">
                  <a:extLst>
                    <a:ext uri="{FF2B5EF4-FFF2-40B4-BE49-F238E27FC236}">
                      <a16:creationId xmlns:a16="http://schemas.microsoft.com/office/drawing/2014/main" id="{73C54273-C473-5575-4E05-B088ABD5F8A3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06" y="0"/>
                  <a:ext cx="642" cy="1045"/>
                </a:xfrm>
                <a:custGeom>
                  <a:avLst/>
                  <a:gdLst>
                    <a:gd name="T0" fmla="*/ 622 w 640"/>
                    <a:gd name="T1" fmla="*/ 1043 h 1043"/>
                    <a:gd name="T2" fmla="*/ 640 w 640"/>
                    <a:gd name="T3" fmla="*/ 1043 h 1043"/>
                    <a:gd name="T4" fmla="*/ 48 w 640"/>
                    <a:gd name="T5" fmla="*/ 0 h 1043"/>
                    <a:gd name="T6" fmla="*/ 0 w 640"/>
                    <a:gd name="T7" fmla="*/ 0 h 1043"/>
                    <a:gd name="T8" fmla="*/ 598 w 640"/>
                    <a:gd name="T9" fmla="*/ 1043 h 1043"/>
                    <a:gd name="T10" fmla="*/ 622 w 640"/>
                    <a:gd name="T11" fmla="*/ 1043 h 1043"/>
                    <a:gd name="T12" fmla="*/ 622 w 640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0" h="1043">
                      <a:moveTo>
                        <a:pt x="622" y="1043"/>
                      </a:moveTo>
                      <a:lnTo>
                        <a:pt x="640" y="1043"/>
                      </a:lnTo>
                      <a:lnTo>
                        <a:pt x="48" y="0"/>
                      </a:lnTo>
                      <a:lnTo>
                        <a:pt x="0" y="0"/>
                      </a:lnTo>
                      <a:lnTo>
                        <a:pt x="598" y="1043"/>
                      </a:lnTo>
                      <a:lnTo>
                        <a:pt x="622" y="1043"/>
                      </a:lnTo>
                      <a:lnTo>
                        <a:pt x="622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26" name="Freeform 38">
                  <a:extLst>
                    <a:ext uri="{FF2B5EF4-FFF2-40B4-BE49-F238E27FC236}">
                      <a16:creationId xmlns:a16="http://schemas.microsoft.com/office/drawing/2014/main" id="{651AF9DE-A460-ECF7-F64D-8950FF78DEF2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0" y="108"/>
                  <a:ext cx="630" cy="937"/>
                </a:xfrm>
                <a:custGeom>
                  <a:avLst/>
                  <a:gdLst>
                    <a:gd name="T0" fmla="*/ 604 w 628"/>
                    <a:gd name="T1" fmla="*/ 935 h 935"/>
                    <a:gd name="T2" fmla="*/ 628 w 628"/>
                    <a:gd name="T3" fmla="*/ 935 h 935"/>
                    <a:gd name="T4" fmla="*/ 0 w 628"/>
                    <a:gd name="T5" fmla="*/ 0 h 935"/>
                    <a:gd name="T6" fmla="*/ 0 w 628"/>
                    <a:gd name="T7" fmla="*/ 66 h 935"/>
                    <a:gd name="T8" fmla="*/ 580 w 628"/>
                    <a:gd name="T9" fmla="*/ 935 h 935"/>
                    <a:gd name="T10" fmla="*/ 604 w 628"/>
                    <a:gd name="T11" fmla="*/ 935 h 935"/>
                    <a:gd name="T12" fmla="*/ 604 w 628"/>
                    <a:gd name="T13" fmla="*/ 935 h 9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28" h="935">
                      <a:moveTo>
                        <a:pt x="604" y="935"/>
                      </a:moveTo>
                      <a:lnTo>
                        <a:pt x="628" y="935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580" y="935"/>
                      </a:lnTo>
                      <a:lnTo>
                        <a:pt x="604" y="935"/>
                      </a:lnTo>
                      <a:lnTo>
                        <a:pt x="604" y="93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27" name="Freeform 39">
                  <a:extLst>
                    <a:ext uri="{FF2B5EF4-FFF2-40B4-BE49-F238E27FC236}">
                      <a16:creationId xmlns:a16="http://schemas.microsoft.com/office/drawing/2014/main" id="{4E3F3898-C64C-B238-8596-D2CD134288CC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191" y="0"/>
                  <a:ext cx="155" cy="1045"/>
                </a:xfrm>
                <a:custGeom>
                  <a:avLst/>
                  <a:gdLst>
                    <a:gd name="T0" fmla="*/ 18 w 155"/>
                    <a:gd name="T1" fmla="*/ 1043 h 1043"/>
                    <a:gd name="T2" fmla="*/ 42 w 155"/>
                    <a:gd name="T3" fmla="*/ 1043 h 1043"/>
                    <a:gd name="T4" fmla="*/ 155 w 155"/>
                    <a:gd name="T5" fmla="*/ 0 h 1043"/>
                    <a:gd name="T6" fmla="*/ 114 w 155"/>
                    <a:gd name="T7" fmla="*/ 0 h 1043"/>
                    <a:gd name="T8" fmla="*/ 0 w 155"/>
                    <a:gd name="T9" fmla="*/ 1043 h 1043"/>
                    <a:gd name="T10" fmla="*/ 18 w 155"/>
                    <a:gd name="T11" fmla="*/ 1043 h 1043"/>
                    <a:gd name="T12" fmla="*/ 18 w 155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55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155" y="0"/>
                      </a:lnTo>
                      <a:lnTo>
                        <a:pt x="114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28" name="Freeform 40">
                  <a:extLst>
                    <a:ext uri="{FF2B5EF4-FFF2-40B4-BE49-F238E27FC236}">
                      <a16:creationId xmlns:a16="http://schemas.microsoft.com/office/drawing/2014/main" id="{84F8AE93-1FD9-A9A8-2E8A-0FADF6298135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533" y="0"/>
                  <a:ext cx="240" cy="1045"/>
                </a:xfrm>
                <a:custGeom>
                  <a:avLst/>
                  <a:gdLst>
                    <a:gd name="T0" fmla="*/ 18 w 239"/>
                    <a:gd name="T1" fmla="*/ 1043 h 1043"/>
                    <a:gd name="T2" fmla="*/ 36 w 239"/>
                    <a:gd name="T3" fmla="*/ 1043 h 1043"/>
                    <a:gd name="T4" fmla="*/ 239 w 239"/>
                    <a:gd name="T5" fmla="*/ 0 h 1043"/>
                    <a:gd name="T6" fmla="*/ 203 w 239"/>
                    <a:gd name="T7" fmla="*/ 0 h 1043"/>
                    <a:gd name="T8" fmla="*/ 0 w 239"/>
                    <a:gd name="T9" fmla="*/ 1043 h 1043"/>
                    <a:gd name="T10" fmla="*/ 18 w 239"/>
                    <a:gd name="T11" fmla="*/ 1043 h 1043"/>
                    <a:gd name="T12" fmla="*/ 18 w 23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39" h="1043">
                      <a:moveTo>
                        <a:pt x="18" y="1043"/>
                      </a:moveTo>
                      <a:lnTo>
                        <a:pt x="36" y="1043"/>
                      </a:lnTo>
                      <a:lnTo>
                        <a:pt x="239" y="0"/>
                      </a:lnTo>
                      <a:lnTo>
                        <a:pt x="203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29" name="Freeform 41">
                  <a:extLst>
                    <a:ext uri="{FF2B5EF4-FFF2-40B4-BE49-F238E27FC236}">
                      <a16:creationId xmlns:a16="http://schemas.microsoft.com/office/drawing/2014/main" id="{5507AA3F-5F3C-0A2E-4E44-81AFBA1AD647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821" y="0"/>
                  <a:ext cx="359" cy="1045"/>
                </a:xfrm>
                <a:custGeom>
                  <a:avLst/>
                  <a:gdLst>
                    <a:gd name="T0" fmla="*/ 24 w 358"/>
                    <a:gd name="T1" fmla="*/ 1043 h 1043"/>
                    <a:gd name="T2" fmla="*/ 42 w 358"/>
                    <a:gd name="T3" fmla="*/ 1043 h 1043"/>
                    <a:gd name="T4" fmla="*/ 358 w 358"/>
                    <a:gd name="T5" fmla="*/ 0 h 1043"/>
                    <a:gd name="T6" fmla="*/ 317 w 358"/>
                    <a:gd name="T7" fmla="*/ 0 h 1043"/>
                    <a:gd name="T8" fmla="*/ 0 w 358"/>
                    <a:gd name="T9" fmla="*/ 1043 h 1043"/>
                    <a:gd name="T10" fmla="*/ 24 w 358"/>
                    <a:gd name="T11" fmla="*/ 1043 h 1043"/>
                    <a:gd name="T12" fmla="*/ 24 w 358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8" h="1043">
                      <a:moveTo>
                        <a:pt x="24" y="1043"/>
                      </a:moveTo>
                      <a:lnTo>
                        <a:pt x="42" y="1043"/>
                      </a:lnTo>
                      <a:lnTo>
                        <a:pt x="358" y="0"/>
                      </a:lnTo>
                      <a:lnTo>
                        <a:pt x="317" y="0"/>
                      </a:lnTo>
                      <a:lnTo>
                        <a:pt x="0" y="1043"/>
                      </a:lnTo>
                      <a:lnTo>
                        <a:pt x="24" y="1043"/>
                      </a:lnTo>
                      <a:lnTo>
                        <a:pt x="24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30" name="Freeform 42">
                  <a:extLst>
                    <a:ext uri="{FF2B5EF4-FFF2-40B4-BE49-F238E27FC236}">
                      <a16:creationId xmlns:a16="http://schemas.microsoft.com/office/drawing/2014/main" id="{163EE492-433C-A84D-10E9-E32BAA3B389D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139" y="0"/>
                  <a:ext cx="449" cy="1045"/>
                </a:xfrm>
                <a:custGeom>
                  <a:avLst/>
                  <a:gdLst>
                    <a:gd name="T0" fmla="*/ 18 w 448"/>
                    <a:gd name="T1" fmla="*/ 1043 h 1043"/>
                    <a:gd name="T2" fmla="*/ 41 w 448"/>
                    <a:gd name="T3" fmla="*/ 1043 h 1043"/>
                    <a:gd name="T4" fmla="*/ 448 w 448"/>
                    <a:gd name="T5" fmla="*/ 0 h 1043"/>
                    <a:gd name="T6" fmla="*/ 406 w 448"/>
                    <a:gd name="T7" fmla="*/ 0 h 1043"/>
                    <a:gd name="T8" fmla="*/ 0 w 448"/>
                    <a:gd name="T9" fmla="*/ 1043 h 1043"/>
                    <a:gd name="T10" fmla="*/ 18 w 448"/>
                    <a:gd name="T11" fmla="*/ 1043 h 1043"/>
                    <a:gd name="T12" fmla="*/ 18 w 448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8" h="1043">
                      <a:moveTo>
                        <a:pt x="18" y="1043"/>
                      </a:moveTo>
                      <a:lnTo>
                        <a:pt x="41" y="1043"/>
                      </a:lnTo>
                      <a:lnTo>
                        <a:pt x="448" y="0"/>
                      </a:lnTo>
                      <a:lnTo>
                        <a:pt x="406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31" name="Freeform 43">
                  <a:extLst>
                    <a:ext uri="{FF2B5EF4-FFF2-40B4-BE49-F238E27FC236}">
                      <a16:creationId xmlns:a16="http://schemas.microsoft.com/office/drawing/2014/main" id="{678720C4-349E-EDE7-B3CE-F9280A868DBF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480" y="0"/>
                  <a:ext cx="541" cy="1045"/>
                </a:xfrm>
                <a:custGeom>
                  <a:avLst/>
                  <a:gdLst>
                    <a:gd name="T0" fmla="*/ 18 w 539"/>
                    <a:gd name="T1" fmla="*/ 1043 h 1043"/>
                    <a:gd name="T2" fmla="*/ 42 w 539"/>
                    <a:gd name="T3" fmla="*/ 1043 h 1043"/>
                    <a:gd name="T4" fmla="*/ 539 w 539"/>
                    <a:gd name="T5" fmla="*/ 0 h 1043"/>
                    <a:gd name="T6" fmla="*/ 497 w 539"/>
                    <a:gd name="T7" fmla="*/ 0 h 1043"/>
                    <a:gd name="T8" fmla="*/ 0 w 539"/>
                    <a:gd name="T9" fmla="*/ 1043 h 1043"/>
                    <a:gd name="T10" fmla="*/ 18 w 539"/>
                    <a:gd name="T11" fmla="*/ 1043 h 1043"/>
                    <a:gd name="T12" fmla="*/ 18 w 539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39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539" y="0"/>
                      </a:lnTo>
                      <a:lnTo>
                        <a:pt x="497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32" name="Freeform 44">
                  <a:extLst>
                    <a:ext uri="{FF2B5EF4-FFF2-40B4-BE49-F238E27FC236}">
                      <a16:creationId xmlns:a16="http://schemas.microsoft.com/office/drawing/2014/main" id="{7863770D-D240-2DF0-4DBF-53351F9977F3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768" y="0"/>
                  <a:ext cx="642" cy="1045"/>
                </a:xfrm>
                <a:custGeom>
                  <a:avLst/>
                  <a:gdLst>
                    <a:gd name="T0" fmla="*/ 18 w 640"/>
                    <a:gd name="T1" fmla="*/ 1043 h 1043"/>
                    <a:gd name="T2" fmla="*/ 42 w 640"/>
                    <a:gd name="T3" fmla="*/ 1043 h 1043"/>
                    <a:gd name="T4" fmla="*/ 640 w 640"/>
                    <a:gd name="T5" fmla="*/ 0 h 1043"/>
                    <a:gd name="T6" fmla="*/ 592 w 640"/>
                    <a:gd name="T7" fmla="*/ 0 h 1043"/>
                    <a:gd name="T8" fmla="*/ 0 w 640"/>
                    <a:gd name="T9" fmla="*/ 1043 h 1043"/>
                    <a:gd name="T10" fmla="*/ 18 w 640"/>
                    <a:gd name="T11" fmla="*/ 1043 h 1043"/>
                    <a:gd name="T12" fmla="*/ 18 w 640"/>
                    <a:gd name="T13" fmla="*/ 1043 h 1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0" h="1043">
                      <a:moveTo>
                        <a:pt x="18" y="1043"/>
                      </a:moveTo>
                      <a:lnTo>
                        <a:pt x="42" y="1043"/>
                      </a:lnTo>
                      <a:lnTo>
                        <a:pt x="640" y="0"/>
                      </a:lnTo>
                      <a:lnTo>
                        <a:pt x="592" y="0"/>
                      </a:lnTo>
                      <a:lnTo>
                        <a:pt x="0" y="1043"/>
                      </a:lnTo>
                      <a:lnTo>
                        <a:pt x="18" y="1043"/>
                      </a:lnTo>
                      <a:lnTo>
                        <a:pt x="18" y="10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33" name="Freeform 45">
                  <a:extLst>
                    <a:ext uri="{FF2B5EF4-FFF2-40B4-BE49-F238E27FC236}">
                      <a16:creationId xmlns:a16="http://schemas.microsoft.com/office/drawing/2014/main" id="{B775EBE4-DB12-E516-57F2-342BCB05308B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5086" y="48"/>
                  <a:ext cx="672" cy="997"/>
                </a:xfrm>
                <a:custGeom>
                  <a:avLst/>
                  <a:gdLst>
                    <a:gd name="T0" fmla="*/ 24 w 670"/>
                    <a:gd name="T1" fmla="*/ 995 h 995"/>
                    <a:gd name="T2" fmla="*/ 48 w 670"/>
                    <a:gd name="T3" fmla="*/ 995 h 995"/>
                    <a:gd name="T4" fmla="*/ 670 w 670"/>
                    <a:gd name="T5" fmla="*/ 72 h 995"/>
                    <a:gd name="T6" fmla="*/ 670 w 670"/>
                    <a:gd name="T7" fmla="*/ 0 h 995"/>
                    <a:gd name="T8" fmla="*/ 0 w 670"/>
                    <a:gd name="T9" fmla="*/ 995 h 995"/>
                    <a:gd name="T10" fmla="*/ 24 w 670"/>
                    <a:gd name="T11" fmla="*/ 995 h 995"/>
                    <a:gd name="T12" fmla="*/ 24 w 670"/>
                    <a:gd name="T13" fmla="*/ 995 h 9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70" h="995">
                      <a:moveTo>
                        <a:pt x="24" y="995"/>
                      </a:moveTo>
                      <a:lnTo>
                        <a:pt x="48" y="995"/>
                      </a:lnTo>
                      <a:lnTo>
                        <a:pt x="670" y="72"/>
                      </a:lnTo>
                      <a:lnTo>
                        <a:pt x="670" y="0"/>
                      </a:lnTo>
                      <a:lnTo>
                        <a:pt x="0" y="995"/>
                      </a:lnTo>
                      <a:lnTo>
                        <a:pt x="24" y="995"/>
                      </a:lnTo>
                      <a:lnTo>
                        <a:pt x="24" y="99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9804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2334" name="Group 46">
                <a:extLst>
                  <a:ext uri="{FF2B5EF4-FFF2-40B4-BE49-F238E27FC236}">
                    <a16:creationId xmlns:a16="http://schemas.microsoft.com/office/drawing/2014/main" id="{D55FA294-9BE2-07B3-308A-FA7F91A6E3D0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558"/>
                <a:ext cx="5758" cy="487"/>
                <a:chOff x="0" y="558"/>
                <a:chExt cx="5758" cy="487"/>
              </a:xfrm>
            </p:grpSpPr>
            <p:sp>
              <p:nvSpPr>
                <p:cNvPr id="12335" name="Freeform 47">
                  <a:extLst>
                    <a:ext uri="{FF2B5EF4-FFF2-40B4-BE49-F238E27FC236}">
                      <a16:creationId xmlns:a16="http://schemas.microsoft.com/office/drawing/2014/main" id="{8F587FA8-6491-A801-BB46-32019C384DFF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0" y="618"/>
                  <a:ext cx="306" cy="427"/>
                </a:xfrm>
                <a:custGeom>
                  <a:avLst/>
                  <a:gdLst>
                    <a:gd name="T0" fmla="*/ 281 w 305"/>
                    <a:gd name="T1" fmla="*/ 426 h 426"/>
                    <a:gd name="T2" fmla="*/ 305 w 305"/>
                    <a:gd name="T3" fmla="*/ 426 h 426"/>
                    <a:gd name="T4" fmla="*/ 0 w 305"/>
                    <a:gd name="T5" fmla="*/ 0 h 426"/>
                    <a:gd name="T6" fmla="*/ 0 w 305"/>
                    <a:gd name="T7" fmla="*/ 66 h 426"/>
                    <a:gd name="T8" fmla="*/ 251 w 305"/>
                    <a:gd name="T9" fmla="*/ 426 h 426"/>
                    <a:gd name="T10" fmla="*/ 281 w 305"/>
                    <a:gd name="T11" fmla="*/ 426 h 426"/>
                    <a:gd name="T12" fmla="*/ 281 w 305"/>
                    <a:gd name="T13" fmla="*/ 426 h 4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5" h="426">
                      <a:moveTo>
                        <a:pt x="281" y="426"/>
                      </a:moveTo>
                      <a:lnTo>
                        <a:pt x="305" y="426"/>
                      </a:lnTo>
                      <a:lnTo>
                        <a:pt x="0" y="0"/>
                      </a:lnTo>
                      <a:lnTo>
                        <a:pt x="0" y="66"/>
                      </a:lnTo>
                      <a:lnTo>
                        <a:pt x="251" y="426"/>
                      </a:lnTo>
                      <a:lnTo>
                        <a:pt x="281" y="426"/>
                      </a:lnTo>
                      <a:lnTo>
                        <a:pt x="281" y="42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36" name="Freeform 48">
                  <a:extLst>
                    <a:ext uri="{FF2B5EF4-FFF2-40B4-BE49-F238E27FC236}">
                      <a16:creationId xmlns:a16="http://schemas.microsoft.com/office/drawing/2014/main" id="{5960ECA5-D58A-B387-BBAD-9C47B38DACA0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5410" y="558"/>
                  <a:ext cx="348" cy="487"/>
                </a:xfrm>
                <a:custGeom>
                  <a:avLst/>
                  <a:gdLst>
                    <a:gd name="T0" fmla="*/ 24 w 347"/>
                    <a:gd name="T1" fmla="*/ 486 h 486"/>
                    <a:gd name="T2" fmla="*/ 48 w 347"/>
                    <a:gd name="T3" fmla="*/ 486 h 486"/>
                    <a:gd name="T4" fmla="*/ 347 w 347"/>
                    <a:gd name="T5" fmla="*/ 72 h 486"/>
                    <a:gd name="T6" fmla="*/ 347 w 347"/>
                    <a:gd name="T7" fmla="*/ 0 h 486"/>
                    <a:gd name="T8" fmla="*/ 0 w 347"/>
                    <a:gd name="T9" fmla="*/ 486 h 486"/>
                    <a:gd name="T10" fmla="*/ 24 w 347"/>
                    <a:gd name="T11" fmla="*/ 486 h 486"/>
                    <a:gd name="T12" fmla="*/ 24 w 347"/>
                    <a:gd name="T13" fmla="*/ 486 h 4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7" h="486">
                      <a:moveTo>
                        <a:pt x="24" y="486"/>
                      </a:moveTo>
                      <a:lnTo>
                        <a:pt x="48" y="486"/>
                      </a:lnTo>
                      <a:lnTo>
                        <a:pt x="347" y="72"/>
                      </a:lnTo>
                      <a:lnTo>
                        <a:pt x="347" y="0"/>
                      </a:lnTo>
                      <a:lnTo>
                        <a:pt x="0" y="486"/>
                      </a:lnTo>
                      <a:lnTo>
                        <a:pt x="24" y="486"/>
                      </a:lnTo>
                      <a:lnTo>
                        <a:pt x="24" y="48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2337" name="Group 49">
                <a:extLst>
                  <a:ext uri="{FF2B5EF4-FFF2-40B4-BE49-F238E27FC236}">
                    <a16:creationId xmlns:a16="http://schemas.microsoft.com/office/drawing/2014/main" id="{5133E1A6-9D39-4538-8D84-DC40BB556106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264" y="1039"/>
                <a:ext cx="5200" cy="3280"/>
                <a:chOff x="264" y="1039"/>
                <a:chExt cx="5200" cy="3280"/>
              </a:xfrm>
            </p:grpSpPr>
            <p:sp>
              <p:nvSpPr>
                <p:cNvPr id="12338" name="Freeform 50">
                  <a:extLst>
                    <a:ext uri="{FF2B5EF4-FFF2-40B4-BE49-F238E27FC236}">
                      <a16:creationId xmlns:a16="http://schemas.microsoft.com/office/drawing/2014/main" id="{84D3460C-D2AE-8913-3842-11B5C49324F8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849" y="1039"/>
                  <a:ext cx="42" cy="3280"/>
                </a:xfrm>
                <a:custGeom>
                  <a:avLst/>
                  <a:gdLst>
                    <a:gd name="T0" fmla="*/ 18 w 42"/>
                    <a:gd name="T1" fmla="*/ 0 h 3273"/>
                    <a:gd name="T2" fmla="*/ 0 w 42"/>
                    <a:gd name="T3" fmla="*/ 0 h 3273"/>
                    <a:gd name="T4" fmla="*/ 0 w 42"/>
                    <a:gd name="T5" fmla="*/ 3273 h 3273"/>
                    <a:gd name="T6" fmla="*/ 42 w 42"/>
                    <a:gd name="T7" fmla="*/ 3273 h 3273"/>
                    <a:gd name="T8" fmla="*/ 42 w 42"/>
                    <a:gd name="T9" fmla="*/ 0 h 3273"/>
                    <a:gd name="T10" fmla="*/ 18 w 42"/>
                    <a:gd name="T11" fmla="*/ 0 h 3273"/>
                    <a:gd name="T12" fmla="*/ 18 w 42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39" name="Freeform 51">
                  <a:extLst>
                    <a:ext uri="{FF2B5EF4-FFF2-40B4-BE49-F238E27FC236}">
                      <a16:creationId xmlns:a16="http://schemas.microsoft.com/office/drawing/2014/main" id="{AEE631D9-5FF1-E220-D28B-1602FA4DDBE3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154" y="1039"/>
                  <a:ext cx="401" cy="3280"/>
                </a:xfrm>
                <a:custGeom>
                  <a:avLst/>
                  <a:gdLst>
                    <a:gd name="T0" fmla="*/ 376 w 400"/>
                    <a:gd name="T1" fmla="*/ 0 h 3273"/>
                    <a:gd name="T2" fmla="*/ 358 w 400"/>
                    <a:gd name="T3" fmla="*/ 0 h 3273"/>
                    <a:gd name="T4" fmla="*/ 0 w 400"/>
                    <a:gd name="T5" fmla="*/ 3273 h 3273"/>
                    <a:gd name="T6" fmla="*/ 41 w 400"/>
                    <a:gd name="T7" fmla="*/ 3273 h 3273"/>
                    <a:gd name="T8" fmla="*/ 400 w 400"/>
                    <a:gd name="T9" fmla="*/ 0 h 3273"/>
                    <a:gd name="T10" fmla="*/ 376 w 400"/>
                    <a:gd name="T11" fmla="*/ 0 h 3273"/>
                    <a:gd name="T12" fmla="*/ 376 w 400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0" h="3273">
                      <a:moveTo>
                        <a:pt x="376" y="0"/>
                      </a:moveTo>
                      <a:lnTo>
                        <a:pt x="358" y="0"/>
                      </a:lnTo>
                      <a:lnTo>
                        <a:pt x="0" y="3273"/>
                      </a:lnTo>
                      <a:lnTo>
                        <a:pt x="41" y="3273"/>
                      </a:lnTo>
                      <a:lnTo>
                        <a:pt x="400" y="0"/>
                      </a:lnTo>
                      <a:lnTo>
                        <a:pt x="376" y="0"/>
                      </a:lnTo>
                      <a:lnTo>
                        <a:pt x="37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40" name="Freeform 52">
                  <a:extLst>
                    <a:ext uri="{FF2B5EF4-FFF2-40B4-BE49-F238E27FC236}">
                      <a16:creationId xmlns:a16="http://schemas.microsoft.com/office/drawing/2014/main" id="{BEF413C2-6761-36F5-52D6-23863F7B4071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1530" y="1039"/>
                  <a:ext cx="677" cy="3280"/>
                </a:xfrm>
                <a:custGeom>
                  <a:avLst/>
                  <a:gdLst>
                    <a:gd name="T0" fmla="*/ 657 w 675"/>
                    <a:gd name="T1" fmla="*/ 0 h 3273"/>
                    <a:gd name="T2" fmla="*/ 639 w 675"/>
                    <a:gd name="T3" fmla="*/ 0 h 3273"/>
                    <a:gd name="T4" fmla="*/ 0 w 675"/>
                    <a:gd name="T5" fmla="*/ 3273 h 3273"/>
                    <a:gd name="T6" fmla="*/ 42 w 675"/>
                    <a:gd name="T7" fmla="*/ 3273 h 3273"/>
                    <a:gd name="T8" fmla="*/ 675 w 675"/>
                    <a:gd name="T9" fmla="*/ 0 h 3273"/>
                    <a:gd name="T10" fmla="*/ 657 w 675"/>
                    <a:gd name="T11" fmla="*/ 0 h 3273"/>
                    <a:gd name="T12" fmla="*/ 657 w 675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75" h="3273">
                      <a:moveTo>
                        <a:pt x="657" y="0"/>
                      </a:moveTo>
                      <a:lnTo>
                        <a:pt x="639" y="0"/>
                      </a:lnTo>
                      <a:lnTo>
                        <a:pt x="0" y="3273"/>
                      </a:lnTo>
                      <a:lnTo>
                        <a:pt x="42" y="3273"/>
                      </a:lnTo>
                      <a:lnTo>
                        <a:pt x="675" y="0"/>
                      </a:lnTo>
                      <a:lnTo>
                        <a:pt x="657" y="0"/>
                      </a:lnTo>
                      <a:lnTo>
                        <a:pt x="65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41" name="Freeform 53">
                  <a:extLst>
                    <a:ext uri="{FF2B5EF4-FFF2-40B4-BE49-F238E27FC236}">
                      <a16:creationId xmlns:a16="http://schemas.microsoft.com/office/drawing/2014/main" id="{52D312B0-3918-200C-9B89-E0D0F67B2ECA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876" y="1039"/>
                  <a:ext cx="1031" cy="3280"/>
                </a:xfrm>
                <a:custGeom>
                  <a:avLst/>
                  <a:gdLst>
                    <a:gd name="T0" fmla="*/ 1013 w 1031"/>
                    <a:gd name="T1" fmla="*/ 0 h 3280"/>
                    <a:gd name="T2" fmla="*/ 990 w 1031"/>
                    <a:gd name="T3" fmla="*/ 0 h 3280"/>
                    <a:gd name="T4" fmla="*/ 0 w 1031"/>
                    <a:gd name="T5" fmla="*/ 3280 h 3280"/>
                    <a:gd name="T6" fmla="*/ 42 w 1031"/>
                    <a:gd name="T7" fmla="*/ 3280 h 3280"/>
                    <a:gd name="T8" fmla="*/ 1031 w 1031"/>
                    <a:gd name="T9" fmla="*/ 4 h 3280"/>
                    <a:gd name="T10" fmla="*/ 1013 w 1031"/>
                    <a:gd name="T11" fmla="*/ 0 h 3280"/>
                    <a:gd name="T12" fmla="*/ 1013 w 1031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31" h="3280">
                      <a:moveTo>
                        <a:pt x="1013" y="0"/>
                      </a:moveTo>
                      <a:lnTo>
                        <a:pt x="990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031" y="4"/>
                      </a:lnTo>
                      <a:lnTo>
                        <a:pt x="1013" y="0"/>
                      </a:lnTo>
                      <a:lnTo>
                        <a:pt x="101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42" name="Freeform 54">
                  <a:extLst>
                    <a:ext uri="{FF2B5EF4-FFF2-40B4-BE49-F238E27FC236}">
                      <a16:creationId xmlns:a16="http://schemas.microsoft.com/office/drawing/2014/main" id="{BDBD361A-BEEB-5D4A-1334-4935154D82A8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264" y="1039"/>
                  <a:ext cx="1319" cy="3280"/>
                </a:xfrm>
                <a:custGeom>
                  <a:avLst/>
                  <a:gdLst>
                    <a:gd name="T0" fmla="*/ 1296 w 1319"/>
                    <a:gd name="T1" fmla="*/ 0 h 3280"/>
                    <a:gd name="T2" fmla="*/ 1278 w 1319"/>
                    <a:gd name="T3" fmla="*/ 0 h 3280"/>
                    <a:gd name="T4" fmla="*/ 0 w 1319"/>
                    <a:gd name="T5" fmla="*/ 3280 h 3280"/>
                    <a:gd name="T6" fmla="*/ 42 w 1319"/>
                    <a:gd name="T7" fmla="*/ 3280 h 3280"/>
                    <a:gd name="T8" fmla="*/ 1319 w 1319"/>
                    <a:gd name="T9" fmla="*/ 5 h 3280"/>
                    <a:gd name="T10" fmla="*/ 1296 w 1319"/>
                    <a:gd name="T11" fmla="*/ 0 h 3280"/>
                    <a:gd name="T12" fmla="*/ 1296 w 1319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319" h="3280">
                      <a:moveTo>
                        <a:pt x="1296" y="0"/>
                      </a:moveTo>
                      <a:lnTo>
                        <a:pt x="1278" y="0"/>
                      </a:lnTo>
                      <a:lnTo>
                        <a:pt x="0" y="3280"/>
                      </a:lnTo>
                      <a:lnTo>
                        <a:pt x="42" y="3280"/>
                      </a:lnTo>
                      <a:lnTo>
                        <a:pt x="1319" y="5"/>
                      </a:lnTo>
                      <a:lnTo>
                        <a:pt x="1296" y="0"/>
                      </a:lnTo>
                      <a:lnTo>
                        <a:pt x="129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43" name="Freeform 55">
                  <a:extLst>
                    <a:ext uri="{FF2B5EF4-FFF2-40B4-BE49-F238E27FC236}">
                      <a16:creationId xmlns:a16="http://schemas.microsoft.com/office/drawing/2014/main" id="{0EB40132-A748-9D78-73FD-9AA2DAAA34CC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191" y="1039"/>
                  <a:ext cx="402" cy="3280"/>
                </a:xfrm>
                <a:custGeom>
                  <a:avLst/>
                  <a:gdLst>
                    <a:gd name="T0" fmla="*/ 18 w 401"/>
                    <a:gd name="T1" fmla="*/ 0 h 3273"/>
                    <a:gd name="T2" fmla="*/ 0 w 401"/>
                    <a:gd name="T3" fmla="*/ 0 h 3273"/>
                    <a:gd name="T4" fmla="*/ 359 w 401"/>
                    <a:gd name="T5" fmla="*/ 3273 h 3273"/>
                    <a:gd name="T6" fmla="*/ 401 w 401"/>
                    <a:gd name="T7" fmla="*/ 3273 h 3273"/>
                    <a:gd name="T8" fmla="*/ 42 w 401"/>
                    <a:gd name="T9" fmla="*/ 0 h 3273"/>
                    <a:gd name="T10" fmla="*/ 18 w 401"/>
                    <a:gd name="T11" fmla="*/ 0 h 3273"/>
                    <a:gd name="T12" fmla="*/ 18 w 401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1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359" y="3273"/>
                      </a:lnTo>
                      <a:lnTo>
                        <a:pt x="401" y="3273"/>
                      </a:lnTo>
                      <a:lnTo>
                        <a:pt x="42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44" name="Freeform 56">
                  <a:extLst>
                    <a:ext uri="{FF2B5EF4-FFF2-40B4-BE49-F238E27FC236}">
                      <a16:creationId xmlns:a16="http://schemas.microsoft.com/office/drawing/2014/main" id="{5A915B02-5DEE-D1B7-DFB8-57981140665C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533" y="1039"/>
                  <a:ext cx="677" cy="3280"/>
                </a:xfrm>
                <a:custGeom>
                  <a:avLst/>
                  <a:gdLst>
                    <a:gd name="T0" fmla="*/ 18 w 675"/>
                    <a:gd name="T1" fmla="*/ 0 h 3273"/>
                    <a:gd name="T2" fmla="*/ 0 w 675"/>
                    <a:gd name="T3" fmla="*/ 0 h 3273"/>
                    <a:gd name="T4" fmla="*/ 640 w 675"/>
                    <a:gd name="T5" fmla="*/ 3273 h 3273"/>
                    <a:gd name="T6" fmla="*/ 675 w 675"/>
                    <a:gd name="T7" fmla="*/ 3273 h 3273"/>
                    <a:gd name="T8" fmla="*/ 36 w 675"/>
                    <a:gd name="T9" fmla="*/ 0 h 3273"/>
                    <a:gd name="T10" fmla="*/ 18 w 675"/>
                    <a:gd name="T11" fmla="*/ 0 h 3273"/>
                    <a:gd name="T12" fmla="*/ 18 w 675"/>
                    <a:gd name="T13" fmla="*/ 0 h 3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75" h="3273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640" y="3273"/>
                      </a:lnTo>
                      <a:lnTo>
                        <a:pt x="675" y="3273"/>
                      </a:lnTo>
                      <a:lnTo>
                        <a:pt x="36" y="0"/>
                      </a:lnTo>
                      <a:lnTo>
                        <a:pt x="18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45" name="Freeform 57">
                  <a:extLst>
                    <a:ext uri="{FF2B5EF4-FFF2-40B4-BE49-F238E27FC236}">
                      <a16:creationId xmlns:a16="http://schemas.microsoft.com/office/drawing/2014/main" id="{5A2EBA9E-0E91-FCA2-4B0F-C7AA22BDDDD2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3822" y="1039"/>
                  <a:ext cx="1036" cy="3280"/>
                </a:xfrm>
                <a:custGeom>
                  <a:avLst/>
                  <a:gdLst>
                    <a:gd name="T0" fmla="*/ 23 w 1036"/>
                    <a:gd name="T1" fmla="*/ 0 h 3280"/>
                    <a:gd name="T2" fmla="*/ 0 w 1036"/>
                    <a:gd name="T3" fmla="*/ 5 h 3280"/>
                    <a:gd name="T4" fmla="*/ 994 w 1036"/>
                    <a:gd name="T5" fmla="*/ 3280 h 3280"/>
                    <a:gd name="T6" fmla="*/ 1036 w 1036"/>
                    <a:gd name="T7" fmla="*/ 3280 h 3280"/>
                    <a:gd name="T8" fmla="*/ 41 w 1036"/>
                    <a:gd name="T9" fmla="*/ 0 h 3280"/>
                    <a:gd name="T10" fmla="*/ 23 w 1036"/>
                    <a:gd name="T11" fmla="*/ 0 h 3280"/>
                    <a:gd name="T12" fmla="*/ 23 w 1036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36" h="3280">
                      <a:moveTo>
                        <a:pt x="23" y="0"/>
                      </a:moveTo>
                      <a:lnTo>
                        <a:pt x="0" y="5"/>
                      </a:lnTo>
                      <a:lnTo>
                        <a:pt x="994" y="3280"/>
                      </a:lnTo>
                      <a:lnTo>
                        <a:pt x="1036" y="3280"/>
                      </a:lnTo>
                      <a:lnTo>
                        <a:pt x="41" y="0"/>
                      </a:lnTo>
                      <a:lnTo>
                        <a:pt x="23" y="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46" name="Freeform 58">
                  <a:extLst>
                    <a:ext uri="{FF2B5EF4-FFF2-40B4-BE49-F238E27FC236}">
                      <a16:creationId xmlns:a16="http://schemas.microsoft.com/office/drawing/2014/main" id="{1682218D-FA8E-2D05-BA9D-B85B2D2ACC00}"/>
                    </a:ext>
                  </a:extLst>
                </p:cNvPr>
                <p:cNvSpPr>
                  <a:spLocks/>
                </p:cNvSpPr>
                <p:nvPr/>
              </p:nvSpPr>
              <p:spPr bwMode="hidden">
                <a:xfrm>
                  <a:off x="4137" y="1039"/>
                  <a:ext cx="1327" cy="3280"/>
                </a:xfrm>
                <a:custGeom>
                  <a:avLst/>
                  <a:gdLst>
                    <a:gd name="T0" fmla="*/ 20 w 1327"/>
                    <a:gd name="T1" fmla="*/ 0 h 3280"/>
                    <a:gd name="T2" fmla="*/ 0 w 1327"/>
                    <a:gd name="T3" fmla="*/ 7 h 3280"/>
                    <a:gd name="T4" fmla="*/ 1285 w 1327"/>
                    <a:gd name="T5" fmla="*/ 3280 h 3280"/>
                    <a:gd name="T6" fmla="*/ 1327 w 1327"/>
                    <a:gd name="T7" fmla="*/ 3280 h 3280"/>
                    <a:gd name="T8" fmla="*/ 43 w 1327"/>
                    <a:gd name="T9" fmla="*/ 0 h 3280"/>
                    <a:gd name="T10" fmla="*/ 20 w 1327"/>
                    <a:gd name="T11" fmla="*/ 0 h 3280"/>
                    <a:gd name="T12" fmla="*/ 20 w 1327"/>
                    <a:gd name="T13" fmla="*/ 0 h 32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327" h="3280">
                      <a:moveTo>
                        <a:pt x="20" y="0"/>
                      </a:moveTo>
                      <a:lnTo>
                        <a:pt x="0" y="7"/>
                      </a:lnTo>
                      <a:lnTo>
                        <a:pt x="1285" y="3280"/>
                      </a:lnTo>
                      <a:lnTo>
                        <a:pt x="1327" y="3280"/>
                      </a:lnTo>
                      <a:lnTo>
                        <a:pt x="43" y="0"/>
                      </a:lnTo>
                      <a:lnTo>
                        <a:pt x="20" y="0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69804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12347" name="Freeform 59">
                <a:extLst>
                  <a:ext uri="{FF2B5EF4-FFF2-40B4-BE49-F238E27FC236}">
                    <a16:creationId xmlns:a16="http://schemas.microsoft.com/office/drawing/2014/main" id="{A3706C0B-3699-D868-C915-EF92F1138E7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039"/>
                <a:ext cx="1254" cy="2632"/>
              </a:xfrm>
              <a:custGeom>
                <a:avLst/>
                <a:gdLst>
                  <a:gd name="T0" fmla="*/ 1236 w 1254"/>
                  <a:gd name="T1" fmla="*/ 0 h 2632"/>
                  <a:gd name="T2" fmla="*/ 1212 w 1254"/>
                  <a:gd name="T3" fmla="*/ 0 h 2632"/>
                  <a:gd name="T4" fmla="*/ 0 w 1254"/>
                  <a:gd name="T5" fmla="*/ 2542 h 2632"/>
                  <a:gd name="T6" fmla="*/ 0 w 1254"/>
                  <a:gd name="T7" fmla="*/ 2632 h 2632"/>
                  <a:gd name="T8" fmla="*/ 1254 w 1254"/>
                  <a:gd name="T9" fmla="*/ 7 h 2632"/>
                  <a:gd name="T10" fmla="*/ 1236 w 1254"/>
                  <a:gd name="T11" fmla="*/ 0 h 2632"/>
                  <a:gd name="T12" fmla="*/ 1236 w 1254"/>
                  <a:gd name="T13" fmla="*/ 0 h 26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54" h="2632">
                    <a:moveTo>
                      <a:pt x="1236" y="0"/>
                    </a:moveTo>
                    <a:lnTo>
                      <a:pt x="1212" y="0"/>
                    </a:lnTo>
                    <a:lnTo>
                      <a:pt x="0" y="2542"/>
                    </a:lnTo>
                    <a:lnTo>
                      <a:pt x="0" y="2632"/>
                    </a:lnTo>
                    <a:lnTo>
                      <a:pt x="1254" y="7"/>
                    </a:lnTo>
                    <a:lnTo>
                      <a:pt x="1236" y="0"/>
                    </a:lnTo>
                    <a:lnTo>
                      <a:pt x="123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6980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48" name="Freeform 60">
                <a:extLst>
                  <a:ext uri="{FF2B5EF4-FFF2-40B4-BE49-F238E27FC236}">
                    <a16:creationId xmlns:a16="http://schemas.microsoft.com/office/drawing/2014/main" id="{4361BBF0-4B19-711B-58D7-516FEE5DA24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039"/>
                <a:ext cx="948" cy="1676"/>
              </a:xfrm>
              <a:custGeom>
                <a:avLst/>
                <a:gdLst>
                  <a:gd name="T0" fmla="*/ 930 w 948"/>
                  <a:gd name="T1" fmla="*/ 0 h 1676"/>
                  <a:gd name="T2" fmla="*/ 906 w 948"/>
                  <a:gd name="T3" fmla="*/ 0 h 1676"/>
                  <a:gd name="T4" fmla="*/ 0 w 948"/>
                  <a:gd name="T5" fmla="*/ 1593 h 1676"/>
                  <a:gd name="T6" fmla="*/ 0 w 948"/>
                  <a:gd name="T7" fmla="*/ 1676 h 1676"/>
                  <a:gd name="T8" fmla="*/ 948 w 948"/>
                  <a:gd name="T9" fmla="*/ 5 h 1676"/>
                  <a:gd name="T10" fmla="*/ 930 w 948"/>
                  <a:gd name="T11" fmla="*/ 0 h 1676"/>
                  <a:gd name="T12" fmla="*/ 930 w 948"/>
                  <a:gd name="T13" fmla="*/ 0 h 16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48" h="1676">
                    <a:moveTo>
                      <a:pt x="930" y="0"/>
                    </a:moveTo>
                    <a:lnTo>
                      <a:pt x="906" y="0"/>
                    </a:lnTo>
                    <a:lnTo>
                      <a:pt x="0" y="1593"/>
                    </a:lnTo>
                    <a:lnTo>
                      <a:pt x="0" y="1676"/>
                    </a:lnTo>
                    <a:lnTo>
                      <a:pt x="948" y="5"/>
                    </a:lnTo>
                    <a:lnTo>
                      <a:pt x="930" y="0"/>
                    </a:lnTo>
                    <a:lnTo>
                      <a:pt x="93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accent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49" name="Freeform 61">
                <a:extLst>
                  <a:ext uri="{FF2B5EF4-FFF2-40B4-BE49-F238E27FC236}">
                    <a16:creationId xmlns:a16="http://schemas.microsoft.com/office/drawing/2014/main" id="{28A57091-C3A6-BA7A-8577-7F846F44ACC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039"/>
                <a:ext cx="629" cy="937"/>
              </a:xfrm>
              <a:custGeom>
                <a:avLst/>
                <a:gdLst>
                  <a:gd name="T0" fmla="*/ 606 w 629"/>
                  <a:gd name="T1" fmla="*/ 0 h 937"/>
                  <a:gd name="T2" fmla="*/ 582 w 629"/>
                  <a:gd name="T3" fmla="*/ 0 h 937"/>
                  <a:gd name="T4" fmla="*/ 0 w 629"/>
                  <a:gd name="T5" fmla="*/ 871 h 937"/>
                  <a:gd name="T6" fmla="*/ 0 w 629"/>
                  <a:gd name="T7" fmla="*/ 937 h 937"/>
                  <a:gd name="T8" fmla="*/ 629 w 629"/>
                  <a:gd name="T9" fmla="*/ 4 h 937"/>
                  <a:gd name="T10" fmla="*/ 606 w 629"/>
                  <a:gd name="T11" fmla="*/ 0 h 937"/>
                  <a:gd name="T12" fmla="*/ 606 w 629"/>
                  <a:gd name="T13" fmla="*/ 0 h 9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9" h="937">
                    <a:moveTo>
                      <a:pt x="606" y="0"/>
                    </a:moveTo>
                    <a:lnTo>
                      <a:pt x="582" y="0"/>
                    </a:lnTo>
                    <a:lnTo>
                      <a:pt x="0" y="871"/>
                    </a:lnTo>
                    <a:lnTo>
                      <a:pt x="0" y="937"/>
                    </a:lnTo>
                    <a:lnTo>
                      <a:pt x="629" y="4"/>
                    </a:lnTo>
                    <a:lnTo>
                      <a:pt x="606" y="0"/>
                    </a:lnTo>
                    <a:lnTo>
                      <a:pt x="60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accent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50" name="Freeform 62">
                <a:extLst>
                  <a:ext uri="{FF2B5EF4-FFF2-40B4-BE49-F238E27FC236}">
                    <a16:creationId xmlns:a16="http://schemas.microsoft.com/office/drawing/2014/main" id="{3D05DE1B-F5FF-FE05-8EEA-B8C63F0BE57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0" y="1039"/>
                <a:ext cx="305" cy="427"/>
              </a:xfrm>
              <a:custGeom>
                <a:avLst/>
                <a:gdLst>
                  <a:gd name="T0" fmla="*/ 282 w 305"/>
                  <a:gd name="T1" fmla="*/ 0 h 427"/>
                  <a:gd name="T2" fmla="*/ 252 w 305"/>
                  <a:gd name="T3" fmla="*/ 0 h 427"/>
                  <a:gd name="T4" fmla="*/ 0 w 305"/>
                  <a:gd name="T5" fmla="*/ 361 h 427"/>
                  <a:gd name="T6" fmla="*/ 0 w 305"/>
                  <a:gd name="T7" fmla="*/ 427 h 427"/>
                  <a:gd name="T8" fmla="*/ 305 w 305"/>
                  <a:gd name="T9" fmla="*/ 5 h 427"/>
                  <a:gd name="T10" fmla="*/ 282 w 305"/>
                  <a:gd name="T11" fmla="*/ 0 h 427"/>
                  <a:gd name="T12" fmla="*/ 282 w 305"/>
                  <a:gd name="T13" fmla="*/ 0 h 4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5" h="427">
                    <a:moveTo>
                      <a:pt x="282" y="0"/>
                    </a:moveTo>
                    <a:lnTo>
                      <a:pt x="252" y="0"/>
                    </a:lnTo>
                    <a:lnTo>
                      <a:pt x="0" y="361"/>
                    </a:lnTo>
                    <a:lnTo>
                      <a:pt x="0" y="427"/>
                    </a:lnTo>
                    <a:lnTo>
                      <a:pt x="305" y="5"/>
                    </a:lnTo>
                    <a:lnTo>
                      <a:pt x="282" y="0"/>
                    </a:ln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accent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51" name="Freeform 63">
                <a:extLst>
                  <a:ext uri="{FF2B5EF4-FFF2-40B4-BE49-F238E27FC236}">
                    <a16:creationId xmlns:a16="http://schemas.microsoft.com/office/drawing/2014/main" id="{AB7C34B6-3B20-E39A-5998-915CA0EC7C7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481" y="1039"/>
                <a:ext cx="1277" cy="2686"/>
              </a:xfrm>
              <a:custGeom>
                <a:avLst/>
                <a:gdLst>
                  <a:gd name="T0" fmla="*/ 41 w 1277"/>
                  <a:gd name="T1" fmla="*/ 0 h 2686"/>
                  <a:gd name="T2" fmla="*/ 17 w 1277"/>
                  <a:gd name="T3" fmla="*/ 0 h 2686"/>
                  <a:gd name="T4" fmla="*/ 0 w 1277"/>
                  <a:gd name="T5" fmla="*/ 4 h 2686"/>
                  <a:gd name="T6" fmla="*/ 1277 w 1277"/>
                  <a:gd name="T7" fmla="*/ 2686 h 2686"/>
                  <a:gd name="T8" fmla="*/ 1277 w 1277"/>
                  <a:gd name="T9" fmla="*/ 2596 h 2686"/>
                  <a:gd name="T10" fmla="*/ 41 w 1277"/>
                  <a:gd name="T11" fmla="*/ 0 h 2686"/>
                  <a:gd name="T12" fmla="*/ 41 w 1277"/>
                  <a:gd name="T13" fmla="*/ 0 h 26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7" h="2686">
                    <a:moveTo>
                      <a:pt x="41" y="0"/>
                    </a:moveTo>
                    <a:lnTo>
                      <a:pt x="17" y="0"/>
                    </a:lnTo>
                    <a:lnTo>
                      <a:pt x="0" y="4"/>
                    </a:lnTo>
                    <a:lnTo>
                      <a:pt x="1277" y="2686"/>
                    </a:lnTo>
                    <a:lnTo>
                      <a:pt x="1277" y="2596"/>
                    </a:lnTo>
                    <a:lnTo>
                      <a:pt x="41" y="0"/>
                    </a:lnTo>
                    <a:lnTo>
                      <a:pt x="4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>
                      <a:gamma/>
                      <a:shade val="69804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52" name="Freeform 64">
                <a:extLst>
                  <a:ext uri="{FF2B5EF4-FFF2-40B4-BE49-F238E27FC236}">
                    <a16:creationId xmlns:a16="http://schemas.microsoft.com/office/drawing/2014/main" id="{2E480A36-4E51-4314-D614-734AF235BBB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770" y="1039"/>
                <a:ext cx="988" cy="1730"/>
              </a:xfrm>
              <a:custGeom>
                <a:avLst/>
                <a:gdLst>
                  <a:gd name="T0" fmla="*/ 16 w 988"/>
                  <a:gd name="T1" fmla="*/ 0 h 1730"/>
                  <a:gd name="T2" fmla="*/ 0 w 988"/>
                  <a:gd name="T3" fmla="*/ 7 h 1730"/>
                  <a:gd name="T4" fmla="*/ 988 w 988"/>
                  <a:gd name="T5" fmla="*/ 1730 h 1730"/>
                  <a:gd name="T6" fmla="*/ 988 w 988"/>
                  <a:gd name="T7" fmla="*/ 1653 h 1730"/>
                  <a:gd name="T8" fmla="*/ 40 w 988"/>
                  <a:gd name="T9" fmla="*/ 0 h 1730"/>
                  <a:gd name="T10" fmla="*/ 16 w 988"/>
                  <a:gd name="T11" fmla="*/ 0 h 1730"/>
                  <a:gd name="T12" fmla="*/ 16 w 988"/>
                  <a:gd name="T13" fmla="*/ 0 h 17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88" h="1730">
                    <a:moveTo>
                      <a:pt x="16" y="0"/>
                    </a:moveTo>
                    <a:lnTo>
                      <a:pt x="0" y="7"/>
                    </a:lnTo>
                    <a:lnTo>
                      <a:pt x="988" y="1730"/>
                    </a:lnTo>
                    <a:lnTo>
                      <a:pt x="988" y="1653"/>
                    </a:lnTo>
                    <a:lnTo>
                      <a:pt x="40" y="0"/>
                    </a:lnTo>
                    <a:lnTo>
                      <a:pt x="16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53" name="Freeform 65">
                <a:extLst>
                  <a:ext uri="{FF2B5EF4-FFF2-40B4-BE49-F238E27FC236}">
                    <a16:creationId xmlns:a16="http://schemas.microsoft.com/office/drawing/2014/main" id="{B568DEC5-228D-EBEC-143C-DFDD7C58100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088" y="1039"/>
                <a:ext cx="670" cy="997"/>
              </a:xfrm>
              <a:custGeom>
                <a:avLst/>
                <a:gdLst>
                  <a:gd name="T0" fmla="*/ 22 w 670"/>
                  <a:gd name="T1" fmla="*/ 0 h 997"/>
                  <a:gd name="T2" fmla="*/ 0 w 670"/>
                  <a:gd name="T3" fmla="*/ 4 h 997"/>
                  <a:gd name="T4" fmla="*/ 670 w 670"/>
                  <a:gd name="T5" fmla="*/ 997 h 997"/>
                  <a:gd name="T6" fmla="*/ 670 w 670"/>
                  <a:gd name="T7" fmla="*/ 925 h 997"/>
                  <a:gd name="T8" fmla="*/ 46 w 670"/>
                  <a:gd name="T9" fmla="*/ 0 h 997"/>
                  <a:gd name="T10" fmla="*/ 22 w 670"/>
                  <a:gd name="T11" fmla="*/ 0 h 997"/>
                  <a:gd name="T12" fmla="*/ 22 w 670"/>
                  <a:gd name="T13" fmla="*/ 0 h 9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70" h="997">
                    <a:moveTo>
                      <a:pt x="22" y="0"/>
                    </a:moveTo>
                    <a:lnTo>
                      <a:pt x="0" y="4"/>
                    </a:lnTo>
                    <a:lnTo>
                      <a:pt x="670" y="997"/>
                    </a:lnTo>
                    <a:lnTo>
                      <a:pt x="670" y="92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54" name="Freeform 66">
                <a:extLst>
                  <a:ext uri="{FF2B5EF4-FFF2-40B4-BE49-F238E27FC236}">
                    <a16:creationId xmlns:a16="http://schemas.microsoft.com/office/drawing/2014/main" id="{D1EC7B8C-A8B6-FB20-8794-C5A45849CCF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412" y="1039"/>
                <a:ext cx="346" cy="487"/>
              </a:xfrm>
              <a:custGeom>
                <a:avLst/>
                <a:gdLst>
                  <a:gd name="T0" fmla="*/ 22 w 346"/>
                  <a:gd name="T1" fmla="*/ 0 h 487"/>
                  <a:gd name="T2" fmla="*/ 0 w 346"/>
                  <a:gd name="T3" fmla="*/ 7 h 487"/>
                  <a:gd name="T4" fmla="*/ 346 w 346"/>
                  <a:gd name="T5" fmla="*/ 487 h 487"/>
                  <a:gd name="T6" fmla="*/ 346 w 346"/>
                  <a:gd name="T7" fmla="*/ 415 h 487"/>
                  <a:gd name="T8" fmla="*/ 46 w 346"/>
                  <a:gd name="T9" fmla="*/ 0 h 487"/>
                  <a:gd name="T10" fmla="*/ 22 w 346"/>
                  <a:gd name="T11" fmla="*/ 0 h 487"/>
                  <a:gd name="T12" fmla="*/ 22 w 346"/>
                  <a:gd name="T13" fmla="*/ 0 h 4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6" h="487">
                    <a:moveTo>
                      <a:pt x="22" y="0"/>
                    </a:moveTo>
                    <a:lnTo>
                      <a:pt x="0" y="7"/>
                    </a:lnTo>
                    <a:lnTo>
                      <a:pt x="346" y="487"/>
                    </a:lnTo>
                    <a:lnTo>
                      <a:pt x="346" y="415"/>
                    </a:lnTo>
                    <a:lnTo>
                      <a:pt x="46" y="0"/>
                    </a:lnTo>
                    <a:lnTo>
                      <a:pt x="22" y="0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12355" name="Rectangle 67">
            <a:extLst>
              <a:ext uri="{FF2B5EF4-FFF2-40B4-BE49-F238E27FC236}">
                <a16:creationId xmlns:a16="http://schemas.microsoft.com/office/drawing/2014/main" id="{C38D3D5B-7E6E-92D1-BC9D-099144C021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5613" y="273050"/>
            <a:ext cx="82264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2356" name="Rectangle 68">
            <a:extLst>
              <a:ext uri="{FF2B5EF4-FFF2-40B4-BE49-F238E27FC236}">
                <a16:creationId xmlns:a16="http://schemas.microsoft.com/office/drawing/2014/main" id="{B4FA2DEB-62F2-8E46-A69F-A73066DCC17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5613" y="6242050"/>
            <a:ext cx="2130425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2357" name="Rectangle 69">
            <a:extLst>
              <a:ext uri="{FF2B5EF4-FFF2-40B4-BE49-F238E27FC236}">
                <a16:creationId xmlns:a16="http://schemas.microsoft.com/office/drawing/2014/main" id="{9D71A712-C1E9-9969-F235-7178CB03C34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2050"/>
            <a:ext cx="2895600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2358" name="Rectangle 70">
            <a:extLst>
              <a:ext uri="{FF2B5EF4-FFF2-40B4-BE49-F238E27FC236}">
                <a16:creationId xmlns:a16="http://schemas.microsoft.com/office/drawing/2014/main" id="{28117968-DC14-B93C-0965-F69181B358F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2050"/>
            <a:ext cx="2130425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0361CE2B-8849-4B8D-AFE8-0C6D14187AC4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2359" name="Rectangle 71">
            <a:extLst>
              <a:ext uri="{FF2B5EF4-FFF2-40B4-BE49-F238E27FC236}">
                <a16:creationId xmlns:a16="http://schemas.microsoft.com/office/drawing/2014/main" id="{E3996B58-34B3-F9C0-9129-B5AF779AEA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598613"/>
            <a:ext cx="8226425" cy="4497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115000"/>
        <a:buFont typeface="Wingdings" panose="05000000000000000000" pitchFamily="2" charset="2"/>
        <a:buChar char="§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115000"/>
        <a:buFont typeface="Wingdings" panose="05000000000000000000" pitchFamily="2" charset="2"/>
        <a:buChar char="§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115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EBCEFE3-0612-72B6-00A8-54A84CDA471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pt-BR" sz="4800" b="1">
                <a:solidFill>
                  <a:schemeClr val="tx1"/>
                </a:solidFill>
              </a:rPr>
              <a:t>158</a:t>
            </a:r>
            <a:br>
              <a:rPr lang="en-US" altLang="pt-BR" sz="4800" b="1">
                <a:solidFill>
                  <a:schemeClr val="tx1"/>
                </a:solidFill>
              </a:rPr>
            </a:br>
            <a:r>
              <a:rPr lang="en-US" altLang="pt-BR" sz="4800" b="1">
                <a:solidFill>
                  <a:schemeClr val="tx1"/>
                </a:solidFill>
              </a:rPr>
              <a:t>QUE FARÁS DE JESUS CRISTO?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431E263-5548-E493-9FC1-31BD5C7139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273050"/>
            <a:ext cx="7997825" cy="5964238"/>
          </a:xfrm>
        </p:spPr>
        <p:txBody>
          <a:bodyPr/>
          <a:lstStyle/>
          <a:p>
            <a:r>
              <a:rPr lang="en-US" altLang="pt-BR" sz="4000">
                <a:solidFill>
                  <a:schemeClr val="tx1"/>
                </a:solidFill>
              </a:rPr>
              <a:t>Diante de Pilatos `stá Jesus,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Por todos deixado em aflição,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	O qual pergunta à multidão.	"Que farei de Jesus Cristo?"</a:t>
            </a:r>
            <a:br>
              <a:rPr lang="en-US" altLang="pt-BR" sz="4000">
                <a:solidFill>
                  <a:schemeClr val="tx1"/>
                </a:solidFill>
              </a:rPr>
            </a:br>
            <a:endParaRPr lang="en-US" altLang="pt-BR" sz="40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F8DB8CC-BCB2-FA4A-94BC-50849FE386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273050"/>
            <a:ext cx="8142288" cy="5603875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tx1"/>
                </a:solidFill>
              </a:rPr>
              <a:t>Que farás de Jesus Cristo? Responde, hoje, sim;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Dirás um dia ao vê-Lo: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"Que fará Ele de mim?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endParaRPr lang="en-US" altLang="pt-BR" sz="40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683E8A6-2E05-D539-41FE-DE332D3185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273050"/>
            <a:ext cx="8070850" cy="6035675"/>
          </a:xfrm>
        </p:spPr>
        <p:txBody>
          <a:bodyPr/>
          <a:lstStyle/>
          <a:p>
            <a:r>
              <a:rPr lang="en-US" altLang="pt-BR" sz="4000">
                <a:solidFill>
                  <a:schemeClr val="tx1"/>
                </a:solidFill>
              </a:rPr>
              <a:t>Em julgamento ainda está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O Nazareno em aflição,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E se repete a pergunta, então: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	"Que farei de Jesus Cristo?"</a:t>
            </a:r>
            <a:br>
              <a:rPr lang="en-US" altLang="pt-BR" sz="4000">
                <a:solidFill>
                  <a:schemeClr val="tx1"/>
                </a:solidFill>
              </a:rPr>
            </a:br>
            <a:endParaRPr lang="en-US" altLang="pt-BR" sz="4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D3B3FAA-D76F-467A-0B8C-12110DF347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273050"/>
            <a:ext cx="8142288" cy="5603875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tx1"/>
                </a:solidFill>
              </a:rPr>
              <a:t>Que farás de Jesus Cristo? Responde, hoje, sim;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Dirás um dia ao vê-Lo: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"Que fará Ele de mim?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endParaRPr lang="en-US" altLang="pt-BR" sz="40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037E4B7-AC9D-D324-9E04-58AB89254E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273050"/>
            <a:ext cx="8142288" cy="5964238"/>
          </a:xfrm>
        </p:spPr>
        <p:txBody>
          <a:bodyPr/>
          <a:lstStyle/>
          <a:p>
            <a:r>
              <a:rPr lang="en-US" altLang="pt-BR" sz="4000">
                <a:solidFill>
                  <a:schemeClr val="tx1"/>
                </a:solidFill>
              </a:rPr>
              <a:t>Será julgado Jesus por ti,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Ou recebido com gratidão?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E, mui alegre, dirás, então:</a:t>
            </a:r>
            <a:br>
              <a:rPr lang="en-US" altLang="pt-BR" sz="4000">
                <a:solidFill>
                  <a:schemeClr val="tx1"/>
                </a:solidFill>
              </a:rPr>
            </a:br>
            <a:r>
              <a:rPr lang="en-US" altLang="pt-BR" sz="4000">
                <a:solidFill>
                  <a:schemeClr val="tx1"/>
                </a:solidFill>
              </a:rPr>
              <a:t> "Aceito a Jesus Cristo!"</a:t>
            </a:r>
            <a:r>
              <a:rPr lang="en-US" altLang="pt-BR" sz="1600">
                <a:solidFill>
                  <a:schemeClr val="tx1"/>
                </a:solidFill>
              </a:rPr>
              <a:t>	F.V.</a:t>
            </a:r>
            <a:br>
              <a:rPr lang="en-US" altLang="pt-BR" sz="1600">
                <a:solidFill>
                  <a:schemeClr val="tx1"/>
                </a:solidFill>
              </a:rPr>
            </a:br>
            <a:endParaRPr lang="en-US" altLang="pt-BR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CCDB5A8-2449-AE1A-DF2B-72345841A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273050"/>
            <a:ext cx="8142288" cy="5603875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tx1"/>
                </a:solidFill>
              </a:rPr>
              <a:t>Que farás de Jesus Cristo? Responde, hoje, sim;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Dirás um dia ao vê-Lo: 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r>
              <a:rPr lang="en-US" altLang="pt-BR" sz="4000" b="1" i="1">
                <a:solidFill>
                  <a:schemeClr val="tx1"/>
                </a:solidFill>
              </a:rPr>
              <a:t>"Que fará Ele de mim?</a:t>
            </a:r>
            <a:br>
              <a:rPr lang="en-US" altLang="pt-BR" sz="4000" b="1" i="1">
                <a:solidFill>
                  <a:schemeClr val="tx1"/>
                </a:solidFill>
              </a:rPr>
            </a:br>
            <a:endParaRPr lang="en-US" altLang="pt-BR" sz="40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driculado dégradé">
  <a:themeElements>
    <a:clrScheme name="Quadriculado dégradé 4">
      <a:dk1>
        <a:srgbClr val="6B6B99"/>
      </a:dk1>
      <a:lt1>
        <a:srgbClr val="EAEAEA"/>
      </a:lt1>
      <a:dk2>
        <a:srgbClr val="666699"/>
      </a:dk2>
      <a:lt2>
        <a:srgbClr val="CCECFF"/>
      </a:lt2>
      <a:accent1>
        <a:srgbClr val="00CC66"/>
      </a:accent1>
      <a:accent2>
        <a:srgbClr val="54547A"/>
      </a:accent2>
      <a:accent3>
        <a:srgbClr val="B8B8CA"/>
      </a:accent3>
      <a:accent4>
        <a:srgbClr val="C8C8C8"/>
      </a:accent4>
      <a:accent5>
        <a:srgbClr val="AAE2B8"/>
      </a:accent5>
      <a:accent6>
        <a:srgbClr val="4B4B6E"/>
      </a:accent6>
      <a:hlink>
        <a:srgbClr val="65B2FF"/>
      </a:hlink>
      <a:folHlink>
        <a:srgbClr val="9900FF"/>
      </a:folHlink>
    </a:clrScheme>
    <a:fontScheme name="Quadriculado dégradé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Quadriculado dégradé 1">
        <a:dk1>
          <a:srgbClr val="7E0000"/>
        </a:dk1>
        <a:lt1>
          <a:srgbClr val="FFFFFF"/>
        </a:lt1>
        <a:dk2>
          <a:srgbClr val="800000"/>
        </a:dk2>
        <a:lt2>
          <a:srgbClr val="FCF0B2"/>
        </a:lt2>
        <a:accent1>
          <a:srgbClr val="C5543D"/>
        </a:accent1>
        <a:accent2>
          <a:srgbClr val="660000"/>
        </a:accent2>
        <a:accent3>
          <a:srgbClr val="C0AAAA"/>
        </a:accent3>
        <a:accent4>
          <a:srgbClr val="DADADA"/>
        </a:accent4>
        <a:accent5>
          <a:srgbClr val="DFB3AF"/>
        </a:accent5>
        <a:accent6>
          <a:srgbClr val="5C0000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2">
        <a:dk1>
          <a:srgbClr val="000066"/>
        </a:dk1>
        <a:lt1>
          <a:srgbClr val="FFFFFF"/>
        </a:lt1>
        <a:dk2>
          <a:srgbClr val="000066"/>
        </a:dk2>
        <a:lt2>
          <a:srgbClr val="B2B8C8"/>
        </a:lt2>
        <a:accent1>
          <a:srgbClr val="008080"/>
        </a:accent1>
        <a:accent2>
          <a:srgbClr val="00004E"/>
        </a:accent2>
        <a:accent3>
          <a:srgbClr val="AAAAB8"/>
        </a:accent3>
        <a:accent4>
          <a:srgbClr val="DADADA"/>
        </a:accent4>
        <a:accent5>
          <a:srgbClr val="AAC0C0"/>
        </a:accent5>
        <a:accent6>
          <a:srgbClr val="000046"/>
        </a:accent6>
        <a:hlink>
          <a:srgbClr val="00FF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3">
        <a:dk1>
          <a:srgbClr val="010199"/>
        </a:dk1>
        <a:lt1>
          <a:srgbClr val="FFFFFF"/>
        </a:lt1>
        <a:dk2>
          <a:srgbClr val="000099"/>
        </a:dk2>
        <a:lt2>
          <a:srgbClr val="CCFFFF"/>
        </a:lt2>
        <a:accent1>
          <a:srgbClr val="00C600"/>
        </a:accent1>
        <a:accent2>
          <a:srgbClr val="01017D"/>
        </a:accent2>
        <a:accent3>
          <a:srgbClr val="AAAACA"/>
        </a:accent3>
        <a:accent4>
          <a:srgbClr val="DADADA"/>
        </a:accent4>
        <a:accent5>
          <a:srgbClr val="AADFAA"/>
        </a:accent5>
        <a:accent6>
          <a:srgbClr val="010171"/>
        </a:accent6>
        <a:hlink>
          <a:srgbClr val="FFE701"/>
        </a:hlink>
        <a:folHlink>
          <a:srgbClr val="336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4">
        <a:dk1>
          <a:srgbClr val="6B6B99"/>
        </a:dk1>
        <a:lt1>
          <a:srgbClr val="EAEAEA"/>
        </a:lt1>
        <a:dk2>
          <a:srgbClr val="666699"/>
        </a:dk2>
        <a:lt2>
          <a:srgbClr val="CCECFF"/>
        </a:lt2>
        <a:accent1>
          <a:srgbClr val="00CC66"/>
        </a:accent1>
        <a:accent2>
          <a:srgbClr val="54547A"/>
        </a:accent2>
        <a:accent3>
          <a:srgbClr val="B8B8CA"/>
        </a:accent3>
        <a:accent4>
          <a:srgbClr val="C8C8C8"/>
        </a:accent4>
        <a:accent5>
          <a:srgbClr val="AAE2B8"/>
        </a:accent5>
        <a:accent6>
          <a:srgbClr val="4B4B6E"/>
        </a:accent6>
        <a:hlink>
          <a:srgbClr val="65B2FF"/>
        </a:hlink>
        <a:folHlink>
          <a:srgbClr val="99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5">
        <a:dk1>
          <a:srgbClr val="00827F"/>
        </a:dk1>
        <a:lt1>
          <a:srgbClr val="FFFFFF"/>
        </a:lt1>
        <a:dk2>
          <a:srgbClr val="008080"/>
        </a:dk2>
        <a:lt2>
          <a:srgbClr val="FFFFCC"/>
        </a:lt2>
        <a:accent1>
          <a:srgbClr val="6D6FC7"/>
        </a:accent1>
        <a:accent2>
          <a:srgbClr val="006462"/>
        </a:accent2>
        <a:accent3>
          <a:srgbClr val="AAC0C0"/>
        </a:accent3>
        <a:accent4>
          <a:srgbClr val="DADADA"/>
        </a:accent4>
        <a:accent5>
          <a:srgbClr val="BABBE0"/>
        </a:accent5>
        <a:accent6>
          <a:srgbClr val="005A58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6">
        <a:dk1>
          <a:srgbClr val="4D4D4D"/>
        </a:dk1>
        <a:lt1>
          <a:srgbClr val="FFFFFF"/>
        </a:lt1>
        <a:dk2>
          <a:srgbClr val="525252"/>
        </a:dk2>
        <a:lt2>
          <a:srgbClr val="C0C0C0"/>
        </a:lt2>
        <a:accent1>
          <a:srgbClr val="527C3A"/>
        </a:accent1>
        <a:accent2>
          <a:srgbClr val="444444"/>
        </a:accent2>
        <a:accent3>
          <a:srgbClr val="B3B3B3"/>
        </a:accent3>
        <a:accent4>
          <a:srgbClr val="DADADA"/>
        </a:accent4>
        <a:accent5>
          <a:srgbClr val="B3BFAE"/>
        </a:accent5>
        <a:accent6>
          <a:srgbClr val="3D3D3D"/>
        </a:accent6>
        <a:hlink>
          <a:srgbClr val="FAC458"/>
        </a:hlink>
        <a:folHlink>
          <a:srgbClr val="C7780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7">
        <a:dk1>
          <a:srgbClr val="516032"/>
        </a:dk1>
        <a:lt1>
          <a:srgbClr val="FFFFFF"/>
        </a:lt1>
        <a:dk2>
          <a:srgbClr val="546434"/>
        </a:dk2>
        <a:lt2>
          <a:srgbClr val="B2B68A"/>
        </a:lt2>
        <a:accent1>
          <a:srgbClr val="7D8C70"/>
        </a:accent1>
        <a:accent2>
          <a:srgbClr val="414E28"/>
        </a:accent2>
        <a:accent3>
          <a:srgbClr val="B3B8AE"/>
        </a:accent3>
        <a:accent4>
          <a:srgbClr val="DADADA"/>
        </a:accent4>
        <a:accent5>
          <a:srgbClr val="BFC5BB"/>
        </a:accent5>
        <a:accent6>
          <a:srgbClr val="3A4623"/>
        </a:accent6>
        <a:hlink>
          <a:srgbClr val="80C579"/>
        </a:hlink>
        <a:folHlink>
          <a:srgbClr val="7FADA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8">
        <a:dk1>
          <a:srgbClr val="D1CC00"/>
        </a:dk1>
        <a:lt1>
          <a:srgbClr val="FFFFFF"/>
        </a:lt1>
        <a:dk2>
          <a:srgbClr val="CCCC00"/>
        </a:dk2>
        <a:lt2>
          <a:srgbClr val="F3F5B1"/>
        </a:lt2>
        <a:accent1>
          <a:srgbClr val="808000"/>
        </a:accent1>
        <a:accent2>
          <a:srgbClr val="AEAA00"/>
        </a:accent2>
        <a:accent3>
          <a:srgbClr val="E2E2AA"/>
        </a:accent3>
        <a:accent4>
          <a:srgbClr val="DADADA"/>
        </a:accent4>
        <a:accent5>
          <a:srgbClr val="C0C0AA"/>
        </a:accent5>
        <a:accent6>
          <a:srgbClr val="9D9A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iculado dégradé 9">
        <a:dk1>
          <a:srgbClr val="000000"/>
        </a:dk1>
        <a:lt1>
          <a:srgbClr val="F8F8F8"/>
        </a:lt1>
        <a:dk2>
          <a:srgbClr val="336600"/>
        </a:dk2>
        <a:lt2>
          <a:srgbClr val="FBFBFB"/>
        </a:lt2>
        <a:accent1>
          <a:srgbClr val="009900"/>
        </a:accent1>
        <a:accent2>
          <a:srgbClr val="C6C6C6"/>
        </a:accent2>
        <a:accent3>
          <a:srgbClr val="FBFBFB"/>
        </a:accent3>
        <a:accent4>
          <a:srgbClr val="000000"/>
        </a:accent4>
        <a:accent5>
          <a:srgbClr val="AACAAA"/>
        </a:accent5>
        <a:accent6>
          <a:srgbClr val="B3B3B3"/>
        </a:accent6>
        <a:hlink>
          <a:srgbClr val="0066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Fading Grid</Template>
  <TotalTime>6</TotalTime>
  <Words>188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Times New Roman</vt:lpstr>
      <vt:lpstr>Wingdings</vt:lpstr>
      <vt:lpstr>Quadriculado dégradé</vt:lpstr>
      <vt:lpstr>158 QUE FARÁS DE JESUS CRISTO?</vt:lpstr>
      <vt:lpstr>Diante de Pilatos `stá Jesus, Por todos deixado em aflição,  O qual pergunta à multidão. "Que farei de Jesus Cristo?" </vt:lpstr>
      <vt:lpstr>Que farás de Jesus Cristo? Responde, hoje, sim;  Dirás um dia ao vê-Lo:  "Que fará Ele de mim? </vt:lpstr>
      <vt:lpstr>Em julgamento ainda está O Nazareno em aflição, E se repete a pergunta, então:  "Que farei de Jesus Cristo?" </vt:lpstr>
      <vt:lpstr>Que farás de Jesus Cristo? Responde, hoje, sim;  Dirás um dia ao vê-Lo:  "Que fará Ele de mim? </vt:lpstr>
      <vt:lpstr>Será julgado Jesus por ti, Ou recebido com gratidão? E, mui alegre, dirás, então:  "Aceito a Jesus Cristo!" F.V. </vt:lpstr>
      <vt:lpstr>Que farás de Jesus Cristo? Responde, hoje, sim;  Dirás um dia ao vê-Lo:  "Que fará Ele de mim?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158 - QUE FARAS DE JESUS CRISTO?</dc:title>
  <dc:creator>Montagna</dc:creator>
  <cp:lastModifiedBy>Emerson Souza</cp:lastModifiedBy>
  <cp:revision>3</cp:revision>
  <dcterms:created xsi:type="dcterms:W3CDTF">2005-10-16T04:15:57Z</dcterms:created>
  <dcterms:modified xsi:type="dcterms:W3CDTF">2026-05-02T21:50:08Z</dcterms:modified>
</cp:coreProperties>
</file>