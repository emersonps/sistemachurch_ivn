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5" r:id="rId6"/>
    <p:sldId id="260" r:id="rId7"/>
    <p:sldId id="266" r:id="rId8"/>
    <p:sldId id="261" r:id="rId9"/>
    <p:sldId id="267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50021"/>
    <a:srgbClr val="002E00"/>
    <a:srgbClr val="D1FFD1"/>
    <a:srgbClr val="FF3300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11" autoAdjust="0"/>
    <p:restoredTop sz="94673" autoAdjust="0"/>
  </p:normalViewPr>
  <p:slideViewPr>
    <p:cSldViewPr>
      <p:cViewPr varScale="1">
        <p:scale>
          <a:sx n="46" d="100"/>
          <a:sy n="46" d="100"/>
        </p:scale>
        <p:origin x="-108" y="-13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6F2EC0-FB8B-AE45-7AE7-0426158270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1C0E07F-8E7D-9E4C-3270-6CCA33A254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10ABDAB-1B41-791B-62D5-B87FA362A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72B14C7-54EB-8DF9-E642-854CDC27B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D4D174D-1529-C879-C477-2F0EFCCB4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DC5FC2E-57BE-475B-94B6-ECEA308EFE8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07710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A7E91F-8EF3-C557-D2A2-A07663FD3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1F7435A-65B5-0996-0E97-ED533B23B1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DC4E396-B443-11FD-D7D0-D64D15EC28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6786A66-7360-198D-8D41-875271104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DC21AA8-53E1-74D1-00BC-3A247F0C2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01829C6-29F2-4259-8CC2-D0F5BE8395C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350812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FDE89B-F11C-FA56-BF15-D7171AEEE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979A4BC-0CAF-BBE6-578C-504E5D7BE7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4A26760-7F4F-AC9E-37BC-883A5FB25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7CB62E4-B7AF-0E11-43F9-D8C600C3C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B5DC2DA-B355-88B0-10FC-346B23255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0A3ABB1-C737-442A-8AE8-27361BD303A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185240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1B68D7-14D2-FF86-DD53-A864E6FB4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C0E53F7-1FF4-6999-1D47-880420FE66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7EBBE94-C8AB-4526-A6C2-ADAAEC4D47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FE899F4-CE70-91D3-ED1C-B4537E4D71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B89F3C0-2BB1-57EE-EF80-E415442A4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8EC4841-5071-733A-B16E-AD46741A9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BE2D760-0F64-4E94-8051-F820778B6D6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473815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B8417B-18A8-EE35-B5F4-45DD53AA81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A097651-2C71-9852-BCA4-0C64632969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0B724F7-2350-71E3-C45C-A01FA254EB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B0F48CB-E22A-121F-2755-69491B1DAF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1EB349A-FA3B-4ABF-A8D6-7DD4AFF902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53B54087-EC78-E77B-01AD-902ACFD10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5E7A67F-859D-2375-44D8-E55428A2B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ADD480FE-6C61-9EAA-3EE5-65CA9833B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8DF6968-80FD-4509-A87B-9925CD8FD3B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3662472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76E9A8-1BBA-438A-9A6B-A74A7E6A3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CDE85537-E278-59C1-7930-7F27AF4591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EF747A9-8D9E-5944-3C1A-8A28F90DC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CC5B5CEE-CE36-B645-9BBD-F96C559B8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4470C56-C819-4B7B-B863-C9E63E52AB2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6442958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58F98F3B-53AD-C8CF-B9CB-6C9E50701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8E4AB62-A116-9E73-A07A-04C0A0229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16F5D0B-BB31-9A5B-E55F-FFFEEE516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86EAEF8-C3FB-434C-A518-A4FC5146066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626930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04AAC5-F0A6-A7D9-3BDA-0973D9BFC7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0E61D19-064A-8E11-9DF3-26464B3A02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188CA60-B229-84A9-C635-440EAAA30C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9F79EB3-25F3-6728-3D4D-79BEB53203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AA9FAF8-7CB8-6F7A-EE47-7D74E91A5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6E7468D-F569-ABA5-B876-29A4AB6D7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2D90023-65C7-44C0-B810-F3D2B9C4BAE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6860540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F1A89B-E388-8E25-42B8-B999EA63B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AA13461B-62DF-3EB7-65F0-473405C18D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E9A95D0-4E3F-E51E-BA49-4AAFBFBF9A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44D51A9-7EE2-358C-7E65-9E225192B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530FFE8-66CE-491A-FC27-66E912384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A88616D-F3FC-15D2-988E-726FB75C9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FF2A9BD-7454-4FC8-9786-E4A28297121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128377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BAD5B1-0BA7-8D50-D23C-11C23486C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BCB6FBE-CDF0-81B7-350D-F52BC6D039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680C745-2EA9-131B-8810-418EE3B7E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98ACBE2-7661-8BE6-E14A-D56D07D9A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7244DEC-01AA-D3E1-2680-E96CCFEE3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B62B4C2-491C-4571-AAC7-51F11FF3041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1353526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EBA5272-0AC3-627B-EB69-7120213210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CD5D657-E186-F1C5-B76D-4DE0FD3474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268E3F4-8B1B-416F-056B-FD1D5685A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86EC936-952F-D627-CFE2-3EDE2457A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6843B4-6793-5333-0951-4940FB39B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59E1653-DAAE-4793-BEE7-E9515351F3E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632281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D28393A4-5A23-60DB-9C0B-B3FB5952BB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55A57E7C-1712-01B1-DF28-0F15B50AA3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D3E2C08F-F739-B323-1A34-B243E8DED24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C6C6C6E1-39E0-0E30-FAEE-228AFDC38083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84316E1A-8D5C-4DB7-2C84-801E17820AB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0DD230E6-FFC3-4B93-B497-5B26A15EEC73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>
            <a:extLst>
              <a:ext uri="{FF2B5EF4-FFF2-40B4-BE49-F238E27FC236}">
                <a16:creationId xmlns:a16="http://schemas.microsoft.com/office/drawing/2014/main" id="{0676287E-86E7-FD47-AD54-AAA8B7ABC5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4800" y="-228600"/>
            <a:ext cx="9753600" cy="731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50" name="Rectangle 2">
            <a:extLst>
              <a:ext uri="{FF2B5EF4-FFF2-40B4-BE49-F238E27FC236}">
                <a16:creationId xmlns:a16="http://schemas.microsoft.com/office/drawing/2014/main" id="{F5F2035A-70C3-CB60-1829-ACE60DB1D928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323850" y="2276475"/>
            <a:ext cx="8532813" cy="2160588"/>
          </a:xfrm>
        </p:spPr>
        <p:txBody>
          <a:bodyPr anchor="ctr"/>
          <a:lstStyle/>
          <a:p>
            <a:r>
              <a:rPr lang="en-US" altLang="pt-BR" sz="4400" b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askerville Old Face" panose="02020602080505020303" pitchFamily="18" charset="0"/>
              </a:rPr>
              <a:t>160</a:t>
            </a:r>
            <a:br>
              <a:rPr lang="en-US" altLang="pt-BR" sz="4400" b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askerville Old Face" panose="02020602080505020303" pitchFamily="18" charset="0"/>
              </a:rPr>
            </a:br>
            <a:r>
              <a:rPr lang="en-US" altLang="pt-BR" sz="4400" b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askerville Old Face" panose="02020602080505020303" pitchFamily="18" charset="0"/>
              </a:rPr>
              <a:t>DEUS NOS QUIS SALVAR</a:t>
            </a:r>
            <a:br>
              <a:rPr lang="en-US" altLang="pt-BR" sz="4400" b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askerville Old Face" panose="02020602080505020303" pitchFamily="18" charset="0"/>
              </a:rPr>
            </a:br>
            <a:endParaRPr lang="en-US" altLang="pt-BR" sz="4400" b="1">
              <a:solidFill>
                <a:srgbClr val="A5002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Baskerville Old Face" panose="02020602080505020303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16599B1C-5268-7B53-B9E8-81EDC94D49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-252413" y="1773238"/>
            <a:ext cx="9396413" cy="5084762"/>
          </a:xfrm>
        </p:spPr>
        <p:txBody>
          <a:bodyPr/>
          <a:lstStyle/>
          <a:p>
            <a:r>
              <a:rPr lang="en-US" altLang="pt-BR" b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askerville Old Face" panose="02020602080505020303" pitchFamily="18" charset="0"/>
              </a:rPr>
              <a:t>Irmãos, unidos, vamos publicar </a:t>
            </a:r>
            <a:br>
              <a:rPr lang="en-US" altLang="pt-BR" b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askerville Old Face" panose="02020602080505020303" pitchFamily="18" charset="0"/>
              </a:rPr>
            </a:br>
            <a:r>
              <a:rPr lang="en-US" altLang="pt-BR" b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askerville Old Face" panose="02020602080505020303" pitchFamily="18" charset="0"/>
              </a:rPr>
              <a:t>Que Deus nos quis salvar, </a:t>
            </a:r>
            <a:br>
              <a:rPr lang="en-US" altLang="pt-BR" b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askerville Old Face" panose="02020602080505020303" pitchFamily="18" charset="0"/>
              </a:rPr>
            </a:br>
            <a:r>
              <a:rPr lang="en-US" altLang="pt-BR" b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askerville Old Face" panose="02020602080505020303" pitchFamily="18" charset="0"/>
              </a:rPr>
              <a:t>Que Deus nos quis salvar,</a:t>
            </a:r>
            <a:br>
              <a:rPr lang="en-US" altLang="pt-BR" b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askerville Old Face" panose="02020602080505020303" pitchFamily="18" charset="0"/>
              </a:rPr>
            </a:br>
            <a:r>
              <a:rPr lang="en-US" altLang="pt-BR" b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askerville Old Face" panose="02020602080505020303" pitchFamily="18" charset="0"/>
              </a:rPr>
              <a:t>Com o precioso sangue de Jesus,</a:t>
            </a:r>
            <a:br>
              <a:rPr lang="en-US" altLang="pt-BR" b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askerville Old Face" panose="02020602080505020303" pitchFamily="18" charset="0"/>
              </a:rPr>
            </a:br>
            <a:r>
              <a:rPr lang="en-US" altLang="pt-BR" b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askerville Old Face" panose="02020602080505020303" pitchFamily="18" charset="0"/>
              </a:rPr>
              <a:t>Vertido lá na cruz.</a:t>
            </a:r>
            <a:br>
              <a:rPr lang="en-US" altLang="pt-BR" b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askerville Old Face" panose="02020602080505020303" pitchFamily="18" charset="0"/>
              </a:rPr>
            </a:br>
            <a:endParaRPr lang="en-US" altLang="pt-BR" b="1">
              <a:solidFill>
                <a:srgbClr val="A5002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Baskerville Old Face" panose="020206020805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31561E3F-08E4-CF1F-3A82-9F60F24625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55650" y="1484313"/>
            <a:ext cx="8640763" cy="5616575"/>
          </a:xfrm>
        </p:spPr>
        <p:txBody>
          <a:bodyPr/>
          <a:lstStyle/>
          <a:p>
            <a:r>
              <a:rPr lang="en-US" altLang="pt-BR" sz="4800" b="1" i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askerville Old Face" panose="02020602080505020303" pitchFamily="18" charset="0"/>
              </a:rPr>
              <a:t>Que Deus nos quis salvar, </a:t>
            </a:r>
            <a:br>
              <a:rPr lang="en-US" altLang="pt-BR" sz="4800" b="1" i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askerville Old Face" panose="02020602080505020303" pitchFamily="18" charset="0"/>
              </a:rPr>
            </a:br>
            <a:r>
              <a:rPr lang="en-US" altLang="pt-BR" sz="4800" b="1" i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askerville Old Face" panose="02020602080505020303" pitchFamily="18" charset="0"/>
              </a:rPr>
              <a:t>Que Deus nos quis salvar, </a:t>
            </a:r>
            <a:br>
              <a:rPr lang="en-US" altLang="pt-BR" sz="4800" b="1" i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askerville Old Face" panose="02020602080505020303" pitchFamily="18" charset="0"/>
              </a:rPr>
            </a:br>
            <a:r>
              <a:rPr lang="en-US" altLang="pt-BR" sz="4800" b="1" i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askerville Old Face" panose="02020602080505020303" pitchFamily="18" charset="0"/>
              </a:rPr>
              <a:t>Co'o sangue do Senhor Jesus; </a:t>
            </a:r>
            <a:br>
              <a:rPr lang="en-US" altLang="pt-BR" sz="4800" b="1" i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askerville Old Face" panose="02020602080505020303" pitchFamily="18" charset="0"/>
              </a:rPr>
            </a:br>
            <a:r>
              <a:rPr lang="en-US" altLang="pt-BR" sz="4800" b="1" i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askerville Old Face" panose="02020602080505020303" pitchFamily="18" charset="0"/>
              </a:rPr>
              <a:t>O irmãos, devemos avançar, </a:t>
            </a:r>
            <a:br>
              <a:rPr lang="en-US" altLang="pt-BR" sz="4800" b="1" i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askerville Old Face" panose="02020602080505020303" pitchFamily="18" charset="0"/>
              </a:rPr>
            </a:br>
            <a:r>
              <a:rPr lang="en-US" altLang="pt-BR" sz="4800" b="1" i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askerville Old Face" panose="02020602080505020303" pitchFamily="18" charset="0"/>
              </a:rPr>
              <a:t>Olhando para a cruz</a:t>
            </a:r>
            <a:br>
              <a:rPr lang="en-US" altLang="pt-BR" sz="4800" b="1" i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askerville Old Face" panose="02020602080505020303" pitchFamily="18" charset="0"/>
              </a:rPr>
            </a:br>
            <a:endParaRPr lang="en-US" altLang="pt-BR" sz="4800" b="1" i="1">
              <a:solidFill>
                <a:srgbClr val="A5002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Baskerville Old Face" panose="020206020805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7C230F38-1971-8935-E326-57BD0BBF43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844675"/>
            <a:ext cx="9144000" cy="5013325"/>
          </a:xfrm>
        </p:spPr>
        <p:txBody>
          <a:bodyPr/>
          <a:lstStyle/>
          <a:p>
            <a:r>
              <a:rPr lang="en-US" altLang="pt-BR" b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askerville Old Face" panose="02020602080505020303" pitchFamily="18" charset="0"/>
              </a:rPr>
              <a:t>Irmãos, ao mundo vamos proclamar</a:t>
            </a:r>
            <a:br>
              <a:rPr lang="en-US" altLang="pt-BR" b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askerville Old Face" panose="02020602080505020303" pitchFamily="18" charset="0"/>
              </a:rPr>
            </a:br>
            <a:r>
              <a:rPr lang="en-US" altLang="pt-BR" b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askerville Old Face" panose="02020602080505020303" pitchFamily="18" charset="0"/>
              </a:rPr>
              <a:t>Que Deus nos quis salvar,</a:t>
            </a:r>
            <a:br>
              <a:rPr lang="en-US" altLang="pt-BR" b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askerville Old Face" panose="02020602080505020303" pitchFamily="18" charset="0"/>
              </a:rPr>
            </a:br>
            <a:r>
              <a:rPr lang="en-US" altLang="pt-BR" b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askerville Old Face" panose="02020602080505020303" pitchFamily="18" charset="0"/>
              </a:rPr>
              <a:t>Que Deus nos quis salvar.</a:t>
            </a:r>
            <a:br>
              <a:rPr lang="en-US" altLang="pt-BR" b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askerville Old Face" panose="02020602080505020303" pitchFamily="18" charset="0"/>
              </a:rPr>
            </a:br>
            <a:r>
              <a:rPr lang="en-US" altLang="pt-BR" b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askerville Old Face" panose="02020602080505020303" pitchFamily="18" charset="0"/>
              </a:rPr>
              <a:t>E que, mui breve, há de vir Jesus,</a:t>
            </a:r>
            <a:br>
              <a:rPr lang="en-US" altLang="pt-BR" b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askerville Old Face" panose="02020602080505020303" pitchFamily="18" charset="0"/>
              </a:rPr>
            </a:br>
            <a:r>
              <a:rPr lang="en-US" altLang="pt-BR" b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askerville Old Face" panose="02020602080505020303" pitchFamily="18" charset="0"/>
              </a:rPr>
              <a:t>Em gloriosa luz.</a:t>
            </a:r>
            <a:br>
              <a:rPr lang="en-US" altLang="pt-BR" b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askerville Old Face" panose="02020602080505020303" pitchFamily="18" charset="0"/>
              </a:rPr>
            </a:br>
            <a:endParaRPr lang="en-US" altLang="pt-BR" b="1">
              <a:solidFill>
                <a:srgbClr val="A5002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Baskerville Old Face" panose="020206020805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3">
            <a:extLst>
              <a:ext uri="{FF2B5EF4-FFF2-40B4-BE49-F238E27FC236}">
                <a16:creationId xmlns:a16="http://schemas.microsoft.com/office/drawing/2014/main" id="{EF66D94B-2219-755A-1345-CC6FDD3921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55650" y="1484313"/>
            <a:ext cx="8640763" cy="5616575"/>
          </a:xfrm>
        </p:spPr>
        <p:txBody>
          <a:bodyPr/>
          <a:lstStyle/>
          <a:p>
            <a:r>
              <a:rPr lang="en-US" altLang="pt-BR" sz="4800" b="1" i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askerville Old Face" panose="02020602080505020303" pitchFamily="18" charset="0"/>
              </a:rPr>
              <a:t>Que Deus nos quis salvar, </a:t>
            </a:r>
            <a:br>
              <a:rPr lang="en-US" altLang="pt-BR" sz="4800" b="1" i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askerville Old Face" panose="02020602080505020303" pitchFamily="18" charset="0"/>
              </a:rPr>
            </a:br>
            <a:r>
              <a:rPr lang="en-US" altLang="pt-BR" sz="4800" b="1" i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askerville Old Face" panose="02020602080505020303" pitchFamily="18" charset="0"/>
              </a:rPr>
              <a:t>Que Deus nos quis salvar, </a:t>
            </a:r>
            <a:br>
              <a:rPr lang="en-US" altLang="pt-BR" sz="4800" b="1" i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askerville Old Face" panose="02020602080505020303" pitchFamily="18" charset="0"/>
              </a:rPr>
            </a:br>
            <a:r>
              <a:rPr lang="en-US" altLang="pt-BR" sz="4800" b="1" i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askerville Old Face" panose="02020602080505020303" pitchFamily="18" charset="0"/>
              </a:rPr>
              <a:t>Co'o sangue do Senhor Jesus; </a:t>
            </a:r>
            <a:br>
              <a:rPr lang="en-US" altLang="pt-BR" sz="4800" b="1" i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askerville Old Face" panose="02020602080505020303" pitchFamily="18" charset="0"/>
              </a:rPr>
            </a:br>
            <a:r>
              <a:rPr lang="en-US" altLang="pt-BR" sz="4800" b="1" i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askerville Old Face" panose="02020602080505020303" pitchFamily="18" charset="0"/>
              </a:rPr>
              <a:t>O irmãos, devemos avançar, </a:t>
            </a:r>
            <a:br>
              <a:rPr lang="en-US" altLang="pt-BR" sz="4800" b="1" i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askerville Old Face" panose="02020602080505020303" pitchFamily="18" charset="0"/>
              </a:rPr>
            </a:br>
            <a:r>
              <a:rPr lang="en-US" altLang="pt-BR" sz="4800" b="1" i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askerville Old Face" panose="02020602080505020303" pitchFamily="18" charset="0"/>
              </a:rPr>
              <a:t>Olhando para a cruz</a:t>
            </a:r>
            <a:br>
              <a:rPr lang="en-US" altLang="pt-BR" sz="4800" b="1" i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askerville Old Face" panose="02020602080505020303" pitchFamily="18" charset="0"/>
              </a:rPr>
            </a:br>
            <a:endParaRPr lang="en-US" altLang="pt-BR" sz="4800" b="1" i="1">
              <a:solidFill>
                <a:srgbClr val="A5002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Baskerville Old Face" panose="02020602080505020303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B2FA216D-4C5C-C403-B09C-150C61D1D9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628775"/>
            <a:ext cx="9144000" cy="5229225"/>
          </a:xfrm>
        </p:spPr>
        <p:txBody>
          <a:bodyPr/>
          <a:lstStyle/>
          <a:p>
            <a:r>
              <a:rPr lang="en-US" altLang="pt-BR" b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askerville Old Face" panose="02020602080505020303" pitchFamily="18" charset="0"/>
              </a:rPr>
              <a:t>Na sã Palavra fomos encontrar </a:t>
            </a:r>
            <a:br>
              <a:rPr lang="en-US" altLang="pt-BR" b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askerville Old Face" panose="02020602080505020303" pitchFamily="18" charset="0"/>
              </a:rPr>
            </a:br>
            <a:r>
              <a:rPr lang="en-US" altLang="pt-BR" b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askerville Old Face" panose="02020602080505020303" pitchFamily="18" charset="0"/>
              </a:rPr>
              <a:t>Que Deus nos quis salvar, </a:t>
            </a:r>
            <a:br>
              <a:rPr lang="en-US" altLang="pt-BR" b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askerville Old Face" panose="02020602080505020303" pitchFamily="18" charset="0"/>
              </a:rPr>
            </a:br>
            <a:r>
              <a:rPr lang="en-US" altLang="pt-BR" b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askerville Old Face" panose="02020602080505020303" pitchFamily="18" charset="0"/>
              </a:rPr>
              <a:t>Que Deus nos quis salvar,</a:t>
            </a:r>
            <a:br>
              <a:rPr lang="en-US" altLang="pt-BR" b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askerville Old Face" panose="02020602080505020303" pitchFamily="18" charset="0"/>
              </a:rPr>
            </a:br>
            <a:r>
              <a:rPr lang="en-US" altLang="pt-BR" b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askerville Old Face" panose="02020602080505020303" pitchFamily="18" charset="0"/>
              </a:rPr>
              <a:t>E que no céu veremos o Senhor, Repletos de amor!</a:t>
            </a:r>
            <a:br>
              <a:rPr lang="en-US" altLang="pt-BR" b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askerville Old Face" panose="02020602080505020303" pitchFamily="18" charset="0"/>
              </a:rPr>
            </a:br>
            <a:endParaRPr lang="en-US" altLang="pt-BR" b="1">
              <a:solidFill>
                <a:srgbClr val="A5002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Baskerville Old Face" panose="02020602080505020303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3">
            <a:extLst>
              <a:ext uri="{FF2B5EF4-FFF2-40B4-BE49-F238E27FC236}">
                <a16:creationId xmlns:a16="http://schemas.microsoft.com/office/drawing/2014/main" id="{A30D7672-B383-01B5-4BE0-F400708D5E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55650" y="1484313"/>
            <a:ext cx="8640763" cy="5616575"/>
          </a:xfrm>
        </p:spPr>
        <p:txBody>
          <a:bodyPr/>
          <a:lstStyle/>
          <a:p>
            <a:r>
              <a:rPr lang="en-US" altLang="pt-BR" sz="4800" b="1" i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askerville Old Face" panose="02020602080505020303" pitchFamily="18" charset="0"/>
              </a:rPr>
              <a:t>Que Deus nos quis salvar, </a:t>
            </a:r>
            <a:br>
              <a:rPr lang="en-US" altLang="pt-BR" sz="4800" b="1" i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askerville Old Face" panose="02020602080505020303" pitchFamily="18" charset="0"/>
              </a:rPr>
            </a:br>
            <a:r>
              <a:rPr lang="en-US" altLang="pt-BR" sz="4800" b="1" i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askerville Old Face" panose="02020602080505020303" pitchFamily="18" charset="0"/>
              </a:rPr>
              <a:t>Que Deus nos quis salvar, </a:t>
            </a:r>
            <a:br>
              <a:rPr lang="en-US" altLang="pt-BR" sz="4800" b="1" i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askerville Old Face" panose="02020602080505020303" pitchFamily="18" charset="0"/>
              </a:rPr>
            </a:br>
            <a:r>
              <a:rPr lang="en-US" altLang="pt-BR" sz="4800" b="1" i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askerville Old Face" panose="02020602080505020303" pitchFamily="18" charset="0"/>
              </a:rPr>
              <a:t>Co'o sangue do Senhor Jesus; </a:t>
            </a:r>
            <a:br>
              <a:rPr lang="en-US" altLang="pt-BR" sz="4800" b="1" i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askerville Old Face" panose="02020602080505020303" pitchFamily="18" charset="0"/>
              </a:rPr>
            </a:br>
            <a:r>
              <a:rPr lang="en-US" altLang="pt-BR" sz="4800" b="1" i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askerville Old Face" panose="02020602080505020303" pitchFamily="18" charset="0"/>
              </a:rPr>
              <a:t>O irmãos, devemos avançar, </a:t>
            </a:r>
            <a:br>
              <a:rPr lang="en-US" altLang="pt-BR" sz="4800" b="1" i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askerville Old Face" panose="02020602080505020303" pitchFamily="18" charset="0"/>
              </a:rPr>
            </a:br>
            <a:r>
              <a:rPr lang="en-US" altLang="pt-BR" sz="4800" b="1" i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askerville Old Face" panose="02020602080505020303" pitchFamily="18" charset="0"/>
              </a:rPr>
              <a:t>Olhando para a cruz</a:t>
            </a:r>
            <a:br>
              <a:rPr lang="en-US" altLang="pt-BR" sz="4800" b="1" i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askerville Old Face" panose="02020602080505020303" pitchFamily="18" charset="0"/>
              </a:rPr>
            </a:br>
            <a:endParaRPr lang="en-US" altLang="pt-BR" sz="4800" b="1" i="1">
              <a:solidFill>
                <a:srgbClr val="A5002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Baskerville Old Face" panose="02020602080505020303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88930635-9379-2DE6-9AAF-6135A98477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628775"/>
            <a:ext cx="9144000" cy="5229225"/>
          </a:xfrm>
        </p:spPr>
        <p:txBody>
          <a:bodyPr/>
          <a:lstStyle/>
          <a:p>
            <a:r>
              <a:rPr lang="en-US" altLang="pt-BR" b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askerville Old Face" panose="02020602080505020303" pitchFamily="18" charset="0"/>
              </a:rPr>
              <a:t>Alegres, sempre temos que cantar:</a:t>
            </a:r>
            <a:br>
              <a:rPr lang="en-US" altLang="pt-BR" b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askerville Old Face" panose="02020602080505020303" pitchFamily="18" charset="0"/>
              </a:rPr>
            </a:br>
            <a:r>
              <a:rPr lang="en-US" altLang="pt-BR" b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askerville Old Face" panose="02020602080505020303" pitchFamily="18" charset="0"/>
              </a:rPr>
              <a:t>Que Deus nos quis salvar, </a:t>
            </a:r>
            <a:br>
              <a:rPr lang="en-US" altLang="pt-BR" b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askerville Old Face" panose="02020602080505020303" pitchFamily="18" charset="0"/>
              </a:rPr>
            </a:br>
            <a:r>
              <a:rPr lang="en-US" altLang="pt-BR" b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askerville Old Face" panose="02020602080505020303" pitchFamily="18" charset="0"/>
              </a:rPr>
              <a:t>Que Deus nos quis salvar.</a:t>
            </a:r>
            <a:br>
              <a:rPr lang="en-US" altLang="pt-BR" b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askerville Old Face" panose="02020602080505020303" pitchFamily="18" charset="0"/>
              </a:rPr>
            </a:br>
            <a:r>
              <a:rPr lang="en-US" altLang="pt-BR" b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askerville Old Face" panose="02020602080505020303" pitchFamily="18" charset="0"/>
              </a:rPr>
              <a:t>Por Sua graça, pelo Seu amor,</a:t>
            </a:r>
            <a:br>
              <a:rPr lang="en-US" altLang="pt-BR" b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askerville Old Face" panose="02020602080505020303" pitchFamily="18" charset="0"/>
              </a:rPr>
            </a:br>
            <a:r>
              <a:rPr lang="en-US" altLang="pt-BR" b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askerville Old Face" panose="02020602080505020303" pitchFamily="18" charset="0"/>
              </a:rPr>
              <a:t>Louvemos ao Senhor!	P.L.M.</a:t>
            </a:r>
            <a:br>
              <a:rPr lang="en-US" altLang="pt-BR" b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askerville Old Face" panose="02020602080505020303" pitchFamily="18" charset="0"/>
              </a:rPr>
            </a:br>
            <a:endParaRPr lang="en-US" altLang="pt-BR" b="1">
              <a:solidFill>
                <a:srgbClr val="A5002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Baskerville Old Face" panose="02020602080505020303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>
            <a:extLst>
              <a:ext uri="{FF2B5EF4-FFF2-40B4-BE49-F238E27FC236}">
                <a16:creationId xmlns:a16="http://schemas.microsoft.com/office/drawing/2014/main" id="{816CEB9C-E056-EEA5-A01C-D4E0CF51A5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4800" y="-228600"/>
            <a:ext cx="9753600" cy="731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411" name="Rectangle 3">
            <a:extLst>
              <a:ext uri="{FF2B5EF4-FFF2-40B4-BE49-F238E27FC236}">
                <a16:creationId xmlns:a16="http://schemas.microsoft.com/office/drawing/2014/main" id="{ED859531-A94D-C485-0010-174D4CF954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55650" y="1484313"/>
            <a:ext cx="8640763" cy="5616575"/>
          </a:xfrm>
        </p:spPr>
        <p:txBody>
          <a:bodyPr/>
          <a:lstStyle/>
          <a:p>
            <a:r>
              <a:rPr lang="en-US" altLang="pt-BR" sz="4800" b="1" i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askerville Old Face" panose="02020602080505020303" pitchFamily="18" charset="0"/>
              </a:rPr>
              <a:t>Que Deus nos quis salvar, </a:t>
            </a:r>
            <a:br>
              <a:rPr lang="en-US" altLang="pt-BR" sz="4800" b="1" i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askerville Old Face" panose="02020602080505020303" pitchFamily="18" charset="0"/>
              </a:rPr>
            </a:br>
            <a:r>
              <a:rPr lang="en-US" altLang="pt-BR" sz="4800" b="1" i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askerville Old Face" panose="02020602080505020303" pitchFamily="18" charset="0"/>
              </a:rPr>
              <a:t>Que Deus nos quis salvar, </a:t>
            </a:r>
            <a:br>
              <a:rPr lang="en-US" altLang="pt-BR" sz="4800" b="1" i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askerville Old Face" panose="02020602080505020303" pitchFamily="18" charset="0"/>
              </a:rPr>
            </a:br>
            <a:r>
              <a:rPr lang="en-US" altLang="pt-BR" sz="4800" b="1" i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askerville Old Face" panose="02020602080505020303" pitchFamily="18" charset="0"/>
              </a:rPr>
              <a:t>Co'o sangue do Senhor Jesus; </a:t>
            </a:r>
            <a:br>
              <a:rPr lang="en-US" altLang="pt-BR" sz="4800" b="1" i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askerville Old Face" panose="02020602080505020303" pitchFamily="18" charset="0"/>
              </a:rPr>
            </a:br>
            <a:r>
              <a:rPr lang="en-US" altLang="pt-BR" sz="4800" b="1" i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askerville Old Face" panose="02020602080505020303" pitchFamily="18" charset="0"/>
              </a:rPr>
              <a:t>O irmãos, devemos avançar, </a:t>
            </a:r>
            <a:br>
              <a:rPr lang="en-US" altLang="pt-BR" sz="4800" b="1" i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askerville Old Face" panose="02020602080505020303" pitchFamily="18" charset="0"/>
              </a:rPr>
            </a:br>
            <a:r>
              <a:rPr lang="en-US" altLang="pt-BR" sz="4800" b="1" i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askerville Old Face" panose="02020602080505020303" pitchFamily="18" charset="0"/>
              </a:rPr>
              <a:t>Olhando para a cruz</a:t>
            </a:r>
            <a:br>
              <a:rPr lang="en-US" altLang="pt-BR" sz="4800" b="1" i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askerville Old Face" panose="02020602080505020303" pitchFamily="18" charset="0"/>
              </a:rPr>
            </a:br>
            <a:endParaRPr lang="en-US" altLang="pt-BR" sz="4800" b="1" i="1">
              <a:solidFill>
                <a:srgbClr val="A5002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Baskerville Old Face" panose="020206020805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Kimono</Template>
  <TotalTime>17</TotalTime>
  <Words>288</Words>
  <Application>Microsoft Office PowerPoint</Application>
  <PresentationFormat>Apresentação na tela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2" baseType="lpstr">
      <vt:lpstr>Arial</vt:lpstr>
      <vt:lpstr>Baskerville Old Face</vt:lpstr>
      <vt:lpstr>Design padrão</vt:lpstr>
      <vt:lpstr>160 DEUS NOS QUIS SALVAR </vt:lpstr>
      <vt:lpstr>Irmãos, unidos, vamos publicar  Que Deus nos quis salvar,  Que Deus nos quis salvar, Com o precioso sangue de Jesus, Vertido lá na cruz. </vt:lpstr>
      <vt:lpstr>Que Deus nos quis salvar,  Que Deus nos quis salvar,  Co'o sangue do Senhor Jesus;  O irmãos, devemos avançar,  Olhando para a cruz </vt:lpstr>
      <vt:lpstr>Irmãos, ao mundo vamos proclamar Que Deus nos quis salvar, Que Deus nos quis salvar. E que, mui breve, há de vir Jesus, Em gloriosa luz. </vt:lpstr>
      <vt:lpstr>Que Deus nos quis salvar,  Que Deus nos quis salvar,  Co'o sangue do Senhor Jesus;  O irmãos, devemos avançar,  Olhando para a cruz </vt:lpstr>
      <vt:lpstr>Na sã Palavra fomos encontrar  Que Deus nos quis salvar,  Que Deus nos quis salvar, E que no céu veremos o Senhor, Repletos de amor! </vt:lpstr>
      <vt:lpstr>Que Deus nos quis salvar,  Que Deus nos quis salvar,  Co'o sangue do Senhor Jesus;  O irmãos, devemos avançar,  Olhando para a cruz </vt:lpstr>
      <vt:lpstr>Alegres, sempre temos que cantar: Que Deus nos quis salvar,  Que Deus nos quis salvar. Por Sua graça, pelo Seu amor, Louvemos ao Senhor! P.L.M. </vt:lpstr>
      <vt:lpstr>Que Deus nos quis salvar,  Que Deus nos quis salvar,  Co'o sangue do Senhor Jesus;  O irmãos, devemos avançar,  Olhando para a cruz </vt:lpstr>
    </vt:vector>
  </TitlesOfParts>
  <Company>IEAD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160 - DEUS NOS QUIS SALVAR </dc:title>
  <dc:creator>Montagna</dc:creator>
  <cp:lastModifiedBy>Emerson Souza</cp:lastModifiedBy>
  <cp:revision>4</cp:revision>
  <dcterms:created xsi:type="dcterms:W3CDTF">2005-10-16T04:21:48Z</dcterms:created>
  <dcterms:modified xsi:type="dcterms:W3CDTF">2026-05-02T21:50:17Z</dcterms:modified>
</cp:coreProperties>
</file>