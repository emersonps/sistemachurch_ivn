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-420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FA8A5D-E85F-55F3-D9FD-6D6D646E82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B88D41-3AE3-8D96-D35C-E032698ACC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EED615F-1B01-5A2C-E34C-A91B8902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AB92EE3-205D-DBA8-C7D9-58579A38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BD05F9-CE87-92C6-CF98-FA465FE6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7C18AE-CB73-4FB4-919C-16291EC643D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228757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A00E30-3716-E90A-F491-889BCC7E2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DF047A7-A42D-B1ED-77C6-73C26BF2C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6571EE0-F3BC-06ED-BF78-B3FBEB41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D0B7F5-3B9D-6DB4-B361-147699E5F6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B120B5A-7377-5E5A-74BB-338F04D06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E3F9CE6-149B-470F-8144-D95BF57623E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052558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3C1BB-2AA9-EC3B-528E-626C5145D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FED112C-395A-38B1-0138-284D4DF6D6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FE3006F-A4DC-6CBD-D246-D98C6D646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D51AA91-E1AC-A452-7A4E-2DC1B2FF9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69978BA-A46B-F726-D2CC-370CFC25B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1047022-9F34-49C0-B204-E779C01F004E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2498504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BA531E-3885-68C3-6D84-4DC75560B7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64D0EC5-556D-96C5-6A16-6FA792F30A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49E61A-AE6E-0CE5-243A-63890E1634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E367EA6-49BC-D592-8C4B-76053609C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918AD20-A374-CBD8-AB62-B99B9C268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D915F06-05DE-6EC8-5F57-76F6B719B7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F5BB0C-7144-444F-B9D9-8192F1B2410B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1506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F2D239-F5F1-9339-36E7-E1C615086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E6DDD1C-EDCF-D3C2-06E3-35C63078DE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50B4B87-8EFB-E35A-F6E7-9C7C8EF908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5FEE67C-A7C2-AB4E-6F08-81F5F13FD3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617A542-5FAD-47D6-6919-5BEF971EBD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95AB8F8-08DF-9452-15D8-630AC9CC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1BCC2E5F-42C0-1202-C23D-D47E13F59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5E93FD6E-AA57-FA69-A504-EA0D68231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C6635C6-6EFD-427E-ACB5-90EEC015D466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0065641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180FAA-088B-E84E-29FB-26F3CC77E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955C0E5-9751-96AA-5515-539B3C2DCD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0193D6B-B580-80C0-1877-E3143852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385FF6EA-93E9-DDCC-E3B0-1453AB3CC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376872B-CBF4-4A34-BB2B-12038AA6D0A0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7522566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FE3919A-8109-8666-0CEF-95FC8CB96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5341926-3740-414B-BD22-40C79E0D76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88BE7C4-5A35-2898-D818-8FD0882C1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DB7591-5A65-4F95-9BD2-F39D5D1EF451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2701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143A6E-B9BE-5D57-6295-4D1B4BA64B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1CAD671-5FF7-C131-18E6-36C0B77BE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69E2A55-0A3D-533D-3AD3-FB1E5E76DF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E76A3FD-F9B1-F4DE-25E0-FDF71E32B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E972A7E-F415-A709-A0FB-EFFC20EDF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2A57561-83D9-E4C1-BAC9-9B6AEF86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51E09E-D5E9-4BE9-AAC4-8DB39D74BD6F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442034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CABFB04-CBFC-DFD5-BA85-D57C96E52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C26FF51-B028-9E7C-6D40-736DB5179D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606F472-5BE1-BFAD-5912-1BF1DE9748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3C85280-C398-AC68-BF8C-F5818ECF6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278BFDB-2969-0729-CF2B-6F1BD85DD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3769885-6B61-52F9-C349-2E7C8230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A4BB496-2D33-4CF8-8EC9-D7054053B81A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591285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492BAD-5DF1-67DD-BBA7-E36A191C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E55AE6C-CE5E-6AF9-C042-4F6CC5C309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737E30-5656-1B18-21CE-3B8CD3C2A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465F913-36AA-505C-854E-036270744A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A40C393-074B-D259-7CF1-C86F7E26C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843E16-A5FC-43F7-AC85-81F0DC558549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5730448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8826801-0747-171F-6B55-F8135117EA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06AA0A2-0068-EC27-1024-7201B4BD7E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38A27D-5F78-E521-8754-4EBD1186B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61122F9-27F2-FE80-A05E-EBE115BDE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pt-BR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C9FF9C-D405-6783-A5BB-997BE8003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55B40F-319F-424B-8A53-436A98F9833C}" type="slidenum">
              <a:rPr lang="pt-BR" altLang="pt-BR"/>
              <a:pPr/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876324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7CAADD1-D8C2-455F-099B-3E87383351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55A18FE-CFBC-9632-D918-FEA694FDFF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4BF4FECC-2AD7-D950-92FF-8C8172D38632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pt-BR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2F5C0F5-73CD-8AD8-3217-114626C9D6E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pt-BR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854659F7-D097-F452-C920-104BA0F464FF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E9B358A-4DF5-4282-A9D0-0986530B5200}" type="slidenum">
              <a:rPr lang="pt-BR" altLang="pt-BR"/>
              <a:pPr/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EBE04FEA-1DBF-D3A7-E53D-1CB8D1F655F5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/>
              <a:t>5</a:t>
            </a:r>
            <a:br>
              <a:rPr lang="pt-BR" altLang="pt-BR" sz="4400"/>
            </a:br>
            <a:r>
              <a:rPr lang="pt-BR" altLang="pt-BR" sz="4400"/>
              <a:t>Ó DESCE, FOGO SANTO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32E6D6DF-93DF-9054-08BA-C36EDA2E8C2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C4828518-03F3-CC5E-1F15-BD15DD457D4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Espírito, alma e corpo</a:t>
            </a:r>
            <a:br>
              <a:rPr lang="pt-BR" altLang="pt-BR"/>
            </a:br>
            <a:r>
              <a:rPr lang="pt-BR" altLang="pt-BR"/>
              <a:t>Oferto a Ti Senhor</a:t>
            </a:r>
            <a:br>
              <a:rPr lang="pt-BR" altLang="pt-BR"/>
            </a:br>
            <a:r>
              <a:rPr lang="pt-BR" altLang="pt-BR"/>
              <a:t>Como hóstia verdadeira</a:t>
            </a:r>
            <a:br>
              <a:rPr lang="pt-BR" altLang="pt-BR"/>
            </a:br>
            <a:r>
              <a:rPr lang="pt-BR" altLang="pt-BR"/>
              <a:t>Em oblação de amor.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E8B7099-D334-4EFD-A489-F54E006B72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Eu tudo a Deus consagro</a:t>
            </a:r>
            <a:br>
              <a:rPr lang="pt-BR" altLang="pt-BR"/>
            </a:br>
            <a:r>
              <a:rPr lang="pt-BR" altLang="pt-BR"/>
              <a:t>Em Cristo, o vivo altar</a:t>
            </a:r>
            <a:br>
              <a:rPr lang="pt-BR" altLang="pt-BR"/>
            </a:br>
            <a:r>
              <a:rPr lang="pt-BR" altLang="pt-BR"/>
              <a:t>Ó desce fogo santo</a:t>
            </a:r>
            <a:br>
              <a:rPr lang="pt-BR" altLang="pt-BR"/>
            </a:br>
            <a:r>
              <a:rPr lang="pt-BR" altLang="pt-BR"/>
              <a:t>Do céu vem tu selar!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E54CA11-9826-8D57-F29B-F12330738A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Sou teu, ó Jesus Cristo!</a:t>
            </a:r>
            <a:br>
              <a:rPr lang="pt-BR" altLang="pt-BR"/>
            </a:br>
            <a:r>
              <a:rPr lang="pt-BR" altLang="pt-BR"/>
              <a:t>Teu sangue me comprou;</a:t>
            </a:r>
            <a:br>
              <a:rPr lang="pt-BR" altLang="pt-BR"/>
            </a:br>
            <a:r>
              <a:rPr lang="pt-BR" altLang="pt-BR"/>
              <a:t>Eu quero a Tua graça</a:t>
            </a:r>
            <a:br>
              <a:rPr lang="pt-BR" altLang="pt-BR"/>
            </a:br>
            <a:r>
              <a:rPr lang="pt-BR" altLang="pt-BR"/>
              <a:t>Pois de Ti sempre sou.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1C0D2274-F08C-0C9F-E15F-6F4E57E89B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Eu tudo a Deus consagro</a:t>
            </a:r>
            <a:br>
              <a:rPr lang="pt-BR" altLang="pt-BR"/>
            </a:br>
            <a:r>
              <a:rPr lang="pt-BR" altLang="pt-BR"/>
              <a:t>Em Cristo, o vivo altar</a:t>
            </a:r>
            <a:br>
              <a:rPr lang="pt-BR" altLang="pt-BR"/>
            </a:br>
            <a:r>
              <a:rPr lang="pt-BR" altLang="pt-BR"/>
              <a:t>Ó desce fogo santo</a:t>
            </a:r>
            <a:br>
              <a:rPr lang="pt-BR" altLang="pt-BR"/>
            </a:br>
            <a:r>
              <a:rPr lang="pt-BR" altLang="pt-BR"/>
              <a:t>Do céu vem tu selar!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A804A9E7-521B-2C12-7A30-428220D87F4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Espírito divino</a:t>
            </a:r>
            <a:br>
              <a:rPr lang="pt-BR" altLang="pt-BR"/>
            </a:br>
            <a:r>
              <a:rPr lang="pt-BR" altLang="pt-BR"/>
              <a:t>Do Pai a promissão;</a:t>
            </a:r>
            <a:br>
              <a:rPr lang="pt-BR" altLang="pt-BR"/>
            </a:br>
            <a:r>
              <a:rPr lang="pt-BR" altLang="pt-BR"/>
              <a:t>Sedenta a alma pede</a:t>
            </a:r>
            <a:br>
              <a:rPr lang="pt-BR" altLang="pt-BR"/>
            </a:br>
            <a:r>
              <a:rPr lang="pt-BR" altLang="pt-BR"/>
              <a:t>A Ti, a santa unção.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0A948B1-6B0B-01BD-D98E-885BD57EE0F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r>
              <a:rPr lang="pt-BR" altLang="pt-BR"/>
              <a:t>Eu tudo a Deus consagro</a:t>
            </a:r>
            <a:br>
              <a:rPr lang="pt-BR" altLang="pt-BR"/>
            </a:br>
            <a:r>
              <a:rPr lang="pt-BR" altLang="pt-BR"/>
              <a:t>Em Cristo, o vivo altar</a:t>
            </a:r>
            <a:br>
              <a:rPr lang="pt-BR" altLang="pt-BR"/>
            </a:br>
            <a:r>
              <a:rPr lang="pt-BR" altLang="pt-BR"/>
              <a:t>Ó desce fogo santo</a:t>
            </a:r>
            <a:br>
              <a:rPr lang="pt-BR" altLang="pt-BR"/>
            </a:br>
            <a:r>
              <a:rPr lang="pt-BR" altLang="pt-BR"/>
              <a:t>Do céu vem tu selar!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5 Ó DESCE, FOGO SANTO</vt:lpstr>
      <vt:lpstr>Espírito, alma e corpo Oferto a Ti Senhor Como hóstia verdadeira Em oblação de amor.</vt:lpstr>
      <vt:lpstr>Eu tudo a Deus consagro Em Cristo, o vivo altar Ó desce fogo santo Do céu vem tu selar!</vt:lpstr>
      <vt:lpstr>Sou teu, ó Jesus Cristo! Teu sangue me comprou; Eu quero a Tua graça Pois de Ti sempre sou.</vt:lpstr>
      <vt:lpstr>Eu tudo a Deus consagro Em Cristo, o vivo altar Ó desce fogo santo Do céu vem tu selar!</vt:lpstr>
      <vt:lpstr>Espírito divino Do Pai a promissão; Sedenta a alma pede A Ti, a santa unção.</vt:lpstr>
      <vt:lpstr>Eu tudo a Deus consagro Em Cristo, o vivo altar Ó desce fogo santo Do céu vem tu selar!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</dc:title>
  <dc:creator>User041</dc:creator>
  <cp:lastModifiedBy>Emerson Souza</cp:lastModifiedBy>
  <cp:revision>2</cp:revision>
  <dcterms:created xsi:type="dcterms:W3CDTF">2006-06-18T23:13:40Z</dcterms:created>
  <dcterms:modified xsi:type="dcterms:W3CDTF">2026-05-02T21:37:26Z</dcterms:modified>
</cp:coreProperties>
</file>