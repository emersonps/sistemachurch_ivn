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2C00"/>
    <a:srgbClr val="462300"/>
    <a:srgbClr val="663300"/>
    <a:srgbClr val="FFF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95" autoAdjust="0"/>
  </p:normalViewPr>
  <p:slideViewPr>
    <p:cSldViewPr>
      <p:cViewPr varScale="1">
        <p:scale>
          <a:sx n="63" d="100"/>
          <a:sy n="63" d="100"/>
        </p:scale>
        <p:origin x="-126" y="-24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C202D0-B0CE-2154-BA7F-AEC4F65F4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7858E54-B934-5693-7456-7BB4150246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AE3711-05DF-A680-92D8-06CB13FC0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BDF939-03D2-9FC4-3ED1-DDC491719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A56E9D-63D5-3247-3F8E-DA2AFB59B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C620BE-060F-477F-9C28-6BA31F4B346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64927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3899C9-7F8D-80E4-F24B-23AF6E125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3CB60C3-4327-F7C2-3876-9BB787E01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1477B1-D72B-87D1-8AE3-35A3629A6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B49210B-9C8B-8C84-6330-75CE4FEDE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3279C5D-5091-A91E-DC90-A226EB05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1EBBEE-5720-404A-BA74-7C069712034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25135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4A83C4-319A-27DE-909A-0D976B954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5C70FD8-3D76-1B3A-CF54-B8774CF11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BDB852-6666-FFD2-AE0D-25042BEC5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E67CDCF-28B8-EB8E-D244-CBA789371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9389F4-E691-DB7C-FB3D-53E8AE169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E7FB67-E65F-4947-82F6-834B2806D8A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98743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092CA6-B8E8-82FA-DD76-5FE330B84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65639-D6D7-7E1B-91A7-960D6FAD07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48DFCDD-9283-EA0A-5DED-B6A9141106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DC33D21-5A30-DAC2-6D81-DB84D095E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417EF79-1CF7-BE0E-2744-96301E07F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4C042F5-9A0E-59EC-1955-E8516D5A2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B9A0FF-0C17-4887-A670-BB70AC1D6EA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2542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525158-2122-5AC4-C5D8-72E5E1F7F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3A96FDD-9C6C-F9F3-BE4D-7C07B3A8C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A4E44B5-F017-3B28-85DD-E625BA62FF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5108A5E-7733-EA5A-4E91-D37B945B10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80AC1FA-CC5E-1FB1-F06A-D68212CBBA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0B57387-86F8-6AAE-44B6-0DA4211D3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ADB5733-ACFB-A0AC-0BCB-6A68162C8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E0207B3-3172-E2FE-F937-4F3AA0C99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0DC649-7C56-4F84-9076-0C07B3E9EA1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10321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5EE0B8-6C06-DE34-B35F-F78A884F3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CF5AE5E-DDBE-0790-5448-8CC12D4C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0055CB5-6C67-C27A-807A-1276AE06F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6B2143-5AE9-65E3-5FC4-8964B3993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61B809-6CD8-47F1-BB62-A525B2626C8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98924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D63C6C2-81CD-63F2-1CC0-290194F09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F432411-741A-F2AB-6139-3656BC3D8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7A94B21-D2F8-9D87-4231-99F10314F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B2FF2D-F571-4505-91C1-3403219DE67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39726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A0BC1D-CCCD-59A4-E1D4-2BAA53FC0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70CB15-10CF-0F12-CEF4-091B56041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23185CA-C859-DBBD-9428-3A3E9F11D5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B574B46-296E-0F34-A1C3-65FDB5069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B24A5A0-D257-2D6D-0C1E-7778626A9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DB7CE27-BCA7-4D1D-7394-72D9A6EFD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DDA5ED-3ED1-4307-9BDC-8DADBB79DB6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37912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A1AB1B-6B32-8FAA-65D9-AA50E0AFE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FE4E1AF-DA64-C157-3B3B-B1D6C40D39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8AC26B3-F98F-8A6A-7477-8974681FAC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0CA424E-C727-6D84-80E5-F3A7A173B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C1FD642-7025-3D41-0498-654532E94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DC25DFC-93D3-3779-B25E-BD43301A8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E2E35D-DD2E-437C-B795-BB15B561D24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19699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7763C8-200D-43E0-0277-EBA73784A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EBDEAF1-5665-6577-13DC-222D271DE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A7A282-1F0F-E58A-653D-998FB023A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FA74F6F-472F-026E-A883-D55BFC20A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83B349-5B3E-8EE9-BCA6-FDB7C2CBD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901EDE-CA27-4C48-ACB1-85A3CD114A9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9769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9CDEC0E-C738-3AE2-1DF1-0C3CE7D8F8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A96A7E9-EACD-A598-4E88-693633D5CD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4A7BF2-2E61-4AAC-473B-22E89426C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9491CA-93E8-E815-EA5D-B6643C425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ADF2E9-BCB4-A716-EE1E-08E586846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937C6D-413C-4678-89AE-26D957A780D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58090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CB76374-F0AE-DE35-834D-F4132F66A8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DA4CE23-FE0B-6B80-BD66-8AE503B6AB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E032942-8125-57C8-986D-441F9396E33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DDA6C33-0926-0F7C-06DA-6131FE413E2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C6309AF-276A-3D39-8424-EE2E8CEACC7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610B646-8062-481D-A1F0-78AB3BBEE7F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48CB62D5-CFBE-C826-9F08-40120D0FA58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400" b="1" i="1">
                <a:solidFill>
                  <a:srgbClr val="582C00"/>
                </a:solidFill>
                <a:latin typeface="Garamond" panose="02020404030301010803" pitchFamily="18" charset="0"/>
              </a:rPr>
              <a:t>25  </a:t>
            </a:r>
            <a:br>
              <a:rPr lang="en-US" altLang="pt-BR" sz="4400" b="1" i="1">
                <a:solidFill>
                  <a:srgbClr val="582C00"/>
                </a:solidFill>
                <a:latin typeface="Garamond" panose="02020404030301010803" pitchFamily="18" charset="0"/>
              </a:rPr>
            </a:br>
            <a:r>
              <a:rPr lang="en-US" altLang="pt-BR" sz="4400" b="1" i="1">
                <a:solidFill>
                  <a:srgbClr val="582C00"/>
                </a:solidFill>
                <a:latin typeface="Garamond" panose="02020404030301010803" pitchFamily="18" charset="0"/>
              </a:rPr>
              <a:t>JESUS, TU ES BOM</a:t>
            </a:r>
            <a:r>
              <a:rPr lang="en-US" altLang="pt-BR" sz="4400" b="1">
                <a:solidFill>
                  <a:srgbClr val="582C00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75A5BFC8-E6A0-1E09-5BA3-D193CC30C52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46935484-4374-F5FC-44BA-767FD5A275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181600"/>
          </a:xfrm>
        </p:spPr>
        <p:txBody>
          <a:bodyPr/>
          <a:lstStyle/>
          <a:p>
            <a:r>
              <a:rPr lang="en-US" altLang="pt-BR" b="1" i="1">
                <a:solidFill>
                  <a:srgbClr val="582C00"/>
                </a:solidFill>
                <a:latin typeface="Garamond" panose="02020404030301010803" pitchFamily="18" charset="0"/>
              </a:rPr>
              <a:t>Meu Jesus, Tu és bom; </a:t>
            </a:r>
            <a:br>
              <a:rPr lang="en-US" altLang="pt-BR" b="1" i="1">
                <a:solidFill>
                  <a:srgbClr val="582C00"/>
                </a:solidFill>
                <a:latin typeface="Garamond" panose="02020404030301010803" pitchFamily="18" charset="0"/>
              </a:rPr>
            </a:br>
            <a:r>
              <a:rPr lang="en-US" altLang="pt-BR" b="1" i="1">
                <a:solidFill>
                  <a:srgbClr val="582C00"/>
                </a:solidFill>
                <a:latin typeface="Garamond" panose="02020404030301010803" pitchFamily="18" charset="0"/>
              </a:rPr>
              <a:t>Tu és tudo pra mim! </a:t>
            </a:r>
            <a:br>
              <a:rPr lang="en-US" altLang="pt-BR" b="1" i="1">
                <a:solidFill>
                  <a:srgbClr val="582C00"/>
                </a:solidFill>
                <a:latin typeface="Garamond" panose="02020404030301010803" pitchFamily="18" charset="0"/>
              </a:rPr>
            </a:br>
            <a:r>
              <a:rPr lang="en-US" altLang="pt-BR" b="1" i="1">
                <a:solidFill>
                  <a:srgbClr val="582C00"/>
                </a:solidFill>
                <a:latin typeface="Garamond" panose="02020404030301010803" pitchFamily="18" charset="0"/>
              </a:rPr>
              <a:t>Foste morto, mas vives em mim; </a:t>
            </a:r>
            <a:br>
              <a:rPr lang="en-US" altLang="pt-BR" b="1" i="1">
                <a:solidFill>
                  <a:srgbClr val="582C00"/>
                </a:solidFill>
                <a:latin typeface="Garamond" panose="02020404030301010803" pitchFamily="18" charset="0"/>
              </a:rPr>
            </a:br>
            <a:r>
              <a:rPr lang="en-US" altLang="pt-BR" b="1" i="1">
                <a:solidFill>
                  <a:srgbClr val="582C00"/>
                </a:solidFill>
                <a:latin typeface="Garamond" panose="02020404030301010803" pitchFamily="18" charset="0"/>
              </a:rPr>
              <a:t>Tu mereces louvor, </a:t>
            </a:r>
            <a:br>
              <a:rPr lang="en-US" altLang="pt-BR" b="1" i="1">
                <a:solidFill>
                  <a:srgbClr val="582C00"/>
                </a:solidFill>
                <a:latin typeface="Garamond" panose="02020404030301010803" pitchFamily="18" charset="0"/>
              </a:rPr>
            </a:br>
            <a:r>
              <a:rPr lang="en-US" altLang="pt-BR" b="1" i="1">
                <a:solidFill>
                  <a:srgbClr val="582C00"/>
                </a:solidFill>
                <a:latin typeface="Garamond" panose="02020404030301010803" pitchFamily="18" charset="0"/>
              </a:rPr>
              <a:t>Ó Cordeiro de Deus! </a:t>
            </a:r>
            <a:br>
              <a:rPr lang="en-US" altLang="pt-BR" b="1" i="1">
                <a:solidFill>
                  <a:srgbClr val="582C00"/>
                </a:solidFill>
                <a:latin typeface="Garamond" panose="02020404030301010803" pitchFamily="18" charset="0"/>
              </a:rPr>
            </a:br>
            <a:r>
              <a:rPr lang="en-US" altLang="pt-BR" b="1" i="1">
                <a:solidFill>
                  <a:srgbClr val="582C00"/>
                </a:solidFill>
                <a:latin typeface="Garamond" panose="02020404030301010803" pitchFamily="18" charset="0"/>
              </a:rPr>
              <a:t>Tu és tudo, sim, tudo p'ra mim!</a:t>
            </a:r>
            <a:r>
              <a:rPr lang="en-US" altLang="pt-BR" b="1">
                <a:solidFill>
                  <a:srgbClr val="582C00"/>
                </a:solidFill>
                <a:latin typeface="Garamond" panose="02020404030301010803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2DD5233-C113-9938-175B-5633F7FB2D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181600"/>
          </a:xfrm>
        </p:spPr>
        <p:txBody>
          <a:bodyPr/>
          <a:lstStyle/>
          <a:p>
            <a:r>
              <a:rPr lang="en-US" altLang="pt-BR" b="1" i="1">
                <a:solidFill>
                  <a:srgbClr val="582C00"/>
                </a:solidFill>
                <a:latin typeface="Garamond" panose="02020404030301010803" pitchFamily="18" charset="0"/>
              </a:rPr>
              <a:t>Quero a Ti dar louvor, </a:t>
            </a:r>
            <a:br>
              <a:rPr lang="en-US" altLang="pt-BR" b="1" i="1">
                <a:solidFill>
                  <a:srgbClr val="582C00"/>
                </a:solidFill>
                <a:latin typeface="Garamond" panose="02020404030301010803" pitchFamily="18" charset="0"/>
              </a:rPr>
            </a:br>
            <a:r>
              <a:rPr lang="en-US" altLang="pt-BR" b="1" i="1">
                <a:solidFill>
                  <a:srgbClr val="582C00"/>
                </a:solidFill>
                <a:latin typeface="Garamond" panose="02020404030301010803" pitchFamily="18" charset="0"/>
              </a:rPr>
              <a:t>Pois és Rei sobre reis; </a:t>
            </a:r>
            <a:br>
              <a:rPr lang="en-US" altLang="pt-BR" b="1" i="1">
                <a:solidFill>
                  <a:srgbClr val="582C00"/>
                </a:solidFill>
                <a:latin typeface="Garamond" panose="02020404030301010803" pitchFamily="18" charset="0"/>
              </a:rPr>
            </a:br>
            <a:r>
              <a:rPr lang="en-US" altLang="pt-BR" b="1" i="1">
                <a:solidFill>
                  <a:srgbClr val="582C00"/>
                </a:solidFill>
                <a:latin typeface="Garamond" panose="02020404030301010803" pitchFamily="18" charset="0"/>
              </a:rPr>
              <a:t>Tu és tudo, mas nada eu sou; Enche meu coração </a:t>
            </a:r>
            <a:br>
              <a:rPr lang="en-US" altLang="pt-BR" b="1" i="1">
                <a:solidFill>
                  <a:srgbClr val="582C00"/>
                </a:solidFill>
                <a:latin typeface="Garamond" panose="02020404030301010803" pitchFamily="18" charset="0"/>
              </a:rPr>
            </a:br>
            <a:r>
              <a:rPr lang="en-US" altLang="pt-BR" b="1" i="1">
                <a:solidFill>
                  <a:srgbClr val="582C00"/>
                </a:solidFill>
                <a:latin typeface="Garamond" panose="02020404030301010803" pitchFamily="18" charset="0"/>
              </a:rPr>
              <a:t>De ternura e paz; </a:t>
            </a:r>
            <a:br>
              <a:rPr lang="en-US" altLang="pt-BR" b="1" i="1">
                <a:solidFill>
                  <a:srgbClr val="582C00"/>
                </a:solidFill>
                <a:latin typeface="Garamond" panose="02020404030301010803" pitchFamily="18" charset="0"/>
              </a:rPr>
            </a:br>
            <a:r>
              <a:rPr lang="en-US" altLang="pt-BR" b="1" i="1">
                <a:solidFill>
                  <a:srgbClr val="582C00"/>
                </a:solidFill>
                <a:latin typeface="Garamond" panose="02020404030301010803" pitchFamily="18" charset="0"/>
              </a:rPr>
              <a:t>Honra eterna e glória Te dou.</a:t>
            </a:r>
            <a:r>
              <a:rPr lang="en-US" altLang="pt-BR" b="1">
                <a:solidFill>
                  <a:srgbClr val="582C00"/>
                </a:solidFill>
                <a:latin typeface="Garamond" panose="02020404030301010803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7EED64E-17A3-832E-5F01-B182D584A3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181600"/>
          </a:xfrm>
        </p:spPr>
        <p:txBody>
          <a:bodyPr/>
          <a:lstStyle/>
          <a:p>
            <a:r>
              <a:rPr lang="en-US" altLang="pt-BR" b="1" i="1">
                <a:solidFill>
                  <a:srgbClr val="582C00"/>
                </a:solidFill>
                <a:latin typeface="Garamond" panose="02020404030301010803" pitchFamily="18" charset="0"/>
              </a:rPr>
              <a:t>O Teu nome é amor, </a:t>
            </a:r>
            <a:br>
              <a:rPr lang="en-US" altLang="pt-BR" b="1" i="1">
                <a:solidFill>
                  <a:srgbClr val="582C00"/>
                </a:solidFill>
                <a:latin typeface="Garamond" panose="02020404030301010803" pitchFamily="18" charset="0"/>
              </a:rPr>
            </a:br>
            <a:r>
              <a:rPr lang="en-US" altLang="pt-BR" b="1" i="1">
                <a:solidFill>
                  <a:srgbClr val="582C00"/>
                </a:solidFill>
                <a:latin typeface="Garamond" panose="02020404030301010803" pitchFamily="18" charset="0"/>
              </a:rPr>
              <a:t>Pois Tu amas a mim, </a:t>
            </a:r>
            <a:br>
              <a:rPr lang="en-US" altLang="pt-BR" b="1" i="1">
                <a:solidFill>
                  <a:srgbClr val="582C00"/>
                </a:solidFill>
                <a:latin typeface="Garamond" panose="02020404030301010803" pitchFamily="18" charset="0"/>
              </a:rPr>
            </a:br>
            <a:r>
              <a:rPr lang="en-US" altLang="pt-BR" b="1" i="1">
                <a:solidFill>
                  <a:srgbClr val="582C00"/>
                </a:solidFill>
                <a:latin typeface="Garamond" panose="02020404030301010803" pitchFamily="18" charset="0"/>
              </a:rPr>
              <a:t>E eu quero andar neste amor; Triunfante estou, </a:t>
            </a:r>
            <a:br>
              <a:rPr lang="en-US" altLang="pt-BR" b="1" i="1">
                <a:solidFill>
                  <a:srgbClr val="582C00"/>
                </a:solidFill>
                <a:latin typeface="Garamond" panose="02020404030301010803" pitchFamily="18" charset="0"/>
              </a:rPr>
            </a:br>
            <a:r>
              <a:rPr lang="en-US" altLang="pt-BR" b="1" i="1">
                <a:solidFill>
                  <a:srgbClr val="582C00"/>
                </a:solidFill>
                <a:latin typeface="Garamond" panose="02020404030301010803" pitchFamily="18" charset="0"/>
              </a:rPr>
              <a:t>Confiando em Ti, </a:t>
            </a:r>
            <a:br>
              <a:rPr lang="en-US" altLang="pt-BR" b="1" i="1">
                <a:solidFill>
                  <a:srgbClr val="582C00"/>
                </a:solidFill>
                <a:latin typeface="Garamond" panose="02020404030301010803" pitchFamily="18" charset="0"/>
              </a:rPr>
            </a:br>
            <a:r>
              <a:rPr lang="en-US" altLang="pt-BR" b="1" i="1">
                <a:solidFill>
                  <a:srgbClr val="582C00"/>
                </a:solidFill>
                <a:latin typeface="Garamond" panose="02020404030301010803" pitchFamily="18" charset="0"/>
              </a:rPr>
              <a:t>Meu Jesus, grande Consolador.</a:t>
            </a:r>
            <a:r>
              <a:rPr lang="en-US" altLang="pt-BR" b="1">
                <a:solidFill>
                  <a:srgbClr val="582C00"/>
                </a:solidFill>
                <a:latin typeface="Garamond" panose="02020404030301010803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6BD7923-D046-E711-7972-FC8C618EFF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181600"/>
          </a:xfrm>
        </p:spPr>
        <p:txBody>
          <a:bodyPr/>
          <a:lstStyle/>
          <a:p>
            <a:r>
              <a:rPr lang="en-US" altLang="pt-BR" b="1" i="1">
                <a:solidFill>
                  <a:srgbClr val="582C00"/>
                </a:solidFill>
                <a:latin typeface="Garamond" panose="02020404030301010803" pitchFamily="18" charset="0"/>
              </a:rPr>
              <a:t>Ó Ungido de Deus, </a:t>
            </a:r>
            <a:br>
              <a:rPr lang="en-US" altLang="pt-BR" b="1" i="1">
                <a:solidFill>
                  <a:srgbClr val="582C00"/>
                </a:solidFill>
                <a:latin typeface="Garamond" panose="02020404030301010803" pitchFamily="18" charset="0"/>
              </a:rPr>
            </a:br>
            <a:r>
              <a:rPr lang="en-US" altLang="pt-BR" b="1" i="1">
                <a:solidFill>
                  <a:srgbClr val="582C00"/>
                </a:solidFill>
                <a:latin typeface="Garamond" panose="02020404030301010803" pitchFamily="18" charset="0"/>
              </a:rPr>
              <a:t>Trazes paz e perdão; </a:t>
            </a:r>
            <a:br>
              <a:rPr lang="en-US" altLang="pt-BR" b="1" i="1">
                <a:solidFill>
                  <a:srgbClr val="582C00"/>
                </a:solidFill>
                <a:latin typeface="Garamond" panose="02020404030301010803" pitchFamily="18" charset="0"/>
              </a:rPr>
            </a:br>
            <a:r>
              <a:rPr lang="en-US" altLang="pt-BR" b="1" i="1">
                <a:solidFill>
                  <a:srgbClr val="582C00"/>
                </a:solidFill>
                <a:latin typeface="Garamond" panose="02020404030301010803" pitchFamily="18" charset="0"/>
              </a:rPr>
              <a:t>Salvação, vida, tens para os Teus; Que mensagem do céu </a:t>
            </a:r>
            <a:br>
              <a:rPr lang="en-US" altLang="pt-BR" b="1" i="1">
                <a:solidFill>
                  <a:srgbClr val="582C00"/>
                </a:solidFill>
                <a:latin typeface="Garamond" panose="02020404030301010803" pitchFamily="18" charset="0"/>
              </a:rPr>
            </a:br>
            <a:r>
              <a:rPr lang="en-US" altLang="pt-BR" b="1" i="1">
                <a:solidFill>
                  <a:srgbClr val="582C00"/>
                </a:solidFill>
                <a:latin typeface="Garamond" panose="02020404030301010803" pitchFamily="18" charset="0"/>
              </a:rPr>
              <a:t>E de transformação, </a:t>
            </a:r>
            <a:br>
              <a:rPr lang="en-US" altLang="pt-BR" b="1" i="1">
                <a:solidFill>
                  <a:srgbClr val="582C00"/>
                </a:solidFill>
                <a:latin typeface="Garamond" panose="02020404030301010803" pitchFamily="18" charset="0"/>
              </a:rPr>
            </a:br>
            <a:r>
              <a:rPr lang="en-US" altLang="pt-BR" b="1" i="1">
                <a:solidFill>
                  <a:srgbClr val="582C00"/>
                </a:solidFill>
                <a:latin typeface="Garamond" panose="02020404030301010803" pitchFamily="18" charset="0"/>
              </a:rPr>
              <a:t>Enviada do trono de Deus! </a:t>
            </a:r>
            <a:r>
              <a:rPr lang="en-US" altLang="pt-BR" b="1">
                <a:solidFill>
                  <a:srgbClr val="582C00"/>
                </a:solidFill>
                <a:latin typeface="Garamond" panose="02020404030301010803" pitchFamily="18" charset="0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165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8" baseType="lpstr">
      <vt:lpstr>Arial</vt:lpstr>
      <vt:lpstr>Garamond</vt:lpstr>
      <vt:lpstr>Design padrão</vt:lpstr>
      <vt:lpstr>25   JESUS, TU ES BOM </vt:lpstr>
      <vt:lpstr>Meu Jesus, Tu és bom;  Tu és tudo pra mim!  Foste morto, mas vives em mim;  Tu mereces louvor,  Ó Cordeiro de Deus!  Tu és tudo, sim, tudo p'ra mim! </vt:lpstr>
      <vt:lpstr>Quero a Ti dar louvor,  Pois és Rei sobre reis;  Tu és tudo, mas nada eu sou; Enche meu coração  De ternura e paz;  Honra eterna e glória Te dou. </vt:lpstr>
      <vt:lpstr>O Teu nome é amor,  Pois Tu amas a mim,  E eu quero andar neste amor; Triunfante estou,  Confiando em Ti,  Meu Jesus, grande Consolador. </vt:lpstr>
      <vt:lpstr>Ó Ungido de Deus,  Trazes paz e perdão;  Salvação, vida, tens para os Teus; Que mensagem do céu  E de transformação,  Enviada do trono de Deus! 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25   JESUS, TU ES BOM </dc:title>
  <dc:creator>Junior</dc:creator>
  <cp:lastModifiedBy>Emerson Souza</cp:lastModifiedBy>
  <cp:revision>2</cp:revision>
  <dcterms:created xsi:type="dcterms:W3CDTF">2005-12-23T00:26:02Z</dcterms:created>
  <dcterms:modified xsi:type="dcterms:W3CDTF">2026-05-02T21:39:06Z</dcterms:modified>
</cp:coreProperties>
</file>