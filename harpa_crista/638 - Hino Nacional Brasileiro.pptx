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2E87B9-A9C9-2636-765F-78D7175545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12F461-10DA-5CCF-010C-0776F953F9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24F687-775D-4EAD-E552-A6393920B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006184-E2B6-3DD0-AF33-C0B7BD3ED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B5DF417-1EA3-4F81-2EB4-E92FAAA6C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463476-48CE-4147-A285-6AB00457E24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03271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102CF9-7407-0C1C-3F20-B6F95C21B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D32133-D6ED-AA43-1054-AA53933AD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12B0B5-A841-EC13-5033-67CE51D13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5B6D7F-23EA-F72F-8250-85BF0F777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76E23C-747C-2102-753D-B7A6D141F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6D3424-D36A-40AC-A86C-937105E9C0A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30255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6DCF5F-8A5D-2D21-71C0-8B482D745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FB4196E-B2DB-497A-45F4-E3B7AD278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8BC974-0B91-6293-272B-0EA3F814D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C874A7-14D8-2EC6-D889-AAE5D2F15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8B2437-AEEB-AE2B-D11B-DA0029C1B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5CAB07-4EF3-4BC4-868B-C5DFF111E2A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49402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55F9FC-1D7C-449E-22BA-C1EDAE4D8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774014-1328-3396-C9DD-79AB0DA47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4CD8673-D486-6B1C-2EF2-D18FDAC710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25FE6E-A457-468E-1849-071DD8DBC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622F40F-7F3C-3758-AE8A-9975B2E89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B2EA927-4AAF-8533-0B24-6F25A2D06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998CE2-6D61-4684-9540-0C5C529B0F9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66716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71E455-854B-26CB-07C5-4331D1481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BB3D9DC-ED92-DA40-7D48-7DDE1D52F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9D458AD-9A8C-9EEC-33CF-0249F49816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69EDE94-D993-7D69-C99B-E90D115682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6205CA3-867D-C157-1BB5-2EFDA5216A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7E9BE43-1672-0E48-61A3-D71F6BB5F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FAEF6C8-2B7D-6ACB-6E13-1D665567C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CCB809B-4C37-CF76-A1D4-AD13A5EA0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FBADF2-0ADA-4C8B-B776-4A08E9478C9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45531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439ED3-67AC-CC97-276F-EC41191EF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FDD459-C138-6ED7-3F30-D60AA7A3E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C5EFE07-78B6-A3D8-9623-D800C3DB4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0429ED0-746F-5883-658F-35420A085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1E38AD-00AB-49A3-962B-4404ED8BF17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60949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FB9D3B0-CA60-56C6-F7A8-8FCA5FF2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6FEE7CD-1C7E-9A45-B6B0-E1C66CD4D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8A99371-18E6-895F-6D8A-D9C94C0C5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3E2542-D64C-4C62-B9CA-46334B5276D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02818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D9285C-4620-AFAC-E204-4FAB6889D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B8B3AF-4A52-53F2-8A91-30DF32774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2034E91-6839-E0F7-8D94-43359C677B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CD648CB-5F51-4D6A-AEF9-6BBA362B5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31062FE-7FA6-032A-C3AE-6323EE10B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78DFB59-0333-3EC3-C3EF-F6E8207E1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8D538E-2B0C-4EBD-B760-F763AC46144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97826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2DC421-2CFB-7E97-B5A1-C711B8A5C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4E3D37D-F0EC-8509-9B64-9D1247C78D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A9B099B-4516-5F59-5B0E-CFB69A8954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A094597-5667-0C4E-664E-57542EA88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7C5E038-A09C-4821-3EBD-DA2599E66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7EE757A-87DD-AEFB-0683-CBBE0D86B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58A8CC-2D9B-4703-BCAA-9F1E2F08968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71329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4FB5E3-A29A-4464-C45B-0AF3560FA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D7712E-4B88-9CB7-6292-FA090D4F13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2F3BD3-4649-9B88-9A30-C16B692F4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7249941-CBB4-30A5-4B22-3CE61E411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98539B-049A-6B1E-9DD6-8E1B80863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ECD748-DE08-436C-8421-74F00FA3811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40032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10FA63F-17E8-264D-976A-134E722272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CD6A21-A218-A125-3655-8C96ECF41A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2097E7-F543-4DD3-5E7D-D49B68AAD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7EEC1A-3A84-7EE4-2588-777829850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69F9F69-5538-414A-EE1D-E69B31B76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1F8319-222C-47EF-A2F7-9565FFA74B9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86173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E1E4A61-72A2-84FC-45E8-E768B7762A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E59BC93-C4A2-4EB3-A711-71F1B1C3F1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4DB9949-D5B6-34A8-2782-B5CE0D5EDBE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8F77E13-37AD-AD9F-23AE-CC8523CF17A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FB18460-FEA2-D226-F2E7-21FA7CF7B46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75E2C5A-FA83-4059-8F6D-CA3CC7E86E5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91EC6C3-721A-E0D0-01EE-A522C408643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3200" b="1"/>
              <a:t>638 - Hino Nacional Brasileiro</a:t>
            </a:r>
            <a:endParaRPr lang="en-US" altLang="pt-BR" sz="32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9A84FE1-168E-C6A8-91F2-D6340F25037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E73F0821-199A-69F4-C146-93EE013F26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200" i="1"/>
              <a:t>Ouviram do Ipiranga as margens plácidas </a:t>
            </a:r>
            <a:br>
              <a:rPr lang="en-US" altLang="pt-BR" sz="3200" i="1"/>
            </a:br>
            <a:r>
              <a:rPr lang="en-US" altLang="pt-BR" sz="3200" i="1"/>
              <a:t>De um povo heróico o brado retumbante, </a:t>
            </a:r>
            <a:br>
              <a:rPr lang="en-US" altLang="pt-BR" sz="3200" i="1"/>
            </a:br>
            <a:r>
              <a:rPr lang="en-US" altLang="pt-BR" sz="3200" i="1"/>
              <a:t>E o sol da liberdade, em raios fúlgidos, </a:t>
            </a:r>
            <a:br>
              <a:rPr lang="en-US" altLang="pt-BR" sz="3200" i="1"/>
            </a:br>
            <a:r>
              <a:rPr lang="en-US" altLang="pt-BR" sz="3200" i="1"/>
              <a:t>Brilhou no céu da Pátria nesse instante. </a:t>
            </a:r>
            <a:br>
              <a:rPr lang="en-US" altLang="pt-BR" sz="3200" i="1"/>
            </a:br>
            <a:r>
              <a:rPr lang="en-US" altLang="pt-BR" sz="3200" i="1"/>
              <a:t>Se o penhor dessa igualdade</a:t>
            </a:r>
            <a:r>
              <a:rPr lang="en-US" altLang="pt-BR" sz="3200"/>
              <a:t> </a:t>
            </a:r>
            <a:br>
              <a:rPr lang="en-US" altLang="pt-BR" sz="3200"/>
            </a:br>
            <a:r>
              <a:rPr lang="en-US" altLang="pt-BR" sz="3200" i="1"/>
              <a:t>Conseguimos conquistar com braço forte, </a:t>
            </a:r>
            <a:br>
              <a:rPr lang="en-US" altLang="pt-BR" sz="3200" i="1"/>
            </a:br>
            <a:r>
              <a:rPr lang="en-US" altLang="pt-BR" sz="3200" i="1"/>
              <a:t>Em teu seio, ó liberdade, </a:t>
            </a:r>
            <a:br>
              <a:rPr lang="en-US" altLang="pt-BR" sz="3200" i="1"/>
            </a:br>
            <a:r>
              <a:rPr lang="en-US" altLang="pt-BR" sz="3200" i="1"/>
              <a:t>Desafia o nosso peito á própria morte! </a:t>
            </a:r>
            <a:br>
              <a:rPr lang="en-US" altLang="pt-BR" sz="3200" i="1"/>
            </a:br>
            <a:r>
              <a:rPr lang="en-US" altLang="pt-BR" sz="3200" i="1"/>
              <a:t>O Pátria amada, idolatrada, salve! salve!</a:t>
            </a:r>
            <a:r>
              <a:rPr lang="en-US" altLang="pt-BR" sz="32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1595A9C-40B3-FDCC-52E9-3A8C31FB4C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i="1"/>
              <a:t>Brasil, um sonho intenso, um raio vívido </a:t>
            </a:r>
            <a:br>
              <a:rPr lang="en-US" altLang="pt-BR" sz="3600" i="1"/>
            </a:br>
            <a:r>
              <a:rPr lang="en-US" altLang="pt-BR" sz="3600" i="1"/>
              <a:t>De amor e de esperança à terra desce, </a:t>
            </a:r>
            <a:br>
              <a:rPr lang="en-US" altLang="pt-BR" sz="3600" i="1"/>
            </a:br>
            <a:r>
              <a:rPr lang="en-US" altLang="pt-BR" sz="3600" i="1"/>
              <a:t>Se em teu formoso céu, risonho e límpido, A imagem do Cruzeiro resplandece.</a:t>
            </a:r>
            <a:r>
              <a:rPr lang="en-US" altLang="pt-BR" sz="3600"/>
              <a:t> </a:t>
            </a:r>
            <a:r>
              <a:rPr lang="en-US" altLang="pt-BR" sz="3600" i="1"/>
              <a:t>Gigante pela própria natureza, </a:t>
            </a:r>
            <a:br>
              <a:rPr lang="en-US" altLang="pt-BR" sz="3600" i="1"/>
            </a:br>
            <a:r>
              <a:rPr lang="en-US" altLang="pt-BR" sz="3600" i="1"/>
              <a:t>És belo, és forte, impávido, colosso,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E o teu futuro espelha essa grandeza.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5EFFB4C-87CB-B46D-0630-50318DEA79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200" b="1" i="1"/>
              <a:t>Terra adorada, entre outras mil és tu, Brasil,</a:t>
            </a:r>
            <a:r>
              <a:rPr lang="en-US" altLang="pt-BR" sz="3200" i="1"/>
              <a:t> </a:t>
            </a:r>
            <a:br>
              <a:rPr lang="en-US" altLang="pt-BR" sz="3200" i="1"/>
            </a:br>
            <a:r>
              <a:rPr lang="en-US" altLang="pt-BR" sz="3200" b="1" i="1"/>
              <a:t>Ó Pátria amada!</a:t>
            </a:r>
            <a:r>
              <a:rPr lang="en-US" altLang="pt-BR" sz="3200" i="1"/>
              <a:t> </a:t>
            </a:r>
            <a:br>
              <a:rPr lang="en-US" altLang="pt-BR" sz="3200" i="1"/>
            </a:br>
            <a:r>
              <a:rPr lang="en-US" altLang="pt-BR" sz="3200" b="1" i="1"/>
              <a:t>Dos filhos deste solo és mãe gentil,</a:t>
            </a:r>
            <a:r>
              <a:rPr lang="en-US" altLang="pt-BR" sz="3200" i="1"/>
              <a:t> </a:t>
            </a:r>
            <a:br>
              <a:rPr lang="en-US" altLang="pt-BR" sz="3200" i="1"/>
            </a:br>
            <a:r>
              <a:rPr lang="en-US" altLang="pt-BR" sz="3200" b="1" i="1"/>
              <a:t>Pátria amada, Brasil!</a:t>
            </a:r>
            <a:r>
              <a:rPr lang="en-US" altLang="pt-BR" sz="3200" i="1"/>
              <a:t>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2275117-984D-B707-1830-A377E37A44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i="1"/>
              <a:t>Deitado eternamente em berço esplêndido, Ao som do mar e à luz do céu profundo, Fulguras, ó Brasil, florão da América, Iluminado ao sol do Novo Mundo!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Do que a terra mais garrida </a:t>
            </a:r>
            <a:br>
              <a:rPr lang="en-US" altLang="pt-BR" sz="3600" i="1"/>
            </a:br>
            <a:r>
              <a:rPr lang="en-US" altLang="pt-BR" sz="3600" i="1"/>
              <a:t>Teus risonhos, lindos campos têm mais flores, </a:t>
            </a:r>
            <a:br>
              <a:rPr lang="en-US" altLang="pt-BR" sz="3600" i="1"/>
            </a:br>
            <a:r>
              <a:rPr lang="en-US" altLang="pt-BR" sz="3600" i="1"/>
              <a:t>“Nossos bosques têm mais vida, </a:t>
            </a:r>
            <a:br>
              <a:rPr lang="en-US" altLang="pt-BR" sz="3600" i="1"/>
            </a:br>
            <a:r>
              <a:rPr lang="en-US" altLang="pt-BR" sz="3600" i="1"/>
              <a:t>Nossa vida”, no teu seio, “mais amores”. </a:t>
            </a:r>
            <a:br>
              <a:rPr lang="en-US" altLang="pt-BR" sz="3600" i="1"/>
            </a:br>
            <a:r>
              <a:rPr lang="en-US" altLang="pt-BR" sz="3600" i="1"/>
              <a:t>Ó Pátria amada, idolatrada, salve! salve!</a:t>
            </a:r>
            <a:r>
              <a:rPr lang="en-US" altLang="pt-BR" sz="3600"/>
              <a:t> </a:t>
            </a:r>
            <a:endParaRPr lang="en-US" altLang="pt-BR" sz="3600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E27C3E5-045B-536A-D7D5-9439AB6056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i="1"/>
              <a:t>Brasil, de amor eterno seja símbolo O lábaro que ostentas estrelado,</a:t>
            </a:r>
            <a:r>
              <a:rPr lang="en-US" altLang="pt-BR" sz="3600"/>
              <a:t> </a:t>
            </a:r>
            <a:r>
              <a:rPr lang="en-US" altLang="pt-BR" sz="3600" i="1"/>
              <a:t>E diga o verde louro desta flâmula: “Paz no futuro e glória no passado". Mas, se ergues da justiça a clava forte, Verás que um filho teu não foge à luta, Nem teme, quem te adora, a própria morte.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45E03C96-E6DD-6808-635E-A74955F1B4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200" b="1" i="1"/>
              <a:t>Terra adorada, entre outras mil és tu, Brasil,</a:t>
            </a:r>
            <a:r>
              <a:rPr lang="en-US" altLang="pt-BR" sz="3200" i="1"/>
              <a:t> </a:t>
            </a:r>
            <a:br>
              <a:rPr lang="en-US" altLang="pt-BR" sz="3200" i="1"/>
            </a:br>
            <a:r>
              <a:rPr lang="en-US" altLang="pt-BR" sz="3200" b="1" i="1"/>
              <a:t>Ó Pátria amada!</a:t>
            </a:r>
            <a:r>
              <a:rPr lang="en-US" altLang="pt-BR" sz="3200" i="1"/>
              <a:t> </a:t>
            </a:r>
            <a:br>
              <a:rPr lang="en-US" altLang="pt-BR" sz="3200" i="1"/>
            </a:br>
            <a:r>
              <a:rPr lang="en-US" altLang="pt-BR" sz="3200" b="1" i="1"/>
              <a:t>Dos filhos deste solo és mãe gentil,</a:t>
            </a:r>
            <a:r>
              <a:rPr lang="en-US" altLang="pt-BR" sz="3200" i="1"/>
              <a:t> </a:t>
            </a:r>
            <a:br>
              <a:rPr lang="en-US" altLang="pt-BR" sz="3200" i="1"/>
            </a:br>
            <a:r>
              <a:rPr lang="en-US" altLang="pt-BR" sz="3200" b="1" i="1"/>
              <a:t>Pátria amada, Brasil!</a:t>
            </a:r>
            <a:r>
              <a:rPr lang="en-US" altLang="pt-BR" sz="3200" i="1"/>
              <a:t> 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346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638 - Hino Nacional Brasileiro</vt:lpstr>
      <vt:lpstr>Ouviram do Ipiranga as margens plácidas  De um povo heróico o brado retumbante,  E o sol da liberdade, em raios fúlgidos,  Brilhou no céu da Pátria nesse instante.  Se o penhor dessa igualdade  Conseguimos conquistar com braço forte,  Em teu seio, ó liberdade,  Desafia o nosso peito á própria morte!  O Pátria amada, idolatrada, salve! salve! </vt:lpstr>
      <vt:lpstr>Brasil, um sonho intenso, um raio vívido  De amor e de esperança à terra desce,  Se em teu formoso céu, risonho e límpido, A imagem do Cruzeiro resplandece. Gigante pela própria natureza,  És belo, és forte, impávido, colosso,  E o teu futuro espelha essa grandeza.  </vt:lpstr>
      <vt:lpstr>Terra adorada, entre outras mil és tu, Brasil,  Ó Pátria amada!  Dos filhos deste solo és mãe gentil,  Pátria amada, Brasil!  </vt:lpstr>
      <vt:lpstr>Deitado eternamente em berço esplêndido, Ao som do mar e à luz do céu profundo, Fulguras, ó Brasil, florão da América, Iluminado ao sol do Novo Mundo!  Do que a terra mais garrida  Teus risonhos, lindos campos têm mais flores,  “Nossos bosques têm mais vida,  Nossa vida”, no teu seio, “mais amores”.  Ó Pátria amada, idolatrada, salve! salve! </vt:lpstr>
      <vt:lpstr>Brasil, de amor eterno seja símbolo O lábaro que ostentas estrelado, E diga o verde louro desta flâmula: “Paz no futuro e glória no passado". Mas, se ergues da justiça a clava forte, Verás que um filho teu não foge à luta, Nem teme, quem te adora, a própria morte.</vt:lpstr>
      <vt:lpstr>Terra adorada, entre outras mil és tu, Brasil,  Ó Pátria amada!  Dos filhos deste solo és mãe gentil,  Pátria amada, Brasil!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638 - Hino Nacional Brasileiro</dc:title>
  <dc:creator>Junior</dc:creator>
  <cp:lastModifiedBy>Emerson Souza</cp:lastModifiedBy>
  <cp:revision>1</cp:revision>
  <dcterms:created xsi:type="dcterms:W3CDTF">2005-12-27T18:16:55Z</dcterms:created>
  <dcterms:modified xsi:type="dcterms:W3CDTF">2026-05-02T22:30:44Z</dcterms:modified>
</cp:coreProperties>
</file>