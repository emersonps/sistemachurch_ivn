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D4839-A90A-47F0-01E4-0FD40AFA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03D61D-C7CF-9858-C25A-7FBBE275D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7E680D-54F1-5718-C8DA-C04DF7CC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5DF329-62D2-73E3-A193-420056AB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022CA4-5DC0-7CEE-F396-B0758343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D2B7B4-0871-4B68-BE1B-7DBCF3C320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874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60B8A-465D-86A7-EB80-53E447B0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D09FC6-67B9-B01C-0A61-C81F23E51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359788-DE2A-3DD0-5FF7-A77B415E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007361-3E4F-033B-F474-C8F14228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B7FCC7-46F2-A61A-BD8A-468020BE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9446D4-CEAF-4200-B9E9-C339751995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4081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877A5-B54B-88F3-B1EB-3E04823C9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1370DE-BB53-0D52-9A20-C658039C9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6607A5-C6D2-15AC-BDE3-053C58F9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D3968C-2CDD-CA42-44AC-9ADFE94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F20841-7EFD-CE39-A546-DC7D3661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DCD47-C430-4F48-A300-D0E6A9C7D4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160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14EC5-5C36-A917-5218-3C17021F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7BB9EE-D640-511F-C437-7F71B78F2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FBBFE5-8DE2-FC61-2319-5E659E9DA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345145-71B6-C5FD-5F5A-C55BAB88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8006E6-E325-BBEA-8844-6B48D6B65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7F5F88-C003-FD21-0348-7A24CD34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1CE3DE-46C2-4719-BA17-CFBD5677CC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00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2ADAB-C361-E765-648F-5A0AA297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D8F25A-C0C7-1B6A-8BCC-7FDC714A7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A99628-DD84-B39D-DFE5-82BB7E482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368C86-43CD-3838-12FE-74AE5B007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3DD8C6-4BAC-6E73-8BE2-FB183122C7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B3BDD33-8A66-5237-AD6E-BFF4FA86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DD24D3-62CA-E9E9-9045-695061A4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0C31001-68FB-B763-A1C1-852D33B07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449791-570C-4077-9BB4-4D149C601B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131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1E2FA-DAC9-A8CB-9CEB-04E7DE35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41F5AF-64B0-EFB6-41B8-9C126730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AE8216-A3CD-4999-1781-BF76C596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F056EA-C973-71CC-0D7D-A875CCCB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36006-DE73-4573-BAD7-3CE1FAC070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866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633F7C-2DEC-8504-D927-DD039A89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1BD856-2EEC-D84B-A0CB-0ACF5650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BC5A04-A033-315D-F9D5-805527D6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73541-C0BE-4445-AC91-4FA8362D13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210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8FD4C-CD6B-3E6F-1904-9D663F24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512F12-891A-0B88-C1E0-B4228AEB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5A640C-4584-460B-98A5-DCA31CDD7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B4FD68-8B78-C25B-5478-6C469144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7DDF60-B3C8-E770-8E2F-D7945669D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34250D-D2CD-98EE-7E0E-4169DA88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24F07-F299-401F-A42A-30ED5AB4C3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799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B693-8A8A-4E4A-7FE9-69225378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4C865A-0867-9FF9-FB5C-A5418DD11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ACEC21-3CD9-84CA-E645-636A8EAFB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79A532-8467-E677-CA95-08567B1E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8C414F-CB31-77DE-224D-B5A8042C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2B2257-BB18-0399-A1CD-0C1FBCAA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A2F1C-9A59-4D41-B922-57F67D98AA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709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A591E-61F2-9605-9C2F-1584A819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6FC356-DF06-EA89-ED88-57F8D788C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DA9B5F-EB9E-88FE-0A7F-B9A29A5F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BF55A6-6797-8C4A-6798-ADFFB1AB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CE50D5-ACFE-A5E5-A1FC-E71E870D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FBCD9E-B7E5-49D6-9631-FD9CB56683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01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D3B787-BDAB-932E-DF37-3970D7A11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3494C6-26E8-D063-90C3-856D85479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D8BA19-EA02-F33F-C39B-4F66E800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718918-A6E5-EF7F-9EE5-2FE09FDB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F2CE28-E4C6-471F-6FE4-792F4CD2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694E5-6BFE-4BE1-813D-5DDBB1A450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467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20C4ABD-AD77-C7E9-E706-D74EAC0EE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EE68B81-7AC6-9286-23FD-7CFB26861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75AD5B-5755-97FE-D506-693BAE07D4A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A319336-A5D4-848B-B0F1-351EF757BFA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CBD778B-7F4C-5870-ECD2-14F4057C3F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89B776E-EF35-4019-9AC4-61C301F01C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F86F813-FEB7-CF55-FCAB-88791737A0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359</a:t>
            </a:r>
            <a:br>
              <a:rPr lang="pt-BR" altLang="pt-BR" sz="4400" b="1"/>
            </a:br>
            <a:r>
              <a:rPr lang="pt-BR" altLang="pt-BR" sz="4400" b="1"/>
              <a:t>VEM A MIM, PECADOR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E8377F6-548F-F646-A9E1-7FCDDFB4E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Eis que clamo, Eu Jesus, o poderoso,</a:t>
            </a:r>
            <a:br>
              <a:rPr lang="pt-BR" altLang="pt-BR" sz="3600"/>
            </a:br>
            <a:r>
              <a:rPr lang="pt-BR" altLang="pt-BR" sz="3600"/>
              <a:t>Vem a Mim, pecador;</a:t>
            </a:r>
            <a:br>
              <a:rPr lang="pt-BR" altLang="pt-BR" sz="3600"/>
            </a:br>
            <a:r>
              <a:rPr lang="pt-BR" altLang="pt-BR" sz="3600"/>
              <a:t>Quero dar-te Minha paz, perdão e gozo, </a:t>
            </a:r>
            <a:br>
              <a:rPr lang="pt-BR" altLang="pt-BR" sz="3600"/>
            </a:br>
            <a:r>
              <a:rPr lang="pt-BR" altLang="pt-BR" sz="3600"/>
              <a:t>Vem a Mim, sofredor.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4B7F3C2-C2D2-37B5-89BA-9DDA42577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Eu te amo,  pecador perdido,</a:t>
            </a:r>
            <a:br>
              <a:rPr lang="pt-BR" altLang="pt-BR" sz="3600" b="1" i="1"/>
            </a:br>
            <a:r>
              <a:rPr lang="pt-BR" altLang="pt-BR" sz="3600" b="1" i="1"/>
              <a:t>Morri p'ra ser teu Salvador,</a:t>
            </a:r>
            <a:br>
              <a:rPr lang="pt-BR" altLang="pt-BR" sz="3600" b="1" i="1"/>
            </a:br>
            <a:r>
              <a:rPr lang="pt-BR" altLang="pt-BR" sz="3600" b="1" i="1"/>
              <a:t>Por teus crimes e pecados fui ferido; </a:t>
            </a:r>
            <a:br>
              <a:rPr lang="pt-BR" altLang="pt-BR" sz="3600" b="1" i="1"/>
            </a:br>
            <a:r>
              <a:rPr lang="pt-BR" altLang="pt-BR" sz="3600" b="1" i="1"/>
              <a:t>Vem a Mim, sofredor.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326D865-7D6A-E0F5-3B4E-4AB6ACA38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Dos pecados hoje posso libertar-te,</a:t>
            </a:r>
            <a:br>
              <a:rPr lang="pt-BR" altLang="pt-BR" sz="3600"/>
            </a:br>
            <a:r>
              <a:rPr lang="pt-BR" altLang="pt-BR" sz="3600"/>
              <a:t>Vem a Mim, pecador; </a:t>
            </a:r>
            <a:br>
              <a:rPr lang="pt-BR" altLang="pt-BR" sz="3600"/>
            </a:br>
            <a:r>
              <a:rPr lang="pt-BR" altLang="pt-BR" sz="3600"/>
              <a:t>Pois na cruz, Eu padecendo, quis livrar-te, </a:t>
            </a:r>
            <a:br>
              <a:rPr lang="pt-BR" altLang="pt-BR" sz="3600"/>
            </a:br>
            <a:r>
              <a:rPr lang="pt-BR" altLang="pt-BR" sz="3600"/>
              <a:t>Vem a Mim, sofredor.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24C0B6-073B-C790-77E6-41D76E5D7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Hoje quero te fazer feliz, ditoso,</a:t>
            </a:r>
            <a:br>
              <a:rPr lang="pt-BR" altLang="pt-BR" sz="3600"/>
            </a:br>
            <a:r>
              <a:rPr lang="pt-BR" altLang="pt-BR" sz="3600"/>
              <a:t>Vem a Mim, pecador;</a:t>
            </a:r>
            <a:br>
              <a:rPr lang="pt-BR" altLang="pt-BR" sz="3600"/>
            </a:br>
            <a:r>
              <a:rPr lang="pt-BR" altLang="pt-BR" sz="3600"/>
              <a:t>Com meu sangue abri um trilho glorioso,</a:t>
            </a:r>
            <a:br>
              <a:rPr lang="pt-BR" altLang="pt-BR" sz="3600"/>
            </a:br>
            <a:r>
              <a:rPr lang="pt-BR" altLang="pt-BR" sz="3600"/>
              <a:t>Vem a Mim, sofredor.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E884F9-58A9-4874-6F48-5656A2F34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Não desprezes com orgulho o Meu convite </a:t>
            </a:r>
            <a:br>
              <a:rPr lang="pt-BR" altLang="pt-BR" sz="3600"/>
            </a:br>
            <a:r>
              <a:rPr lang="pt-BR" altLang="pt-BR" sz="3600"/>
              <a:t>Vem a Mim, pecador;</a:t>
            </a:r>
            <a:br>
              <a:rPr lang="pt-BR" altLang="pt-BR" sz="3600"/>
            </a:br>
            <a:r>
              <a:rPr lang="pt-BR" altLang="pt-BR" sz="3600"/>
              <a:t>Pois teu coração é fraco, não resiste,</a:t>
            </a:r>
            <a:br>
              <a:rPr lang="pt-BR" altLang="pt-BR" sz="3600"/>
            </a:br>
            <a:r>
              <a:rPr lang="pt-BR" altLang="pt-BR" sz="3600"/>
              <a:t>Vem a Mim, sofredor.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359 VEM A MIM, PECADOR</vt:lpstr>
      <vt:lpstr>Eis que clamo, Eu Jesus, o poderoso, Vem a Mim, pecador; Quero dar-te Minha paz, perdão e gozo,  Vem a Mim, sofredor. </vt:lpstr>
      <vt:lpstr>Eu te amo,  pecador perdido, Morri p'ra ser teu Salvador, Por teus crimes e pecados fui ferido;  Vem a Mim, sofredor.</vt:lpstr>
      <vt:lpstr>Dos pecados hoje posso libertar-te, Vem a Mim, pecador;  Pois na cruz, Eu padecendo, quis livrar-te,  Vem a Mim, sofredor. </vt:lpstr>
      <vt:lpstr>Hoje quero te fazer feliz, ditoso, Vem a Mim, pecador; Com meu sangue abri um trilho glorioso, Vem a Mim, sofredor. </vt:lpstr>
      <vt:lpstr>Não desprezes com orgulho o Meu convite  Vem a Mim, pecador; Pois teu coração é fraco, não resiste, Vem a Mim, sofredor.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359 - VEM A MIM, PECADOR</dc:title>
  <dc:creator>Montagna</dc:creator>
  <cp:lastModifiedBy>Emerson Souza</cp:lastModifiedBy>
  <cp:revision>2</cp:revision>
  <dcterms:created xsi:type="dcterms:W3CDTF">2005-10-20T05:03:57Z</dcterms:created>
  <dcterms:modified xsi:type="dcterms:W3CDTF">2026-05-02T22:06:52Z</dcterms:modified>
</cp:coreProperties>
</file>