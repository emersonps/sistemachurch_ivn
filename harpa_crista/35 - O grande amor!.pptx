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7" r:id="rId8"/>
    <p:sldId id="261" r:id="rId9"/>
    <p:sldId id="268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FA5DF-F825-7F0F-39F1-8A89AFE0F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151B7C-7F4F-9CA6-CDA9-AEF5B73F2C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96F72B-BA46-CE08-8715-E420D9DD3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6B9C0E-4108-401F-9B5E-D4D1A452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B28B8B-10E2-E77F-EB5E-C7B4CB011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2A97A8-7F1A-471C-8509-8E7ACDEB7E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38339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84E36F-81CC-B2A9-2F8F-D0871EFB8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8A309F-C1B5-2638-FB85-7460F5343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A62DAA-EDBA-5B4E-B56F-C7434880C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BF2A02-2003-CA54-7603-B15045B80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7CF597-D188-6370-8438-CACC0DD92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88170E-AC1F-4440-BB6C-790B85BA80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0501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C55F4-7C70-EE71-D16C-5B53267FF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88C09F-0EFE-35F4-C417-C4D7546BC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AFC5D3-F721-21A8-5F14-C88EC5F48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079FC7-6D61-8B45-255F-3345248C2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280277-1CB3-A85C-D783-EAE805491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3FE901-CFE0-466D-A723-11F7AB4649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33922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D983C7-525A-CE86-3E2F-2DF2BFD6B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5B8F47-FC96-5CF4-B66B-233C381E9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1E7957-752F-2F14-79A8-AEA16EB45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508A0C-2402-E51A-0EA3-4515533FA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64CE19-294F-E465-5E22-77049D776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28111E-CA57-EDB6-00C2-43BC5D16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E25BC3-AFD6-4B5C-B2DF-0FCFDB60BF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7240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1C322-CA4B-BC2E-BCD1-C38D71721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0C7AD1-00C7-168A-269F-29205F8A0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1E514F-47F3-8BFB-01B8-A94F08637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767782C-94F2-1989-967A-5E08CA1DC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320E8C7-11EB-D252-2C30-2B0362960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D3B2E-3BBD-5A44-2C31-6381EF79E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725E9BF-8E07-B1F9-1B61-2DD8F43D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2BFD59A-8821-1D16-5E9B-B2F6BF705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4584FD-DC07-4D04-8ED7-79FB170801C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3519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00459-3913-9225-B051-2B744BF14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A7AE9A-F40B-DF68-05D9-FBE35B52C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DC1EB06-59FF-D9CD-7555-E5C687565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69EEFC0-F9A4-6980-61C5-CC582DDF0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299E5A-CB32-4998-8084-A0835B7B28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26971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A111068-5DA5-88CC-5B14-5DE6F8270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AA2CB83-9B5E-1B4F-6AE6-83C1DBBC9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7A08C6-512B-0E6C-5C10-481136C0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45E3AB-1B9A-4A02-9F70-C3B0EF758B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7695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9ACE1-33D8-999D-EFD6-A8932FA5F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C98867-B7E2-BDEA-E03A-45BA3ECFA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50392D-4EB5-3A7B-FB00-CF7E6A8F8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E08BE0-497E-AB10-5F27-2910B8D02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E5B7CB-3496-6CD0-C4E9-18EA55665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D04F7E-5987-5538-11E1-BBE73B42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3D8913-1130-4C0A-83B9-B90E727D80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4542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7BD4A-11CA-BDB4-2E6A-02A6B73AC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3FE2312-0616-F5A5-1576-96BBED8149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569F22-BA3F-7BA0-7F01-AA99D5752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4CE94B-1285-AB98-D99C-8D9D3982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54998B9-B931-464B-2013-F0C3F7DF9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F61377-F492-D84C-67F1-7CC530925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000BC0-EA4E-48CD-97A1-31B491468C3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79717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DFE25-A8DB-C88F-9DE5-2A7E10258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4FEB5CF-FA95-A673-D30C-4F7C1C2BA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F041C1-655C-8733-A908-D214A794B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78863A-DACF-7B12-2300-AD838B341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267E70-EFB8-0902-87A6-38549800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3B00E7-C44E-4D7F-858C-F73E114051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67900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75DDFA-0EC4-7D5F-1CB3-A7C09B15D1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BC360E-F38C-0CAC-B078-AC820A714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C288EA-6870-83C9-6703-254CC6417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3A6EA3-4D6F-00C8-79EF-95AD5CBCA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6C1DAC-9220-28F9-5B58-E8AEFBD5C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301193-FAF4-4063-85D1-260847308A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0359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0344922-3072-3F50-38B1-169FC94792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9FA67DB-024B-1F32-E686-CA60EEC82B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65E88E0-36DF-41CB-5E57-A9232B09C52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EAE4E52-C79F-BFE8-4BE1-DCFDAED7DD0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89C648A-C393-380C-823F-D9E6C7FFF0C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CB37D7E-F88A-4A9A-A5CE-F7A7D2F3E77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94ABD3A-E425-E709-B17A-A3025D6BD2D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/>
              <a:t>35</a:t>
            </a:r>
            <a:br>
              <a:rPr lang="en-US" altLang="pt-BR" sz="4400"/>
            </a:br>
            <a:r>
              <a:rPr lang="en-US" altLang="pt-BR" sz="4400"/>
              <a:t>O GRANDE AMOR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0DD6A0A-93FB-6798-44C8-6FE09D2355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181600"/>
          </a:xfrm>
        </p:spPr>
        <p:txBody>
          <a:bodyPr/>
          <a:lstStyle/>
          <a:p>
            <a:r>
              <a:rPr lang="en-US" altLang="pt-BR" i="1"/>
              <a:t>O grande amor de mau Jesus </a:t>
            </a:r>
            <a:br>
              <a:rPr lang="en-US" altLang="pt-BR" i="1"/>
            </a:br>
            <a:r>
              <a:rPr lang="en-US" altLang="pt-BR" i="1"/>
              <a:t>Por mim morrendo sobre a cruz, </a:t>
            </a:r>
            <a:br>
              <a:rPr lang="en-US" altLang="pt-BR" i="1"/>
            </a:br>
            <a:r>
              <a:rPr lang="en-US" altLang="pt-BR" i="1"/>
              <a:t>Da perdição, pra me salvar; </a:t>
            </a:r>
            <a:br>
              <a:rPr lang="en-US" altLang="pt-BR" i="1"/>
            </a:br>
            <a:r>
              <a:rPr lang="en-US" altLang="pt-BR" i="1"/>
              <a:t>Quem poderá contar?  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2EF6DA9-BF09-46D2-DF74-56F7CFE30F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181600"/>
          </a:xfrm>
        </p:spPr>
        <p:txBody>
          <a:bodyPr/>
          <a:lstStyle/>
          <a:p>
            <a:r>
              <a:rPr lang="en-US" altLang="pt-BR" b="1" i="1"/>
              <a:t>Quem pode o Seu amor contar?</a:t>
            </a:r>
            <a:r>
              <a:rPr lang="en-US" altLang="pt-BR" i="1"/>
              <a:t> </a:t>
            </a:r>
            <a:r>
              <a:rPr lang="en-US" altLang="pt-BR" b="1" i="1"/>
              <a:t>Quem pode o Seu amor contar?</a:t>
            </a:r>
            <a:r>
              <a:rPr lang="en-US" altLang="pt-BR" i="1"/>
              <a:t> </a:t>
            </a:r>
            <a:r>
              <a:rPr lang="en-US" altLang="pt-BR" b="1" i="1"/>
              <a:t>O grande amor do Salvador,</a:t>
            </a:r>
            <a:r>
              <a:rPr lang="en-US" altLang="pt-BR" i="1"/>
              <a:t> </a:t>
            </a:r>
            <a:r>
              <a:rPr lang="en-US" altLang="pt-BR" b="1" i="1"/>
              <a:t>Quem poderá contar?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12FD58C-CC8B-DCD7-07D0-96037A43E3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181600"/>
          </a:xfrm>
        </p:spPr>
        <p:txBody>
          <a:bodyPr/>
          <a:lstStyle/>
          <a:p>
            <a:r>
              <a:rPr lang="en-US" altLang="pt-BR" i="1"/>
              <a:t>O cálice que Jesus bebeu, </a:t>
            </a:r>
            <a:br>
              <a:rPr lang="en-US" altLang="pt-BR" i="1"/>
            </a:br>
            <a:r>
              <a:rPr lang="en-US" altLang="pt-BR" i="1"/>
              <a:t>A maldição que padeceu, </a:t>
            </a:r>
            <a:br>
              <a:rPr lang="en-US" altLang="pt-BR" i="1"/>
            </a:br>
            <a:r>
              <a:rPr lang="en-US" altLang="pt-BR" i="1"/>
              <a:t>Tudo por mim, p'ra me salvar, Quem poderá contar?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584F257-8DD7-1E0B-0279-CC7E7ACD3A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181600"/>
          </a:xfrm>
        </p:spPr>
        <p:txBody>
          <a:bodyPr/>
          <a:lstStyle/>
          <a:p>
            <a:r>
              <a:rPr lang="en-US" altLang="pt-BR" b="1" i="1"/>
              <a:t>Quem pode o Seu amor contar?</a:t>
            </a:r>
            <a:r>
              <a:rPr lang="en-US" altLang="pt-BR" i="1"/>
              <a:t> </a:t>
            </a:r>
            <a:r>
              <a:rPr lang="en-US" altLang="pt-BR" b="1" i="1"/>
              <a:t>Quem pode o Seu amor contar?</a:t>
            </a:r>
            <a:r>
              <a:rPr lang="en-US" altLang="pt-BR" i="1"/>
              <a:t> </a:t>
            </a:r>
            <a:r>
              <a:rPr lang="en-US" altLang="pt-BR" b="1" i="1"/>
              <a:t>O grande amor do Salvador,</a:t>
            </a:r>
            <a:r>
              <a:rPr lang="en-US" altLang="pt-BR" i="1"/>
              <a:t> </a:t>
            </a:r>
            <a:r>
              <a:rPr lang="en-US" altLang="pt-BR" b="1" i="1"/>
              <a:t>Quem poderá contar?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A86CC7D-914D-7FEF-B423-1E987E760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181600"/>
          </a:xfrm>
        </p:spPr>
        <p:txBody>
          <a:bodyPr/>
          <a:lstStyle/>
          <a:p>
            <a:r>
              <a:rPr lang="en-US" altLang="pt-BR" i="1"/>
              <a:t>A zombaria tão cruel, </a:t>
            </a:r>
            <a:br>
              <a:rPr lang="en-US" altLang="pt-BR" i="1"/>
            </a:br>
            <a:r>
              <a:rPr lang="en-US" altLang="pt-BR" i="1"/>
              <a:t>A cruz sangrenta, o amargo fel, Que Ele sofreu pra me salvar; Quem poderá contar?  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2BA4170-4BBA-B110-A055-F768462EE9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181600"/>
          </a:xfrm>
        </p:spPr>
        <p:txBody>
          <a:bodyPr/>
          <a:lstStyle/>
          <a:p>
            <a:r>
              <a:rPr lang="en-US" altLang="pt-BR" b="1" i="1"/>
              <a:t>Quem pode o Seu amor contar?</a:t>
            </a:r>
            <a:r>
              <a:rPr lang="en-US" altLang="pt-BR" i="1"/>
              <a:t> </a:t>
            </a:r>
            <a:r>
              <a:rPr lang="en-US" altLang="pt-BR" b="1" i="1"/>
              <a:t>Quem pode o Seu amor contar?</a:t>
            </a:r>
            <a:r>
              <a:rPr lang="en-US" altLang="pt-BR" i="1"/>
              <a:t> </a:t>
            </a:r>
            <a:r>
              <a:rPr lang="en-US" altLang="pt-BR" b="1" i="1"/>
              <a:t>O grande amor do Salvador,</a:t>
            </a:r>
            <a:r>
              <a:rPr lang="en-US" altLang="pt-BR" i="1"/>
              <a:t> </a:t>
            </a:r>
            <a:r>
              <a:rPr lang="en-US" altLang="pt-BR" b="1" i="1"/>
              <a:t>Quem poderá contar?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CD054B3-3CE1-289E-0688-E5DA689D1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181600"/>
          </a:xfrm>
        </p:spPr>
        <p:txBody>
          <a:bodyPr/>
          <a:lstStyle/>
          <a:p>
            <a:r>
              <a:rPr lang="en-US" altLang="pt-BR" i="1"/>
              <a:t>Incomparável Salvador! </a:t>
            </a:r>
            <a:br>
              <a:rPr lang="en-US" altLang="pt-BR" i="1"/>
            </a:br>
            <a:r>
              <a:rPr lang="en-US" altLang="pt-BR" i="1"/>
              <a:t>Quão inefável Teu amor! </a:t>
            </a:r>
            <a:br>
              <a:rPr lang="en-US" altLang="pt-BR" i="1"/>
            </a:br>
            <a:r>
              <a:rPr lang="en-US" altLang="pt-BR" i="1"/>
              <a:t>Quão impossível de sondar! </a:t>
            </a:r>
            <a:br>
              <a:rPr lang="en-US" altLang="pt-BR" i="1"/>
            </a:br>
            <a:r>
              <a:rPr lang="en-US" altLang="pt-BR" i="1"/>
              <a:t>Imenso e sem par!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7C0895D-BA34-55B2-0EBD-C6EC7A1222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181600"/>
          </a:xfrm>
        </p:spPr>
        <p:txBody>
          <a:bodyPr/>
          <a:lstStyle/>
          <a:p>
            <a:r>
              <a:rPr lang="en-US" altLang="pt-BR" b="1" i="1"/>
              <a:t>Quem pode o Seu amor contar?</a:t>
            </a:r>
            <a:r>
              <a:rPr lang="en-US" altLang="pt-BR" i="1"/>
              <a:t> </a:t>
            </a:r>
            <a:r>
              <a:rPr lang="en-US" altLang="pt-BR" b="1" i="1"/>
              <a:t>Quem pode o Seu amor contar?</a:t>
            </a:r>
            <a:r>
              <a:rPr lang="en-US" altLang="pt-BR" i="1"/>
              <a:t> </a:t>
            </a:r>
            <a:r>
              <a:rPr lang="en-US" altLang="pt-BR" b="1" i="1"/>
              <a:t>O grande amor do Salvador,</a:t>
            </a:r>
            <a:r>
              <a:rPr lang="en-US" altLang="pt-BR" i="1"/>
              <a:t> </a:t>
            </a:r>
            <a:r>
              <a:rPr lang="en-US" altLang="pt-BR" b="1" i="1"/>
              <a:t>Quem poderá contar?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35 O GRANDE AMOR </vt:lpstr>
      <vt:lpstr>O grande amor de mau Jesus  Por mim morrendo sobre a cruz,  Da perdição, pra me salvar;  Quem poderá contar?   </vt:lpstr>
      <vt:lpstr>Quem pode o Seu amor contar? Quem pode o Seu amor contar? O grande amor do Salvador, Quem poderá contar? </vt:lpstr>
      <vt:lpstr>O cálice que Jesus bebeu,  A maldição que padeceu,  Tudo por mim, p'ra me salvar, Quem poderá contar? </vt:lpstr>
      <vt:lpstr>Quem pode o Seu amor contar? Quem pode o Seu amor contar? O grande amor do Salvador, Quem poderá contar? </vt:lpstr>
      <vt:lpstr>A zombaria tão cruel,  A cruz sangrenta, o amargo fel, Que Ele sofreu pra me salvar; Quem poderá contar?   </vt:lpstr>
      <vt:lpstr>Quem pode o Seu amor contar? Quem pode o Seu amor contar? O grande amor do Salvador, Quem poderá contar? </vt:lpstr>
      <vt:lpstr>Incomparável Salvador!  Quão inefável Teu amor!  Quão impossível de sondar!  Imenso e sem par! </vt:lpstr>
      <vt:lpstr>Quem pode o Seu amor contar? Quem pode o Seu amor contar? O grande amor do Salvador, Quem poderá contar?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35 O GRANDE AMOR </dc:title>
  <dc:creator>Junior</dc:creator>
  <cp:lastModifiedBy>Emerson Souza</cp:lastModifiedBy>
  <cp:revision>1</cp:revision>
  <dcterms:created xsi:type="dcterms:W3CDTF">2005-12-23T01:06:56Z</dcterms:created>
  <dcterms:modified xsi:type="dcterms:W3CDTF">2026-05-02T21:39:55Z</dcterms:modified>
</cp:coreProperties>
</file>