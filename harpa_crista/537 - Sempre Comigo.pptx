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CCFCB-A9D6-4CE1-05A2-2B6B4D102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B33226-5250-D0EA-97BF-799988E1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8C31A8-72FA-27D8-928A-BAD01564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1760D-8FC5-AA0D-93EB-368DF723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CD473C-E6CA-9BC3-2E4B-1D6BD021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2F168-975D-4C6E-9871-5FC61DF00B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554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80E61-3215-7614-78A5-3CE79F4E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9B250E-C365-01E7-7710-A02EFE089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DA59A5-8C20-BEDB-AF63-6E3F2A20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FA761-94C0-D666-1229-D9B11CC6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D859D-ACEC-76EF-AF57-F108A83C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C4813-4A5B-43AA-9C4E-C5BF4EEE88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124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C2C7C-8E0A-F7E7-28B4-58C205FA4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B0ABEE-C79E-A8BB-F592-5CC107D99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72E53F-FC22-14F6-146A-901B1528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F86269-DC89-ECE5-DB4D-C4BF83A6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233AD6-9D31-C0D9-C873-9093BA2A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6E377-6AD0-44B7-8DC3-BB878A2BB6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267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671B9-C580-9D1C-A84C-BA005E34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8BB98-5B6B-78BC-3125-7E6BF0859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2715F8-8B4A-191A-BE2C-2095CB750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374AE0-5157-5342-7293-DA834B23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DF9CDA-3FD0-AD6E-CCE1-2CF10B0F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19F104-5DE1-AA74-47F4-0225E2D9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B5BBB-2EB0-4EAF-B07C-47F4558B54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535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1A1E0-5DC8-59E5-ED9C-9F92894E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CAEA1-9528-F2D0-7680-B8948A589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2D499B-7272-8B3C-6611-83611E317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CD0DFF-6346-F9F8-F568-F8C313A37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61E7CA-108C-DBBD-E064-E30F96862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7E2B7F-3F11-5E69-9CE8-D0D795594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352516-0E55-5C48-2E8D-2B8315A6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05BCAA-2930-D544-B228-8CD2E97A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6CAB4C-707E-4EC5-A69B-C978B8B9B3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12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000CF-FA3E-9D03-B8E4-47CDA210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465264-3F0D-8FA0-A972-7E2215C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CE7DF9-D676-6FAD-5359-1A5D3A91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017AB4-DC9D-A2F5-A4E4-611582B7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F58C5F-BB1D-467E-B4C2-8ED958E2B1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60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B690A4-8B2B-CE52-F5A1-98D8D31CE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3E9279-5E25-9C47-604A-638DF022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D7D398-F556-1FF7-5BF7-2288EBF3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2D9E57-49BB-4CCE-9ED4-30904DC314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27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5077F-D34F-4AC7-8384-48AB74F6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C4028A-9860-6CCD-EEB8-9673E9830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D16DA8-632F-6D8D-41E3-0B82C42E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0A4194-D5BB-808A-4991-A9124CAB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20302F-E727-4133-4616-54539AF0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A84B0A-505C-DEE0-D0A2-A2866072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93F366-14BC-476F-A47B-0841F43B08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562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6ABD8-8030-A24B-6848-8156ED1F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696367-313B-CD03-95F5-A17192D31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B309F4-7FBF-BBD8-B8B4-2A1BC4DE2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7733C8-9F21-450C-BACD-13D45D35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E70A9E-6695-26CC-D924-518B8692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9B07D5-C11D-FBF5-8CD2-765C317D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2B588-7DFB-4B15-A9B8-50AF8E857B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304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64ECB-267E-BDFA-7664-847F329D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3906AF-681C-87F7-6151-97CC4AF60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1C457C-F8BE-B9E4-BD0B-3C734D0C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61749-8160-3483-FC5A-91785123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633ECB-99BA-5EC0-3F2D-A1D49302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74713E-1D75-4312-B5CE-4610AA2CDD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913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0C7C69-C7C1-322B-C933-C0C1C1229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AB1739-47DB-5EE1-E084-D96D87859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DDF21-01B7-714A-BF48-2F4B5083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E46865-B214-ACEC-0665-0944BA29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2AD04-DE73-4D7C-8D7A-4DB4A732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9C9624-65C7-425A-B1F3-A30774F55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210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F336D70-A89E-B580-15BF-CC3BB6CE6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F92586-3738-4664-5705-E3BF9CE13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AD61EB-1D5F-260D-CF98-F7624A60C9D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3FF6FA-BAA4-ABA6-5A15-EE5FC77278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D1B17C8-9471-2771-044C-2A4E83A778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BA2DCE-7CF8-4A6D-AEC8-5408D0510E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21787CF-DC38-BBEB-E28D-803235F1EA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537 – Sempre Comigo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CF276D3-C7CF-3BB9-D0FB-8C72117976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0A53918-DFB0-39C8-8A7A-AACA3BF27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Sempre comigo está Jesus. </a:t>
            </a:r>
            <a:br>
              <a:rPr lang="en-US" altLang="pt-BR" sz="4000" i="1"/>
            </a:br>
            <a:r>
              <a:rPr lang="en-US" altLang="pt-BR" sz="4000" i="1"/>
              <a:t>Seja nas trevas, seja na luz;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protege-me, cuida de mim;</a:t>
            </a: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Eu quero amar a quem me guarda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537 – Sempre Comigo</vt:lpstr>
      <vt:lpstr>Sempre comigo está Jesus.  Seja nas trevas, seja na luz;  Ele protege-me, cuida de mim;  Eu quero amar a quem me guarda assim.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537 – Sempre Comigo</dc:title>
  <dc:creator>Junior</dc:creator>
  <cp:lastModifiedBy>Emerson Souza</cp:lastModifiedBy>
  <cp:revision>1</cp:revision>
  <dcterms:created xsi:type="dcterms:W3CDTF">2005-12-26T23:18:39Z</dcterms:created>
  <dcterms:modified xsi:type="dcterms:W3CDTF">2026-05-02T22:22:06Z</dcterms:modified>
</cp:coreProperties>
</file>