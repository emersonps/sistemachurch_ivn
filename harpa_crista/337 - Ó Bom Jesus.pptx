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96BBAA-0D2A-85B2-E310-8DEEDA4505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B39798A-2B5E-AF43-188A-E95FA2ADBF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99F668-6D2D-7FBB-80D9-BA10C3D81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1F9928-E206-49E4-2E70-A7577A9C3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3CB54A-FDFF-4470-916A-D2DD6C0E7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F73661-5770-46CF-B3E3-F8749942430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97354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30C23B-1FFD-F5A9-9392-0C49B0233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784B8B-1645-AF7D-38E0-CD138AF78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B7EBD8-1379-E11F-E5C0-D7B79A5FE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647D20-468D-13A0-3170-44296113B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9A2420-0617-BD4E-4E46-9366E138B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B2D92E-EFAB-4871-9695-6FA72AC7F7E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97154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37D835-0FE1-A516-A097-CD054207F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6054350-BB74-93CF-BAEF-661CB8F7C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23C3B9-4D3C-D6A2-4375-EDD611337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5519D7-1EF4-BAC0-00EE-BE2AE6C92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8039B8-AD9F-F49C-B310-9F54ED96E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9E9C4D-8A67-4068-A349-680A2DA911D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98774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9BF5B1-7ED8-EFAD-A492-D8C3B3B68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A04668-2628-E1A2-80C8-74BB84FFEE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5E0A911-2891-C330-7F57-3F76AF3C01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CAFE981-7F4A-4D02-A49C-2F5DF26F8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0177614-00A4-86E2-6B5B-1BF0075FD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5B3AB26-55A6-BAAC-4190-CF85E522B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9261F0-EA6C-4DE8-A439-10B62883E47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39563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1A7ABB-17CC-F50A-B33B-81CF6E57F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7DADAB9-C098-D1A3-EC74-C01D4D949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3FAB49E-829D-509A-803D-F94E943288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1458D7D-89BF-0DC1-0D2A-5E9C7EF6C3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97CBA98-7DDC-5A25-A078-BB8AD2BD02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4D70AB0-2D38-98F0-2F82-A6E3219FA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9026ADD-09A8-E699-0105-0FF1E30A9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A957A4E-D5DC-A1B9-7B0B-A9C81DAB2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FDE7B5-05C6-44DA-9B24-DE3236F58DB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27212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417840-3A1C-E469-2037-0A22C9297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52A1BB4-0D51-4C76-4F30-AD8B406B7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260CF35-B739-EE22-21A6-BD1D03616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7DECFE5-1B1C-7ADB-71F6-934F3154B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475EAA-F090-4139-9B54-75F2AFDD4EA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41113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183ED48-C281-8FA6-3718-F48683BA9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6EB7D92-0812-AC7B-C9A3-BF87191B3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349050-FF25-11BB-4BAD-C425849F5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5833BD-55C8-478D-BF09-D094812BB64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75347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33A7CC-2793-4CBE-0E73-F6F93FC73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E33C21-4C74-E5A5-8F59-7031AB4C6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0CFB401-0B32-EA31-B392-E8D06E418F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9AC437-28D4-3466-7603-941667C72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CD78579-8A54-C2F0-01DD-53021FAD7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4F54AD6-8EC4-F6D0-2E94-7FE4944C9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B9164E-D2A2-452E-9370-CE316B3C82B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19372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80E9D2-B815-4D15-93DE-B84A5748E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744DDCA-A8E6-E31D-A55E-11DC66AA2B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36C86A1-9BF6-C362-9C8E-B3DD1EB2B4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DD04F8-F85F-78BF-EF02-DF7372284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68F7655-FC5A-9D18-BAD6-5B08C8B7E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7CB9B02-0A1B-D924-7872-51D7BCABF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87482C-7223-469E-8706-4D860CF3E7C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58797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CDBEF7-D2BB-4C74-7568-DB0A84CBC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825F5F1-91EF-6A1C-BA07-7C59E6E9F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BB3149-50E1-87C9-8103-AABFC0F2F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AB44DA-4232-EBED-8BDA-24C604461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9374D3-359E-F00C-101B-2EBEF73B7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7E9CE4-EC26-4545-9E75-79C975C4020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49063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80A582E-0896-E9FA-C3DC-6CE6B271AC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9CB4887-FB55-3338-8D70-86872DCEA7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2AD5B6-C694-CBDE-B684-7787051CE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53B673-B8C7-A46E-4C1E-AD461A344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BBC00C-E024-6A0F-B0C4-3AB9935CF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C7E9D7-35AF-4326-89D2-5A93861C7DF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76783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E62E1A3-C5CA-560E-3F8D-7F883B703E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C921435-ED23-0CD0-873E-A139035114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0004E8E-C4A2-5133-1B3A-B23EF733D6C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2C373CA-30E4-3552-65E2-CCAFE61D33C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51C8029-1164-D9FC-DE2C-45781038943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63AA3D7-DAE3-4C6C-98FB-1C25FEF2242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D2403A0-4834-841B-5A9B-EF6DED06868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337 - Ó Bom Jesus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4C6069E5-A0DF-0588-EB36-E1DFD0BBE9E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CF3858C8-0AA3-337A-98A9-263C049286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Ó bom Jesus, tesouro de poder, </a:t>
            </a:r>
            <a:br>
              <a:rPr lang="en-US" altLang="pt-BR" sz="4000" i="1"/>
            </a:br>
            <a:r>
              <a:rPr lang="en-US" altLang="pt-BR" sz="4000" i="1"/>
              <a:t>Quero sentir-Te. sempre no meu ser! Faz-me andar, oh, sempre nesta luz, Pois dentro de mim vives, </a:t>
            </a:r>
            <a:br>
              <a:rPr lang="en-US" altLang="pt-BR" sz="4000" i="1"/>
            </a:br>
            <a:r>
              <a:rPr lang="en-US" altLang="pt-BR" sz="4000" i="1"/>
              <a:t>Ó meu bom Jesus!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EF59701-6E8F-31A5-5965-FB5AAA2733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 i="1"/>
              <a:t>Oh! Em mim, </a:t>
            </a:r>
            <a:br>
              <a:rPr lang="en-US" altLang="pt-BR" sz="4000" b="1" i="1"/>
            </a:br>
            <a:r>
              <a:rPr lang="en-US" altLang="pt-BR" sz="4000" b="1" i="1"/>
              <a:t>Já enfim, ressuscitou Jesus;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Das trevas livre estou assim, por Sua luz!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87E2A61-9E91-50C5-54A6-D38EA17B6B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O bom Jesus, ó fonte de amor, </a:t>
            </a:r>
            <a:br>
              <a:rPr lang="en-US" altLang="pt-BR" sz="4000" i="1"/>
            </a:br>
            <a:r>
              <a:rPr lang="en-US" altLang="pt-BR" sz="4000" i="1"/>
              <a:t>Faz-me ouvir a Tua voz, Senhor; Sempre viver deli eu quero sim, </a:t>
            </a:r>
            <a:br>
              <a:rPr lang="en-US" altLang="pt-BR" sz="4000" i="1"/>
            </a:br>
            <a:r>
              <a:rPr lang="en-US" altLang="pt-BR" sz="4000" i="1"/>
              <a:t>Ó manifesta mais o Teu poder em mim!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742F4910-E9D0-2893-7D02-427854D536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 i="1"/>
              <a:t>Oh! Em mim, </a:t>
            </a:r>
            <a:br>
              <a:rPr lang="en-US" altLang="pt-BR" sz="4000" b="1" i="1"/>
            </a:br>
            <a:r>
              <a:rPr lang="en-US" altLang="pt-BR" sz="4000" b="1" i="1"/>
              <a:t>Já enfim, ressuscitou Jesus;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Das trevas livre estou assim, por Sua luz!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B884D46-B973-4E29-8DC1-4B11489F3C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O bom Jesus, real Consolador, </a:t>
            </a:r>
            <a:br>
              <a:rPr lang="en-US" altLang="pt-BR" sz="4000" i="1"/>
            </a:br>
            <a:r>
              <a:rPr lang="en-US" altLang="pt-BR" sz="4000" i="1"/>
              <a:t>Longe de Ti está o pecador! </a:t>
            </a:r>
            <a:br>
              <a:rPr lang="en-US" altLang="pt-BR" sz="4000" i="1"/>
            </a:br>
            <a:r>
              <a:rPr lang="en-US" altLang="pt-BR" sz="4000" i="1"/>
              <a:t>Vives em mim, és minha salvação; </a:t>
            </a:r>
            <a:br>
              <a:rPr lang="en-US" altLang="pt-BR" sz="4000" i="1"/>
            </a:br>
            <a:r>
              <a:rPr lang="en-US" altLang="pt-BR" sz="4000" i="1"/>
              <a:t>Só é feliz, o que Te tem no Coração!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F4493128-C759-6477-49EB-9D17BA59A3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 i="1"/>
              <a:t>Oh! Em mim, </a:t>
            </a:r>
            <a:br>
              <a:rPr lang="en-US" altLang="pt-BR" sz="4000" b="1" i="1"/>
            </a:br>
            <a:r>
              <a:rPr lang="en-US" altLang="pt-BR" sz="4000" b="1" i="1"/>
              <a:t>Já enfim, ressuscitou Jesus;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Das trevas livre estou assim, por Sua luz!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337 - Ó Bom Jesus </vt:lpstr>
      <vt:lpstr>Ó bom Jesus, tesouro de poder,  Quero sentir-Te. sempre no meu ser! Faz-me andar, oh, sempre nesta luz, Pois dentro de mim vives,  Ó meu bom Jesus!  </vt:lpstr>
      <vt:lpstr>Oh! Em mim,  Já enfim, ressuscitou Jesus;  Das trevas livre estou assim, por Sua luz!  </vt:lpstr>
      <vt:lpstr>O bom Jesus, ó fonte de amor,  Faz-me ouvir a Tua voz, Senhor; Sempre viver deli eu quero sim,  Ó manifesta mais o Teu poder em mim!  </vt:lpstr>
      <vt:lpstr>Oh! Em mim,  Já enfim, ressuscitou Jesus;  Das trevas livre estou assim, por Sua luz!  </vt:lpstr>
      <vt:lpstr>O bom Jesus, real Consolador,  Longe de Ti está o pecador!  Vives em mim, és minha salvação;  Só é feliz, o que Te tem no Coração!</vt:lpstr>
      <vt:lpstr>Oh! Em mim,  Já enfim, ressuscitou Jesus;  Das trevas livre estou assim, por Sua luz!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337 - Ó Bom Jesus </dc:title>
  <dc:creator>Junior</dc:creator>
  <cp:lastModifiedBy>Emerson Souza</cp:lastModifiedBy>
  <cp:revision>1</cp:revision>
  <dcterms:created xsi:type="dcterms:W3CDTF">2005-12-26T21:47:27Z</dcterms:created>
  <dcterms:modified xsi:type="dcterms:W3CDTF">2026-05-02T22:05:02Z</dcterms:modified>
</cp:coreProperties>
</file>