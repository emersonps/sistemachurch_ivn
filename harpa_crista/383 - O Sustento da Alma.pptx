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DA265-33A7-D8A4-9C43-FFF2DAF0B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9230E-C118-4D96-C3CE-15352274F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4178B0-2823-EC7B-E70D-3F368A6D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7EC5F1-794A-62B3-9628-047F3109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2AAA08-0F4E-7E84-DD91-FEAE02D1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FF541E-A381-4A55-9002-8E1C0D8DDD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768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99AD1-4EB6-3DAE-0071-D2DCFA4F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6E03B-F280-53D3-9D4F-A5A899633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166A57-4D00-A2E8-CFF8-06797534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F1090B-28FA-464E-5D54-D68BA425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4C0669-9A51-10B5-2DD4-BF00D26C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3D670D-BA78-41EA-8441-AD5F8EDE96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944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6D1B1-4031-24B1-5FB2-7E852E76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662406-9133-A383-B69D-FF5406034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868499-6CAE-73C0-A4E6-514E565BE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EB75F6-A976-E073-1601-058D4CC4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974409-905F-A82C-0CFB-077B81F5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9A7084-B20C-44E7-836D-0B694E24F9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938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63750-E578-0456-0D2B-12A028D4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07BF66-A0B0-5B0E-674A-E19A0CA9C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F654C9-97C8-44D8-AAC8-B6CBAE944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4E3149-27C9-2AA1-1EC3-5F532EB7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004B57-71D7-ADD9-F822-02FA0800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3EE37E-B64C-6C50-FB1F-6ACD6E72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A22BDE-6BB3-4F2B-A80A-9710EC4E2F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282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6DCB9-FE46-23E9-555C-56DF350A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0D5C58-2C14-4036-9A53-5F97E9484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27D7B5-C854-1073-AF9D-7CAB73B97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DD7DE9-AE32-2C43-CCB2-8444C51A3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BA64EE-9A8D-EEBD-57C8-A85B16AEB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C60FBB-2A15-B17F-2621-E8D95EAE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6BD95D-96CC-574D-95E4-4C3F615E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9EAF8E6-C103-BA86-3C0E-F6CFC7A7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9CCED6-B2B1-47B1-9395-16B9451426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818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3F529-3905-20EC-1CBD-4510BC17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15C5B0-1D77-4AEA-5902-5A89530A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E0DFFB-011A-FC86-E548-453147882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1F112A-9291-DC32-F649-94C2C7DC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61B924-493E-4330-95BB-3A0E7FD2F9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686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A0CA65-7A3B-B2FA-3B71-C3578421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DE015A6-5457-0B44-7EAB-20B0C56F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A64462-68A8-5309-41D3-B8622EE8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7C2961-A55A-4BE3-9590-725E6D8F3D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368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ED4B2-56C1-41A3-B46D-946787733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89E35-C2AE-5857-52A3-444743B34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5EFA59-294E-302A-2716-44052500D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5B2C4D-B704-FF19-C49F-3D532CF6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976285-B0F3-3888-D074-3D45AC81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083C5B-778D-DA78-5A75-20C6CDC0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6669E-A959-4BDF-A929-FEE1DA1A18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474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8D5A1-E17C-3850-539E-FE1AC91D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A13EAB-11A8-AE31-1108-4715144F8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A1FFA2-4268-E447-2639-4150AA709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55CEC7-A17C-CC94-910F-5A6EF227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BAF4F2-751C-E3CA-08A9-6393C6AE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83524E-2B38-13E9-9B62-D3EDA5BB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6B644C-981C-489D-B3F0-5212F175BC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9957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1C6C0-B1A1-51A3-BE81-568289FA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94F1FD-D354-3DCD-7510-E50FD358F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B5A8F0-653B-2E09-A3A1-47B76EE0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93505-2E31-26DC-4F12-F133C8186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8B1FD9-1931-2CB0-3219-667C9FD2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8F6184-371E-4C56-9725-9FFFE99C62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406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4CF019-9AB4-48E5-D021-DAA60898B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C7812E-A13B-C6F8-0523-4FB30F6E3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B09F68-5894-A411-05CD-29FB597F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910E51-72B0-3EE3-5A92-3CF86916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C5DCF1-A514-FC00-259D-3089F713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7C1DBB-778A-4A7D-8CF9-33930263B0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782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934287-D75A-F85F-DC9E-2504F491E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DA98803-FD9F-BC63-F7C5-8403DE674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F322487-FAC3-290D-EECD-A3506C4A60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68609DD-08BE-ED50-A069-01A9ADC999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7E87ACD-308E-959D-4468-CD53A1266D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44B4F21-7F38-4B9B-A2C1-DBC3A40EBE5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3EDA21-AE85-7C4A-148A-EA50E1761C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050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383 - O Sustento da Alma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FE30FC3-7A5B-7350-C456-989EE2B252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20168CF-6C0E-0FE3-E768-5ABE64DD4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Dá sustento à minha vida, </a:t>
            </a:r>
            <a:br>
              <a:rPr lang="en-US" altLang="pt-BR" sz="4000" i="1"/>
            </a:br>
            <a:r>
              <a:rPr lang="en-US" altLang="pt-BR" sz="4000" i="1"/>
              <a:t>A Palavra do Senhor; </a:t>
            </a:r>
            <a:br>
              <a:rPr lang="en-US" altLang="pt-BR" sz="4000" i="1"/>
            </a:br>
            <a:r>
              <a:rPr lang="en-US" altLang="pt-BR" sz="4000" i="1"/>
              <a:t>A minh’alma abatida, </a:t>
            </a:r>
            <a:br>
              <a:rPr lang="en-US" altLang="pt-BR" sz="4000" i="1"/>
            </a:br>
            <a:r>
              <a:rPr lang="en-US" altLang="pt-BR" sz="4000" i="1"/>
              <a:t>Vem poder Consolador: </a:t>
            </a:r>
            <a:br>
              <a:rPr lang="en-US" altLang="pt-BR" sz="4000" i="1"/>
            </a:br>
            <a:r>
              <a:rPr lang="en-US" altLang="pt-BR" sz="4000" i="1"/>
              <a:t>Livramento glorioso </a:t>
            </a:r>
            <a:br>
              <a:rPr lang="en-US" altLang="pt-BR" sz="4000" i="1"/>
            </a:br>
            <a:r>
              <a:rPr lang="en-US" altLang="pt-BR" sz="4000" i="1"/>
              <a:t>Nós achamos em Jesus, </a:t>
            </a:r>
            <a:br>
              <a:rPr lang="en-US" altLang="pt-BR" sz="4000" i="1"/>
            </a:br>
            <a:r>
              <a:rPr lang="en-US" altLang="pt-BR" sz="4000" i="1"/>
              <a:t>NEle o coração ditoso </a:t>
            </a:r>
            <a:br>
              <a:rPr lang="en-US" altLang="pt-BR" sz="4000" i="1"/>
            </a:br>
            <a:r>
              <a:rPr lang="en-US" altLang="pt-BR" sz="4000" i="1"/>
              <a:t>Já desfruta Sua luz.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10C97A5-10EB-7550-6309-E04854F8A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Jesus Cristo deu-me salvação,</a:t>
            </a:r>
            <a:r>
              <a:rPr lang="en-US" altLang="pt-BR" sz="4000" i="1"/>
              <a:t> </a:t>
            </a:r>
            <a:r>
              <a:rPr lang="en-US" altLang="pt-BR" sz="4000" b="1" i="1"/>
              <a:t>Também vida eternal;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gozo no meu coração,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poder celestial;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Sua graça é bastante,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Divina! é Seu amor;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Tenho vida exultante,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Pelo bom Consolador!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5DB833A-B40C-4D6D-3EAC-D1F50CD44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Santos, todos proclamemos </a:t>
            </a:r>
            <a:br>
              <a:rPr lang="en-US" altLang="pt-BR" sz="4000" i="1"/>
            </a:br>
            <a:r>
              <a:rPr lang="en-US" altLang="pt-BR" sz="4000" i="1"/>
              <a:t>Que Jesus há de voltar, </a:t>
            </a:r>
            <a:br>
              <a:rPr lang="en-US" altLang="pt-BR" sz="4000" i="1"/>
            </a:br>
            <a:r>
              <a:rPr lang="en-US" altLang="pt-BR" sz="4000" i="1"/>
              <a:t>E que Lhe servir devemos </a:t>
            </a:r>
            <a:br>
              <a:rPr lang="en-US" altLang="pt-BR" sz="4000" i="1"/>
            </a:br>
            <a:r>
              <a:rPr lang="en-US" altLang="pt-BR" sz="4000" i="1"/>
              <a:t>E sinceros O amar. </a:t>
            </a:r>
            <a:br>
              <a:rPr lang="en-US" altLang="pt-BR" sz="4000" i="1"/>
            </a:br>
            <a:r>
              <a:rPr lang="en-US" altLang="pt-BR" sz="4000" i="1"/>
              <a:t>Resaurgiu da sepultura, </a:t>
            </a:r>
            <a:br>
              <a:rPr lang="en-US" altLang="pt-BR" sz="4000" i="1"/>
            </a:br>
            <a:r>
              <a:rPr lang="en-US" altLang="pt-BR" sz="4000" i="1"/>
              <a:t>E com vida se mostrou </a:t>
            </a:r>
            <a:br>
              <a:rPr lang="en-US" altLang="pt-BR" sz="4000" i="1"/>
            </a:br>
            <a:r>
              <a:rPr lang="en-US" altLang="pt-BR" sz="4000" i="1"/>
              <a:t>As felizes criaturas, </a:t>
            </a:r>
            <a:br>
              <a:rPr lang="en-US" altLang="pt-BR" sz="4000" i="1"/>
            </a:br>
            <a:r>
              <a:rPr lang="en-US" altLang="pt-BR" sz="4000" i="1"/>
              <a:t>Que no mundo tanto amou.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E51A793-D4AF-E0AE-D4DA-AD09594BC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Jesus Cristo deu-me salvação,</a:t>
            </a:r>
            <a:r>
              <a:rPr lang="en-US" altLang="pt-BR" sz="4000" i="1"/>
              <a:t> </a:t>
            </a:r>
            <a:r>
              <a:rPr lang="en-US" altLang="pt-BR" sz="4000" b="1" i="1"/>
              <a:t>Também vida eternal;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gozo no meu coração,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poder celestial;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Sua graça é bastante,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Divina! é Seu amor;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Tenho vida exultante,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Pelo bom Consolador!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CAA930-CEAD-C705-0875-285A6CBBF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Que não haja ociosos </a:t>
            </a:r>
            <a:br>
              <a:rPr lang="en-US" altLang="pt-BR" sz="4000" i="1"/>
            </a:br>
            <a:r>
              <a:rPr lang="en-US" altLang="pt-BR" sz="4000" i="1"/>
              <a:t>Na Igreja do Senhor, </a:t>
            </a:r>
            <a:br>
              <a:rPr lang="en-US" altLang="pt-BR" sz="4000" i="1"/>
            </a:br>
            <a:r>
              <a:rPr lang="en-US" altLang="pt-BR" sz="4000" i="1"/>
              <a:t>Mas, sim, crentes fervorosos Trabalhando com vigor; </a:t>
            </a:r>
            <a:br>
              <a:rPr lang="en-US" altLang="pt-BR" sz="4000" i="1"/>
            </a:br>
            <a:r>
              <a:rPr lang="en-US" altLang="pt-BR" sz="4000" i="1"/>
              <a:t>Quem aqui tiver vencido </a:t>
            </a:r>
            <a:br>
              <a:rPr lang="en-US" altLang="pt-BR" sz="4000" i="1"/>
            </a:br>
            <a:r>
              <a:rPr lang="en-US" altLang="pt-BR" sz="4000" i="1"/>
              <a:t>Por Jesus e Seu amor, </a:t>
            </a:r>
            <a:br>
              <a:rPr lang="en-US" altLang="pt-BR" sz="4000" i="1"/>
            </a:br>
            <a:r>
              <a:rPr lang="en-US" altLang="pt-BR" sz="4000" i="1"/>
              <a:t>Há de ter real vestido, </a:t>
            </a:r>
            <a:br>
              <a:rPr lang="en-US" altLang="pt-BR" sz="4000" i="1"/>
            </a:br>
            <a:r>
              <a:rPr lang="en-US" altLang="pt-BR" sz="4000" i="1"/>
              <a:t>Para as bodas d’esplendor! 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6D4099-437D-F691-F570-BB3AE1B23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Jesus Cristo deu-me salvação,</a:t>
            </a:r>
            <a:r>
              <a:rPr lang="en-US" altLang="pt-BR" sz="4000" i="1"/>
              <a:t> </a:t>
            </a:r>
            <a:r>
              <a:rPr lang="en-US" altLang="pt-BR" sz="4000" b="1" i="1"/>
              <a:t>Também vida eternal;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gozo no meu coração,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poder celestial;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Sua graça é bastante,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Divina! é Seu amor;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Tenho vida exultante,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Pelo bom Consolador!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F281BB0-F89A-FB3B-40C1-6506EB898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Entraremos na formosa </a:t>
            </a:r>
            <a:br>
              <a:rPr lang="en-US" altLang="pt-BR" sz="4000" i="1"/>
            </a:br>
            <a:r>
              <a:rPr lang="en-US" altLang="pt-BR" sz="4000" i="1"/>
              <a:t>Sala, cheia de fulgor, </a:t>
            </a:r>
            <a:br>
              <a:rPr lang="en-US" altLang="pt-BR" sz="4000" i="1"/>
            </a:br>
            <a:r>
              <a:rPr lang="en-US" altLang="pt-BR" sz="4000" i="1"/>
              <a:t>Preparada para a Esposa </a:t>
            </a:r>
            <a:br>
              <a:rPr lang="en-US" altLang="pt-BR" sz="4000" i="1"/>
            </a:br>
            <a:r>
              <a:rPr lang="en-US" altLang="pt-BR" sz="4000" i="1"/>
              <a:t>De Jesus, o Salvador; </a:t>
            </a:r>
            <a:br>
              <a:rPr lang="en-US" altLang="pt-BR" sz="4000" i="1"/>
            </a:br>
            <a:r>
              <a:rPr lang="en-US" altLang="pt-BR" sz="4000" i="1"/>
              <a:t>Quando formos lá chegados </a:t>
            </a:r>
            <a:br>
              <a:rPr lang="en-US" altLang="pt-BR" sz="4000" i="1"/>
            </a:br>
            <a:r>
              <a:rPr lang="en-US" altLang="pt-BR" sz="4000" i="1"/>
              <a:t>Grande festa haverá; </a:t>
            </a:r>
            <a:br>
              <a:rPr lang="en-US" altLang="pt-BR" sz="4000" i="1"/>
            </a:br>
            <a:r>
              <a:rPr lang="en-US" altLang="pt-BR" sz="4000" i="1"/>
              <a:t>E Jesus, que nos tem dado Salvação, nos servirá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9C1D0C1-21F1-EDA0-AC4C-A55799B31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Jesus Cristo deu-me salvação,</a:t>
            </a:r>
            <a:r>
              <a:rPr lang="en-US" altLang="pt-BR" sz="4000" i="1"/>
              <a:t> </a:t>
            </a:r>
            <a:r>
              <a:rPr lang="en-US" altLang="pt-BR" sz="4000" b="1" i="1"/>
              <a:t>Também vida eternal;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gozo no meu coração,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poder celestial;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Sua graça é bastante,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Divina! é Seu amor;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Tenho vida exultante,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Pelo bom Consolador!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383 - O Sustento da Alma </vt:lpstr>
      <vt:lpstr>Dá sustento à minha vida,  A Palavra do Senhor;  A minh’alma abatida,  Vem poder Consolador:  Livramento glorioso  Nós achamos em Jesus,  NEle o coração ditoso  Já desfruta Sua luz.  </vt:lpstr>
      <vt:lpstr>Jesus Cristo deu-me salvação, Também vida eternal;  Deu-me gozo no meu coração,  E poder celestial;  Sua graça é bastante,  Divina! é Seu amor;  Tenho vida exultante,  Pelo bom Consolador!  </vt:lpstr>
      <vt:lpstr>Santos, todos proclamemos  Que Jesus há de voltar,  E que Lhe servir devemos  E sinceros O amar.  Resaurgiu da sepultura,  E com vida se mostrou  As felizes criaturas,  Que no mundo tanto amou.  </vt:lpstr>
      <vt:lpstr>Jesus Cristo deu-me salvação, Também vida eternal;  Deu-me gozo no meu coração,  E poder celestial;  Sua graça é bastante,  Divina! é Seu amor;  Tenho vida exultante,  Pelo bom Consolador!  </vt:lpstr>
      <vt:lpstr>Que não haja ociosos  Na Igreja do Senhor,  Mas, sim, crentes fervorosos Trabalhando com vigor;  Quem aqui tiver vencido  Por Jesus e Seu amor,  Há de ter real vestido,  Para as bodas d’esplendor!   </vt:lpstr>
      <vt:lpstr>Jesus Cristo deu-me salvação, Também vida eternal;  Deu-me gozo no meu coração,  E poder celestial;  Sua graça é bastante,  Divina! é Seu amor;  Tenho vida exultante,  Pelo bom Consolador!  </vt:lpstr>
      <vt:lpstr>Entraremos na formosa  Sala, cheia de fulgor,  Preparada para a Esposa  De Jesus, o Salvador;  Quando formos lá chegados  Grande festa haverá;  E Jesus, que nos tem dado Salvação, nos servirá </vt:lpstr>
      <vt:lpstr>Jesus Cristo deu-me salvação, Também vida eternal;  Deu-me gozo no meu coração,  E poder celestial;  Sua graça é bastante,  Divina! é Seu amor;  Tenho vida exultante,  Pelo bom Consolador!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383 - O Sustento da Alma </dc:title>
  <dc:creator>Junior</dc:creator>
  <cp:lastModifiedBy>Emerson Souza</cp:lastModifiedBy>
  <cp:revision>1</cp:revision>
  <dcterms:created xsi:type="dcterms:W3CDTF">2005-12-26T21:08:44Z</dcterms:created>
  <dcterms:modified xsi:type="dcterms:W3CDTF">2026-05-02T22:08:53Z</dcterms:modified>
</cp:coreProperties>
</file>