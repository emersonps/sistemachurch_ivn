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E32E3-25F7-544A-4C83-7CFF7C5FC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1A2337-EB87-B9EE-CCA5-CE3DBE538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9E2554-F4DA-85B2-B020-00DE1205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1D44C2-73D1-B323-9676-970A86D27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26822D-EC41-AF74-E677-5AD179AF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51A6C-523C-4671-A4FD-FD861670EE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189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DBDD8-968C-F5D3-3F21-4489712E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5DB3C6-3C97-5139-1061-2CD30444A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518F1C-3EFD-0B99-C55A-3F00CA1E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14230D-3E84-712D-6B55-374CA581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024768-1E26-00B5-9EDF-7FAFE474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168F5-6209-44DE-9233-87CA1BD100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1522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D5F0A-AFAD-B5EB-8AA3-603BDD31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B1D749-7D2E-246C-7182-6F9DEF688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103FB5-7533-4D96-E7F4-64D7645A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AD5DC2-FDC2-59E3-DB4F-4E7C881C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9C10BC-E854-EF3C-43B0-90ABB176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E6DE58-BF6C-452E-A44C-3EFC3573F2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807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5E948-C258-99D5-9FD2-FC317417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F7DE87-C552-12DD-7C5A-CDC540BBB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087FC4-8B0B-0522-C88E-8E46F84EB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395D17-4907-07D2-9089-23AE60E4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DE3471-1FA1-DF4D-5CDD-C3EB9C01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9A1F75-9185-6E0E-EDC0-215F5E88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9A5CB-DC53-4E8D-907D-D8F5A771BC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581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4EE54-F8B7-68F4-BFB5-168AAC9D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9ED31E-05B5-405A-32DF-D3AC5A140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E54DD6-2E25-074F-D63C-FD3DCEDA8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D5BDD4-5616-E281-B2DA-8A3B9998C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0DE053-71C5-4082-3157-3CB6767C1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C2EC0A-EAF4-ACFB-0114-CC6B9989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4E8857-4F92-0797-A0CA-A5E78CE1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8877BC-A8DC-96D5-B988-F38AF0EE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6E1B6-586E-4EEA-8E50-2243C8DA22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197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13D7F-B55C-BC0E-3716-9107D18A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B87F1C-3677-55E5-8E82-0786E475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14C15B-ED1F-9859-E1A5-6DBFFC7C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79D0B6-3DAA-9DD7-CC5C-3198C8CC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C2782-B06F-43B9-A89A-3F8B2139FC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147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429358-DB66-4BE2-F326-0BBC0D9B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08CACC-E659-FE65-2D64-4766C952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99D764-AD74-DB8B-EB78-A18A0A51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62122-D6F3-4B97-914D-84D64CE33A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165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81900-89A2-DBD9-1BA7-C49D2FD4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099C87-62EF-7670-310E-41D660DDA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E7923A-CD96-AF7B-71EA-BBFF3D5E3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608402-E400-9646-8797-DB6005CC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469A91-F3CA-F995-CD2E-593204FC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74BEB0-8277-56A4-A7D6-FEAD4A66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E613B-B58F-4A7C-BC69-C5AE20276C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04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9E46D-BE6D-D6EF-7906-172B1E3D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39FD9D2-1CFC-82B1-CF36-8025E3150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95B50A-A0C3-B77F-68A5-5C0D3C907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7B74FE-1AB8-4E2A-08D6-EE598006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1C70C0-1A83-D4BD-1C71-C8DEC3D5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CF4946-0A37-7D46-C3B8-2373F720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61DA9-8061-41B1-A9C0-7EBCE2282E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957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23E1D-3869-0135-002D-54C76BB0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1A3E76-DD42-9B9B-470B-743CBB466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C3E206-9EBB-21EA-D884-8DD084F2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9CF954-8223-D063-B356-11E733B6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3A51E7-500B-A1A2-6D85-88B78D6F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93A7A-7E5B-416F-A32A-D5B88BA167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451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B8987F-3502-928A-05C7-73125EA6C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5F1212-793C-C010-929C-6EE8386DE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217DEA-0843-1143-5EF4-D4B8AD1D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B699C-77F0-EA0E-64FA-5D0D9960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DFFE43-7D1F-7CF3-5F02-6F1EF35F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4DE26-7D16-4900-97AB-0DCECBF011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451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F84E9D2-1AF1-9C7E-A2C3-8DD0AB69A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BB4BB5-69D5-9D8C-44F8-50CC64B70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CCEC4D-671E-10A1-984D-313403E3F9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4188D6-D42F-D67E-0904-760AB7FA07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A310FE-A04A-FB33-98D6-3956D0701B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6B0DCFC-1C5E-4473-A8A4-5D281A431FE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51DD0A-AD58-1940-59F6-8D4124FEF1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 i="1">
                <a:latin typeface="Garamond" panose="02020404030301010803" pitchFamily="18" charset="0"/>
              </a:rPr>
              <a:t>367</a:t>
            </a:r>
            <a:br>
              <a:rPr lang="pt-BR" altLang="pt-BR" sz="4000" b="1" i="1">
                <a:latin typeface="Garamond" panose="02020404030301010803" pitchFamily="18" charset="0"/>
              </a:rPr>
            </a:br>
            <a:r>
              <a:rPr lang="pt-BR" altLang="pt-BR" sz="4000" b="1" i="1">
                <a:latin typeface="Garamond" panose="02020404030301010803" pitchFamily="18" charset="0"/>
              </a:rPr>
              <a:t>ESPÍRITO CONSOLADOR</a:t>
            </a:r>
            <a:endParaRPr lang="en-US" altLang="pt-BR" sz="4000" b="1" i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F77D03F6-F607-DE7E-BE70-DCA4EC3640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/>
              <a:t>Espírito Consolador, </a:t>
            </a:r>
          </a:p>
          <a:p>
            <a:pPr>
              <a:buFontTx/>
              <a:buNone/>
            </a:pPr>
            <a:r>
              <a:rPr lang="pt-BR" altLang="pt-BR"/>
              <a:t>Divino e eternal,</a:t>
            </a:r>
          </a:p>
          <a:p>
            <a:pPr>
              <a:buFontTx/>
              <a:buNone/>
            </a:pPr>
            <a:r>
              <a:rPr lang="pt-BR" altLang="pt-BR"/>
              <a:t>Preciosa fonte de amor </a:t>
            </a:r>
          </a:p>
          <a:p>
            <a:pPr>
              <a:buFontTx/>
              <a:buNone/>
            </a:pPr>
            <a:r>
              <a:rPr lang="pt-BR" altLang="pt-BR"/>
              <a:t>E vida imortal.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48FFF872-537D-15E7-E08A-A9E5680F1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/>
              <a:t>Com  símbolos que o Salvador</a:t>
            </a:r>
          </a:p>
          <a:p>
            <a:pPr>
              <a:buFontTx/>
              <a:buNone/>
            </a:pPr>
            <a:r>
              <a:rPr lang="pt-BR" altLang="pt-BR"/>
              <a:t>Morrendo nos deixou,</a:t>
            </a:r>
          </a:p>
          <a:p>
            <a:pPr>
              <a:buFontTx/>
              <a:buNone/>
            </a:pPr>
            <a:r>
              <a:rPr lang="pt-BR" altLang="pt-BR"/>
              <a:t>Celebraremos Seu amor,</a:t>
            </a:r>
          </a:p>
          <a:p>
            <a:pPr>
              <a:buFontTx/>
              <a:buNone/>
            </a:pPr>
            <a:r>
              <a:rPr lang="pt-BR" altLang="pt-BR"/>
              <a:t>Que na cruz demonstrou.</a:t>
            </a:r>
          </a:p>
          <a:p>
            <a:pPr>
              <a:buFontTx/>
              <a:buNone/>
            </a:pP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F6A4E832-A0D8-EBB2-EA82-6F1EFFED8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/>
              <a:t>Tu, pão da vida Redentor!</a:t>
            </a:r>
          </a:p>
          <a:p>
            <a:pPr>
              <a:buFontTx/>
              <a:buNone/>
            </a:pPr>
            <a:r>
              <a:rPr lang="pt-BR" altLang="pt-BR"/>
              <a:t>Em nosso coração</a:t>
            </a:r>
          </a:p>
          <a:p>
            <a:pPr>
              <a:buFontTx/>
              <a:buNone/>
            </a:pPr>
            <a:r>
              <a:rPr lang="pt-BR" altLang="pt-BR"/>
              <a:t>Infunde graça, com fervor, </a:t>
            </a:r>
          </a:p>
          <a:p>
            <a:pPr>
              <a:buFontTx/>
              <a:buNone/>
            </a:pPr>
            <a:r>
              <a:rPr lang="pt-BR" altLang="pt-BR"/>
              <a:t>E celestial unção.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9D748220-F17E-FF89-7858-EDE4F5487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/>
              <a:t>Acende em nós fogo eficaz</a:t>
            </a:r>
          </a:p>
          <a:p>
            <a:pPr>
              <a:buFontTx/>
              <a:buNone/>
            </a:pPr>
            <a:r>
              <a:rPr lang="pt-BR" altLang="pt-BR"/>
              <a:t>De fé e de valor;</a:t>
            </a:r>
          </a:p>
          <a:p>
            <a:pPr>
              <a:buFontTx/>
              <a:buNone/>
            </a:pPr>
            <a:r>
              <a:rPr lang="pt-BR" altLang="pt-BR"/>
              <a:t>Concede-nos perdão e paz,</a:t>
            </a:r>
          </a:p>
          <a:p>
            <a:pPr>
              <a:buFontTx/>
              <a:buNone/>
            </a:pPr>
            <a:r>
              <a:rPr lang="pt-BR" altLang="pt-BR"/>
              <a:t>Humilhação e amor. Amém.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</Words>
  <Application>Microsoft Office PowerPoint</Application>
  <PresentationFormat>Apresentação na tela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Garamond</vt:lpstr>
      <vt:lpstr>Design padrão</vt:lpstr>
      <vt:lpstr>367 ESPÍRITO CONSOLADOR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367 ESPÍRITO CONSOLADOR</dc:title>
  <dc:creator>Junior</dc:creator>
  <cp:lastModifiedBy>Emerson Souza</cp:lastModifiedBy>
  <cp:revision>1</cp:revision>
  <dcterms:created xsi:type="dcterms:W3CDTF">2005-06-28T04:07:09Z</dcterms:created>
  <dcterms:modified xsi:type="dcterms:W3CDTF">2026-05-02T22:07:33Z</dcterms:modified>
</cp:coreProperties>
</file>