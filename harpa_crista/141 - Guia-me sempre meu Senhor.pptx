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C9FF"/>
    <a:srgbClr val="FFAB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75" d="100"/>
          <a:sy n="75" d="100"/>
        </p:scale>
        <p:origin x="-36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90AAF-1A0D-4E3C-0AC9-F1DD0818A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9497F6-2B82-AB9C-37ED-3E3B1908C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BF2703-F38F-D9C0-D0A3-D1F63FAE6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306BD4-5EE6-7F31-C52B-3B2147925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25AE7A-7344-4E3B-4CF0-E25B1DE8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CF1A71-78BC-4CCC-AD1D-80331071B3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4037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DCC64-DDB1-00CC-E2FA-CAB8B1008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66B146-3DBE-88F9-A599-ADD09BDAA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89D93B-2196-0810-2C31-4472E26D6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F18E8F-E064-9BD9-3C8F-848D78DD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43B3C1-430E-EB08-2B7C-1BCC81C40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870C84-3430-4CC5-8CE8-597C455FD3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585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CB1C5-BE99-3017-C4E4-797B7B8ED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BC95D1-2B4C-8EE8-3E74-C634A54A6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E875E-FB60-9E00-2DC1-EDB701006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8E91EC-CA60-B48C-0C3E-DB166606D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4F107F-37C3-6531-5878-B1AB28A59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1B800E-2BA8-42E4-A9FA-57DA14E391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809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8B6013-7A1E-945E-20F9-672B3B52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7640BD-B39C-E77E-23AC-88D07809A6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4639B2-EE73-E885-5EC7-C69EB9E47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269421-A002-5541-BB96-DFEEAF2AC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3A3C1A-9CA4-C638-A4C6-438CE6526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96380C-0C74-7325-97C0-3A7B3797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5B34A-9FAF-4DC2-9782-15A99867C3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0656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C6685-3E14-2AF9-0AAC-D0CF291E8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055AE6-8545-0A6A-0243-78F50EDA8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593C74-1A2D-DB92-4A2A-7B04B1055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BB3EDBB-7148-F7B7-DC3D-B8AE4C1E69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F660CFB-33D7-002B-FFB9-C8CDFE1465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E95BA14-9150-8F34-DC13-D27E4C2FC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607143B-9321-5B64-EC3E-2C54AFD95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F35F14E-E668-A8BD-857B-EF9EB66A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F5B0F0-2C1D-48C8-9FCE-6209454818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030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21DA3-5FCF-2C9C-2563-DA6EEA6F7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568BDE-1793-3A63-63C8-61D68174B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6D80F7-0868-411A-1AA6-674B04E1B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2453642-B3CF-B595-993C-2E292A2E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CAF96-160F-4891-8C30-DF50D55ACA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817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D2637F-2C77-3A5A-7156-1BBAD0B01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F1EBC18-A0D8-AB4F-ADEF-F84A412F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7619306-09F9-3A55-7FA3-92F35CC3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85B27D-7130-4F1D-B24D-B14075AC6B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494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DE52C-9E78-BAA5-FD7F-B4CE66F8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196D0A-F9DD-9D9B-17FD-4E686BA32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684573A-614D-DE9F-783B-EFB0D0014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E4EA19-B11A-2B03-230A-468DD33E1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DAA5A5-B550-E15C-F7F6-2CAB3CCC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3B3E00-AEF3-7130-5439-2E21DEFC7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0F5D5C-9DC4-41CC-98C2-C50E9F84AC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373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864ED-6828-848D-904B-79DC63B6B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E2976C4-2D21-1D8E-CE84-49037740D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98FAA9-7594-D64C-598A-AE0C355C8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73FA6F-30B4-6F49-26F9-E36B7950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CB74DE-C26F-C52F-C6B8-0022F9722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5C6160-226D-48E8-20A2-8E8C2CDB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AA7A53-3BEE-4001-8967-0D80F708D9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468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5E5CC-F462-4C94-2734-889B9B164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8AE894-E449-B3FB-7394-EA9ADACB2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2F906-1419-7B5B-848C-D70FEA131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9D883A-AB7B-F259-8FCF-D679845F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5BA8BB-48E3-E672-8C93-B55D54AE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0A677D-74C9-4D6F-A8BA-240ED0A5E0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0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2CEB7EE-75DE-EE7C-DAF5-7ABBDE7D8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E50F9CE-7C2B-A379-1BC4-8D275EF88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9F0772-C67B-FB54-E771-3C7538A4F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C95881-F919-AEF7-C661-71A865738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6BEED8-0E91-E4B7-843A-F1079348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8331D1-3F30-49DE-A0D4-74F0089A18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4920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62B043F-FF59-CE98-B7C2-4736CB242A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3D945C4-7728-5652-9E14-B74CB7F590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2A77190-8E2F-C544-24E6-EDE8FD0B398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B21266B-39D8-15EF-A53D-96F16A6CAB9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E76E220-B4FC-1F1A-9161-F47CD3A9E5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801D1A7-D24E-4293-8894-8B066CF96F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37AB421-4976-28C6-1C62-4EE6681BD1C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>
                <a:solidFill>
                  <a:srgbClr val="E4C9FF"/>
                </a:solidFill>
              </a:rPr>
              <a:t>141</a:t>
            </a:r>
            <a:br>
              <a:rPr lang="pt-BR" altLang="pt-BR" sz="4400">
                <a:solidFill>
                  <a:srgbClr val="E4C9FF"/>
                </a:solidFill>
              </a:rPr>
            </a:br>
            <a:r>
              <a:rPr lang="pt-BR" altLang="pt-BR" sz="4400">
                <a:solidFill>
                  <a:srgbClr val="E4C9FF"/>
                </a:solidFill>
              </a:rPr>
              <a:t>Guia-me Sempre Meu Senhor</a:t>
            </a:r>
            <a:endParaRPr lang="en-US" altLang="pt-BR" sz="4400">
              <a:solidFill>
                <a:srgbClr val="E4C9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13E3BFD-C554-1D85-FAB0-C031639CD6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516562"/>
          </a:xfrm>
        </p:spPr>
        <p:txBody>
          <a:bodyPr/>
          <a:lstStyle/>
          <a:p>
            <a:r>
              <a:rPr lang="pt-BR" altLang="pt-BR">
                <a:solidFill>
                  <a:srgbClr val="E4C9FF"/>
                </a:solidFill>
              </a:rPr>
              <a:t>Aonde guiar-me meu Senhor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Eu seguirei, por Seu amor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É Sua mão que me conduz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Por mim ferida sobre a cruz</a:t>
            </a:r>
            <a:endParaRPr lang="en-US" altLang="pt-BR">
              <a:solidFill>
                <a:srgbClr val="E4C9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834EAC17-0B4A-9E34-3343-BD795B4282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516562"/>
          </a:xfrm>
        </p:spPr>
        <p:txBody>
          <a:bodyPr/>
          <a:lstStyle/>
          <a:p>
            <a:r>
              <a:rPr lang="pt-BR" altLang="pt-BR">
                <a:solidFill>
                  <a:srgbClr val="E4C9FF"/>
                </a:solidFill>
              </a:rPr>
              <a:t>Guia-me sempre, meu Senhor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Guia meus passos Salvador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Tu me compras-te sobre a cruz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Rege-me em tudo, meu Jesus</a:t>
            </a:r>
            <a:endParaRPr lang="en-US" altLang="pt-BR">
              <a:solidFill>
                <a:srgbClr val="E4C9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CE5D67E3-1B35-33D6-8661-3C2188CFD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21362"/>
          </a:xfrm>
        </p:spPr>
        <p:txBody>
          <a:bodyPr/>
          <a:lstStyle/>
          <a:p>
            <a:r>
              <a:rPr lang="pt-BR" altLang="pt-BR">
                <a:solidFill>
                  <a:srgbClr val="E4C9FF"/>
                </a:solidFill>
              </a:rPr>
              <a:t>Acho prazer em Te seguir,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Descanso e paz me faz sentir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Doce é a mim o Teu querer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Gozo me traz Te obedecer</a:t>
            </a:r>
            <a:endParaRPr lang="en-US" altLang="pt-BR">
              <a:solidFill>
                <a:srgbClr val="E4C9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5">
            <a:extLst>
              <a:ext uri="{FF2B5EF4-FFF2-40B4-BE49-F238E27FC236}">
                <a16:creationId xmlns:a16="http://schemas.microsoft.com/office/drawing/2014/main" id="{6DCD3BE4-2109-A73B-A50B-909EEDC16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4403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E4C9FF"/>
                </a:solidFill>
              </a:rPr>
              <a:t>Guia-me sempre, meu Senhor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Guia meus passos Salvador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Tu me compras-te sobre a cruz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Rege-me em tudo, meu Jesus</a:t>
            </a:r>
            <a:endParaRPr lang="en-US" altLang="pt-BR">
              <a:solidFill>
                <a:srgbClr val="E4C9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5AE244E1-89DF-3112-A36C-C24F67E84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287962"/>
          </a:xfrm>
        </p:spPr>
        <p:txBody>
          <a:bodyPr/>
          <a:lstStyle/>
          <a:p>
            <a:r>
              <a:rPr lang="pt-BR" altLang="pt-BR">
                <a:solidFill>
                  <a:srgbClr val="E4C9FF"/>
                </a:solidFill>
              </a:rPr>
              <a:t>Sigo sem medo o meu Senhor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Que me encheu do Seu amor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Sentindo perto a Sua mão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Posso cantar na escuridão</a:t>
            </a:r>
            <a:endParaRPr lang="en-US" altLang="pt-BR">
              <a:solidFill>
                <a:srgbClr val="E4C9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>
            <a:extLst>
              <a:ext uri="{FF2B5EF4-FFF2-40B4-BE49-F238E27FC236}">
                <a16:creationId xmlns:a16="http://schemas.microsoft.com/office/drawing/2014/main" id="{1AC2D1BD-E2A6-F110-E398-D754913C77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0593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E4C9FF"/>
                </a:solidFill>
              </a:rPr>
              <a:t>Guia-me sempre, meu Senhor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Guia meus passos Salvador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Tu me compras-te sobre a cruz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Rege-me em tudo, meu Jesus</a:t>
            </a:r>
            <a:endParaRPr lang="en-US" altLang="pt-BR">
              <a:solidFill>
                <a:srgbClr val="E4C9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>
            <a:extLst>
              <a:ext uri="{FF2B5EF4-FFF2-40B4-BE49-F238E27FC236}">
                <a16:creationId xmlns:a16="http://schemas.microsoft.com/office/drawing/2014/main" id="{66069D0D-5B33-6C5D-8305-CA4164DCD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983162"/>
          </a:xfrm>
        </p:spPr>
        <p:txBody>
          <a:bodyPr/>
          <a:lstStyle/>
          <a:p>
            <a:r>
              <a:rPr lang="pt-BR" altLang="pt-BR">
                <a:solidFill>
                  <a:srgbClr val="E4C9FF"/>
                </a:solidFill>
              </a:rPr>
              <a:t>Para Seu reino me conduz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Pelo jardim e pela cruz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Lá ficou morto o velho eu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Lá meu espírito reviveu</a:t>
            </a:r>
            <a:endParaRPr lang="en-US" altLang="pt-BR">
              <a:solidFill>
                <a:srgbClr val="E4C9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5">
            <a:extLst>
              <a:ext uri="{FF2B5EF4-FFF2-40B4-BE49-F238E27FC236}">
                <a16:creationId xmlns:a16="http://schemas.microsoft.com/office/drawing/2014/main" id="{ADCCCA75-EA66-D248-297B-7C3CF3A416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1355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E4C9FF"/>
                </a:solidFill>
              </a:rPr>
              <a:t>Guia-me sempre, meu Senhor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Guia meus passos Salvador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Tu me compras-te sobre a cruz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Rege-me em tudo, meu Jesus</a:t>
            </a:r>
            <a:endParaRPr lang="en-US" altLang="pt-BR">
              <a:solidFill>
                <a:srgbClr val="E4C9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5">
            <a:extLst>
              <a:ext uri="{FF2B5EF4-FFF2-40B4-BE49-F238E27FC236}">
                <a16:creationId xmlns:a16="http://schemas.microsoft.com/office/drawing/2014/main" id="{0CDE8E1B-2F2D-A655-0EB8-FC124591B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5927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E4C9FF"/>
                </a:solidFill>
              </a:rPr>
              <a:t>Guia-me sempre, meu Senhor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Guia meus passos Salvador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Tu me compras-te sobre a cruz</a:t>
            </a:r>
            <a:br>
              <a:rPr lang="pt-BR" altLang="pt-BR">
                <a:solidFill>
                  <a:srgbClr val="E4C9FF"/>
                </a:solidFill>
              </a:rPr>
            </a:br>
            <a:r>
              <a:rPr lang="pt-BR" altLang="pt-BR">
                <a:solidFill>
                  <a:srgbClr val="E4C9FF"/>
                </a:solidFill>
              </a:rPr>
              <a:t>Rege-me em tudo, meu Jesus</a:t>
            </a:r>
            <a:endParaRPr lang="en-US" altLang="pt-BR">
              <a:solidFill>
                <a:srgbClr val="E4C9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225</Words>
  <Application>Microsoft Office PowerPoint</Application>
  <PresentationFormat>Apresentação na tela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Arial</vt:lpstr>
      <vt:lpstr>Design padrão</vt:lpstr>
      <vt:lpstr>141 Guia-me Sempre Meu Senhor</vt:lpstr>
      <vt:lpstr>Aonde guiar-me meu Senhor Eu seguirei, por Seu amor É Sua mão que me conduz Por mim ferida sobre a cruz</vt:lpstr>
      <vt:lpstr>Guia-me sempre, meu Senhor Guia meus passos Salvador Tu me compras-te sobre a cruz Rege-me em tudo, meu Jesus</vt:lpstr>
      <vt:lpstr>Acho prazer em Te seguir, Descanso e paz me faz sentir Doce é a mim o Teu querer Gozo me traz Te obedecer</vt:lpstr>
      <vt:lpstr>Guia-me sempre, meu Senhor Guia meus passos Salvador Tu me compras-te sobre a cruz Rege-me em tudo, meu Jesus</vt:lpstr>
      <vt:lpstr>Sigo sem medo o meu Senhor Que me encheu do Seu amor Sentindo perto a Sua mão Posso cantar na escuridão</vt:lpstr>
      <vt:lpstr>Guia-me sempre, meu Senhor Guia meus passos Salvador Tu me compras-te sobre a cruz Rege-me em tudo, meu Jesus</vt:lpstr>
      <vt:lpstr>Para Seu reino me conduz Pelo jardim e pela cruz Lá ficou morto o velho eu Lá meu espírito reviveu</vt:lpstr>
      <vt:lpstr>Guia-me sempre, meu Senhor Guia meus passos Salvador Tu me compras-te sobre a cruz Rege-me em tudo, meu Jesus</vt:lpstr>
      <vt:lpstr>Guia-me sempre, meu Senhor Guia meus passos Salvador Tu me compras-te sobre a cruz Rege-me em tudo, meu Jesus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141 Guia-me Sempre Meu Senhor</dc:title>
  <dc:creator>Junior</dc:creator>
  <cp:lastModifiedBy>Emerson Souza</cp:lastModifiedBy>
  <cp:revision>3</cp:revision>
  <dcterms:created xsi:type="dcterms:W3CDTF">2005-07-31T22:02:36Z</dcterms:created>
  <dcterms:modified xsi:type="dcterms:W3CDTF">2026-05-02T21:48:32Z</dcterms:modified>
</cp:coreProperties>
</file>