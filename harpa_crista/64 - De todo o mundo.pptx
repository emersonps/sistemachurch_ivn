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CAC140-CC09-26EE-4730-68A33CD24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511B87-F8F9-F7D2-6407-8B7BFE4B79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A912CF-EB84-9048-B201-BF7392FDD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AB7AFB-0954-FF2B-8412-60033731A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0EE59E-697A-C679-0DF2-19A6A4940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24F859-C4E2-47C9-8AB4-CE96E6D8C78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87240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F9548A-2A47-E804-68C5-E09171C00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A80297-6D9D-5096-BB38-D70F113D6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F28F88-E84E-6EA2-3F8C-83DCD0F72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D83DFDC-FA88-5939-A919-3F680992F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C42DD7-DF70-8F4C-B60D-04E32ACB8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07FD8C-1C94-4965-847E-25359176D6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54196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4A4A99-B99F-61BB-B3B0-104252DA9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E9F5E1-A8C7-F8D0-04E7-F253B0023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DE1745-B183-E4CF-7887-904D37906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8EED82-615C-3B89-DA70-D3B4455D6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6C6E27-B7BF-78A1-C6A2-F5E320572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831B6E-F1D3-4545-A000-1C69747033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47633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AF571F-B689-DA2B-8D85-E0669BA74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2B93FB-0158-3376-34C0-0BC8E30B84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4AD748B-02B4-737E-ECC3-4D6E1DDF2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0C2FEB5-BDF2-0DEF-A963-27187FCF8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D673EDC-BBFC-4867-9C45-484057086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9BF852E-D778-230F-AEF0-7E1E6C4FB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512D5A-B3EA-4C28-913B-4512499496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98908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77374E-6C1B-F948-64F1-7623FDCF3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8704CB-00BB-A451-ACE9-C93B82CDC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A467CF4-DF96-99F7-A27E-65B78CE5F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8EED8EA-CB34-4E70-7643-FEDE1EC295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A48FC49-A710-BF69-9B12-841CB9CED9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6BE532B-F068-1E24-57DC-F855A8875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BC9F2E1-A111-76FD-303B-8C01FDB06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F341C09-FE22-F82A-23B5-98C7B1742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2A73E9-8810-4C65-950A-F1812263F52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67957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721CE-605B-F61E-F98F-879A16B71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D121A13-671D-4DA8-D23E-99E9699F2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BD69F53-F2A5-E054-CEA8-BAFEDC1C4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6058B21-0E9F-9428-E746-C24F94FB5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7FB420-C08C-4EF4-9202-B524F43AF7D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82181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7E27FC8-C131-E5C8-7A1C-2D021D200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733A6A4-06C1-7785-2331-D68D40B36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F5B1DA-051B-582F-6B2B-CC6DEF4DF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85A8BB-1EA9-42B6-B66A-EB6286381CA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44813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81BD6-3581-9F1F-5CB0-49BC35354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0653D5-859A-7AA7-3999-FF01CEF16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57DB48-D47F-B2EE-FE33-7C01F6895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D2C4F3-1D25-1B86-DA63-D1F53462D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F1F3A-E611-6A7D-F0ED-B7618D9C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E08D8C2-855A-865A-0091-914A9BCC7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D72596-F936-496D-BB66-5EB4BD7A045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77752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01472A-CC02-C6E5-A183-D07CF6CBC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1AD67A2-44E8-1E35-8340-F4D7BBCA25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E81F238-9E2C-540C-6FC1-88EDCA0581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55DF78C-3C6E-0593-FEF2-75E357890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4CB843-FDFB-03F9-914C-EF57A4E26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6A7F618-55E2-78A9-6BDB-300AAB5A3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609D7E-EE1D-44D7-8CF3-4F607EE502B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55431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E1235C-6CDC-EF55-49CA-077F44786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44B4CE9-65C0-6E45-4D61-F559C353CA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1A38DB-CD8D-CC21-59D9-291FE73C4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A9B879-AABD-BD84-B897-F583921D0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FA7825-8C7B-B02F-44AC-672EBD05E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380081-6093-4100-9391-EC7C189612E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75852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C24458-81B3-5226-ED98-BCB7F89FB7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17386B9-7AFD-C44A-A536-FD30A374D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DB7546-372E-FA4B-1A8F-4351BEE4C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4B251C-CD57-6F75-0F7F-ACCE64028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AA57C4-34D8-8CAE-D389-1FD151A66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1FE5D-E5F0-4EBA-9EFC-5BA76E6AF35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34726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7C0BC5D-0640-4C8D-5980-28C83223C3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0FE4885-AB7C-A996-58F6-0122DBDF9D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DDFBAF7-4348-5F0E-D762-063A391CD92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AE1945A-AF37-7012-EF97-EFCFD89D26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CF11363-06F7-49F2-FB6A-4FB4253F996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489B07B-D424-4A74-8F3B-9BE7D11BFB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761DA3C-ED64-D7A6-0624-57B42AED780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1676400"/>
            <a:ext cx="8458200" cy="1924050"/>
          </a:xfrm>
        </p:spPr>
        <p:txBody>
          <a:bodyPr anchor="ctr"/>
          <a:lstStyle/>
          <a:p>
            <a:r>
              <a:rPr lang="en-US" altLang="pt-BR" sz="3800" b="1" i="1"/>
              <a:t>64</a:t>
            </a:r>
            <a:br>
              <a:rPr lang="en-US" altLang="pt-BR" sz="3800" b="1" i="1"/>
            </a:br>
            <a:r>
              <a:rPr lang="en-US" altLang="pt-BR" sz="3800" b="1" i="1"/>
              <a:t>DE TODO O MUNDO: ALELUIA!</a:t>
            </a:r>
            <a:r>
              <a:rPr lang="en-US" altLang="pt-BR" sz="38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D8E5735-3BE1-416D-8705-CDF47286979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7E1DA9E3-B169-A65F-F287-5BFC1A51A2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867400"/>
          </a:xfrm>
        </p:spPr>
        <p:txBody>
          <a:bodyPr/>
          <a:lstStyle/>
          <a:p>
            <a:r>
              <a:rPr lang="en-US" altLang="pt-BR" sz="3800" i="1"/>
              <a:t>De todo o mundo, eis-nos aqui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Em Ti só confiando,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Permanecendo em Teu amor,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Teu reino só buscando,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As nossas vidas, nosso amor,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A Ti trazemos, Salvador,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Cantando: “Aleluia!"</a:t>
            </a:r>
            <a:r>
              <a:rPr lang="en-US" altLang="pt-BR" sz="3800"/>
              <a:t> </a:t>
            </a:r>
            <a:r>
              <a:rPr lang="en-US" altLang="pt-BR" sz="3800" i="1"/>
              <a:t> 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ECE8921-822F-2473-177F-D537799C8E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867400"/>
          </a:xfrm>
        </p:spPr>
        <p:txBody>
          <a:bodyPr/>
          <a:lstStyle/>
          <a:p>
            <a:r>
              <a:rPr lang="en-US" altLang="pt-BR" sz="3800" i="1"/>
              <a:t>Viver por Ti, em Ti morrer,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Os nossos pais miravam;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A Tua vontade só fazer,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Eis o que desejavam.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E nós, que somos Teus, também</a:t>
            </a:r>
            <a:r>
              <a:rPr lang="en-US" altLang="pt-BR" sz="3800"/>
              <a:t> </a:t>
            </a:r>
            <a:r>
              <a:rPr lang="en-US" altLang="pt-BR" sz="3800" i="1"/>
              <a:t>Dizemos, firmes: Sim, Amém’</a:t>
            </a:r>
            <a:r>
              <a:rPr lang="en-US" altLang="pt-BR" sz="3800"/>
              <a:t> </a:t>
            </a:r>
            <a:r>
              <a:rPr lang="en-US" altLang="pt-BR" sz="3800" i="1"/>
              <a:t>E: </a:t>
            </a:r>
            <a:br>
              <a:rPr lang="en-US" altLang="pt-BR" sz="3800" i="1"/>
            </a:br>
            <a:r>
              <a:rPr lang="en-US" altLang="pt-BR" sz="3800" i="1"/>
              <a:t>"Glória! Aleluia!”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646E65F-A722-B51A-5328-E16410B14F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867400"/>
          </a:xfrm>
        </p:spPr>
        <p:txBody>
          <a:bodyPr/>
          <a:lstStyle/>
          <a:p>
            <a:r>
              <a:rPr lang="en-US" altLang="pt-BR" sz="3800" i="1"/>
              <a:t>Ao Evangelho salvador,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Tão puro e glorioso,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As leis santíssimas que Tu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Nos dás, Senhor bondoso,</a:t>
            </a:r>
            <a:r>
              <a:rPr lang="en-US" altLang="pt-BR" sz="3800"/>
              <a:t> </a:t>
            </a:r>
            <a:r>
              <a:rPr lang="en-US" altLang="pt-BR" sz="3800" i="1"/>
              <a:t>“Amém! Dizemos com fervor,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E, pelo Teu imenso amor,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Clamamos: "Aleluia!”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EAFEFD8-CEA4-EB15-A406-BCA783FE5B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867400"/>
          </a:xfrm>
        </p:spPr>
        <p:txBody>
          <a:bodyPr/>
          <a:lstStyle/>
          <a:p>
            <a:r>
              <a:rPr lang="en-US" altLang="pt-BR" sz="3800" i="1"/>
              <a:t>Sim, constrangidos pelo amor,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Perdidos procuramos</a:t>
            </a:r>
            <a:r>
              <a:rPr lang="en-US" altLang="pt-BR" sz="3800"/>
              <a:t> </a:t>
            </a:r>
            <a:r>
              <a:rPr lang="en-US" altLang="pt-BR" sz="3800" i="1"/>
              <a:t>Salvar, </a:t>
            </a:r>
            <a:br>
              <a:rPr lang="en-US" altLang="pt-BR" sz="3800" i="1"/>
            </a:br>
            <a:r>
              <a:rPr lang="en-US" altLang="pt-BR" sz="3800" i="1"/>
              <a:t>- ganhar p'ra Ti, Senhor: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Eis o que ambicionamos,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Seguindo sempre a Tua lei,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A Ti, leais, bendito Rei,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Cantamos: “Aleluia!”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34E8B95-21FA-860C-5A95-669219327D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867400"/>
          </a:xfrm>
        </p:spPr>
        <p:txBody>
          <a:bodyPr/>
          <a:lstStyle/>
          <a:p>
            <a:r>
              <a:rPr lang="en-US" altLang="pt-BR" sz="3800" i="1"/>
              <a:t>Nem o labor será em vão,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Pois eis, que glorioso,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O dia vem, em que Jesus</a:t>
            </a:r>
            <a:r>
              <a:rPr lang="en-US" altLang="pt-BR" sz="3800"/>
              <a:t> </a:t>
            </a:r>
            <a:r>
              <a:rPr lang="en-US" altLang="pt-BR" sz="3800" i="1"/>
              <a:t>Virá vitorioso;</a:t>
            </a:r>
            <a:r>
              <a:rPr lang="en-US" altLang="pt-BR" sz="3800"/>
              <a:t> </a:t>
            </a:r>
            <a:r>
              <a:rPr lang="en-US" altLang="pt-BR" sz="3800" i="1"/>
              <a:t>E todo mundo cantará,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E jubiloso O exaltará,</a:t>
            </a:r>
            <a:r>
              <a:rPr lang="en-US" altLang="pt-BR" sz="3800"/>
              <a:t> </a:t>
            </a:r>
            <a:r>
              <a:rPr lang="en-US" altLang="pt-BR" sz="3800" i="1"/>
              <a:t>Com: </a:t>
            </a:r>
            <a:br>
              <a:rPr lang="en-US" altLang="pt-BR" sz="3800" i="1"/>
            </a:br>
            <a:r>
              <a:rPr lang="en-US" altLang="pt-BR" sz="3800" i="1"/>
              <a:t>“Amém", “Aleluia!”</a:t>
            </a:r>
            <a:r>
              <a:rPr lang="en-US" altLang="pt-BR" sz="3800"/>
              <a:t>  </a:t>
            </a:r>
            <a:br>
              <a:rPr lang="en-US" altLang="pt-BR"/>
            </a:br>
            <a:endParaRPr lang="en-US" alt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244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Design padrão</vt:lpstr>
      <vt:lpstr>64 DE TODO O MUNDO: ALELUIA! </vt:lpstr>
      <vt:lpstr>De todo o mundo, eis-nos aqui  Em Ti só confiando,  Permanecendo em Teu amor,  Teu reino só buscando,  As nossas vidas, nosso amor,  A Ti trazemos, Salvador,  Cantando: “Aleluia!"   </vt:lpstr>
      <vt:lpstr>Viver por Ti, em Ti morrer,  Os nossos pais miravam;  A Tua vontade só fazer,  Eis o que desejavam.  E nós, que somos Teus, também Dizemos, firmes: Sim, Amém’ E:  "Glória! Aleluia!” </vt:lpstr>
      <vt:lpstr>Ao Evangelho salvador,  Tão puro e glorioso,  As leis santíssimas que Tu  Nos dás, Senhor bondoso, “Amém! Dizemos com fervor,  E, pelo Teu imenso amor,  Clamamos: "Aleluia!” </vt:lpstr>
      <vt:lpstr>Sim, constrangidos pelo amor,  Perdidos procuramos Salvar,  - ganhar p'ra Ti, Senhor:  Eis o que ambicionamos,  Seguindo sempre a Tua lei,  A Ti, leais, bendito Rei,  Cantamos: “Aleluia!” </vt:lpstr>
      <vt:lpstr>Nem o labor será em vão,  Pois eis, que glorioso,  O dia vem, em que Jesus Virá vitorioso; E todo mundo cantará,  E jubiloso O exaltará, Com:  “Amém", “Aleluia!”  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64 DE TODO O MUNDO: ALELUIA! </dc:title>
  <dc:creator>Junior</dc:creator>
  <cp:lastModifiedBy>Emerson Souza</cp:lastModifiedBy>
  <cp:revision>1</cp:revision>
  <dcterms:created xsi:type="dcterms:W3CDTF">2005-12-23T02:47:39Z</dcterms:created>
  <dcterms:modified xsi:type="dcterms:W3CDTF">2026-05-02T21:42:08Z</dcterms:modified>
</cp:coreProperties>
</file>