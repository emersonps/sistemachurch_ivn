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82869-B40A-757E-3A1E-7E66A2A7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CF9D15-9CFE-5D98-8ECA-F5C74665C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D69ABA-4798-F391-34BB-D6C3AC7E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4D67B0-58DE-6156-061D-9263555CC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3D89EB-59C9-023A-9703-AA48BE8A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375F30-0B92-4BC5-AAB9-AD943A1C4D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85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7E0E4-9C04-AC24-D89A-1CAA8F8A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5126D3-F3F0-2C52-E5C0-8AE102C98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90B5D3-3B37-49D0-AD2A-111364DC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CEA977-1EC2-99CD-3FAD-35EE1CE4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DD1C3-E522-B100-D8F7-8C9C230A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E8BFFE-897D-4BF0-B900-DEC84F0513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476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C941F-F454-E577-B5D3-867A2E4B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8928AB-C4B1-A96B-7E1D-E4C790BC4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5AA63A-9FB3-605C-6D2D-C2BE2E19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30C2A8-9E84-A357-600B-0054F935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056D7-E7FF-4467-6447-E8DFEAA0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89A6F-DDD6-4D86-8058-E08C81CEE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054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3900A-B4A2-F2BC-3B9B-D5046BB9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EB197-17E9-C94F-82A3-FF3D25694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3EA63C-BADE-5797-52EA-59EF09511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C88A3B-6A33-6781-8120-D5763BE4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5CFDB9-CFD7-9269-D135-532F895B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F8B24A-9AC5-5A58-5340-C64E630E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1A4194-18A6-4216-A12E-1A8B14BC09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892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C5956-DDC2-01C7-D212-CD9F3C7E5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E0C2A7-062D-172D-09A8-45A50B86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644E8E-E92B-6FA6-AB13-D3D4627EB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0CB3A0-EC90-4DB4-664C-595E5B898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AF264A-3FCF-A6F4-7888-ECD359F14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F93B41-75C2-202C-BC60-E9B4A2CC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CA88CB-5E1E-1044-AFF1-46EAE8FD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E45F99-D410-4EAE-B322-08C788E3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447C4-B9A9-4168-ACCA-430DC1F585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893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85B50-BF37-8E89-4F44-5158585B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38123F-2615-31D8-8118-3C3B6D02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9E7926-D961-99F3-743E-B53E1ADD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B54B70-D87B-627C-34DF-0F2DE17C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348AE-436B-4C9A-8CF2-591DEC16AF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50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8A8088-995E-4577-E960-CB191DFD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0AEAC8-994F-1BB9-A98D-042756C7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E4E0DD-74B3-6015-37A6-92D1B0D9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7D2989-B810-4ED8-9799-0F134D6402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6174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40209-EA39-4C1D-22FD-77ABA539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3BE57A-B2F4-C2CA-FC75-968558B1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8A9A7D-7A41-A94E-6C5D-0EEF0B49D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3CAF59-1A80-C99B-4557-013492F7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2DCD04-12AE-C331-E074-BED8F873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8461CC-AA5A-CD2D-2F1C-3BA8A612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7503-513F-4755-B894-3287BF0DD7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556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C282C-E7F2-201E-E82F-B21E0616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99AEE3-DE2E-5570-611A-C637C9C32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7689C8-BA9F-835A-F1F4-46B0D8F4E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565FAD-0DFE-5CD7-A341-15F2CD2F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912086-83B9-507F-866B-952FCF14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77187-B084-927D-9B00-DC34ED86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D2A37-E114-4273-B744-EF3931B1D8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98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FF1C6-8B63-B0D7-FB8B-E18E8211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1866F7-EDB4-5C72-D61F-8E55A9960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E7C70-9430-2BB4-6244-765E70C4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6EF48-2EDB-E9DE-35BE-8FD8580E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908598-6C80-4416-4894-61B36B6F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38010-0B3F-4A23-9022-29012AB81F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3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BB11FB-3731-2DF9-7452-AD8D2B66A4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B78605-72B6-A1C2-D6A9-6AE4C0E1B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C524D-4AE9-B998-76C8-D9DB0E4E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72A142-D37B-93AB-D115-0516ACFC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59D6D-DEBD-0D57-ED53-A2EAD45D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B6CCE-19B2-4792-ABD7-311928AF5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819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22BAF8-9CE5-4F6A-4E3E-EEF5474D9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376255-A74A-A89B-B8F1-A898EF1C2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11CE392-E4FF-0358-6009-8D1356B5AE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DFD2AC-0CFB-6DE6-4611-20825A2273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52F9158-953A-FEC0-AE1E-39FFBEEC86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1842459-E6E8-427E-A1B0-103D0E99553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76A7AF-7359-3C73-3625-E56193F6B9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397 - O Salvador me achou</a:t>
            </a:r>
            <a:r>
              <a:rPr lang="en-US" altLang="pt-BR" sz="4000"/>
              <a:t> 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BE70749-5931-E0F0-3010-2B96622C16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27CF098-ED91-E6A3-1CB3-9E68BE8AD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i="1"/>
              <a:t>Em pecados e temor o Salvador me achou, </a:t>
            </a:r>
            <a:br>
              <a:rPr lang="en-US" altLang="pt-BR" sz="3400" i="1"/>
            </a:br>
            <a:r>
              <a:rPr lang="en-US" altLang="pt-BR" sz="3400" i="1"/>
              <a:t>Tão indigno pecador, sem ter do céu a luz, </a:t>
            </a:r>
            <a:br>
              <a:rPr lang="en-US" altLang="pt-BR" sz="3400" i="1"/>
            </a:br>
            <a:r>
              <a:rPr lang="en-US" altLang="pt-BR" sz="3400" i="1"/>
              <a:t>No Calvário ao morrer minh’alma resgatou; </a:t>
            </a:r>
            <a:br>
              <a:rPr lang="en-US" altLang="pt-BR" sz="3400" i="1"/>
            </a:br>
            <a:r>
              <a:rPr lang="en-US" altLang="pt-BR" sz="3400" i="1"/>
              <a:t>Meu perdão foi consumado lá na cruz.  </a:t>
            </a:r>
            <a:endParaRPr lang="en-US" altLang="pt-BR"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F5D997-ACC9-6DC3-3F62-F55830626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b="1" i="1"/>
              <a:t>Vem ao Senhor, vem pecador: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Ele é terno e mui fie!, vem pecador!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Vem ao Senhor, Deus é amor;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Ouve Sua terna voz “Vem, pecador”!</a:t>
            </a:r>
            <a:r>
              <a:rPr lang="en-US" altLang="pt-BR" sz="34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D9FFE0C-53C7-DFBC-C4CD-C74699904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i="1"/>
              <a:t>Do sepulcro ressurgiu meu Redentor Jesus; Ele a morte já venceu </a:t>
            </a:r>
            <a:br>
              <a:rPr lang="en-US" altLang="pt-BR" sz="3400" i="1"/>
            </a:br>
            <a:r>
              <a:rPr lang="en-US" altLang="pt-BR" sz="3400" i="1"/>
              <a:t>- também o nosso algoz; </a:t>
            </a:r>
            <a:br>
              <a:rPr lang="en-US" altLang="pt-BR" sz="3400" i="1"/>
            </a:br>
            <a:r>
              <a:rPr lang="en-US" altLang="pt-BR" sz="3400" i="1"/>
              <a:t>Vida eterna o pecador goza por Sua cruz </a:t>
            </a:r>
            <a:br>
              <a:rPr lang="en-US" altLang="pt-BR" sz="3400" i="1"/>
            </a:br>
            <a:r>
              <a:rPr lang="en-US" altLang="pt-BR" sz="3400" i="1"/>
              <a:t>Pois os mortos hão de ouvir </a:t>
            </a:r>
            <a:br>
              <a:rPr lang="en-US" altLang="pt-BR" sz="3400" i="1"/>
            </a:br>
            <a:r>
              <a:rPr lang="en-US" altLang="pt-BR" sz="3400" i="1"/>
              <a:t>Sua terna voz.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8F23597-FB94-D71A-E1C1-B865515D7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b="1" i="1"/>
              <a:t>Vem ao Senhor, vem pecador: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Ele é terno e mui fie!, vem pecador!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Vem ao Senhor, Deus é amor;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Ouve Sua terna voz “Vem, pecador”!</a:t>
            </a:r>
            <a:r>
              <a:rPr lang="en-US" altLang="pt-BR" sz="34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81098F7-C1EA-A5AF-BF69-8EA0ADD83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i="1"/>
              <a:t>Para o céu subiu Jesus, ganha a vitória cá. </a:t>
            </a:r>
            <a:br>
              <a:rPr lang="en-US" altLang="pt-BR" sz="3400" i="1"/>
            </a:br>
            <a:r>
              <a:rPr lang="en-US" altLang="pt-BR" sz="3400" i="1"/>
              <a:t>E na dextra do bom Deus, </a:t>
            </a:r>
            <a:br>
              <a:rPr lang="en-US" altLang="pt-BR" sz="3400" i="1"/>
            </a:br>
            <a:r>
              <a:rPr lang="en-US" altLang="pt-BR" sz="3400" i="1"/>
              <a:t>tem-No por Mediador, </a:t>
            </a:r>
            <a:br>
              <a:rPr lang="en-US" altLang="pt-BR" sz="3400" i="1"/>
            </a:br>
            <a:r>
              <a:rPr lang="en-US" altLang="pt-BR" sz="3400" i="1"/>
              <a:t>Intercede em teu favor, não te detenhas lá. </a:t>
            </a:r>
            <a:br>
              <a:rPr lang="en-US" altLang="pt-BR" sz="3400" i="1"/>
            </a:br>
            <a:r>
              <a:rPr lang="en-US" altLang="pt-BR" sz="3400" i="1"/>
              <a:t>Não desprezes esta voz de teu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C52B449-BBB1-AB10-29B1-51BEBF579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400" b="1" i="1"/>
              <a:t>Vem ao Senhor, vem pecador: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Ele é terno e mui fie!, vem pecador!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Vem ao Senhor, Deus é amor;</a:t>
            </a:r>
            <a:r>
              <a:rPr lang="en-US" altLang="pt-BR" sz="3400" i="1"/>
              <a:t> </a:t>
            </a:r>
            <a:br>
              <a:rPr lang="en-US" altLang="pt-BR" sz="3400" i="1"/>
            </a:br>
            <a:r>
              <a:rPr lang="en-US" altLang="pt-BR" sz="3400" b="1" i="1"/>
              <a:t>Ouve Sua terna voz “Vem, pecador”!</a:t>
            </a:r>
            <a:r>
              <a:rPr lang="en-US" altLang="pt-BR" sz="34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397 - O Salvador me achou  </vt:lpstr>
      <vt:lpstr>Em pecados e temor o Salvador me achou,  Tão indigno pecador, sem ter do céu a luz,  No Calvário ao morrer minh’alma resgatou;  Meu perdão foi consumado lá na cruz.  </vt:lpstr>
      <vt:lpstr>Vem ao Senhor, vem pecador:  Ele é terno e mui fie!, vem pecador!  Vem ao Senhor, Deus é amor;  Ouve Sua terna voz “Vem, pecador”!  </vt:lpstr>
      <vt:lpstr>Do sepulcro ressurgiu meu Redentor Jesus; Ele a morte já venceu  - também o nosso algoz;  Vida eterna o pecador goza por Sua cruz  Pois os mortos hão de ouvir  Sua terna voz.  </vt:lpstr>
      <vt:lpstr>Vem ao Senhor, vem pecador:  Ele é terno e mui fie!, vem pecador!  Vem ao Senhor, Deus é amor;  Ouve Sua terna voz “Vem, pecador”!  </vt:lpstr>
      <vt:lpstr>Para o céu subiu Jesus, ganha a vitória cá.  E na dextra do bom Deus,  tem-No por Mediador,  Intercede em teu favor, não te detenhas lá.  Não desprezes esta voz de teu Senhor.</vt:lpstr>
      <vt:lpstr>Vem ao Senhor, vem pecador:  Ele é terno e mui fie!, vem pecador!  Vem ao Senhor, Deus é amor;  Ouve Sua terna voz “Vem, pecador”!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397 - O Salvador me achou  </dc:title>
  <dc:creator>Junior</dc:creator>
  <cp:lastModifiedBy>Emerson Souza</cp:lastModifiedBy>
  <cp:revision>1</cp:revision>
  <dcterms:created xsi:type="dcterms:W3CDTF">2005-12-26T20:41:08Z</dcterms:created>
  <dcterms:modified xsi:type="dcterms:W3CDTF">2026-05-02T22:10:01Z</dcterms:modified>
</cp:coreProperties>
</file>