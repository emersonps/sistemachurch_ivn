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9" autoAdjust="0"/>
    <p:restoredTop sz="94500" autoAdjust="0"/>
  </p:normalViewPr>
  <p:slideViewPr>
    <p:cSldViewPr>
      <p:cViewPr varScale="1">
        <p:scale>
          <a:sx n="48" d="100"/>
          <a:sy n="48" d="100"/>
        </p:scale>
        <p:origin x="-55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E2FB3-9DBB-6629-CAFA-2F650FBC6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308888-1257-166F-B43F-85AA3443F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609751-2171-7DB9-C76D-FEFAF0DF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E269D3-1124-5EDA-1422-3BF74A091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F3B936-ED3B-BB5C-CDAC-87D1E94A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2496F-7124-48A4-A7F7-4A8A26679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0361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F0235-66FA-FC49-4A90-EAA78429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A5A82-51B2-D1DE-FBD0-84FC034D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5C645D-B151-ED38-23B1-86A5708F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B731E7-D726-C1DE-BDE3-5EB8AB6F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42EE00-1BF7-88DD-C4A4-399B21B0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315A0A-256A-40AE-A756-23B5A93D50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871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63A6F-D1DF-BB07-26D2-3A49BAEB2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BFA53B-C650-7805-18AF-EB9A91036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DF1950-8D79-8288-256A-59D54A14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74E51F-7F76-0A0D-F792-FE81EB546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7661F9-766C-4096-AF56-860043041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F67451-99EF-417D-AFD9-159BD01D6C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441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19F40-378F-54AA-7658-A9B766150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A4EDE5-0943-8732-0B4C-C9C0A2E832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B56573-5DC5-2A60-5F93-B67BB63B7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717258-D6E1-ACD4-DDE3-1B47A3A5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147BF1-8F11-A80A-2AE6-6EA5CCA6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A86D7C-EAD9-D3C1-E86F-A7DD1B9D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A3C978-016E-459C-9473-B6BA5BC500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977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DA2B5-9FA6-FC04-FD19-3D3DCB9D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FDF305-B520-827B-CF52-AEC7FE90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F14FF7-3C2D-C3AB-1710-8A13C35C8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E0AD7D5-68C5-01F8-ABA0-C132888CC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156E2C-B659-6064-6DE0-04FF302C8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CD16EB5-0153-726F-716B-2D1E6F78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5FA2D3E-F61E-0D62-6EB6-A677585E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38333B-2D20-D6BE-2262-36F41254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A5E1BC-A4ED-424E-B5C5-5F51618B7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598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04C0A-9561-87E3-780B-306757C3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BBD7A1-3FB5-ED51-4B1A-326200AF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2092A2-65B6-D1A5-0FD4-966BA9190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F15DB1-57F8-FA5F-B2C8-F623776EB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8C2CEC-EAED-4C4F-87E3-2F48151D54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944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E88B1F-DA3D-20F2-B710-8600D2F9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A2AB298-6091-34CF-AF09-6CE7E067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987781-2BD6-7674-D1AB-C9CD4216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91928-28BD-4597-B9B8-B82968DD4C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230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B66B2-96B6-E516-8B9F-A6E6700D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A476F2-AEA9-B551-B84F-A11A1400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E39869-466D-BE0D-2887-B708C3716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01359F-136A-EF3D-DA3A-76EAF3F3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6F80A87-F619-2CAE-053A-93405FED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6F1147-445E-B319-7362-0DE2E10F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A264E2-100A-491C-9B94-5FF4AF5CBF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167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8F747-A4FD-A270-2022-98C0CFF4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06D629E-6215-97DC-4A3A-D3B3BF9E44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0681D3-D4F6-6773-863A-DEBDD0F34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23F1D8-056D-6BD3-ADF0-7C3760AF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E9ED4C-D538-31D0-060C-4DF17902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6B323F-339B-0B51-0D82-6F70D6FA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4A523D-8FA7-442A-87C6-AC1FBB21F9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25049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0C87F-5AD2-52EF-B718-8F70155D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5A329F-2306-9FDD-6E8C-D794A309E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D3CC5E-1998-2002-B8CF-2064BF42B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2BE28D-49E5-CA78-2392-83F933313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9AC47-4131-1F08-A334-AECF0A30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4CF96E-6832-47DA-8343-ACBF6279DED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293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555F85-64A7-FFC8-F2FF-EFEAB8FF0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0A29240-C50F-55C9-5037-638120DBE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9D6DB5-52FB-1A45-F4CC-D56DC6895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86B0E2-1E88-976D-4CD4-B77A1765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1AEE52-37A8-FD11-4F47-DE472839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D4C3FA-4DD8-403F-A392-95BAA39A23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766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6E0F42-9865-D201-6D61-C01AE7567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5B9C485-2021-F875-CD57-EAE0C5922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5623977-37AD-9276-F746-DF52C8F928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57BB448-B169-B054-9689-43FD01DCC0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6B2D8BB-8AA3-9621-84B3-FB34F9559C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8158642-1DF2-4343-AA3E-09498168C17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FEB0003-6DE5-8D35-68C4-E7FA15FC12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2130425"/>
            <a:ext cx="7848600" cy="1755775"/>
          </a:xfrm>
        </p:spPr>
        <p:txBody>
          <a:bodyPr anchor="ctr"/>
          <a:lstStyle/>
          <a:p>
            <a:r>
              <a:rPr lang="en-US" altLang="pt-BR" sz="4400" b="1" i="1"/>
              <a:t>69</a:t>
            </a:r>
            <a:br>
              <a:rPr lang="en-US" altLang="pt-BR" sz="4400" b="1" i="1"/>
            </a:br>
            <a:r>
              <a:rPr lang="en-US" altLang="pt-BR" sz="4400" b="1" i="1"/>
              <a:t>JESUS QUEBROU OS MEUS GRILHÕES</a:t>
            </a:r>
            <a:r>
              <a:rPr lang="en-US" altLang="pt-BR" sz="44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2A88EA3-D209-B03B-F9AC-42DDD3EA3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i="1"/>
              <a:t>Jesus quebrou os meus grilhões,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Com sangue me comprou;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A minha alma, de prisões,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Eterna resgatou.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52109C5-FCBD-C8BC-2C81-B4C509C6B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pecador!</a:t>
            </a:r>
            <a:br>
              <a:rPr lang="en-US" altLang="pt-BR" b="1" i="1"/>
            </a:br>
            <a:r>
              <a:rPr lang="en-US" altLang="pt-BR"/>
              <a:t> </a:t>
            </a:r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com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0316C2-46CE-ADE7-0280-34B485D01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i="1"/>
              <a:t>É minha paz, e proteção,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Meu bom Consolador;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Auxílio certo na aflição,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Remédio para a dor,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D1EBC8D-63FE-DB42-46FF-F082DBC0F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pecador!</a:t>
            </a:r>
            <a:br>
              <a:rPr lang="en-US" altLang="pt-BR" b="1" i="1"/>
            </a:br>
            <a:r>
              <a:rPr lang="en-US" altLang="pt-BR"/>
              <a:t> </a:t>
            </a:r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com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860D040-47E2-E682-7BA5-8553D9F02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i="1"/>
              <a:t>Nenhum perigo temerei,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Estando em Jesus;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As dores não mais sofrerei;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Jesus é minha luz.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15A636E-75BD-257F-A386-3609F7ABD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pecador!</a:t>
            </a:r>
            <a:br>
              <a:rPr lang="en-US" altLang="pt-BR" b="1" i="1"/>
            </a:br>
            <a:r>
              <a:rPr lang="en-US" altLang="pt-BR"/>
              <a:t> </a:t>
            </a:r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com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7E1EADB-2D61-D38F-B266-ABA7188A4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i="1"/>
              <a:t>Jesus, Teu nome louvarei,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Com todo o coração;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Alegre ao mundo anunciarei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Tão grande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9AB6F36-0184-E986-8CD3-22A312E05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334000"/>
          </a:xfrm>
        </p:spPr>
        <p:txBody>
          <a:bodyPr/>
          <a:lstStyle/>
          <a:p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pecador!</a:t>
            </a:r>
            <a:br>
              <a:rPr lang="en-US" altLang="pt-BR" b="1" i="1"/>
            </a:br>
            <a:r>
              <a:rPr lang="en-US" altLang="pt-BR"/>
              <a:t> </a:t>
            </a:r>
            <a:r>
              <a:rPr lang="en-US" altLang="pt-BR" b="1" i="1"/>
              <a:t>Aleluia! </a:t>
            </a:r>
            <a:br>
              <a:rPr lang="en-US" altLang="pt-BR" b="1" i="1"/>
            </a:br>
            <a:r>
              <a:rPr lang="en-US" altLang="pt-BR" b="1" i="1"/>
              <a:t>Cristo salva o perdido com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69 JESUS QUEBROU OS MEUS GRILHÕES </vt:lpstr>
      <vt:lpstr>Jesus quebrou os meus grilhões,  Com sangue me comprou;  A minha alma, de prisões,  Eterna resgatou.   </vt:lpstr>
      <vt:lpstr>Aleluia!  Cristo salva o perdido pecador!  Aleluia!  Cristo salva o perdido com amor! </vt:lpstr>
      <vt:lpstr>É minha paz, e proteção,  Meu bom Consolador;  Auxílio certo na aflição,  Remédio para a dor, </vt:lpstr>
      <vt:lpstr>Aleluia!  Cristo salva o perdido pecador!  Aleluia!  Cristo salva o perdido com amor! </vt:lpstr>
      <vt:lpstr>Nenhum perigo temerei,  Estando em Jesus;  As dores não mais sofrerei;  Jesus é minha luz. </vt:lpstr>
      <vt:lpstr>Aleluia!  Cristo salva o perdido pecador!  Aleluia!  Cristo salva o perdido com amor! </vt:lpstr>
      <vt:lpstr>Jesus, Teu nome louvarei,  Com todo o coração;  Alegre ao mundo anunciarei  Tão grande salvação. </vt:lpstr>
      <vt:lpstr>Aleluia!  Cristo salva o perdido pecador!  Aleluia!  Cristo salva o perdido com amor!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69 JESUS QUEBROU OS MEUS GRILHÕES </dc:title>
  <dc:creator>Junior</dc:creator>
  <cp:lastModifiedBy>Emerson Souza</cp:lastModifiedBy>
  <cp:revision>3</cp:revision>
  <dcterms:created xsi:type="dcterms:W3CDTF">2005-12-23T12:28:31Z</dcterms:created>
  <dcterms:modified xsi:type="dcterms:W3CDTF">2026-05-02T21:42:31Z</dcterms:modified>
</cp:coreProperties>
</file>