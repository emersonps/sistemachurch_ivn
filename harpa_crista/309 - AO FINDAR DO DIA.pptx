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E23C5-F015-832A-3710-28C8364EA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5E38DC-EC0F-531B-AEC0-1700D44C1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E31F87-8F53-B5F2-821A-69CB0B7A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105CFE-F62D-ABC3-602D-A81B5654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705027-3887-8E7F-2806-71E01D33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61532-23E2-449D-86DC-35B2287385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20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04115-C78A-B707-A3E4-C482EDBF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39C7F7-364A-BF84-A343-CF51B280E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E11FF4-0F49-9081-A492-ACE9A38B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4C2262-36EB-15B2-DBB6-C00B345C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8483FD-E53B-FAE2-24DA-FDDA2CE4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8A9194-D372-4185-995F-902B0047DB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5181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8DB6E-DA7B-33F9-D7FE-287939AC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9CACA7-6FD0-AE5C-3C2F-4F041C022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24088B-3037-A77F-662E-4931F8AF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BC4FB-2B14-A236-364C-49DF5BB1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A9F2FC-91E7-6B46-9008-DB26AF11C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611DD3-4D0B-4B5D-9D4D-7DEB55E87C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826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0C940-6F94-13AC-9F5F-7103FD13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2C27E2-88EE-7DAC-2272-51009EA96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0149E04-B598-BC95-0B9D-9D125F747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1D2611-A197-99E3-90B1-5190C0DAB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3898BC-3CC2-031A-95E7-75093DCA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6B3214-89CA-5504-1D58-4FEA41AE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FBF328-59FE-423B-895F-A3401F18EF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707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BC516-37EC-9EFB-50FE-997CF90D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162BA8-A646-1F11-5A53-3C5AAB1D1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587B18-349B-FBCB-14BA-09C0A67F1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168E8A7-2204-74C9-6131-A13D6F866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C8304D-CDAD-8F35-7603-EA21C5C17E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E9FFF95-64F0-D013-E3A2-668CF54B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3C509B-55AB-DA42-CE51-7F2EE8ED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F27E25C-1D6F-DB44-5825-8E73B041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7395AC-45AC-412E-8532-3BE30A0C8A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488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16B1E-1049-9ECB-B55D-A8C339556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982664-B13B-9F30-9EAC-C7C100FA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828446-8857-7530-21CF-0DB5CBC02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7B0BB5-B8D8-A9D6-3904-F5DFEF79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856695-A8B5-4B3E-9569-89C3ECF512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5180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B48F5E-D504-4840-44C7-F5244CD4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96ED6C-144B-FD0B-CFE6-2ABBF7A4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6B47DA-7D91-E877-749D-5FD62B19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CFB844-07A4-421B-9A91-7C9C8C5036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774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1AC3B-DDD3-D8A8-C616-634CFC94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98739-9163-47F3-AE51-035142A24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05B3EE-B550-0A08-2B13-730A3481C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171418-E6F6-1242-6B44-1C67AC72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B15E50-033C-8264-AB09-A73B54422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FC3B9B-AA51-D3DE-F99C-5DCE24BD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EC9E03-EC45-4CE0-A32E-931FCA023A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068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409DA-D13C-4E3E-5C1A-4D7DA8521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DAF420-A71A-8163-E2A8-7A1434522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450DAF-5DD0-B93C-F588-3D034FCF9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BE12D2-17C0-4784-CE8A-C8828A3D6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5052FE-C643-6F92-FB3B-406F2B68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09DAC7-FEDC-2ACF-E050-1832FDA9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35E88A-9AF5-4215-BAD0-C367DAB9B9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833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8489F-A10C-F4D8-A2B2-768C77ED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B20689-0EFD-D0A7-29F0-8125137A6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1B8AD3-6140-990B-6D1F-564D31AF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45AEB1-577E-02B2-47FE-BA244A98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F533CF-3D8C-80A7-4646-00570A77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8734F-A2E9-4102-B933-719491779B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20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8CCEF2-7549-BBF5-028E-5AF941BEBA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9EA810-F12E-9C81-8453-33148E6F0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73EB6E-F917-1C34-44D9-B66BA2DEB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6B256C-283F-E267-115C-D5E767DD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1DA556-DDB0-53EC-BF79-42029313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33EE5-0641-4735-B490-0F92C384C2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545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32022C7-9688-07FA-50B9-C4324737D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163DC16-7F6D-D0EF-0E4E-EC7EDCBE7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1C6A65A-278F-17AB-4F34-802F79A810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8CC0D05-ED65-DD97-CECE-2C985CF0E2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9F08F-2A25-C8CF-6B83-95D162F676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89EEA69-44D9-413F-BCC0-215D91FE9DA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E2CCEEC-1485-3C46-8AC2-CC757D2816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309</a:t>
            </a:r>
            <a:br>
              <a:rPr lang="pt-BR" altLang="pt-BR" sz="4400" b="1"/>
            </a:br>
            <a:r>
              <a:rPr lang="pt-BR" altLang="pt-BR" sz="4400" b="1"/>
              <a:t>AO FINDAR DO DIA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A0ECD0C-6512-5356-1BF9-B90102564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46750"/>
          </a:xfrm>
        </p:spPr>
        <p:txBody>
          <a:bodyPr/>
          <a:lstStyle/>
          <a:p>
            <a:r>
              <a:rPr lang="pt-BR" altLang="pt-BR" sz="3600"/>
              <a:t>Finda a lida deste dia, </a:t>
            </a:r>
            <a:br>
              <a:rPr lang="pt-BR" altLang="pt-BR" sz="3600"/>
            </a:br>
            <a:r>
              <a:rPr lang="pt-BR" altLang="pt-BR" sz="3600"/>
              <a:t>ó bendito Salvador; </a:t>
            </a:r>
            <a:br>
              <a:rPr lang="pt-BR" altLang="pt-BR" sz="3600"/>
            </a:br>
            <a:r>
              <a:rPr lang="pt-BR" altLang="pt-BR" sz="3600"/>
              <a:t>Eis-nos todos reunidos </a:t>
            </a:r>
            <a:br>
              <a:rPr lang="pt-BR" altLang="pt-BR" sz="3600"/>
            </a:br>
            <a:r>
              <a:rPr lang="pt-BR" altLang="pt-BR" sz="3600"/>
              <a:t>a cantar o Teu louvor; </a:t>
            </a:r>
            <a:br>
              <a:rPr lang="pt-BR" altLang="pt-BR" sz="3600"/>
            </a:br>
            <a:r>
              <a:rPr lang="pt-BR" altLang="pt-BR" sz="3600"/>
              <a:t>Vem encher-nos do Teu santo </a:t>
            </a:r>
            <a:br>
              <a:rPr lang="pt-BR" altLang="pt-BR" sz="3600"/>
            </a:br>
            <a:r>
              <a:rPr lang="pt-BR" altLang="pt-BR" sz="3600"/>
              <a:t>e doce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FAB3B64-AA0D-AE9C-07B1-AC4CF14CE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75312"/>
          </a:xfrm>
        </p:spPr>
        <p:txBody>
          <a:bodyPr/>
          <a:lstStyle/>
          <a:p>
            <a:r>
              <a:rPr lang="pt-BR" altLang="pt-BR" sz="3600"/>
              <a:t>A leitura da Palavra, vem, </a:t>
            </a:r>
            <a:br>
              <a:rPr lang="pt-BR" altLang="pt-BR" sz="3600"/>
            </a:br>
            <a:r>
              <a:rPr lang="pt-BR" altLang="pt-BR" sz="3600"/>
              <a:t>Senhor, abençoar,</a:t>
            </a:r>
            <a:br>
              <a:rPr lang="pt-BR" altLang="pt-BR" sz="3600"/>
            </a:br>
            <a:r>
              <a:rPr lang="pt-BR" altLang="pt-BR" sz="3600"/>
              <a:t>E no coração dos crentes </a:t>
            </a:r>
            <a:br>
              <a:rPr lang="pt-BR" altLang="pt-BR" sz="3600"/>
            </a:br>
            <a:r>
              <a:rPr lang="pt-BR" altLang="pt-BR" sz="3600"/>
              <a:t>Teus ensinos vem gravar. </a:t>
            </a:r>
            <a:br>
              <a:rPr lang="pt-BR" altLang="pt-BR" sz="3600"/>
            </a:br>
            <a:r>
              <a:rPr lang="pt-BR" altLang="pt-BR" sz="3600"/>
              <a:t>Tuas bênçãos continua a derramar!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D0AE7C1-9CF9-310E-09C1-0D3456DFA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Congregados nos achamos constrangidos pelo amor </a:t>
            </a:r>
            <a:br>
              <a:rPr lang="pt-BR" altLang="pt-BR" sz="3600"/>
            </a:br>
            <a:r>
              <a:rPr lang="pt-BR" altLang="pt-BR" sz="3600"/>
              <a:t>Que emana do Teu nome, </a:t>
            </a:r>
            <a:br>
              <a:rPr lang="pt-BR" altLang="pt-BR" sz="3600"/>
            </a:br>
            <a:r>
              <a:rPr lang="pt-BR" altLang="pt-BR" sz="3600"/>
              <a:t>á amado Salvador; </a:t>
            </a:r>
            <a:br>
              <a:rPr lang="pt-BR" altLang="pt-BR" sz="3600"/>
            </a:br>
            <a:r>
              <a:rPr lang="pt-BR" altLang="pt-BR" sz="3600"/>
              <a:t>Aprendendo no Teu livro, </a:t>
            </a:r>
            <a:br>
              <a:rPr lang="pt-BR" altLang="pt-BR" sz="3600"/>
            </a:br>
            <a:r>
              <a:rPr lang="pt-BR" altLang="pt-BR" sz="3600"/>
              <a:t>á Senhor! Amém. </a:t>
            </a:r>
            <a:r>
              <a:rPr lang="pt-BR" altLang="pt-BR" sz="1600"/>
              <a:t>A.T.O.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309 AO FINDAR DO DIA</vt:lpstr>
      <vt:lpstr>Finda a lida deste dia,  ó bendito Salvador;  Eis-nos todos reunidos  a cantar o Teu louvor;  Vem encher-nos do Teu santo  e doce amor! </vt:lpstr>
      <vt:lpstr>A leitura da Palavra, vem,  Senhor, abençoar, E no coração dos crentes  Teus ensinos vem gravar.  Tuas bênçãos continua a derramar! </vt:lpstr>
      <vt:lpstr>Congregados nos achamos constrangidos pelo amor  Que emana do Teu nome,  á amado Salvador;  Aprendendo no Teu livro,  á Senhor! Amém. A.T.O.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309 - AO FINDAR DO DIA</dc:title>
  <dc:creator>Montagna</dc:creator>
  <cp:lastModifiedBy>Emerson Souza</cp:lastModifiedBy>
  <cp:revision>2</cp:revision>
  <dcterms:created xsi:type="dcterms:W3CDTF">2005-10-19T05:42:32Z</dcterms:created>
  <dcterms:modified xsi:type="dcterms:W3CDTF">2026-05-02T22:02:39Z</dcterms:modified>
</cp:coreProperties>
</file>