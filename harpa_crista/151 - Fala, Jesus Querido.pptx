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61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FA3BB27-CEB4-5F9F-5B1E-E13F40A42E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66568A8-C657-0428-BC81-97CDA10F64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A489F73-1095-2168-7FF0-7A7D204840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836DA08A-8132-4703-2B5A-2628420E14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B5288F97-6F4C-0040-4007-F29C38FCA0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fld id="{81C06442-B5AD-44BA-BE19-2C7E1304DBC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D74DA66A-1204-E3CC-6C70-E6DC17EF3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8" name="Oval 8">
            <a:extLst>
              <a:ext uri="{FF2B5EF4-FFF2-40B4-BE49-F238E27FC236}">
                <a16:creationId xmlns:a16="http://schemas.microsoft.com/office/drawing/2014/main" id="{0715A3D9-DB7A-0D91-B198-EE11729F8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5369" name="Oval 9">
            <a:extLst>
              <a:ext uri="{FF2B5EF4-FFF2-40B4-BE49-F238E27FC236}">
                <a16:creationId xmlns:a16="http://schemas.microsoft.com/office/drawing/2014/main" id="{1339CCB0-38F2-1049-4ACB-C4271F3F6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5370" name="Oval 10">
            <a:extLst>
              <a:ext uri="{FF2B5EF4-FFF2-40B4-BE49-F238E27FC236}">
                <a16:creationId xmlns:a16="http://schemas.microsoft.com/office/drawing/2014/main" id="{D379539D-E671-E7B1-9D5F-F0BAD0B9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9B9F3-3FC1-D295-B78C-1FED91F9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0AD100-F42A-D36C-D934-98D9BA3D6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1BF71D-442B-ADFB-2058-3C9BB63B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B467E7-25B2-6BC7-2F68-4102112C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E06C1-B5AB-57C3-CD67-F349671B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082516-04ED-4E9B-ABCA-303BB5834D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15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93E62-6716-C344-4FFC-A27E148B7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3B1B81-625D-89FC-79EF-8D248F34C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3F5A2F-8627-FBEC-C33B-E5306A94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6C684-E7F7-8798-1A99-F7737E71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F2870-178E-0F64-839F-F5149D75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531325-C73A-4E30-B45C-D89EA8D5BB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386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38DC0-6D44-0273-682B-598281C3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32EFB-6B73-4C00-6C18-96A2272FB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B485FF-62C9-434E-73D6-8BDD6CCCE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654815-5012-1D1C-79F5-23968578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6E5D79-50E2-0D92-4CC3-9E2CE958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6EDE13-8BDD-FA58-E8EF-39DD6E5D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908422-D7BB-4F72-902A-EEAB5E52B5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484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47358-BD59-ACCF-210C-31863D43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8702F4-81C7-85BB-F876-9AAC41D78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040794-2548-9A74-0C92-F9D7977F1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A5FC2F-62DE-F81C-3D39-32B654A7A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FE24AA0-726A-132A-70E3-620D76E2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41D446-8F8C-45D2-0EDF-B84B723B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A55F0E-459B-89DC-93E1-75F51B75A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DDDDF3-71D3-71AB-40BB-F13BBF3A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2DA1D7-79E4-4C02-96CF-108631BD81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960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B6A9D-84E7-7144-BA45-9181E9FB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0EF495-3E25-C104-7302-DF9F1CD2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D4E7C5-8028-A350-7B4A-F0438C42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A990FB-21F5-AD87-A9BB-82ECA05C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436ABC-56D8-4BF6-89BD-85D2F95DF0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468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DD82225-D318-BF50-1889-7A518722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763EB5-B76C-6B5D-E5E4-8CB71D0A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E702BB-DA94-6DCF-768F-25A1147F8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A1C65-5545-44F9-8FB7-75C8FF937A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37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79F61-FBD4-3C4A-6C39-D8A04FFF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49F842-8991-2420-E596-A3BFCD1B1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C4142A-4B6F-D006-29AC-35B212903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B1080F-68EB-7C0B-3A72-FC15B979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E93B97-94F5-6FDD-2380-97C54C2B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04AC4F-651F-46E9-0478-42D4AB04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72625-8EA9-4E82-964A-00ABC4A708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798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5232C-931B-A6D2-6531-394FFB43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8A0AF32-4804-6108-FB81-D75D33BAD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E7E7C3-FF30-B029-830C-F706114BA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4AF6EF-B388-A719-61BA-68196390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2B0DB1-42B1-F068-C320-8234F7B6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828B32-A368-32B0-2B13-680E4541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8CB1C-0E6F-44CD-9DF2-65236F13BF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834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B83C7-2FE6-5F1E-F1BD-3D7CCCB9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21B777-C0A4-2AA6-1F8B-C3ABFB45E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98372F-8FC4-0455-D724-99504326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E85E80-B5BF-87B9-5F68-5C3A7F39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53073D-45F8-A9E3-7298-25E21975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B0651-BA4F-4251-BA44-84C7871741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006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01FAF8-EC3B-A273-5EDE-2C61E8495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1EA223-B16E-D76B-89A1-06F76F26A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A9D3B-F2F6-4AE1-DF9E-FD194F5B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7BE006-7056-2E77-EBC7-236C4102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71ED76-6D16-1E20-501D-4D58186C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9A03D-CDCD-416A-A57D-E34204D0DE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94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CC62647-F25A-634E-DB12-DDB0BC562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28FB124-7AB7-F30B-0107-B99365B1D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4A55D08-F4D7-A603-6FC2-755ED127D9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endParaRPr lang="en-US" altLang="pt-BR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E80DB85D-C0B0-F59C-71FA-D62DF4B67A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pt-BR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72E16385-0DCF-B333-3476-5E017E9ED98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8309380C-318E-44EC-BB73-3FD75A0F5D3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880BEACB-CE67-C861-6606-2428643366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4" name="Oval 8">
            <a:extLst>
              <a:ext uri="{FF2B5EF4-FFF2-40B4-BE49-F238E27FC236}">
                <a16:creationId xmlns:a16="http://schemas.microsoft.com/office/drawing/2014/main" id="{93B6D13C-50E0-6B12-108F-7235B674A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4345" name="Oval 9">
            <a:extLst>
              <a:ext uri="{FF2B5EF4-FFF2-40B4-BE49-F238E27FC236}">
                <a16:creationId xmlns:a16="http://schemas.microsoft.com/office/drawing/2014/main" id="{B10BF357-04A5-E189-E2DA-32426F481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4346" name="Oval 10">
            <a:extLst>
              <a:ext uri="{FF2B5EF4-FFF2-40B4-BE49-F238E27FC236}">
                <a16:creationId xmlns:a16="http://schemas.microsoft.com/office/drawing/2014/main" id="{0CFD5AC3-E951-27EB-2222-843A06E0B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81FDC63-A9F7-735F-724A-08933E1488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08175" y="1700213"/>
            <a:ext cx="6913563" cy="1752600"/>
          </a:xfrm>
        </p:spPr>
        <p:txBody>
          <a:bodyPr/>
          <a:lstStyle/>
          <a:p>
            <a:pPr algn="ctr"/>
            <a:r>
              <a:rPr lang="en-US" altLang="pt-BR" sz="3600" b="1">
                <a:solidFill>
                  <a:schemeClr val="tx1"/>
                </a:solidFill>
              </a:rPr>
              <a:t>151 - FALA, JESUS QUERIDO</a:t>
            </a:r>
            <a:br>
              <a:rPr lang="en-US" altLang="pt-BR" sz="3600" b="1">
                <a:solidFill>
                  <a:schemeClr val="tx1"/>
                </a:solidFill>
              </a:rPr>
            </a:br>
            <a:endParaRPr lang="en-US" altLang="pt-BR" sz="3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43ACC5B-10D4-E589-60C9-B13B48CCF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5084763"/>
          </a:xfrm>
        </p:spPr>
        <p:txBody>
          <a:bodyPr/>
          <a:lstStyle/>
          <a:p>
            <a:pPr algn="ctr"/>
            <a:r>
              <a:rPr lang="en-US" altLang="pt-BR" sz="4000">
                <a:solidFill>
                  <a:schemeClr val="tx1"/>
                </a:solidFill>
              </a:rPr>
              <a:t>Fala, Jesus querido;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Fala-me, hoje sim!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Fala com Tua bondade;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Fica ao pé de mim;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Meu coração aberto `stá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P'ra Tua voz ouvir;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Enche-me de louvores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gozo p'ra Te servir.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0D4FCED-D65E-FE2F-A86E-DB1764CF0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967288"/>
          </a:xfrm>
        </p:spPr>
        <p:txBody>
          <a:bodyPr/>
          <a:lstStyle/>
          <a:p>
            <a:pPr algn="ctr"/>
            <a:r>
              <a:rPr lang="en-US" altLang="pt-BR" sz="3600" b="1" i="1">
                <a:solidFill>
                  <a:schemeClr val="tx1"/>
                </a:solidFill>
              </a:rPr>
              <a:t>Fala-me suavemente!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Fala, </a:t>
            </a:r>
            <a:r>
              <a:rPr lang="en-US" altLang="pt-BR" sz="3600" b="1" i="1">
                <a:solidFill>
                  <a:schemeClr val="tx1"/>
                </a:solidFill>
              </a:rPr>
              <a:t>com muito amor!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Vencedor para sempre,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Livre te hei de por,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Fala-me cada dia, sempre em terno tom;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Ouvir Tua voz eu quero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neste mesmo som.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E69B05-EF6D-7511-F74A-0A00D5727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5327650"/>
          </a:xfrm>
        </p:spPr>
        <p:txBody>
          <a:bodyPr/>
          <a:lstStyle/>
          <a:p>
            <a:pPr algn="ctr"/>
            <a:r>
              <a:rPr lang="en-US" altLang="pt-BR" sz="4000">
                <a:solidFill>
                  <a:schemeClr val="tx1"/>
                </a:solidFill>
              </a:rPr>
              <a:t>Para teus filhos fala,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E, no caminho bom,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Pela bondade os guia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A pedir o santo dom;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Quererão consagrar-se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Para suas vidas dar.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Obedecendo a Cristo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com fervor O amar.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5008F01-5928-1C73-9CBD-24E2EA324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81075"/>
            <a:ext cx="9144000" cy="4967288"/>
          </a:xfrm>
        </p:spPr>
        <p:txBody>
          <a:bodyPr/>
          <a:lstStyle/>
          <a:p>
            <a:pPr algn="ctr"/>
            <a:r>
              <a:rPr lang="en-US" altLang="pt-BR" sz="3600" b="1" i="1">
                <a:solidFill>
                  <a:schemeClr val="tx1"/>
                </a:solidFill>
              </a:rPr>
              <a:t>Fala-me suavemente!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Fala, </a:t>
            </a:r>
            <a:r>
              <a:rPr lang="en-US" altLang="pt-BR" sz="3600" b="1" i="1">
                <a:solidFill>
                  <a:schemeClr val="tx1"/>
                </a:solidFill>
              </a:rPr>
              <a:t>com muito amor!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Vencedor para sempre,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Livre te hei de por,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Fala-me cada dia, sempre em terno tom;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Ouvir Tua voz eu quero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neste mesmo som.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ECAFE7-1185-D695-9072-88E9AD326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968875"/>
          </a:xfrm>
        </p:spPr>
        <p:txBody>
          <a:bodyPr/>
          <a:lstStyle/>
          <a:p>
            <a:pPr algn="ctr"/>
            <a:r>
              <a:rPr lang="en-US" altLang="pt-BR" sz="4000">
                <a:solidFill>
                  <a:schemeClr val="tx1"/>
                </a:solidFill>
              </a:rPr>
              <a:t>Como no tempo antigo,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Tu revelaste a lei,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Mostra-me Tua vontade,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à Tua santa grei;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Deixa-me gloriar-Te,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Quero a Ti louvar,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Cantar alegremente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sempre Te honrar.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5A2E590-77E9-92F5-8C82-0A7C96053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4967287"/>
          </a:xfrm>
        </p:spPr>
        <p:txBody>
          <a:bodyPr/>
          <a:lstStyle/>
          <a:p>
            <a:pPr algn="ctr"/>
            <a:r>
              <a:rPr lang="en-US" altLang="pt-BR" sz="3600" b="1" i="1">
                <a:solidFill>
                  <a:schemeClr val="tx1"/>
                </a:solidFill>
              </a:rPr>
              <a:t>Fala-me suavemente!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Fala, </a:t>
            </a:r>
            <a:r>
              <a:rPr lang="en-US" altLang="pt-BR" sz="3600" b="1" i="1">
                <a:solidFill>
                  <a:schemeClr val="tx1"/>
                </a:solidFill>
              </a:rPr>
              <a:t>com muito amor!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Vencedor para sempre,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Livre te hei de por,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Fala-me cada dia, sempre em terno tom;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Ouvir Tua voz eu quero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neste mesmo som.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Eco">
  <a:themeElements>
    <a:clrScheme name="Ec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c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Echo</Template>
  <TotalTime>13</TotalTime>
  <Words>275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Eco</vt:lpstr>
      <vt:lpstr>151 - FALA, JESUS QUERIDO </vt:lpstr>
      <vt:lpstr>Fala, Jesus querido;  Fala-me, hoje sim!  Fala com Tua bondade;  Fica ao pé de mim; Meu coração aberto `stá  P'ra Tua voz ouvir; Enche-me de louvores  E gozo p'ra Te servir.</vt:lpstr>
      <vt:lpstr>Fala-me suavemente!  Fala, com muito amor!  Vencedor para sempre,  Livre te hei de por,  Fala-me cada dia, sempre em terno tom;  Ouvir Tua voz eu quero  e neste mesmo som. </vt:lpstr>
      <vt:lpstr>Para teus filhos fala,  E, no caminho bom,  Pela bondade os guia  A pedir o santo dom;  Quererão consagrar-se  Para suas vidas dar.  Obedecendo a Cristo  e com fervor O amar.</vt:lpstr>
      <vt:lpstr>Fala-me suavemente!  Fala, com muito amor!  Vencedor para sempre,  Livre te hei de por,  Fala-me cada dia, sempre em terno tom;  Ouvir Tua voz eu quero  e neste mesmo som. </vt:lpstr>
      <vt:lpstr>Como no tempo antigo,  Tu revelaste a lei, Mostra-me Tua vontade,  E à Tua santa grei; Deixa-me gloriar-Te,  Quero a Ti louvar, Cantar alegremente  E sempre Te honrar.</vt:lpstr>
      <vt:lpstr>Fala-me suavemente!  Fala, com muito amor!  Vencedor para sempre,  Livre te hei de por,  Fala-me cada dia, sempre em terno tom;  Ouvir Tua voz eu quero  e neste mesmo som.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151 - FALA, JESUS QUERIDO </dc:title>
  <dc:creator>Montagna</dc:creator>
  <cp:lastModifiedBy>Emerson Souza</cp:lastModifiedBy>
  <cp:revision>4</cp:revision>
  <dcterms:created xsi:type="dcterms:W3CDTF">2005-10-16T03:53:31Z</dcterms:created>
  <dcterms:modified xsi:type="dcterms:W3CDTF">2026-05-02T21:49:24Z</dcterms:modified>
</cp:coreProperties>
</file>