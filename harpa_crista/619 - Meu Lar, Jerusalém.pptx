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36B7A-D764-C87C-CD18-08DBEF4FB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CC0E96-EC77-E0F8-5A5F-09F3224D7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DB0FBA-48A7-9704-023E-DC9C4180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E9D05D-0D14-A197-E2C8-25E88DB7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35C6AD-470E-C853-E9FD-1F647149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7BCB6-313A-4593-80B3-B31C36D794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095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6C02A-D57B-8BAA-0BAB-56AAE7E8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A48E13-DF69-C54C-2C45-6F1BF713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1689CC-B79B-FAD0-D912-17966D45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266797-BC2B-A296-B1C5-158C0A2F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AF447E-F883-84B2-E056-B8B607FF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42EC3-99C2-483B-B499-90520FA685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80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8FB01-D9F9-471E-D24F-6B03CDEE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FBB922-E81F-159C-2525-4BBCF1524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738F32-E06A-6936-33A1-3E5EEF51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DB47DF-532A-4315-9772-130F9A62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D371E-1E15-5834-4A44-74F25329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683E4-5F1B-41E7-9CBA-A7ABD83EF4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943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0CAB2-AD6E-B4A9-BE83-CC7F78B3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2A7B3-0B25-EB15-2D84-D04980E23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8FFB76-9818-A89D-D1C9-CD5EC1C53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6D09DE-492A-69B4-2F6A-0151AD96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3F8816-53BB-3330-7897-0A982B79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D62D2D-AFB9-3F9C-4FC3-0C0E4DA1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671295-04A1-4A67-8287-5614D41371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184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85B3E-A1EA-BAAE-0CDF-877A3E2D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447009-822D-47A7-AC49-1C9D044B7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FCBB8D-3919-99A4-8A9E-7961E1530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E8EF36-E387-B965-3291-D3F274375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C55580-DC3B-35E5-CC5E-315365373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998321-6762-F3E4-E2C8-AD6AB017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173452-DD17-F384-FF8E-3FA6B277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15D42B-2ABF-F15D-150A-B010FB5D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556D4-EF0C-442F-9CC4-C8AF0A439B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22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FD794-1EF1-B88C-2BB9-459A6577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C01C47-FBAB-32A5-473C-81E18A7D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E447C9-D9C4-0B82-37D5-A62CD329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FA0BBB-79EA-815F-6EFE-4FDEA758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0A8DD-D504-4D15-A336-DA2D44A532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124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7B287A-966C-C7DB-EC4C-8D37D93E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CEEFB2-F0D1-8045-B518-9B484215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FDA880-927F-D806-A218-75E120EF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82ACEC-A6B1-4888-A67B-BBE8439C5C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369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0C4F9-3E61-EEB0-7A24-06EB85DE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618CD-7B8F-90AD-54DA-CDCE45828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59189D-D011-38A6-F623-224405297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733083-6CCE-47B1-3223-F4ADFC9A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6215F2-7E79-43FF-88A6-E079A98B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33988E-6B4E-D942-50AD-A5DE435D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D2C7AC-8478-4755-9405-734D897229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01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0F88D-1DDF-DFC9-E2DE-10C5B0FA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628DB53-5C98-ED25-8AB7-B92DD1791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2FADEA-319A-1608-00C6-4F4AC125B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B243C1-63C2-4A06-633B-2D7AECE9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2F9374-6226-7F3F-950E-50A88D6C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AFAC07-54CA-5910-7CDE-0B313E14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D1BC-C8EA-486F-90E9-4E55BF522E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334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E38A8-F6F3-22D0-5D73-D4730000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960373-8BE5-D1C1-7E9F-D1DE8034F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B43CD-5F83-3539-1277-481BAE6E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459BCC-0B3B-DC85-7F40-E0B4D901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E6815-4FC5-E42C-2EA3-5EAA0C19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D19AC-2F54-4C85-AB30-D1179873C2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111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5AA501-D900-7ADB-1499-485D1F0C6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626C11-7D4D-9491-B833-1558BBC77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812629-D3D6-F8AD-9666-BB87C7B5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01EC4B-DFCD-7E92-0896-555BF807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FD3FBE-3300-BB34-DE05-FBBEE3A7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F2D9-8B19-4F5E-B284-2B9111A010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875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56DAAF-F329-9185-DC09-B40769B0E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B8D4FE-3B3B-6FED-9424-190BFEAD5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87AA32E-AC2A-1875-0C83-3B96284D61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BFB4DD-AD90-EC50-52D5-433680D0FC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422962-7C79-77C0-E011-A85BE264DE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DCB63E5-C272-4D86-8CA0-D2A5E43EF7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903D864-B55D-00EE-DF67-F2A4D25F3F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619 – Meu Lar, Jerusalém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39AC2B8-A1CE-4278-CEBC-8FDEE53ABE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4035228-387C-9241-28D4-55BF55AEB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Feliz Jerusalém, meu lar!</a:t>
            </a:r>
            <a:br>
              <a:rPr lang="en-US" altLang="pt-BR" sz="4000" i="1"/>
            </a:br>
            <a:r>
              <a:rPr lang="en-US" altLang="pt-BR" sz="4000" i="1"/>
              <a:t>Em ti almejo estar!</a:t>
            </a:r>
            <a:br>
              <a:rPr lang="en-US" altLang="pt-BR" sz="4000" i="1"/>
            </a:br>
            <a:r>
              <a:rPr lang="en-US" altLang="pt-BR" sz="4000" i="1"/>
              <a:t>Sentir a calma em glória ali,</a:t>
            </a:r>
            <a:br>
              <a:rPr lang="en-US" altLang="pt-BR" sz="4000" i="1"/>
            </a:br>
            <a:r>
              <a:rPr lang="en-US" altLang="pt-BR" sz="4000" i="1"/>
              <a:t>E teu prazer gozar.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8C781E-D539-BC85-65F9-42C754BE3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lar feliz de amor 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Jardim sem outro igual!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teu fulgor de glória e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Jamais o viu mortal.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504024-8346-E738-98A3-44BD4F3F1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Jesus em breve irá voltar,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 paz do lar de além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Irá, então, em ti reinar,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Meu lar - Jerusalém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619 – Meu Lar, Jerusalém</vt:lpstr>
      <vt:lpstr>Feliz Jerusalém, meu lar! Em ti almejo estar! Sentir a calma em glória ali, E teu prazer gozar.    </vt:lpstr>
      <vt:lpstr>Oh! lar feliz de amor e paz!  Jardim sem outro igual!  O teu fulgor de glória e luz,  Jamais o viu mortal.  </vt:lpstr>
      <vt:lpstr>Jesus em breve irá voltar,  E a paz do lar de além  Irá, então, em ti reinar,  Meu lar - Jerusalém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619 – Meu Lar, Jerusalém</dc:title>
  <dc:creator>Junior</dc:creator>
  <cp:lastModifiedBy>Emerson Souza</cp:lastModifiedBy>
  <cp:revision>1</cp:revision>
  <dcterms:created xsi:type="dcterms:W3CDTF">2005-12-27T17:56:00Z</dcterms:created>
  <dcterms:modified xsi:type="dcterms:W3CDTF">2026-05-02T22:29:08Z</dcterms:modified>
</cp:coreProperties>
</file>