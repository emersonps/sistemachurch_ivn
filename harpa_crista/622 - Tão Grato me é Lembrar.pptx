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C7F40-D808-B997-3E94-13D63751F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4A718D-EA76-50CC-291D-6F443DAE9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734720-0AE8-AF7F-AE9D-32A2C1C9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57AD15-327D-00B0-8A62-7A8A2517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CDAB41-DDD0-AC09-CB78-9ABDCA91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7C117-7B24-4730-A41B-F0872B6BCC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5272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8CD68-459C-441E-B908-05603902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3193B9-CA98-64E6-AA78-8A4C4F4FD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F36E5-302D-17C0-921B-0854A18B4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E4717A-9190-0187-3F62-876E9C20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1C552-AD30-A33D-24A1-FA8BF7B8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4A1E8A-39BF-4F4C-A2D6-7F8053B7FF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640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B5041-E057-03FC-54C1-F7D0146D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804756-4314-4859-F63C-54CE462DD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58A9FD-529A-BC2B-0CAF-3A7CADC5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FE99DF-2AA9-A609-34DF-E74A2571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9C5B2-7BF7-6493-D777-BA94F14F5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E39FF3-FE52-4D5C-86B2-83A26D9199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8882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AB236-A4A6-CB0D-C81B-CA1EC35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A5A21-F6AF-5040-62C9-2C0F04C12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61D6F5-5DF1-95E5-2D81-16D561E78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968959-5538-2EBC-32BC-ED211C10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ABBE24-0E4B-DA96-7E7B-9DCF9D4E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AEC887-DA0D-BE67-DF49-E0C93B95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71ABDD-E19A-4943-901B-0850541790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3377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0C4AC-7E22-E480-C4F7-55D54711F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94DEED-B31A-CC66-6C58-970656982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B94662-4A7F-ED9D-E94F-29FA584B7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CE8E1F-FBF6-D354-9E75-2236FEB0C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88EA5E-EAE0-8CF6-FD9C-14411872B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03E1B14-3AB7-6D46-3D48-0FDBFC6F4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3C416D-5FD6-6CF4-AE65-92EF72E0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DC74CE-EDB7-9BE2-64AD-608861C4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E6772-020C-46DA-AEC1-08B3A041B4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415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711B9-EF8E-4DB1-F4AC-B2ECEFE4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657B0F-25B7-02B0-B9C3-21552B081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BA0561-93D3-0FE3-8218-EAFF75D77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A7DF76-034B-D737-8A3F-43E904D6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382CF5-E9E2-4A27-B001-39ABFFE130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38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DF45D0-7D9F-9841-D51F-4E70CAD8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83AB7CE-0CC1-5808-83B8-FA69EEFB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0A0972-8D90-1CF6-7390-3933EA6D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606F7-4D20-4A87-A168-6192AEA476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258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F8DF1-ABCE-851C-2AD9-1D3BDFA4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9D38FE-26EC-C240-580B-57DCA11B4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5ECE0F-6DD7-D5FA-7BD1-DFD0001AF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C26D8F-CBF9-DBA3-78DE-2B41E2E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202281-A0B9-5AC4-0459-C5F1416C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6B1405-2EE4-65D9-83CD-EC305731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FDB201-20E3-409E-8895-2ACAC94BAB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730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F9FD8-A1F5-9E2F-C9EB-B1F0DFAF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192C2B-E4AF-454B-AEC2-88FD882F7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5D61FE-E798-738B-30AC-E5C0FD85F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8AC1F-C56F-D7FC-7496-8786382E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A93B67-B356-DB71-C126-5C2300E2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75DC35-6EB4-FDE2-EAB7-D65F6B95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59F43C-FA10-4AF6-AE12-8D8FCDB3AA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998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38B14-1D20-A8E2-D4DA-A109097E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AE91A4-3284-CCC7-7D97-BD877CB6C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B11730-ED8A-A22D-739C-2A58880A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11037B-F26B-86A8-5BB7-23D07065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0AFE5-13F5-2ADB-190F-ACBD34DB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0B7F64-E168-4CCE-B594-84F7C99464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8155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CA67D8-A021-7D47-A376-AF91C3852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7F1C8E-E344-D830-C585-78005D16C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E165BB-DA5B-FA2D-2B2E-5F714E73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CB6E6-64D4-7351-9FAC-E686D3CF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69B280-FB0B-E945-311D-A17462A4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26B14-73B9-41E4-8AF8-9B7E53D6A5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156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DF746A-6678-2EAC-F1C9-CA5718927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601DB1-76C0-626A-8894-1FA6FABFF3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591858C-782E-105A-115B-A0DFCA59B7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419CFD-4535-3427-06AC-7DC05342761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F232B3-5D29-3A2B-23E1-1C8021B9E2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D7DF29-BA56-447C-8CBA-49B3885D4A1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7BE2A91-740A-8692-AE86-8AB389C3D2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622 - Tão Grato me é Lembrar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6CDD5F5-8BFC-B302-CFE7-089DBE639C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D9A77BA-2EE8-F5C1-C268-62D31935A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Tão grato me é lembrar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cada dia estou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perto do celeste lar,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que morar eu vou!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A4495D-DF0E-6E66-17B4-4B80C6E5C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Cada vez mais perto do lar, </a:t>
            </a:r>
            <a:br>
              <a:rPr lang="en-US" altLang="pt-BR" sz="4000" b="1" i="1"/>
            </a:br>
            <a:r>
              <a:rPr lang="en-US" altLang="pt-BR" sz="4000" b="1" i="1"/>
              <a:t>Perto do meu eterno lar, </a:t>
            </a:r>
            <a:br>
              <a:rPr lang="en-US" altLang="pt-BR" sz="4000" b="1" i="1"/>
            </a:br>
            <a:r>
              <a:rPr lang="en-US" altLang="pt-BR" sz="4000" b="1" i="1"/>
              <a:t>Em que morar eu vou.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6820D4C-A29E-FF7C-17B1-0BA7CB5DD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/>
              <a:t>Em breve vou partir </a:t>
            </a:r>
            <a:br>
              <a:rPr lang="en-US" altLang="pt-BR" sz="4000"/>
            </a:br>
            <a:r>
              <a:rPr lang="en-US" altLang="pt-BR" sz="4000"/>
              <a:t>Pra onde não há dor. </a:t>
            </a:r>
            <a:br>
              <a:rPr lang="en-US" altLang="pt-BR" sz="4000"/>
            </a:br>
            <a:r>
              <a:rPr lang="en-US" altLang="pt-BR" sz="4000"/>
              <a:t>Delícias no céu vou fruir </a:t>
            </a:r>
            <a:br>
              <a:rPr lang="en-US" altLang="pt-BR" sz="4000"/>
            </a:br>
            <a:r>
              <a:rPr lang="en-US" altLang="pt-BR" sz="4000"/>
              <a:t>Naquele lar de amor.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F409A15-11F0-3B0D-4BCB-F188EE811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Cada vez mais perto do lar, </a:t>
            </a:r>
            <a:br>
              <a:rPr lang="en-US" altLang="pt-BR" sz="4000" b="1" i="1"/>
            </a:br>
            <a:r>
              <a:rPr lang="en-US" altLang="pt-BR" sz="4000" b="1" i="1"/>
              <a:t>Perto do meu eterno lar, </a:t>
            </a:r>
            <a:br>
              <a:rPr lang="en-US" altLang="pt-BR" sz="4000" b="1" i="1"/>
            </a:br>
            <a:r>
              <a:rPr lang="en-US" altLang="pt-BR" sz="4000" b="1" i="1"/>
              <a:t>Em que morar eu vou.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A01B57D-F7C3-F679-2D23-47E093C6F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/>
              <a:t>O Mestre, que leal </a:t>
            </a:r>
            <a:br>
              <a:rPr lang="en-US" altLang="pt-BR" sz="4000"/>
            </a:br>
            <a:r>
              <a:rPr lang="en-US" altLang="pt-BR" sz="4000"/>
              <a:t>Eu seja sempre aqui! </a:t>
            </a:r>
            <a:br>
              <a:rPr lang="en-US" altLang="pt-BR" sz="4000"/>
            </a:br>
            <a:r>
              <a:rPr lang="en-US" altLang="pt-BR" sz="4000"/>
              <a:t>Pois quero junto aos salvos mil </a:t>
            </a:r>
            <a:br>
              <a:rPr lang="en-US" altLang="pt-BR" sz="4000"/>
            </a:br>
            <a:r>
              <a:rPr lang="en-US" altLang="pt-BR" sz="4000"/>
              <a:t>Contigo estar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F697911-2F04-F08B-B9E3-B2958A45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Cada vez mais perto do lar, </a:t>
            </a:r>
            <a:br>
              <a:rPr lang="en-US" altLang="pt-BR" sz="4000" b="1" i="1"/>
            </a:br>
            <a:r>
              <a:rPr lang="en-US" altLang="pt-BR" sz="4000" b="1" i="1"/>
              <a:t>Perto do meu eterno lar, </a:t>
            </a:r>
            <a:br>
              <a:rPr lang="en-US" altLang="pt-BR" sz="4000" b="1" i="1"/>
            </a:br>
            <a:r>
              <a:rPr lang="en-US" altLang="pt-BR" sz="4000" b="1" i="1"/>
              <a:t>Em que morar eu vou.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622 - Tão Grato me é Lembrar</vt:lpstr>
      <vt:lpstr>Tão grato me é lembrar  Que cada dia estou  Mais perto do celeste lar,  Em que morar eu vou!     </vt:lpstr>
      <vt:lpstr>Cada vez mais perto do lar,  Perto do meu eterno lar,  Em que morar eu vou.  </vt:lpstr>
      <vt:lpstr>Em breve vou partir  Pra onde não há dor.  Delícias no céu vou fruir  Naquele lar de amor.  </vt:lpstr>
      <vt:lpstr>Cada vez mais perto do lar,  Perto do meu eterno lar,  Em que morar eu vou.  </vt:lpstr>
      <vt:lpstr>O Mestre, que leal  Eu seja sempre aqui!  Pois quero junto aos salvos mil  Contigo estar ai.</vt:lpstr>
      <vt:lpstr>Cada vez mais perto do lar,  Perto do meu eterno lar,  Em que morar eu vou.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622 - Tão Grato me é Lembrar</dc:title>
  <dc:creator>Junior</dc:creator>
  <cp:lastModifiedBy>Emerson Souza</cp:lastModifiedBy>
  <cp:revision>1</cp:revision>
  <dcterms:created xsi:type="dcterms:W3CDTF">2005-12-27T18:47:14Z</dcterms:created>
  <dcterms:modified xsi:type="dcterms:W3CDTF">2026-05-02T22:29:26Z</dcterms:modified>
</cp:coreProperties>
</file>