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4" r:id="rId3"/>
    <p:sldId id="257" r:id="rId4"/>
    <p:sldId id="258" r:id="rId5"/>
    <p:sldId id="261" r:id="rId6"/>
    <p:sldId id="259" r:id="rId7"/>
    <p:sldId id="262" r:id="rId8"/>
    <p:sldId id="260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581" autoAdjust="0"/>
  </p:normalViewPr>
  <p:slideViewPr>
    <p:cSldViewPr>
      <p:cViewPr varScale="1">
        <p:scale>
          <a:sx n="66" d="100"/>
          <a:sy n="66" d="100"/>
        </p:scale>
        <p:origin x="-108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40CFEB55-F30A-7AF3-9761-08AEC9EF590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12291" name="Freeform 3">
              <a:extLst>
                <a:ext uri="{FF2B5EF4-FFF2-40B4-BE49-F238E27FC236}">
                  <a16:creationId xmlns:a16="http://schemas.microsoft.com/office/drawing/2014/main" id="{17336D97-FF7F-9491-D701-8442C1DC212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2" name="Freeform 4">
              <a:extLst>
                <a:ext uri="{FF2B5EF4-FFF2-40B4-BE49-F238E27FC236}">
                  <a16:creationId xmlns:a16="http://schemas.microsoft.com/office/drawing/2014/main" id="{C2E5904F-E7CF-BF03-CD21-F06C7A6F9A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3" name="Freeform 5">
              <a:extLst>
                <a:ext uri="{FF2B5EF4-FFF2-40B4-BE49-F238E27FC236}">
                  <a16:creationId xmlns:a16="http://schemas.microsoft.com/office/drawing/2014/main" id="{9747FC26-3F85-E43E-5E4C-8072E709B0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294" name="Group 6">
              <a:extLst>
                <a:ext uri="{FF2B5EF4-FFF2-40B4-BE49-F238E27FC236}">
                  <a16:creationId xmlns:a16="http://schemas.microsoft.com/office/drawing/2014/main" id="{3E2A0257-8F2A-F161-A777-9905C06005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295" name="Freeform 7">
                <a:extLst>
                  <a:ext uri="{FF2B5EF4-FFF2-40B4-BE49-F238E27FC236}">
                    <a16:creationId xmlns:a16="http://schemas.microsoft.com/office/drawing/2014/main" id="{26FD0045-2975-5439-1F19-F65476C5966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6" name="Freeform 8">
                <a:extLst>
                  <a:ext uri="{FF2B5EF4-FFF2-40B4-BE49-F238E27FC236}">
                    <a16:creationId xmlns:a16="http://schemas.microsoft.com/office/drawing/2014/main" id="{C422AFB9-608E-4835-8B85-4CF6DFD2654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7" name="Freeform 9">
                <a:extLst>
                  <a:ext uri="{FF2B5EF4-FFF2-40B4-BE49-F238E27FC236}">
                    <a16:creationId xmlns:a16="http://schemas.microsoft.com/office/drawing/2014/main" id="{26160A99-0F77-7183-AD30-BA11D5DCF73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8" name="Freeform 10">
                <a:extLst>
                  <a:ext uri="{FF2B5EF4-FFF2-40B4-BE49-F238E27FC236}">
                    <a16:creationId xmlns:a16="http://schemas.microsoft.com/office/drawing/2014/main" id="{F4FD4C6C-BE07-3F93-9C7C-FF220A37B2C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9" name="Freeform 11">
                <a:extLst>
                  <a:ext uri="{FF2B5EF4-FFF2-40B4-BE49-F238E27FC236}">
                    <a16:creationId xmlns:a16="http://schemas.microsoft.com/office/drawing/2014/main" id="{95F329C9-A56A-D5FE-81D7-460A5B187EA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0" name="Freeform 12">
                <a:extLst>
                  <a:ext uri="{FF2B5EF4-FFF2-40B4-BE49-F238E27FC236}">
                    <a16:creationId xmlns:a16="http://schemas.microsoft.com/office/drawing/2014/main" id="{B0581EEC-DC33-40B8-2E16-45F8E49A769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1" name="Freeform 13">
                <a:extLst>
                  <a:ext uri="{FF2B5EF4-FFF2-40B4-BE49-F238E27FC236}">
                    <a16:creationId xmlns:a16="http://schemas.microsoft.com/office/drawing/2014/main" id="{784CC76B-2C4D-2676-8693-B5F62EC44EB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2" name="Freeform 14">
                <a:extLst>
                  <a:ext uri="{FF2B5EF4-FFF2-40B4-BE49-F238E27FC236}">
                    <a16:creationId xmlns:a16="http://schemas.microsoft.com/office/drawing/2014/main" id="{8F2004A4-9C38-4B94-66E8-5D05BD0B02B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3" name="Freeform 15">
                <a:extLst>
                  <a:ext uri="{FF2B5EF4-FFF2-40B4-BE49-F238E27FC236}">
                    <a16:creationId xmlns:a16="http://schemas.microsoft.com/office/drawing/2014/main" id="{9B580994-AA2A-3DB4-8ACF-B285BE32725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4" name="Freeform 16">
                <a:extLst>
                  <a:ext uri="{FF2B5EF4-FFF2-40B4-BE49-F238E27FC236}">
                    <a16:creationId xmlns:a16="http://schemas.microsoft.com/office/drawing/2014/main" id="{FA3EC904-EE73-5DD3-1344-D5983337B70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5" name="Freeform 17">
                <a:extLst>
                  <a:ext uri="{FF2B5EF4-FFF2-40B4-BE49-F238E27FC236}">
                    <a16:creationId xmlns:a16="http://schemas.microsoft.com/office/drawing/2014/main" id="{3D5D87C4-C679-5D16-28AC-D578DA3674A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6" name="Freeform 18">
                <a:extLst>
                  <a:ext uri="{FF2B5EF4-FFF2-40B4-BE49-F238E27FC236}">
                    <a16:creationId xmlns:a16="http://schemas.microsoft.com/office/drawing/2014/main" id="{6E5FEE7B-49E2-F316-71B1-D6E78674BE2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7" name="Freeform 19">
                <a:extLst>
                  <a:ext uri="{FF2B5EF4-FFF2-40B4-BE49-F238E27FC236}">
                    <a16:creationId xmlns:a16="http://schemas.microsoft.com/office/drawing/2014/main" id="{06FD1835-4128-3A87-77AD-5665707E958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2308" name="Freeform 20">
              <a:extLst>
                <a:ext uri="{FF2B5EF4-FFF2-40B4-BE49-F238E27FC236}">
                  <a16:creationId xmlns:a16="http://schemas.microsoft.com/office/drawing/2014/main" id="{D1D2E375-F276-0EEE-A59B-5009DDE53D8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9" name="Freeform 21">
              <a:extLst>
                <a:ext uri="{FF2B5EF4-FFF2-40B4-BE49-F238E27FC236}">
                  <a16:creationId xmlns:a16="http://schemas.microsoft.com/office/drawing/2014/main" id="{8661F3DE-08DB-B85F-CC41-145CC89FEE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0" name="Freeform 22">
              <a:extLst>
                <a:ext uri="{FF2B5EF4-FFF2-40B4-BE49-F238E27FC236}">
                  <a16:creationId xmlns:a16="http://schemas.microsoft.com/office/drawing/2014/main" id="{E90590A7-469E-E5FD-C3ED-782DF238EC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1" name="Freeform 23">
              <a:extLst>
                <a:ext uri="{FF2B5EF4-FFF2-40B4-BE49-F238E27FC236}">
                  <a16:creationId xmlns:a16="http://schemas.microsoft.com/office/drawing/2014/main" id="{473CD326-4944-16AE-5726-97C7CACBBDC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2" name="Freeform 24">
              <a:extLst>
                <a:ext uri="{FF2B5EF4-FFF2-40B4-BE49-F238E27FC236}">
                  <a16:creationId xmlns:a16="http://schemas.microsoft.com/office/drawing/2014/main" id="{04B1EC6F-4FA9-8CD2-0ADF-6C9D51CE2BB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3" name="Freeform 25">
              <a:extLst>
                <a:ext uri="{FF2B5EF4-FFF2-40B4-BE49-F238E27FC236}">
                  <a16:creationId xmlns:a16="http://schemas.microsoft.com/office/drawing/2014/main" id="{147F9C98-B7CF-AC0E-F18F-42D6DB5E04B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4" name="Freeform 26">
              <a:extLst>
                <a:ext uri="{FF2B5EF4-FFF2-40B4-BE49-F238E27FC236}">
                  <a16:creationId xmlns:a16="http://schemas.microsoft.com/office/drawing/2014/main" id="{FA2E4DBD-6F10-CA51-FE38-95D607D9B4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5" name="Freeform 27">
              <a:extLst>
                <a:ext uri="{FF2B5EF4-FFF2-40B4-BE49-F238E27FC236}">
                  <a16:creationId xmlns:a16="http://schemas.microsoft.com/office/drawing/2014/main" id="{972903D7-C1B8-AF3E-E691-7DDA0D5EBF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6" name="Line 28">
              <a:extLst>
                <a:ext uri="{FF2B5EF4-FFF2-40B4-BE49-F238E27FC236}">
                  <a16:creationId xmlns:a16="http://schemas.microsoft.com/office/drawing/2014/main" id="{5B7A0A8D-41D3-AE83-6F23-3E691FFA44F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7" name="Line 29">
              <a:extLst>
                <a:ext uri="{FF2B5EF4-FFF2-40B4-BE49-F238E27FC236}">
                  <a16:creationId xmlns:a16="http://schemas.microsoft.com/office/drawing/2014/main" id="{ED94B78D-60EC-7511-0227-48C24446E0F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8" name="Line 30">
              <a:extLst>
                <a:ext uri="{FF2B5EF4-FFF2-40B4-BE49-F238E27FC236}">
                  <a16:creationId xmlns:a16="http://schemas.microsoft.com/office/drawing/2014/main" id="{5B2CC8C3-6E27-5363-352A-91D1D45950B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319" name="Group 31">
              <a:extLst>
                <a:ext uri="{FF2B5EF4-FFF2-40B4-BE49-F238E27FC236}">
                  <a16:creationId xmlns:a16="http://schemas.microsoft.com/office/drawing/2014/main" id="{AD82321C-B6A3-BD72-D1F2-6AE07E7EE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2320" name="Line 32">
                <a:extLst>
                  <a:ext uri="{FF2B5EF4-FFF2-40B4-BE49-F238E27FC236}">
                    <a16:creationId xmlns:a16="http://schemas.microsoft.com/office/drawing/2014/main" id="{05005603-756A-7C64-2EA9-9D23DAB5DB9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1" name="Line 33">
                <a:extLst>
                  <a:ext uri="{FF2B5EF4-FFF2-40B4-BE49-F238E27FC236}">
                    <a16:creationId xmlns:a16="http://schemas.microsoft.com/office/drawing/2014/main" id="{A1CF1920-1031-9E91-B194-391B8FCA3D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2" name="Line 34">
                <a:extLst>
                  <a:ext uri="{FF2B5EF4-FFF2-40B4-BE49-F238E27FC236}">
                    <a16:creationId xmlns:a16="http://schemas.microsoft.com/office/drawing/2014/main" id="{BAA06795-DA46-FD3B-603F-CF035CF0148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3" name="Line 35">
                <a:extLst>
                  <a:ext uri="{FF2B5EF4-FFF2-40B4-BE49-F238E27FC236}">
                    <a16:creationId xmlns:a16="http://schemas.microsoft.com/office/drawing/2014/main" id="{692EE668-1A89-D640-36A8-2756B30932C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4" name="Line 36">
                <a:extLst>
                  <a:ext uri="{FF2B5EF4-FFF2-40B4-BE49-F238E27FC236}">
                    <a16:creationId xmlns:a16="http://schemas.microsoft.com/office/drawing/2014/main" id="{D946CFEE-5AC2-93BF-7B72-F9A2E1721AE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2325" name="Line 37">
              <a:extLst>
                <a:ext uri="{FF2B5EF4-FFF2-40B4-BE49-F238E27FC236}">
                  <a16:creationId xmlns:a16="http://schemas.microsoft.com/office/drawing/2014/main" id="{5902635F-83BC-7AA3-17D4-8856FFB0137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26" name="Line 38">
              <a:extLst>
                <a:ext uri="{FF2B5EF4-FFF2-40B4-BE49-F238E27FC236}">
                  <a16:creationId xmlns:a16="http://schemas.microsoft.com/office/drawing/2014/main" id="{54A730B7-0A6C-BC74-7EBF-235EE6C8ABC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327" name="Rectangle 39">
            <a:extLst>
              <a:ext uri="{FF2B5EF4-FFF2-40B4-BE49-F238E27FC236}">
                <a16:creationId xmlns:a16="http://schemas.microsoft.com/office/drawing/2014/main" id="{888B3D9B-27DD-8D0C-1BF4-A161D1B72B03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2328" name="Rectangle 40">
            <a:extLst>
              <a:ext uri="{FF2B5EF4-FFF2-40B4-BE49-F238E27FC236}">
                <a16:creationId xmlns:a16="http://schemas.microsoft.com/office/drawing/2014/main" id="{CAD2D884-CCD7-2937-8E4D-8B6D71CAF6E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2329" name="Rectangle 41">
            <a:extLst>
              <a:ext uri="{FF2B5EF4-FFF2-40B4-BE49-F238E27FC236}">
                <a16:creationId xmlns:a16="http://schemas.microsoft.com/office/drawing/2014/main" id="{57C36AEF-3417-8A32-2382-55EA68D807F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30" name="Rectangle 42">
            <a:extLst>
              <a:ext uri="{FF2B5EF4-FFF2-40B4-BE49-F238E27FC236}">
                <a16:creationId xmlns:a16="http://schemas.microsoft.com/office/drawing/2014/main" id="{9C02DF48-697E-CD5F-B246-925A8943D7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31" name="Rectangle 43">
            <a:extLst>
              <a:ext uri="{FF2B5EF4-FFF2-40B4-BE49-F238E27FC236}">
                <a16:creationId xmlns:a16="http://schemas.microsoft.com/office/drawing/2014/main" id="{83CD5DE9-7B13-0FD6-3C5D-B26B4FCB15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B4FD219-6510-4870-977F-E5326582756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9A102-E489-5484-90E2-77F6E645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C9FDA-5B21-3E61-FD8A-58483E38A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5728E9-66F7-3001-0955-9DF7A84E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7A0438-BB5B-1332-3CDE-38B38A75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818B52-0A8F-A919-F0F1-9FC39DD3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F3C6A-A441-4F5E-B1E1-C6FBBCC841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422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F8202-B3C6-8398-830F-7AF9F8FC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304601-A3CF-2B45-26DB-FE341A99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B5A9F3-D2EA-EB70-6DD6-CB05C315A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EF6AB9-918F-0C45-38B5-043592F7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4AA3E3-2616-40C5-0B37-4C7E0BEA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7880F-3C15-447F-AD85-2F22F566D6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670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0723E-7BE7-49C8-C755-300091FE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BC8C6E-7614-9203-47AF-B8053C686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1F93C1-D8F3-9BF4-9E82-4099D136B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D148CD-4479-9BBF-81C1-5CD177F5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71FA6D-F246-84E2-BDD3-C6FEBE43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C7CE90-3065-F88C-3634-0A4F1CC6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862B4-177E-42CF-9C5B-F31971FF30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169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DA445-3D28-63BB-E6C0-029A061C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AD399A-50DC-D6B9-9CF3-F952F09B2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C91B56-D72B-9EA2-F005-2C38F29FA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C8A4D6-A26E-BBD8-6633-B6E5508C5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1D0EA8-A580-EDDE-386E-F97196413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A5FC8A-9BF7-4FB9-80E2-333F750E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FE08503-67DD-C294-C38A-38FFA15B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2A4A7EF-B3CE-8724-A215-651705BA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48D60-6723-4DC5-B8C9-4F27EB8AAF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00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E5154-0B08-E950-A2C0-6A59EDC6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542EB1-9CF5-99FA-2A67-2D03653E3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31F2F2-B6A0-4F86-D654-B91B89AA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9D80CA-B671-0C64-4AF7-5854B089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6DD195-1BCA-41C7-8733-C3772305AE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115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D732A9-F83F-A2D8-0622-0FEBC3D8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B1D90C-4DC6-7C38-E488-35661B27A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111DB4-8A7D-A9BA-87E5-648B8617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DB261-36C3-4CF1-B4CE-62AC22FCA9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019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38446-AD0B-F67A-3A69-4F6177C6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E40D1C-3F44-90D2-7429-37F793082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49F1FA-258F-BAF5-F590-E2674267E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38E858-09AA-1B9D-319D-53C2A810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EC1099-5B76-5A46-7CF3-D06978D4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39C6C9-AEEC-9045-9649-AD40B640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3B04BC-DF0D-417F-BE66-B3E157B98C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256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743B2-CBB6-AE4C-E408-3BAF249FE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F956EA-7C5D-67CE-B8F5-F47B07741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70CE98-DF6F-41A4-E58E-AB67DCFC8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E8DD34-F652-0BB1-317B-9FE64F0E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DAF6B5-F299-8257-A93B-167CDD8E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481C8E-0C7C-4DF3-C0D1-CC90C603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47252-5208-474B-A4CD-F6400C93B4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32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FDA6C-6DFA-7838-095F-F56222E6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BAF66A-1E4E-0BF3-B7AB-4761F6234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9B2892-A408-C1FB-3C83-BB026972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1AFD82-0EB6-7AAC-7486-D758C141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9B19D-DF69-E257-4EAA-38E9D93D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2C70A-47B6-4DA2-909F-446BCA89DC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354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143163-E05D-3445-30EE-AEB49BE80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3B37E7-B51B-1BB9-B214-D06283614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451091-35B8-4C40-32E9-C1EBAD17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5E662B-315B-4ACF-E256-4C0C8B72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511E26-6B41-0401-42F1-1936D932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71420-A728-4C0E-AC2E-9702C8109C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17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2FDA356B-975B-9855-7C40-F29FBFBB8935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1267" name="Freeform 3">
              <a:extLst>
                <a:ext uri="{FF2B5EF4-FFF2-40B4-BE49-F238E27FC236}">
                  <a16:creationId xmlns:a16="http://schemas.microsoft.com/office/drawing/2014/main" id="{AC31EA04-15A1-5555-4F11-91FDD5B6C9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68" name="Freeform 4">
              <a:extLst>
                <a:ext uri="{FF2B5EF4-FFF2-40B4-BE49-F238E27FC236}">
                  <a16:creationId xmlns:a16="http://schemas.microsoft.com/office/drawing/2014/main" id="{37097268-5C11-992A-AACC-4AE3E7E2912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69" name="Freeform 5">
              <a:extLst>
                <a:ext uri="{FF2B5EF4-FFF2-40B4-BE49-F238E27FC236}">
                  <a16:creationId xmlns:a16="http://schemas.microsoft.com/office/drawing/2014/main" id="{FD01C0A9-DD23-6C10-848F-B1207BC78E8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1270" name="Group 6">
              <a:extLst>
                <a:ext uri="{FF2B5EF4-FFF2-40B4-BE49-F238E27FC236}">
                  <a16:creationId xmlns:a16="http://schemas.microsoft.com/office/drawing/2014/main" id="{6EEF3863-5CC2-5DC5-6632-237CA93AB0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1271" name="Freeform 7">
                <a:extLst>
                  <a:ext uri="{FF2B5EF4-FFF2-40B4-BE49-F238E27FC236}">
                    <a16:creationId xmlns:a16="http://schemas.microsoft.com/office/drawing/2014/main" id="{C8284788-E453-A689-10A3-9C0AB452389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2" name="Freeform 8">
                <a:extLst>
                  <a:ext uri="{FF2B5EF4-FFF2-40B4-BE49-F238E27FC236}">
                    <a16:creationId xmlns:a16="http://schemas.microsoft.com/office/drawing/2014/main" id="{B431DE90-6B4D-B37E-984B-9461F7D58A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3" name="Freeform 9">
                <a:extLst>
                  <a:ext uri="{FF2B5EF4-FFF2-40B4-BE49-F238E27FC236}">
                    <a16:creationId xmlns:a16="http://schemas.microsoft.com/office/drawing/2014/main" id="{3D5929DA-42AD-019F-2815-7079BFFCA5E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4" name="Freeform 10">
                <a:extLst>
                  <a:ext uri="{FF2B5EF4-FFF2-40B4-BE49-F238E27FC236}">
                    <a16:creationId xmlns:a16="http://schemas.microsoft.com/office/drawing/2014/main" id="{498FECDE-E289-5337-C0DA-5A25BEDFEFD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5" name="Freeform 11">
                <a:extLst>
                  <a:ext uri="{FF2B5EF4-FFF2-40B4-BE49-F238E27FC236}">
                    <a16:creationId xmlns:a16="http://schemas.microsoft.com/office/drawing/2014/main" id="{4A5ABDEF-3403-A88D-FC12-B4947C92E5D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6" name="Freeform 12">
                <a:extLst>
                  <a:ext uri="{FF2B5EF4-FFF2-40B4-BE49-F238E27FC236}">
                    <a16:creationId xmlns:a16="http://schemas.microsoft.com/office/drawing/2014/main" id="{012E00E9-B32B-3229-7E53-B942DEF989D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7" name="Freeform 13">
                <a:extLst>
                  <a:ext uri="{FF2B5EF4-FFF2-40B4-BE49-F238E27FC236}">
                    <a16:creationId xmlns:a16="http://schemas.microsoft.com/office/drawing/2014/main" id="{8AB151DF-B111-48A4-475D-D42FFF1E114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8" name="Freeform 14">
                <a:extLst>
                  <a:ext uri="{FF2B5EF4-FFF2-40B4-BE49-F238E27FC236}">
                    <a16:creationId xmlns:a16="http://schemas.microsoft.com/office/drawing/2014/main" id="{3AB491AF-33FF-ED95-12BA-6655447C576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9" name="Freeform 15">
                <a:extLst>
                  <a:ext uri="{FF2B5EF4-FFF2-40B4-BE49-F238E27FC236}">
                    <a16:creationId xmlns:a16="http://schemas.microsoft.com/office/drawing/2014/main" id="{95371966-5103-C8D5-9BD7-AF31E829883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0" name="Freeform 16">
                <a:extLst>
                  <a:ext uri="{FF2B5EF4-FFF2-40B4-BE49-F238E27FC236}">
                    <a16:creationId xmlns:a16="http://schemas.microsoft.com/office/drawing/2014/main" id="{634D968C-59FD-BE29-E998-B8FDC57DBAE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1" name="Freeform 17">
                <a:extLst>
                  <a:ext uri="{FF2B5EF4-FFF2-40B4-BE49-F238E27FC236}">
                    <a16:creationId xmlns:a16="http://schemas.microsoft.com/office/drawing/2014/main" id="{6CFCB650-B125-C658-CB79-E16D72930F6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2" name="Freeform 18">
                <a:extLst>
                  <a:ext uri="{FF2B5EF4-FFF2-40B4-BE49-F238E27FC236}">
                    <a16:creationId xmlns:a16="http://schemas.microsoft.com/office/drawing/2014/main" id="{F787B3E8-9514-FB8E-C77F-99D17BC8C95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3" name="Freeform 19">
                <a:extLst>
                  <a:ext uri="{FF2B5EF4-FFF2-40B4-BE49-F238E27FC236}">
                    <a16:creationId xmlns:a16="http://schemas.microsoft.com/office/drawing/2014/main" id="{D4E23214-D014-5F08-FDAD-ED76C7FD03B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1284" name="Freeform 20">
              <a:extLst>
                <a:ext uri="{FF2B5EF4-FFF2-40B4-BE49-F238E27FC236}">
                  <a16:creationId xmlns:a16="http://schemas.microsoft.com/office/drawing/2014/main" id="{398397C8-E542-3E03-0C6A-5A6191F533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5" name="Freeform 21">
              <a:extLst>
                <a:ext uri="{FF2B5EF4-FFF2-40B4-BE49-F238E27FC236}">
                  <a16:creationId xmlns:a16="http://schemas.microsoft.com/office/drawing/2014/main" id="{F0D8C2AD-9704-D74A-A904-519DA97C08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6" name="Freeform 22">
              <a:extLst>
                <a:ext uri="{FF2B5EF4-FFF2-40B4-BE49-F238E27FC236}">
                  <a16:creationId xmlns:a16="http://schemas.microsoft.com/office/drawing/2014/main" id="{6B0D1570-DB51-28A2-1C9B-86545255878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7" name="Freeform 23">
              <a:extLst>
                <a:ext uri="{FF2B5EF4-FFF2-40B4-BE49-F238E27FC236}">
                  <a16:creationId xmlns:a16="http://schemas.microsoft.com/office/drawing/2014/main" id="{FF4ABD14-09B2-8879-2437-7DB13191AD7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8" name="Freeform 24">
              <a:extLst>
                <a:ext uri="{FF2B5EF4-FFF2-40B4-BE49-F238E27FC236}">
                  <a16:creationId xmlns:a16="http://schemas.microsoft.com/office/drawing/2014/main" id="{DEDE907F-9793-09C4-F19D-82B356DD6D0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9" name="Freeform 25">
              <a:extLst>
                <a:ext uri="{FF2B5EF4-FFF2-40B4-BE49-F238E27FC236}">
                  <a16:creationId xmlns:a16="http://schemas.microsoft.com/office/drawing/2014/main" id="{BE5516D5-A652-F705-E618-DCF68E3A0D3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90" name="Freeform 26">
              <a:extLst>
                <a:ext uri="{FF2B5EF4-FFF2-40B4-BE49-F238E27FC236}">
                  <a16:creationId xmlns:a16="http://schemas.microsoft.com/office/drawing/2014/main" id="{F24CF647-4C84-5511-9522-95F0D6390B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91" name="Freeform 27">
              <a:extLst>
                <a:ext uri="{FF2B5EF4-FFF2-40B4-BE49-F238E27FC236}">
                  <a16:creationId xmlns:a16="http://schemas.microsoft.com/office/drawing/2014/main" id="{9700E1D0-0694-8517-E370-E2B582CDBA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92" name="Line 28">
              <a:extLst>
                <a:ext uri="{FF2B5EF4-FFF2-40B4-BE49-F238E27FC236}">
                  <a16:creationId xmlns:a16="http://schemas.microsoft.com/office/drawing/2014/main" id="{CA155297-9A31-E5D4-9B3C-3C5901E3055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93" name="Line 29">
              <a:extLst>
                <a:ext uri="{FF2B5EF4-FFF2-40B4-BE49-F238E27FC236}">
                  <a16:creationId xmlns:a16="http://schemas.microsoft.com/office/drawing/2014/main" id="{FACEA2B3-490D-7F40-2F6B-CF41135DA18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94" name="Line 30">
              <a:extLst>
                <a:ext uri="{FF2B5EF4-FFF2-40B4-BE49-F238E27FC236}">
                  <a16:creationId xmlns:a16="http://schemas.microsoft.com/office/drawing/2014/main" id="{993E88EC-BE1C-FCA2-5B4D-AD8AC6BEAB7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1295" name="Group 31">
              <a:extLst>
                <a:ext uri="{FF2B5EF4-FFF2-40B4-BE49-F238E27FC236}">
                  <a16:creationId xmlns:a16="http://schemas.microsoft.com/office/drawing/2014/main" id="{FC34408D-6BE2-6C66-70E7-5D7A9817C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1296" name="Line 32">
                <a:extLst>
                  <a:ext uri="{FF2B5EF4-FFF2-40B4-BE49-F238E27FC236}">
                    <a16:creationId xmlns:a16="http://schemas.microsoft.com/office/drawing/2014/main" id="{38D5EF9C-DBD7-950E-CB91-1509D159AD0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7" name="Line 33">
                <a:extLst>
                  <a:ext uri="{FF2B5EF4-FFF2-40B4-BE49-F238E27FC236}">
                    <a16:creationId xmlns:a16="http://schemas.microsoft.com/office/drawing/2014/main" id="{D2890D43-D08E-3B3B-8B16-75AF5920DEE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8" name="Line 34">
                <a:extLst>
                  <a:ext uri="{FF2B5EF4-FFF2-40B4-BE49-F238E27FC236}">
                    <a16:creationId xmlns:a16="http://schemas.microsoft.com/office/drawing/2014/main" id="{C754080D-CBC3-AE68-5A74-4AF0C85825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9" name="Line 35">
                <a:extLst>
                  <a:ext uri="{FF2B5EF4-FFF2-40B4-BE49-F238E27FC236}">
                    <a16:creationId xmlns:a16="http://schemas.microsoft.com/office/drawing/2014/main" id="{0714938E-C04C-DF2A-ACFC-1632EAA2AE1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0" name="Line 36">
                <a:extLst>
                  <a:ext uri="{FF2B5EF4-FFF2-40B4-BE49-F238E27FC236}">
                    <a16:creationId xmlns:a16="http://schemas.microsoft.com/office/drawing/2014/main" id="{49BE3FEC-5C7A-9AA9-C027-129694A4E4E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1301" name="Line 37">
              <a:extLst>
                <a:ext uri="{FF2B5EF4-FFF2-40B4-BE49-F238E27FC236}">
                  <a16:creationId xmlns:a16="http://schemas.microsoft.com/office/drawing/2014/main" id="{BD152B6C-69A5-4E1E-9232-873631BC932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302" name="Line 38">
              <a:extLst>
                <a:ext uri="{FF2B5EF4-FFF2-40B4-BE49-F238E27FC236}">
                  <a16:creationId xmlns:a16="http://schemas.microsoft.com/office/drawing/2014/main" id="{211B5C35-EE23-B0E8-4F39-91AC39FEE91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303" name="Rectangle 39">
            <a:extLst>
              <a:ext uri="{FF2B5EF4-FFF2-40B4-BE49-F238E27FC236}">
                <a16:creationId xmlns:a16="http://schemas.microsoft.com/office/drawing/2014/main" id="{ACC8C64B-FCDC-45C9-89B1-29F751D19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1304" name="Rectangle 40">
            <a:extLst>
              <a:ext uri="{FF2B5EF4-FFF2-40B4-BE49-F238E27FC236}">
                <a16:creationId xmlns:a16="http://schemas.microsoft.com/office/drawing/2014/main" id="{0FE3F752-3D36-640D-7F6F-77013F0725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u="none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305" name="Rectangle 41">
            <a:extLst>
              <a:ext uri="{FF2B5EF4-FFF2-40B4-BE49-F238E27FC236}">
                <a16:creationId xmlns:a16="http://schemas.microsoft.com/office/drawing/2014/main" id="{C6D8B629-F27D-BA03-0A5D-23D0329A63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u="none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306" name="Rectangle 42">
            <a:extLst>
              <a:ext uri="{FF2B5EF4-FFF2-40B4-BE49-F238E27FC236}">
                <a16:creationId xmlns:a16="http://schemas.microsoft.com/office/drawing/2014/main" id="{F96E05DA-77C8-A5E2-C47E-5CA37C7071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u="none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E86AB2B9-3C59-4CCD-BB20-11E916695E1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1307" name="Rectangle 43">
            <a:extLst>
              <a:ext uri="{FF2B5EF4-FFF2-40B4-BE49-F238E27FC236}">
                <a16:creationId xmlns:a16="http://schemas.microsoft.com/office/drawing/2014/main" id="{6682949B-0E4F-D330-D266-583AE3EDF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16DFFE6C-B272-E253-3159-FDE4C958B88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3600" i="1"/>
              <a:t>93 </a:t>
            </a:r>
            <a:br>
              <a:rPr lang="pt-BR" altLang="pt-BR" sz="3600" i="1"/>
            </a:br>
            <a:r>
              <a:rPr lang="pt-BR" altLang="pt-BR" sz="3600" i="1"/>
              <a:t>HÁ TRABALHO PRONTO</a:t>
            </a:r>
            <a:endParaRPr lang="en-US" altLang="pt-BR" sz="36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F828E877-661A-B55B-37B9-BD6684410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9144000" cy="4419600"/>
          </a:xfrm>
          <a:noFill/>
          <a:ln/>
        </p:spPr>
        <p:txBody>
          <a:bodyPr/>
          <a:lstStyle/>
          <a:p>
            <a:r>
              <a:rPr lang="en-US" altLang="pt-BR" sz="3900" b="1"/>
              <a:t>Há trabalho pronto para ti, cristão;</a:t>
            </a:r>
            <a:br>
              <a:rPr lang="en-US" altLang="pt-BR" sz="3900" b="1"/>
            </a:br>
            <a:r>
              <a:rPr lang="en-US" altLang="pt-BR" sz="3900" b="1"/>
              <a:t>Que demanda toda a tua devoção;</a:t>
            </a:r>
            <a:br>
              <a:rPr lang="en-US" altLang="pt-BR" sz="3900" b="1"/>
            </a:br>
            <a:r>
              <a:rPr lang="en-US" altLang="pt-BR" sz="3900" b="1"/>
              <a:t>Vem, alegremente, a Cristo obedecer,</a:t>
            </a:r>
            <a:br>
              <a:rPr lang="en-US" altLang="pt-BR" sz="3900" b="1"/>
            </a:br>
            <a:r>
              <a:rPr lang="en-US" altLang="pt-BR" sz="3900" b="1"/>
              <a:t>Pois só tu, ó crente, o poderás fazer!</a:t>
            </a:r>
            <a:br>
              <a:rPr lang="en-US" altLang="pt-BR" sz="3900" b="1"/>
            </a:br>
            <a:endParaRPr lang="en-US" altLang="pt-BR" sz="39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CDB093E-688E-B061-54B6-0C0C8D502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66800"/>
            <a:ext cx="9144000" cy="4068763"/>
          </a:xfrm>
        </p:spPr>
        <p:txBody>
          <a:bodyPr/>
          <a:lstStyle/>
          <a:p>
            <a:r>
              <a:rPr lang="en-US" altLang="pt-BR" sz="4000" b="1"/>
              <a:t>Por Jesus a trabalhar, </a:t>
            </a:r>
            <a:br>
              <a:rPr lang="en-US" altLang="pt-BR" sz="4000" b="1"/>
            </a:br>
            <a:r>
              <a:rPr lang="en-US" altLang="pt-BR" sz="4000" b="1"/>
              <a:t>Prontamente, fielmente, trabalhar!</a:t>
            </a:r>
            <a:br>
              <a:rPr lang="en-US" altLang="pt-BR" sz="4000" b="1"/>
            </a:br>
            <a:r>
              <a:rPr lang="en-US" altLang="pt-BR" sz="4000" b="1"/>
              <a:t>Em servi-lo, que prazer!</a:t>
            </a:r>
            <a:br>
              <a:rPr lang="en-US" altLang="pt-BR" sz="4000" b="1"/>
            </a:br>
            <a:r>
              <a:rPr lang="en-US" altLang="pt-BR" sz="4000" b="1"/>
              <a:t>E só tu, ó crente, o poderás fazer.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976E992-A326-1980-26B9-0BF3AFFD3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66800"/>
            <a:ext cx="9144000" cy="4648200"/>
          </a:xfrm>
        </p:spPr>
        <p:txBody>
          <a:bodyPr/>
          <a:lstStyle/>
          <a:p>
            <a:r>
              <a:rPr lang="en-US" altLang="pt-BR" sz="3800" b="1"/>
              <a:t>Para  cada crente, o Mestre preparou</a:t>
            </a:r>
            <a:br>
              <a:rPr lang="en-US" altLang="pt-BR" sz="3800" b="1"/>
            </a:br>
            <a:r>
              <a:rPr lang="en-US" altLang="pt-BR" sz="3800" b="1"/>
              <a:t>Um trabalho certo, quando o resgatou,</a:t>
            </a:r>
            <a:br>
              <a:rPr lang="en-US" altLang="pt-BR" sz="3800" b="1"/>
            </a:br>
            <a:r>
              <a:rPr lang="en-US" altLang="pt-BR" sz="3800" b="1"/>
              <a:t>O trabalho a que Jesus te chama aqui,</a:t>
            </a:r>
            <a:br>
              <a:rPr lang="en-US" altLang="pt-BR" sz="3800" b="1"/>
            </a:br>
            <a:r>
              <a:rPr lang="en-US" altLang="pt-BR" sz="3800" b="1"/>
              <a:t>Como será feito, se não for por ti?</a:t>
            </a:r>
            <a:br>
              <a:rPr lang="en-US" altLang="pt-BR" sz="3800" b="1"/>
            </a:br>
            <a:endParaRPr lang="en-US" altLang="pt-BR" sz="3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176A79B-2A1C-3B2A-7794-F0E27C362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686800" cy="4906963"/>
          </a:xfrm>
        </p:spPr>
        <p:txBody>
          <a:bodyPr/>
          <a:lstStyle/>
          <a:p>
            <a:r>
              <a:rPr lang="en-US" altLang="pt-BR" sz="4000" b="1"/>
              <a:t>Por Jesus a trabalhar, </a:t>
            </a:r>
            <a:br>
              <a:rPr lang="en-US" altLang="pt-BR" sz="4000" b="1"/>
            </a:br>
            <a:r>
              <a:rPr lang="en-US" altLang="pt-BR" sz="4000" b="1"/>
              <a:t>Prontamente, fielmente, trabalhar!</a:t>
            </a:r>
            <a:br>
              <a:rPr lang="en-US" altLang="pt-BR" sz="4000" b="1"/>
            </a:br>
            <a:r>
              <a:rPr lang="en-US" altLang="pt-BR" sz="4000" b="1"/>
              <a:t>Em servi-lo, que prazer!</a:t>
            </a:r>
            <a:br>
              <a:rPr lang="en-US" altLang="pt-BR" sz="4000" b="1"/>
            </a:br>
            <a:r>
              <a:rPr lang="en-US" altLang="pt-BR" sz="4000" b="1"/>
              <a:t>E só tu, ó crente, o poderás fazer.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87A7D14-B5D1-7D5D-8A5F-2D3C59AA7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9144000" cy="5211763"/>
          </a:xfrm>
        </p:spPr>
        <p:txBody>
          <a:bodyPr/>
          <a:lstStyle/>
          <a:p>
            <a:r>
              <a:rPr lang="en-US" altLang="pt-BR" sz="4000" b="1"/>
              <a:t>Pode ser humilde, </a:t>
            </a:r>
            <a:br>
              <a:rPr lang="en-US" altLang="pt-BR" sz="4000" b="1"/>
            </a:br>
            <a:r>
              <a:rPr lang="en-US" altLang="pt-BR" sz="4000" b="1"/>
              <a:t>Mas ser for p’ra Deus,</a:t>
            </a:r>
            <a:br>
              <a:rPr lang="en-US" altLang="pt-BR" sz="4000" b="1"/>
            </a:br>
            <a:r>
              <a:rPr lang="en-US" altLang="pt-BR" sz="4000" b="1"/>
              <a:t>Ele é contemplado lá dos altos céus.</a:t>
            </a:r>
            <a:br>
              <a:rPr lang="en-US" altLang="pt-BR" sz="4000" b="1"/>
            </a:br>
            <a:r>
              <a:rPr lang="en-US" altLang="pt-BR" sz="4000" b="1"/>
              <a:t>E o esforço feito não será em vão </a:t>
            </a:r>
            <a:br>
              <a:rPr lang="en-US" altLang="pt-BR" sz="4000" b="1"/>
            </a:br>
            <a:r>
              <a:rPr lang="en-US" altLang="pt-BR" sz="4000" b="1"/>
              <a:t>Se tiver de Cristo, plena aprovação!</a:t>
            </a:r>
            <a:br>
              <a:rPr lang="en-US" altLang="pt-BR" sz="4000" b="1"/>
            </a:br>
            <a:endParaRPr lang="en-US" altLang="pt-BR" sz="3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4047C7A-ADCC-E136-4F28-C81378A91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8686800" cy="4830763"/>
          </a:xfrm>
        </p:spPr>
        <p:txBody>
          <a:bodyPr/>
          <a:lstStyle/>
          <a:p>
            <a:r>
              <a:rPr lang="en-US" altLang="pt-BR" sz="4000" b="1"/>
              <a:t>Por Jesus a trabalhar, </a:t>
            </a:r>
            <a:br>
              <a:rPr lang="en-US" altLang="pt-BR" sz="4000" b="1"/>
            </a:br>
            <a:r>
              <a:rPr lang="en-US" altLang="pt-BR" sz="4000" b="1"/>
              <a:t>Prontamente, fielmente, trabalhar!</a:t>
            </a:r>
            <a:br>
              <a:rPr lang="en-US" altLang="pt-BR" sz="4000" b="1"/>
            </a:br>
            <a:r>
              <a:rPr lang="en-US" altLang="pt-BR" sz="4000" b="1"/>
              <a:t>Em servi-lo, que prazer!</a:t>
            </a:r>
            <a:br>
              <a:rPr lang="en-US" altLang="pt-BR" sz="4000" b="1"/>
            </a:br>
            <a:r>
              <a:rPr lang="en-US" altLang="pt-BR" sz="4000" b="1"/>
              <a:t>E só tu, ó crente, o poderás fazer.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B28B252-E843-1C67-74E3-4C8F6E2E5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16563"/>
          </a:xfrm>
        </p:spPr>
        <p:txBody>
          <a:bodyPr/>
          <a:lstStyle/>
          <a:p>
            <a:r>
              <a:rPr lang="en-US" altLang="pt-BR" sz="3800" b="1"/>
              <a:t>Quantos há perdidos, sem a salvação!</a:t>
            </a:r>
            <a:br>
              <a:rPr lang="en-US" altLang="pt-BR" sz="3800" b="1"/>
            </a:br>
            <a:r>
              <a:rPr lang="en-US" altLang="pt-BR" sz="3800" b="1"/>
              <a:t>Quantos que precisam de consolação!</a:t>
            </a:r>
            <a:br>
              <a:rPr lang="en-US" altLang="pt-BR" sz="3800" b="1"/>
            </a:br>
            <a:r>
              <a:rPr lang="en-US" altLang="pt-BR" sz="3800" b="1"/>
              <a:t>Como Cristo os ama, fá-los entender,</a:t>
            </a:r>
            <a:br>
              <a:rPr lang="en-US" altLang="pt-BR" sz="3800" b="1"/>
            </a:br>
            <a:r>
              <a:rPr lang="en-US" altLang="pt-BR" sz="3800" b="1"/>
              <a:t>Pois só tu, o crente, o poderás fazer!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DF130F9-D485-088F-EA8C-FE00A35A1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66800"/>
            <a:ext cx="9144000" cy="4297363"/>
          </a:xfrm>
        </p:spPr>
        <p:txBody>
          <a:bodyPr/>
          <a:lstStyle/>
          <a:p>
            <a:r>
              <a:rPr lang="en-US" altLang="pt-BR" sz="4000" b="1"/>
              <a:t>Por Jesus a trabalhar, </a:t>
            </a:r>
            <a:br>
              <a:rPr lang="en-US" altLang="pt-BR" sz="4000" b="1"/>
            </a:br>
            <a:r>
              <a:rPr lang="en-US" altLang="pt-BR" sz="4000" b="1"/>
              <a:t>Prontamente, fielmente, trabalhar!</a:t>
            </a:r>
            <a:br>
              <a:rPr lang="en-US" altLang="pt-BR" sz="4000" b="1"/>
            </a:br>
            <a:r>
              <a:rPr lang="en-US" altLang="pt-BR" sz="4000" b="1"/>
              <a:t>Em servi-lo, que prazer!</a:t>
            </a:r>
            <a:br>
              <a:rPr lang="en-US" altLang="pt-BR" sz="4000" b="1"/>
            </a:br>
            <a:r>
              <a:rPr lang="en-US" altLang="pt-BR" sz="4000" b="1"/>
              <a:t>E só tu, ó crente, o poderás fazer.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33</TotalTime>
  <Words>284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Verdana</vt:lpstr>
      <vt:lpstr>Wingdings</vt:lpstr>
      <vt:lpstr>Globo</vt:lpstr>
      <vt:lpstr>93  HÁ TRABALHO PRONTO</vt:lpstr>
      <vt:lpstr>Há trabalho pronto para ti, cristão; Que demanda toda a tua devoção; Vem, alegremente, a Cristo obedecer, Pois só tu, ó crente, o poderás fazer! </vt:lpstr>
      <vt:lpstr>Por Jesus a trabalhar,  Prontamente, fielmente, trabalhar! Em servi-lo, que prazer! E só tu, ó crente, o poderás fazer. </vt:lpstr>
      <vt:lpstr>Para  cada crente, o Mestre preparou Um trabalho certo, quando o resgatou, O trabalho a que Jesus te chama aqui, Como será feito, se não for por ti? </vt:lpstr>
      <vt:lpstr>Por Jesus a trabalhar,  Prontamente, fielmente, trabalhar! Em servi-lo, que prazer! E só tu, ó crente, o poderás fazer. </vt:lpstr>
      <vt:lpstr>Pode ser humilde,  Mas ser for p’ra Deus, Ele é contemplado lá dos altos céus. E o esforço feito não será em vão  Se tiver de Cristo, plena aprovação! </vt:lpstr>
      <vt:lpstr>Por Jesus a trabalhar,  Prontamente, fielmente, trabalhar! Em servi-lo, que prazer! E só tu, ó crente, o poderás fazer. </vt:lpstr>
      <vt:lpstr>Quantos há perdidos, sem a salvação! Quantos que precisam de consolação! Como Cristo os ama, fá-los entender, Pois só tu, o crente, o poderás fazer! </vt:lpstr>
      <vt:lpstr>Por Jesus a trabalhar,  Prontamente, fielmente, trabalhar! Em servi-lo, que prazer! E só tu, ó crente, o poderás fazer. 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Há trabalho pronto pra ti, cirstão; Que demanda toda a tua deovção; Vem, alegremente, a Cristo obedecer, Pos só tu, ó crente, o poderás fazer!  Por Jesus a trabalhar,  Prontamente, fielmente, trabalhar! Em servi-lo, que prazer! E só tu, ó crente, o poderás fazer.  Para  cada crente, o Mestre preparou Um trabalho certo, quando o resgatou, O trabalho a que Jesus te chama aqui, Como será feito, se não for por ti?  Pode ser humilde, mas ser for p’ra Deus, Ele é comtemplado lá dos altos céus. E o esforço feito não será em vão  Se tiver de Cristo, plena aprovação!   Quantos há perdidos, sem a salvação! Quantos que precisam de consolação! Como Cristo os ama, fá-los entender, Pois só tu, o crente, o poderás fazer</dc:title>
  <dc:creator>owner</dc:creator>
  <cp:lastModifiedBy>Emerson Souza</cp:lastModifiedBy>
  <cp:revision>5</cp:revision>
  <dcterms:created xsi:type="dcterms:W3CDTF">2004-12-20T00:44:33Z</dcterms:created>
  <dcterms:modified xsi:type="dcterms:W3CDTF">2026-05-02T21:44:31Z</dcterms:modified>
</cp:coreProperties>
</file>