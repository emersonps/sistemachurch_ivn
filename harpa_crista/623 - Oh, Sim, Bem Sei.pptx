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00A1A-B872-EBD7-AAF5-AE865328E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FA7353-2F48-BCD7-4E35-7D75F5722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4FCCED-7D47-329B-6511-C1387336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BAB953-8C0D-D5FD-88DB-99238A86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B87D6E-6C14-9E10-0249-8948E2D4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7F5397-6529-40E9-86C9-7627D93652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8673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7EA62-CDDD-D632-8042-B3051040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1B8CB9-2BE9-97E3-7990-D67A962C5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D78000-B518-07B3-33C5-C067F526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E9EAF1-387A-E382-85BC-7FEAAF3A2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E22C51-F452-9A1B-0139-311C294B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B91D0D-3A59-4F4F-BDBC-EEB1082EA4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8558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C7A91-8C91-B0FC-CE95-33DE4043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37E441-3626-4B38-7D42-F135C3B16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9BBF9B-1056-1014-2787-2C2FA9FE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5B0D70-3384-CA5E-F67B-80669F725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E243F7-906F-630B-05E6-1982A63A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67F6B9-BEBA-49C2-8D55-E3475B657E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712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33B59-48B9-53F8-8D31-408AE8FF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742C3B-8DE1-EB76-51C9-5DFAE9399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5ABBEB-308F-2991-0DFA-55F8C0C9D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F8EA7E-0D10-49D9-BACE-31AAE08E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EF1797-3666-40F0-B984-D3D772BA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0EF41F-AEEB-22BB-21D0-910552F2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927031-86DA-4405-B705-FF237568FB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528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873F1-B8FB-1E3E-68F1-646D76397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0ABEF5-95C8-289A-95EA-D48BF156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6F83CE-5FD4-D8C3-5FAC-285700470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7A41A9-2AAA-61D1-877E-6A94BA378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54B38AB-C306-3D50-CBB5-E47E4B24E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11E9D59-C9E4-B4CE-F63A-B3DC0DDF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A22CE6-49E8-2447-8AF3-B00990490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ED3034-B29A-910D-D32C-9F2FAD93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13D501-470F-46E3-B941-D3B41AD16A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92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E2B04-A79F-66B8-64EC-DCC46109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7BF929F-90D6-841D-13C4-ED1AF25A7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838979-EC3F-2951-9172-A14B0DC9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331BD3-381B-6C95-E3BE-BC1894104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3A9A11-37B5-4C31-B84E-382AFF33BC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867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AA46942-1693-08BA-F784-7E7985E54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E869F0E-83E8-9156-014E-FDC55A20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B33662-65CA-419A-F0C4-8A5FC890E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39C05A-7815-422E-BE77-54CFE705CF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3001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6018A-CB28-CE57-DA9B-C8AEF87BF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3D42E2-BBC4-4FB5-9D15-C23AD8F08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9A490B-E158-9B50-A422-C6CAF95E5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93038A-8D13-3378-DFA3-F49CE70EB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D6CDA2-DF68-127B-0E0A-E7C191B8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1FD988-69CC-568A-0BD5-42BEADDA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26002E-B593-4D2E-9BC8-6CEEEDDC21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8724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71942-B073-0930-00DD-2A7E3E859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052219C-7BC2-3316-1052-4431DE8D84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98A65A-F93C-48BC-EF4C-8C8D0CCFF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BFC572-BD5B-8847-2231-CBBE24A7A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3F6D1C-A1C0-6C2C-F452-94D717491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AAFC63-BBB8-7E58-EE57-BA8B2CC4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A5CBFC-1346-496A-96E9-096FF123C6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937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76C8A-AD32-5EEF-806E-144F8A83C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39A1E4-C77E-8FD1-4C21-3C28BD119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7420E4-1F3B-E19F-8941-03C0AA514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0602D1-0C92-A8A4-EB28-C33119E28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5D0A8D-1F9E-8185-81FE-6999E005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8055-F0E1-4291-84D2-52302D6002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10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6A1264-4E99-B007-F458-44877B7FC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A58E39-3FB5-804C-9071-F98916AE4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6F46EE-5BBB-960A-D277-6107F3106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83305C-7A98-3E91-0052-F97249C9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B388DE-F482-088C-27F5-145F444E4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D51D3F-257F-4569-867D-8A69BD8209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150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B4C5689-97FC-5D55-00CA-1F1249ADF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B0C0346-E936-C67C-9216-495F989A8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FCEFF21-06E5-BCB1-E757-FF44B5A7E91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007199-C5D4-B45F-3143-0E1075642E1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756EA24-BF8F-B6C9-1FA3-8826C17993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1CFD206-5CCD-4A78-82D0-48080F94998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3508AD0-C0DE-200D-D7BC-4096C37F79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623 - Oh, Sim, Bem Sei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64E3681-5DD7-F611-639F-4A95CF9A49F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B56345A-1E2D-4978-6CA6-F7D8F233E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Oh, sim, bem sei que o Redentor</a:t>
            </a:r>
            <a:br>
              <a:rPr lang="en-US" altLang="pt-BR" sz="4000" i="1"/>
            </a:br>
            <a:r>
              <a:rPr lang="en-US" altLang="pt-BR" sz="4000" i="1"/>
              <a:t>Nos altos céus está;</a:t>
            </a:r>
            <a:br>
              <a:rPr lang="en-US" altLang="pt-BR" sz="4000" i="1"/>
            </a:br>
            <a:r>
              <a:rPr lang="en-US" altLang="pt-BR" sz="4000" i="1"/>
              <a:t>Que vê-lo-ei ao regressar,</a:t>
            </a:r>
            <a:br>
              <a:rPr lang="en-US" altLang="pt-BR" sz="4000" i="1"/>
            </a:br>
            <a:r>
              <a:rPr lang="en-US" altLang="pt-BR" sz="4000" i="1"/>
              <a:t>E a vida me dará.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79A8E36-CC66-7D2C-3BCF-D78F4FE10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À plena luz dos olhos meus</a:t>
            </a:r>
            <a:br>
              <a:rPr lang="en-US" altLang="pt-BR" sz="4000" i="1"/>
            </a:br>
            <a:r>
              <a:rPr lang="en-US" altLang="pt-BR" sz="4000" i="1"/>
              <a:t>Verei o Salvador;</a:t>
            </a:r>
            <a:br>
              <a:rPr lang="en-US" altLang="pt-BR" sz="4000" i="1"/>
            </a:br>
            <a:r>
              <a:rPr lang="en-US" altLang="pt-BR" sz="4000" i="1"/>
              <a:t>Em carne, sim, verei a Deus,</a:t>
            </a:r>
            <a:br>
              <a:rPr lang="en-US" altLang="pt-BR" sz="4000" i="1"/>
            </a:br>
            <a:r>
              <a:rPr lang="en-US" altLang="pt-BR" sz="4000" i="1"/>
              <a:t>Na paz do céu de amor.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17D9B79-E63B-92B0-5076-978CD2F5A5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br>
              <a:rPr lang="en-US" altLang="pt-BR" sz="4000" i="1"/>
            </a:br>
            <a:r>
              <a:rPr lang="en-US" altLang="pt-BR" sz="4000" i="1"/>
              <a:t> Oh, sim, bem sei, bem certo estou</a:t>
            </a:r>
            <a:br>
              <a:rPr lang="en-US" altLang="pt-BR" sz="4000" i="1"/>
            </a:br>
            <a:r>
              <a:rPr lang="en-US" altLang="pt-BR" sz="4000" i="1"/>
              <a:t>Que vive, além, meu Rei;</a:t>
            </a:r>
            <a:br>
              <a:rPr lang="en-US" altLang="pt-BR" sz="4000" i="1"/>
            </a:br>
            <a:r>
              <a:rPr lang="en-US" altLang="pt-BR" sz="4000" i="1"/>
              <a:t>E pelo seu eterno amor,</a:t>
            </a:r>
            <a:br>
              <a:rPr lang="en-US" altLang="pt-BR" sz="4000" i="1"/>
            </a:br>
            <a:r>
              <a:rPr lang="en-US" altLang="pt-BR" sz="4000" i="1"/>
              <a:t>Com Ele viverei.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623 - Oh, Sim, Bem Sei </vt:lpstr>
      <vt:lpstr>Oh, sim, bem sei que o Redentor Nos altos céus está; Que vê-lo-ei ao regressar, E a vida me dará.  </vt:lpstr>
      <vt:lpstr>À plena luz dos olhos meus Verei o Salvador; Em carne, sim, verei a Deus, Na paz do céu de amor. </vt:lpstr>
      <vt:lpstr>  Oh, sim, bem sei, bem certo estou Que vive, além, meu Rei; E pelo seu eterno amor, Com Ele viverei.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623 - Oh, Sim, Bem Sei </dc:title>
  <dc:creator>Junior</dc:creator>
  <cp:lastModifiedBy>Emerson Souza</cp:lastModifiedBy>
  <cp:revision>1</cp:revision>
  <dcterms:created xsi:type="dcterms:W3CDTF">2005-12-27T18:44:20Z</dcterms:created>
  <dcterms:modified xsi:type="dcterms:W3CDTF">2026-05-02T22:29:32Z</dcterms:modified>
</cp:coreProperties>
</file>