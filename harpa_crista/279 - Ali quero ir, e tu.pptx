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FD334-4FDC-2D51-E1C8-43743145D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5FFFB1-FC25-B7B9-26C8-200D3BADB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D1654A-7CE3-4F37-5B9F-9A7703B2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94F38-94A5-5B98-470C-1CD3ACB1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708762-00CE-B4A1-064C-042C928F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9C834-625A-4D8C-8977-AB884F64B8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572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BBEA7-6AE8-470F-BF1D-C5F6EFFA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8897A4-B68C-49CA-5E44-DB56878C5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700BD3-6E50-56FA-1F90-B2C98863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723BE1-66DD-1088-09C5-26494DE6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6D027A-ABF7-14D8-AD75-50BDB368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622A6B-ACC4-4F14-9424-A05742A36A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933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A7D28-4489-8AD7-BD62-93BB0CDA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8CE95C-0696-9D39-1B7E-32D7E7079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FFEA8-4E20-D853-A915-485E683D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83C280-D340-D996-7B5B-4E98C2B4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FB2781-8D3D-BD96-C8D7-C3C6BF8C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5D716-FADC-43E6-A36A-0C98093B16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32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21C9F-F74D-4B9F-0F56-CAB3112B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07FC14-EB00-021E-4F62-86F039F8B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41F3E2-BF73-2793-6678-9996AE289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A89203-1575-DB09-E18C-051EE9B8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2E6BF0-9A15-132E-FEAB-1D2C36CA3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B4CFF1-1611-BAFB-AC2B-15792BCD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F24F90-56C3-4590-B414-811A9AA125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235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182A7-8E9E-5FBC-34FB-055EC0DB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87AECA-52A2-B570-53A1-796C5A17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B1A28D-A03D-8B5E-2CB2-BC159FB57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7349DB-B5CF-140A-7E05-A9EC425D1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350A39-BECF-C1C6-06EE-79D1E8C38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9C5492-FBC1-5E5B-D07C-A4B514A2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4807F8-12DD-DFF3-E4C9-A1B7E0F8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2BE29E-4488-3A2A-9C42-AAFBE1AC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7EE165-B2FC-4A42-86A6-31255757E6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345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90931-44FD-8A42-AA44-312A364E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FA0788-149C-4C43-2944-2D6D2A10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EDD45B-7D04-7BCC-721A-23980273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DB9DE2-5794-2039-833D-2A23F998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CEE41-F41A-42E7-AE2A-E0988DAF3F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648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1DD0E7-495B-ADF8-2086-5D40565C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EA0E75-49B4-4E10-8735-9CDDCC54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79F86-03CE-CA90-8365-0D06756C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18420B-4668-45AD-A7A4-3F3E856E37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888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86D02-B6AA-62FF-86B2-C467EE82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6AA540-0ECD-A31D-F6E1-F48EBC8E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DDA4F4-1B75-9B88-04F8-7DFB89C6A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59D5AB-F652-33CD-D818-AF511C9A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6BE394-E135-F411-7FBB-C2146EB8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682217-0CAD-638C-5FE4-047D6556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C37F8-4405-48EC-971D-6FF25E5F4D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608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D12A8-C980-B67E-0343-06F672BE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67DFFF-BA1D-0F94-11ED-7FAEF5FC8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A9684F-37AB-2BA0-66C2-303B8AFE3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DAF3FC-4805-6258-B987-F703440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788B47-5D6C-1A4E-6B0E-C464817B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34665-67AD-41AE-8026-163368AF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81B5C-3596-4B61-9B15-CA61D9584B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389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9FBF1-4994-A698-094B-EA076285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6905AE-3417-966C-BB7A-9CE845B6E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B0188-D997-38B0-4DA5-F0CF1DF9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AAF4C5-9E7B-43E3-1655-FAFB58C1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516455-386F-4042-DE6E-B4FDA714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8BBCC-3EBA-466C-9499-B21C6EC0FD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44403D-75FA-BF06-CF24-68321F374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A29EF0-2233-8AE7-7874-3988C5D82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BD7FB3-C601-1F7F-A2F6-563A8B6B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5C8CFF-4C63-A315-FA2A-0FAD0EB2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F0E72-BB11-418B-097D-6877C264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EE8DB-3950-4468-980F-B1252C76E5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65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2353EC-583F-9E35-5627-2CA4E4574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4C41210-77E0-AC63-9E74-575ACE85E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00D3776-9A85-3D1C-7325-8F59AEA593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B23E61-01DD-4528-59CE-74343F1F52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8F8EAB-28C4-DCF2-ADDE-B92A173640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4B3FE7B-4648-45CC-A670-E88C8837CD3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B2A0A58-2AD9-3371-FDCC-C410DE8005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279</a:t>
            </a:r>
            <a:br>
              <a:rPr lang="en-US" altLang="pt-BR" sz="4000" b="1"/>
            </a:br>
            <a:r>
              <a:rPr lang="en-US" altLang="pt-BR" sz="4000" b="1"/>
              <a:t>ALI QUERO IR, E TU?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D73FCE3-1102-E957-3603-2329EC0B6D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078BD89-1564-AF58-D8B0-AD6BD3CC6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3800" i="1"/>
              <a:t>Jesus me falou dum formoso lugar; </a:t>
            </a:r>
            <a:br>
              <a:rPr lang="en-US" altLang="pt-BR" sz="3800" i="1"/>
            </a:br>
            <a:r>
              <a:rPr lang="en-US" altLang="pt-BR" sz="3800" i="1"/>
              <a:t>Ali quero ir, e tu? </a:t>
            </a:r>
            <a:br>
              <a:rPr lang="en-US" altLang="pt-BR" sz="3800" i="1"/>
            </a:br>
            <a:r>
              <a:rPr lang="en-US" altLang="pt-BR" sz="3800" i="1"/>
              <a:t>Aonde os salvos irão desfrutar; </a:t>
            </a:r>
            <a:br>
              <a:rPr lang="en-US" altLang="pt-BR" sz="3800" i="1"/>
            </a:br>
            <a:r>
              <a:rPr lang="en-US" altLang="pt-BR" sz="3800" i="1"/>
              <a:t>Ali quero ir; e tu? </a:t>
            </a:r>
            <a:br>
              <a:rPr lang="en-US" altLang="pt-BR" sz="3800" i="1"/>
            </a:br>
            <a:r>
              <a:rPr lang="en-US" altLang="pt-BR" sz="3800" i="1"/>
              <a:t>Pois Jesus as mansões nos foi preparar; </a:t>
            </a:r>
            <a:br>
              <a:rPr lang="en-US" altLang="pt-BR" sz="3800" i="1"/>
            </a:br>
            <a:r>
              <a:rPr lang="en-US" altLang="pt-BR" sz="3800" i="1"/>
              <a:t>Ali quero ir; e tu? </a:t>
            </a:r>
            <a:br>
              <a:rPr lang="en-US" altLang="pt-BR" sz="3800" i="1"/>
            </a:br>
            <a:r>
              <a:rPr lang="en-US" altLang="pt-BR" sz="3800" i="1"/>
              <a:t>Aonde a morte não pode chegar; </a:t>
            </a:r>
            <a:br>
              <a:rPr lang="en-US" altLang="pt-BR" sz="3800" i="1"/>
            </a:br>
            <a:r>
              <a:rPr lang="en-US" altLang="pt-BR" sz="3800" i="1"/>
              <a:t>Ali quero ir; e tu? 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C0F64F-500E-07CE-01D5-5E53AC4E5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Ao céu quero Ir</a:t>
            </a:r>
            <a:r>
              <a:rPr lang="en-US" altLang="pt-BR" sz="4000" i="1"/>
              <a:t> </a:t>
            </a:r>
            <a:r>
              <a:rPr lang="en-US" altLang="pt-BR" sz="4000" b="1" i="1"/>
              <a:t>Ao céu quero 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 e tu?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</a:t>
            </a:r>
            <a:r>
              <a:rPr lang="en-US" altLang="pt-BR" sz="4000" i="1"/>
              <a:t> </a:t>
            </a:r>
            <a:r>
              <a:rPr lang="en-US" altLang="pt-BR" sz="4000" b="1" i="1"/>
              <a:t>Não queres tu ir?</a:t>
            </a:r>
            <a:r>
              <a:rPr lang="en-US" altLang="pt-BR" sz="4000" i="1"/>
              <a:t> </a:t>
            </a:r>
            <a:r>
              <a:rPr lang="en-US" altLang="pt-BR" sz="4000" b="1" i="1"/>
              <a:t>No céu quero ver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A2CC5F5-36DC-EEFB-CBDD-20C845F99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As portas são jóias, o mar de cristal; </a:t>
            </a:r>
            <a:br>
              <a:rPr lang="en-US" altLang="pt-BR" sz="4000" i="1"/>
            </a:br>
            <a:r>
              <a:rPr lang="en-US" altLang="pt-BR" sz="4000" i="1"/>
              <a:t>Ali quero ir; e tu? </a:t>
            </a:r>
            <a:br>
              <a:rPr lang="en-US" altLang="pt-BR" sz="4000" i="1"/>
            </a:br>
            <a:r>
              <a:rPr lang="en-US" altLang="pt-BR" sz="4000" i="1"/>
              <a:t>É Cristo a luz do país celestial; </a:t>
            </a:r>
            <a:br>
              <a:rPr lang="en-US" altLang="pt-BR" sz="4000" i="1"/>
            </a:br>
            <a:r>
              <a:rPr lang="en-US" altLang="pt-BR" sz="4000" i="1"/>
              <a:t>Ali quero ir; e tu? </a:t>
            </a:r>
            <a:br>
              <a:rPr lang="en-US" altLang="pt-BR" sz="4000" i="1"/>
            </a:br>
            <a:r>
              <a:rPr lang="en-US" altLang="pt-BR" sz="4000" i="1"/>
              <a:t>Os que lá vão entrar, jamais morrerão; Ali quero ir; e tu? </a:t>
            </a:r>
            <a:br>
              <a:rPr lang="en-US" altLang="pt-BR" sz="4000" i="1"/>
            </a:br>
            <a:r>
              <a:rPr lang="en-US" altLang="pt-BR" sz="4000" i="1"/>
              <a:t>Aonde termina a tribulação. </a:t>
            </a:r>
            <a:br>
              <a:rPr lang="en-US" altLang="pt-BR" sz="4000" i="1"/>
            </a:br>
            <a:r>
              <a:rPr lang="en-US" altLang="pt-BR" sz="4000" i="1"/>
              <a:t>Ali quero ir; e tu?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3EE3D5B-C870-FC0A-53F3-A13FAE9B0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Ao céu quero Ir</a:t>
            </a:r>
            <a:r>
              <a:rPr lang="en-US" altLang="pt-BR" sz="4000" i="1"/>
              <a:t> </a:t>
            </a:r>
            <a:r>
              <a:rPr lang="en-US" altLang="pt-BR" sz="4000" b="1" i="1"/>
              <a:t>Ao céu quero 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 e tu?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</a:t>
            </a:r>
            <a:r>
              <a:rPr lang="en-US" altLang="pt-BR" sz="4000" i="1"/>
              <a:t> </a:t>
            </a:r>
            <a:r>
              <a:rPr lang="en-US" altLang="pt-BR" sz="4000" b="1" i="1"/>
              <a:t>Não queres tu ir?</a:t>
            </a:r>
            <a:r>
              <a:rPr lang="en-US" altLang="pt-BR" sz="4000" i="1"/>
              <a:t> </a:t>
            </a:r>
            <a:r>
              <a:rPr lang="en-US" altLang="pt-BR" sz="4000" b="1" i="1"/>
              <a:t>No céu quero ver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C9B7D5A-3834-4955-2BD8-E798DF79E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E quando navegue a nau de Sião, </a:t>
            </a:r>
            <a:br>
              <a:rPr lang="en-US" altLang="pt-BR" sz="4000" i="1"/>
            </a:br>
            <a:r>
              <a:rPr lang="en-US" altLang="pt-BR" sz="4000" i="1"/>
              <a:t>Ali quero ir; e tu? </a:t>
            </a:r>
            <a:br>
              <a:rPr lang="en-US" altLang="pt-BR" sz="4000" i="1"/>
            </a:br>
            <a:r>
              <a:rPr lang="en-US" altLang="pt-BR" sz="4000" i="1"/>
              <a:t>Ao dar-se à vela, pra essa mansão, </a:t>
            </a:r>
            <a:br>
              <a:rPr lang="en-US" altLang="pt-BR" sz="4000" i="1"/>
            </a:br>
            <a:r>
              <a:rPr lang="en-US" altLang="pt-BR" sz="4000" i="1"/>
              <a:t>Ali quero ir; e tu? </a:t>
            </a:r>
            <a:br>
              <a:rPr lang="en-US" altLang="pt-BR" sz="4000" i="1"/>
            </a:br>
            <a:r>
              <a:rPr lang="en-US" altLang="pt-BR" sz="4000" i="1"/>
              <a:t>Quando vão coroar a Cristo, também, Ali quero ir; e tu? </a:t>
            </a:r>
            <a:br>
              <a:rPr lang="en-US" altLang="pt-BR" sz="4000" i="1"/>
            </a:br>
            <a:r>
              <a:rPr lang="en-US" altLang="pt-BR" sz="4000" i="1"/>
              <a:t>E quando os coros disserem: </a:t>
            </a:r>
            <a:br>
              <a:rPr lang="en-US" altLang="pt-BR" sz="4000" i="1"/>
            </a:br>
            <a:r>
              <a:rPr lang="en-US" altLang="pt-BR" sz="4000" i="1"/>
              <a:t>"Amém". Ali quero ir; e tu?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F01D1C4-57D1-09E5-8991-770FBAA22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Ao céu quero Ir</a:t>
            </a:r>
            <a:r>
              <a:rPr lang="en-US" altLang="pt-BR" sz="4000" i="1"/>
              <a:t> </a:t>
            </a:r>
            <a:r>
              <a:rPr lang="en-US" altLang="pt-BR" sz="4000" b="1" i="1"/>
              <a:t>Ao céu quero 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 e tu?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céu quero ir;</a:t>
            </a:r>
            <a:r>
              <a:rPr lang="en-US" altLang="pt-BR" sz="4000" i="1"/>
              <a:t> </a:t>
            </a:r>
            <a:r>
              <a:rPr lang="en-US" altLang="pt-BR" sz="4000" b="1" i="1"/>
              <a:t>Não queres tu ir?</a:t>
            </a:r>
            <a:r>
              <a:rPr lang="en-US" altLang="pt-BR" sz="4000" i="1"/>
              <a:t> </a:t>
            </a:r>
            <a:r>
              <a:rPr lang="en-US" altLang="pt-BR" sz="4000" b="1" i="1"/>
              <a:t>No céu quero ver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279 ALI QUERO IR, E TU? </vt:lpstr>
      <vt:lpstr>Jesus me falou dum formoso lugar;  Ali quero ir, e tu?  Aonde os salvos irão desfrutar;  Ali quero ir; e tu?  Pois Jesus as mansões nos foi preparar;  Ali quero ir; e tu?  Aonde a morte não pode chegar;  Ali quero ir; e tu?  </vt:lpstr>
      <vt:lpstr>Ao céu quero Ir Ao céu quero Ir,  Ao céu quero ir; e tu?  Ao céu quero ir; Não queres tu ir? No céu quero ver Jesus!</vt:lpstr>
      <vt:lpstr>As portas são jóias, o mar de cristal;  Ali quero ir; e tu?  É Cristo a luz do país celestial;  Ali quero ir; e tu?  Os que lá vão entrar, jamais morrerão; Ali quero ir; e tu?  Aonde termina a tribulação.  Ali quero ir; e tu?  </vt:lpstr>
      <vt:lpstr>Ao céu quero Ir Ao céu quero Ir,  Ao céu quero ir; e tu?  Ao céu quero ir; Não queres tu ir? No céu quero ver Jesus!</vt:lpstr>
      <vt:lpstr>E quando navegue a nau de Sião,  Ali quero ir; e tu?  Ao dar-se à vela, pra essa mansão,  Ali quero ir; e tu?  Quando vão coroar a Cristo, também, Ali quero ir; e tu?  E quando os coros disserem:  "Amém". Ali quero ir; e tu?</vt:lpstr>
      <vt:lpstr>Ao céu quero Ir Ao céu quero Ir,  Ao céu quero ir; e tu?  Ao céu quero ir; Não queres tu ir? No céu quero ver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279 ALI QUERO IR, E TU? </dc:title>
  <dc:creator>Junior</dc:creator>
  <cp:lastModifiedBy>Emerson Souza</cp:lastModifiedBy>
  <cp:revision>1</cp:revision>
  <dcterms:created xsi:type="dcterms:W3CDTF">2005-12-24T11:26:16Z</dcterms:created>
  <dcterms:modified xsi:type="dcterms:W3CDTF">2026-05-02T22:00:11Z</dcterms:modified>
</cp:coreProperties>
</file>