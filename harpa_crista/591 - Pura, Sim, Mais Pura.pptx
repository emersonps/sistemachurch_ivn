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F152FB-460B-252C-077E-B7BCDF3C3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DF5ABC5-B8DE-E74F-C7AD-AE9751D94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018E7F-C54C-1B45-D2CB-70673AE0D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CE1A27-513D-4390-6DF8-45B43B0B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C7D2B4-FBF8-38A1-6469-1100E7DF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1B4FEE-20C4-4FD5-A2C0-3D05CB24C67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73120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2D328-2DB6-4171-4C60-7FE84F5F8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950170-FC02-B796-EA2B-7857B27B6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8C964C-592A-7829-472C-3126A280B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E4A013-1954-0480-9AEE-9AFE64ECD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658224-458B-A6D5-5B1D-615145FB4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49FAA2-3EAB-448F-8B48-CCC9B21AA33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3606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5D043A-768E-16E6-FF88-3A67EBA4D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9BC7FC-33E1-138D-C725-9D710A32B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8A9032-CCCB-530A-C05C-E38C9E36E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5E0F4B-61F5-6A31-0B7F-4CFCA341E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58A3D9-22FF-9C6B-3974-96D679D24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135450-6F67-4087-8622-D0907ED3F57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50457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F96D39-BB66-3E61-BEC0-128ABF3A5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DE77BF-7B14-12E9-6121-5C8A47C718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62B0E91-0821-8ABF-A754-377C374B3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B398358-3D94-E20D-EA58-9DECB2653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C0BF2A-99AB-837B-62EF-F345C59AE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C19A8DD-62F5-8B9D-4794-141C6A6CF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F65B7F-EE25-4B31-9983-72A2BF765EE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51014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63B6DF-842A-9FB9-A670-7A2ED2596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654DA83-BEC5-C11F-BD27-B46A836E8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55FC735-A936-D606-0B32-0F40D0EFC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CDE427A-0AF0-6EFB-70DB-8F51BA30C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6D2BDD5-7B4B-2627-E5F4-9122A91D39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8667E00-439C-B94F-36E6-515334516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4CD36B0-D4F8-6073-A529-F63CAAACC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872F129-E393-6D3B-4BF3-FADBB2E8E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4B887F-57F9-4A9D-A3C2-A2625CBE5AD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47277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9E233-BF84-1EF0-7CC1-86F9D3BA4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5FBEA7A-3F0D-2802-7CE2-08F7A57E4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97C203D-206D-03A8-3D37-8DBCC34F6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5356CCE-011F-4146-B49A-84F35DEFA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03718F-F4C3-4BA4-9762-C25D82CF5F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35457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3E1ED46-4BF7-4646-1DF8-8F641DAB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F6B3351-E363-07C0-53ED-4F580C460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05406B8-6802-C3A7-1DD6-CE9E1C15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8A9836-2E44-424F-A7A9-6F2F74CD567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61855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89CBA8-4D33-1931-E5DC-85230F34A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67944B-A063-4F7F-1A56-35140BBC2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098B920-DAF8-2D21-5EE9-8562673321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05FCAE3-9720-8B40-5776-2CFB56B28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3347239-6511-509C-FF38-9302016DC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C9106DD-EA73-A9C5-634D-D158AF29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5A4342-8004-4091-8550-ADCA76F3E04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89461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3216EB-37FC-C313-0617-F4E5B4575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4C94E1E-909F-4DA2-205B-998F1C4563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44C83C2-BA83-072C-0B87-E776727D1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860A8CD-3C1B-49CB-80D5-7263E773E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AD16E5B-1C4F-377D-87F4-831C9BD06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72E1108-744C-A29B-6076-0ADD18C52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3B1A94-2A69-46CF-8C10-B017EDE4EAA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24969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44CF0D-68EA-978E-50CC-132E5B132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8584159-A68B-BC88-FCBE-B1ED5ABFEE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90F51A-A50D-5FFF-A4E2-55529B449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4D585E-1923-8EF0-2A50-AB1348B10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DBBC45-09EF-C21F-08EA-248B982F0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EAB786-6767-4F91-BF4E-4CC7386F6A4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00948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503B7E2-ECAA-44A7-4593-8EC3A3D037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945185A-8D6C-D0D6-54AE-6311F1C0B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C09F49-8109-2BA7-7CB2-71BE77365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E22559-38DE-B125-D586-3F946C44A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5D9D21-F0FD-F9BE-74CB-BA137B32E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73FFA5-473C-471E-913E-09029893F2B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80883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1F02EC9-BC3C-260D-B0B9-ACCDB4A426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0251826-6480-F335-84B0-14DE844567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1C1429F-49B0-923C-90DB-66E2377DD7C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9C838AC-21B1-FFAE-B0DC-E3A9D44F888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F2823DF-73E4-79E4-F37F-E323429B9B2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FF89A6E-3040-407F-891D-A0794C39764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1DC6C70-80B2-431A-B184-4B9F0925BA4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 i="1"/>
              <a:t>591 - Pura, Sim, Mais Pura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BB9B1F6-4218-6C59-1F26-980136D1AD8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851AC60A-515F-827F-9CF3-8B64017499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Pura, sim, mais pura quero a mente ter!</a:t>
            </a:r>
            <a:r>
              <a:rPr lang="en-US" altLang="pt-BR" sz="4000"/>
              <a:t> </a:t>
            </a:r>
            <a:r>
              <a:rPr lang="en-US" altLang="pt-BR" sz="4000" i="1"/>
              <a:t>Gozo, sim, mais gozo possa eu conhecer! </a:t>
            </a:r>
            <a:br>
              <a:rPr lang="en-US" altLang="pt-BR" sz="4000" i="1"/>
            </a:br>
            <a:r>
              <a:rPr lang="en-US" altLang="pt-BR" sz="4000" i="1"/>
              <a:t>Oh! Jesus Bendito, ouve esta oração, Pois a ti pertence o meu coração. 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BB4B665-E6F4-F2C9-4C76-D6CA06C9F5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Calmo, sim, mais calmo sempre quero estar.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Firme, sim, mais firme possa eu sempre andar!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Nunca me esmoreça este coração,</a:t>
            </a:r>
            <a:r>
              <a:rPr lang="en-US" altLang="pt-BR" sz="4000"/>
              <a:t> </a:t>
            </a:r>
            <a:r>
              <a:rPr lang="en-US" altLang="pt-BR" sz="4000" i="1"/>
              <a:t>Pois em Cristo tenho toda a perfeição.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F04CD96-4DA9-50DD-F2AB-18691FFA0B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Alto, sim, mais alto que as estrelas vou.</a:t>
            </a:r>
            <a:r>
              <a:rPr lang="en-US" altLang="pt-BR" sz="4000"/>
              <a:t> </a:t>
            </a:r>
            <a:r>
              <a:rPr lang="en-US" altLang="pt-BR" sz="4000" i="1"/>
              <a:t>Perto, sim, mais perto de Jesus estou.</a:t>
            </a:r>
            <a:r>
              <a:rPr lang="en-US" altLang="pt-BR" sz="4000"/>
              <a:t> </a:t>
            </a:r>
            <a:r>
              <a:rPr lang="en-US" altLang="pt-BR" sz="4000" i="1"/>
              <a:t>Cristo é meu modelo, sempre o seguirei: </a:t>
            </a:r>
            <a:br>
              <a:rPr lang="en-US" altLang="pt-BR" sz="4000" i="1"/>
            </a:br>
            <a:r>
              <a:rPr lang="en-US" altLang="pt-BR" sz="4000" i="1"/>
              <a:t>Tudo quanto anelo nele encontrarei.</a:t>
            </a:r>
            <a:br>
              <a:rPr lang="en-US" altLang="pt-BR" sz="4000" i="1"/>
            </a:br>
            <a:r>
              <a:rPr lang="en-US" altLang="pt-BR" sz="4000" i="1"/>
              <a:t>Deus seja louvado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591 - Pura, Sim, Mais Pura</vt:lpstr>
      <vt:lpstr>Pura, sim, mais pura quero a mente ter! Gozo, sim, mais gozo possa eu conhecer!  Oh! Jesus Bendito, ouve esta oração, Pois a ti pertence o meu coração.    </vt:lpstr>
      <vt:lpstr>Calmo, sim, mais calmo sempre quero estar.  Firme, sim, mais firme possa eu sempre andar!  Nunca me esmoreça este coração, Pois em Cristo tenho toda a perfeição.  </vt:lpstr>
      <vt:lpstr>Alto, sim, mais alto que as estrelas vou. Perto, sim, mais perto de Jesus estou. Cristo é meu modelo, sempre o seguirei:  Tudo quanto anelo nele encontrarei. Deus seja louvado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591 - Pura, Sim, Mais Pura</dc:title>
  <dc:creator>Junior</dc:creator>
  <cp:lastModifiedBy>Emerson Souza</cp:lastModifiedBy>
  <cp:revision>1</cp:revision>
  <dcterms:created xsi:type="dcterms:W3CDTF">2005-12-27T02:17:19Z</dcterms:created>
  <dcterms:modified xsi:type="dcterms:W3CDTF">2026-05-02T22:26:43Z</dcterms:modified>
</cp:coreProperties>
</file>