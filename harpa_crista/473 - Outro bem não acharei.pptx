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7" autoAdjust="0"/>
    <p:restoredTop sz="94713" autoAdjust="0"/>
  </p:normalViewPr>
  <p:slideViewPr>
    <p:cSldViewPr>
      <p:cViewPr varScale="1">
        <p:scale>
          <a:sx n="53" d="100"/>
          <a:sy n="53" d="100"/>
        </p:scale>
        <p:origin x="-43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A402C-5529-B6DD-4C8E-C4D944C87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12043B-8FAB-8DEE-F638-F47044F60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68852C-F082-7C2F-26C5-B9F1D38F5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5B2C0B-7D4C-4BF6-6D79-3F8DC4D2E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499BC0-FC05-291B-6077-340DD9437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B6E4CB-A689-4BA1-BEF4-C794393B48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37310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16637C-7A0A-021F-80A3-235F48AED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DEB25C-6765-E0C9-7008-BD14B5C27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045B9B-4F6D-B18C-24E0-E26C6437D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ADF56A-38F8-8BEB-FED9-31F8A8B0F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37EA23-50EB-497C-2F2B-E498A2565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022E8A-5DA4-4136-8AC2-FDC61F8695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8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0659E5-2214-0C18-DC7E-8F663DD96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C4150F-79F0-022D-B8C5-4AEB202BA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2D93B2-14EA-A0A3-A5B8-C98BC1C57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121299-5B29-54CB-A066-32E3151A2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D4037F-04C3-6F09-0BFA-252119BB6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DF3B4A-30C6-403B-94D0-7B2B456DFD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79294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1F264-BB36-36E5-AABC-04ABC9313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91FD37-3BCF-3034-DD12-43B18C33FB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914784-42A0-5FCF-13AB-324F6A98E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41920B-D774-C50A-2611-0725475A0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3797DAC-E87A-87AD-F7B7-EAE4DCC45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3E6420-FF8C-E4BA-FC2B-60DD32FA7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C9A675-7AB3-4021-B996-60F76ADBE8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8300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7C4F7-D908-4B10-90FE-CD72E9831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72BBCCB-CF4B-FD2F-3690-A828DABE8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B72DF4B-4092-8619-7CD3-977ECF5E1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928187A-1AEB-BF1B-18BB-27AA9B9DC5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52AFB9E-A672-1C40-17B1-4591F4E872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2DA65FD-52A4-5A89-EA7B-C85137EAA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80535BD-36F3-0923-1F39-C9E7906AB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A28D2BA-660D-F830-AAB7-674627FD7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E677EF-5A6B-4506-9C38-6DB50465E3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9840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740562-C50E-D1D3-C45D-EC8D910B8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CD63A1D-0131-8370-EF02-7F976537A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E05E56B-98F8-A3F5-8E86-370D40D17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F393795-396A-2D63-AA0F-84736990E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A0D166-47DF-4152-A646-D049B944E9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97421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31A4EB2-25B3-8515-9F8B-D5BF29AEC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335A7B4-74E2-31B7-DEFB-917E0BC67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AFE083-F3CF-6AF3-6CCF-632FA6B80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2EAA1B-985B-4AAC-82F2-8541590393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021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2405A-9B90-6498-562C-6C04347E4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173445-9C65-E4B7-A3AC-89F3E8747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C47906D-9040-C8B4-C05C-7A7C6AECA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B6D6AA-30EF-32B9-2843-743CBA410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A70617-8D01-B7CD-067E-6E1792239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4B1C0D-ECD5-7B51-D976-542612E2F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318E36-6841-4930-B667-D6DACC6427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47063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E0E52-27B7-39C9-E5B4-97DAAD397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33A8DC4-34F7-485F-BED9-9DD519A40D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21F50F-D7F8-E766-A63C-4AC70FB5E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E14B48-7554-85CF-0107-2A766AABC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C88942-4CC3-E431-7751-50C6EB34A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C737E4-2F84-4695-ACFF-C4222EBDD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433BE9-2ABF-44AC-BFE9-2AD84AA280E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9699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C46E3-643B-0A8D-2424-B1EA1BA62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382A46-962A-EF8B-9B4F-09F1C885E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5D9FD1-954B-99E9-61D5-6D9BEA798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04D24B-C91B-1B36-FF99-06EB631BB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067B5A-4750-406A-C891-C3C0A189E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FD463C-3435-4933-82CB-81ECAE7870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37073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BA63635-58E2-2187-BC99-109030FB6D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C6AD551-A7D6-DFFC-B709-1560F7BED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B90977-2F01-3E94-8BB4-0DE3006CF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BB355-2010-1A9D-EA1C-C7A052E1E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26C497-D464-DCB5-9E77-1CE9624BA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7C048A-69DF-4525-9BC4-1ECC2ADCBB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67274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8488C4"/>
            </a:gs>
            <a:gs pos="53000">
              <a:srgbClr val="D4DEFF"/>
            </a:gs>
            <a:gs pos="83000">
              <a:srgbClr val="D4DEFF"/>
            </a:gs>
            <a:gs pos="100000">
              <a:srgbClr val="96AB94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D5842AB-0B3B-71C5-B230-E42547F987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E7D5B9B-FC99-D05F-A5E7-04938429A8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073F811-909F-BFDF-B0D1-E3ED8D4E74E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41600B7-3342-4917-CEB5-33AC62C8800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DF0FB72-BFFC-0C00-7F9B-3CA623FA493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41E24B1-1A72-43F4-8959-662A318960A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F7E4419-AAAC-D3A2-7D36-6619C59EEDC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>
                <a:solidFill>
                  <a:schemeClr val="accent2"/>
                </a:solidFill>
              </a:rPr>
              <a:t>473</a:t>
            </a:r>
            <a:br>
              <a:rPr lang="pt-BR" altLang="pt-BR" sz="4400" b="1">
                <a:solidFill>
                  <a:schemeClr val="accent2"/>
                </a:solidFill>
              </a:rPr>
            </a:br>
            <a:r>
              <a:rPr lang="pt-BR" altLang="pt-BR" sz="4400" b="1">
                <a:solidFill>
                  <a:schemeClr val="accent2"/>
                </a:solidFill>
              </a:rPr>
              <a:t>OUTRO BEM NÃO ACHAREI</a:t>
            </a:r>
            <a:r>
              <a:rPr lang="en-US" altLang="pt-BR" sz="4400">
                <a:solidFill>
                  <a:schemeClr val="accent2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B8226F2-B0B2-6202-C38C-C7DA5E66EB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6249987"/>
          </a:xfrm>
        </p:spPr>
        <p:txBody>
          <a:bodyPr/>
          <a:lstStyle/>
          <a:p>
            <a:r>
              <a:rPr lang="pt-BR" altLang="pt-BR" sz="4000">
                <a:solidFill>
                  <a:schemeClr val="accent2"/>
                </a:solidFill>
              </a:rPr>
              <a:t>Que outro bem ansioso buscarei? </a:t>
            </a:r>
            <a:br>
              <a:rPr lang="pt-BR" altLang="pt-BR" sz="4000">
                <a:solidFill>
                  <a:schemeClr val="accent2"/>
                </a:solidFill>
              </a:rPr>
            </a:br>
            <a:r>
              <a:rPr lang="pt-BR" altLang="pt-BR" sz="4000">
                <a:solidFill>
                  <a:schemeClr val="accent2"/>
                </a:solidFill>
              </a:rPr>
              <a:t>Bem melhor, que Jesus não acharei; </a:t>
            </a:r>
            <a:br>
              <a:rPr lang="pt-BR" altLang="pt-BR" sz="4000">
                <a:solidFill>
                  <a:schemeClr val="accent2"/>
                </a:solidFill>
              </a:rPr>
            </a:br>
            <a:r>
              <a:rPr lang="pt-BR" altLang="pt-BR" sz="4000">
                <a:solidFill>
                  <a:schemeClr val="accent2"/>
                </a:solidFill>
              </a:rPr>
              <a:t>NEle só para sempre, hei de estar, </a:t>
            </a:r>
            <a:br>
              <a:rPr lang="pt-BR" altLang="pt-BR" sz="4000">
                <a:solidFill>
                  <a:schemeClr val="accent2"/>
                </a:solidFill>
              </a:rPr>
            </a:br>
            <a:r>
              <a:rPr lang="pt-BR" altLang="pt-BR" sz="4000">
                <a:solidFill>
                  <a:schemeClr val="accent2"/>
                </a:solidFill>
              </a:rPr>
              <a:t>E de coração O amar.</a:t>
            </a:r>
            <a:r>
              <a:rPr lang="en-US" altLang="pt-BR" sz="4000">
                <a:solidFill>
                  <a:schemeClr val="accent2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F4E0FA9-9171-0EC2-9840-C7E19AA237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6323012"/>
          </a:xfrm>
        </p:spPr>
        <p:txBody>
          <a:bodyPr/>
          <a:lstStyle/>
          <a:p>
            <a:r>
              <a:rPr lang="pt-BR" altLang="pt-BR" sz="3600" b="1" i="1">
                <a:solidFill>
                  <a:schemeClr val="accent2"/>
                </a:solidFill>
              </a:rPr>
              <a:t>Outro bem não procurarei,</a:t>
            </a:r>
            <a:br>
              <a:rPr lang="pt-BR" altLang="pt-BR" sz="3600" b="1" i="1">
                <a:solidFill>
                  <a:schemeClr val="accent2"/>
                </a:solidFill>
              </a:rPr>
            </a:br>
            <a:r>
              <a:rPr lang="pt-BR" altLang="pt-BR" sz="3600" b="1" i="1">
                <a:solidFill>
                  <a:schemeClr val="accent2"/>
                </a:solidFill>
              </a:rPr>
              <a:t>Outro bem eu não acharei;</a:t>
            </a:r>
            <a:br>
              <a:rPr lang="pt-BR" altLang="pt-BR" sz="3600" b="1" i="1">
                <a:solidFill>
                  <a:schemeClr val="accent2"/>
                </a:solidFill>
              </a:rPr>
            </a:br>
            <a:r>
              <a:rPr lang="pt-BR" altLang="pt-BR" sz="3600" b="1" i="1">
                <a:solidFill>
                  <a:schemeClr val="accent2"/>
                </a:solidFill>
              </a:rPr>
              <a:t>Já em mim, esta Jesus,</a:t>
            </a:r>
            <a:br>
              <a:rPr lang="pt-BR" altLang="pt-BR" sz="3600" b="1" i="1">
                <a:solidFill>
                  <a:schemeClr val="accent2"/>
                </a:solidFill>
              </a:rPr>
            </a:br>
            <a:r>
              <a:rPr lang="pt-BR" altLang="pt-BR" sz="3600" b="1" i="1">
                <a:solidFill>
                  <a:schemeClr val="accent2"/>
                </a:solidFill>
              </a:rPr>
              <a:t>NEle só vou confiar.</a:t>
            </a:r>
            <a:br>
              <a:rPr lang="pt-BR" altLang="pt-BR" sz="3600" b="1" i="1">
                <a:solidFill>
                  <a:schemeClr val="accent2"/>
                </a:solidFill>
              </a:rPr>
            </a:br>
            <a:r>
              <a:rPr lang="pt-BR" altLang="pt-BR" sz="3600" b="1" i="1">
                <a:solidFill>
                  <a:schemeClr val="accent2"/>
                </a:solidFill>
              </a:rPr>
              <a:t>Quem aqui pode me saciar,</a:t>
            </a:r>
            <a:br>
              <a:rPr lang="pt-BR" altLang="pt-BR" sz="3600" b="1" i="1">
                <a:solidFill>
                  <a:schemeClr val="accent2"/>
                </a:solidFill>
              </a:rPr>
            </a:br>
            <a:r>
              <a:rPr lang="pt-BR" altLang="pt-BR" sz="3600" b="1" i="1">
                <a:solidFill>
                  <a:schemeClr val="accent2"/>
                </a:solidFill>
              </a:rPr>
              <a:t>Neste mundo enganador?</a:t>
            </a:r>
            <a:br>
              <a:rPr lang="pt-BR" altLang="pt-BR" sz="3600" b="1" i="1">
                <a:solidFill>
                  <a:schemeClr val="accent2"/>
                </a:solidFill>
              </a:rPr>
            </a:br>
            <a:r>
              <a:rPr lang="pt-BR" altLang="pt-BR" sz="3600" b="1" i="1">
                <a:solidFill>
                  <a:schemeClr val="accent2"/>
                </a:solidFill>
              </a:rPr>
              <a:t>Só Jesus, Jesus, só Jesus, Jesus, </a:t>
            </a:r>
            <a:br>
              <a:rPr lang="pt-BR" altLang="pt-BR" sz="3600" b="1" i="1">
                <a:solidFill>
                  <a:schemeClr val="accent2"/>
                </a:solidFill>
              </a:rPr>
            </a:br>
            <a:r>
              <a:rPr lang="pt-BR" altLang="pt-BR" sz="3600" b="1" i="1">
                <a:solidFill>
                  <a:schemeClr val="accent2"/>
                </a:solidFill>
              </a:rPr>
              <a:t>Rei meu e fiel Senhor!</a:t>
            </a:r>
            <a:endParaRPr lang="en-US" altLang="pt-BR" sz="3600" b="1" i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8E4E9BA-15EF-B2CD-D987-AF0F84DFB2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4000">
                <a:solidFill>
                  <a:schemeClr val="accent2"/>
                </a:solidFill>
              </a:rPr>
              <a:t>A vaidade do mundo acabará,</a:t>
            </a:r>
            <a:br>
              <a:rPr lang="pt-BR" altLang="pt-BR" sz="4000">
                <a:solidFill>
                  <a:schemeClr val="accent2"/>
                </a:solidFill>
              </a:rPr>
            </a:br>
            <a:r>
              <a:rPr lang="pt-BR" altLang="pt-BR" sz="4000">
                <a:solidFill>
                  <a:schemeClr val="accent2"/>
                </a:solidFill>
              </a:rPr>
              <a:t>Tudo aqui a seu tempo findará;</a:t>
            </a:r>
            <a:br>
              <a:rPr lang="pt-BR" altLang="pt-BR" sz="4000">
                <a:solidFill>
                  <a:schemeClr val="accent2"/>
                </a:solidFill>
              </a:rPr>
            </a:br>
            <a:r>
              <a:rPr lang="pt-BR" altLang="pt-BR" sz="4000">
                <a:solidFill>
                  <a:schemeClr val="accent2"/>
                </a:solidFill>
              </a:rPr>
              <a:t>Para sempre somente, há de durar</a:t>
            </a:r>
            <a:br>
              <a:rPr lang="pt-BR" altLang="pt-BR" sz="4000">
                <a:solidFill>
                  <a:schemeClr val="accent2"/>
                </a:solidFill>
              </a:rPr>
            </a:br>
            <a:r>
              <a:rPr lang="pt-BR" altLang="pt-BR" sz="4000">
                <a:solidFill>
                  <a:schemeClr val="accent2"/>
                </a:solidFill>
              </a:rPr>
              <a:t>Quem na luz de Cristo andar.</a:t>
            </a:r>
            <a:r>
              <a:rPr lang="en-US" altLang="pt-BR" sz="4000">
                <a:solidFill>
                  <a:schemeClr val="accent2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7253C5E-AC6D-9E5B-0518-7258F6284E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3600" b="1" i="1">
                <a:solidFill>
                  <a:schemeClr val="accent2"/>
                </a:solidFill>
              </a:rPr>
              <a:t>Outro bem não procurarei,</a:t>
            </a:r>
            <a:br>
              <a:rPr lang="pt-BR" altLang="pt-BR" sz="3600" b="1" i="1">
                <a:solidFill>
                  <a:schemeClr val="accent2"/>
                </a:solidFill>
              </a:rPr>
            </a:br>
            <a:r>
              <a:rPr lang="pt-BR" altLang="pt-BR" sz="3600" b="1" i="1">
                <a:solidFill>
                  <a:schemeClr val="accent2"/>
                </a:solidFill>
              </a:rPr>
              <a:t>Outro bem eu não acharei;</a:t>
            </a:r>
            <a:br>
              <a:rPr lang="pt-BR" altLang="pt-BR" sz="3600" b="1" i="1">
                <a:solidFill>
                  <a:schemeClr val="accent2"/>
                </a:solidFill>
              </a:rPr>
            </a:br>
            <a:r>
              <a:rPr lang="pt-BR" altLang="pt-BR" sz="3600" b="1" i="1">
                <a:solidFill>
                  <a:schemeClr val="accent2"/>
                </a:solidFill>
              </a:rPr>
              <a:t>Já em mim, esta Jesus,</a:t>
            </a:r>
            <a:br>
              <a:rPr lang="pt-BR" altLang="pt-BR" sz="3600" b="1" i="1">
                <a:solidFill>
                  <a:schemeClr val="accent2"/>
                </a:solidFill>
              </a:rPr>
            </a:br>
            <a:r>
              <a:rPr lang="pt-BR" altLang="pt-BR" sz="3600" b="1" i="1">
                <a:solidFill>
                  <a:schemeClr val="accent2"/>
                </a:solidFill>
              </a:rPr>
              <a:t>NEle só vou confiar.</a:t>
            </a:r>
            <a:br>
              <a:rPr lang="pt-BR" altLang="pt-BR" sz="3600" b="1" i="1">
                <a:solidFill>
                  <a:schemeClr val="accent2"/>
                </a:solidFill>
              </a:rPr>
            </a:br>
            <a:r>
              <a:rPr lang="pt-BR" altLang="pt-BR" sz="3600" b="1" i="1">
                <a:solidFill>
                  <a:schemeClr val="accent2"/>
                </a:solidFill>
              </a:rPr>
              <a:t>Quem aqui pode me saciar,</a:t>
            </a:r>
            <a:br>
              <a:rPr lang="pt-BR" altLang="pt-BR" sz="3600" b="1" i="1">
                <a:solidFill>
                  <a:schemeClr val="accent2"/>
                </a:solidFill>
              </a:rPr>
            </a:br>
            <a:r>
              <a:rPr lang="pt-BR" altLang="pt-BR" sz="3600" b="1" i="1">
                <a:solidFill>
                  <a:schemeClr val="accent2"/>
                </a:solidFill>
              </a:rPr>
              <a:t>Neste mundo enganador?</a:t>
            </a:r>
            <a:br>
              <a:rPr lang="pt-BR" altLang="pt-BR" sz="3600" b="1" i="1">
                <a:solidFill>
                  <a:schemeClr val="accent2"/>
                </a:solidFill>
              </a:rPr>
            </a:br>
            <a:r>
              <a:rPr lang="pt-BR" altLang="pt-BR" sz="3600" b="1" i="1">
                <a:solidFill>
                  <a:schemeClr val="accent2"/>
                </a:solidFill>
              </a:rPr>
              <a:t>Só Jesus, Jesus, só Jesus, Jesus, </a:t>
            </a:r>
            <a:br>
              <a:rPr lang="pt-BR" altLang="pt-BR" sz="3600" b="1" i="1">
                <a:solidFill>
                  <a:schemeClr val="accent2"/>
                </a:solidFill>
              </a:rPr>
            </a:br>
            <a:r>
              <a:rPr lang="pt-BR" altLang="pt-BR" sz="3600" b="1" i="1">
                <a:solidFill>
                  <a:schemeClr val="accent2"/>
                </a:solidFill>
              </a:rPr>
              <a:t>Rei meu e fiel Senhor!</a:t>
            </a:r>
            <a:endParaRPr lang="en-US" altLang="pt-BR" sz="3600" b="1" i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186594F-E0A1-9FA6-895D-7CB39A7435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4000">
                <a:solidFill>
                  <a:schemeClr val="accent2"/>
                </a:solidFill>
              </a:rPr>
              <a:t>Entre os homens não buscarei a luz;</a:t>
            </a:r>
            <a:br>
              <a:rPr lang="pt-BR" altLang="pt-BR" sz="4000">
                <a:solidFill>
                  <a:schemeClr val="accent2"/>
                </a:solidFill>
              </a:rPr>
            </a:br>
            <a:r>
              <a:rPr lang="pt-BR" altLang="pt-BR" sz="4000">
                <a:solidFill>
                  <a:schemeClr val="accent2"/>
                </a:solidFill>
              </a:rPr>
              <a:t>Não mais vivo, </a:t>
            </a:r>
            <a:br>
              <a:rPr lang="pt-BR" altLang="pt-BR" sz="4000">
                <a:solidFill>
                  <a:schemeClr val="accent2"/>
                </a:solidFill>
              </a:rPr>
            </a:br>
            <a:r>
              <a:rPr lang="pt-BR" altLang="pt-BR" sz="4000">
                <a:solidFill>
                  <a:schemeClr val="accent2"/>
                </a:solidFill>
              </a:rPr>
              <a:t>Mais vive em mim Jesus; </a:t>
            </a:r>
            <a:br>
              <a:rPr lang="pt-BR" altLang="pt-BR" sz="4000">
                <a:solidFill>
                  <a:schemeClr val="accent2"/>
                </a:solidFill>
              </a:rPr>
            </a:br>
            <a:r>
              <a:rPr lang="pt-BR" altLang="pt-BR" sz="4000">
                <a:solidFill>
                  <a:schemeClr val="accent2"/>
                </a:solidFill>
              </a:rPr>
              <a:t>Sua graça é bastante para mim,</a:t>
            </a:r>
            <a:br>
              <a:rPr lang="pt-BR" altLang="pt-BR" sz="4000">
                <a:solidFill>
                  <a:schemeClr val="accent2"/>
                </a:solidFill>
              </a:rPr>
            </a:br>
            <a:r>
              <a:rPr lang="pt-BR" altLang="pt-BR" sz="4000">
                <a:solidFill>
                  <a:schemeClr val="accent2"/>
                </a:solidFill>
              </a:rPr>
              <a:t>Não terá no céu, mais fim!</a:t>
            </a:r>
            <a:r>
              <a:rPr lang="en-US" altLang="pt-BR" sz="4000">
                <a:solidFill>
                  <a:schemeClr val="accent2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B6ADC48-8181-50AD-F843-4FC90BAE05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3600" b="1" i="1">
                <a:solidFill>
                  <a:schemeClr val="accent2"/>
                </a:solidFill>
              </a:rPr>
              <a:t>Outro bem não procurarei,</a:t>
            </a:r>
            <a:br>
              <a:rPr lang="pt-BR" altLang="pt-BR" sz="3600" b="1" i="1">
                <a:solidFill>
                  <a:schemeClr val="accent2"/>
                </a:solidFill>
              </a:rPr>
            </a:br>
            <a:r>
              <a:rPr lang="pt-BR" altLang="pt-BR" sz="3600" b="1" i="1">
                <a:solidFill>
                  <a:schemeClr val="accent2"/>
                </a:solidFill>
              </a:rPr>
              <a:t>Outro bem eu não acharei;</a:t>
            </a:r>
            <a:br>
              <a:rPr lang="pt-BR" altLang="pt-BR" sz="3600" b="1" i="1">
                <a:solidFill>
                  <a:schemeClr val="accent2"/>
                </a:solidFill>
              </a:rPr>
            </a:br>
            <a:r>
              <a:rPr lang="pt-BR" altLang="pt-BR" sz="3600" b="1" i="1">
                <a:solidFill>
                  <a:schemeClr val="accent2"/>
                </a:solidFill>
              </a:rPr>
              <a:t>Já em mim, esta Jesus,</a:t>
            </a:r>
            <a:br>
              <a:rPr lang="pt-BR" altLang="pt-BR" sz="3600" b="1" i="1">
                <a:solidFill>
                  <a:schemeClr val="accent2"/>
                </a:solidFill>
              </a:rPr>
            </a:br>
            <a:r>
              <a:rPr lang="pt-BR" altLang="pt-BR" sz="3600" b="1" i="1">
                <a:solidFill>
                  <a:schemeClr val="accent2"/>
                </a:solidFill>
              </a:rPr>
              <a:t>NEle só vou confiar.</a:t>
            </a:r>
            <a:br>
              <a:rPr lang="pt-BR" altLang="pt-BR" sz="3600" b="1" i="1">
                <a:solidFill>
                  <a:schemeClr val="accent2"/>
                </a:solidFill>
              </a:rPr>
            </a:br>
            <a:r>
              <a:rPr lang="pt-BR" altLang="pt-BR" sz="3600" b="1" i="1">
                <a:solidFill>
                  <a:schemeClr val="accent2"/>
                </a:solidFill>
              </a:rPr>
              <a:t>Quem aqui pode me saciar,</a:t>
            </a:r>
            <a:br>
              <a:rPr lang="pt-BR" altLang="pt-BR" sz="3600" b="1" i="1">
                <a:solidFill>
                  <a:schemeClr val="accent2"/>
                </a:solidFill>
              </a:rPr>
            </a:br>
            <a:r>
              <a:rPr lang="pt-BR" altLang="pt-BR" sz="3600" b="1" i="1">
                <a:solidFill>
                  <a:schemeClr val="accent2"/>
                </a:solidFill>
              </a:rPr>
              <a:t>Neste mundo enganador?</a:t>
            </a:r>
            <a:br>
              <a:rPr lang="pt-BR" altLang="pt-BR" sz="3600" b="1" i="1">
                <a:solidFill>
                  <a:schemeClr val="accent2"/>
                </a:solidFill>
              </a:rPr>
            </a:br>
            <a:r>
              <a:rPr lang="pt-BR" altLang="pt-BR" sz="3600" b="1" i="1">
                <a:solidFill>
                  <a:schemeClr val="accent2"/>
                </a:solidFill>
              </a:rPr>
              <a:t>Só Jesus, Jesus, só Jesus, Jesus, </a:t>
            </a:r>
            <a:br>
              <a:rPr lang="pt-BR" altLang="pt-BR" sz="3600" b="1" i="1">
                <a:solidFill>
                  <a:schemeClr val="accent2"/>
                </a:solidFill>
              </a:rPr>
            </a:br>
            <a:r>
              <a:rPr lang="pt-BR" altLang="pt-BR" sz="3600" b="1" i="1">
                <a:solidFill>
                  <a:schemeClr val="accent2"/>
                </a:solidFill>
              </a:rPr>
              <a:t>Rei meu e fiel Senhor!</a:t>
            </a:r>
            <a:endParaRPr lang="en-US" altLang="pt-BR" sz="3600" b="1" i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273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473 OUTRO BEM NÃO ACHAREI </vt:lpstr>
      <vt:lpstr>Que outro bem ansioso buscarei?  Bem melhor, que Jesus não acharei;  NEle só para sempre, hei de estar,  E de coração O amar. </vt:lpstr>
      <vt:lpstr>Outro bem não procurarei, Outro bem eu não acharei; Já em mim, esta Jesus, NEle só vou confiar. Quem aqui pode me saciar, Neste mundo enganador? Só Jesus, Jesus, só Jesus, Jesus,  Rei meu e fiel Senhor!</vt:lpstr>
      <vt:lpstr>A vaidade do mundo acabará, Tudo aqui a seu tempo findará; Para sempre somente, há de durar Quem na luz de Cristo andar. </vt:lpstr>
      <vt:lpstr>Outro bem não procurarei, Outro bem eu não acharei; Já em mim, esta Jesus, NEle só vou confiar. Quem aqui pode me saciar, Neste mundo enganador? Só Jesus, Jesus, só Jesus, Jesus,  Rei meu e fiel Senhor!</vt:lpstr>
      <vt:lpstr>Entre os homens não buscarei a luz; Não mais vivo,  Mais vive em mim Jesus;  Sua graça é bastante para mim, Não terá no céu, mais fim! </vt:lpstr>
      <vt:lpstr>Outro bem não procurarei, Outro bem eu não acharei; Já em mim, esta Jesus, NEle só vou confiar. Quem aqui pode me saciar, Neste mundo enganador? Só Jesus, Jesus, só Jesus, Jesus,  Rei meu e fiel Senhor!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473 - OUTRO BEM NÃO ACHAREI </dc:title>
  <dc:creator>Montagna</dc:creator>
  <cp:lastModifiedBy>Emerson Souza</cp:lastModifiedBy>
  <cp:revision>3</cp:revision>
  <dcterms:created xsi:type="dcterms:W3CDTF">2005-10-21T09:54:20Z</dcterms:created>
  <dcterms:modified xsi:type="dcterms:W3CDTF">2026-05-02T22:16:40Z</dcterms:modified>
</cp:coreProperties>
</file>