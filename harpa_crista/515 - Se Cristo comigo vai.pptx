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6" r:id="rId2"/>
    <p:sldId id="256" r:id="rId3"/>
    <p:sldId id="257" r:id="rId4"/>
    <p:sldId id="258" r:id="rId5"/>
    <p:sldId id="264" r:id="rId6"/>
    <p:sldId id="259" r:id="rId7"/>
    <p:sldId id="267" r:id="rId8"/>
    <p:sldId id="260" r:id="rId9"/>
    <p:sldId id="268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>
            <a:extLst>
              <a:ext uri="{FF2B5EF4-FFF2-40B4-BE49-F238E27FC236}">
                <a16:creationId xmlns:a16="http://schemas.microsoft.com/office/drawing/2014/main" id="{85B8572E-8B99-4020-7B48-021BCA9743E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1267" name="Group 3">
              <a:extLst>
                <a:ext uri="{FF2B5EF4-FFF2-40B4-BE49-F238E27FC236}">
                  <a16:creationId xmlns:a16="http://schemas.microsoft.com/office/drawing/2014/main" id="{C6E6FCD0-2DCC-4607-8592-74739E73DBE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1268" name="Freeform 4">
                <a:extLst>
                  <a:ext uri="{FF2B5EF4-FFF2-40B4-BE49-F238E27FC236}">
                    <a16:creationId xmlns:a16="http://schemas.microsoft.com/office/drawing/2014/main" id="{79CF36AF-6B63-5601-86E5-CBEC8A53F0E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69" name="Freeform 5">
                <a:extLst>
                  <a:ext uri="{FF2B5EF4-FFF2-40B4-BE49-F238E27FC236}">
                    <a16:creationId xmlns:a16="http://schemas.microsoft.com/office/drawing/2014/main" id="{E79AE4AD-0810-31A4-194C-A1E720F98B0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0" name="Freeform 6">
                <a:extLst>
                  <a:ext uri="{FF2B5EF4-FFF2-40B4-BE49-F238E27FC236}">
                    <a16:creationId xmlns:a16="http://schemas.microsoft.com/office/drawing/2014/main" id="{9BD7EAB3-07AE-CEDC-4D94-8A7D4F20AE1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1" name="Freeform 7">
                <a:extLst>
                  <a:ext uri="{FF2B5EF4-FFF2-40B4-BE49-F238E27FC236}">
                    <a16:creationId xmlns:a16="http://schemas.microsoft.com/office/drawing/2014/main" id="{A9C6207B-993A-1F73-5D03-1F4F6788CFD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2" name="Freeform 8">
                <a:extLst>
                  <a:ext uri="{FF2B5EF4-FFF2-40B4-BE49-F238E27FC236}">
                    <a16:creationId xmlns:a16="http://schemas.microsoft.com/office/drawing/2014/main" id="{25354671-E212-CC46-F677-3FC050623E4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1273" name="Freeform 9">
              <a:extLst>
                <a:ext uri="{FF2B5EF4-FFF2-40B4-BE49-F238E27FC236}">
                  <a16:creationId xmlns:a16="http://schemas.microsoft.com/office/drawing/2014/main" id="{D51322DE-CE57-F9B4-FCCE-02A320FCEC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4" name="Freeform 10">
              <a:extLst>
                <a:ext uri="{FF2B5EF4-FFF2-40B4-BE49-F238E27FC236}">
                  <a16:creationId xmlns:a16="http://schemas.microsoft.com/office/drawing/2014/main" id="{FC322452-6BB4-0388-B621-C96D3BFD24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275" name="Rectangle 11">
            <a:extLst>
              <a:ext uri="{FF2B5EF4-FFF2-40B4-BE49-F238E27FC236}">
                <a16:creationId xmlns:a16="http://schemas.microsoft.com/office/drawing/2014/main" id="{E6F69CD2-B53B-5C08-282A-0970E06A0333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D55FFEB8-E15D-23F5-4DED-5C6ED6771C2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28A12F04-449F-4781-A8E4-5B6F1C1A549C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D89DAB50-E95C-4B3D-87A4-7B033B8D50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40CC40FF-7BB8-848D-980B-77CB2711F3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12D8272-310C-4395-AC99-CDE9A502FFE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FDEA0-37B3-62BB-B006-EA7CF3A1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511AC7-C5C2-0C95-745B-0C5D87AC7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368459-919C-D407-4206-9F29810E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F6D90E-8E80-4225-316E-277F256EA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D7E554-FF35-468F-BE82-ADB71A08B23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FEEE85-A89C-396E-EC38-1CE2C4A562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17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ED528-80C8-346A-E4DC-ACD4B448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2A083-351D-73E0-6B14-F9579AEE4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8D13E1-B44D-648C-F731-96A4F814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0F57403-2908-FC61-882B-02F7F73F82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15932-5BBB-4578-A62F-7455E561D9B6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614AD3-CA31-8746-54F4-B7C5429D77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807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63CCF-1DB1-548D-66BD-2368C98D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652DD-7A0A-7FFB-0C80-99785D52D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AE833F-BACE-08CD-4128-01AAB14E7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BEF772-CDEC-01D8-263A-23C3ED42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8D637F-37C5-9E2F-DD1A-FC5CCD1760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21EB9F-E071-4182-B564-7DFCEC17197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A43F323-F30D-BC6F-38E2-6A1498034E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37560-A285-D3C9-BD08-BEDEAE1E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BA7E97-696F-2319-1984-C6D546DD0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8FE240-64AA-3157-D7EE-59BD7803D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FBF09D-5579-60A9-1850-DC4197DE2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9AF822-D3B3-6C48-046B-2C25BF6CD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31EF52-8E9A-392C-21FD-37047E16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29A0939D-1BD7-FD3C-3321-5261D02342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C9D47F-D116-4F8F-9B33-025BC8AAB83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FA0FFE47-5E5B-5482-69E6-08D945BA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64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F031F-C664-0884-5958-F7B74529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6B76AB-B809-EE31-110E-656AD78D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3D3A5F-88A5-C3D9-DBBE-87A1868985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407CED2-BDFA-4EB5-A4F2-CC3FA221C56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B7A9EB-C405-F268-2C23-7591204E41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552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546CB6-A2EE-1209-0A05-CA3639757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E8C9C54-D4DA-F02B-1DCE-45A01A10A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6F21222-672A-4AA0-8942-10C6290A4AED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EC3AAA-4A9E-5628-04C0-812512A281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349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5CA7D-9AB4-E3E3-145B-FDEEFB07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DB7EDF-8519-D70F-9DC6-FB53BFB5D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15E64F-3B74-A5E0-32E0-E7117E5CC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684998-6D40-DA58-B791-56C974C8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2B2C1C-4132-CC99-8810-E862188FA4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32E522-F6DF-4871-B86F-D581B2D3D96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1818C8A6-2751-CC68-95C3-3DC69346E3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35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B5721-E062-7C8A-72A0-A86C02F8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77B27E7-FFD5-441B-CB24-8747557F6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6D2E8D-110F-9F92-EE27-6FD44E9AC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BADC05-987C-8B4D-44DB-FF02B20F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FBB388-6347-E315-A3DA-BF9F74F06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A20BA-3EC1-41DE-B657-DFC6807D8C20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771B3421-4820-A10D-FD9A-983FDC392C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945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85960-0D18-9040-2092-33FC46FED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CC241C-330F-C802-7E6B-335889F54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C4C696-02F6-A2E9-25C9-B100C718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32448F0-1E72-465E-A65C-9C9AD5F112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C17095-E81E-4533-BD3C-EB7F7E836D2D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440AFC-7C47-8E3B-EC88-F66DD1EFA1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281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9E7722-212D-BCF1-785F-89BD280BB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477D6A-599E-7C12-B2D0-AB878295E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AE0798-E016-097A-94AE-838F632E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A3320B-C7DD-C851-97CB-CD0A2E0C97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2CBDA5-53A3-4C7C-8DF6-EFEEA31629C8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E106C6-D175-1C9E-E94B-F0D2B00FF2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307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6DEEF93-09BD-C289-EA1C-1A34274CA0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ABE7AF0-C81A-5E62-1BDD-39889FC2EE2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A0ED7D2-5927-4421-BDCD-8195EAFB542F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10244" name="Group 4">
            <a:extLst>
              <a:ext uri="{FF2B5EF4-FFF2-40B4-BE49-F238E27FC236}">
                <a16:creationId xmlns:a16="http://schemas.microsoft.com/office/drawing/2014/main" id="{BF38DAFF-E743-2615-E274-A5617FE78C2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245" name="Group 5">
              <a:extLst>
                <a:ext uri="{FF2B5EF4-FFF2-40B4-BE49-F238E27FC236}">
                  <a16:creationId xmlns:a16="http://schemas.microsoft.com/office/drawing/2014/main" id="{70E110AE-84F7-0F79-B1C6-DB0055D8E3F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0246" name="Freeform 6">
                <a:extLst>
                  <a:ext uri="{FF2B5EF4-FFF2-40B4-BE49-F238E27FC236}">
                    <a16:creationId xmlns:a16="http://schemas.microsoft.com/office/drawing/2014/main" id="{8F480C9A-1525-FB9D-507A-74AA4450443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7" name="Freeform 7">
                <a:extLst>
                  <a:ext uri="{FF2B5EF4-FFF2-40B4-BE49-F238E27FC236}">
                    <a16:creationId xmlns:a16="http://schemas.microsoft.com/office/drawing/2014/main" id="{5CBE4467-6756-6E4E-5B48-CF6FCC35BF2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8" name="Freeform 8">
                <a:extLst>
                  <a:ext uri="{FF2B5EF4-FFF2-40B4-BE49-F238E27FC236}">
                    <a16:creationId xmlns:a16="http://schemas.microsoft.com/office/drawing/2014/main" id="{5B0A124D-F0CE-7B97-9CD4-2579CEAF76C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9" name="Freeform 9">
                <a:extLst>
                  <a:ext uri="{FF2B5EF4-FFF2-40B4-BE49-F238E27FC236}">
                    <a16:creationId xmlns:a16="http://schemas.microsoft.com/office/drawing/2014/main" id="{C190633F-7235-099F-B753-B45E2D0A98F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0" name="Freeform 10">
                <a:extLst>
                  <a:ext uri="{FF2B5EF4-FFF2-40B4-BE49-F238E27FC236}">
                    <a16:creationId xmlns:a16="http://schemas.microsoft.com/office/drawing/2014/main" id="{A020D687-ACDB-D17B-B32C-FCD6266FCAD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0251" name="Freeform 11">
              <a:extLst>
                <a:ext uri="{FF2B5EF4-FFF2-40B4-BE49-F238E27FC236}">
                  <a16:creationId xmlns:a16="http://schemas.microsoft.com/office/drawing/2014/main" id="{BF08A587-DBE4-2B63-9B9D-9BCFB209470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2" name="Freeform 12">
              <a:extLst>
                <a:ext uri="{FF2B5EF4-FFF2-40B4-BE49-F238E27FC236}">
                  <a16:creationId xmlns:a16="http://schemas.microsoft.com/office/drawing/2014/main" id="{43658DA8-F530-CD65-C694-ACEEF44E06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5F653DA3-AF52-3641-D676-16A368780B8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9381E1E9-080D-896A-9F41-3845EFBD30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5306C86D-E209-F390-DCEF-B57D897E4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6E0B87D-706F-3971-69F3-D07C4E000C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28800"/>
            <a:ext cx="7772400" cy="1920875"/>
          </a:xfrm>
        </p:spPr>
        <p:txBody>
          <a:bodyPr/>
          <a:lstStyle/>
          <a:p>
            <a:r>
              <a:rPr lang="pt-BR" altLang="pt-BR" b="0">
                <a:solidFill>
                  <a:srgbClr val="CCCCFF"/>
                </a:solidFill>
              </a:rPr>
              <a:t>515</a:t>
            </a:r>
            <a:br>
              <a:rPr lang="pt-BR" altLang="pt-BR" b="0">
                <a:solidFill>
                  <a:srgbClr val="CCCCFF"/>
                </a:solidFill>
              </a:rPr>
            </a:br>
            <a:r>
              <a:rPr lang="pt-BR" altLang="pt-BR" b="0">
                <a:solidFill>
                  <a:srgbClr val="CCCCFF"/>
                </a:solidFill>
              </a:rPr>
              <a:t>Se Cristo Comigo Vai</a:t>
            </a:r>
            <a:endParaRPr lang="en-US" altLang="pt-BR" b="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D31E3C8-4DDC-10F1-D650-BE65889343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5000" b="0">
                <a:solidFill>
                  <a:srgbClr val="CCCCFF"/>
                </a:solidFill>
              </a:rPr>
              <a:t>Se, pelos vales, eu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Peregrino vou andar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Ou na luz Gloriosa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De Cristo habitar,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Irei com meu Senhor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Pra onde Ele for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Confiando na graça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Do meu Salvador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BC6D520-C608-F769-5517-6F025F96D2F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r>
              <a:rPr lang="en-US" altLang="pt-BR" sz="5000" b="0">
                <a:solidFill>
                  <a:srgbClr val="CCCCFF"/>
                </a:solidFill>
              </a:rPr>
              <a:t>Se Cristo comigo vai, eu irei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 não temerei, com gozo irei;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Comigo vai;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 grato servir a Jesus, levar a cruz;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Se Cristo comigo vai, eu irei.</a:t>
            </a:r>
            <a:br>
              <a:rPr lang="en-US" altLang="pt-BR" sz="5000" b="0">
                <a:solidFill>
                  <a:srgbClr val="CCCCFF"/>
                </a:solidFill>
              </a:rPr>
            </a:br>
            <a:br>
              <a:rPr lang="en-US" altLang="pt-BR" sz="5000" b="0">
                <a:solidFill>
                  <a:srgbClr val="CCCCFF"/>
                </a:solidFill>
              </a:rPr>
            </a:br>
            <a:endParaRPr lang="en-US" altLang="pt-BR" sz="5000" b="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ABA786B-F45C-9C67-1D85-9B1004D4CB3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6583362"/>
          </a:xfrm>
        </p:spPr>
        <p:txBody>
          <a:bodyPr/>
          <a:lstStyle/>
          <a:p>
            <a:r>
              <a:rPr lang="en-US" altLang="pt-BR" sz="5000" b="0">
                <a:solidFill>
                  <a:srgbClr val="CCCCFF"/>
                </a:solidFill>
              </a:rPr>
              <a:t>Se lá para o deserto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Jesus me quer mandar;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Levando boas novas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De salvação sem par;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Eu lidarei, então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Com paz no coração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A Cristo seguindo,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Sem mais dilação.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5">
            <a:extLst>
              <a:ext uri="{FF2B5EF4-FFF2-40B4-BE49-F238E27FC236}">
                <a16:creationId xmlns:a16="http://schemas.microsoft.com/office/drawing/2014/main" id="{B674A872-307C-F58B-17E9-AC47A9147BF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762000"/>
            <a:ext cx="9144000" cy="5257800"/>
          </a:xfrm>
          <a:noFill/>
          <a:ln/>
        </p:spPr>
        <p:txBody>
          <a:bodyPr/>
          <a:lstStyle/>
          <a:p>
            <a:r>
              <a:rPr lang="en-US" altLang="pt-BR" sz="5000" b="0">
                <a:solidFill>
                  <a:srgbClr val="CCCCFF"/>
                </a:solidFill>
              </a:rPr>
              <a:t>Se Cristo comigo vai, eu irei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 não temerei, com gozo irei;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Comigo vai;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 grato servir a Jesus, levar a cruz;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Se Cristo comigo vai, eu irei.</a:t>
            </a:r>
            <a:br>
              <a:rPr lang="en-US" altLang="pt-BR" sz="5000" b="0">
                <a:solidFill>
                  <a:srgbClr val="CCCCFF"/>
                </a:solidFill>
              </a:rPr>
            </a:br>
            <a:br>
              <a:rPr lang="en-US" altLang="pt-BR" sz="5000" b="0">
                <a:solidFill>
                  <a:srgbClr val="CCCCFF"/>
                </a:solidFill>
              </a:rPr>
            </a:br>
            <a:endParaRPr lang="en-US" altLang="pt-BR" sz="5000" b="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280FC7F-2F12-2501-7498-1B4A826D903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28600" y="0"/>
            <a:ext cx="8915400" cy="6705600"/>
          </a:xfrm>
        </p:spPr>
        <p:txBody>
          <a:bodyPr/>
          <a:lstStyle/>
          <a:p>
            <a:r>
              <a:rPr lang="en-US" altLang="pt-BR" sz="5000" b="0">
                <a:solidFill>
                  <a:srgbClr val="CCCCFF"/>
                </a:solidFill>
              </a:rPr>
              <a:t>Será a minha sorte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A dura cruz levar,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Sua Graça e Seu poder,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Quero sempre aqui contar.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Contente com Jesus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Levando a minha cruz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Eu falo de Cristo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Que é a minha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>
            <a:extLst>
              <a:ext uri="{FF2B5EF4-FFF2-40B4-BE49-F238E27FC236}">
                <a16:creationId xmlns:a16="http://schemas.microsoft.com/office/drawing/2014/main" id="{7D0A8586-D926-2D9F-0B06-6530B9BCFA3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838200"/>
            <a:ext cx="9144000" cy="5257800"/>
          </a:xfrm>
          <a:noFill/>
          <a:ln/>
        </p:spPr>
        <p:txBody>
          <a:bodyPr/>
          <a:lstStyle/>
          <a:p>
            <a:r>
              <a:rPr lang="en-US" altLang="pt-BR" sz="5000" b="0">
                <a:solidFill>
                  <a:srgbClr val="CCCCFF"/>
                </a:solidFill>
              </a:rPr>
              <a:t>Se Cristo comigo vai, eu irei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 não temerei, com gozo irei;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Comigo vai;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 grato servir a Jesus, levar a cruz;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Se Cristo comigo vai, eu irei.</a:t>
            </a:r>
            <a:br>
              <a:rPr lang="en-US" altLang="pt-BR" sz="5000" b="0">
                <a:solidFill>
                  <a:srgbClr val="CCCCFF"/>
                </a:solidFill>
              </a:rPr>
            </a:br>
            <a:br>
              <a:rPr lang="en-US" altLang="pt-BR" sz="5000" b="0">
                <a:solidFill>
                  <a:srgbClr val="CCCCFF"/>
                </a:solidFill>
              </a:rPr>
            </a:br>
            <a:endParaRPr lang="en-US" altLang="pt-BR" sz="5000" b="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29981D7-8FA5-24D2-4DF0-C61C505A338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152400"/>
            <a:ext cx="9144000" cy="6400800"/>
          </a:xfrm>
        </p:spPr>
        <p:txBody>
          <a:bodyPr/>
          <a:lstStyle/>
          <a:p>
            <a:r>
              <a:rPr lang="en-US" altLang="pt-BR" sz="5000" b="0">
                <a:solidFill>
                  <a:srgbClr val="CCCCFF"/>
                </a:solidFill>
              </a:rPr>
              <a:t>Ao Salvador Jesus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Eu desejo obedecer,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Pois na Sua palavra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Encontro o meu saber;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Fiel a Deus serei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O mundo vencerei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Jesus vai comigo,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Não mais temerei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5">
            <a:extLst>
              <a:ext uri="{FF2B5EF4-FFF2-40B4-BE49-F238E27FC236}">
                <a16:creationId xmlns:a16="http://schemas.microsoft.com/office/drawing/2014/main" id="{09ECBE90-F5C4-72D6-26FA-A43039E15E3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533400"/>
            <a:ext cx="9144000" cy="5791200"/>
          </a:xfrm>
          <a:noFill/>
          <a:ln/>
        </p:spPr>
        <p:txBody>
          <a:bodyPr/>
          <a:lstStyle/>
          <a:p>
            <a:r>
              <a:rPr lang="en-US" altLang="pt-BR" sz="5000" b="0">
                <a:solidFill>
                  <a:srgbClr val="CCCCFF"/>
                </a:solidFill>
              </a:rPr>
              <a:t>Se Cristo comigo vai, eu irei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 não temerei, com gozo irei; 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Comigo vai;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E grato servir a Jesus, levar a cruz;</a:t>
            </a:r>
            <a:br>
              <a:rPr lang="en-US" altLang="pt-BR" sz="5000" b="0">
                <a:solidFill>
                  <a:srgbClr val="CCCCFF"/>
                </a:solidFill>
              </a:rPr>
            </a:br>
            <a:r>
              <a:rPr lang="en-US" altLang="pt-BR" sz="5000" b="0">
                <a:solidFill>
                  <a:srgbClr val="CCCCFF"/>
                </a:solidFill>
              </a:rPr>
              <a:t>Se Cristo comigo vai, eu irei.</a:t>
            </a:r>
            <a:br>
              <a:rPr lang="en-US" altLang="pt-BR" sz="5000" b="0">
                <a:solidFill>
                  <a:srgbClr val="CCCCFF"/>
                </a:solidFill>
              </a:rPr>
            </a:br>
            <a:br>
              <a:rPr lang="en-US" altLang="pt-BR" sz="5000" b="0">
                <a:solidFill>
                  <a:srgbClr val="CCCCFF"/>
                </a:solidFill>
              </a:rPr>
            </a:br>
            <a:endParaRPr lang="en-US" altLang="pt-BR" sz="5000" b="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xo">
  <a:themeElements>
    <a:clrScheme name="Fluxo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Fluxo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luxo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ux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Fluxo</Template>
  <TotalTime>19</TotalTime>
  <Words>334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Garamond</vt:lpstr>
      <vt:lpstr>Times New Roman</vt:lpstr>
      <vt:lpstr>Wingdings</vt:lpstr>
      <vt:lpstr>Fluxo</vt:lpstr>
      <vt:lpstr>515 Se Cristo Comigo Vai</vt:lpstr>
      <vt:lpstr>Se, pelos vales, eu Peregrino vou andar Ou na luz Gloriosa  De Cristo habitar, Irei com meu Senhor Pra onde Ele for Confiando na graça  Do meu Salvador</vt:lpstr>
      <vt:lpstr>Se Cristo comigo vai, eu irei E não temerei, com gozo irei;  Comigo vai; E grato servir a Jesus, levar a cruz; Se Cristo comigo vai, eu irei.  </vt:lpstr>
      <vt:lpstr>Se lá para o deserto  Jesus me quer mandar; Levando boas novas  De salvação sem par; Eu lidarei, então  Com paz no coração A Cristo seguindo,  Sem mais dilação.</vt:lpstr>
      <vt:lpstr>Se Cristo comigo vai, eu irei E não temerei, com gozo irei;  Comigo vai; E grato servir a Jesus, levar a cruz; Se Cristo comigo vai, eu irei.  </vt:lpstr>
      <vt:lpstr>Será a minha sorte  A dura cruz levar, Sua Graça e Seu poder, Quero sempre aqui contar. Contente com Jesus Levando a minha cruz Eu falo de Cristo Que é a minha luz.</vt:lpstr>
      <vt:lpstr>Se Cristo comigo vai, eu irei E não temerei, com gozo irei;  Comigo vai; E grato servir a Jesus, levar a cruz; Se Cristo comigo vai, eu irei.  </vt:lpstr>
      <vt:lpstr>Ao Salvador Jesus  Eu desejo obedecer, Pois na Sua palavra  Encontro o meu saber; Fiel a Deus serei O mundo vencerei Jesus vai comigo, Não mais temerei</vt:lpstr>
      <vt:lpstr>Se Cristo comigo vai, eu irei E não temerei, com gozo irei;  Comigo vai; E grato servir a Jesus, levar a cruz; Se Cristo comigo vai, eu irei.  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Se, pelos vales, eu peregrino vou andar Ou na luz Gloriosa de Cristo habitar, Irei com meu Senhor p’ra onde Ele for. Confiando na graça de meu Salvador. </dc:title>
  <dc:creator>owner</dc:creator>
  <cp:lastModifiedBy>Emerson Souza</cp:lastModifiedBy>
  <cp:revision>3</cp:revision>
  <dcterms:created xsi:type="dcterms:W3CDTF">2004-11-22T00:27:55Z</dcterms:created>
  <dcterms:modified xsi:type="dcterms:W3CDTF">2026-05-02T22:20:07Z</dcterms:modified>
</cp:coreProperties>
</file>