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6D84C0-998A-1DAF-B16E-1C422982C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3ADD49-8B4E-AC00-6F62-4A50AFCAD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B6C5B2-524C-94FB-6405-410DB9F1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F51F71-786D-683A-B005-27E5E77B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341AD6-C8CE-CC87-373A-C75255CB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C1EF17-CB64-4C32-B0C3-20110356BD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0518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1D3F6-5A52-27FE-768A-41085DBF1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551DC6-0A44-FFE1-E645-497887560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BEF72B-AD4D-34A3-0996-9D92A3A2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904AC8-6F39-A684-46AB-4B53BAB14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2E81D1-2E03-656A-1B11-4DF94D08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C1417B-001D-427D-AE20-D03641F3E7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426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99FAD9-76AF-B6B7-CA54-F3406FE3F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8F0E18-6671-47E8-2960-9885726F3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ACB169-9C68-A9FE-1E8F-FA6D6DD3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49C31C-2C19-C94F-7D1D-EF8264A1A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E44F14-B17E-E7D3-9F9F-5919B7067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CC5E4A-EA98-4AFC-989A-CD64B8C8B6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516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2BD1A-B3F9-D47E-412E-BB41AC1D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1A9700-AB79-C10A-DC33-C388F0CFF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A98F29-D5DB-A312-81F3-6128DCA37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D0BE91-B7CF-53AE-B2AB-D61E2AA90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AAA232-DC1E-6A55-A370-18527D9CF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261FA1-DD5B-7EF7-D7D8-ECC4DAEE2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E39669-20F1-4B4B-8F2E-B62D73D9EF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673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C98FC-9ECB-BB78-99FE-3328F48AF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3CD026-A517-3E4D-8640-0DFA2017E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D16A8E-D185-56E5-8E0A-052C71582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DCB269-4392-AF72-ACC8-89132CF5B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4E80BA-6B32-322D-B2B0-11583E3A2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5F06448-BC89-E984-C9E4-E18A3EFEF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5012BC7-C6D8-9261-E777-E0905676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4636044-74E5-A76E-6939-0F6D8710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476252-8FBD-45FB-8181-79A9D91198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000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FFF6A-E0AD-E6E5-DAD5-FC08168E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FA7FC4-32A2-0E34-093E-0CCB885F5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A0E3AB-8469-8BE3-1105-A8C647F7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C31519F-1679-96EB-4F12-EA815A375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61F2D2-EC4C-4DFE-828D-AFCC3DEBE0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1044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2B423E1-4571-A49C-A12B-1D3DBCC08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4555C9B-79F7-1810-8B62-BED96479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2FE27E-BBCA-1044-E2A9-68FAA718D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3EA143-4C48-4E0A-980C-8396F12878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4620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1166D-0EA8-5845-96ED-053829508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01FF17-5D98-70B4-4ECF-B82A84074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48C624-BA51-134F-3D66-E39021ECC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BE1FF1-0E3F-A7EB-2F15-94C111400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4803B6-2B7E-D934-FC6A-D136D854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DB3651-F2BD-FD97-F825-1795D7D4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26ABD3-9B76-4F8D-B6D6-9F5F4AC683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6486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E8BD7-F374-A070-9962-B2326A9A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80743A2-1858-93AA-53BF-666FD5B39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1F7199-5137-AECA-BAFE-B08AF2903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7D6462-5255-E6C6-C1B9-90F6B968A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989CF9-C1C7-F812-599D-1E069DC1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998009-2D9A-E5B4-D2BD-BEE39ABF9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2AACAC-7966-4FF8-B6B4-E1B28027D3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176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CF042-8C65-F110-4A2A-56BE5724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6662E1-BB61-AC5D-2F54-58F75CC2D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D1312F-054D-70B6-74E2-B5C7BB37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5F11AF-1AC7-2BDF-3EC3-73248616B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E1518A-FB22-BA87-56E2-E78EE1D4B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248AE8-D16B-44DA-A53D-984FFEAB4F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04301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9E2360-BF45-38B4-FF93-9DE6171DA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84C819-9594-6033-AE24-2BB1E5E14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A9CAD2-A5EF-D3AB-EA47-FDA6FC5F0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AD5CEF-8794-8891-99EE-6A7E74620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A3A059-E187-C479-9B85-94AE66B7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6DE257-F08C-4679-9860-D984269EE3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0393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D6E2621-C2A7-2F51-AA9E-1195ACF451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383406A-5C57-09E0-4E1B-F4DE3AA3F6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8EE4CAB-C948-F76A-65A9-72E6659060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39021BC-23C4-D221-25FD-6DE8A36B777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9960972-070B-994A-3C3C-C2D14375B6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DA61F7A-BE15-4394-BA6B-1E459EAC9C1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58BE24E-3CE0-7120-3250-B1CA1EFA9D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569 – Morri na Cruz por Ti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ECDB114-AA2F-EA1B-C39C-F0347A75ACA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5C644E4-AA87-B50C-07C2-E7F72F476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“Morri na cruz por ti: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Morri pra te livrar!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Meu sangue, ali, verti,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posso te salvar.”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59D39EF-492F-D50C-DD66-FB58CF890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“Morri! morri na cruz por ti:</a:t>
            </a:r>
            <a:br>
              <a:rPr lang="en-US" altLang="pt-BR" sz="4000" b="1" i="1"/>
            </a:br>
            <a:r>
              <a:rPr lang="en-US" altLang="pt-BR" sz="4000" b="1" i="1"/>
              <a:t>Que fazes tu por mim?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Morri! morri na cruz por ti: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fazes tu por mim?”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A226834-95F3-DD48-3D6E-9F1F27020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“Vivi assim por ti,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dor, em dissabor,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tudo fiz aqui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ser teu Salvador.”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CB9D572-0608-F266-A20D-B46377C03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“Morri! morri na cruz por ti:</a:t>
            </a:r>
            <a:br>
              <a:rPr lang="en-US" altLang="pt-BR" sz="4000" b="1" i="1"/>
            </a:br>
            <a:r>
              <a:rPr lang="en-US" altLang="pt-BR" sz="4000" b="1" i="1"/>
              <a:t>Que fazes tu por mim?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Morri! morri na cruz por ti: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fazes tu por mim?”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DFE1247-17C1-AFBB-869F-0B2C9BFD58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"Sofri na cruz por ti, </a:t>
            </a:r>
            <a:br>
              <a:rPr lang="en-US" altLang="pt-BR" sz="4000" i="1"/>
            </a:br>
            <a:r>
              <a:rPr lang="en-US" altLang="pt-BR" sz="4000" i="1"/>
              <a:t>A fim de te salvar.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vida consegui,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tu irás gozar.”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B02BA9E-27F5-0A85-A4FE-8A45390CE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“Morri! morri na cruz por ti:</a:t>
            </a:r>
            <a:br>
              <a:rPr lang="en-US" altLang="pt-BR" sz="4000" b="1" i="1"/>
            </a:br>
            <a:r>
              <a:rPr lang="en-US" altLang="pt-BR" sz="4000" b="1" i="1"/>
              <a:t>Que fazes tu por mim?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Morri! morri na cruz por ti: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fazes tu por mim?”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FC4AC77-30EE-C348-1415-02FFABF3B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Eu trouxe a salvação,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Dos altos céus louvor.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 certo meu perdão,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 grande o meu amor!”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6AD3699-53B5-4577-E077-3DD908C537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“Morri! morri na cruz por ti:</a:t>
            </a:r>
            <a:br>
              <a:rPr lang="en-US" altLang="pt-BR" sz="4000" b="1" i="1"/>
            </a:br>
            <a:r>
              <a:rPr lang="en-US" altLang="pt-BR" sz="4000" b="1" i="1"/>
              <a:t>Que fazes tu por mim?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Morri! morri na cruz por ti: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fazes tu por mim?”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569 – Morri na Cruz por Ti </vt:lpstr>
      <vt:lpstr>“Morri na cruz por ti:  Morri pra te livrar!  Meu sangue, ali, verti,  E posso te salvar.”  </vt:lpstr>
      <vt:lpstr>“Morri! morri na cruz por ti: Que fazes tu por mim?  Morri! morri na cruz por ti:  Que fazes tu por mim?”  </vt:lpstr>
      <vt:lpstr>“Vivi assim por ti,  Em dor, em dissabor,  E tudo fiz aqui  Pra ser teu Salvador.”  </vt:lpstr>
      <vt:lpstr>“Morri! morri na cruz por ti: Que fazes tu por mim?  Morri! morri na cruz por ti:  Que fazes tu por mim?”  </vt:lpstr>
      <vt:lpstr>"Sofri na cruz por ti,  A fim de te salvar.  A vida consegui,  Que tu irás gozar.”  </vt:lpstr>
      <vt:lpstr>“Morri! morri na cruz por ti: Que fazes tu por mim?  Morri! morri na cruz por ti:  Que fazes tu por mim?”  </vt:lpstr>
      <vt:lpstr>Eu trouxe a salvação,  Dos altos céus louvor.  É certo meu perdão,  É grande o meu amor!” </vt:lpstr>
      <vt:lpstr>“Morri! morri na cruz por ti: Que fazes tu por mim?  Morri! morri na cruz por ti:  Que fazes tu por mim?”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569 – Morri na Cruz por Ti </dc:title>
  <dc:creator>Junior</dc:creator>
  <cp:lastModifiedBy>Emerson Souza</cp:lastModifiedBy>
  <cp:revision>1</cp:revision>
  <dcterms:created xsi:type="dcterms:W3CDTF">2005-12-27T01:27:41Z</dcterms:created>
  <dcterms:modified xsi:type="dcterms:W3CDTF">2026-05-02T22:24:49Z</dcterms:modified>
</cp:coreProperties>
</file>