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Bell MT" panose="02020503060305020303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Bell MT" panose="02020503060305020303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Bell MT" panose="02020503060305020303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Bell MT" panose="02020503060305020303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Bell MT" panose="02020503060305020303" pitchFamily="18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Bell MT" panose="02020503060305020303" pitchFamily="18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Bell MT" panose="02020503060305020303" pitchFamily="18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Bell MT" panose="02020503060305020303" pitchFamily="18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Bell MT" panose="02020503060305020303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E8F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 autoAdjust="0"/>
    <p:restoredTop sz="94595" autoAdjust="0"/>
  </p:normalViewPr>
  <p:slideViewPr>
    <p:cSldViewPr>
      <p:cViewPr varScale="1">
        <p:scale>
          <a:sx n="52" d="100"/>
          <a:sy n="52" d="100"/>
        </p:scale>
        <p:origin x="-438" y="-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56DE609-547B-D5DD-74A1-F06A2FC7CC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0468A2A-EB62-91B8-C033-34A3FA47AA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C0C1D5A-C76E-FD0A-3448-7300AF5547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6DD3FCD-CD46-CC56-887F-1E8E30CD29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8521132-D2D0-EDF7-3EC8-91EE0FB3F6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6B27724-8B12-4809-8E95-AF9BD285AD5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6132442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49BF52-69BE-A824-01AF-F44FF99D18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CCF314C-35FE-49B8-4DAE-17E505EE8E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BEE016F-AFF5-C09E-1EC0-884D48F97D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69E005E-DC0F-C9F5-46DD-C576BAE811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BAB082F-CE5F-5648-21E7-6C3755F2FB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0DF05A7-3E3A-4197-BC16-B9EDCD60909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5557030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F4B9183-D9D2-F0E4-98E2-7A741F0570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EC8A237-F8D6-C34A-E542-A243D00A25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4AB0B68-1CD7-9E8C-7EDF-AE7BB6CB3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8AEFAC9-B849-FD60-A125-83505D68A6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767A00A-500F-CDA1-7B3D-7154D8D0DA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F58EA33-A4A5-44B1-929D-E1D18D141A2C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7620989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7BFB617-1227-1A91-3A5D-0F7882A94C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14D7854-A39C-1327-8D69-0E7E02ECAFD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F047D9F-BB09-5B04-079E-9381B55F36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FD3D1168-8485-A00D-C0CD-FE05ABF18F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C27321A-5C7E-8478-74C1-AB58B1395F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6D7BC83-F7DB-5852-DD25-16843B4281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0AC4265-EF04-4917-87DC-4DAF21C1487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9590475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62086A4-2CC9-A681-6DBB-BAB76D79D8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C283167-4013-45E1-3308-33785EA6AA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4002C8E9-0452-1840-446C-B62CB7D9EA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397805FA-45A7-9CD5-DF13-534DB1EF1FA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74D5B4AB-9592-BF60-BB53-26DA427E58C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5B6C53B1-45B6-F634-A15A-825983BD26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31BDAAFE-AAD9-AB8F-97EC-029F59C94B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A028F19A-8B49-E471-6B7C-D8B329C39A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D6327DA-AFC9-4AFD-92F5-59EC660EF7D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0370043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191FDF0-2627-0F36-1321-ACA6EF4611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CE7DD569-06B7-246E-3967-6A5884D9CD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6723A50D-7ADD-BCF6-D34B-849F3D8E99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7D95FBD1-5021-A74A-E7C1-A9279D3CCD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630A5CA-A88F-4F65-9703-39B05710E02E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9476237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E873CA5D-9475-442B-1B7D-59A2B14A3F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CD5740CB-B526-0000-090B-A60430EFAD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B952F6BA-1850-9862-57C1-A344B6D6F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7ADE90F-CE4C-4B29-8454-902135D01E55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5873762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ED2EA27-D903-CEF1-E10A-9DC16F3875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B4D6D07-F748-A1F4-13C6-3CE448D9BE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B26EF371-7F1E-5317-BF4F-620C5710D1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9E8F19A-219C-0FBF-8AB0-0267C4675A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CA926AD-36B6-8F27-ABDB-91ACD03C9F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7C6FC6E-6091-2DB9-14DC-016CD99060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9033440-5B55-46AC-A64C-789C04148F0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3219606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950B225-C5A2-518D-D04D-9F9C868AEB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B61B6DFB-6B36-D9B0-0B83-81439191A77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7C0261FD-8F1A-A4F3-0CC1-750C19DE11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714693A-695B-8111-4944-42ADD9C2D5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B2420AA-0CCF-6ECD-832C-33AC9443A4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EFBAEB57-31AB-7BF7-C529-98C6CC953F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5350B09-BF9B-4893-A39E-A4583C747B6A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1234929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B86EA8-58D9-B1B1-8159-95263A166E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CC433713-67A8-5812-A98E-0F2017C54D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4FF2E8C-0646-729F-C89B-319740313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6E2834D-E6C0-F10A-5EDD-B3A35293A0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B3E71D1-C89C-1E8C-AEAB-07939CB07F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709E4D1-0EA8-48B4-AC74-0464FEAD9AF3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6244605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31CA803F-F796-0293-38A6-4BB3D13D3EB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0575EB3F-AA66-F679-FA02-422B2F19DE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B54411B-087C-2089-97E5-F8BF86F287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C728C57-7FFC-E662-DEEE-1A6E98C600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0D3573D-ACB8-70F7-31D8-6419C03993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63ABA0E-8ADF-456D-871A-5968CAF31B2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3768799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FDC31819-409E-FE66-323C-94C9A7C48E6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C839EFA6-D030-425E-9D6C-D277A176D0E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E757E3BB-E219-B93C-6303-00ADF44B3C2A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+mn-lt"/>
              </a:defRPr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27A58D34-2BAF-9F09-3613-B64A2F884818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+mn-lt"/>
              </a:defRPr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3BCAFF52-171E-6515-8F54-6CAD0D5A06B5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+mn-lt"/>
              </a:defRPr>
            </a:lvl1pPr>
          </a:lstStyle>
          <a:p>
            <a:fld id="{D235AB82-90A7-4669-BE2B-B441D70031EE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745A312B-D496-401F-236D-0FEE062A2B40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en-US" altLang="pt-BR" sz="3600">
                <a:solidFill>
                  <a:srgbClr val="FDE8F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</a:rPr>
              <a:t>33</a:t>
            </a:r>
            <a:br>
              <a:rPr lang="en-US" altLang="pt-BR" sz="3600">
                <a:solidFill>
                  <a:srgbClr val="FDE8F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</a:rPr>
            </a:br>
            <a:r>
              <a:rPr lang="en-US" altLang="pt-BR" sz="3600">
                <a:solidFill>
                  <a:srgbClr val="FDE8F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</a:rPr>
              <a:t>COM TUA MÃO SEGURA 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DC6A4D9C-27E5-C235-80F1-0B97D8A20A27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pt-BR" altLang="pt-BR" sz="3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>
            <a:extLst>
              <a:ext uri="{FF2B5EF4-FFF2-40B4-BE49-F238E27FC236}">
                <a16:creationId xmlns:a16="http://schemas.microsoft.com/office/drawing/2014/main" id="{FB0FC311-74F8-26BF-D532-B603F26FFE5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04800"/>
            <a:ext cx="9144000" cy="5562600"/>
          </a:xfrm>
        </p:spPr>
        <p:txBody>
          <a:bodyPr/>
          <a:lstStyle/>
          <a:p>
            <a:r>
              <a:rPr lang="en-US" altLang="pt-BR" sz="3600" i="1">
                <a:solidFill>
                  <a:srgbClr val="FDE8F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</a:rPr>
              <a:t>Com Tua mão, segura bem a minha, </a:t>
            </a:r>
            <a:br>
              <a:rPr lang="en-US" altLang="pt-BR" sz="3600" i="1">
                <a:solidFill>
                  <a:srgbClr val="FDE8F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</a:rPr>
            </a:br>
            <a:r>
              <a:rPr lang="en-US" altLang="pt-BR" sz="3600" i="1">
                <a:solidFill>
                  <a:srgbClr val="FDE8F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</a:rPr>
              <a:t>Pois eu tão fraco sou, ó Salvador! </a:t>
            </a:r>
            <a:br>
              <a:rPr lang="en-US" altLang="pt-BR" sz="3600" i="1">
                <a:solidFill>
                  <a:srgbClr val="FDE8F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</a:rPr>
            </a:br>
            <a:r>
              <a:rPr lang="en-US" altLang="pt-BR" sz="3600" i="1">
                <a:solidFill>
                  <a:srgbClr val="FDE8F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</a:rPr>
              <a:t>Que não me atrevo a dar nem um só passo </a:t>
            </a:r>
            <a:br>
              <a:rPr lang="en-US" altLang="pt-BR" sz="3600" i="1">
                <a:solidFill>
                  <a:srgbClr val="FDE8F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</a:rPr>
            </a:br>
            <a:r>
              <a:rPr lang="en-US" altLang="pt-BR" sz="3600" i="1">
                <a:solidFill>
                  <a:srgbClr val="FDE8F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</a:rPr>
              <a:t>Sem Teu amparo, meu Jesus Senhor!</a:t>
            </a:r>
            <a:r>
              <a:rPr lang="en-US" altLang="pt-BR" sz="3600">
                <a:solidFill>
                  <a:srgbClr val="FDE8F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</a:rPr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C9668591-8D3A-585F-8A27-05252460BDD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04800"/>
            <a:ext cx="9144000" cy="5562600"/>
          </a:xfrm>
        </p:spPr>
        <p:txBody>
          <a:bodyPr/>
          <a:lstStyle/>
          <a:p>
            <a:r>
              <a:rPr lang="en-US" altLang="pt-BR" sz="3600" i="1">
                <a:solidFill>
                  <a:srgbClr val="FDE8F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</a:rPr>
              <a:t>Com Tua mão, segura bem a minha, </a:t>
            </a:r>
            <a:br>
              <a:rPr lang="en-US" altLang="pt-BR" sz="3600" i="1">
                <a:solidFill>
                  <a:srgbClr val="FDE8F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</a:rPr>
            </a:br>
            <a:r>
              <a:rPr lang="en-US" altLang="pt-BR" sz="3600" i="1">
                <a:solidFill>
                  <a:srgbClr val="FDE8F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</a:rPr>
              <a:t>E mais e mais unido a Ti, Jesus. </a:t>
            </a:r>
            <a:br>
              <a:rPr lang="en-US" altLang="pt-BR" sz="3600" i="1">
                <a:solidFill>
                  <a:srgbClr val="FDE8F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</a:rPr>
            </a:br>
            <a:r>
              <a:rPr lang="en-US" altLang="pt-BR" sz="3600" i="1">
                <a:solidFill>
                  <a:srgbClr val="FDE8F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</a:rPr>
              <a:t>Ó traze-me, que nunca me desvie </a:t>
            </a:r>
            <a:br>
              <a:rPr lang="en-US" altLang="pt-BR" sz="3600" i="1">
                <a:solidFill>
                  <a:srgbClr val="FDE8F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</a:rPr>
            </a:br>
            <a:r>
              <a:rPr lang="en-US" altLang="pt-BR" sz="3600" i="1">
                <a:solidFill>
                  <a:srgbClr val="FDE8F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</a:rPr>
              <a:t>De Ti, Senhor, a minha vida e luz!</a:t>
            </a:r>
            <a:r>
              <a:rPr lang="en-US" altLang="pt-BR" sz="3600">
                <a:solidFill>
                  <a:srgbClr val="FDE8F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</a:rPr>
              <a:t>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DEF4C9D9-447F-C51D-36D5-1DB777B9A13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04800"/>
            <a:ext cx="9144000" cy="5562600"/>
          </a:xfrm>
        </p:spPr>
        <p:txBody>
          <a:bodyPr/>
          <a:lstStyle/>
          <a:p>
            <a:r>
              <a:rPr lang="en-US" altLang="pt-BR" sz="3600" i="1">
                <a:solidFill>
                  <a:srgbClr val="FDE8F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</a:rPr>
              <a:t>Com Tua mão, segura bem a minha, </a:t>
            </a:r>
            <a:br>
              <a:rPr lang="en-US" altLang="pt-BR" sz="3600" i="1">
                <a:solidFill>
                  <a:srgbClr val="FDE8F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</a:rPr>
            </a:br>
            <a:r>
              <a:rPr lang="en-US" altLang="pt-BR" sz="3600" i="1">
                <a:solidFill>
                  <a:srgbClr val="FDE8F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</a:rPr>
              <a:t>E, pelo mundo, alegre seguirei: </a:t>
            </a:r>
            <a:br>
              <a:rPr lang="en-US" altLang="pt-BR" sz="3600" i="1">
                <a:solidFill>
                  <a:srgbClr val="FDE8F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</a:rPr>
            </a:br>
            <a:r>
              <a:rPr lang="en-US" altLang="pt-BR" sz="3600" i="1">
                <a:solidFill>
                  <a:srgbClr val="FDE8F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</a:rPr>
              <a:t>Mesmo onde as sombras caem mais escuras </a:t>
            </a:r>
            <a:br>
              <a:rPr lang="en-US" altLang="pt-BR" sz="3600" i="1">
                <a:solidFill>
                  <a:srgbClr val="FDE8F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</a:rPr>
            </a:br>
            <a:r>
              <a:rPr lang="en-US" altLang="pt-BR" sz="3600" i="1">
                <a:solidFill>
                  <a:srgbClr val="FDE8F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</a:rPr>
              <a:t>Teu rosto vendo, nada temerei.</a:t>
            </a:r>
            <a:r>
              <a:rPr lang="en-US" altLang="pt-BR" sz="3600">
                <a:solidFill>
                  <a:srgbClr val="FDE8F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</a:rPr>
              <a:t>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5F951A77-540F-4D4F-82AB-BCE83F2ED10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04800"/>
            <a:ext cx="9144000" cy="5562600"/>
          </a:xfrm>
        </p:spPr>
        <p:txBody>
          <a:bodyPr/>
          <a:lstStyle/>
          <a:p>
            <a:r>
              <a:rPr lang="en-US" altLang="pt-BR" sz="3600" i="1">
                <a:solidFill>
                  <a:srgbClr val="FDE8F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</a:rPr>
              <a:t>E, se chegar à beira desse rio, </a:t>
            </a:r>
            <a:br>
              <a:rPr lang="en-US" altLang="pt-BR" sz="3600" i="1">
                <a:solidFill>
                  <a:srgbClr val="FDE8F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</a:rPr>
            </a:br>
            <a:r>
              <a:rPr lang="en-US" altLang="pt-BR" sz="3600" i="1">
                <a:solidFill>
                  <a:srgbClr val="FDE8F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</a:rPr>
              <a:t>Que Tu por mim quiseste atravessar, </a:t>
            </a:r>
            <a:br>
              <a:rPr lang="en-US" altLang="pt-BR" sz="3600" i="1">
                <a:solidFill>
                  <a:srgbClr val="FDE8F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</a:rPr>
            </a:br>
            <a:r>
              <a:rPr lang="en-US" altLang="pt-BR" sz="3600" i="1">
                <a:solidFill>
                  <a:srgbClr val="FDE8F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</a:rPr>
              <a:t>Com Tua mão segura bem a minha, </a:t>
            </a:r>
            <a:br>
              <a:rPr lang="en-US" altLang="pt-BR" sz="3600" i="1">
                <a:solidFill>
                  <a:srgbClr val="FDE8F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</a:rPr>
            </a:br>
            <a:r>
              <a:rPr lang="en-US" altLang="pt-BR" sz="3600" i="1">
                <a:solidFill>
                  <a:srgbClr val="FDE8F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</a:rPr>
              <a:t>E sobre a morte eu hei de triunfar</a:t>
            </a:r>
            <a:r>
              <a:rPr lang="en-US" altLang="pt-BR" sz="3600">
                <a:solidFill>
                  <a:srgbClr val="FDE8F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</a:rPr>
              <a:t>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A2813CDD-A3D7-FC71-9BE4-98EA3154B3B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04800"/>
            <a:ext cx="9144000" cy="5562600"/>
          </a:xfrm>
        </p:spPr>
        <p:txBody>
          <a:bodyPr/>
          <a:lstStyle/>
          <a:p>
            <a:r>
              <a:rPr lang="en-US" altLang="pt-BR" sz="3600" i="1">
                <a:solidFill>
                  <a:srgbClr val="FDE8F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</a:rPr>
              <a:t>Quando voltares esses céus rompendo, Segura bem a minha mão, Senhor, </a:t>
            </a:r>
            <a:br>
              <a:rPr lang="en-US" altLang="pt-BR" sz="3600" i="1">
                <a:solidFill>
                  <a:srgbClr val="FDE8F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</a:rPr>
            </a:br>
            <a:r>
              <a:rPr lang="en-US" altLang="pt-BR" sz="3600" i="1">
                <a:solidFill>
                  <a:srgbClr val="FDE8F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</a:rPr>
              <a:t>E, meu Jesus, ó leva-me contigo, </a:t>
            </a:r>
            <a:br>
              <a:rPr lang="en-US" altLang="pt-BR" sz="3600" i="1">
                <a:solidFill>
                  <a:srgbClr val="FDE8F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</a:rPr>
            </a:br>
            <a:r>
              <a:rPr lang="en-US" altLang="pt-BR" sz="3600" i="1">
                <a:solidFill>
                  <a:srgbClr val="FDE8F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</a:rPr>
              <a:t>Para onde eu goze Teu eterno amor.  </a:t>
            </a:r>
            <a:r>
              <a:rPr lang="en-US" altLang="pt-BR" sz="3600">
                <a:solidFill>
                  <a:srgbClr val="FDE8F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</a:rPr>
              <a:t>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187</Words>
  <Application>Microsoft Office PowerPoint</Application>
  <PresentationFormat>Apresentação na tela (4:3)</PresentationFormat>
  <Paragraphs>6</Paragraphs>
  <Slides>6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6</vt:i4>
      </vt:variant>
    </vt:vector>
  </HeadingPairs>
  <TitlesOfParts>
    <vt:vector size="10" baseType="lpstr">
      <vt:lpstr>Arial</vt:lpstr>
      <vt:lpstr>Tahoma</vt:lpstr>
      <vt:lpstr>Bell MT</vt:lpstr>
      <vt:lpstr>Design padrão</vt:lpstr>
      <vt:lpstr>33 COM TUA MÃO SEGURA </vt:lpstr>
      <vt:lpstr>Com Tua mão, segura bem a minha,  Pois eu tão fraco sou, ó Salvador!  Que não me atrevo a dar nem um só passo  Sem Teu amparo, meu Jesus Senhor! </vt:lpstr>
      <vt:lpstr>Com Tua mão, segura bem a minha,  E mais e mais unido a Ti, Jesus.  Ó traze-me, que nunca me desvie  De Ti, Senhor, a minha vida e luz! </vt:lpstr>
      <vt:lpstr>Com Tua mão, segura bem a minha,  E, pelo mundo, alegre seguirei:  Mesmo onde as sombras caem mais escuras  Teu rosto vendo, nada temerei. </vt:lpstr>
      <vt:lpstr>E, se chegar à beira desse rio,  Que Tu por mim quiseste atravessar,  Com Tua mão segura bem a minha,  E sobre a morte eu hei de triunfar </vt:lpstr>
      <vt:lpstr>Quando voltares esses céus rompendo, Segura bem a minha mão, Senhor,  E, meu Jesus, ó leva-me contigo,  Para onde eu goze Teu eterno amor.   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33 COM TUA MÃO SEGURA </dc:title>
  <dc:creator>Junior</dc:creator>
  <cp:lastModifiedBy>Emerson Souza</cp:lastModifiedBy>
  <cp:revision>3</cp:revision>
  <dcterms:created xsi:type="dcterms:W3CDTF">2005-12-23T00:58:28Z</dcterms:created>
  <dcterms:modified xsi:type="dcterms:W3CDTF">2026-05-02T21:39:44Z</dcterms:modified>
</cp:coreProperties>
</file>