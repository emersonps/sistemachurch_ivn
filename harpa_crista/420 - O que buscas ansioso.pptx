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7874E-536B-A220-5CAD-FE4261306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8A8BB7-4139-57A4-CC7A-0F6AC7ACE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193F08-9450-B5ED-EE5F-2D73D042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CF15C-7CD3-4104-9537-E1534124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7F2B9E-5D31-D6EB-06D3-2C4D880A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5A424-4855-4732-B099-ECC54ED508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4798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41A12-4781-8D30-71DD-DE5D4421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08F43F-1040-7D35-E029-4C2720928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E1A0F6-4550-98C9-183D-E287C112F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C6F33F-9250-2C57-ACB7-DA997521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1ECC98-C33D-85E5-9AFF-C61971C7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8BCD5-B439-4B85-940A-BAC202AED5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7147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1D04B-AA4A-21FF-D9F1-84F680DDE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3310CD-925B-E7BE-5142-3ED1E2095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F1DA84-9349-E7C2-1D2C-8C2A166B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E17BC6-D7E3-246E-0B35-721CA9F4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66CC1C-8A44-4C55-EF39-E06DB0DF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BC37BF-6395-4AF3-BD55-C101514264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4618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064A0-F6D5-7DAA-7BC5-D2FB161FA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236-9B8A-6F10-EB2B-772463C71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07AB85-F01F-ED9A-522E-A9423FFDE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EF193B-D686-ED25-26CA-7416BC2C6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B66DBF-B65C-4CD5-09A7-CF3CBC1F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F83BDD-1773-85A6-45CF-C4715E8B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CA2FEE-ED79-454F-8398-EA782BBAA9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078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45AE5-C0BD-C819-0D3F-825A5F22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0BCB09-1966-A2CD-1CA0-F57BBAEB4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2011AE-EF78-EACE-2AFB-CB0AE4FCD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84F21B4-E284-864B-BDA1-95F28DB19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1235400-3860-78E8-7739-C27AB2B82F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06C54A-A375-A070-8DA8-CD8E78428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F0747F1-795D-7079-C61A-A4A269230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9545FF-5905-0EC7-9F46-17943454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ABD4EC-42D6-4EDC-B7E2-DBCBB58A81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189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65BE7-3C3D-322B-0209-F0671F57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CDB6DE4-C5F9-3D85-36F2-0F0AA9ABA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C604A80-1B7D-4DC9-CC1B-4F0FA7500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944708-AE13-81EB-EF6D-AA27FB869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18072-03B8-421C-AA75-0D7BB38752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467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90D9EDC-FBFF-8AC4-6D3E-631AD7B1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0E85A44-58DF-8578-99BE-0BC1AB4C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C2B6C5-DC5D-5201-9066-A24B8FE6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F386A0-B0A8-447F-8D85-C27EDEA1D6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004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DB577-AD7C-9F90-3A9A-5444620E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225917-E415-5F5C-81DF-9C2D14627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D82A35-FB99-DF1D-DAF9-AC0E6AA6E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849302-5849-E45A-B6BE-2E03E96C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F2F439-39E4-193C-A3FF-C4F77CD9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EE8D5B-D446-BD55-B060-7F8DE54B9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EE23B5-C2CC-40AC-970B-7B6EB31025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277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495F3-2206-ED62-C3DA-E6A37B241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AB1B24-28F3-C5FE-9E1B-54CBB0BD04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986B81-9E40-DDFF-C27B-9EE1E0A4D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F167CF-27EE-9153-B12F-B6DC80A9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56B585-4FD3-2416-5DD7-C98FC197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0EFE22-6861-DFA5-F94C-0D8D2747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B827F5-1A63-4AEA-837B-EF4DF8DCDC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419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F460D-2AFF-7055-678C-B83CCE5E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BCB608-3DBF-6F26-9821-EA69B95F4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238A16-BF1E-09A2-FCC7-83E63BC6D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1629B-A248-66D7-16DD-530E9C95B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5BF9D7-0225-A4EC-2D8D-0FB7FC74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D2EBE5-8881-49C7-B456-CF2396E4D4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471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EAA3EE-89AC-D01E-6DDF-E53E609CE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B14E1D-8C53-CB4F-8577-0D07C5D35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3F59B2-534C-DCC1-F7A9-F0F14E413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7ABE41-3383-EC31-2267-3F534060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A5FF98-B015-2222-4F2D-34DB3D7CA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AE01-2C96-4984-A326-2F5144359D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9597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EA76BD6-1413-4DAD-0516-8F29AF56D8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09D5F51-C27F-F2FD-E849-7FE43EE90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E90C684-D582-A071-718E-874C7AF948F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2F897D-0AF5-D0A4-FA2A-F8DC94FC60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43A104A-6733-6274-3AB0-9A6A28A56D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A4BB5D1-4F0F-438E-A375-4B75D0E6038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8B5273-DB2C-676D-1857-4169CA7B2D3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420</a:t>
            </a:r>
            <a:br>
              <a:rPr lang="pt-BR" altLang="pt-BR" sz="4400" b="1"/>
            </a:br>
            <a:r>
              <a:rPr lang="pt-BR" altLang="pt-BR" sz="4400" b="1"/>
              <a:t>O QUE BUSCAS ANSIOSO?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445A52C-8FFA-53B8-3011-1DBC52DE3C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200"/>
              <a:t>Que que buscas ansioso </a:t>
            </a:r>
            <a:br>
              <a:rPr lang="pt-BR" altLang="pt-BR" sz="3200"/>
            </a:br>
            <a:r>
              <a:rPr lang="pt-BR" altLang="pt-BR" sz="3200"/>
              <a:t>O perdido pecador?</a:t>
            </a:r>
            <a:br>
              <a:rPr lang="pt-BR" altLang="pt-BR" sz="3200"/>
            </a:br>
            <a:r>
              <a:rPr lang="pt-BR" altLang="pt-BR" sz="3200"/>
              <a:t>Tudo que tens por precioso, </a:t>
            </a:r>
            <a:br>
              <a:rPr lang="pt-BR" altLang="pt-BR" sz="3200"/>
            </a:br>
            <a:r>
              <a:rPr lang="pt-BR" altLang="pt-BR" sz="3200"/>
              <a:t>Murchará qual linda flor! </a:t>
            </a:r>
            <a:br>
              <a:rPr lang="pt-BR" altLang="pt-BR" sz="3200"/>
            </a:br>
            <a:r>
              <a:rPr lang="pt-BR" altLang="pt-BR" sz="3200"/>
              <a:t>Quando teu fim chegar, </a:t>
            </a:r>
            <a:br>
              <a:rPr lang="pt-BR" altLang="pt-BR" sz="3200"/>
            </a:br>
            <a:r>
              <a:rPr lang="pt-BR" altLang="pt-BR" sz="3200"/>
              <a:t>Quando teu fim chegar, </a:t>
            </a:r>
            <a:br>
              <a:rPr lang="pt-BR" altLang="pt-BR" sz="3200"/>
            </a:br>
            <a:r>
              <a:rPr lang="pt-BR" altLang="pt-BR" sz="3200"/>
              <a:t>Há de cessar o teu gozo, </a:t>
            </a:r>
            <a:br>
              <a:rPr lang="pt-BR" altLang="pt-BR" sz="3200"/>
            </a:br>
            <a:r>
              <a:rPr lang="pt-BR" altLang="pt-BR" sz="3200"/>
              <a:t>Mas vai o crente entrar, </a:t>
            </a:r>
            <a:br>
              <a:rPr lang="pt-BR" altLang="pt-BR" sz="3200"/>
            </a:br>
            <a:r>
              <a:rPr lang="pt-BR" altLang="pt-BR" sz="3200"/>
              <a:t>Mas vai o crente entrar, </a:t>
            </a:r>
            <a:br>
              <a:rPr lang="pt-BR" altLang="pt-BR" sz="3200"/>
            </a:br>
            <a:r>
              <a:rPr lang="pt-BR" altLang="pt-BR" sz="3200"/>
              <a:t>Num lar eterno de repouso!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0D20A20-D2C1-C1F8-6DD3-C4348A7D0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200"/>
              <a:t>Neste mundo há belas flores, </a:t>
            </a:r>
            <a:br>
              <a:rPr lang="pt-BR" altLang="pt-BR" sz="3200"/>
            </a:br>
            <a:r>
              <a:rPr lang="pt-BR" altLang="pt-BR" sz="3200"/>
              <a:t>Que nos querem seduzir,</a:t>
            </a:r>
            <a:br>
              <a:rPr lang="pt-BR" altLang="pt-BR" sz="3200"/>
            </a:br>
            <a:r>
              <a:rPr lang="pt-BR" altLang="pt-BR" sz="3200"/>
              <a:t>Mas espinhos tEm, que dores,</a:t>
            </a:r>
            <a:br>
              <a:rPr lang="pt-BR" altLang="pt-BR" sz="3200"/>
            </a:br>
            <a:r>
              <a:rPr lang="pt-BR" altLang="pt-BR" sz="3200"/>
              <a:t>Hão de sempre produzir; </a:t>
            </a:r>
            <a:br>
              <a:rPr lang="pt-BR" altLang="pt-BR" sz="3200"/>
            </a:br>
            <a:r>
              <a:rPr lang="pt-BR" altLang="pt-BR" sz="3200"/>
              <a:t>Mas Cristo, o Salvador, </a:t>
            </a:r>
            <a:br>
              <a:rPr lang="pt-BR" altLang="pt-BR" sz="3200"/>
            </a:br>
            <a:r>
              <a:rPr lang="pt-BR" altLang="pt-BR" sz="3200"/>
              <a:t>Mas Cristo, o Salvador, </a:t>
            </a:r>
            <a:br>
              <a:rPr lang="pt-BR" altLang="pt-BR" sz="3200"/>
            </a:br>
            <a:r>
              <a:rPr lang="pt-BR" altLang="pt-BR" sz="3200"/>
              <a:t>De Saron é linda rosa, </a:t>
            </a:r>
            <a:br>
              <a:rPr lang="pt-BR" altLang="pt-BR" sz="3200"/>
            </a:br>
            <a:r>
              <a:rPr lang="pt-BR" altLang="pt-BR" sz="3200"/>
              <a:t>Tem excelente odor, </a:t>
            </a:r>
            <a:br>
              <a:rPr lang="pt-BR" altLang="pt-BR" sz="3200"/>
            </a:br>
            <a:r>
              <a:rPr lang="pt-BR" altLang="pt-BR" sz="3200"/>
              <a:t>Tem excelente odor,</a:t>
            </a:r>
            <a:br>
              <a:rPr lang="pt-BR" altLang="pt-BR" sz="3200"/>
            </a:br>
            <a:r>
              <a:rPr lang="pt-BR" altLang="pt-BR" sz="3200"/>
              <a:t>E alegra a alma desditosa!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6DA7EBA-5DCE-F0E7-1A96-AB685E1D6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/>
              <a:t>Larga o mundo e o pecado </a:t>
            </a:r>
            <a:br>
              <a:rPr lang="pt-BR" altLang="pt-BR" sz="3200"/>
            </a:br>
            <a:r>
              <a:rPr lang="pt-BR" altLang="pt-BR" sz="3200"/>
              <a:t>Que te trazem perdição; </a:t>
            </a:r>
            <a:br>
              <a:rPr lang="pt-BR" altLang="pt-BR" sz="3200"/>
            </a:br>
            <a:r>
              <a:rPr lang="pt-BR" altLang="pt-BR" sz="3200"/>
              <a:t>E aceita de bom grado </a:t>
            </a:r>
            <a:br>
              <a:rPr lang="pt-BR" altLang="pt-BR" sz="3200"/>
            </a:br>
            <a:r>
              <a:rPr lang="pt-BR" altLang="pt-BR" sz="3200"/>
              <a:t>A Jesus no coração. </a:t>
            </a:r>
            <a:br>
              <a:rPr lang="pt-BR" altLang="pt-BR" sz="3200"/>
            </a:br>
            <a:r>
              <a:rPr lang="pt-BR" altLang="pt-BR" sz="3200"/>
              <a:t>Vida eternal terás;</a:t>
            </a:r>
            <a:br>
              <a:rPr lang="pt-BR" altLang="pt-BR" sz="3200"/>
            </a:br>
            <a:r>
              <a:rPr lang="pt-BR" altLang="pt-BR" sz="3200"/>
              <a:t>Vida eternal terás;</a:t>
            </a:r>
            <a:br>
              <a:rPr lang="pt-BR" altLang="pt-BR" sz="3200"/>
            </a:br>
            <a:r>
              <a:rPr lang="pt-BR" altLang="pt-BR" sz="3200"/>
              <a:t>Sim, fruirás santo gozo; </a:t>
            </a:r>
            <a:br>
              <a:rPr lang="pt-BR" altLang="pt-BR" sz="3200"/>
            </a:br>
            <a:r>
              <a:rPr lang="pt-BR" altLang="pt-BR" sz="3200"/>
              <a:t>Cristo será tua paz,</a:t>
            </a:r>
            <a:br>
              <a:rPr lang="pt-BR" altLang="pt-BR" sz="3200"/>
            </a:br>
            <a:r>
              <a:rPr lang="pt-BR" altLang="pt-BR" sz="3200"/>
              <a:t>Cristo será tua paz,</a:t>
            </a:r>
            <a:br>
              <a:rPr lang="pt-BR" altLang="pt-BR" sz="3200"/>
            </a:br>
            <a:r>
              <a:rPr lang="pt-BR" altLang="pt-BR" sz="3200"/>
              <a:t>E os altos céus o teu repouso,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420 O QUE BUSCAS ANSIOSO?</vt:lpstr>
      <vt:lpstr>Que que buscas ansioso  O perdido pecador? Tudo que tens por precioso,  Murchará qual linda flor!  Quando teu fim chegar,  Quando teu fim chegar,  Há de cessar o teu gozo,  Mas vai o crente entrar,  Mas vai o crente entrar,  Num lar eterno de repouso! </vt:lpstr>
      <vt:lpstr>Neste mundo há belas flores,  Que nos querem seduzir, Mas espinhos tEm, que dores, Hão de sempre produzir;  Mas Cristo, o Salvador,  Mas Cristo, o Salvador,  De Saron é linda rosa,  Tem excelente odor,  Tem excelente odor, E alegra a alma desditosa! </vt:lpstr>
      <vt:lpstr>Larga o mundo e o pecado  Que te trazem perdição;  E aceita de bom grado  A Jesus no coração.  Vida eternal terás; Vida eternal terás; Sim, fruirás santo gozo;  Cristo será tua paz, Cristo será tua paz, E os altos céus o teu repouso,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420 - O QUE BUSCAS ANSIOSO?</dc:title>
  <dc:creator>Montagna</dc:creator>
  <cp:lastModifiedBy>Emerson Souza</cp:lastModifiedBy>
  <cp:revision>2</cp:revision>
  <dcterms:created xsi:type="dcterms:W3CDTF">2005-10-21T13:12:52Z</dcterms:created>
  <dcterms:modified xsi:type="dcterms:W3CDTF">2026-05-02T22:11:57Z</dcterms:modified>
</cp:coreProperties>
</file>