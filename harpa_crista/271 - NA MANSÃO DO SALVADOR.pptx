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3086A-8C71-219D-40E8-6932A02E6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0A4CAC-1E8C-AD77-7C5C-78C77C8ED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B8DE2E-3030-027C-788E-DF6D8EC2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06D4B9-63A4-9189-87BE-314139D4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3E429-B00D-2D44-0091-657847AF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2C71A-B595-43A7-988B-576F99E432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590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9457B-3F86-18DF-F99B-F631326A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E2E67-8ECE-F690-F8C0-97AC5BBE5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A4DF4-DA8A-DC0E-CDBC-6080C620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F81F87-1AFF-0E20-7ED5-12B75009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3E4C02-3CB6-1079-36CE-4E4C1497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D3DCF-A9A3-4058-A098-210DAB8B38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620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5ACF4-49C0-DFD7-4DEE-6DCE4048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170A2F-08AC-083D-EECC-3F0D83431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DBC7F9-CBD8-3E8D-CD0A-AFA1D2AC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92D8BC-8D13-147D-85BA-F6D64332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BF58B6-FB24-0608-3C54-6E88DAEB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40AEA-742E-4F93-AFD7-7C29F14EEA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987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2C90F-CC32-6C48-F146-2EDB0003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4FD8D-F95A-E67E-DCCA-CD2ED7D2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53F94B-A7AA-27AC-86CF-EDFC07F27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0FF833-5150-94C9-F921-66BE5D63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898B54-6751-AB52-9ED3-A5FFDD42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30ED76-2750-7AF7-7A24-FA1423BD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D7A8B7-06ED-470A-BB9F-6F734B5AB2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941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D38E8-F07D-01D7-E25E-8A40CF76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3EC2CC-D207-2E7F-C06E-B0D447CDE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B7D996-8741-5F19-510E-78EDB2D6B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47B972-66F8-3B33-D16D-456C3F171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E762E6-3C4B-1B07-6087-F79A00B8B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357EC73-2539-DE37-6C01-A70AEB33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180B40-878A-EB81-2844-8E7F0B63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C366AC-DBB6-49A3-DDC9-FFB91E81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199DB2-60F7-4D92-939D-F1284727B2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134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EFB94-767F-AC5F-40CA-400C2A05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430A86-3991-E1CC-E68F-F57ADCDC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B4A9B0-9D76-2EAE-9148-67D2F8C8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4314CD-3883-CB83-65C8-28055DD4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20B90-F681-488E-9820-7DE49C2677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4031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95EC18-2955-1F72-3162-0991023F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4452E4-5286-4E76-D153-8D351884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924F18-B97C-A6CB-E5B3-F457BB1F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E75B64-0EF4-40D0-8496-71FFAFE14D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930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C213A-813E-DACE-1577-CEFE6CD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060353-D26E-A2FE-2AE8-39AC26D60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B096A0-D15E-2286-71AC-2B3229BAE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242CD3-CBB7-0801-E336-BC8CA7FD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1EE0C-85C4-AD5E-3881-77FD312B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790C7E-FCF8-8828-5BD1-01557967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34F7F1-53F9-4A9C-AA30-FBDEC07396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413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C5D33-4944-36FB-9B51-23B63E87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0AC56D-E66F-1F6B-1EBC-6D86AA376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3B4328-A9CD-7735-1150-3A8083D22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FC8C47-DDD9-CD78-A575-13F09DC2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9A0079-CAF5-56BB-8BB9-E526631D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6A9F28-8EE6-6426-6B89-97C8885B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546E8F-24E9-4DF8-B334-DC26F6C0CC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547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383F0-BB27-D3E2-8C85-A70178A5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B222C9-1CFA-4055-EE6B-3362AD0E4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953F5-71DD-C2BB-80A9-8AD33AB9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C42CA-6E2C-B309-7874-BF3D9E54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B068EE-3542-18F7-88EC-6B087116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0B19C4-C3EB-493A-90D2-E7095CC421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429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34A876-997D-BE65-AB0C-FF910AEEF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6FC5DD-8569-4B05-1E54-511D9F2BA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92522C-C866-63F1-101E-10F6B860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E85487-E901-F738-DBE3-7B2B1057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BB80F9-96C4-101E-B984-610AC872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7C158-7606-455C-BEAD-7D4A81338E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567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4ABE1C-FCA7-3C2B-C217-35567C6EE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32E123-E09D-03D4-F115-6000BEEAA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3E77A0-A9A5-9143-31B7-1E25400DD9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9A1EF3-CB5B-FB17-C517-6E1A45CB29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2754D6D-E8A8-C4DD-776E-6BA0224FEB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59D715C-A1B2-4BCA-95D0-C51C8F173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706359E-70A2-1956-9E47-DE647488A5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271</a:t>
            </a:r>
            <a:br>
              <a:rPr lang="pt-BR" altLang="pt-BR" sz="4000" b="1"/>
            </a:br>
            <a:r>
              <a:rPr lang="pt-BR" altLang="pt-BR" sz="4000" b="1"/>
              <a:t>NA MANSÃO DO SALVADOR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4D8829D-64AD-2DCE-A681-7206E5545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Lá na mansão do Salvador, </a:t>
            </a:r>
            <a:br>
              <a:rPr lang="pt-BR" altLang="pt-BR" sz="4000"/>
            </a:br>
            <a:r>
              <a:rPr lang="pt-BR" altLang="pt-BR" sz="4000"/>
              <a:t>Não há, jamais, tribulação; </a:t>
            </a:r>
            <a:br>
              <a:rPr lang="pt-BR" altLang="pt-BR" sz="4000"/>
            </a:br>
            <a:r>
              <a:rPr lang="pt-BR" altLang="pt-BR" sz="4000"/>
              <a:t>Nenhum pesar, nenhuma dor, </a:t>
            </a:r>
            <a:br>
              <a:rPr lang="pt-BR" altLang="pt-BR" sz="4000"/>
            </a:br>
            <a:r>
              <a:rPr lang="pt-BR" altLang="pt-BR" sz="4000"/>
              <a:t>Que me quebrante o coração.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2C4E387-7DFA-493A-1F4C-B2FFDE5A2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Ali não há tristeza e dor,</a:t>
            </a:r>
            <a:br>
              <a:rPr lang="pt-BR" altLang="pt-BR" sz="4000" b="1" i="1"/>
            </a:br>
            <a:r>
              <a:rPr lang="pt-BR" altLang="pt-BR" sz="4000" b="1" i="1"/>
              <a:t>Nenhum pesar, nem aflição; </a:t>
            </a:r>
            <a:br>
              <a:rPr lang="pt-BR" altLang="pt-BR" sz="4000" b="1" i="1"/>
            </a:br>
            <a:r>
              <a:rPr lang="pt-BR" altLang="pt-BR" sz="4000" b="1" i="1"/>
              <a:t>Quando eu estiver morando lá</a:t>
            </a:r>
            <a:br>
              <a:rPr lang="pt-BR" altLang="pt-BR" sz="4000" b="1" i="1"/>
            </a:br>
            <a:r>
              <a:rPr lang="pt-BR" altLang="pt-BR" sz="4000" b="1" i="1"/>
              <a:t>Direi: Não há tribulação.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4632FD-B63F-F211-23EA-0493862C5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/>
              <a:t>P'ra mim é triste estar aqui, </a:t>
            </a:r>
            <a:br>
              <a:rPr lang="pt-BR" altLang="pt-BR" sz="4000"/>
            </a:br>
            <a:r>
              <a:rPr lang="pt-BR" altLang="pt-BR" sz="4000"/>
              <a:t>Mui longe, sim, do Salvador, </a:t>
            </a:r>
            <a:br>
              <a:rPr lang="pt-BR" altLang="pt-BR" sz="4000"/>
            </a:br>
            <a:r>
              <a:rPr lang="pt-BR" altLang="pt-BR" sz="4000"/>
              <a:t>Pois moram já com Ele ali, </a:t>
            </a:r>
            <a:br>
              <a:rPr lang="pt-BR" altLang="pt-BR" sz="4000"/>
            </a:br>
            <a:r>
              <a:rPr lang="pt-BR" altLang="pt-BR" sz="4000"/>
              <a:t>Os salvos pelo Seu amor.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847CE27-D51C-DBE3-47D7-98FD792FD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Ali não há tristeza e dor,</a:t>
            </a:r>
            <a:br>
              <a:rPr lang="pt-BR" altLang="pt-BR" sz="4000" b="1" i="1"/>
            </a:br>
            <a:r>
              <a:rPr lang="pt-BR" altLang="pt-BR" sz="4000" b="1" i="1"/>
              <a:t>Nenhum pesar, nem aflição; </a:t>
            </a:r>
            <a:br>
              <a:rPr lang="pt-BR" altLang="pt-BR" sz="4000" b="1" i="1"/>
            </a:br>
            <a:r>
              <a:rPr lang="pt-BR" altLang="pt-BR" sz="4000" b="1" i="1"/>
              <a:t>Quando eu estiver morando lá</a:t>
            </a:r>
            <a:br>
              <a:rPr lang="pt-BR" altLang="pt-BR" sz="4000" b="1" i="1"/>
            </a:br>
            <a:r>
              <a:rPr lang="pt-BR" altLang="pt-BR" sz="4000" b="1" i="1"/>
              <a:t>Direi: Não há tribulação.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550696-CA43-F3D1-1D9D-6E4C1DF9B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Perfeito amor encontrarei,</a:t>
            </a:r>
            <a:br>
              <a:rPr lang="pt-BR" altLang="pt-BR" sz="4000"/>
            </a:br>
            <a:r>
              <a:rPr lang="pt-BR" altLang="pt-BR" sz="4000"/>
              <a:t>Lá na mansão do meu Senhor, </a:t>
            </a:r>
            <a:br>
              <a:rPr lang="pt-BR" altLang="pt-BR" sz="4000"/>
            </a:br>
            <a:r>
              <a:rPr lang="pt-BR" altLang="pt-BR" sz="4000"/>
              <a:t>Completa paz, aí terei,</a:t>
            </a:r>
            <a:br>
              <a:rPr lang="pt-BR" altLang="pt-BR" sz="4000"/>
            </a:br>
            <a:r>
              <a:rPr lang="pt-BR" altLang="pt-BR" sz="4000"/>
              <a:t>Pois me dará o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C73B9EC-58CC-7257-7C3E-507D2001A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Ali não há tristeza e dor,</a:t>
            </a:r>
            <a:br>
              <a:rPr lang="pt-BR" altLang="pt-BR" sz="4000" b="1" i="1"/>
            </a:br>
            <a:r>
              <a:rPr lang="pt-BR" altLang="pt-BR" sz="4000" b="1" i="1"/>
              <a:t>Nenhum pesar, nem aflição; </a:t>
            </a:r>
            <a:br>
              <a:rPr lang="pt-BR" altLang="pt-BR" sz="4000" b="1" i="1"/>
            </a:br>
            <a:r>
              <a:rPr lang="pt-BR" altLang="pt-BR" sz="4000" b="1" i="1"/>
              <a:t>Quando eu estiver morando lá</a:t>
            </a:r>
            <a:br>
              <a:rPr lang="pt-BR" altLang="pt-BR" sz="4000" b="1" i="1"/>
            </a:br>
            <a:r>
              <a:rPr lang="pt-BR" altLang="pt-BR" sz="4000" b="1" i="1"/>
              <a:t>Direi: Não há tribulação.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33BD95F-AC7B-886A-185A-3C57BCF84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/>
              <a:t>Estando lá, eu gozarei</a:t>
            </a:r>
            <a:br>
              <a:rPr lang="pt-BR" altLang="pt-BR" sz="4000"/>
            </a:br>
            <a:r>
              <a:rPr lang="pt-BR" altLang="pt-BR" sz="4000"/>
              <a:t>De toda a bênção divinal;</a:t>
            </a:r>
            <a:br>
              <a:rPr lang="pt-BR" altLang="pt-BR" sz="4000"/>
            </a:br>
            <a:r>
              <a:rPr lang="pt-BR" altLang="pt-BR" sz="4000"/>
              <a:t>Também, com Cristo reinarei,</a:t>
            </a:r>
            <a:br>
              <a:rPr lang="pt-BR" altLang="pt-BR" sz="4000"/>
            </a:br>
            <a:r>
              <a:rPr lang="pt-BR" altLang="pt-BR" sz="4000"/>
              <a:t>Na Sua glória eternal.</a:t>
            </a:r>
            <a:r>
              <a:rPr lang="pt-BR" altLang="pt-BR" sz="1600"/>
              <a:t>	J.T.L.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66A31E6-C494-F158-48D8-CD97FD012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Ali não há tristeza e dor,</a:t>
            </a:r>
            <a:br>
              <a:rPr lang="pt-BR" altLang="pt-BR" sz="4000" b="1" i="1"/>
            </a:br>
            <a:r>
              <a:rPr lang="pt-BR" altLang="pt-BR" sz="4000" b="1" i="1"/>
              <a:t>Nenhum pesar, nem aflição; </a:t>
            </a:r>
            <a:br>
              <a:rPr lang="pt-BR" altLang="pt-BR" sz="4000" b="1" i="1"/>
            </a:br>
            <a:r>
              <a:rPr lang="pt-BR" altLang="pt-BR" sz="4000" b="1" i="1"/>
              <a:t>Quando eu estiver morando lá</a:t>
            </a:r>
            <a:br>
              <a:rPr lang="pt-BR" altLang="pt-BR" sz="4000" b="1" i="1"/>
            </a:br>
            <a:r>
              <a:rPr lang="pt-BR" altLang="pt-BR" sz="4000" b="1" i="1"/>
              <a:t>Direi: Não há tribulação.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271 NA MANSÃO DO SALVADOR</vt:lpstr>
      <vt:lpstr>Lá na mansão do Salvador,  Não há, jamais, tribulação;  Nenhum pesar, nenhuma dor,  Que me quebrante o coração. </vt:lpstr>
      <vt:lpstr>Ali não há tristeza e dor, Nenhum pesar, nem aflição;  Quando eu estiver morando lá Direi: Não há tribulação.</vt:lpstr>
      <vt:lpstr>P'ra mim é triste estar aqui,  Mui longe, sim, do Salvador,  Pois moram já com Ele ali,  Os salvos pelo Seu amor. </vt:lpstr>
      <vt:lpstr>Ali não há tristeza e dor, Nenhum pesar, nem aflição;  Quando eu estiver morando lá Direi: Não há tribulação.</vt:lpstr>
      <vt:lpstr>Perfeito amor encontrarei, Lá na mansão do meu Senhor,  Completa paz, aí terei, Pois me dará o Salvador. </vt:lpstr>
      <vt:lpstr>Ali não há tristeza e dor, Nenhum pesar, nem aflição;  Quando eu estiver morando lá Direi: Não há tribulação.</vt:lpstr>
      <vt:lpstr>Estando lá, eu gozarei De toda a bênção divinal; Também, com Cristo reinarei, Na Sua glória eternal. J.T.L. </vt:lpstr>
      <vt:lpstr>Ali não há tristeza e dor, Nenhum pesar, nem aflição;  Quando eu estiver morando lá Direi: Não há tribulação.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271-NA MANSÃO DO SALVADOR</dc:title>
  <dc:creator>Montagna</dc:creator>
  <cp:lastModifiedBy>Emerson Souza</cp:lastModifiedBy>
  <cp:revision>2</cp:revision>
  <dcterms:created xsi:type="dcterms:W3CDTF">2005-10-19T00:38:33Z</dcterms:created>
  <dcterms:modified xsi:type="dcterms:W3CDTF">2026-05-02T21:59:31Z</dcterms:modified>
</cp:coreProperties>
</file>