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D06B2-2B26-C373-9C1F-B68514DE3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41EA7C-3B19-6520-F310-B7BD5D073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5C92D6-64B4-0EDC-6DD1-D867BE9E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9D0BD4-DD15-71BB-493B-25C32936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5F9DAA-D9A9-E186-E62E-D9092877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26CC1-9A9C-410C-83D5-539B8EA8FA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534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47E3A-188D-64C8-FE43-F583DA3E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6EA66-99F0-0D9E-FBEC-D51ECCBDB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C1144C-1D3D-C503-178A-E30545598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564725-038D-B3A7-CF58-5075570E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01ED2A-BD12-045E-09FF-2F307773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055CB-2B2A-42A7-99CB-13092D1490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191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B3656-7FB6-70C3-61BF-1708AF9E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C8817C-D1DA-23B2-0181-2537A43D0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9AC15B-1986-E50A-C51D-486DD8E1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C5FC3-AECF-61E7-2382-BFC5C015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EFEA52-FBB0-A7C5-B1F1-42D13282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D3766-34AF-492B-A2F1-BF55B7E69C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958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5EDB2-536E-5448-F6D1-3E116148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AF94B6-D183-BF48-7CA1-EBA254313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C5164F-3812-6DDE-E062-6FB5A9853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9148EB-B1F6-EF93-036E-AFF28F27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D89134-278A-15B7-8F29-B3B33457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CD58CC-FF31-1899-48F3-9974C6E6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F5B5A5-81D2-4BA3-A4C7-133C9F31C5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548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2BCAF-5F00-E90C-6E3A-3218C411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DB71B0-05E6-EA65-2E7E-81E762496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E5051F-9D37-083B-B005-903AF9AE3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A0286F-166C-AFCB-4F5A-A1B7D8FB8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3B7562-5B94-ADFE-6B28-4313BF876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19457F-382A-CC0A-D65A-8518F60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B3A4CE-26F1-86F0-9836-4126893A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45A7E5-17A1-0A7C-6FE0-C4EC071B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931592-66DB-42EA-AD5E-E9BF3CFD5E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38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B3810-742C-9E21-11D9-BE8E6BF3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D47DC8-8837-357E-DC8A-B26EF86F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34F977-DCAF-EF02-1943-5AA0FC9E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41EC45-2464-EF56-0363-0A6E0499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11CB1-64E0-4614-9B46-5ECE4AF7EC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317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D3CF6A-FDC5-F825-BAFF-3EEDD3DE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F7B483-71E6-4212-22FE-3008CA9F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B6A270-AAD0-2AA8-63BD-127B0F5C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6CAAA-7463-4BDF-9520-88E0E54BDC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5606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D9D18-8915-7BEC-37C2-9EB577F2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184892-07A4-DC57-716A-5D97E7417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7491D3-D4DD-FE51-53C4-EF12CD886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74548D-5F16-7CD5-1D6D-DC0AA13D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4EF3AE-F26B-CFD4-20EA-E164E8B1A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BE0979-7BF0-93BD-8C48-5FE8896A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DA1D99-5733-4127-9B39-211E0C3409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5CCD0-CADA-94B6-2460-914A1DF3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14B40B-F719-E613-BAB2-5405BB05E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3B8155-C0EB-B1D7-5688-0A91C5FAB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53E405-103C-0B2B-3C3B-85EAB848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D18EAF-67EF-67CC-D22A-42AEF3DB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0AE9B6-C639-032D-7111-E90CF919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AD915-C81F-48E8-BE38-BA538D079A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172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67AC6-71C4-29B6-5538-332BF7B4C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4DE2D2-4A52-DC11-6728-E1513FFFB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8A6CE3-5695-A3D3-DB9C-B1CF0F4F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BFBAF0-98AF-CE3E-0DCF-780F22EE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78E891-A653-3064-772F-AE90B452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616F42-69A1-4865-A2F3-C9836548A5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439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AFCBC3-D2DD-2F3C-5CC7-D42D4E6D5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33AECE-C7D4-505B-776A-50CE59D41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53C367-3D51-31EC-A35C-A95F00DF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38DA6-CD80-7560-A9BF-E7A6D4E6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E07BA-F654-B4D6-A679-177C7C12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B940E7-4A84-4D23-B793-CF0808D86E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329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48ED5E-4AF8-C407-8B77-BEFE6BE9D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21F058-C218-A47F-E5C8-563E3BF7C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9CEE1B0-7BCF-C86A-EBF0-5ECB4153F9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08A2D61-2F11-7938-E08B-2A1DB17810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44CFD06-BAF4-607B-D76C-A4C1373521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D91F812-6C23-4F9A-9ADF-53A1D23071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0FBDABCD-2A38-989E-4BAF-EC4569F1F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613 – Vitória Final</a:t>
            </a: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 i="1"/>
              <a:t>Quando chegar ao fim da jornada,</a:t>
            </a:r>
            <a:r>
              <a:rPr lang="en-US" altLang="pt-BR" sz="4000"/>
              <a:t> </a:t>
            </a:r>
            <a:r>
              <a:rPr lang="en-US" altLang="pt-BR" sz="4000" i="1"/>
              <a:t>Finda a luta e ao Céu eu for; </a:t>
            </a:r>
            <a:br>
              <a:rPr lang="en-US" altLang="pt-BR" sz="4000" i="1"/>
            </a:br>
            <a:r>
              <a:rPr lang="en-US" altLang="pt-BR" sz="4000" i="1"/>
              <a:t>Doce será. sim, gozar o repouso </a:t>
            </a:r>
            <a:br>
              <a:rPr lang="en-US" altLang="pt-BR" sz="4000" i="1"/>
            </a:br>
            <a:r>
              <a:rPr lang="en-US" altLang="pt-BR" sz="4000" i="1"/>
              <a:t>E as boas vindas de Cristo, Senhor.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613 – Vitória Final  Quando chegar ao fim da jornada, Finda a luta e ao Céu eu for;  Doce será. sim, gozar o repouso  E as boas vindas de Cristo, Senhor.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613 – Vitória Final  Quando chegar ao fim da jornada, Finda a luta e ao Céu eu for;  Doce será. sim, gozar o repouso  E as boas vindas de Cristo, Senhor. </dc:title>
  <dc:creator>Junior</dc:creator>
  <cp:lastModifiedBy>Emerson Souza</cp:lastModifiedBy>
  <cp:revision>1</cp:revision>
  <dcterms:created xsi:type="dcterms:W3CDTF">2005-12-27T17:44:49Z</dcterms:created>
  <dcterms:modified xsi:type="dcterms:W3CDTF">2026-05-02T22:28:36Z</dcterms:modified>
</cp:coreProperties>
</file>