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14" y="-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8F46F4-C984-16A8-73F0-F6C01423C0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A7A7248-B963-6BB7-2266-E876A9A826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E9F492-6054-72B5-E72A-F2302F9BE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34F106E-DE15-CFA3-CE42-F882C10E8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B51FC29-EC3E-1CAA-7A12-29ED15CCF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529060-ECE4-4DA8-A643-26ACD27093E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03898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ECA6B2-B6CD-279B-7A6C-92B5441F6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85E633-3B78-00A7-A97D-5B303D7240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F72D6AB-B5B2-970A-FA7B-EB029ED4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A8555E-19CE-E2C6-FD6F-EEC8594EA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03B867A-195B-7E08-FC3D-A0585D0E6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F8F619-1C07-4E42-9DE0-AB2B41D19B2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94101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65879E-C990-CE04-8628-ED33BAB3E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8AC2C85-2BF1-E523-6F6C-8C43D4CA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A9A2312-FCE6-559A-C067-FC81F6CE6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EF93B97-6664-D74B-F771-7398B6548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8FE328B-5694-4534-79D4-7BDCCF1F8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9FEDF0-D7E5-491A-BD48-00BD140764E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41615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A2323F-3217-771E-3206-C27F5F358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93B50A-5E3B-F23C-929C-9138F280E0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7A7AE66-EB0D-27A0-044E-5E6DF9E049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5C65F17-3DEF-F6C8-B016-29D7D248A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126D0B1-44A4-F373-E36F-6B95C41D6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A94D5AF-EFA8-7679-F777-BF66885BC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68E255-8020-4D2D-9A02-C87615A7AC9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22222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5AFE17-14D0-63A9-3E86-CF48C63A1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A3C65B5-E766-CF20-4A1F-D3F47AEB47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3040E5A-87F3-E766-70D4-0AE59291A6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01DB8B8-10FB-715E-8E08-01DAB1CFAD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75689C3-7A6E-1B62-A484-0964C85E01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B6CC1C1-A1B7-5ABC-B305-87FDCF2BF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DF4D54F-CAA2-3BE1-697E-B02AB9D5A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9818710-60B1-DEEA-8E89-3B2ADD2A6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BA10C6-0669-4DFF-AAA2-21A4BC5E1BC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90497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C24ED4-0702-8A24-13E7-0BAFD014E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E83EC21-00AB-0F43-2354-F99C1F1E0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CB1E7A6-4EE8-7CB4-2DE2-25D5D2D26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FF2587A-823B-4935-0067-26811DD60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79276D-5CB5-4F90-A59C-16A501C6B14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82565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6A36D8B-0242-71A8-B7FC-B85CA2D6A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49F1E1C-E5F0-EED0-75CC-E42D7A147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5EEC53E-3D64-DCE1-9F40-31A78B016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7C80C0-5739-4203-A064-4E43663D293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38038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0E8B92-D731-9581-2A5A-27B203B12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EC2E19-CC07-E113-455B-CB29B13FC4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F64B048-B09D-35B1-B5A4-5902CD2516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2170BD2-BD5C-6E22-D4F7-A08BFAD45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C9E1AB4-6F6B-657A-78A3-7C151C856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CF9AB2D-D151-1A58-FCB8-BE0A2E99D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7B959D-8776-467C-97AA-2E21E69BA3C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21111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BFAF80-6032-75AA-E19C-C0AD6D714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25C70B2-7DF5-E3DE-4296-9DB7262318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DCD68FE-53B9-51E0-3A25-F3C7F2F644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353AB5B-764A-9354-2080-811BF9E9E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A43DB7E-E75F-A48E-7E3A-07015DFA5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4440D83-9D66-9EC8-9714-377842934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1D333B-0415-4EC9-A4E9-46154EC86D4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98637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2B217F-5E18-4551-5256-0DEA7A2F5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B64E0A6-BE78-2274-E6DA-53B2D9644A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6891FDA-3EE7-5D6C-759B-22558FF25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3DB640A-0E08-1ABE-F183-17ABCAD83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5905C7-BDC3-7F19-B855-DD410362D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B9D39F-7083-4B4A-940C-7C5FCBA7BF3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26886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05B3653-97B3-720B-2C77-CCBA4A6E79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ADBA918-5DCD-86AD-3C6C-A46EDD7E42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56A0886-8481-4F17-7570-7DC80C903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BC09038-D3BC-6901-9715-64AF73A2D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37AB483-10E6-85BF-E2FB-A78A5D657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495E14-2FDF-42A6-BBFF-4ED02EC6851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73788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73C0DE3-CF3F-467D-B456-38242AC284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58D48F7-4805-6D5C-611D-F756F07AC6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B47E5B9-C754-5E1A-6A66-EAA310D2116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E7EEDD2-6823-591F-288A-8EAB623BB14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0A92AA4-C8C3-A98B-0FEE-5A0D009C3DB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265636A-C89D-4607-9930-B9A30C16238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7CE054C6-DF0D-947A-8E80-1076A095BD2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400" b="1"/>
              <a:t>313</a:t>
            </a:r>
            <a:br>
              <a:rPr lang="en-US" altLang="pt-BR" sz="4400" b="1"/>
            </a:br>
            <a:r>
              <a:rPr lang="en-US" altLang="pt-BR" sz="4400" b="1"/>
              <a:t>LOUVOR À TRINDADE</a:t>
            </a:r>
            <a:r>
              <a:rPr lang="en-US" altLang="pt-BR" sz="44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02E5C434-B083-D27D-76CF-BA7AF1BCF31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B6765A31-F9C4-5F93-E411-086A7EDD96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/>
              <a:t>Ao Pai Eterno dai louvor,</a:t>
            </a:r>
            <a:br>
              <a:rPr lang="en-US" altLang="pt-BR"/>
            </a:br>
            <a:r>
              <a:rPr lang="en-US" altLang="pt-BR"/>
              <a:t>Ao Filho Seu também,</a:t>
            </a:r>
            <a:br>
              <a:rPr lang="en-US" altLang="pt-BR"/>
            </a:br>
            <a:r>
              <a:rPr lang="en-US" altLang="pt-BR"/>
              <a:t>E ao celestial Consolador,</a:t>
            </a:r>
            <a:br>
              <a:rPr lang="en-US" altLang="pt-BR"/>
            </a:br>
            <a:r>
              <a:rPr lang="en-US" altLang="pt-BR"/>
              <a:t>Louvai p’ra sempre. amém!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Apresentação na tela (4:3)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4" baseType="lpstr">
      <vt:lpstr>Arial</vt:lpstr>
      <vt:lpstr>Design padrão</vt:lpstr>
      <vt:lpstr>313 LOUVOR À TRINDADE </vt:lpstr>
      <vt:lpstr>Ao Pai Eterno dai louvor, Ao Filho Seu também, E ao celestial Consolador, Louvai p’ra sempre. amém!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313 LOUVOR À TRINDADE </dc:title>
  <dc:creator>Junior</dc:creator>
  <cp:lastModifiedBy>Emerson Souza</cp:lastModifiedBy>
  <cp:revision>1</cp:revision>
  <dcterms:created xsi:type="dcterms:W3CDTF">2005-12-24T12:01:56Z</dcterms:created>
  <dcterms:modified xsi:type="dcterms:W3CDTF">2026-05-02T22:03:00Z</dcterms:modified>
</cp:coreProperties>
</file>