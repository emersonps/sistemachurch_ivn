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B36B1-780D-CFFD-7BAA-2DBB0E749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43BA80-CF05-692D-370C-A97D3F36D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242AA6-9B31-A321-F75F-A4F0D5F53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418151-5750-96A8-B8F9-EF942018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3E92CE-D8DB-0755-ACA1-A34C944D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A2B9B-F405-41F0-9268-467437D488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855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3760D-540E-7CE7-1379-23634BF1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7ECAD4-1E08-1EBB-811E-40A697DAB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B0497A-B94B-E4A7-7A21-D81A7DB6E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80C91B-BCA6-178D-6B59-B312CA24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FDA0FD-6093-C763-D95E-8A295950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9AF63-88D8-44E2-8549-F51BBA696B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479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D3AEE-9978-1196-A401-A3EB9438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9B5344-F653-5FFF-9240-4C0BD474D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26E434-AB63-545A-E2EC-C8FEC060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4140DC-D528-F3F7-175D-D26ED11D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F97039-8C9B-4BE7-746A-0B78A51B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8BBB7-E377-4BD0-A128-D29596B5F0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0851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18592-D63D-A9C5-0DAF-CB4CC7E8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9E0BEC-D0C7-2435-58EE-9CF801ED2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FE886C-B324-57FC-350B-C2558C0BD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93A9A9-8F8E-61BB-625D-56593553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784F2C-6EFD-9505-D2AC-C27D7A4FD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8C3736-0951-6427-BA76-2F5C24B0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AAAC35-32A6-4E29-98DA-76F2DE92C7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3064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7C51B-A584-FA73-569B-A1CC5D103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5DE2E8-82AE-1900-A732-87ABABEFD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15AF49-DCBE-6C3D-4FD1-AD322CB25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EA9CEAA-7D58-19A3-BA90-81DA08B43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95B15F3-35AA-6FDF-DA85-0878B5B40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951EFC-3921-BD7B-B380-6DC33100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94747C-9C43-0FD9-F89C-4F1F1E7C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A93544-E35F-1B13-2449-0BE19228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DBD25-DFD9-48E4-B730-BE80AD2E82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195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2B609-C4C4-47DB-7714-D7758ED52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49BF8D2-C69A-8A9C-F278-95342D8BB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76C910-2D75-A49E-B36A-F01A387B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F968E6-E7D7-3B81-12F0-36FF6414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A3F076-336A-44F8-BC37-05C5D761BA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499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482008-B458-D7ED-D681-748C44E1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BA7D53-95F6-2935-BDAF-9053DA07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58C43B-6993-5B6E-63B7-FE5E9AD06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6EAA43-2EC5-4513-9D89-C51D8AC332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198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B9E47-C6F6-E5FE-B09E-2BC61947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A7EC9D-90C7-C119-0951-3734E1C79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D727F2-19FE-F6D6-9635-838069AE4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00B228-4E00-1CBE-7254-861187CB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1A1BEB-6BDB-9570-5AC5-C0AC8810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1FF0B9-44EE-4C55-82CE-3250F825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F01345-5817-4E45-A300-7C1EB2003B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614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8EEB7-79F0-A4C6-0C26-F243FC191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4C9DBC-2E08-0B5D-5E43-CB6AD00DB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A41EE4-9E24-E383-1371-D5DFB90B7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1EE417-A09A-F676-3B07-2E75634E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EE988B-76A9-8F13-DE46-7686B090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53D7D2-7F9E-D5E7-1C8D-7DD9A215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EF6168-1CBC-47BB-BC59-01BB33EF5B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919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2F568-C384-658E-3A51-AD06CBF6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2AC201-00DE-E2C2-FF7C-AC1DF599D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7854EA-1FBF-DEB1-018C-C9E3ECBC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B59BF9-3751-838E-98E9-F7D94B0C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0D2EB0-B295-D11D-A170-CADF73B2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4B9D89-2D31-44E6-908D-463EF03875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875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089F20-6109-59B6-E7BC-560A4F986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FE25AF-F567-52E7-8B2C-3C04075E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F69151-F260-9BA6-A1BB-060D2A49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0B68E4-9739-5745-04DE-5DB8E075F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B91553-806C-13BF-C138-CE7A0A90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CD4C1F-38F5-4143-B51A-1BA20FBBC3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573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2E5C043-31EE-F00A-C0F1-856E321DC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A02A58-15FB-0FD1-7338-E404A002A9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6E3B80-4553-32EA-E8B7-CCBC3078E1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B641A29-092A-AB7B-F315-D735A60ADC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E6F5D6E-F77E-BAAB-1E79-891FED3F31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92E9288-49CE-4C6B-A824-1F974C25789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6FB7045-C993-F4CD-6073-2808C66CEA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174</a:t>
            </a:r>
            <a:br>
              <a:rPr lang="en-US" altLang="pt-BR" sz="4000" b="1"/>
            </a:br>
            <a:r>
              <a:rPr lang="en-US" altLang="pt-BR" sz="4000" b="1"/>
              <a:t>GLÓRIA, ALELUIA, GLÓRIA!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4EBBF0F-D7C9-FB8B-D0F4-6BCBA8E2A2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62EF65C-028D-3260-387F-995566565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/>
              <a:t>Tenho gozo em dar louvor,</a:t>
            </a:r>
            <a:br>
              <a:rPr lang="en-US" altLang="pt-BR" sz="4000"/>
            </a:br>
            <a:r>
              <a:rPr lang="en-US" altLang="pt-BR" sz="4000"/>
              <a:t>Glória, aleluia, glória!</a:t>
            </a:r>
            <a:br>
              <a:rPr lang="en-US" altLang="pt-BR" sz="4000"/>
            </a:br>
            <a:r>
              <a:rPr lang="en-US" altLang="pt-BR" sz="4000"/>
              <a:t>A Jesus, meu Salvador,</a:t>
            </a:r>
            <a:br>
              <a:rPr lang="en-US" altLang="pt-BR" sz="4000"/>
            </a:br>
            <a:r>
              <a:rPr lang="en-US" altLang="pt-BR" sz="4000"/>
              <a:t>Glória, aleluia, glória!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F107273-D801-566A-FE98-9C5891859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/>
              <a:t>Glória a Deus, Jesus me salvou!</a:t>
            </a:r>
            <a:br>
              <a:rPr lang="en-US" altLang="pt-BR" sz="4000" b="1"/>
            </a:br>
            <a:r>
              <a:rPr lang="en-US" altLang="pt-BR" sz="4000" b="1"/>
              <a:t>Glória a Deus, Jesus me livrou!</a:t>
            </a:r>
            <a:br>
              <a:rPr lang="en-US" altLang="pt-BR" sz="4000" b="1"/>
            </a:br>
            <a:r>
              <a:rPr lang="en-US" altLang="pt-BR" sz="4000" b="1"/>
              <a:t>Glória a Deus, que eu salvo estou!</a:t>
            </a:r>
            <a:br>
              <a:rPr lang="en-US" altLang="pt-BR" sz="4000" b="1"/>
            </a:br>
            <a:r>
              <a:rPr lang="en-US" altLang="pt-BR" sz="4000" b="1"/>
              <a:t>Glória, aleluia, glória!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7B41755-E19A-7765-8E83-789952497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/>
              <a:t>Só Jesus pode salvar,</a:t>
            </a:r>
            <a:br>
              <a:rPr lang="en-US" altLang="pt-BR" sz="4000"/>
            </a:br>
            <a:r>
              <a:rPr lang="en-US" altLang="pt-BR" sz="4000"/>
              <a:t>Glória, aleluia, glória!</a:t>
            </a:r>
            <a:br>
              <a:rPr lang="en-US" altLang="pt-BR" sz="4000"/>
            </a:br>
            <a:r>
              <a:rPr lang="en-US" altLang="pt-BR" sz="4000"/>
              <a:t>E de todo o mal livrar,</a:t>
            </a:r>
            <a:br>
              <a:rPr lang="en-US" altLang="pt-BR" sz="4000"/>
            </a:br>
            <a:r>
              <a:rPr lang="en-US" altLang="pt-BR" sz="4000"/>
              <a:t>Glória, aleluia, glória!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B339F0C-3AA1-57BF-C662-79A16801E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/>
              <a:t>Glória a Deus, Jesus me salvou!</a:t>
            </a:r>
            <a:br>
              <a:rPr lang="en-US" altLang="pt-BR" sz="4000" b="1"/>
            </a:br>
            <a:r>
              <a:rPr lang="en-US" altLang="pt-BR" sz="4000" b="1"/>
              <a:t>Glória a Deus, Jesus me livrou!</a:t>
            </a:r>
            <a:br>
              <a:rPr lang="en-US" altLang="pt-BR" sz="4000" b="1"/>
            </a:br>
            <a:r>
              <a:rPr lang="en-US" altLang="pt-BR" sz="4000" b="1"/>
              <a:t>Glória a Deus, que eu salvo estou!</a:t>
            </a:r>
            <a:br>
              <a:rPr lang="en-US" altLang="pt-BR" sz="4000" b="1"/>
            </a:br>
            <a:r>
              <a:rPr lang="en-US" altLang="pt-BR" sz="4000" b="1"/>
              <a:t>Glória, aleluia, glória!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BD6DFEC-EBB0-BC24-9651-765595B66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Enquanto no mundo andar, </a:t>
            </a:r>
            <a:br>
              <a:rPr lang="en-US" altLang="pt-BR" sz="4000" i="1"/>
            </a:br>
            <a:r>
              <a:rPr lang="en-US" altLang="pt-BR" sz="4000" i="1"/>
              <a:t>Glória, aleluia, glória! </a:t>
            </a:r>
            <a:br>
              <a:rPr lang="en-US" altLang="pt-BR" sz="4000" i="1"/>
            </a:br>
            <a:r>
              <a:rPr lang="en-US" altLang="pt-BR" sz="4000" i="1"/>
              <a:t>A Jesus hei de louvar, </a:t>
            </a:r>
            <a:br>
              <a:rPr lang="en-US" altLang="pt-BR" sz="4000" i="1"/>
            </a:br>
            <a:r>
              <a:rPr lang="en-US" altLang="pt-BR" sz="4000" i="1"/>
              <a:t>Glória, aleluia, glória!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C6665C3-3D51-3354-56DD-55B2B86D9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/>
              <a:t>Glória a Deus, Jesus me salvou!</a:t>
            </a:r>
            <a:br>
              <a:rPr lang="en-US" altLang="pt-BR" sz="4000" b="1"/>
            </a:br>
            <a:r>
              <a:rPr lang="en-US" altLang="pt-BR" sz="4000" b="1"/>
              <a:t>Glória a Deus, Jesus me livrou!</a:t>
            </a:r>
            <a:br>
              <a:rPr lang="en-US" altLang="pt-BR" sz="4000" b="1"/>
            </a:br>
            <a:r>
              <a:rPr lang="en-US" altLang="pt-BR" sz="4000" b="1"/>
              <a:t>Glória a Deus, que eu salvo estou!</a:t>
            </a:r>
            <a:br>
              <a:rPr lang="en-US" altLang="pt-BR" sz="4000" b="1"/>
            </a:br>
            <a:r>
              <a:rPr lang="en-US" altLang="pt-BR" sz="4000" b="1"/>
              <a:t>Glória, aleluia, glória!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E1D9AA9-077E-35CC-2D55-2BA62B0D4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Quando eu no céu chegar, </a:t>
            </a:r>
            <a:br>
              <a:rPr lang="en-US" altLang="pt-BR" sz="4000" i="1"/>
            </a:br>
            <a:r>
              <a:rPr lang="en-US" altLang="pt-BR" sz="4000" i="1"/>
              <a:t>Glória, aleluia, glória! </a:t>
            </a:r>
            <a:br>
              <a:rPr lang="en-US" altLang="pt-BR" sz="4000" i="1"/>
            </a:br>
            <a:r>
              <a:rPr lang="en-US" altLang="pt-BR" sz="4000" i="1"/>
              <a:t>Para sempre irei cantar, </a:t>
            </a:r>
            <a:br>
              <a:rPr lang="en-US" altLang="pt-BR" sz="4000" i="1"/>
            </a:br>
            <a:r>
              <a:rPr lang="en-US" altLang="pt-BR" sz="4000" i="1"/>
              <a:t>Glória, aleluia, glória!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28F0B5C-C7CC-9D6B-705C-E959786DFB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/>
              <a:t>Glória a Deus, Jesus me salvou!</a:t>
            </a:r>
            <a:br>
              <a:rPr lang="en-US" altLang="pt-BR" sz="4000" b="1"/>
            </a:br>
            <a:r>
              <a:rPr lang="en-US" altLang="pt-BR" sz="4000" b="1"/>
              <a:t>Glória a Deus, Jesus me livrou!</a:t>
            </a:r>
            <a:br>
              <a:rPr lang="en-US" altLang="pt-BR" sz="4000" b="1"/>
            </a:br>
            <a:r>
              <a:rPr lang="en-US" altLang="pt-BR" sz="4000" b="1"/>
              <a:t>Glória a Deus, que eu salvo estou!</a:t>
            </a:r>
            <a:br>
              <a:rPr lang="en-US" altLang="pt-BR" sz="4000" b="1"/>
            </a:br>
            <a:r>
              <a:rPr lang="en-US" altLang="pt-BR" sz="4000" b="1"/>
              <a:t>Glória, aleluia, glória!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174 GLÓRIA, ALELUIA, GLÓRIA! </vt:lpstr>
      <vt:lpstr>Tenho gozo em dar louvor, Glória, aleluia, glória! A Jesus, meu Salvador, Glória, aleluia, glória! </vt:lpstr>
      <vt:lpstr>Glória a Deus, Jesus me salvou! Glória a Deus, Jesus me livrou! Glória a Deus, que eu salvo estou! Glória, aleluia, glória! </vt:lpstr>
      <vt:lpstr>Só Jesus pode salvar, Glória, aleluia, glória! E de todo o mal livrar, Glória, aleluia, glória! </vt:lpstr>
      <vt:lpstr>Glória a Deus, Jesus me salvou! Glória a Deus, Jesus me livrou! Glória a Deus, que eu salvo estou! Glória, aleluia, glória! </vt:lpstr>
      <vt:lpstr>Enquanto no mundo andar,  Glória, aleluia, glória!  A Jesus hei de louvar,  Glória, aleluia, glória! </vt:lpstr>
      <vt:lpstr>Glória a Deus, Jesus me salvou! Glória a Deus, Jesus me livrou! Glória a Deus, que eu salvo estou! Glória, aleluia, glória! </vt:lpstr>
      <vt:lpstr>Quando eu no céu chegar,  Glória, aleluia, glória!  Para sempre irei cantar,  Glória, aleluia, glória! </vt:lpstr>
      <vt:lpstr>Glória a Deus, Jesus me salvou! Glória a Deus, Jesus me livrou! Glória a Deus, que eu salvo estou! Glória, aleluia, glória!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174 GLÓRIA, ALELUIA, GLÓRIA! </dc:title>
  <dc:creator>Junior</dc:creator>
  <cp:lastModifiedBy>Emerson Souza</cp:lastModifiedBy>
  <cp:revision>1</cp:revision>
  <dcterms:created xsi:type="dcterms:W3CDTF">2005-12-23T16:18:28Z</dcterms:created>
  <dcterms:modified xsi:type="dcterms:W3CDTF">2026-05-02T21:51:21Z</dcterms:modified>
</cp:coreProperties>
</file>