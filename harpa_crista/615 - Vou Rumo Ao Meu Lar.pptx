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01D66-AFB2-0F79-7C0E-4779E85A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DBA205-53F3-BBC6-A980-F3D134B8F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76FAC4-5313-0DB0-F1F0-DE0FDFA5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106748-E179-69B8-ED49-B5521052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CA3BE-A991-0DB1-EF6A-83E12672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3682F0-B8E3-4041-B98C-27FA040AE2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950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01CC1-6679-D08C-EC80-5166CADA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F40D7-784F-D3D8-F14A-11D2BFC23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52A19-6AE6-05DF-2353-8ECA2B5A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3FB66D-1EED-3E08-E367-C830ABB6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03E2DE-D452-A77F-1600-C2A34149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9D17B-22EC-4BA5-85BB-C0B4C56487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21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3290A-EC54-3B23-5336-051486C2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6F3B91-F79A-3CAC-669F-5333E95F1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D89ADA-1B8A-A2DD-D8B4-48B42C28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1123F1-D1EA-C26A-A3FE-108661BE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75F4F0-0EC0-3606-48E9-9BF0C6F0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4EF6A-41C9-470F-BF95-850C882ABE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372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2B2CD-CCED-37AC-0E09-0573463C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6950C8-07B4-20CB-C313-16B3B0CDE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099C4B-DF8B-6055-31EA-4255A6070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07559C-9994-3FBC-FB68-91FEF047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F4CB5D-EFD9-D7B9-0EBD-08845FB9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B2230E-45BF-7093-B198-87F00091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BFFB8-AA13-4E6A-B5B0-1557B1D432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615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62981-FDDB-7B9A-8E34-9E573CE6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F9D06F-6891-C983-1CDE-35DB2A24A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CE6362-7625-92C2-B85D-726388C04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B20C7E-C4B0-1086-68E2-D5C26B26E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AA9DC4-8054-458C-B10F-AB42CE8BB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F1F7A2-6C36-5651-6BCB-4EA6B3FC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7F13E5-8B87-09F1-2C6D-E5C345F7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B610C33-1277-76DB-A426-425667AB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1CF4C7-61B1-4EF5-BC15-0D10A9F237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04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FB427-6F0D-EB67-DAC8-11B946E6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930C39-1EC2-06C7-2C0C-D8182DB5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6E59C5-69CD-C1A9-EA32-4D96001A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1BDD62-F87B-29A0-CF27-3EA23DE5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49084-D1FD-444D-9ED0-049A8EC279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688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C34BC4-FFCA-5088-3F27-ADFE78F3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940730-899A-9BD1-C1A0-A55E6CC4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2708D9-C9D5-E8C1-3642-939D2F8E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F84FD-4F40-4FA3-B0DD-FC9F7B3430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401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CC711-0DF1-CF5C-F456-CDE5B12C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85A67-2ACD-CCA0-B3EC-DC2C23834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BEE1-0051-A093-CD2D-937C9CA4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B03985-77B7-82DE-467B-2301D626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361594-B811-C857-1644-8EA138D6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DF67E2-1036-A69D-D9F2-767BD917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3BFC39-A26B-4072-9AAA-373DBDA9B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850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0AB29-4679-BBEC-24BD-53845CF6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937D16-8808-1C7F-9445-18E2EEC05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7A9F18-6022-19AA-56EF-0CE99BF09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4F483C-3C85-3E7E-6DF3-04B86D5C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A7687C-F039-2C0E-3009-A3E020A8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CCA59E-5BAF-A322-DCE4-88B9D59D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0E93F-E157-4946-89EF-443CC8D9E2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144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8D9D5-468B-2385-887A-A7273B12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380483-FD6E-7F4C-7DFC-726CDB63F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4B0F7C-E8F6-60D5-DC9E-9E4BD08A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8E40F-7ADA-79B5-9569-6C90142D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8BFF5-67E2-7339-FA79-E33DB622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E79790-BC40-4311-8D1F-B736B8F13E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226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87FEA9-D045-55C8-3539-9FAD77617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394C5C-E83D-C728-FBEF-CB7EB1485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924214-4625-0AA4-7BBF-7B8E3671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9F549-A295-34DF-1C4A-235E7617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EA1D3A-10BF-E488-5E1C-7F26EE59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D3488-2142-4FBE-8A73-0D39871868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366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8FE24C-2799-831F-B7B7-50E6DB914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0A2D2C-6932-B1B3-BDF4-F7C0A464E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F71DF5-EC2A-6A5D-A4B5-D5FF99A853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3906EE-A55D-E127-24AB-F782D12636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C00EF5-47D9-4B84-B276-7C9719E9EA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EE551CB-6209-40F2-92A5-CE16B2841D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B40B0BAD-B5B2-2311-0FDF-BE4842E66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615 - Vou Rumo Ao Meu Lar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b="1" i="1"/>
              <a:t> </a:t>
            </a:r>
            <a:br>
              <a:rPr lang="en-US" altLang="pt-BR" sz="4000" b="1" i="1"/>
            </a:br>
            <a:r>
              <a:rPr lang="en-US" altLang="pt-BR" sz="4000" i="1"/>
              <a:t>Vou rumo ao meu lar, meu lar celestial;</a:t>
            </a:r>
            <a:br>
              <a:rPr lang="en-US" altLang="pt-BR" sz="4000" i="1"/>
            </a:br>
            <a:r>
              <a:rPr lang="en-US" altLang="pt-BR" sz="4000" i="1"/>
              <a:t>Vou rumo ao meu lar e a Cristo;</a:t>
            </a:r>
            <a:br>
              <a:rPr lang="en-US" altLang="pt-BR" sz="4000" i="1"/>
            </a:br>
            <a:r>
              <a:rPr lang="en-US" altLang="pt-BR" sz="4000" i="1"/>
              <a:t>Lá, não mais pesar, tristezas ou dor;</a:t>
            </a:r>
            <a:br>
              <a:rPr lang="en-US" altLang="pt-BR" sz="4000" i="1"/>
            </a:br>
            <a:r>
              <a:rPr lang="en-US" altLang="pt-BR" sz="4000" i="1"/>
              <a:t>Vou rumo ao meu lar e a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615 - Vou Rumo Ao Meu Lar    Vou rumo ao meu lar, meu lar celestial; Vou rumo ao meu lar e a Cristo; Lá, não mais pesar, tristezas ou dor; Vou rumo ao meu lar e a Cristo.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615 - Vou Rumo Ao Meu Lar    Vou rumo ao meu lar, meu lar celestial; Vou rumo ao meu lar e a Cristo; Lá, não mais pesar, tristezas ou dor; Vou rumo ao meu lar e a Cristo. </dc:title>
  <dc:creator>Junior</dc:creator>
  <cp:lastModifiedBy>Emerson Souza</cp:lastModifiedBy>
  <cp:revision>1</cp:revision>
  <dcterms:created xsi:type="dcterms:W3CDTF">2005-12-27T17:48:56Z</dcterms:created>
  <dcterms:modified xsi:type="dcterms:W3CDTF">2026-05-02T22:28:47Z</dcterms:modified>
</cp:coreProperties>
</file>