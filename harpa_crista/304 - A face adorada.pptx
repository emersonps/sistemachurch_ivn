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7C80"/>
    <a:srgbClr val="FFFF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58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212FC-8046-C8AD-28B5-00C583CCA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59C4C1-5159-F868-2CF4-BCFB74771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6986F2-5CD9-3F6E-59C4-CC83DC61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5452D3-3233-9D92-2DDF-5EE10C88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75A158-AC4B-780D-A5DC-B61C8AD6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CFE3DE-60E4-4A87-B1BE-BC8492F132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436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EF658-8443-A782-F691-F8AE6AE9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AE4ED-DDDC-6F9A-B961-151370911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309DA8-1872-4754-54A6-FE5EDB5F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B858F-8297-7458-7766-E0CC0FCA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06CD9B-556B-2E23-8E31-00221E415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6D296-3DAC-49F1-B0F0-6F989FCFD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965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53B88-C306-EE00-92EB-9AE6E097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FEB951-F2F2-50C9-42C7-3A9800FEA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F37865-60A2-6602-F2CB-4543AD88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29BF7C-4D8C-FDC6-6ACE-80F06BE0A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39F9F9-7DDE-383F-CF70-44848349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1E5122-8AF9-4123-88DD-231AA26E8B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411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430EB-D628-6E15-1F0C-121C6712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B4FD83-A5D5-7AB4-10A1-CC4C6C4EA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22FF2F-0CEC-BA07-8107-EB79A75AE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DDD909-72A7-67F8-4E69-B947A4A4C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68AAD3-BD5E-03D8-BD8B-46CAE791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701BF6-9A52-C97E-4A99-D2650233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38A59-19E7-476B-ACC2-E5ADDA91E4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069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EC00E-90A3-D98E-F471-568653B2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FBE303-B6F1-C531-87D4-24501CC7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690442-7768-17BF-EC58-3309B514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3D25AC-3EFE-D3FD-BB02-4236715D9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62A3A4-2C76-DDC9-6A79-FADB8CE8A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7C171C-413F-2D64-CA7C-9C1A2ECAB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AAD9A3-9C99-2550-68B2-16FB75C9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724E25-94F7-B1D0-B765-0EFD015B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2FC72C-C4E4-4348-B1B3-3522ACA691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8446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76AAF-B673-6412-AD48-2631F83C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15EE860-0588-E182-D06F-8F204B88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A9FC084-4468-0476-81C0-66ADD6A8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991400-027F-5AD0-C3A7-09D5F130B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895DB-9DF2-4C83-8875-225C374F81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292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E74924-2B28-B384-ED35-90739ABBE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9AD463-1A8D-A029-0A24-DEF99175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CE50AF-68CD-611E-DB89-E05C1140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18DA36-6CF0-41C1-B421-5515DE006B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422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FEC93-69D1-7A0F-8D99-F6599DFEA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FE31F-540D-F442-35EE-FF1159BB0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CED6D-7493-B095-D220-03D891B25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AC67C3-5B54-BF5A-1033-76144AA3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F4FD98-3B8E-2418-A277-FCB01560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F8CC12-F93A-4363-4F84-7F032E7D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2BBD47-6EEF-456B-B9C7-B4BB5C682F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965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18662-68FB-75A2-DA7D-972243E8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97A613C-1C8E-6214-648B-2011368BB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0FE493-EE7E-4418-E9D6-BBDF79C18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EA8024-7AC4-2899-C46C-8929B3C7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220031-BF5E-76E1-3F0D-D5EF5E64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E309D8-4D54-EB39-C766-AF01C253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F6C8B-2AA1-4699-8B65-A61764373F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3629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706B0-49F5-F97F-2AE7-AD0648A6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FB65A9-55B5-84E9-D6C0-BC851D765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2194ED-BA98-F307-BD8E-EABF1CB1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95BCB3-4A55-1307-76A3-2EA34329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5D0EAD-D000-F6B3-9F08-B21FCD76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B281B-63D2-4CC1-9234-173645202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442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48E42C-1193-B41C-6D87-45837D85C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22D531-6569-8829-512C-5ED2127A8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F7C509-8278-8596-536A-83FCEF9B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721BF9-964E-3256-6C22-C301898D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7A8308-E555-D8AC-F5E2-93EC1C7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19A70F-2E27-4A25-B00F-689BEE6E2A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19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8F9E05-8379-19C3-730F-8FFAB2EBC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2FE74E-5799-AF0F-67B8-F0D0E500C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9E51A06-8FAC-2C3B-10D4-6EB1C9B919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242482-65FD-528A-EC83-F278A5F30C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25E875-6D1B-1C04-8A7B-ACA1BFD030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F15E845-0271-4D21-AE4F-0264BC3928B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6AF3759-17CC-F420-63A8-0F52DBD28F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FFCCFF"/>
                </a:solidFill>
              </a:rPr>
              <a:t>304</a:t>
            </a:r>
            <a:br>
              <a:rPr lang="pt-BR" altLang="pt-BR" sz="4400">
                <a:solidFill>
                  <a:srgbClr val="FFCCFF"/>
                </a:solidFill>
              </a:rPr>
            </a:br>
            <a:r>
              <a:rPr lang="pt-BR" altLang="pt-BR" sz="4400">
                <a:solidFill>
                  <a:srgbClr val="FFCCFF"/>
                </a:solidFill>
              </a:rPr>
              <a:t>A Face Adorada</a:t>
            </a:r>
            <a:endParaRPr lang="en-US" altLang="pt-BR" sz="4400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C74C3E24-386F-45F3-E091-B1A94ED40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Desprezando toda dor eu vou a cantar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E o calvário, ao pecador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Sempre apontar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Flechas transpassaram-me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Padeci gran dor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Mas Jesus, minha luz, fez-me vencedor.</a:t>
            </a:r>
            <a:endParaRPr lang="en-US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B129F80F-67B6-CDBF-DFBB-B227C2DB2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face adorada de Jesus verei,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Com a grei amada no céu estarei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Na mansão dourada hinos vou cantar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Jesus, minha luz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Que me quis salvar.</a:t>
            </a:r>
            <a:endParaRPr lang="en-US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6A216570-4C1B-3BFA-29EB-8AE6BF1F9F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7620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Pode a noite escura ser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No servir Jesus,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Mas clamando com poder,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Brilhará a luz, podem os laços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De Satã, todos me cercar,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Mas Jesus, pela cruz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Faz-me triunfar.</a:t>
            </a:r>
            <a:endParaRPr lang="en-US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199F72-B242-AA94-EF20-FCE8F418B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6149DA32-C8B5-1B8B-430A-BA2F6537D2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face adorada de Jesus verei,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Com a grei amada no céu estarei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Na mansão dourada hinos vou cantar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Jesus, minha luz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Que me quis salvar.</a:t>
            </a:r>
            <a:endParaRPr lang="en-US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EBD8577B-E3D2-2D01-8C86-35DC0D986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096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Quando estou a contemplar 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montanha além;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Onde a luta governar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Está Jesus também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Que estende Sua mão, sobre nós dali,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Sei assim que por mim,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Cristo vela aqui.</a:t>
            </a:r>
          </a:p>
          <a:p>
            <a:pPr>
              <a:buFontTx/>
              <a:buNone/>
            </a:pPr>
            <a:endParaRPr lang="en-US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8BD8566-3F5E-E724-0523-F7EB268DF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1DDA1BB-B36A-8E25-96AF-1CA6093C8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face adorada de Jesus verei,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Com a grei amada no céu estarei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Na mansão dourada hinos vou cantar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Jesus, minha luz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Que me quis salvar.</a:t>
            </a:r>
            <a:endParaRPr lang="en-US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44C9E809-4F8B-4882-DD01-DDF9AC427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Se entre as ondas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Estou sem luz,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Quase a perecer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Meu piloto é Jesus, pode me valer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O meu barco guia bem 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Pelo bravo mar, sim Jesus</a:t>
            </a:r>
          </a:p>
          <a:p>
            <a:pPr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Me conduz, posso sossegar.</a:t>
            </a:r>
          </a:p>
          <a:p>
            <a:pPr>
              <a:buFontTx/>
              <a:buNone/>
            </a:pPr>
            <a:endParaRPr lang="en-US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3DF199C-4869-0963-05EA-81F1B1B67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4A8C492B-4A82-3B23-CCB7-9C5E627C7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face adorada de Jesus verei,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Com a grei amada no céu estarei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Na mansão dourada hinos vou cantar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A Jesus, minha luz</a:t>
            </a:r>
          </a:p>
          <a:p>
            <a:pPr algn="ctr">
              <a:buFontTx/>
              <a:buNone/>
            </a:pPr>
            <a:r>
              <a:rPr lang="pt-BR" altLang="pt-BR" sz="3600" b="1">
                <a:solidFill>
                  <a:srgbClr val="FFCCFF"/>
                </a:solidFill>
                <a:latin typeface="Bell MT" panose="02020503060305020303" pitchFamily="18" charset="0"/>
              </a:rPr>
              <a:t>Que me quis salvar.</a:t>
            </a:r>
            <a:endParaRPr lang="en-US" altLang="pt-BR" sz="3600" b="1">
              <a:solidFill>
                <a:srgbClr val="FFCCFF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260</Words>
  <Application>Microsoft Office PowerPoint</Application>
  <PresentationFormat>Apresentação na tela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Bell MT</vt:lpstr>
      <vt:lpstr>Design padrão</vt:lpstr>
      <vt:lpstr>304 A Face Adorada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Junior</dc:creator>
  <cp:lastModifiedBy>Emerson Souza</cp:lastModifiedBy>
  <cp:revision>5</cp:revision>
  <dcterms:created xsi:type="dcterms:W3CDTF">2005-07-24T22:11:42Z</dcterms:created>
  <dcterms:modified xsi:type="dcterms:W3CDTF">2026-05-02T22:02:12Z</dcterms:modified>
</cp:coreProperties>
</file>