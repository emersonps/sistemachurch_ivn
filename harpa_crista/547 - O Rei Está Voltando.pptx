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CD58E-B258-7EA2-131F-EEE46451E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F22B8E-D5A1-A9BA-8E20-74A2B39D7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16D4C-C2A1-133B-547E-271464AB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02D02C-FC44-C6B9-930E-77AC91C0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4003BD-3255-483A-114C-9080BA19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528D4-FE30-4400-A53A-5E51F748FA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238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CAAD4-0A32-5649-B55A-F141D9AA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5F8C3-C3A0-CD25-F41C-4370042F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6728D6-5ADD-2E73-257E-9ADF19A5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9A14D0-667E-86EE-053A-C3C6315B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8CB4BF-DA1B-AC8E-D180-B8766F91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FDA83-E2C0-4D43-B676-1A4E23BAB0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308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E9BBC-1686-1765-AF14-CFE7A4A33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7B51BD-E7BE-A3D1-FA1B-C87774D8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841D89-E7B7-1FC6-75E8-6FF4B774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6A317A-5B43-9A69-7934-26FAF856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D16E15-10FB-BDC5-FADB-EEE123F5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70D6D-C8D0-4EEF-819C-88C63B74CF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874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EAAF7-71AD-40E6-1F92-8DFDB6DE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48CA36-3B69-D708-498F-7F85FA363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FF3C72-415A-13DD-AA18-0E826D0D5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958278-569D-BF0E-7271-7ACB7EC8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7D67DF-A215-614F-6785-EE66378D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D7B3E6-F841-BFD0-92EC-84601081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EF9ED-0185-4908-B34A-CF847780F8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3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F45C6-E596-068C-E073-8CD2C524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06B75B-074B-8CD1-13E2-22729DC7D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E1F7C2-80FD-9D5B-EEFD-A96F6FCDC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29F8F6-9A3A-DD64-5119-8DF940765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6B1EAF-753F-1278-06E3-31B50A26B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A8BED9-4590-8C6F-84B2-A62830B3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3C2F88-82D4-6CF1-B7DD-C4851AC5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9E3437-B097-05A2-5A95-0AE68FAC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D9585-8197-4E80-964F-812EDA66B8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496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2B85D-FD1F-45C9-53D8-6800F1E8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951CAF-922C-2F51-1B73-8442505A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E4C8E2-E7DC-8B90-93E4-0DA1689DB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23B929-24F1-9153-57A1-D999D0A8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3464C-23F8-4592-A305-092008EABC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222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21E34B-E177-AFFD-C46E-BC0476CB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BACC70-7414-F122-2DFE-DD33AA69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6C5D5E-5202-50B7-BB52-A4BEFF3F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F0B46-8843-4DF5-9708-33AB1DB4CE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723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FE4F8-7493-96C8-01EE-3B1D6B41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00BD2-6B17-6934-D07B-C0E9C64AA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E82C70-E691-AE75-98F2-C1ECF78A3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FD5DF4-4323-F91E-9738-1BB922C5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69A840-15ED-9DEC-2B63-94A518DA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4028C4-DF1B-E283-839C-8262215F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A4887-62C7-40D9-859F-F1BC136851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691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28896-42FD-32B3-E901-6F98CFCE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E9371A-9414-9ABF-21C8-3ADBE55A6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460FBE-F7C0-BFE1-C44E-35EA2C498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1800F3-EE1C-5102-1DDA-6285BAE3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519514-8850-A43E-DEB8-B325B340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142131-81A4-B8C6-4A47-0999EAD0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31961-A753-4A4F-901C-1E09DA05BE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127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B1DE7-DECA-4BFD-6CC5-2C81E08E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36BBE7-99B2-C821-8D1A-6A587E2C0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EF51D-A5CD-CBF9-3879-C6D29ACC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082569-224B-AEC8-352B-D85B48A5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CD630-931B-DF67-DCC0-C5D40546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02B20-9A42-4A15-9A94-50F6852BA3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981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39E09C-1842-DC1B-1CDB-3FEDEEAA3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3065C0-694C-0ACC-4C80-FF797FF92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B3B592-952C-C94E-C815-8B1F95CE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D58F3A-7F82-64B5-93A0-6F9E4D6F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C6FE2-5690-52AB-8A6E-AD9FB870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AAF710-0E5D-48FE-BD44-ED09C0947A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707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BDEB81-35A3-4CA2-CFE1-11E019331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E8AD221-3A9E-1A01-746E-1CF463948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FB91CB-6946-5215-CA02-82FEC053114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7A6E8E-1EF2-8E79-2C2B-CAAE2CC382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693EF3A-D7E4-DB4C-3C70-F58CB79C90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8325F3-21A4-48A0-B758-44C498BADA5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9C39D7E-28C3-F9BE-76FF-BED5CCB7AF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547 - O Rei Está Voltando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4128BF2-90B6-00C2-6919-74D3992227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B25BEA6-70B1-51BE-FBE5-7E4BE540C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Os fiéis são trasladados; </a:t>
            </a:r>
            <a:br>
              <a:rPr lang="en-US" altLang="pt-BR" sz="4000" i="1"/>
            </a:br>
            <a:r>
              <a:rPr lang="en-US" altLang="pt-BR" sz="4000" i="1"/>
              <a:t>Seu trabalho aqui findou.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carreira desses santos, </a:t>
            </a:r>
            <a:br>
              <a:rPr lang="en-US" altLang="pt-BR" sz="4000" i="1"/>
            </a:br>
            <a:r>
              <a:rPr lang="en-US" altLang="pt-BR" sz="4000" i="1"/>
              <a:t>Nesta vida já cessou.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Senhor os bons ceifeiros, </a:t>
            </a:r>
            <a:br>
              <a:rPr lang="en-US" altLang="pt-BR" sz="4000" i="1"/>
            </a:br>
            <a:r>
              <a:rPr lang="en-US" altLang="pt-BR" sz="4000" i="1"/>
              <a:t>Terminaram seu labor;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colheita completou-se: </a:t>
            </a:r>
            <a:br>
              <a:rPr lang="en-US" altLang="pt-BR" sz="4000" i="1"/>
            </a:br>
            <a:r>
              <a:rPr lang="en-US" altLang="pt-BR" sz="4000" i="1"/>
              <a:t>É a vinda do Senhor!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1934F98-FAC3-6B61-070B-774A38831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 Rei está voltando! </a:t>
            </a:r>
            <a:br>
              <a:rPr lang="en-US" altLang="pt-BR" sz="4000" b="1" i="1"/>
            </a:br>
            <a:r>
              <a:rPr lang="en-US" altLang="pt-BR" sz="4000" b="1" i="1"/>
              <a:t>O 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trombeta está soando, </a:t>
            </a:r>
            <a:br>
              <a:rPr lang="en-US" altLang="pt-BR" sz="4000" b="1" i="1"/>
            </a:br>
            <a:r>
              <a:rPr lang="en-US" altLang="pt-BR" sz="4000" b="1" i="1"/>
              <a:t>Para os santos trasladar.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o Rei está voltando! </a:t>
            </a:r>
            <a:br>
              <a:rPr lang="en-US" altLang="pt-BR" sz="4000" b="1" i="1"/>
            </a:br>
            <a:r>
              <a:rPr lang="en-US" altLang="pt-BR" sz="4000" b="1" i="1"/>
              <a:t>O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Aleluia! Ele vem nos buscar!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839A44-E5C7-24C7-21A3-DEF612658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Desta Terra estão subindo </a:t>
            </a:r>
            <a:br>
              <a:rPr lang="en-US" altLang="pt-BR" sz="4000" i="1"/>
            </a:br>
            <a:r>
              <a:rPr lang="en-US" altLang="pt-BR" sz="4000" i="1"/>
              <a:t>Os remidos para 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encontro do Deus Filho, </a:t>
            </a:r>
            <a:br>
              <a:rPr lang="en-US" altLang="pt-BR" sz="4000" i="1"/>
            </a:br>
            <a:r>
              <a:rPr lang="en-US" altLang="pt-BR" sz="4000" i="1"/>
              <a:t>Que aparece além do véu.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templo está deserto; </a:t>
            </a:r>
            <a:br>
              <a:rPr lang="en-US" altLang="pt-BR" sz="4000" i="1"/>
            </a:br>
            <a:r>
              <a:rPr lang="en-US" altLang="pt-BR" sz="4000" i="1"/>
              <a:t>Sua pregação cessou.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noticia em toda parte: </a:t>
            </a:r>
            <a:br>
              <a:rPr lang="en-US" altLang="pt-BR" sz="4000" i="1"/>
            </a:br>
            <a:r>
              <a:rPr lang="en-US" altLang="pt-BR" sz="4000" i="1"/>
              <a:t>“Jesus Cristo já voltou!”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17DB2E1-E35A-3671-5439-84EFD137B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 Rei está voltando! </a:t>
            </a:r>
            <a:br>
              <a:rPr lang="en-US" altLang="pt-BR" sz="4000" b="1" i="1"/>
            </a:br>
            <a:r>
              <a:rPr lang="en-US" altLang="pt-BR" sz="4000" b="1" i="1"/>
              <a:t>O 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trombeta está soando, </a:t>
            </a:r>
            <a:br>
              <a:rPr lang="en-US" altLang="pt-BR" sz="4000" b="1" i="1"/>
            </a:br>
            <a:r>
              <a:rPr lang="en-US" altLang="pt-BR" sz="4000" b="1" i="1"/>
              <a:t>Para os santos trasladar.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o Rei está voltando! </a:t>
            </a:r>
            <a:br>
              <a:rPr lang="en-US" altLang="pt-BR" sz="4000" b="1" i="1"/>
            </a:br>
            <a:r>
              <a:rPr lang="en-US" altLang="pt-BR" sz="4000" b="1" i="1"/>
              <a:t>O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Aleluia! Ele vem nos buscar!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4480E8E-E928-0C1C-D17C-CAB9CE060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Os remidos vão subindo: </a:t>
            </a:r>
            <a:br>
              <a:rPr lang="en-US" altLang="pt-BR" sz="4000" i="1"/>
            </a:br>
            <a:r>
              <a:rPr lang="en-US" altLang="pt-BR" sz="4000" i="1"/>
              <a:t>É a festa celestial: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 o Céu está se abrindo, </a:t>
            </a:r>
            <a:br>
              <a:rPr lang="en-US" altLang="pt-BR" sz="4000" i="1"/>
            </a:br>
            <a:r>
              <a:rPr lang="en-US" altLang="pt-BR" sz="4000" i="1"/>
              <a:t>Num “Bem-vindo!” sem igual,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o som de muitas águas, </a:t>
            </a:r>
            <a:br>
              <a:rPr lang="en-US" altLang="pt-BR" sz="4000" i="1"/>
            </a:br>
            <a:r>
              <a:rPr lang="en-US" altLang="pt-BR" sz="4000" i="1"/>
              <a:t>Nós ouvimos entoar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Aleluias ao Cordeiro! </a:t>
            </a:r>
            <a:br>
              <a:rPr lang="en-US" altLang="pt-BR" sz="4000" i="1"/>
            </a:br>
            <a:r>
              <a:rPr lang="en-US" altLang="pt-BR" sz="4000" i="1"/>
              <a:t>Vamos indo para o Lar!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7A9911C-0E4B-D9D1-F3BA-FCA1BAE27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O Rei está voltando! </a:t>
            </a:r>
            <a:br>
              <a:rPr lang="en-US" altLang="pt-BR" sz="4000" b="1" i="1"/>
            </a:br>
            <a:r>
              <a:rPr lang="en-US" altLang="pt-BR" sz="4000" b="1" i="1"/>
              <a:t>O 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trombeta está soando, </a:t>
            </a:r>
            <a:br>
              <a:rPr lang="en-US" altLang="pt-BR" sz="4000" b="1" i="1"/>
            </a:br>
            <a:r>
              <a:rPr lang="en-US" altLang="pt-BR" sz="4000" b="1" i="1"/>
              <a:t>Para os santos trasladar.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o Rei está voltando! </a:t>
            </a:r>
            <a:br>
              <a:rPr lang="en-US" altLang="pt-BR" sz="4000" b="1" i="1"/>
            </a:br>
            <a:r>
              <a:rPr lang="en-US" altLang="pt-BR" sz="4000" b="1" i="1"/>
              <a:t>O Rei está voltando!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Aleluia! Ele vem nos buscar!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547 - O Rei Está Voltando </vt:lpstr>
      <vt:lpstr>Os fiéis são trasladados;  Seu trabalho aqui findou.  A carreira desses santos,  Nesta vida já cessou.  Do Senhor os bons ceifeiros,  Terminaram seu labor;  A colheita completou-se:  É a vinda do Senhor!  </vt:lpstr>
      <vt:lpstr>O Rei está voltando!  O  Rei está voltando!  A trombeta está soando,  Para os santos trasladar.  Sim, o Rei está voltando!  O Rei está voltando!  Aleluia! Ele vem nos buscar!  </vt:lpstr>
      <vt:lpstr>Desta Terra estão subindo  Os remidos para o céu,  Ao encontro do Deus Filho,  Que aparece além do véu.  E o templo está deserto;  Sua pregação cessou.  É noticia em toda parte:  “Jesus Cristo já voltou!”  </vt:lpstr>
      <vt:lpstr>O Rei está voltando!  O  Rei está voltando!  A trombeta está soando,  Para os santos trasladar.  Sim, o Rei está voltando!  O Rei está voltando!  Aleluia! Ele vem nos buscar!  </vt:lpstr>
      <vt:lpstr>Os remidos vão subindo:  É a festa celestial:  Todo o Céu está se abrindo,  Num “Bem-vindo!” sem igual,  Qual o som de muitas águas,  Nós ouvimos entoar  Aleluias ao Cordeiro!  Vamos indo para o Lar!</vt:lpstr>
      <vt:lpstr>O Rei está voltando!  O  Rei está voltando!  A trombeta está soando,  Para os santos trasladar.  Sim, o Rei está voltando!  O Rei está voltando!  Aleluia! Ele vem nos buscar!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547 - O Rei Está Voltando </dc:title>
  <dc:creator>Junior</dc:creator>
  <cp:lastModifiedBy>Emerson Souza</cp:lastModifiedBy>
  <cp:revision>1</cp:revision>
  <dcterms:created xsi:type="dcterms:W3CDTF">2005-12-27T00:08:54Z</dcterms:created>
  <dcterms:modified xsi:type="dcterms:W3CDTF">2026-05-02T22:22:56Z</dcterms:modified>
</cp:coreProperties>
</file>