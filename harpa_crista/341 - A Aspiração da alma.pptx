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2F951-ED5F-A0B7-CE40-6929DEF8C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4AE99D-1D9F-5136-8500-5AEB0CDBD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2C574D-FCAF-41CD-8A4E-0DD6C695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F3CA56-A460-EAAB-F70D-50DD4EFB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743356-1E3E-B590-614B-BEE07C31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FDE70B-1809-4911-94F1-7DEC09D4E3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352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1440C-49C5-14E7-BBAC-068A7BBB3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08685E-D6FE-1FC3-A20E-004F81CD2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4DF333-8423-304A-6705-CDF0F2E2F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ABAC9E-B768-935C-5D32-0749BD48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35DE9D-83E1-A8A1-984C-2275C850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7BAF1A-CF8D-44D8-856C-26B0612524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328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FF5C4-870A-854C-AF0A-DD2195D7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22CF94-F3FC-54F5-7A94-84F32777D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6373F4-175D-6498-E0C3-5725F8D22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650E0F-98B8-0318-CD25-DD47CA48B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CF6A47-8DB8-4D9D-8FB3-D6D7DA9F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911BC-DB10-42C0-A349-6F03F34949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5019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4A3E2-127F-5788-3AB7-7C6D9920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91049E-90F8-E198-FD9F-90EF4057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834829-166A-5DD7-B552-29744D6DB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9321F8-63A7-7A39-6D82-7C955800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43640C-98E9-894A-75CA-6CB63A4F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F313C9-7A24-93FE-F5ED-C687C6EE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A2C48-083E-4DDE-BA9B-8194CF5F5B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61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D35EC-02C7-051B-40A9-304879C0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E2E4B7-0F7D-C2AF-7505-FDFE8B378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CA38F4-69C7-D425-6672-3E98C5C32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FBC9AA-954E-C2C3-5D8D-292A0BF19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95C5B1-1463-9AFE-115E-0B6F9E28E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CFE690-000D-8295-F21E-147BA6F70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B83AC81-5577-853C-1026-B6D8303E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CEEAD7-76F4-8960-36B6-81BEEC60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E07C42-1CF9-409A-B091-F737EE1F48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773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9FCAF-9525-2A28-48C1-1B871D336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6C9ECB-2BD5-64C1-5A2D-A2939F7D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28DCA9-EC39-AF2C-6DFE-79DC7973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51A063-17DD-44E4-CBD9-867F555E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F6EED6-C15F-4EC0-ABD8-B637E89BF2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5812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9EE6AC-D433-67E0-AE45-4E82FD60C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B342EC-3AF4-3EA8-335B-CC1CD999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D35B17-EB0F-DC9E-26CB-1750C379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E15578-41DE-4A63-A64A-D42E7E5784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981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9FD18-85C9-1717-98DC-2995D5174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89FB56-C6EA-C728-CBD0-637CB62EE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7A9B44-FA49-5F3C-6BFC-7518F0555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6DAF40-CC58-3F81-D5E1-F9F64904F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090494-F889-8AC7-C806-9026536E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86D625-F5D1-07B4-A761-1BB8C496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EDFEA5-3FC8-469A-B4CD-3E581ACA33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3931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05CE7-C73B-AF9B-A2C8-897290F1B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622F8FE-5D78-4D30-23B7-E6FC3CFA4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7D2FBA-DC75-C604-2AEB-EE91FCB7F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7461E6-AA31-E6BE-6E82-DC5D59DC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962F04-8917-8DE8-1298-FCD65EDCC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67583A-124C-9BCA-DD4F-1AB242FE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2384C-136C-4BB5-B0E5-31A9C1D16C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406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12EFB-2F10-19C2-A0E4-75E5E24D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3A9765-85D8-B2E0-0B5A-48A4ED25E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C8ABF-F246-ED83-95B1-21A2F722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4A99E9-2639-0FCF-F049-DB23079A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1DA306-56FA-8BB7-AE3A-EA673A62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E62F18-0A1C-4C6F-B93C-FDC00DA8B3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213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8A50B6-6CF4-3E9C-B951-2E4B9184A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2DCAC1-3C1A-9BD9-D74C-299B2465C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C658B5-99F8-A130-3850-F821551B5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7F8A77-D295-F98D-7CB5-8966AA17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B3798-5508-A9E5-87A2-01459C2E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0E2EDD-E07A-4142-BF14-26923CD976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288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C8CDAB1-D4A3-51ED-A5D2-3707208A9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9DEFA6B-3C87-3B43-1949-880FAF5C3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D73E654-DE8E-94D5-ADB7-EF3126427C2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6E2AC94-8D49-7CA1-A398-9B45FD855F1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F94219B-FF35-00A6-E607-FDBF635716B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BA1B6E-F2B8-40DF-A676-5297EEDF37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61DED3E-A892-3819-7AC9-6559263BA6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341 - A Aspiração da alma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3023A84-1DCB-A1BD-4015-A274B5B390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B997EFE-0349-6652-E22A-14E100C27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Minh’alma aspira habitar </a:t>
            </a:r>
            <a:br>
              <a:rPr lang="en-US" altLang="pt-BR" sz="4000" i="1"/>
            </a:br>
            <a:r>
              <a:rPr lang="en-US" altLang="pt-BR" sz="4000" i="1"/>
              <a:t>Nos átrios do Senhor, </a:t>
            </a:r>
            <a:br>
              <a:rPr lang="en-US" altLang="pt-BR" sz="4000" i="1"/>
            </a:br>
            <a:r>
              <a:rPr lang="en-US" altLang="pt-BR" sz="4000" i="1"/>
              <a:t>E para sempre ouvir soar </a:t>
            </a:r>
            <a:br>
              <a:rPr lang="en-US" altLang="pt-BR" sz="4000" i="1"/>
            </a:br>
            <a:r>
              <a:rPr lang="en-US" altLang="pt-BR" sz="4000" i="1"/>
              <a:t>A voz do meu Redentor.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A9D1232-3517-B93D-5476-CA1FB6792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Descanso não se encontrará </a:t>
            </a:r>
            <a:br>
              <a:rPr lang="en-US" altLang="pt-BR" sz="4000" i="1"/>
            </a:br>
            <a:r>
              <a:rPr lang="en-US" altLang="pt-BR" sz="4000" i="1"/>
              <a:t>No lar do pecador; </a:t>
            </a:r>
            <a:br>
              <a:rPr lang="en-US" altLang="pt-BR" sz="4000" i="1"/>
            </a:br>
            <a:r>
              <a:rPr lang="en-US" altLang="pt-BR" sz="4000" i="1"/>
              <a:t>Só em Jesus se achará </a:t>
            </a:r>
            <a:br>
              <a:rPr lang="en-US" altLang="pt-BR" sz="4000" i="1"/>
            </a:br>
            <a:r>
              <a:rPr lang="en-US" altLang="pt-BR" sz="4000" i="1"/>
              <a:t>Justiça, paz e amor.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C11772E-AA02-9141-905C-CC9C6EC95E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Ó vinde, crentes, vamos já </a:t>
            </a:r>
            <a:br>
              <a:rPr lang="en-US" altLang="pt-BR" sz="4000" i="1"/>
            </a:br>
            <a:r>
              <a:rPr lang="en-US" altLang="pt-BR" sz="4000" i="1"/>
              <a:t>A casa do Senhor, </a:t>
            </a:r>
            <a:br>
              <a:rPr lang="en-US" altLang="pt-BR" sz="4000" i="1"/>
            </a:br>
            <a:r>
              <a:rPr lang="en-US" altLang="pt-BR" sz="4000" i="1"/>
              <a:t>Pois Ele nos ensinará </a:t>
            </a:r>
            <a:br>
              <a:rPr lang="en-US" altLang="pt-BR" sz="4000" i="1"/>
            </a:br>
            <a:r>
              <a:rPr lang="en-US" altLang="pt-BR" sz="4000" i="1"/>
              <a:t>Servi-Lo com mui fervor!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341 - A Aspiração da alma</vt:lpstr>
      <vt:lpstr>Minh’alma aspira habitar  Nos átrios do Senhor,  E para sempre ouvir soar  A voz do meu Redentor.  </vt:lpstr>
      <vt:lpstr>Descanso não se encontrará  No lar do pecador;  Só em Jesus se achará  Justiça, paz e amor.  </vt:lpstr>
      <vt:lpstr>Ó vinde, crentes, vamos já  A casa do Senhor,  Pois Ele nos ensinará  Servi-Lo com mui fervor!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341 - A Aspiração da alma</dc:title>
  <dc:creator>Junior</dc:creator>
  <cp:lastModifiedBy>Emerson Souza</cp:lastModifiedBy>
  <cp:revision>1</cp:revision>
  <dcterms:created xsi:type="dcterms:W3CDTF">2005-12-26T21:42:43Z</dcterms:created>
  <dcterms:modified xsi:type="dcterms:W3CDTF">2026-05-02T22:05:22Z</dcterms:modified>
</cp:coreProperties>
</file>