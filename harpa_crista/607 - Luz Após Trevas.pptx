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7BD3C5-22B0-80F5-6B81-435199F32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E9026-8BA9-D074-7050-4865A12F0A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528477-B63D-95CF-A8DD-B8EE6B20F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F50348-A174-D54F-E565-8A96DD0DF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0CBEED-50A1-74B5-2B8C-194B868B1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3CEA7E-B08D-4E25-944F-538371ACE2B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62726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667E0B-E018-2CB2-5152-15B0356E5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087F49-DBAC-931E-ABBD-0895285F8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A7678C-1E4B-B924-BBB8-088997686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4FD9A7-7EDB-C622-081E-DEFB75875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0BFC37-F500-29B8-6788-55ACF7A01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07026D-4109-4A0A-95D3-A9690F93DC6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92182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DE6C2D-661A-5165-1C0F-4E20C73ED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DB619A-CB43-5B1B-290A-B030548BA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70BF2B-D667-586B-4287-4E21C4193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F15508-ED09-375A-5535-FFDD1EC55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54D142-65F8-BF35-E64B-78054935B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603A59-1B96-4651-8885-14B611197C8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20324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B0332-A119-FB00-E0E1-9EAFF34DF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069F89-A618-FE2C-E2AF-62F76748E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29F35F9-3A5C-799B-A7C7-C8F456497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099217-5905-89EB-6FBF-27BCAE59A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B0ACB8-D0E7-1FD6-84AB-946CEEE00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BBE1D63-6EC6-601E-4A72-3EB8BFEDE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22DB78-40CD-4F78-BC31-785C61BFF4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00421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BB3C3B-6AAF-39BF-AB89-367635BA3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61588D-1398-174E-9FD7-C68F7FDF3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14D63E5-4B7C-E774-5C5B-9962FA0D34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B8168AA-A487-2748-6685-A22EEE8B10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14AF1A6-5718-26A3-8796-DDBEC8EF21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2A0E051-E20E-B0FD-629E-5507F96BF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F587632-E913-EB6F-5BBC-63782A3CC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185B7BB-39E9-5B77-8D86-B7724856E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85C288-6B06-4EA8-80FA-762BB3E53A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52048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FE3F12-A31F-7827-04AF-6F7BA8CA7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1E8B65D-1535-C791-C7B3-872B75CF7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45506A3-C24D-A6F9-9440-2BC6A3635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CC34984-5A0A-9E7C-A3AF-2E587DE5A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ED474A-BB2C-423B-8ECE-39FEBEEC14B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03503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20CCF5E-1104-3B07-A2E7-0EEAE9029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D6E40EE-36EF-BF22-D2FA-4519C050E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1A54095-8CDE-4ADA-070C-D171CB273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243168-DCE8-477F-8F39-CEC2D65AFC6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85547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160DCD-76E6-D914-5CA9-1B7D3F502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28F99B-FCEC-8CFC-103A-A512114A3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48177A-EFC7-0D37-E5CB-785DFF68D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BE60196-5450-9304-E2D8-CA6439BCF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F271F04-3762-02D8-1078-3783B75C9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FCC106-F930-5258-E4D4-BA9D43827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426A88-8A89-45B1-928C-69582C5DA60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83434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A36445-EA6D-C49E-19BC-B01FAB6F9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2098F77-EC55-71D6-7C3A-DBE716EF93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D89622A-BBF8-659E-7625-119A7749DE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03CDB4-4A5A-384D-546E-729BDDCF8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1476D4A-4A2F-0AC9-56AB-0BB5CF7C3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C9242E0-DC43-C767-55D2-B7C56B97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28651-CC88-44CE-8239-BB4DD9AA44D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89327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A86AB0-A2C1-CAC7-3C60-203BD0463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15D415A-69B7-58F8-C5C0-8E045DC0B3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D70651-AE47-34BD-856F-A107F3E44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DDCBD-DFF7-8734-A53F-9C4503E72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322044-0E51-25EE-D8E3-6CDA5CFB3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6DB509-12F4-44B8-A8D8-0947A12D52F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54508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8FE4B77-CC82-6991-9F8B-0A5189A2F9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AEAAF22-4EDB-FC37-0720-FB43C83BC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E401F4-6A4D-24CA-0BA6-EA2A23F3B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07E210-BA73-EB88-AFFD-BA5EEEE84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365FD1-5EEE-354E-6CBF-9861223F2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FA9D75-4300-471C-996C-B33EB32314E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78329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89628C0-D9EF-62CC-1412-065739C15E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0864EBF-EB64-488E-513D-3181E423D1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910CC1D-73DD-74EC-272A-427919DD6A5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F4DAC3F-A9FE-8451-389A-4533948EC01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3E4CE5A-83E1-8011-A14E-CAB346B671F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C990F23-C420-46FB-8CDF-AF52C7C081F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854420D-B08C-E012-AAB9-6F58EDDD54D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607 - Luz Após Trevas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1D4BE87-AD57-5A80-AB69-7AEB46FE32F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E033744F-0552-A17E-3DAC-A06B87A52A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Luz após trevas, glória após luz,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Ganho após perda, trono após cruz,</a:t>
            </a:r>
            <a:r>
              <a:rPr lang="en-US" altLang="pt-BR" sz="4000"/>
              <a:t> </a:t>
            </a:r>
            <a:r>
              <a:rPr lang="en-US" altLang="pt-BR" sz="4000" i="1"/>
              <a:t>Paz após luta, fruto após flor,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Riso após pranto, gozo após dor.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5B68A70-C599-0BB9-B28B-3E8D78C949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Crente após ímpio, justo após réu,</a:t>
            </a:r>
            <a:r>
              <a:rPr lang="en-US" altLang="pt-BR" sz="4000"/>
              <a:t> </a:t>
            </a:r>
            <a:r>
              <a:rPr lang="en-US" altLang="pt-BR" sz="4000" i="1"/>
              <a:t>Graça após ira, vista após véu,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Sol após chuva, mel após sal,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Lar após lida, bem após mal.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8213C63-D472-2E2F-929F-8B9D35910B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Perto após longe, Cristo após eu,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Vida após tumba, terra após Céu,</a:t>
            </a:r>
            <a:r>
              <a:rPr lang="en-US" altLang="pt-BR" sz="4000"/>
              <a:t> </a:t>
            </a:r>
            <a:r>
              <a:rPr lang="en-US" altLang="pt-BR" sz="4000" i="1"/>
              <a:t>Glória, paz, vida, fé, trono e luz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Tudo isso eu tenho, crendo em Jesus.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607 - Luz Após Trevas</vt:lpstr>
      <vt:lpstr>Luz após trevas, glória após luz,  Ganho após perda, trono após cruz, Paz após luta, fruto após flor,  Riso após pranto, gozo após dor. </vt:lpstr>
      <vt:lpstr>Crente após ímpio, justo após réu, Graça após ira, vista após véu,  Sol após chuva, mel após sal,  Lar após lida, bem após mal.  </vt:lpstr>
      <vt:lpstr>Perto após longe, Cristo após eu,  Vida após tumba, terra após Céu, Glória, paz, vida, fé, trono e luz  Tudo isso eu tenho, crendo em Jesus.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607 - Luz Após Trevas</dc:title>
  <dc:creator>Junior</dc:creator>
  <cp:lastModifiedBy>Emerson Souza</cp:lastModifiedBy>
  <cp:revision>1</cp:revision>
  <dcterms:created xsi:type="dcterms:W3CDTF">2005-12-27T17:37:30Z</dcterms:created>
  <dcterms:modified xsi:type="dcterms:W3CDTF">2026-05-02T22:28:03Z</dcterms:modified>
</cp:coreProperties>
</file>