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72" d="100"/>
          <a:sy n="72" d="100"/>
        </p:scale>
        <p:origin x="-39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6680E-4481-6408-D3AD-55C2E9210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27C60E-0BCB-CD95-C204-5C7E2F993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2D71A9-5263-01DC-3703-4E9D903A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1C152E-31A0-C414-81F0-386A1C28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F72F3A-764F-387A-5BC4-DBC72724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4AF5E5-9FE6-495D-A79B-DD7505E69F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610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E0A04-AF64-2A10-D0F8-EF049476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0FFCFD-C48C-CB11-5B6D-6AB914874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FD8805-BD9B-D47A-9355-48E212152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2F8503-6660-4E42-152F-747916D9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D0F5B8-977D-75E0-D0F6-CD35BEC9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356EE1-01BF-4405-AEDD-1A3EC841E6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494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5FE9C-2734-A049-6BC3-EF3BF20C9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833274-E67B-1536-9DDC-2C0453D6F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A5586B-423E-66CB-8822-5B201A69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5A5122-0DCB-C52B-AE89-01A87D8F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EDA0FF-75C6-AD28-1B0B-6D3EE710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C1956D-820F-4254-96E0-BA9788C7FB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94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8A512-BB9D-14CD-06F0-366BCCA8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86021A-BF75-B176-1F71-9CB694F4D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CC1D4A-6110-4EB6-51C4-55D383A76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77E7CF-9579-69D0-6F3B-CFEE0B04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B862F9-52F0-2618-9592-46CDD1D9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F72E51-DA9C-D00A-1348-7D9FF928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562DC4-B32C-49F1-8CFD-A657EB555E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2012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64FF3-0867-A280-3331-49322FEE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382FBA-458B-75DA-DBC5-BBC150770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18E6A0-D25A-7542-D682-B9C458DB9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F852570-BDFF-E26B-98E7-6D355E99A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2AA805-2DFA-6955-84D9-9E5BDAE06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3055477-2DD7-E472-64C1-D2D0EEDD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74975BB-40FD-E489-6DE6-EE5349C5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2BD09F9-4C2F-E310-69FA-2E842CD6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394275-E38C-4738-A5D7-F620342BFF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265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42802-1A9C-E944-AEEA-D4F9C50F1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C777BF7-258F-46B5-2919-01CC85220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4AA7736-E960-A111-2FC5-CF84CD00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51F119-3597-C86C-C4EF-C5562D70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D19619-5AAF-4055-B39F-ACFE2592C2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5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C3BEE88-4AE6-E2D5-E343-3ECEFE3C7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533B61-6F77-EC3E-6C9E-D6ECF2D8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17ED8A-E9E7-E052-C16B-9B81F243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ACF4D-4DCD-4B0B-841D-CC73A144CA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9910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57869-B8C5-7E1D-D529-130392A5A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65F79C-3CA9-4D36-654E-6262FF153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6D0E87-34EC-71CE-FB15-C2E8D0A59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9A5BE7-CC6C-B788-D9B5-DF527007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AF1CA8-707C-64CE-9CC4-26F8066CA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5CDB49-70EE-8E7D-7118-5B5BB023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3B9AFC-B5E6-44F9-94F8-383C12E92B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1271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C1FE4-E1C2-CDD8-E6AE-270FA86E8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22A8944-451F-362B-481E-41160C165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57046E-2B2B-1BDF-0F2F-73DC045FE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1A9479-5526-B119-FA7C-47571475F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992008-EABF-7058-B8CC-B7C1009A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6397CC-98D2-A381-E51F-104C81E37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482957-6605-425F-B629-0F8F273D6D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011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88925-1C79-E9E7-7B2B-FFA013A9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DFDCA79-9888-72FC-2581-1B8A064F3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4B4F72-3BEC-767C-997A-386C17F9C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6AB137-FE79-6781-EF74-2D747285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E01557-DBF9-36D9-A1E8-23CE5ED2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7389B8-6AB1-467B-804D-6C9C756172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9874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AFB4A4-D30E-8D72-7386-FF353A94E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20CB90-A31C-FA83-CE2C-B718B56A3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466289-052D-A36E-AE4B-D89B56B1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81B637-0879-938C-5DEC-B4E3FF5D8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69480A-6855-A70A-D17C-7F53F8D0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E757BD-B218-40D0-8027-6F60F90FA5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834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285596D-2087-1F47-085C-FBD21BF38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F786593-0BD4-7E54-6A13-CBBE1D84B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A9E12C7-A237-44B3-9ADF-FD81A98315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F564670-734C-BD7D-D2DB-698E2C89224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FF60ECE-D600-3B97-DDFB-E6CBAE69CBB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F6EB346-0ABE-445C-871E-E3EEFF8A7F5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22002B8-3D56-DBB4-3792-0300EB1D19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96</a:t>
            </a:r>
            <a:br>
              <a:rPr lang="en-US" altLang="pt-BR" sz="4000" b="1"/>
            </a:br>
            <a:r>
              <a:rPr lang="en-US" altLang="pt-BR" sz="4000" b="1"/>
              <a:t>DEIXA PENETRAR A LUZ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0326AB3-02BD-1A31-0359-C304EE92F2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29D4E29-6D50-F92E-033E-515EC7BCAA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ao inimigo temes combater, </a:t>
            </a:r>
            <a:br>
              <a:rPr lang="en-US" altLang="pt-BR" sz="4000" i="1"/>
            </a:br>
            <a:r>
              <a:rPr lang="en-US" altLang="pt-BR" sz="4000" i="1"/>
              <a:t>Se estás em trevas e não tens poder, Que a formosa luz de Deus </a:t>
            </a:r>
            <a:br>
              <a:rPr lang="en-US" altLang="pt-BR" sz="4000" i="1"/>
            </a:br>
            <a:r>
              <a:rPr lang="en-US" altLang="pt-BR" sz="4000" i="1"/>
              <a:t>Fulgure em ti; </a:t>
            </a:r>
            <a:br>
              <a:rPr lang="en-US" altLang="pt-BR" sz="4000" i="1"/>
            </a:br>
            <a:r>
              <a:rPr lang="en-US" altLang="pt-BR" sz="4000" i="1"/>
              <a:t>E serás feliz assim.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F04243F-5708-FE8C-FBF1-F90BAC8B9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Deixa penetrar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Deixa penetrar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 formosa luz de Deus </a:t>
            </a:r>
            <a:br>
              <a:rPr lang="en-US" altLang="pt-BR" sz="4000" b="1" i="1"/>
            </a:br>
            <a:r>
              <a:rPr lang="en-US" altLang="pt-BR" sz="4000" b="1" i="1"/>
              <a:t>Fulgure em ti;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serás feliz assim.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FE4CC63-11CA-7464-470A-2BC7E6745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a tua fé é fraca no Senhor, </a:t>
            </a:r>
            <a:br>
              <a:rPr lang="en-US" altLang="pt-BR" sz="4000" i="1"/>
            </a:br>
            <a:r>
              <a:rPr lang="en-US" altLang="pt-BR" sz="4000" i="1"/>
              <a:t>E não mostras fruto ou nenhum fervor, Que a formosa luz de Deus </a:t>
            </a:r>
            <a:br>
              <a:rPr lang="en-US" altLang="pt-BR" sz="4000" i="1"/>
            </a:br>
            <a:r>
              <a:rPr lang="en-US" altLang="pt-BR" sz="4000" i="1"/>
              <a:t>Fulgure em ti </a:t>
            </a:r>
            <a:br>
              <a:rPr lang="en-US" altLang="pt-BR" sz="4000" i="1"/>
            </a:br>
            <a:r>
              <a:rPr lang="en-US" altLang="pt-BR" sz="4000" i="1"/>
              <a:t>E serás feliz assim.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9E52DF6-E882-46A8-F33C-B86034229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Deixa penetrar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Deixa penetrar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 formosa luz de Deus </a:t>
            </a:r>
            <a:br>
              <a:rPr lang="en-US" altLang="pt-BR" sz="4000" b="1" i="1"/>
            </a:br>
            <a:r>
              <a:rPr lang="en-US" altLang="pt-BR" sz="4000" b="1" i="1"/>
              <a:t>Fulgure em ti;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serás feliz assim.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8890081-DC25-0E47-2341-A6E7C2121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na luz estamos, que divina luz! </a:t>
            </a:r>
            <a:br>
              <a:rPr lang="en-US" altLang="pt-BR" sz="4000" i="1"/>
            </a:br>
            <a:r>
              <a:rPr lang="en-US" altLang="pt-BR" sz="4000" i="1"/>
              <a:t>Se nos limpa sempre </a:t>
            </a:r>
            <a:br>
              <a:rPr lang="en-US" altLang="pt-BR" sz="4000" i="1"/>
            </a:br>
            <a:r>
              <a:rPr lang="en-US" altLang="pt-BR" sz="4000" i="1"/>
              <a:t>O sangue de Jesus, </a:t>
            </a:r>
            <a:br>
              <a:rPr lang="en-US" altLang="pt-BR" sz="4000" i="1"/>
            </a:br>
            <a:r>
              <a:rPr lang="en-US" altLang="pt-BR" sz="4000" i="1"/>
              <a:t>Temos claridade em nosso coração, </a:t>
            </a:r>
            <a:br>
              <a:rPr lang="en-US" altLang="pt-BR" sz="4000" i="1"/>
            </a:br>
            <a:r>
              <a:rPr lang="en-US" altLang="pt-BR" sz="4000" i="1"/>
              <a:t>E vivemos nós na luz.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ADEC474-FD0D-4B47-1597-5452C2378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Deixa penetrar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Deixa penetrar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 formosa luz de Deus </a:t>
            </a:r>
            <a:br>
              <a:rPr lang="en-US" altLang="pt-BR" sz="4000" b="1" i="1"/>
            </a:br>
            <a:r>
              <a:rPr lang="en-US" altLang="pt-BR" sz="4000" b="1" i="1"/>
              <a:t>Fulgure em ti;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serás feliz assim.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CFFB172-571B-5359-5D9A-BBFA6DAAE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de Deus, o Espírito Consolador, Traz a luz do céu, divino resplendor, Penetrando Ele, no teu coração. Viverás então de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AD86F2F-6117-E14A-71AE-FAF0655EE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Deixa penetrar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Deixa penetrar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 formosa luz de Deus </a:t>
            </a:r>
            <a:br>
              <a:rPr lang="en-US" altLang="pt-BR" sz="4000" b="1" i="1"/>
            </a:br>
            <a:r>
              <a:rPr lang="en-US" altLang="pt-BR" sz="4000" b="1" i="1"/>
              <a:t>Fulgure em ti;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serás feliz assim.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878D735-ADFC-2FD3-4A54-EA395F26F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alegre fores à mansão sem par, </a:t>
            </a:r>
            <a:br>
              <a:rPr lang="en-US" altLang="pt-BR" sz="4000" i="1"/>
            </a:br>
            <a:r>
              <a:rPr lang="en-US" altLang="pt-BR" sz="4000" i="1"/>
              <a:t>Ó enfrenta as trevas, </a:t>
            </a:r>
            <a:br>
              <a:rPr lang="en-US" altLang="pt-BR" sz="4000" i="1"/>
            </a:br>
            <a:r>
              <a:rPr lang="en-US" altLang="pt-BR" sz="4000" i="1"/>
              <a:t>Que vão se afastar, </a:t>
            </a:r>
            <a:br>
              <a:rPr lang="en-US" altLang="pt-BR" sz="4000" i="1"/>
            </a:br>
            <a:r>
              <a:rPr lang="en-US" altLang="pt-BR" sz="4000" i="1"/>
              <a:t>Que a formosa luz de Deus</a:t>
            </a:r>
            <a:br>
              <a:rPr lang="en-US" altLang="pt-BR" sz="4000" i="1"/>
            </a:br>
            <a:r>
              <a:rPr lang="en-US" altLang="pt-BR" sz="4000" i="1"/>
              <a:t>Fulgure em ti, </a:t>
            </a:r>
            <a:br>
              <a:rPr lang="en-US" altLang="pt-BR" sz="4000" i="1"/>
            </a:br>
            <a:r>
              <a:rPr lang="en-US" altLang="pt-BR" sz="4000" i="1"/>
              <a:t>E serás feliz assim.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5DD8C39-8AA3-FE03-4F28-D7A625549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Deixa penetrar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Deixa penetrar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Que a formosa luz de Deus </a:t>
            </a:r>
            <a:br>
              <a:rPr lang="en-US" altLang="pt-BR" sz="4000" b="1" i="1"/>
            </a:br>
            <a:r>
              <a:rPr lang="en-US" altLang="pt-BR" sz="4000" b="1" i="1"/>
              <a:t>Fulgure em ti;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serás feliz assim.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319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96 DEIXA PENETRAR A LUZ </vt:lpstr>
      <vt:lpstr>Se ao inimigo temes combater,  Se estás em trevas e não tens poder, Que a formosa luz de Deus  Fulgure em ti;  E serás feliz assim. </vt:lpstr>
      <vt:lpstr>Deixa penetrar a luz!  Deixa penetrar a luz!  Que a formosa luz de Deus  Fulgure em ti;  E serás feliz assim. </vt:lpstr>
      <vt:lpstr>Se a tua fé é fraca no Senhor,  E não mostras fruto ou nenhum fervor, Que a formosa luz de Deus  Fulgure em ti  E serás feliz assim. </vt:lpstr>
      <vt:lpstr>Deixa penetrar a luz!  Deixa penetrar a luz!  Que a formosa luz de Deus  Fulgure em ti;  E serás feliz assim. </vt:lpstr>
      <vt:lpstr>Se na luz estamos, que divina luz!  Se nos limpa sempre  O sangue de Jesus,  Temos claridade em nosso coração,  E vivemos nós na luz. </vt:lpstr>
      <vt:lpstr>Deixa penetrar a luz!  Deixa penetrar a luz!  Que a formosa luz de Deus  Fulgure em ti;  E serás feliz assim. </vt:lpstr>
      <vt:lpstr>Se de Deus, o Espírito Consolador, Traz a luz do céu, divino resplendor, Penetrando Ele, no teu coração. Viverás então de amor. </vt:lpstr>
      <vt:lpstr>Deixa penetrar a luz!  Deixa penetrar a luz!  Que a formosa luz de Deus  Fulgure em ti;  E serás feliz assim. </vt:lpstr>
      <vt:lpstr>Se alegre fores à mansão sem par,  Ó enfrenta as trevas,  Que vão se afastar,  Que a formosa luz de Deus Fulgure em ti,  E serás feliz assim. </vt:lpstr>
      <vt:lpstr>Deixa penetrar a luz!  Deixa penetrar a luz!  Que a formosa luz de Deus  Fulgure em ti;  E serás feliz assim.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96 DEIXA PENETRAR A LUZ </dc:title>
  <dc:creator>Junior</dc:creator>
  <cp:lastModifiedBy>Emerson Souza</cp:lastModifiedBy>
  <cp:revision>2</cp:revision>
  <dcterms:created xsi:type="dcterms:W3CDTF">2005-12-23T13:10:41Z</dcterms:created>
  <dcterms:modified xsi:type="dcterms:W3CDTF">2026-05-02T21:44:48Z</dcterms:modified>
</cp:coreProperties>
</file>