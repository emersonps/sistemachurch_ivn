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B140AE-79CB-7D65-4A4F-B33869AA5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96C8C3-6C1A-21FA-F5B2-F5444A91A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C76730-FE7E-06FB-77E5-B65083DCD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18FB4E-386F-1AF3-2447-AB55FC11B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B238B-323A-E8E0-FE8B-EBA8F3E3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A0A507-A50A-4E62-A66B-4EFA12E4F5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160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097AC-92FD-7CD9-8392-5B3AE71B7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280558-AB1F-56B4-E371-F487F30A2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50C2B8-90E3-B38A-B287-34CABBB54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E8D11A-BCC1-34A5-3C90-C28A3435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1AAB9B-1328-2592-64A2-6AF7EE5E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474034-FFBD-4189-A6DE-0A065F5543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8554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F2953-1C7A-AE92-9697-C2B4E36FB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852953-BF8A-E57F-CC83-2E22954B2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9CEC0D-58C9-CCA5-80D3-1241FDC1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86EB82-49DF-5EF8-0CA0-425CC81E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2D57B2-9923-8A3D-6A75-8F74A3BF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DECFAD-7F50-49DD-9022-1191217121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1466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AF5DB-601A-DB0A-40A1-CBCD69C2E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3F9E4C-66E9-B341-4A31-6EF7602E3F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CCB6D4-435B-C778-0A76-BB8FE20E1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F43669-B6FC-ECF4-2033-1BB198BD8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05595A-4D2D-74D1-47F2-874BA4204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D2BB0A-FBBA-D499-6F8E-3AE1E2A2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759D5-22B6-4034-971F-4A16445857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3580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0F302-1971-D73D-72EE-97F2C87E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4A8F15-F0C8-D06B-8C8F-3B7EE208C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D3CA3D-CEFE-1E42-18EE-C957CF7DF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95399F3-0D38-6D43-88CF-63C24E2E6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ECE73AE-663D-28E9-F9FE-ACE3E59C9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6C50AA-89BC-C8C3-FA50-56F21A82B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9B6A75E-E544-EF53-0DC3-D25DDCAA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3A9D398-1CBD-465F-295E-BE145524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A32141-FB6F-4716-B924-085DA49FB8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267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3F019-6603-8AE9-B2BF-59DD1EFB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02E6C33-51B2-FB06-FD55-0ACCDA2B0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E7E0D8-F0E5-740D-F175-30354252D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11E7A6A-D2DE-D25E-DB17-78E6A8DF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19FD57-4828-49C5-8979-C8336F3BB2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160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8BF34C-DCC1-94D7-CC2A-4BABE660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93B888-FB35-3DC6-B419-2D8D518D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6884ED-53E3-E197-C76F-5E65F851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2E8EA5-81AA-4BFE-8515-0BBF5D5C51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1711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E57C3-3921-17BB-E696-FB92D4D2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1763FF-6199-0A48-319B-9E563F739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913B41-29CB-E3EA-5407-199E59F78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519C00-C9B3-C4C4-8956-858BC1B4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42F1AD-453A-EDA5-399C-3C2FF2D1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ACF9CC-4BA2-BBDF-15C7-B019EB89E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45500E-2342-4F6F-A50F-0E7D0DDA1A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3825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A817B-43B7-CB9B-0747-0F371072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64F8DDF-1425-4FA0-420B-CC77F25F3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1AC7E7-4F3B-2027-F69B-D89C488B1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C963E8-5348-C19D-ABB6-B109B9FB1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1D12B0-C8BF-2315-5B3F-B51B4047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B0DB35-4628-C272-FDCA-015F13696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452CEB-D163-4A71-928F-96FD067A38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290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E5B1D-5DE9-C46D-3B0F-DA25B9F8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235407-4D00-F26B-990C-52C7A1666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717342-D4F5-2B50-43EC-8978E729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BF8DF3-4CA0-C86E-A731-1CA37EFFF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27A191-367B-B239-8F45-2CD69DFA2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0F770A-E706-4350-ACD0-D15F5FFD22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818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06148A-D00E-5B15-AFCD-AC6F9ADF8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C396A4-A883-C424-07A3-51F05B8C5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64F4EA-464D-ECAD-28AC-104AD88D1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2A39D1-29C4-6456-E15E-3B3D34DE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D0B205-FD1A-C7B2-9AF0-35A79C450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D54486-01F1-4DA4-916D-D8FE2D342C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8043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AF75D65-1528-C42B-B8FC-816238C49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AE9F511-2409-E064-209C-66C25A50D3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60E4581-663B-DFAA-FE54-3BCACC25F48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D777AD9-E29E-BF98-6118-3765E31865F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A12CA83-6D3C-3F5E-F63F-D33970DD0D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877B61C-4BD9-4B7A-98DE-04B5ADE6425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202B8F5-FB58-2650-3C88-392327AEA73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 i="1"/>
              <a:t>620 - Na Jornada Para o Céu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D5D5DFA-22EF-E064-E683-DC90BCAA850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76E68AD-D97E-C3AF-A8C4-1DC8B85A1F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Na jornada para o Céu,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Vivo sempre a meditar.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Muito alegre vou cantando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seguindo pro meu lar.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Muito alegre vou cantando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seguindo pro meu lar.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E252ECA-0323-B624-52B8-9729B75043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Sei que é certa a vitória,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Jesus me garantiu: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Eu vou chegar à Glória  (bis)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o mortal inda não viu.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40A4598-1560-40CB-E29B-0F24A1BF9E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Caminhando com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Meu prazer sempre aumentou:</a:t>
            </a:r>
            <a:r>
              <a:rPr lang="en-US" altLang="pt-BR" sz="4000"/>
              <a:t> </a:t>
            </a:r>
            <a:r>
              <a:rPr lang="en-US" altLang="pt-BR" sz="4000" i="1"/>
              <a:t>Revelou-me o amor da cruz,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meus crimes perdoou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Revelou-me o amor da cruz,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meus crimes perdoou.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BDD091E-0100-14A3-C18A-8A88F1C78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Sei que é certa a vitória,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Jesus me garantiu: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Eu vou chegar à Glória  (bis)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o mortal inda não viu.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D71A6C5-3256-48AB-86C5-90000F02F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Um clarão da luz do Céu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Minha alma iluminou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Então vi o abismo eterno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 qual Deus já me salvou.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Então vi o abismo eterno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 qual Deus já me salvou.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9A7ECEE-9D65-FE98-F881-ACF7B1B89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Sei que é certa a vitória,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Jesus me garantiu: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Eu vou chegar à Glória  (bis)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o mortal inda não viu.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0D8A8F6-5DDB-5994-8C1D-96DC1DB0D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 Nesta senda gloriosa,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 ajude o meu Rei: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Tenho paz, e mui ditosa,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mais paz no Céu terei.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Tenho paz, e mui ditosa.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mais paz no Céu tere</a:t>
            </a:r>
            <a:r>
              <a:rPr lang="en-US" altLang="pt-BR" i="1"/>
              <a:t>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77BD439-0625-2EB6-6C30-8875CC41FB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Sei que é certa a vitória,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Jesus me garantiu: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Eu vou chegar à Glória  (bis)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 o mortal inda não viu.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620 - Na Jornada Para o Céu</vt:lpstr>
      <vt:lpstr>Na jornada para o Céu,  Vivo sempre a meditar.  Muito alegre vou cantando  E seguindo pro meu lar.  Muito alegre vou cantando  E seguindo pro meu lar.    </vt:lpstr>
      <vt:lpstr>Sei que é certa a vitória,  Que Jesus me garantiu:  Eu vou chegar à Glória  (bis)  Que o mortal inda não viu.    </vt:lpstr>
      <vt:lpstr>Caminhando com Jesus,  Meu prazer sempre aumentou: Revelou-me o amor da cruz,  Que meus crimes perdoou  Revelou-me o amor da cruz,  Que meus crimes perdoou.    </vt:lpstr>
      <vt:lpstr>Sei que é certa a vitória,  Que Jesus me garantiu:  Eu vou chegar à Glória  (bis)  Que o mortal inda não viu.    </vt:lpstr>
      <vt:lpstr>Um clarão da luz do Céu  Minha alma iluminou  Então vi o abismo eterno  Do qual Deus já me salvou.  Então vi o abismo eterno  Do qual Deus já me salvou.  </vt:lpstr>
      <vt:lpstr>Sei que é certa a vitória,  Que Jesus me garantiu:  Eu vou chegar à Glória  (bis)  Que o mortal inda não viu.    </vt:lpstr>
      <vt:lpstr>   Nesta senda gloriosa,  Me ajude o meu Rei:  Tenho paz, e mui ditosa,  E mais paz no Céu terei.  Tenho paz, e mui ditosa.  E mais paz no Céu terei.</vt:lpstr>
      <vt:lpstr>Sei que é certa a vitória,  Que Jesus me garantiu:  Eu vou chegar à Glória  (bis)  Que o mortal inda não viu.  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620 - Na Jornada Para o Céu</dc:title>
  <dc:creator>Junior</dc:creator>
  <cp:lastModifiedBy>Emerson Souza</cp:lastModifiedBy>
  <cp:revision>1</cp:revision>
  <dcterms:created xsi:type="dcterms:W3CDTF">2005-12-27T18:50:19Z</dcterms:created>
  <dcterms:modified xsi:type="dcterms:W3CDTF">2026-05-02T22:29:14Z</dcterms:modified>
</cp:coreProperties>
</file>