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102808-AC2A-A4CF-87CF-0FB95F6EBE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6785B4-6AD1-2878-0FE2-DB9E27EEA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7D9DC7-6885-9056-BC24-1BA6496B4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55D886-BB98-3D28-9348-2951DB008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E77594-133F-91F4-4948-02AE604E8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AA2B8D-2124-473E-9373-AA7BCDD4CE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6088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431D9-9097-1558-C1F1-D8186B716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3C8C01-85B3-C5E5-49CC-7647CE8C4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060611-EFE6-7911-13C3-1B90C4037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F2740F-B3F9-0999-7736-91B58013D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53E437-074A-9543-9652-3E6CC5D92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5AF287-602E-4460-AB91-7A24C2871B3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7004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42672F-9593-16CA-5FF3-F88756652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7A47F8-291E-B730-A822-8580E31F2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2D0130-076A-C1D7-4DDB-C7AC4AD3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40B4A0-1C16-40E8-C016-F3632E045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C2897E-1787-AFAF-59FD-BB6A56B19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5E083D-6498-4348-BFE2-0A19620199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40971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5A53D-AF3E-2AE9-42F0-31C9733F0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4866B9-9027-0A2B-EE0E-5420D71442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56326EB-9664-E506-041D-DF307DF73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2F1239-2B66-1919-9823-726FDE0DC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FDA0B7-4845-F3DA-90D6-85798EADA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B4E174-CBCF-A057-CEB4-677FD929E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60C290-E7EC-40D0-8869-7B73520420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32278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9B3220-4180-8DB4-3713-1063BF96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59FF54-F0F8-479C-9B2B-8A754B7D8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471D84-EB84-E66F-6C12-AAFC9A77F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8721181-7FD4-5F80-DFB1-CB73DCC40B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77D90D4-22D0-4168-87A3-4757EFB4CE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F7327ED-5886-A830-EC9D-511CFA33F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46AE093-0758-635A-5A63-8A98EDDF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201F98D-B847-2843-1DE9-450C45D48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CBD6F6-DEC2-4CE1-8324-04777D301B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78203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6F4126-E77E-B838-EFB4-BC83C0CA7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3EABBFF-A366-2D96-45AA-A49FA397C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3D6CB41-DFD1-1AC5-0D7B-E5D444E73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657BD66-21D0-F4E5-4014-5CE38761B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C2CC5-4C57-4A86-B867-9F5C3047D6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52716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69560F6-FC45-A220-A702-261928EE3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057B05-0029-473D-18E4-9861F50C2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E088168-1636-31C5-8F9F-553B9D182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B38AA9-3CB6-4F7D-B79D-8B49B36AA5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021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32F16-7E77-CD5C-DEA5-7D86BF97C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637CC7-600E-F092-544C-5D4AFE6B8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AF806AC-66E9-010A-ECB1-FA337A533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84E3D0-FE64-2AB1-8873-3AB186235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C9AD6C2-ABA1-7EB2-0884-575D56E64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81BBB8B-0CA3-02E0-ECB0-092A8E397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B261F2-BE0B-4104-9FF6-A41E9A31E1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61103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F07B92-3CAA-32D9-6557-3E94D9332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320BC68-8B2C-D05E-CFDD-F46599E0A5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E8D9282-A8FE-3F8B-7542-8B68E9930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B01D63-E999-7542-C239-167D4BB7C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61A5C7A-122F-3CF9-32BE-5467564EF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8A9D3C6-84BB-9DE5-8152-03564D924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2E5EB-C039-49EE-8B59-FFC1FD92C4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53038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1B19BD-9817-6589-D83C-D68064D3F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9D7859B-9B06-4393-5E7F-E0BF8DDB50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EA3A61-09CF-2264-88D4-EC95CC3D4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D66374-C9E8-3E93-FE2E-69ECA6ECC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E68B34-52E4-4C96-94B4-1E69F6839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956434-83C2-44B4-809F-3943350594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56837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1E0D84-0C1E-E217-4E38-08858287C5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B4301C-FD93-FBB6-78C7-5278C56A31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AD24DF-46D1-2379-968C-7B955115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2FAB2A-64DB-DC60-1C1B-3AD1764B9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8676FA-A679-2072-8A3F-25368121E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61A1D2-384B-4833-960A-6BD78E2DFB6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15316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FCB564A-D47A-561C-C916-55A4FA3BC7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6B40505-A866-9806-62E9-F98D15C3A1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ADBCA90-7AC8-6A78-54CE-1A774E4460A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A834565-AB87-1E43-75F5-1B46D2A37F6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721A058-0F3D-09BB-89E8-E560821ED86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AEE41A9-605A-4FEB-98FD-BE428B5AB77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D6E7CDD-4F24-32F8-D076-895D2C8614D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264</a:t>
            </a:r>
            <a:br>
              <a:rPr lang="en-US" altLang="pt-BR" sz="4000" b="1"/>
            </a:br>
            <a:r>
              <a:rPr lang="en-US" altLang="pt-BR" sz="4000" b="1"/>
              <a:t>Ó PAI CELESTE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9FE9B34-7B27-09A6-C0B9-17CADE07F69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CC29BCB-B502-7386-7949-101B9CC379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Ó Pai celeste no nome santo </a:t>
            </a:r>
            <a:br>
              <a:rPr lang="en-US" altLang="pt-BR" sz="4000" i="1"/>
            </a:br>
            <a:r>
              <a:rPr lang="en-US" altLang="pt-BR" sz="4000" i="1"/>
              <a:t>Do Teu amado Filho Jesus, </a:t>
            </a:r>
            <a:br>
              <a:rPr lang="en-US" altLang="pt-BR" sz="4000" i="1"/>
            </a:br>
            <a:r>
              <a:rPr lang="en-US" altLang="pt-BR" sz="4000" i="1"/>
              <a:t>Grato Te sela o nosso canto, </a:t>
            </a:r>
            <a:br>
              <a:rPr lang="en-US" altLang="pt-BR" sz="4000" i="1"/>
            </a:br>
            <a:r>
              <a:rPr lang="en-US" altLang="pt-BR" sz="4000" i="1"/>
              <a:t>Que reverente Tua grei produz; </a:t>
            </a:r>
            <a:br>
              <a:rPr lang="en-US" altLang="pt-BR" sz="4000" i="1"/>
            </a:br>
            <a:r>
              <a:rPr lang="en-US" altLang="pt-BR" sz="4000" i="1"/>
              <a:t>Ó Deus, preside Teu povo unido, </a:t>
            </a:r>
            <a:br>
              <a:rPr lang="en-US" altLang="pt-BR" sz="4000" i="1"/>
            </a:br>
            <a:r>
              <a:rPr lang="en-US" altLang="pt-BR" sz="4000" i="1"/>
              <a:t>Com Tua graça e com Teu poder, </a:t>
            </a:r>
            <a:br>
              <a:rPr lang="en-US" altLang="pt-BR" sz="4000" i="1"/>
            </a:br>
            <a:r>
              <a:rPr lang="en-US" altLang="pt-BR" sz="4000" i="1"/>
              <a:t>No Santo Espírito já recebido, </a:t>
            </a:r>
            <a:br>
              <a:rPr lang="en-US" altLang="pt-BR" sz="4000" i="1"/>
            </a:br>
            <a:r>
              <a:rPr lang="en-US" altLang="pt-BR" sz="4000" i="1"/>
              <a:t>Nós desejamos aqui viver.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D2FAC3C-16E0-C6B3-6DB4-F18D4EA8EB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Rocha divina, nossa firmeza, </a:t>
            </a:r>
            <a:br>
              <a:rPr lang="en-US" altLang="pt-BR" sz="4000" i="1"/>
            </a:br>
            <a:r>
              <a:rPr lang="en-US" altLang="pt-BR" sz="4000" i="1"/>
              <a:t>Dá-nos a graça, dá-nos poder; </a:t>
            </a:r>
            <a:br>
              <a:rPr lang="en-US" altLang="pt-BR" sz="4000" i="1"/>
            </a:br>
            <a:r>
              <a:rPr lang="en-US" altLang="pt-BR" sz="4000" i="1"/>
              <a:t>És dos Teus servos a fortaleza, </a:t>
            </a:r>
            <a:br>
              <a:rPr lang="en-US" altLang="pt-BR" sz="4000" i="1"/>
            </a:br>
            <a:r>
              <a:rPr lang="en-US" altLang="pt-BR" sz="4000" i="1"/>
              <a:t>Onde, abrigados, não têm pavor; Chuvas de bênçãos sempre derrama Em abundância dos altos céus; </a:t>
            </a:r>
            <a:br>
              <a:rPr lang="en-US" altLang="pt-BR" sz="4000" i="1"/>
            </a:br>
            <a:r>
              <a:rPr lang="en-US" altLang="pt-BR" sz="4000" i="1"/>
              <a:t>A nossa alma, qual cervo brama </a:t>
            </a:r>
            <a:br>
              <a:rPr lang="en-US" altLang="pt-BR" sz="4000" i="1"/>
            </a:br>
            <a:r>
              <a:rPr lang="en-US" altLang="pt-BR" sz="4000" i="1"/>
              <a:t>Em grande seca por Ti, bom Deus!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E8FAA6B-FB67-85F8-CB2A-398CB67E23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Rebanho santo, por Deus selado, Duma só mente, dum coração, </a:t>
            </a:r>
            <a:br>
              <a:rPr lang="en-US" altLang="pt-BR" sz="4000" i="1"/>
            </a:br>
            <a:r>
              <a:rPr lang="en-US" altLang="pt-BR" sz="4000" i="1"/>
              <a:t>E que assim seja realizado, </a:t>
            </a:r>
            <a:br>
              <a:rPr lang="en-US" altLang="pt-BR" sz="4000" i="1"/>
            </a:br>
            <a:r>
              <a:rPr lang="en-US" altLang="pt-BR" sz="4000" i="1"/>
              <a:t>Ver, esperamos, com prontidão; </a:t>
            </a:r>
            <a:br>
              <a:rPr lang="en-US" altLang="pt-BR" sz="4000" i="1"/>
            </a:br>
            <a:r>
              <a:rPr lang="en-US" altLang="pt-BR" sz="4000" i="1"/>
              <a:t>Ó nos defende com o Teu braço, </a:t>
            </a:r>
            <a:br>
              <a:rPr lang="en-US" altLang="pt-BR" sz="4000" i="1"/>
            </a:br>
            <a:r>
              <a:rPr lang="en-US" altLang="pt-BR" sz="4000" i="1"/>
              <a:t>Do inimigo, do tentador; </a:t>
            </a:r>
            <a:br>
              <a:rPr lang="en-US" altLang="pt-BR" sz="4000" i="1"/>
            </a:br>
            <a:r>
              <a:rPr lang="en-US" altLang="pt-BR" sz="4000" i="1"/>
              <a:t>Sempre dirige os nossos passos, </a:t>
            </a:r>
            <a:br>
              <a:rPr lang="en-US" altLang="pt-BR" sz="4000" i="1"/>
            </a:br>
            <a:r>
              <a:rPr lang="en-US" altLang="pt-BR" sz="4000" i="1"/>
              <a:t>As vivas fontes que dão vigor!  </a:t>
            </a: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A8E01EE-0622-B842-D0A7-15902132A0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Manda, Senhor, a Tua mensagem </a:t>
            </a:r>
            <a:br>
              <a:rPr lang="en-US" altLang="pt-BR" sz="4000" i="1"/>
            </a:br>
            <a:r>
              <a:rPr lang="en-US" altLang="pt-BR" sz="4000" i="1"/>
              <a:t>Pela divina e sacra unção, </a:t>
            </a:r>
            <a:br>
              <a:rPr lang="en-US" altLang="pt-BR" sz="4000" i="1"/>
            </a:br>
            <a:r>
              <a:rPr lang="en-US" altLang="pt-BR" sz="4000" i="1"/>
              <a:t>Qual o maná, que trouxe, em viagem, Para Teu povo, a consolação; </a:t>
            </a:r>
            <a:br>
              <a:rPr lang="en-US" altLang="pt-BR" sz="4000" i="1"/>
            </a:br>
            <a:r>
              <a:rPr lang="en-US" altLang="pt-BR" sz="4000" i="1"/>
              <a:t>Tua Palavra, água da vida, </a:t>
            </a:r>
            <a:br>
              <a:rPr lang="en-US" altLang="pt-BR" sz="4000" i="1"/>
            </a:br>
            <a:r>
              <a:rPr lang="en-US" altLang="pt-BR" sz="4000" i="1"/>
              <a:t>Do nosso cálice, faz transbordar, </a:t>
            </a:r>
            <a:br>
              <a:rPr lang="en-US" altLang="pt-BR" sz="4000" i="1"/>
            </a:br>
            <a:r>
              <a:rPr lang="en-US" altLang="pt-BR" sz="4000" i="1"/>
              <a:t>Cheia de graça, bem dirigida, </a:t>
            </a:r>
            <a:br>
              <a:rPr lang="en-US" altLang="pt-BR" sz="4000" i="1"/>
            </a:br>
            <a:r>
              <a:rPr lang="en-US" altLang="pt-BR" sz="4000" i="1"/>
              <a:t>Para os sedentos poder saciar.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264 Ó PAI CELESTE </vt:lpstr>
      <vt:lpstr>Ó Pai celeste no nome santo  Do Teu amado Filho Jesus,  Grato Te sela o nosso canto,  Que reverente Tua grei produz;  Ó Deus, preside Teu povo unido,  Com Tua graça e com Teu poder,  No Santo Espírito já recebido,  Nós desejamos aqui viver.  </vt:lpstr>
      <vt:lpstr>Rocha divina, nossa firmeza,  Dá-nos a graça, dá-nos poder;  És dos Teus servos a fortaleza,  Onde, abrigados, não têm pavor; Chuvas de bênçãos sempre derrama Em abundância dos altos céus;  A nossa alma, qual cervo brama  Em grande seca por Ti, bom Deus!</vt:lpstr>
      <vt:lpstr>Rebanho santo, por Deus selado, Duma só mente, dum coração,  E que assim seja realizado,  Ver, esperamos, com prontidão;  Ó nos defende com o Teu braço,  Do inimigo, do tentador;  Sempre dirige os nossos passos,  As vivas fontes que dão vigor!  </vt:lpstr>
      <vt:lpstr>Manda, Senhor, a Tua mensagem  Pela divina e sacra unção,  Qual o maná, que trouxe, em viagem, Para Teu povo, a consolação;  Tua Palavra, água da vida,  Do nosso cálice, faz transbordar,  Cheia de graça, bem dirigida,  Para os sedentos poder saciar.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264 Ó PAI CELESTE </dc:title>
  <dc:creator>Junior</dc:creator>
  <cp:lastModifiedBy>Emerson Souza</cp:lastModifiedBy>
  <cp:revision>1</cp:revision>
  <dcterms:created xsi:type="dcterms:W3CDTF">2005-12-24T00:15:10Z</dcterms:created>
  <dcterms:modified xsi:type="dcterms:W3CDTF">2026-05-02T21:58:54Z</dcterms:modified>
</cp:coreProperties>
</file>