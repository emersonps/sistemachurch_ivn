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87802-F1E2-C63B-B0D0-69B9F9E9D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3EFE50-12F4-854B-654D-5D64E9DA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0CD2A-2084-9C73-4D4D-60C20074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7A305E-0A4B-1279-B543-6D191627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E424ED-85E6-BCE4-5E54-401F1838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15210-36F0-435F-B590-E0FDDF6A20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477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E53FC-6699-3FB2-92C8-367B72B8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018DB0-A2C4-08FC-C8B2-6CE59756D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61D89F-AC02-3DFA-33A6-2578919B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4F958A-F9BF-D8E1-66D9-E87B9E60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1D4DF-3004-1CAD-4388-E3939B13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DBE01-963F-4DCB-B5FD-593780B119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3130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99299-9FC9-BD0D-3DF1-9A1273E8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C0AB99-3936-840B-D187-3EA74F919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AE9B6C-5CD3-DC25-A580-50ABF2CC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083302-7FF8-DBE2-4752-0918ECF6D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F4796A-6159-E9A0-C55C-FC03155F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34EC5-F943-456E-8E44-FE5676FF80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15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5435A-3A62-6AD7-78ED-886EA3C5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D92E3-743F-1BF3-92A6-BC9B32AD6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84A5B8-D173-9183-79AE-B02CDD509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DE1C55-A212-C50B-72F9-D55970E7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58924B-B460-5306-41BF-F42D0179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1315BC-E9C4-1201-D21D-01EC5372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28C8B8-4917-4792-8FDF-B9CEF8D487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358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579D0-457C-5F04-4FB1-87B36E84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95FFA7-4037-56D5-FC1B-E0BE41060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E7E410-DCA7-2CD0-9D4F-3F407B8F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EE9C923-D5F7-FF8D-EBA0-9E852F960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EB2CCB-2980-8A8C-5AE6-1D55F0CB4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359DA2-78DE-EE85-139D-5B77BE404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274BFB-85C9-68B4-93BF-56BE9C1A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90D13C-FECB-78D3-B931-9DAA2313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7140E-B4C1-4895-BAE5-AF394FC453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978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62CBD-5221-2228-7534-912BC149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4ED115-9BA7-E00C-0A81-8DFB55E8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793EAC-9CC0-82D0-EA5C-6C089A4F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0F7B97-FE20-AB6C-B8EE-D1D41BB3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C6043-293B-4ED2-9BC0-97C5BFAC9E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0845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B0CF3F-74FE-414E-99F1-195D509F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E31D58-46D7-4DF5-9531-E0CA8E3C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74C923-7E0E-1EAF-ABAA-A959DE19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FA36F-271D-4EEC-A505-AAE410D0D5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661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3153E-7A18-5D30-C8C9-19970C03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13904-68DB-1D54-514B-8F1B670A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D917C8-B0B4-5510-D002-77B342C70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9D2EFD-D54F-D8F7-3157-63C8F067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243ED1-905A-2FD7-8B52-F1DB6E07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829912-3EC2-3901-D50A-AC871559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0B8A0-8E9F-4641-AB38-F4122891E5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220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8B59C-B359-A3FF-ACA7-9040C752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DF5E6C-39E5-386A-74C2-3839B5C62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F90889-5155-42A1-532C-5298D6A35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195269-B756-A509-D415-DF5D0FE7D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186498-F13B-250B-171D-2DFBB75F4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773891-1D00-FFBF-BCF9-4949FD3D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2A592C-7D4A-45DA-A26E-6F1ACA58EC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360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9CF5F-D8E5-D7DD-5211-50A134BD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BA3F01-7E78-3275-6FF0-B5DA58B05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BCD721-4E9F-ED3E-F18C-D86E5546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927BB1-5ED3-A2D8-4B25-BB28F4B0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7EEA5-9CAD-AF55-F704-28D63505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5F49C8-F830-47A1-AD46-A9CA140BED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505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AF54B0-5485-AA20-976C-9946E8AF1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EEFD1A-2D2A-9FE2-7A0E-E2C6C48BD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5F19A9-F180-CBA2-96F4-7C83B46E8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DE977F-EA82-6645-8EC2-3E2A7174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A564D9-CC64-05FA-7EC0-839BC791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2538B-4A26-4470-BF31-37C6F5D89A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17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926C59-5CE6-AC14-010E-9FB84CFCC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24CB76-3373-6452-D7EA-DD7280349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E5BF14-B3FD-B18C-AC29-831093DE2E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80BB354-C7FD-84FA-379E-EEE7FE8265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C80E79-DA9F-284B-0497-70310A263B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DBB838-3582-4459-96EC-AA86E9353D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A24079-F446-D2C1-CD56-B36AE81FDF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425</a:t>
            </a:r>
            <a:br>
              <a:rPr lang="pt-BR" altLang="pt-BR" sz="4400" b="1"/>
            </a:br>
            <a:r>
              <a:rPr lang="pt-BR" altLang="pt-BR" sz="4400" b="1"/>
              <a:t>PERDIDO ANDEI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833286C-E79A-43DF-C428-89037F510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Perdido neste mundo andei, </a:t>
            </a:r>
            <a:br>
              <a:rPr lang="pt-BR" altLang="pt-BR"/>
            </a:br>
            <a:r>
              <a:rPr lang="pt-BR" altLang="pt-BR"/>
              <a:t>Imerso em sua escuridão; </a:t>
            </a:r>
            <a:br>
              <a:rPr lang="pt-BR" altLang="pt-BR"/>
            </a:br>
            <a:r>
              <a:rPr lang="pt-BR" altLang="pt-BR"/>
              <a:t>Em vãs promessas confiei; </a:t>
            </a:r>
            <a:br>
              <a:rPr lang="pt-BR" altLang="pt-BR"/>
            </a:br>
            <a:r>
              <a:rPr lang="pt-BR" altLang="pt-BR"/>
              <a:t>Não tinha Deus, nem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B7095E6-231A-4472-25FC-205779009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Perdido andei, mas me salvei, </a:t>
            </a:r>
            <a:br>
              <a:rPr lang="pt-BR" altLang="pt-BR" b="1" i="1"/>
            </a:br>
            <a:r>
              <a:rPr lang="pt-BR" altLang="pt-BR" b="1" i="1"/>
              <a:t>Sendo guiado pela luz,</a:t>
            </a:r>
            <a:br>
              <a:rPr lang="pt-BR" altLang="pt-BR" b="1" i="1"/>
            </a:br>
            <a:r>
              <a:rPr lang="pt-BR" altLang="pt-BR" b="1" i="1"/>
              <a:t>Que no Calvário avistei</a:t>
            </a:r>
            <a:br>
              <a:rPr lang="pt-BR" altLang="pt-BR" b="1" i="1"/>
            </a:br>
            <a:r>
              <a:rPr lang="pt-BR" altLang="pt-BR" b="1" i="1"/>
              <a:t>E me levou ao Rei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83BF16-94DB-25DB-0827-634A66813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Sem forças `stava p'ra viver, </a:t>
            </a:r>
            <a:br>
              <a:rPr lang="pt-BR" altLang="pt-BR"/>
            </a:br>
            <a:r>
              <a:rPr lang="pt-BR" altLang="pt-BR"/>
              <a:t>Sem nada mais eu esperar; </a:t>
            </a:r>
            <a:br>
              <a:rPr lang="pt-BR" altLang="pt-BR"/>
            </a:br>
            <a:r>
              <a:rPr lang="pt-BR" altLang="pt-BR"/>
              <a:t>Quando uma luz eu pude ver, </a:t>
            </a:r>
            <a:br>
              <a:rPr lang="pt-BR" altLang="pt-BR"/>
            </a:br>
            <a:r>
              <a:rPr lang="pt-BR" altLang="pt-BR"/>
              <a:t>Que veio me iluminar.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93A10E1-68E9-482B-3724-2C89FA7A4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Perdido andei, mas me salvei, </a:t>
            </a:r>
            <a:br>
              <a:rPr lang="pt-BR" altLang="pt-BR" b="1" i="1"/>
            </a:br>
            <a:r>
              <a:rPr lang="pt-BR" altLang="pt-BR" b="1" i="1"/>
              <a:t>Sendo guiado pela luz,</a:t>
            </a:r>
            <a:br>
              <a:rPr lang="pt-BR" altLang="pt-BR" b="1" i="1"/>
            </a:br>
            <a:r>
              <a:rPr lang="pt-BR" altLang="pt-BR" b="1" i="1"/>
              <a:t>Que no Calvário avistei</a:t>
            </a:r>
            <a:br>
              <a:rPr lang="pt-BR" altLang="pt-BR" b="1" i="1"/>
            </a:br>
            <a:r>
              <a:rPr lang="pt-BR" altLang="pt-BR" b="1" i="1"/>
              <a:t>E me levou ao Rei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F140E8-2D5F-014D-B0EF-7AB148323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Fitei a luz e logo cri,</a:t>
            </a:r>
            <a:br>
              <a:rPr lang="pt-BR" altLang="pt-BR"/>
            </a:br>
            <a:r>
              <a:rPr lang="pt-BR" altLang="pt-BR"/>
              <a:t>E muito alegre eu fiquei; </a:t>
            </a:r>
            <a:br>
              <a:rPr lang="pt-BR" altLang="pt-BR"/>
            </a:br>
            <a:r>
              <a:rPr lang="pt-BR" altLang="pt-BR"/>
              <a:t>Prazer do céu também senti; </a:t>
            </a:r>
            <a:br>
              <a:rPr lang="pt-BR" altLang="pt-BR"/>
            </a:br>
            <a:r>
              <a:rPr lang="pt-BR" altLang="pt-BR"/>
              <a:t>Quando essa luz eu abracei.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5C170A0-8BB0-01BA-CF20-69613BD68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Perdido andei, mas me salvei, </a:t>
            </a:r>
            <a:br>
              <a:rPr lang="pt-BR" altLang="pt-BR" b="1" i="1"/>
            </a:br>
            <a:r>
              <a:rPr lang="pt-BR" altLang="pt-BR" b="1" i="1"/>
              <a:t>Sendo guiado pela luz,</a:t>
            </a:r>
            <a:br>
              <a:rPr lang="pt-BR" altLang="pt-BR" b="1" i="1"/>
            </a:br>
            <a:r>
              <a:rPr lang="pt-BR" altLang="pt-BR" b="1" i="1"/>
              <a:t>Que no Calvário avistei</a:t>
            </a:r>
            <a:br>
              <a:rPr lang="pt-BR" altLang="pt-BR" b="1" i="1"/>
            </a:br>
            <a:r>
              <a:rPr lang="pt-BR" altLang="pt-BR" b="1" i="1"/>
              <a:t>E me levou ao Rei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E12956-4F6E-57ED-A70B-401D235EB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Confesso com satisfação, </a:t>
            </a:r>
            <a:br>
              <a:rPr lang="pt-BR" altLang="pt-BR"/>
            </a:br>
            <a:r>
              <a:rPr lang="pt-BR" altLang="pt-BR"/>
              <a:t>Que nessa luz me sinto bem; </a:t>
            </a:r>
            <a:br>
              <a:rPr lang="pt-BR" altLang="pt-BR"/>
            </a:br>
            <a:r>
              <a:rPr lang="pt-BR" altLang="pt-BR"/>
              <a:t>A paz entrou no coração, </a:t>
            </a:r>
            <a:br>
              <a:rPr lang="pt-BR" altLang="pt-BR"/>
            </a:br>
            <a:r>
              <a:rPr lang="pt-BR" altLang="pt-BR"/>
              <a:t>Porque vi um abrigo além.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46A950D-1664-152B-B7BF-8E541EEA9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Perdido andei, mas me salvei, </a:t>
            </a:r>
            <a:br>
              <a:rPr lang="pt-BR" altLang="pt-BR" b="1" i="1"/>
            </a:br>
            <a:r>
              <a:rPr lang="pt-BR" altLang="pt-BR" b="1" i="1"/>
              <a:t>Sendo guiado pela luz,</a:t>
            </a:r>
            <a:br>
              <a:rPr lang="pt-BR" altLang="pt-BR" b="1" i="1"/>
            </a:br>
            <a:r>
              <a:rPr lang="pt-BR" altLang="pt-BR" b="1" i="1"/>
              <a:t>Que no Calvário avistei</a:t>
            </a:r>
            <a:br>
              <a:rPr lang="pt-BR" altLang="pt-BR" b="1" i="1"/>
            </a:br>
            <a:r>
              <a:rPr lang="pt-BR" altLang="pt-BR" b="1" i="1"/>
              <a:t>E me levou ao Rei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4E58597-1EEB-CD85-1856-7A5502870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Nos braços do Senhor Jesus,</a:t>
            </a:r>
            <a:br>
              <a:rPr lang="pt-BR" altLang="pt-BR"/>
            </a:br>
            <a:r>
              <a:rPr lang="pt-BR" altLang="pt-BR"/>
              <a:t>Prazer eu tenho em viver,</a:t>
            </a:r>
            <a:br>
              <a:rPr lang="pt-BR" altLang="pt-BR"/>
            </a:br>
            <a:r>
              <a:rPr lang="pt-BR" altLang="pt-BR"/>
              <a:t>Unido à salvadora luz,</a:t>
            </a:r>
            <a:br>
              <a:rPr lang="pt-BR" altLang="pt-BR"/>
            </a:br>
            <a:r>
              <a:rPr lang="pt-BR" altLang="pt-BR"/>
              <a:t>	Que Cristo veio me trazer.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82BC227-BF44-95B1-C742-0AF93F568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Perdido andei, mas me salvei, </a:t>
            </a:r>
            <a:br>
              <a:rPr lang="pt-BR" altLang="pt-BR" b="1" i="1"/>
            </a:br>
            <a:r>
              <a:rPr lang="pt-BR" altLang="pt-BR" b="1" i="1"/>
              <a:t>Sendo guiado pela luz,</a:t>
            </a:r>
            <a:br>
              <a:rPr lang="pt-BR" altLang="pt-BR" b="1" i="1"/>
            </a:br>
            <a:r>
              <a:rPr lang="pt-BR" altLang="pt-BR" b="1" i="1"/>
              <a:t>Que no Calvário avistei</a:t>
            </a:r>
            <a:br>
              <a:rPr lang="pt-BR" altLang="pt-BR" b="1" i="1"/>
            </a:br>
            <a:r>
              <a:rPr lang="pt-BR" altLang="pt-BR" b="1" i="1"/>
              <a:t>E me levou ao Rei Jesus!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425 PERDIDO ANDEI</vt:lpstr>
      <vt:lpstr>Perdido neste mundo andei,  Imerso em sua escuridão;  Em vãs promessas confiei;  Não tinha Deus, nem salvação. </vt:lpstr>
      <vt:lpstr>Perdido andei, mas me salvei,  Sendo guiado pela luz, Que no Calvário avistei E me levou ao Rei Jesus!</vt:lpstr>
      <vt:lpstr>Sem forças `stava p'ra viver,  Sem nada mais eu esperar;  Quando uma luz eu pude ver,  Que veio me iluminar. </vt:lpstr>
      <vt:lpstr>Perdido andei, mas me salvei,  Sendo guiado pela luz, Que no Calvário avistei E me levou ao Rei Jesus!</vt:lpstr>
      <vt:lpstr>Fitei a luz e logo cri, E muito alegre eu fiquei;  Prazer do céu também senti;  Quando essa luz eu abracei. </vt:lpstr>
      <vt:lpstr>Perdido andei, mas me salvei,  Sendo guiado pela luz, Que no Calvário avistei E me levou ao Rei Jesus!</vt:lpstr>
      <vt:lpstr>Confesso com satisfação,  Que nessa luz me sinto bem;  A paz entrou no coração,  Porque vi um abrigo além. </vt:lpstr>
      <vt:lpstr>Perdido andei, mas me salvei,  Sendo guiado pela luz, Que no Calvário avistei E me levou ao Rei Jesus!</vt:lpstr>
      <vt:lpstr>Nos braços do Senhor Jesus, Prazer eu tenho em viver, Unido à salvadora luz,  Que Cristo veio me trazer. </vt:lpstr>
      <vt:lpstr>Perdido andei, mas me salvei,  Sendo guiado pela luz, Que no Calvário avistei E me levou ao Rei Jesus!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425 - PERDIDO ANDEI</dc:title>
  <dc:creator>Montagna</dc:creator>
  <cp:lastModifiedBy>Emerson Souza</cp:lastModifiedBy>
  <cp:revision>2</cp:revision>
  <dcterms:created xsi:type="dcterms:W3CDTF">2005-10-21T06:55:25Z</dcterms:created>
  <dcterms:modified xsi:type="dcterms:W3CDTF">2026-05-02T22:12:28Z</dcterms:modified>
</cp:coreProperties>
</file>