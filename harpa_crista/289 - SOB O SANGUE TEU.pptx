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B0C43-B566-D32A-A787-A5A16D8AF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04B8ED-91F7-91ED-9A61-04994B52C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033351-4193-CC97-9AB5-D833EBCF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EECB19-5572-1D9C-DED5-97A66DBE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467745-9FAD-8417-38B7-1920F03B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2A85E-2A24-40C1-9018-06378EC49A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45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71438-5B6B-AF04-DD9F-DD072DBA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A6A835-2014-CCEA-55B8-D27E7AF0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91E03A-2DC9-2228-5184-5BFE2C9B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8DB239-1F08-0C9C-B418-5783B690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FDFBCE-9DE3-6DA1-61B5-EF151F90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6FA3D-ACFA-4EB8-AF06-A03CC1948C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564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3AF84-ABF2-8FCD-B274-09359BDB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A22A02-3823-13BE-2FCA-7C661AC15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A57CB2-7C5F-FDCC-8567-92BC1F082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E66C16-94D0-2C0D-9EAA-50365660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E5510D-350F-DF44-DA9E-01314897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26115-1AEB-42B0-ACAB-7E6013A968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052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3A32A-2B32-2B1C-3195-E173C546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971E71-3955-6851-CD94-54B3544BE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7B4B29-EE14-BE5D-15E6-EB112AC67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301E7E-75D3-F479-7305-76EFEF1F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1CA12A-9759-05A2-6CDA-A41D2060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BA2A56-D69A-9BC7-28FF-3D7BFB68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E29A-7DBB-4C88-B028-89EAE534EA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204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FF439-56CA-5C3D-54FE-A74FC554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F4721E-0B72-7CBD-D877-5DA48092C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DAF912-4DC5-C432-F475-F0F746E52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8A3C26-D661-0CA6-FACB-5724783BC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B93D79-4686-2E3D-46CE-FF1D9A6D5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226050-2065-18C9-A0B6-593E170B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E186D4-B505-126C-8739-F76E4F84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B8F71E6-B9A5-92CB-35C9-8342BFBB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85FC6-9B6C-4E4B-83BB-961334FA17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793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97E12-B26A-7A2B-0C19-E2715238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82E103-C62D-DB65-C5D7-364C83D6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7DF256-E54C-67A8-C2C6-0D442B29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EB860C-0A3B-CA07-5EF3-209CAAE0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AFB97-AC0D-428A-B9C3-9E4682D70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066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521337-1EEC-1622-1BDD-2148D463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4D0B80-D71A-AE06-86E0-D3E7C708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648B9F-F9A9-DC42-0C64-4C1B9CC3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4BA60-CDA1-45A2-92AD-EAF793201F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772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C3844-9CEF-0FC9-8168-44C9B7DA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80F188-007D-FDB5-9EB8-AB70B55C2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8ED519-E18E-09E3-0D0D-8F05B2147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FE6334-0E81-6E67-B255-98EC6D23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EF5A78-9ED7-71CB-4A27-780A6968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2D4C16-17D3-26DD-07A6-7843D1B4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DF491-FF3E-4923-A920-A6815890FD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920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1D003-7588-2D6F-803B-41136B7A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36D6B0-47FE-4F2F-62CF-DA19E7F1C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DED3F1-5066-7136-7FD1-CC79C52A9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9C25D8-386C-883B-3FEF-16E2F4F8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26E387-F5D1-7496-6747-3F123F65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626B1A-DAC2-3B93-1378-C2F7F6B3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BB8581-1B80-4974-A273-47C37A7000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776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870A4-1E61-0015-30E9-D0D1C3EC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BA0FA4-6D52-5B1C-0EC7-C4B27DE77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03C4B9-8953-F95D-3619-A6C00FFE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DCDFDB-B468-6CD3-C4B0-5C86F439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699BD-8CD0-FCEB-DEDD-35E11AE4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D9AC8-BB14-4DC9-92C4-25C8D4E4F8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047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D829F2-65AF-EB53-321A-03AEAC8A0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382951-04F4-059D-E88E-1AFF9292E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6902AD-52B7-E892-6299-7B0E27EB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FA4011-14C2-C216-3A8A-FDA19E75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1F79DC-3C53-E642-0A4C-486261B0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9A1D2-5A1F-453C-A34C-E990B72FF4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113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675368-5101-EE97-25EB-0E2796B0C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EBE7D95-2D89-47A7-670E-A68400ABA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6FA2EDB-313E-5D75-D1E3-2058AAFA0E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17E4E8-9B22-B3BB-DB3B-E26D0F0D03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4F3079-B571-FEAE-9AB2-D77A6FE51A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C2F4D8A-B738-4A6D-8818-A5A6CB8721C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A81FFDE-AFB4-3721-E540-392D94D44E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289</a:t>
            </a:r>
            <a:br>
              <a:rPr lang="pt-BR" altLang="pt-BR" sz="4400" b="1"/>
            </a:br>
            <a:r>
              <a:rPr lang="pt-BR" altLang="pt-BR" sz="4400" b="1"/>
              <a:t>SOB O SANGUE TEU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FF5D26-DD74-CFDC-D7DA-FD9CA0270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Asperge hoje meu coração, </a:t>
            </a:r>
            <a:br>
              <a:rPr lang="pt-BR" altLang="pt-BR" sz="4000"/>
            </a:br>
            <a:r>
              <a:rPr lang="pt-BR" altLang="pt-BR" sz="4000"/>
              <a:t>Com sangue Teu, ó Redentor! </a:t>
            </a:r>
            <a:br>
              <a:rPr lang="pt-BR" altLang="pt-BR" sz="4000"/>
            </a:br>
            <a:r>
              <a:rPr lang="pt-BR" altLang="pt-BR" sz="4000"/>
              <a:t>Liberta-me da vil tentação, </a:t>
            </a:r>
            <a:br>
              <a:rPr lang="pt-BR" altLang="pt-BR" sz="4000"/>
            </a:br>
            <a:r>
              <a:rPr lang="pt-BR" altLang="pt-BR" sz="4000"/>
              <a:t>Com sangue Teu, Senhor!</a:t>
            </a:r>
            <a:br>
              <a:rPr lang="pt-BR" altLang="pt-BR" b="1" i="1"/>
            </a:b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069228-600A-810B-6C9C-E6AEBF8E2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Sob o sangue Teu, Senhor,</a:t>
            </a:r>
            <a:r>
              <a:rPr lang="pt-BR" altLang="pt-BR" sz="4000"/>
              <a:t> </a:t>
            </a:r>
            <a:br>
              <a:rPr lang="pt-BR" altLang="pt-BR" sz="4000" b="1" i="1"/>
            </a:br>
            <a:r>
              <a:rPr lang="pt-BR" altLang="pt-BR" sz="4000" b="1" i="1"/>
              <a:t>Guarda-me da corrupção! </a:t>
            </a:r>
            <a:br>
              <a:rPr lang="pt-BR" altLang="pt-BR" sz="4000" b="1" i="1"/>
            </a:br>
            <a:r>
              <a:rPr lang="pt-BR" altLang="pt-BR" sz="4000" b="1" i="1"/>
              <a:t>Sob o sangue expiador,</a:t>
            </a:r>
            <a:br>
              <a:rPr lang="pt-BR" altLang="pt-BR" sz="4000" b="1" i="1"/>
            </a:br>
            <a:r>
              <a:rPr lang="pt-BR" altLang="pt-BR" sz="4000" b="1" i="1"/>
              <a:t>Eu tenho proteção!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957486-B1C9-B665-9A2B-3CCE384C7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De todas dúvidas, do temor, </a:t>
            </a:r>
            <a:br>
              <a:rPr lang="pt-BR" altLang="pt-BR" sz="4000"/>
            </a:br>
            <a:r>
              <a:rPr lang="pt-BR" altLang="pt-BR" sz="4000"/>
              <a:t>No sangue Teu, vem me lavar, </a:t>
            </a:r>
            <a:br>
              <a:rPr lang="pt-BR" altLang="pt-BR" sz="4000"/>
            </a:br>
            <a:r>
              <a:rPr lang="pt-BR" altLang="pt-BR" sz="4000"/>
              <a:t>Dos males do grande tentador, </a:t>
            </a:r>
            <a:br>
              <a:rPr lang="pt-BR" altLang="pt-BR" sz="4000"/>
            </a:br>
            <a:r>
              <a:rPr lang="pt-BR" altLang="pt-BR" sz="4000"/>
              <a:t>O queiras me livrar!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D4FD524-3AB8-EB10-2AD6-2C13B9D01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Sob o sangue Teu, Senhor,</a:t>
            </a:r>
            <a:r>
              <a:rPr lang="pt-BR" altLang="pt-BR" sz="4000"/>
              <a:t> </a:t>
            </a:r>
            <a:br>
              <a:rPr lang="pt-BR" altLang="pt-BR" sz="4000" b="1" i="1"/>
            </a:br>
            <a:r>
              <a:rPr lang="pt-BR" altLang="pt-BR" sz="4000" b="1" i="1"/>
              <a:t>Guarda-me da corrupção! </a:t>
            </a:r>
            <a:br>
              <a:rPr lang="pt-BR" altLang="pt-BR" sz="4000" b="1" i="1"/>
            </a:br>
            <a:r>
              <a:rPr lang="pt-BR" altLang="pt-BR" sz="4000" b="1" i="1"/>
              <a:t>Sob o sangue expiador,</a:t>
            </a:r>
            <a:br>
              <a:rPr lang="pt-BR" altLang="pt-BR" sz="4000" b="1" i="1"/>
            </a:br>
            <a:r>
              <a:rPr lang="pt-BR" altLang="pt-BR" sz="4000" b="1" i="1"/>
              <a:t>Eu tenho proteção!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12FB592-8696-413A-E0C3-1A4478C4E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Refúgio acha o pecador,</a:t>
            </a:r>
            <a:br>
              <a:rPr lang="pt-BR" altLang="pt-BR" sz="4000"/>
            </a:br>
            <a:r>
              <a:rPr lang="pt-BR" altLang="pt-BR" sz="4000"/>
              <a:t>No sangue Teu, ó meu Jesus; </a:t>
            </a:r>
            <a:br>
              <a:rPr lang="pt-BR" altLang="pt-BR" sz="4000"/>
            </a:br>
            <a:r>
              <a:rPr lang="pt-BR" altLang="pt-BR" sz="4000"/>
              <a:t>Asperge-me sempre, ó Senhor, </a:t>
            </a:r>
            <a:br>
              <a:rPr lang="pt-BR" altLang="pt-BR" sz="4000"/>
            </a:br>
            <a:r>
              <a:rPr lang="pt-BR" altLang="pt-BR" sz="4000"/>
              <a:t>No sangue, lá da cruz!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A454B0F-D3E7-2C8D-BF3E-0EEB2AE1C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Sob o sangue Teu, Senhor,</a:t>
            </a:r>
            <a:r>
              <a:rPr lang="pt-BR" altLang="pt-BR" sz="4000"/>
              <a:t> </a:t>
            </a:r>
            <a:br>
              <a:rPr lang="pt-BR" altLang="pt-BR" sz="4000" b="1" i="1"/>
            </a:br>
            <a:r>
              <a:rPr lang="pt-BR" altLang="pt-BR" sz="4000" b="1" i="1"/>
              <a:t>Guarda-me da corrupção! </a:t>
            </a:r>
            <a:br>
              <a:rPr lang="pt-BR" altLang="pt-BR" sz="4000" b="1" i="1"/>
            </a:br>
            <a:r>
              <a:rPr lang="pt-BR" altLang="pt-BR" sz="4000" b="1" i="1"/>
              <a:t>Sob o sangue expiador,</a:t>
            </a:r>
            <a:br>
              <a:rPr lang="pt-BR" altLang="pt-BR" sz="4000" b="1" i="1"/>
            </a:br>
            <a:r>
              <a:rPr lang="pt-BR" altLang="pt-BR" sz="4000" b="1" i="1"/>
              <a:t>Eu tenho proteção!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D28769-4852-2EF3-6BA7-12B6E344F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O vem me enchendo do Teu vigor, </a:t>
            </a:r>
            <a:br>
              <a:rPr lang="pt-BR" altLang="pt-BR" sz="4000"/>
            </a:br>
            <a:r>
              <a:rPr lang="pt-BR" altLang="pt-BR" sz="4000"/>
              <a:t>Pelo manar do sangue Teu;</a:t>
            </a:r>
            <a:br>
              <a:rPr lang="pt-BR" altLang="pt-BR" sz="4000"/>
            </a:br>
            <a:r>
              <a:rPr lang="pt-BR" altLang="pt-BR" sz="4000"/>
              <a:t>Fazendo-me mais que vencedor, </a:t>
            </a:r>
            <a:br>
              <a:rPr lang="pt-BR" altLang="pt-BR" sz="4000"/>
            </a:br>
            <a:r>
              <a:rPr lang="pt-BR" altLang="pt-BR" sz="4000"/>
              <a:t>Pelo poder de Deus.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B8FDA6-B508-8AD1-8976-C47D3BC66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Sob o sangue Teu, Senhor,</a:t>
            </a:r>
            <a:r>
              <a:rPr lang="pt-BR" altLang="pt-BR" sz="4000"/>
              <a:t> </a:t>
            </a:r>
            <a:br>
              <a:rPr lang="pt-BR" altLang="pt-BR" sz="4000" b="1" i="1"/>
            </a:br>
            <a:r>
              <a:rPr lang="pt-BR" altLang="pt-BR" sz="4000" b="1" i="1"/>
              <a:t>Guarda-me da corrupção! </a:t>
            </a:r>
            <a:br>
              <a:rPr lang="pt-BR" altLang="pt-BR" sz="4000" b="1" i="1"/>
            </a:br>
            <a:r>
              <a:rPr lang="pt-BR" altLang="pt-BR" sz="4000" b="1" i="1"/>
              <a:t>Sob o sangue expiador,</a:t>
            </a:r>
            <a:br>
              <a:rPr lang="pt-BR" altLang="pt-BR" sz="4000" b="1" i="1"/>
            </a:br>
            <a:r>
              <a:rPr lang="pt-BR" altLang="pt-BR" sz="4000" b="1" i="1"/>
              <a:t>Eu tenho proteção!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4757E93-B34F-D817-01B8-1CB3D409A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4000"/>
              <a:t>Concede-me a perfeita paz, </a:t>
            </a:r>
            <a:br>
              <a:rPr lang="pt-BR" altLang="pt-BR" sz="4000"/>
            </a:br>
            <a:r>
              <a:rPr lang="pt-BR" altLang="pt-BR" sz="4000"/>
              <a:t>Por Tua cruz e sangue Teu; </a:t>
            </a:r>
            <a:br>
              <a:rPr lang="pt-BR" altLang="pt-BR" sz="4000"/>
            </a:br>
            <a:r>
              <a:rPr lang="pt-BR" altLang="pt-BR" sz="4000"/>
              <a:t>Com ricos dons, ó me satisfaz,</a:t>
            </a:r>
            <a:br>
              <a:rPr lang="pt-BR" altLang="pt-BR" sz="4000"/>
            </a:br>
            <a:r>
              <a:rPr lang="pt-BR" altLang="pt-BR" sz="4000"/>
              <a:t>E faz-me ver o céu.</a:t>
            </a:r>
            <a:r>
              <a:rPr lang="pt-BR" altLang="pt-BR" sz="1600"/>
              <a:t>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759299-5255-8003-2EAE-E8E869198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Sob o sangue Teu, Senhor,</a:t>
            </a:r>
            <a:r>
              <a:rPr lang="pt-BR" altLang="pt-BR" sz="4000"/>
              <a:t> </a:t>
            </a:r>
            <a:br>
              <a:rPr lang="pt-BR" altLang="pt-BR" sz="4000" b="1" i="1"/>
            </a:br>
            <a:r>
              <a:rPr lang="pt-BR" altLang="pt-BR" sz="4000" b="1" i="1"/>
              <a:t>Guarda-me da corrupção! </a:t>
            </a:r>
            <a:br>
              <a:rPr lang="pt-BR" altLang="pt-BR" sz="4000" b="1" i="1"/>
            </a:br>
            <a:r>
              <a:rPr lang="pt-BR" altLang="pt-BR" sz="4000" b="1" i="1"/>
              <a:t>Sob o sangue expiador,</a:t>
            </a:r>
            <a:br>
              <a:rPr lang="pt-BR" altLang="pt-BR" sz="4000" b="1" i="1"/>
            </a:br>
            <a:r>
              <a:rPr lang="pt-BR" altLang="pt-BR" sz="4000" b="1" i="1"/>
              <a:t>Eu tenho proteção!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289 SOB O SANGUE TEU</vt:lpstr>
      <vt:lpstr>Asperge hoje meu coração,  Com sangue Teu, ó Redentor!  Liberta-me da vil tentação,  Com sangue Teu, Senhor! </vt:lpstr>
      <vt:lpstr>Sob o sangue Teu, Senhor,  Guarda-me da corrupção!  Sob o sangue expiador, Eu tenho proteção!</vt:lpstr>
      <vt:lpstr>De todas dúvidas, do temor,  No sangue Teu, vem me lavar,  Dos males do grande tentador,  O queiras me livrar! </vt:lpstr>
      <vt:lpstr>Sob o sangue Teu, Senhor,  Guarda-me da corrupção!  Sob o sangue expiador, Eu tenho proteção!</vt:lpstr>
      <vt:lpstr>Refúgio acha o pecador, No sangue Teu, ó meu Jesus;  Asperge-me sempre, ó Senhor,  No sangue, lá da cruz! </vt:lpstr>
      <vt:lpstr>Sob o sangue Teu, Senhor,  Guarda-me da corrupção!  Sob o sangue expiador, Eu tenho proteção!</vt:lpstr>
      <vt:lpstr>O vem me enchendo do Teu vigor,  Pelo manar do sangue Teu; Fazendo-me mais que vencedor,  Pelo poder de Deus. </vt:lpstr>
      <vt:lpstr>Sob o sangue Teu, Senhor,  Guarda-me da corrupção!  Sob o sangue expiador, Eu tenho proteção!</vt:lpstr>
      <vt:lpstr>Concede-me a perfeita paz,  Por Tua cruz e sangue Teu;  Com ricos dons, ó me satisfaz, E faz-me ver o céu. P.L.M. </vt:lpstr>
      <vt:lpstr>Sob o sangue Teu, Senhor,  Guarda-me da corrupção!  Sob o sangue expiador, Eu tenho proteção!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289 - SOB O SANGUE TEU</dc:title>
  <dc:creator>Montagna</dc:creator>
  <cp:lastModifiedBy>Emerson Souza</cp:lastModifiedBy>
  <cp:revision>3</cp:revision>
  <dcterms:created xsi:type="dcterms:W3CDTF">2005-10-19T01:01:05Z</dcterms:created>
  <dcterms:modified xsi:type="dcterms:W3CDTF">2026-05-02T22:01:06Z</dcterms:modified>
</cp:coreProperties>
</file>