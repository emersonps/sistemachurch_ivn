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FE573-3EDD-789B-F241-BB48FD8F8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5405A4-E9CF-2ABD-8901-39B3BA9BE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09E1E9-BA56-88E9-95E2-E27FE67D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A227F4-41ED-E2F7-47DA-883A2FE1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90F14F-0914-CFA5-66A7-AAE45E11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253DF-F53B-4930-BAD0-E92302905C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9104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41598-9BFB-2A5C-71E1-19B8E059A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1ACA4-BE11-7D95-905D-07DD5926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EBE9B9-7B62-24E3-91F2-DEC13F0F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3A1058-CEDE-809D-7A33-FD86BF96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623CE-4D7F-EC24-9189-8D6EC657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DF16D-EE17-43E8-BD8A-74BA673394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463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34F9D-30C1-BC05-2E78-B35A00F0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0D7303-0135-D332-66EA-F3E94E51E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A539F7-6B49-CA4A-0D1B-766E33C9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0E7DC9-4945-0083-F0A6-EA96A61A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69DD70-151E-DA7D-9349-9537997A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E8E3F-0D3D-44E8-A96A-E51AE0E061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472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57E38-2476-DFCB-7689-EED97A6B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1F2F3C-C308-F00B-FC45-ED4070A87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A2A723-4956-9CF2-E21A-26256F1D8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8B6750-BE3A-0DA3-821D-C24E52B0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1A25FC-1F25-BD91-CF27-31E1D4EC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76CDB0-930E-33EE-7EC9-98245014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7F77E4-90D1-464F-8768-73E013F3A8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805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759E0-CD43-A02A-10C0-FF8EC0D2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C05FCB-7AFF-8E4C-B42D-8F404E126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6A3D89-03FE-312A-4810-8DDE0BE64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CB1DD8E-DF40-8E44-BF74-21F2702E8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0F2CC3-1BE5-D910-F4B5-2BC583845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5EBF901-31CD-ED74-9FD9-289DF0CC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B0BCCB-C6AA-4773-9F02-43A47E44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68BED3-CC5E-BE60-925C-4E08CEDD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F88E78-1F0B-4859-B3CA-05152038CE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785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D79F1-9E15-13CC-261B-2EF2515E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2580B1-767A-AFC8-019E-292E35E5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921FAD-2DB6-519B-2117-DD6578BE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15873B-05DF-0921-19B0-A2DA5B24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E01912-5382-4E43-B738-2727E5F344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750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CCCCEE-991E-8471-6962-3404AFF8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E24BA6-4814-EC92-FF48-8B0EFBC9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03665D-60D5-06E9-0686-5714BB4C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010DB-03E8-45B5-B4EC-818D36B31F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902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F228F-551B-F913-6ACF-4794DCAD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F1C102-B384-399F-B716-E5AFCAAAF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089E8D-7A12-6AC4-44F2-14EC330A8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F9A403-509E-368A-13ED-DEDB95DD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10D74A-BD17-0C4E-696A-6F8E1850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65FACB-B59F-2CA4-02FA-B29584DE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91818C-C2C4-4167-9652-50EC4B71A9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2028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4279F-339D-67DD-CFD5-C9985A5D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1A0BA5-E159-E391-F99D-00E509A86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D81202-8C22-77A6-30D7-C83A309AF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B2ADBC-8330-76DD-4A86-9D8491C3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095426-0C89-241D-F006-A8735EB1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5F3CAB-DAAF-AE4F-5164-C803A804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8448B-57EA-433A-9024-F49BD11CBE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375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D2FD8-4687-90BA-6227-42A231ED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D89E95-ED7C-73CA-56F9-19EA506DE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F126E3-7DD2-A968-54C7-94AEA64D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653688-FFD6-A254-4CA6-B08B625A2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B9A7F8-216B-EE00-9DAF-19F1D5FB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C0B77-A621-4E7E-A7A7-79E81858D2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948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E8DE26-5523-AACC-7626-927EA8302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4E9F35-DF0D-3819-AA94-7DDBDA88B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5E10B5-2A78-6471-B016-1185EA20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973D4-5348-5D00-239C-6871F774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3FBBE9-1D7F-16FC-96EB-86930A75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126D13-04D2-41BD-B8AB-2914B4FBE4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853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6BA935-F3F6-B6D2-AA97-19408FED6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24CA428-8E5C-F812-AC2D-A6D735773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9D572A6-BDA7-F0A8-3876-4B22CF04FC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A9E7669-5E3E-5071-AF5D-BB4AFC41ECE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4831DA2-271D-0A24-23EA-706B6FC337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F2FCDDA-DB67-4015-B512-B0B5A1B884A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97B67EE-583A-FDB5-CF72-13ADE791E4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608 – Se em Teu Caminho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4A2C9FE-F6BE-4A25-7BEC-278CFE0DFC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4802132-0481-DAAA-C99E-88FDC0AD0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em teu caminho aqui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escuridão e as sombras vêm,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 nenhum fulgor sorri,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Trazendo luz do vasto além,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Terás a luz do Céu.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D82FC5F-F830-1036-10E2-90FE50995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em teu viver aqui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Perseguição trouxera 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Trouxer o sofrimento a ti,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Oh, sim então, em teu favor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Virás paz do Céu.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58F2D96-FD16-D681-7D7A-587E2B59F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Mas oh! se o teu sofrer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 luta atroz findar aqui,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 paz, enfim, puderes ter.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Quão calmo e bom, quão doce a ti</a:t>
            </a:r>
            <a:r>
              <a:rPr lang="en-US" altLang="pt-BR" sz="4000"/>
              <a:t> </a:t>
            </a:r>
            <a:r>
              <a:rPr lang="en-US" altLang="pt-BR" sz="4000" i="1"/>
              <a:t>Serão lar do Céu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608 – Se em Teu Caminho</vt:lpstr>
      <vt:lpstr>Se em teu caminho aqui  A escuridão e as sombras vêm,  E se nenhum fulgor sorri,  Trazendo luz do vasto além,  Terás a luz do Céu.  </vt:lpstr>
      <vt:lpstr>Se em teu viver aqui  Perseguição trouxera dor,  Trouxer o sofrimento a ti,  Oh, sim então, em teu favor  Virás paz do Céu.  </vt:lpstr>
      <vt:lpstr>Mas oh! se o teu sofrer  E a luta atroz findar aqui,  E a paz, enfim, puderes ter.  Quão calmo e bom, quão doce a ti Serão lar do Céu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608 – Se em Teu Caminho</dc:title>
  <dc:creator>Junior</dc:creator>
  <cp:lastModifiedBy>Emerson Souza</cp:lastModifiedBy>
  <cp:revision>1</cp:revision>
  <dcterms:created xsi:type="dcterms:W3CDTF">2005-12-27T17:39:15Z</dcterms:created>
  <dcterms:modified xsi:type="dcterms:W3CDTF">2026-05-02T22:28:09Z</dcterms:modified>
</cp:coreProperties>
</file>