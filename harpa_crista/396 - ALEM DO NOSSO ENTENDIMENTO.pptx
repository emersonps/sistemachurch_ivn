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BAA05-8159-3301-BDD6-FBA755CF4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C4372B-B026-9004-AA80-23B07C8C9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03138D-AD63-7782-B8D5-52D0F737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20322D-B6BC-0122-ADB4-DFE2322D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565478-67F7-72F6-D3B3-D640D74F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988BC-26E4-4E5F-AC10-39AF605EB9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463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7ADA2-9E2A-D983-0C24-A5F8AA8E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9FBB37-A2CA-B2A4-47F5-D8F450880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F637D8-F9F5-A061-CD2C-FEF5BD28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945581-DAE8-C6D9-837D-765404FD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EA1DCE-5B92-C00E-9292-AA6F11FB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0C3EB-D96B-4807-9321-2AFED44394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424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AD8FD-78CA-AF1C-390A-EE6968AB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6C5F75-B2C4-A3BD-9F84-8C2D41E8E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B1DB24-36C9-E9BB-179D-5D22FA48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464D52-A922-C5C7-0EC9-621429A5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D1AA21-AC72-2F30-2E11-FCB895B0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2BDF1-6BC3-4267-8B0D-1D0BF86888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941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D0DBB-CDC1-E54E-645F-D8043D36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20D00A-359F-730C-F88E-422E1F2A0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D8D8FA-9245-DB0F-7916-09AB8B549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1DADCC-8934-0E68-4EC4-C2EB7CA4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ED323B-4644-EB54-CBB6-76504FD3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5FB465-27EE-CB2D-D7AD-5226C4F3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A965CD-815E-4223-85A9-DF257AE6A0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082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45080-5618-0773-03B1-F83B95156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6CDF8B-4591-5074-52F6-D7C59DAED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E99FC8-E244-5FA8-0053-AD17293E7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67CF94-444D-6CF4-D7A7-3ADEB11FF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EA6D22-0F94-2074-2067-AF7B44506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1C6866-1C7C-B896-5C55-21D35722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243A31A-BE51-80BC-A6C7-D6383203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B436A7-0B64-BA40-753F-F65BCA8F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B2C88-0BA0-40C1-96B2-668C20CB79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467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DE391-1A6D-D173-4AA4-16FC0F3DF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C02E862-4BE6-6950-323E-9F431B1B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75B757-E55B-B72E-C3B1-5B8DA0FA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78F205-5959-5172-200C-5A1D1238E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DCD718-00BB-477F-8899-C132F7CB36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6930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2F263D-5FEA-249B-1530-95307B1E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703AB1-99A4-DD9F-EF93-A9195EEB5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AE8B3C-B5EE-B863-014A-2F0AA987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E67B14-5781-464E-8EC4-32E721A656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366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EAB0A-0AAD-FBE6-A119-EC2E6FADF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610E2B-ACF8-2DBE-63C9-A3F95325F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78EA5E-D1A3-730E-530D-232FB6634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24D45-0C34-F8DD-E500-F6974414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0C49FD-1E6C-826E-55A4-7D243E7B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F12BE1-8661-BF12-5938-EE70380E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62FB3-9B08-412B-972D-DA267E8DCF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280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512AC-0E75-8379-5286-7B034C44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9D5EE6-386F-FB4A-CDF9-1D436E0F3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122DFD-8BB6-B2A9-C0CC-AE2C0E31E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FBC069-A713-2664-1915-17827D8C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61EE6A-B169-CD09-8D80-830DDB60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CC3934-A83B-F9D4-4E82-4E950C64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6D9B9-C0BF-421B-9503-4BBD677FCF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567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24FB3-32BF-136C-7327-39E1812C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81BE53-9CA8-36CA-62C9-B5E90C0A9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839595-7A36-6508-5EC5-DA44491A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7CA4BA-19FA-1441-09FA-CC62E4E6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F09E2F-5F29-B23A-0A00-3055A906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6B6D17-F5A6-4690-9192-788698ED6D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36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72048C-E04A-467E-3554-B81B83A59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A7C022-001F-6DBD-583C-C949F8216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776ADD-C3CE-6801-8843-4A8646E8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84D150-7924-1E9A-A5A0-F00811FA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1DE90F-123C-3BD3-F370-084AD660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9A0D8A-7EB2-473C-937D-0EFFD5113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70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F35F89-D863-0F75-4100-38235E297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8C9243-0967-C8F1-CD67-5F4DB0CBE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3E629A5-C0D2-423A-16F5-0D32D69FF6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2C0BFF-1113-6323-D265-2EA9E57E31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9270FD-30A7-ED61-4050-E23753946E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34471D3-D402-47CE-9627-67F60DB6777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1061623-99E3-FFEF-C7D4-93E71A066A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396 - ALEM DO NOSSO ENTENDIMENTO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6E89367-9325-6906-30AA-1C186E5CC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Muito além do nosso entendimento,</a:t>
            </a:r>
            <a:br>
              <a:rPr lang="pt-BR" altLang="pt-BR" sz="3600"/>
            </a:br>
            <a:r>
              <a:rPr lang="pt-BR" altLang="pt-BR" sz="3600"/>
              <a:t> Alto mais que todo o pensamento, </a:t>
            </a:r>
            <a:br>
              <a:rPr lang="pt-BR" altLang="pt-BR" sz="3600"/>
            </a:br>
            <a:r>
              <a:rPr lang="pt-BR" altLang="pt-BR" sz="3600"/>
              <a:t>Glorioso em seu sublime intento, </a:t>
            </a:r>
            <a:br>
              <a:rPr lang="pt-BR" altLang="pt-BR" sz="3600"/>
            </a:br>
            <a:r>
              <a:rPr lang="pt-BR" altLang="pt-BR" sz="3600"/>
              <a:t>E o amor de Deus, sem par.</a:t>
            </a:r>
            <a:r>
              <a:rPr lang="pt-BR" altLang="pt-BR"/>
              <a:t> 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0B71AF4-69CB-08BB-7D97-CCCA7B73B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Grande amor! Amor de Deus! </a:t>
            </a:r>
            <a:br>
              <a:rPr lang="pt-BR" altLang="pt-BR" sz="3600" b="1" i="1"/>
            </a:br>
            <a:r>
              <a:rPr lang="pt-BR" altLang="pt-BR" sz="3600" b="1" i="1"/>
              <a:t>Enche a terra e enche os céus! </a:t>
            </a:r>
            <a:br>
              <a:rPr lang="pt-BR" altLang="pt-BR" sz="3600" b="1" i="1"/>
            </a:br>
            <a:r>
              <a:rPr lang="pt-BR" altLang="pt-BR" sz="3600" b="1" i="1"/>
              <a:t>Grande amor! Amor que abrange </a:t>
            </a:r>
            <a:br>
              <a:rPr lang="pt-BR" altLang="pt-BR" sz="3600" b="1" i="1"/>
            </a:br>
            <a:r>
              <a:rPr lang="pt-BR" altLang="pt-BR" sz="3600" b="1" i="1"/>
              <a:t>A todo o mundo e atinge a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F384582-A43B-2CFE-5B08-B54AEF786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/>
              <a:t>Fez um sacrifício infinito</a:t>
            </a:r>
            <a:br>
              <a:rPr lang="pt-BR" altLang="pt-BR"/>
            </a:br>
            <a:r>
              <a:rPr lang="pt-BR" altLang="pt-BR"/>
              <a:t>Dum valor imenso, inaudito; </a:t>
            </a:r>
            <a:br>
              <a:rPr lang="pt-BR" altLang="pt-BR"/>
            </a:br>
            <a:r>
              <a:rPr lang="pt-BR" altLang="pt-BR"/>
              <a:t>Dando-nos o Filho Seu bendito; </a:t>
            </a:r>
            <a:br>
              <a:rPr lang="pt-BR" altLang="pt-BR"/>
            </a:br>
            <a:r>
              <a:rPr lang="pt-BR" altLang="pt-BR"/>
              <a:t>Calculai o amor de Deus!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8BF939-E5BE-F703-28DC-E539D57CD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Grande amor! Amor de Deus! </a:t>
            </a:r>
            <a:br>
              <a:rPr lang="pt-BR" altLang="pt-BR" sz="3600" b="1" i="1"/>
            </a:br>
            <a:r>
              <a:rPr lang="pt-BR" altLang="pt-BR" sz="3600" b="1" i="1"/>
              <a:t>Enche a terra e enche os céus! </a:t>
            </a:r>
            <a:br>
              <a:rPr lang="pt-BR" altLang="pt-BR" sz="3600" b="1" i="1"/>
            </a:br>
            <a:r>
              <a:rPr lang="pt-BR" altLang="pt-BR" sz="3600" b="1" i="1"/>
              <a:t>Grande amor! Amor que abrange </a:t>
            </a:r>
            <a:br>
              <a:rPr lang="pt-BR" altLang="pt-BR" sz="3600" b="1" i="1"/>
            </a:br>
            <a:r>
              <a:rPr lang="pt-BR" altLang="pt-BR" sz="3600" b="1" i="1"/>
              <a:t>A todo o mundo e atinge a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3485EF-1E5B-47F7-D0CC-445D54DCB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Grande, foi mui grande o meu pecado; </a:t>
            </a:r>
            <a:br>
              <a:rPr lang="pt-BR" altLang="pt-BR" sz="3600"/>
            </a:br>
            <a:r>
              <a:rPr lang="pt-BR" altLang="pt-BR" sz="3600"/>
              <a:t>Triste, perigoso o meu estado;</a:t>
            </a:r>
            <a:br>
              <a:rPr lang="pt-BR" altLang="pt-BR" sz="3600"/>
            </a:br>
            <a:r>
              <a:rPr lang="pt-BR" altLang="pt-BR" sz="3600"/>
              <a:t>Mas o amor que nunca foi sondado </a:t>
            </a:r>
            <a:br>
              <a:rPr lang="pt-BR" altLang="pt-BR" sz="3600"/>
            </a:br>
            <a:r>
              <a:rPr lang="pt-BR" altLang="pt-BR" sz="3600"/>
              <a:t>Me salvou - o amor de Deus!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273DDDE-DE3B-80F8-9456-580FACDAA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Grande amor! Amor de Deus! </a:t>
            </a:r>
            <a:br>
              <a:rPr lang="pt-BR" altLang="pt-BR" sz="3600" b="1" i="1"/>
            </a:br>
            <a:r>
              <a:rPr lang="pt-BR" altLang="pt-BR" sz="3600" b="1" i="1"/>
              <a:t>Enche a terra e enche os céus! </a:t>
            </a:r>
            <a:br>
              <a:rPr lang="pt-BR" altLang="pt-BR" sz="3600" b="1" i="1"/>
            </a:br>
            <a:r>
              <a:rPr lang="pt-BR" altLang="pt-BR" sz="3600" b="1" i="1"/>
              <a:t>Grande amor! Amor que abrange </a:t>
            </a:r>
            <a:br>
              <a:rPr lang="pt-BR" altLang="pt-BR" sz="3600" b="1" i="1"/>
            </a:br>
            <a:r>
              <a:rPr lang="pt-BR" altLang="pt-BR" sz="3600" b="1" i="1"/>
              <a:t>A todo o mundo e atinge a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874AB5E-9AC2-DD1A-F8B3-6865321E14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Foi quem perdoou os pecadores,</a:t>
            </a:r>
            <a:br>
              <a:rPr lang="pt-BR" altLang="pt-BR" sz="3600"/>
            </a:br>
            <a:r>
              <a:rPr lang="pt-BR" altLang="pt-BR" sz="3600"/>
              <a:t>Rogos atendeu de malfeitores,</a:t>
            </a:r>
            <a:br>
              <a:rPr lang="pt-BR" altLang="pt-BR" sz="3600"/>
            </a:br>
            <a:r>
              <a:rPr lang="pt-BR" altLang="pt-BR" sz="3600"/>
              <a:t>Quem sarou os pobres sofredores,</a:t>
            </a:r>
            <a:br>
              <a:rPr lang="pt-BR" altLang="pt-BR" sz="3600"/>
            </a:br>
            <a:r>
              <a:rPr lang="pt-BR" altLang="pt-BR" sz="3600"/>
              <a:t>Esse imenso amor de Deus!</a:t>
            </a:r>
            <a:r>
              <a:rPr lang="pt-BR" altLang="pt-BR" sz="4000"/>
              <a:t> </a:t>
            </a:r>
            <a:r>
              <a:rPr lang="pt-BR" altLang="pt-BR" sz="1600"/>
              <a:t>E.W.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0F64749-A5E0-7711-C644-E8A72EC23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Grande amor! Amor de Deus! </a:t>
            </a:r>
            <a:br>
              <a:rPr lang="pt-BR" altLang="pt-BR" sz="3600" b="1" i="1"/>
            </a:br>
            <a:r>
              <a:rPr lang="pt-BR" altLang="pt-BR" sz="3600" b="1" i="1"/>
              <a:t>Enche a terra e enche os céus! </a:t>
            </a:r>
            <a:br>
              <a:rPr lang="pt-BR" altLang="pt-BR" sz="3600" b="1" i="1"/>
            </a:br>
            <a:r>
              <a:rPr lang="pt-BR" altLang="pt-BR" sz="3600" b="1" i="1"/>
              <a:t>Grande amor! Amor que abrange </a:t>
            </a:r>
            <a:br>
              <a:rPr lang="pt-BR" altLang="pt-BR" sz="3600" b="1" i="1"/>
            </a:br>
            <a:r>
              <a:rPr lang="pt-BR" altLang="pt-BR" sz="3600" b="1" i="1"/>
              <a:t>A todo o mundo e atinge a mim!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396 - ALEM DO NOSSO ENTENDIMENTO</vt:lpstr>
      <vt:lpstr>Muito além do nosso entendimento,  Alto mais que todo o pensamento,  Glorioso em seu sublime intento,  E o amor de Deus, sem par. </vt:lpstr>
      <vt:lpstr>Grande amor! Amor de Deus!  Enche a terra e enche os céus!  Grande amor! Amor que abrange  A todo o mundo e atinge a mim!</vt:lpstr>
      <vt:lpstr>Fez um sacrifício infinito Dum valor imenso, inaudito;  Dando-nos o Filho Seu bendito;  Calculai o amor de Deus! </vt:lpstr>
      <vt:lpstr>Grande amor! Amor de Deus!  Enche a terra e enche os céus!  Grande amor! Amor que abrange  A todo o mundo e atinge a mim!</vt:lpstr>
      <vt:lpstr>Grande, foi mui grande o meu pecado;  Triste, perigoso o meu estado; Mas o amor que nunca foi sondado  Me salvou - o amor de Deus! </vt:lpstr>
      <vt:lpstr>Grande amor! Amor de Deus!  Enche a terra e enche os céus!  Grande amor! Amor que abrange  A todo o mundo e atinge a mim!</vt:lpstr>
      <vt:lpstr>Foi quem perdoou os pecadores, Rogos atendeu de malfeitores, Quem sarou os pobres sofredores, Esse imenso amor de Deus! E.W. </vt:lpstr>
      <vt:lpstr>Grande amor! Amor de Deus!  Enche a terra e enche os céus!  Grande amor! Amor que abrange  A todo o mundo e atinge a mim!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396 - ALEM DO NOSSO ENTENDIMENTO</dc:title>
  <dc:creator>Montagna</dc:creator>
  <cp:lastModifiedBy>Emerson Souza</cp:lastModifiedBy>
  <cp:revision>2</cp:revision>
  <dcterms:created xsi:type="dcterms:W3CDTF">2005-10-20T05:21:05Z</dcterms:created>
  <dcterms:modified xsi:type="dcterms:W3CDTF">2026-05-02T22:09:57Z</dcterms:modified>
</cp:coreProperties>
</file>