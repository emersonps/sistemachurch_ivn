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7E2C8-E3BC-E18C-256B-EDA36DC26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09BE6E-BE91-EC1D-FFA7-B85AFF0B2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19A633-BC5A-D421-4CE9-BA60A6DF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BD2BD9-74DB-1DC4-3861-15562B4C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B5B62F-DC01-D463-3E2B-76359F66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F9788-CC6E-4AAF-ADA8-41F8FB2CE4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138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68007-1B48-4B33-5E7D-2E5EC78F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669CF2-3F2C-1F89-EB3F-637AFCA5F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7D44CE-C192-AC0C-D337-B2BCCF4A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C046D-EA0C-26BE-9773-31105B30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51A29D-5B92-BADB-C553-23C8BCDB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AB78C-FC92-4C6F-BD6E-30435915F4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60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3DA5B-E890-1F86-AAF7-2CA0A279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CACC6F-AF96-664B-F8B8-23CBB34E4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DFE2D6-251B-DEE7-3907-91EA3B8D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7F7AEA-8986-2E8B-0554-E2AA39E9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AE58CE-5CC4-21D2-DE28-46190C63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80244-B804-4AFC-BC0E-F9B3732BF6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0252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EE99A-16E7-E09B-9CD3-33ACABA7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68F245-593B-A4E0-1D5B-C4DCA1F1C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E34DEC-9753-FD25-F5B9-693FCF73F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BB3B19-EAC8-D7E2-A058-97DF19AA8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A79C73-13BA-C5BB-9C00-DD680947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2A9357-F1AA-0096-42AF-1FF7FEE3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6B257-6A81-478B-83FE-83D0C1C5AC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409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1F7B1-D651-7D9E-055D-AD345040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CC1516-59D6-4BBF-3C1F-7DC5D164D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1BFD74-F821-6D1E-5BF5-DA7CC48F0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B5BDE9-ADAB-B5E2-9369-EAA870C4A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B41ACE-B3D4-520C-C5D1-3AE8408CD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BDF751-57B4-BE3F-0763-FD29FDC8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5BA70C-6094-2535-27DF-AEEBB127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26B175-FCA5-A4C7-DD42-12BE1F4F8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E2C897-0974-4A1F-BB48-DC460283E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85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A3C79-DC43-E532-A47F-6A2D731B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554188-D35E-CCF3-71EF-67219D2FA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830E2C-1C3C-6409-BE64-DD7642EB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41A25B-E778-446A-6DD5-11576198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3349F-B7D4-480D-AA72-E5C8C8D305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115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7DFCFE-19D6-8501-6ACE-4E0D9986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A21BB5-3E1F-C7C8-4052-3E5A763D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A2078D-5FD1-BEF0-B077-C92C532A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986CE-E783-4440-93BC-C8847A9771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847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AC2AA-3D21-202D-FDB2-D56E6289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DEE8EF-26BC-2AD7-AEF9-E74941ADB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D1D82D-B3D9-C610-AF77-844B4CA4F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D04D42-8B99-F0A9-24E1-67CE2585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68EBCD-417E-03FC-1BCE-B5B9B2CE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315E0E-D655-AD67-E6C0-4EACD831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A6CACE-D620-4D85-9965-9F0E3084E0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881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CC824-E0E4-5F0D-C3CA-4B3517D2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DB5DA8E-325A-AB66-6D9F-61F7C37CA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52A106-A013-1E17-72C9-854748FD2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9C4626-D519-9378-68D3-731738A9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DBB067-015E-9AF6-F8B4-7DC19929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E2F108-76C1-E46D-937B-7001ABB9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558B97-5527-4758-B0EF-6094263D8D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524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A97B8-FC0A-A906-66B3-D6D56F17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13780A-CD86-C2DB-AA04-6A987CD58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D64E1C-43B8-5589-4DF0-8B403EE73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736AFC-75D1-5408-E5E3-060B6616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D21B43-3AC8-4202-034B-08369A8D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38D404-ACFC-44FE-B6A8-0B0277970E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2912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4DDDBB-B41B-F2D4-91DE-72BC300D0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D6A37A-72FC-F9FC-02C9-0E46C590B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43DD92-1BAB-8B1A-B0D2-4F369997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48FB44-ED66-0342-A22A-89BED8AA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5115E6-FE0B-9218-9BEF-B8FBA9FE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7830F1-8706-4AED-A3C5-46547CA403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003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026C1C-D9C9-CA1C-F292-BA071F867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454A1F-8AF6-A30D-2D26-5BBAEC8C2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B0F81B-1A54-5EB2-F4A9-A66C851E9C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21B122-D908-9423-F416-41A050D23A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766E0B-C1BE-FD8D-314F-7BAB6DA49E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F6B00AB-BD8D-4B41-8229-DE592B29423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1CD9296-9AC5-0AFC-40B7-7D02ED5D86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604 – Senhor, os Mensageiros Teus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1C3400D-C416-8896-4A83-6ED059F2EE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2A61F43-5396-3CCB-F481-28887C983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Senhor, os mensageiros teus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Irão levar por onde for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luz da graça ao mundo mau,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 fé no Salvador.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98ABB80-24F5-8346-5E73-DFEBF588C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Senhor, envia obreiros bons,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fé, coragem, zelo e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Fiéis a Ti e ao seu dever,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Leais ao Redentor.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FDD2E21-0FD2-C089-E917-24FD8D0AC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Senhor, possamos todos nós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Aqui do teu perdão falar;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quem do mal cativo está,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Até Jesus v</a:t>
            </a:r>
            <a:r>
              <a:rPr lang="en-US" altLang="pt-BR" i="1"/>
              <a:t>oltar.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604 – Senhor, os Mensageiros Teus</vt:lpstr>
      <vt:lpstr>Senhor, os mensageiros teus  Irão levar por onde for  A luz da graça ao mundo mau,  E a fé no Salvador.  </vt:lpstr>
      <vt:lpstr>Senhor, envia obreiros bons,  De fé, coragem, zelo e amor;  Fiéis a Ti e ao seu dever,  Leais ao Redentor. </vt:lpstr>
      <vt:lpstr>  Senhor, possamos todos nós  Aqui do teu perdão falar;  A quem do mal cativo está,  Até Jesus voltar.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604 – Senhor, os Mensageiros Teus</dc:title>
  <dc:creator>Junior</dc:creator>
  <cp:lastModifiedBy>Emerson Souza</cp:lastModifiedBy>
  <cp:revision>1</cp:revision>
  <dcterms:created xsi:type="dcterms:W3CDTF">2005-12-27T17:32:37Z</dcterms:created>
  <dcterms:modified xsi:type="dcterms:W3CDTF">2026-05-02T22:27:46Z</dcterms:modified>
</cp:coreProperties>
</file>