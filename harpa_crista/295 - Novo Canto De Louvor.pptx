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3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26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>
            <a:extLst>
              <a:ext uri="{FF2B5EF4-FFF2-40B4-BE49-F238E27FC236}">
                <a16:creationId xmlns:a16="http://schemas.microsoft.com/office/drawing/2014/main" id="{9A5F6FAD-4F24-EF9D-CEAD-1F1E6E09A761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7411" name="Freeform 3">
              <a:extLst>
                <a:ext uri="{FF2B5EF4-FFF2-40B4-BE49-F238E27FC236}">
                  <a16:creationId xmlns:a16="http://schemas.microsoft.com/office/drawing/2014/main" id="{8B543650-7A68-5EBE-6B41-44D2EE31953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2" name="Freeform 4">
              <a:extLst>
                <a:ext uri="{FF2B5EF4-FFF2-40B4-BE49-F238E27FC236}">
                  <a16:creationId xmlns:a16="http://schemas.microsoft.com/office/drawing/2014/main" id="{FAD7367F-173C-E831-E5F6-838D4AB9627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3" name="Freeform 5">
              <a:extLst>
                <a:ext uri="{FF2B5EF4-FFF2-40B4-BE49-F238E27FC236}">
                  <a16:creationId xmlns:a16="http://schemas.microsoft.com/office/drawing/2014/main" id="{38AFE35E-E22A-E43D-66D6-21309806B7A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4" name="Freeform 6">
              <a:extLst>
                <a:ext uri="{FF2B5EF4-FFF2-40B4-BE49-F238E27FC236}">
                  <a16:creationId xmlns:a16="http://schemas.microsoft.com/office/drawing/2014/main" id="{C52FAEC3-AD21-0891-448A-B1FBBDBCBE7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5" name="Oval 7">
              <a:extLst>
                <a:ext uri="{FF2B5EF4-FFF2-40B4-BE49-F238E27FC236}">
                  <a16:creationId xmlns:a16="http://schemas.microsoft.com/office/drawing/2014/main" id="{2070F996-370B-CCD9-0C29-570727A041D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6" name="Oval 8">
              <a:extLst>
                <a:ext uri="{FF2B5EF4-FFF2-40B4-BE49-F238E27FC236}">
                  <a16:creationId xmlns:a16="http://schemas.microsoft.com/office/drawing/2014/main" id="{94885E51-3182-C00B-F027-F6CD67BE173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7" name="Oval 9">
              <a:extLst>
                <a:ext uri="{FF2B5EF4-FFF2-40B4-BE49-F238E27FC236}">
                  <a16:creationId xmlns:a16="http://schemas.microsoft.com/office/drawing/2014/main" id="{4322AF88-39CE-DDFB-6202-6885643C69F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33A35851-8973-1BAE-8AD8-CB17E6B48E7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754DEC1A-84A2-3A34-6AA6-2F19D444A2A8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EF23499A-2BA9-20A4-C3DA-69ECBE3E3B7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8A4F76C9-0562-A13F-5B7D-FEF1191B67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6744DE5E-DAC1-BCD4-565C-B326653AD5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D384464-85D8-480D-A2B3-4B5952B817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34D9-1493-8F94-031E-8A8A24A6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683FC-5604-6CFD-62F3-7E1EEBA19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9692BC-1B16-043B-895D-547C4099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00F6F3-DBC3-45C0-D8F2-361A5E22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F019DB-3957-6E53-4F3E-EC6BFCDF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FA018-D22D-472F-9314-59D145BDC3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963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E46DD-9058-9290-8B66-E4908A68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080A97-D344-FA57-2A08-C296D71C9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06F303-7951-29EF-C567-ED54DD0D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C7D340-18ED-A339-A0EC-4AA778BD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5D3C2-2C74-070F-DA60-86C8D7ED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5BF62-AB67-4AB7-AE13-E3F70804C3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496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D8682-5071-AFA6-57ED-50CAF475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99969C-16C1-656E-B13F-2467C518B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54E84F-4394-E370-725C-365F0ECC0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86DB3E-F39B-F560-4B6D-02F4EF3A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1B5B5A-2675-D710-6B18-EA956851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376373-13BB-B345-611B-B582AA6F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F552E0-79F4-43B4-B554-E74795DF3F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358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F1272-DCC8-04B5-C4DF-1A42E38F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C0DBA1-9095-918A-E72C-EC9BC4EFD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D2EC9C-873A-F2A0-C094-5B13CE9F7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5353DA-AE18-4403-5DD0-6B7259274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4DA4B4-2886-D046-97D2-220AD9787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4482B6-C8DE-4C59-A05E-07046D04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348814-2ACE-DE2F-945C-AC969986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2B2BA8-0766-3228-CA42-650A781F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ED1F7-697B-4967-890B-ECDAD8AE0C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324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3546A-A03C-13CF-2D84-2DABE1B0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51911C-0A6A-7DF7-CD0C-2CDC2193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0723182-60E3-080B-E642-2B820CA2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AFB957-1226-D382-DDE7-B71B1DC7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1A0C-188E-4506-83C3-C3060C2327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455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FC27AD-A903-F3DC-EE2D-EFA5AE63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3E7336-C9DA-A74B-ADB1-3B2C8F48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5D8D81-B3D0-31D6-5543-202E6A77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3C325-2AA4-448B-8E3A-34719CD6F4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79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B7287-6438-605D-EC3A-09C7B82F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F82DD1-81CB-531D-09FC-70B3A0CD8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664721-F2DE-C0D6-2BDE-2BE83792A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FDC5B8-72D3-382B-81D1-F523C9B4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F1581C-BE97-4C92-78F9-0E21F6DD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2DCE6F-1C54-A29B-6A49-A09F0DC0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2CA84-C571-475D-A684-771D3CE381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546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345C6-1494-E4DE-DC8E-BF0539FD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6699BCB-2163-A1BB-4DC6-CDDF987FE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FF537C-C541-2AFD-94D8-D3DD530CD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187630-1C9B-BA9D-6B7B-DDA98836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9DD372-8B7D-1722-3545-0B8CC49B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7B1639-36F8-AEA1-3B2C-EA26D461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02BA2F-D636-4E7A-AF8A-E58CD2CBCA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404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C3BE5-2FA4-1674-232A-A5B7C76B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37FFBF-6E1A-ACE2-9FBF-BB0359F5C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0F05AC-7135-8BC5-4CFC-0C57892EC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5F0150-DFD1-B685-9E21-F77D0C65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959697-9AC5-B0FC-63CD-FDAB877C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01A76E-A648-4B01-800E-37CCAFEB33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81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37281D-82D6-8B37-BA0D-519948024B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27716E-084B-0F4C-1063-7C49526D1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7EC5A1-FC9C-F907-BB5F-AE146AFC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3EECD-8AAF-AADD-6BC1-D0784A04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7D64A6-25CE-BF79-D091-E0A56C2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980AF-FF71-4833-A878-3AAC7BBCD2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919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1A70726D-40D3-1991-12D6-7179374852A5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6387" name="Freeform 3">
              <a:extLst>
                <a:ext uri="{FF2B5EF4-FFF2-40B4-BE49-F238E27FC236}">
                  <a16:creationId xmlns:a16="http://schemas.microsoft.com/office/drawing/2014/main" id="{0A7A5422-DA98-BF19-F24B-5A1DFD49BAD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8" name="Freeform 4">
              <a:extLst>
                <a:ext uri="{FF2B5EF4-FFF2-40B4-BE49-F238E27FC236}">
                  <a16:creationId xmlns:a16="http://schemas.microsoft.com/office/drawing/2014/main" id="{5AF2C898-891B-F2C2-E16A-9276762BDA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9" name="Freeform 5">
              <a:extLst>
                <a:ext uri="{FF2B5EF4-FFF2-40B4-BE49-F238E27FC236}">
                  <a16:creationId xmlns:a16="http://schemas.microsoft.com/office/drawing/2014/main" id="{B68F858D-6C8B-82C4-C343-08722A001CA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AB6EF2C5-6231-65CB-DF6F-FE17A92BBCA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1" name="Oval 7">
              <a:extLst>
                <a:ext uri="{FF2B5EF4-FFF2-40B4-BE49-F238E27FC236}">
                  <a16:creationId xmlns:a16="http://schemas.microsoft.com/office/drawing/2014/main" id="{DCE89871-1D35-25FF-F7EA-852B951437D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2" name="Oval 8">
              <a:extLst>
                <a:ext uri="{FF2B5EF4-FFF2-40B4-BE49-F238E27FC236}">
                  <a16:creationId xmlns:a16="http://schemas.microsoft.com/office/drawing/2014/main" id="{F2ABDF71-F9E7-6AC8-3100-AB7FFFA78A7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3" name="Oval 9">
              <a:extLst>
                <a:ext uri="{FF2B5EF4-FFF2-40B4-BE49-F238E27FC236}">
                  <a16:creationId xmlns:a16="http://schemas.microsoft.com/office/drawing/2014/main" id="{F7BA65B6-EF4A-6A42-D475-8FFFF6AFE7E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AD4C06A0-AB30-9C30-515D-CA77439B2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2B28CF62-6E76-F03D-45EC-3F2D4A6C9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63CDC6B9-162E-ED9B-D6B7-59D9155BD6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93404155-1B51-5B28-B95C-4DAE21D8DC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A5B38B96-5653-E16E-C8D7-995C947E98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288F4800-3751-4A6F-8011-84CC1EA759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sz="24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AFF8E39-D90D-20DF-ADB9-6CE6BE4E7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2130425"/>
            <a:ext cx="8153400" cy="1470025"/>
          </a:xfrm>
        </p:spPr>
        <p:txBody>
          <a:bodyPr/>
          <a:lstStyle/>
          <a:p>
            <a:r>
              <a:rPr lang="en-US" altLang="pt-BR" b="1"/>
              <a:t>295 – Novo Canto De Louvor</a:t>
            </a:r>
            <a:r>
              <a:rPr lang="en-US" altLang="pt-BR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092FA8E-DFF9-706F-FC1C-5E3EEBA37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A62DA41-F303-56C9-467E-E4E0D8555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Novo canto de louvor,</a:t>
            </a:r>
            <a:br>
              <a:rPr lang="en-US" altLang="pt-BR" sz="4000" i="1"/>
            </a:br>
            <a:r>
              <a:rPr lang="en-US" altLang="pt-BR" sz="4000" i="1"/>
              <a:t>Canta já meu coração;</a:t>
            </a:r>
            <a:br>
              <a:rPr lang="en-US" altLang="pt-BR" sz="4000" i="1"/>
            </a:br>
            <a:r>
              <a:rPr lang="en-US" altLang="pt-BR" sz="4000" i="1"/>
              <a:t>Hino de paz a de amor,</a:t>
            </a:r>
            <a:br>
              <a:rPr lang="en-US" altLang="pt-BR" sz="4000" i="1"/>
            </a:br>
            <a:r>
              <a:rPr lang="en-US" altLang="pt-BR" sz="4000" i="1"/>
              <a:t>Que me traz consolação.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040553B-89AA-696E-FEA2-423E39D67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Ouve quão doce e o louvor,</a:t>
            </a:r>
            <a:br>
              <a:rPr lang="en-US" altLang="pt-BR" sz="4000" b="1" i="1"/>
            </a:br>
            <a:r>
              <a:rPr lang="en-US" altLang="pt-BR" sz="4000" b="1" i="1"/>
              <a:t>Ao Cordeiro divinal!</a:t>
            </a:r>
            <a:br>
              <a:rPr lang="en-US" altLang="pt-BR" sz="4000" b="1" i="1"/>
            </a:br>
            <a:r>
              <a:rPr lang="en-US" altLang="pt-BR" sz="4000" b="1" i="1"/>
              <a:t>Jesus, canto inspirador,</a:t>
            </a:r>
            <a:br>
              <a:rPr lang="en-US" altLang="pt-BR" sz="4000" b="1" i="1"/>
            </a:br>
            <a:r>
              <a:rPr lang="en-US" altLang="pt-BR" sz="4000" b="1" i="1"/>
              <a:t>Harmonia angelical</a:t>
            </a:r>
            <a:r>
              <a:rPr lang="en-US" altLang="pt-BR" sz="4000" i="1"/>
              <a:t>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98D5CC-C4BB-B3A7-AC65-5A258B97D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Canto hinos de louvor, </a:t>
            </a:r>
            <a:br>
              <a:rPr lang="en-US" altLang="pt-BR" sz="4000" i="1"/>
            </a:br>
            <a:r>
              <a:rPr lang="en-US" altLang="pt-BR" sz="4000" i="1"/>
              <a:t>Porque Cristo me salvou </a:t>
            </a:r>
            <a:br>
              <a:rPr lang="en-US" altLang="pt-BR" sz="4000" i="1"/>
            </a:br>
            <a:r>
              <a:rPr lang="en-US" altLang="pt-BR" sz="4000" i="1"/>
              <a:t>Deste mundo enganador; </a:t>
            </a:r>
            <a:br>
              <a:rPr lang="en-US" altLang="pt-BR" sz="4000" i="1"/>
            </a:br>
            <a:r>
              <a:rPr lang="en-US" altLang="pt-BR" sz="4000" i="1"/>
              <a:t>Sobre a rocha me firmou . 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9BD2A42-7B87-62B9-432B-881AA14FF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Ouve quão doce e o louvor,</a:t>
            </a:r>
            <a:br>
              <a:rPr lang="en-US" altLang="pt-BR" sz="4000" b="1" i="1"/>
            </a:br>
            <a:r>
              <a:rPr lang="en-US" altLang="pt-BR" sz="4000" b="1" i="1"/>
              <a:t>Ao Cordeiro divinal!</a:t>
            </a:r>
            <a:br>
              <a:rPr lang="en-US" altLang="pt-BR" sz="4000" b="1" i="1"/>
            </a:br>
            <a:r>
              <a:rPr lang="en-US" altLang="pt-BR" sz="4000" b="1" i="1"/>
              <a:t>Jesus, canto inspirador,</a:t>
            </a:r>
            <a:br>
              <a:rPr lang="en-US" altLang="pt-BR" sz="4000" b="1" i="1"/>
            </a:br>
            <a:r>
              <a:rPr lang="en-US" altLang="pt-BR" sz="4000" b="1" i="1"/>
              <a:t>Harmonia angelical</a:t>
            </a:r>
            <a:r>
              <a:rPr lang="en-US" altLang="pt-BR" sz="4000" i="1"/>
              <a:t>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4F7250A-FCB4-2B84-4738-EA9FA84D4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Este canto novo é </a:t>
            </a:r>
            <a:br>
              <a:rPr lang="en-US" altLang="pt-BR" sz="4000" i="1"/>
            </a:br>
            <a:r>
              <a:rPr lang="en-US" altLang="pt-BR" sz="4000" i="1"/>
              <a:t>Cada noite que passar; </a:t>
            </a:r>
            <a:br>
              <a:rPr lang="en-US" altLang="pt-BR" sz="4000" i="1"/>
            </a:br>
            <a:r>
              <a:rPr lang="en-US" altLang="pt-BR" sz="4000" i="1"/>
              <a:t>Sombras dão lugar à fé, </a:t>
            </a:r>
            <a:br>
              <a:rPr lang="en-US" altLang="pt-BR" sz="4000" i="1"/>
            </a:br>
            <a:r>
              <a:rPr lang="en-US" altLang="pt-BR" sz="4000" i="1"/>
              <a:t>Se a Deus louvor cantar.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17E38D5-2231-D87C-E852-F5D0384D9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Ouve quão doce e o louvor,</a:t>
            </a:r>
            <a:br>
              <a:rPr lang="en-US" altLang="pt-BR" sz="4000" b="1" i="1"/>
            </a:br>
            <a:r>
              <a:rPr lang="en-US" altLang="pt-BR" sz="4000" b="1" i="1"/>
              <a:t>Ao Cordeiro divinal!</a:t>
            </a:r>
            <a:br>
              <a:rPr lang="en-US" altLang="pt-BR" sz="4000" b="1" i="1"/>
            </a:br>
            <a:r>
              <a:rPr lang="en-US" altLang="pt-BR" sz="4000" b="1" i="1"/>
              <a:t>Jesus, canto inspirador,</a:t>
            </a:r>
            <a:br>
              <a:rPr lang="en-US" altLang="pt-BR" sz="4000" b="1" i="1"/>
            </a:br>
            <a:r>
              <a:rPr lang="en-US" altLang="pt-BR" sz="4000" b="1" i="1"/>
              <a:t>Harmonia angelical</a:t>
            </a:r>
            <a:r>
              <a:rPr lang="en-US" altLang="pt-BR" sz="4000" i="1"/>
              <a:t>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0BCE596-8420-43EB-E9E6-CA2E0200D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Quando o coração vibrar, </a:t>
            </a:r>
            <a:br>
              <a:rPr lang="en-US" altLang="pt-BR" sz="4000" i="1"/>
            </a:br>
            <a:r>
              <a:rPr lang="en-US" altLang="pt-BR" sz="4000" i="1"/>
              <a:t>Os acordes lá do céu, </a:t>
            </a:r>
            <a:br>
              <a:rPr lang="en-US" altLang="pt-BR" sz="4000" i="1"/>
            </a:br>
            <a:r>
              <a:rPr lang="en-US" altLang="pt-BR" sz="4000" i="1"/>
              <a:t>E da rola a voz soar,</a:t>
            </a:r>
            <a:br>
              <a:rPr lang="en-US" altLang="pt-BR" sz="4000" i="1"/>
            </a:br>
            <a:r>
              <a:rPr lang="en-US" altLang="pt-BR" sz="4000" i="1"/>
              <a:t> No jardim do nosso Deus.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A9A46E6-1620-6A3A-5D3B-A8D55D436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Ouve quão doce e o louvor,</a:t>
            </a:r>
            <a:br>
              <a:rPr lang="en-US" altLang="pt-BR" sz="4000" b="1" i="1"/>
            </a:br>
            <a:r>
              <a:rPr lang="en-US" altLang="pt-BR" sz="4000" b="1" i="1"/>
              <a:t>Ao Cordeiro divinal!</a:t>
            </a:r>
            <a:br>
              <a:rPr lang="en-US" altLang="pt-BR" sz="4000" b="1" i="1"/>
            </a:br>
            <a:r>
              <a:rPr lang="en-US" altLang="pt-BR" sz="4000" b="1" i="1"/>
              <a:t>Jesus, canto inspirador,</a:t>
            </a:r>
            <a:br>
              <a:rPr lang="en-US" altLang="pt-BR" sz="4000" b="1" i="1"/>
            </a:br>
            <a:r>
              <a:rPr lang="en-US" altLang="pt-BR" sz="4000" b="1" i="1"/>
              <a:t>Harmonia angelical</a:t>
            </a:r>
            <a:r>
              <a:rPr lang="en-US" altLang="pt-BR" sz="4000" i="1"/>
              <a:t>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BB99437-3634-F41D-F0CF-5DD53CD2A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Quando meu Jesus voltar, </a:t>
            </a:r>
            <a:br>
              <a:rPr lang="en-US" altLang="pt-BR" sz="4000" i="1"/>
            </a:br>
            <a:r>
              <a:rPr lang="en-US" altLang="pt-BR" sz="4000" i="1"/>
              <a:t>E levar-me com os Seus, </a:t>
            </a:r>
            <a:br>
              <a:rPr lang="en-US" altLang="pt-BR" sz="4000" i="1"/>
            </a:br>
            <a:r>
              <a:rPr lang="en-US" altLang="pt-BR" sz="4000" i="1"/>
              <a:t>Inda eu irei cantar, </a:t>
            </a:r>
            <a:br>
              <a:rPr lang="en-US" altLang="pt-BR" sz="4000" i="1"/>
            </a:br>
            <a:r>
              <a:rPr lang="en-US" altLang="pt-BR" sz="4000" i="1"/>
              <a:t>Este hino lá nos céus. 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B27B1A7-A317-AC1D-3459-A053C5E48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No céu, hino de louvor,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Canta a grande multidão.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Vinde às bodas de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banquete do perdão.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8F90BB7-E0EA-E993-86AF-6E6CD25D8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b="1" i="1"/>
              <a:t>Ouve quão doce e o louvor,</a:t>
            </a:r>
            <a:br>
              <a:rPr lang="en-US" altLang="pt-BR" sz="4000" b="1" i="1"/>
            </a:br>
            <a:r>
              <a:rPr lang="en-US" altLang="pt-BR" sz="4000" b="1" i="1"/>
              <a:t>Ao Cordeiro divinal!</a:t>
            </a:r>
            <a:br>
              <a:rPr lang="en-US" altLang="pt-BR" sz="4000" b="1" i="1"/>
            </a:br>
            <a:r>
              <a:rPr lang="en-US" altLang="pt-BR" sz="4000" b="1" i="1"/>
              <a:t>Jesus, canto inspirador,</a:t>
            </a:r>
            <a:br>
              <a:rPr lang="en-US" altLang="pt-BR" sz="4000" b="1" i="1"/>
            </a:br>
            <a:r>
              <a:rPr lang="en-US" altLang="pt-BR" sz="4000" b="1" i="1"/>
              <a:t>Harmonia angelical</a:t>
            </a:r>
            <a:r>
              <a:rPr lang="en-US" altLang="pt-BR" sz="4000" i="1"/>
              <a:t>  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Órbita">
  <a:themeElements>
    <a:clrScheme name="Órbita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Órb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Órbita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Órbita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Órbita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1</TotalTime>
  <Words>262</Words>
  <Application>Microsoft Office PowerPoint</Application>
  <PresentationFormat>Apresentação na tela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Órbita</vt:lpstr>
      <vt:lpstr>295 – Novo Canto De Louvor </vt:lpstr>
      <vt:lpstr>Novo canto de louvor, Canta já meu coração; Hino de paz a de amor, Que me traz consolação.  </vt:lpstr>
      <vt:lpstr>Ouve quão doce e o louvor, Ao Cordeiro divinal! Jesus, canto inspirador, Harmonia angelical  </vt:lpstr>
      <vt:lpstr>Canto hinos de louvor,  Porque Cristo me salvou  Deste mundo enganador;  Sobre a rocha me firmou . </vt:lpstr>
      <vt:lpstr>Ouve quão doce e o louvor, Ao Cordeiro divinal! Jesus, canto inspirador, Harmonia angelical  </vt:lpstr>
      <vt:lpstr>Este canto novo é  Cada noite que passar;  Sombras dão lugar à fé,  Se a Deus louvor cantar.  </vt:lpstr>
      <vt:lpstr>Ouve quão doce e o louvor, Ao Cordeiro divinal! Jesus, canto inspirador, Harmonia angelical  </vt:lpstr>
      <vt:lpstr>Quando o coração vibrar,  Os acordes lá do céu,  E da rola a voz soar,  No jardim do nosso Deus.  </vt:lpstr>
      <vt:lpstr>Ouve quão doce e o louvor, Ao Cordeiro divinal! Jesus, canto inspirador, Harmonia angelical  </vt:lpstr>
      <vt:lpstr>Quando meu Jesus voltar,  E levar-me com os Seus,  Inda eu irei cantar,  Este hino lá nos céus.  </vt:lpstr>
      <vt:lpstr>No céu, hino de louvor,  Canta a grande multidão.  Vinde às bodas de amor,  Ao banquete do perdão.</vt:lpstr>
      <vt:lpstr>Ouve quão doce e o louvor, Ao Cordeiro divinal! Jesus, canto inspirador, Harmonia angelical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295 – Novo Canto De Louvor </dc:title>
  <dc:creator>Junior</dc:creator>
  <cp:lastModifiedBy>Emerson Souza</cp:lastModifiedBy>
  <cp:revision>2</cp:revision>
  <dcterms:created xsi:type="dcterms:W3CDTF">2005-12-26T22:27:37Z</dcterms:created>
  <dcterms:modified xsi:type="dcterms:W3CDTF">2026-05-02T22:01:32Z</dcterms:modified>
</cp:coreProperties>
</file>