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7FF"/>
    <a:srgbClr val="C008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95" autoAdjust="0"/>
  </p:normalViewPr>
  <p:slideViewPr>
    <p:cSldViewPr>
      <p:cViewPr varScale="1">
        <p:scale>
          <a:sx n="63" d="100"/>
          <a:sy n="63" d="100"/>
        </p:scale>
        <p:origin x="-126" y="-24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F0816C-FBC6-F28F-A3EF-5A46AF38F7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8B9037-42B9-946F-F694-996ED91D27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0D13E6-B49E-15C2-1EEE-12C07B1D8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F107E4-AE7E-65C6-5A18-91526EFAC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23FB4E-56D4-F294-85E1-941A687C1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20213-52F1-47ED-89CF-E3297B46A69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08501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35353D-9E21-2585-7778-48B0AC36D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C1E83A-871D-0649-6000-E1D6A9E0F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A087DC9-B157-0AC6-0A2C-E6BC46B57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F9EAA8-6AA4-D2F9-089E-2372922A7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D88CA8-00FA-268A-B2E4-07BADC27C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15DC1B-44EE-4EE2-93F0-AA9EAD70F56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53561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93C7CE-5300-006C-099C-858CF1B6A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56138CE-9FA0-E966-8F69-8CB055E39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5E67E5-E4A3-DBDB-51EA-8994435B9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0115E32-F5DB-7784-2405-0BBA19E34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E0240C-4A6F-B96F-88B2-F7851FBCA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C12621-2864-4159-B4BD-98DBC9330DB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28157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872C3E-92A1-5F41-CE51-8511207EC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DF78D0-6508-1292-0B94-2462F8882E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2BF1D05-28D6-0ABA-44FD-CBA369DB5F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752885-C15C-9E4C-0347-1CA5E134A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0437C6B-5623-B138-6AE1-2368E5DF7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40D92B-4FE6-7FB4-3491-3363158C5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35E441-47E8-424C-A6D4-FBB1B0A5547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81137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65693B-4E50-60C5-3D13-38D9C6829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1448DA2-4651-2F80-91F1-45F84E7FBB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172235A-C310-3B51-6141-5A619474EA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04ADBF3-61B5-3F91-1A89-8A804B2AA0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292AF51-9DAA-7AB9-B88B-1DA3D46E7C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1BFD182-FD5A-F157-8403-0E458D293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F5134E9-11BB-187D-980E-CDC7B3A14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FF43FD7-0761-FDAB-B4C2-CF0CF66C2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14812B-B65B-4711-9DE4-D9977F4A381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3055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FD9367-7798-7B73-FF60-6EF026BBC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66B7CCA-0D79-F56D-3EEC-9BD8BE187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D8E8F43-0C8C-3A03-ABDE-223FCBFDB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FA0F418-680D-7610-7882-163DC9765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A5026D-4F47-401A-A560-E3036527EC0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8836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43426FA-BDE0-18C9-D95D-EF76E37F2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4F10BCB-1A7A-3A43-1088-0A6337FF6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ABC7066-8C1D-333F-8224-BC213E299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DA0969-C285-4BBC-BBFE-46104EDE747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44633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95625-8778-9655-F900-3B735241D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B7465E-1BD2-BA38-EA3C-8D1724650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EB57989-3EB4-C41A-1DFF-BB7A81FA46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BC88669-4E41-9A39-0DD6-61AB220BA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AF6361B-BBC5-AE30-EBD3-E5A2EE4A8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316384A-8108-F103-8D21-771DA52F8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7B986D-614B-43DB-B6B6-6C3854837F0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35220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53405F-66C5-5B2B-30EC-6DA642D04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830C96A-651E-B183-1C5B-5D8620FA32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7083ED8-E9C8-7EF9-BDAB-B3F343EFFB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20587DE-5C91-BA01-4FE2-949F3C488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478633-3755-0F41-E58B-086B62AB0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6B8935C-6442-38E0-7147-A25BE6607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6A9EBF-07DF-4C2C-AC5D-E04146A762A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44662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738F80-2BCD-B880-4553-4E49EFE70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80BAE39-E745-1745-5C05-5D31E0657C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AD1A01-C6B8-CBDE-DD40-4D5570511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B3E280-4223-649B-546C-385F4ABD9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1DC869-91D9-4B93-05EB-B8C949268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C3CE30-8E69-4AFE-BB28-C4851F6A198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3967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28E7E24-673F-5BAF-3A07-73F26EB1D5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1D407BC-1288-38BF-3B3F-6FB59522BC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572629-2460-70E3-46E7-D0EBAD72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0CC3CB-93D1-2376-5343-6E857BF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2C6116-A0C2-A6C4-9B34-9DAB1C9C6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AEC8C5-9FA4-410B-940A-86B63936806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65283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B7FF"/>
            </a:gs>
            <a:gs pos="100000">
              <a:srgbClr val="FFB7FF">
                <a:gamma/>
                <a:tint val="39216"/>
                <a:invGamma/>
              </a:srgbClr>
            </a:gs>
          </a:gsLst>
          <a:path path="rect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FD59AC4-7D9F-AD77-D91D-7C037401A4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F78999C-3F11-34F0-45DF-B3D7EB3918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7E0D7F3-C4FF-7874-77A3-A768BD6C2FD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28746A7-3121-BCA0-CC17-2446FC3FB4F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C5AC103-4393-BA56-CAF7-AC08C777686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DA8B688-86B8-4C81-9ABD-2E1E1D48175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EB83F8B-E25E-9687-B300-10272FD6291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  <a:t>28 </a:t>
            </a:r>
            <a:b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</a:br>
            <a: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  <a:t>DEUS VAI TE GUIAR </a:t>
            </a:r>
            <a:r>
              <a:rPr lang="en-US" altLang="pt-BR" sz="3600">
                <a:solidFill>
                  <a:srgbClr val="C008AA"/>
                </a:solidFill>
                <a:latin typeface="Algerian" panose="04020705040A02060702" pitchFamily="82" charset="0"/>
              </a:rPr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40EEB89-A8C3-7CEC-9626-34D9956E21A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4D23C243-064A-89D6-949F-B738C414F8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562600"/>
          </a:xfrm>
        </p:spPr>
        <p:txBody>
          <a:bodyPr/>
          <a:lstStyle/>
          <a:p>
            <a: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  <a:t>Andas carregado de tristeza e dor, Sem nenhum auxílio, </a:t>
            </a:r>
            <a:b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</a:br>
            <a: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  <a:t>Nem um Salvador? </a:t>
            </a:r>
            <a:b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</a:br>
            <a: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  <a:t>Ouve a mensagem de teu bom Jesus, </a:t>
            </a:r>
            <a:b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</a:br>
            <a: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  <a:t>E tem mais coragem, leva a tua cruz.</a:t>
            </a:r>
            <a:r>
              <a:rPr lang="en-US" altLang="pt-BR" sz="3600">
                <a:solidFill>
                  <a:srgbClr val="C008AA"/>
                </a:solidFill>
                <a:latin typeface="Algerian" panose="04020705040A02060702" pitchFamily="82" charset="0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157E7DF-DF29-FDEE-CB1A-FD26CF5A79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562600"/>
          </a:xfrm>
        </p:spPr>
        <p:txBody>
          <a:bodyPr/>
          <a:lstStyle/>
          <a:p>
            <a:r>
              <a:rPr lang="en-US" altLang="pt-BR" sz="3600" b="1" i="1">
                <a:solidFill>
                  <a:srgbClr val="C008AA"/>
                </a:solidFill>
                <a:latin typeface="Algerian" panose="04020705040A02060702" pitchFamily="82" charset="0"/>
              </a:rPr>
              <a:t>Deus vai te guiar com Sua forte mão;</a:t>
            </a:r>
            <a: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  <a:t> </a:t>
            </a:r>
            <a:b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</a:br>
            <a:r>
              <a:rPr lang="en-US" altLang="pt-BR" sz="3600" b="1" i="1">
                <a:solidFill>
                  <a:srgbClr val="C008AA"/>
                </a:solidFill>
                <a:latin typeface="Algerian" panose="04020705040A02060702" pitchFamily="82" charset="0"/>
              </a:rPr>
              <a:t>Podes descansar na tribulação;</a:t>
            </a:r>
            <a: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  <a:t> </a:t>
            </a:r>
            <a:b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</a:br>
            <a:r>
              <a:rPr lang="en-US" altLang="pt-BR" sz="3600" b="1" i="1">
                <a:solidFill>
                  <a:srgbClr val="C008AA"/>
                </a:solidFill>
                <a:latin typeface="Algerian" panose="04020705040A02060702" pitchFamily="82" charset="0"/>
              </a:rPr>
              <a:t>Seja tua vida livre de pesar;</a:t>
            </a:r>
            <a: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  <a:t> </a:t>
            </a:r>
            <a:b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</a:br>
            <a:r>
              <a:rPr lang="en-US" altLang="pt-BR" sz="3600" b="1" i="1">
                <a:solidFill>
                  <a:srgbClr val="C008AA"/>
                </a:solidFill>
                <a:latin typeface="Algerian" panose="04020705040A02060702" pitchFamily="82" charset="0"/>
              </a:rPr>
              <a:t>Em tristeza e lida Deus vai te guiar.</a:t>
            </a:r>
            <a: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  <a:t>  </a:t>
            </a:r>
            <a:r>
              <a:rPr lang="en-US" altLang="pt-BR" sz="3600">
                <a:solidFill>
                  <a:srgbClr val="C008AA"/>
                </a:solidFill>
                <a:latin typeface="Algerian" panose="04020705040A02060702" pitchFamily="82" charset="0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9F8E2C3-990D-2609-E4E0-5601BE12DC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562600"/>
          </a:xfrm>
        </p:spPr>
        <p:txBody>
          <a:bodyPr/>
          <a:lstStyle/>
          <a:p>
            <a: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  <a:t>Toda carga por ti, Ele quer levar; </a:t>
            </a:r>
            <a:b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</a:br>
            <a: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  <a:t>Alma dolorida, ouve o Seu falar; Senda espinhosa Ele já andou, </a:t>
            </a:r>
            <a:b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</a:br>
            <a: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  <a:t>Morte afrontosa por ti suportou.</a:t>
            </a:r>
            <a:r>
              <a:rPr lang="en-US" altLang="pt-BR" sz="3600">
                <a:solidFill>
                  <a:srgbClr val="C008AA"/>
                </a:solidFill>
                <a:latin typeface="Algerian" panose="04020705040A02060702" pitchFamily="82" charset="0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11A4982-8A3F-131D-97FB-20C3A3D4D1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562600"/>
          </a:xfrm>
        </p:spPr>
        <p:txBody>
          <a:bodyPr/>
          <a:lstStyle/>
          <a:p>
            <a:r>
              <a:rPr lang="en-US" altLang="pt-BR" sz="3600" b="1" i="1">
                <a:solidFill>
                  <a:srgbClr val="C008AA"/>
                </a:solidFill>
                <a:latin typeface="Algerian" panose="04020705040A02060702" pitchFamily="82" charset="0"/>
              </a:rPr>
              <a:t>Deus vai te guiar com Sua forte mão;</a:t>
            </a:r>
            <a: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  <a:t> </a:t>
            </a:r>
            <a:b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</a:br>
            <a:r>
              <a:rPr lang="en-US" altLang="pt-BR" sz="3600" b="1" i="1">
                <a:solidFill>
                  <a:srgbClr val="C008AA"/>
                </a:solidFill>
                <a:latin typeface="Algerian" panose="04020705040A02060702" pitchFamily="82" charset="0"/>
              </a:rPr>
              <a:t>Podes descansar na tribulação;</a:t>
            </a:r>
            <a: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  <a:t> </a:t>
            </a:r>
            <a:b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</a:br>
            <a:r>
              <a:rPr lang="en-US" altLang="pt-BR" sz="3600" b="1" i="1">
                <a:solidFill>
                  <a:srgbClr val="C008AA"/>
                </a:solidFill>
                <a:latin typeface="Algerian" panose="04020705040A02060702" pitchFamily="82" charset="0"/>
              </a:rPr>
              <a:t>Seja tua vida livre de pesar;</a:t>
            </a:r>
            <a: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  <a:t> </a:t>
            </a:r>
            <a:b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</a:br>
            <a:r>
              <a:rPr lang="en-US" altLang="pt-BR" sz="3600" b="1" i="1">
                <a:solidFill>
                  <a:srgbClr val="C008AA"/>
                </a:solidFill>
                <a:latin typeface="Algerian" panose="04020705040A02060702" pitchFamily="82" charset="0"/>
              </a:rPr>
              <a:t>Em tristeza e lida Deus vai te guiar.</a:t>
            </a:r>
            <a: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  <a:t>  </a:t>
            </a:r>
            <a:r>
              <a:rPr lang="en-US" altLang="pt-BR" sz="3600">
                <a:solidFill>
                  <a:srgbClr val="C008AA"/>
                </a:solidFill>
                <a:latin typeface="Algerian" panose="04020705040A02060702" pitchFamily="82" charset="0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59221F0-EF7C-E907-FAAE-C27A81D6B4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562600"/>
          </a:xfrm>
        </p:spPr>
        <p:txBody>
          <a:bodyPr/>
          <a:lstStyle/>
          <a:p>
            <a: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  <a:t>Se estás tentado, Deus te ajudará, Sempre confiando, te libertará; </a:t>
            </a:r>
            <a:b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</a:br>
            <a: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  <a:t>As pisadas segue do teu Salvador, Crendo em Deus, prossegue,</a:t>
            </a:r>
            <a:b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</a:br>
            <a: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  <a:t>Seja como for.  </a:t>
            </a:r>
            <a:r>
              <a:rPr lang="en-US" altLang="pt-BR" sz="3600">
                <a:solidFill>
                  <a:srgbClr val="C008AA"/>
                </a:solidFill>
                <a:latin typeface="Algerian" panose="04020705040A02060702" pitchFamily="82" charset="0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F905C0C7-B14C-14F9-9F5C-F0376C91F6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562600"/>
          </a:xfrm>
        </p:spPr>
        <p:txBody>
          <a:bodyPr/>
          <a:lstStyle/>
          <a:p>
            <a:r>
              <a:rPr lang="en-US" altLang="pt-BR" sz="3600" b="1" i="1">
                <a:solidFill>
                  <a:srgbClr val="C008AA"/>
                </a:solidFill>
                <a:latin typeface="Algerian" panose="04020705040A02060702" pitchFamily="82" charset="0"/>
              </a:rPr>
              <a:t>Deus vai te guiar com Sua forte mão;</a:t>
            </a:r>
            <a: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  <a:t> </a:t>
            </a:r>
            <a:b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</a:br>
            <a:r>
              <a:rPr lang="en-US" altLang="pt-BR" sz="3600" b="1" i="1">
                <a:solidFill>
                  <a:srgbClr val="C008AA"/>
                </a:solidFill>
                <a:latin typeface="Algerian" panose="04020705040A02060702" pitchFamily="82" charset="0"/>
              </a:rPr>
              <a:t>Podes descansar na tribulação;</a:t>
            </a:r>
            <a: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  <a:t> </a:t>
            </a:r>
            <a:b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</a:br>
            <a:r>
              <a:rPr lang="en-US" altLang="pt-BR" sz="3600" b="1" i="1">
                <a:solidFill>
                  <a:srgbClr val="C008AA"/>
                </a:solidFill>
                <a:latin typeface="Algerian" panose="04020705040A02060702" pitchFamily="82" charset="0"/>
              </a:rPr>
              <a:t>Seja tua vida livre de pesar;</a:t>
            </a:r>
            <a: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  <a:t> </a:t>
            </a:r>
            <a:b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</a:br>
            <a:r>
              <a:rPr lang="en-US" altLang="pt-BR" sz="3600" b="1" i="1">
                <a:solidFill>
                  <a:srgbClr val="C008AA"/>
                </a:solidFill>
                <a:latin typeface="Algerian" panose="04020705040A02060702" pitchFamily="82" charset="0"/>
              </a:rPr>
              <a:t>Em tristeza e lida Deus vai te guiar.</a:t>
            </a:r>
            <a:r>
              <a:rPr lang="en-US" altLang="pt-BR" sz="3600" i="1">
                <a:solidFill>
                  <a:srgbClr val="C008AA"/>
                </a:solidFill>
                <a:latin typeface="Algerian" panose="04020705040A02060702" pitchFamily="82" charset="0"/>
              </a:rPr>
              <a:t>  </a:t>
            </a:r>
            <a:r>
              <a:rPr lang="en-US" altLang="pt-BR" sz="3600">
                <a:solidFill>
                  <a:srgbClr val="C008AA"/>
                </a:solidFill>
                <a:latin typeface="Algerian" panose="04020705040A02060702" pitchFamily="82" charset="0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205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Algerian</vt:lpstr>
      <vt:lpstr>Design padrão</vt:lpstr>
      <vt:lpstr>28  DEUS VAI TE GUIAR  </vt:lpstr>
      <vt:lpstr>Andas carregado de tristeza e dor, Sem nenhum auxílio,  Nem um Salvador?  Ouve a mensagem de teu bom Jesus,  E tem mais coragem, leva a tua cruz. </vt:lpstr>
      <vt:lpstr>Deus vai te guiar com Sua forte mão;  Podes descansar na tribulação;  Seja tua vida livre de pesar;  Em tristeza e lida Deus vai te guiar.   </vt:lpstr>
      <vt:lpstr>Toda carga por ti, Ele quer levar;  Alma dolorida, ouve o Seu falar; Senda espinhosa Ele já andou,  Morte afrontosa por ti suportou. </vt:lpstr>
      <vt:lpstr>Deus vai te guiar com Sua forte mão;  Podes descansar na tribulação;  Seja tua vida livre de pesar;  Em tristeza e lida Deus vai te guiar.   </vt:lpstr>
      <vt:lpstr>Se estás tentado, Deus te ajudará, Sempre confiando, te libertará;  As pisadas segue do teu Salvador, Crendo em Deus, prossegue, Seja como for.   </vt:lpstr>
      <vt:lpstr>Deus vai te guiar com Sua forte mão;  Podes descansar na tribulação;  Seja tua vida livre de pesar;  Em tristeza e lida Deus vai te guiar.  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28  DEUS VAI TE GUIAR  </dc:title>
  <dc:creator>Junior</dc:creator>
  <cp:lastModifiedBy>Emerson Souza</cp:lastModifiedBy>
  <cp:revision>2</cp:revision>
  <dcterms:created xsi:type="dcterms:W3CDTF">2005-12-23T00:36:44Z</dcterms:created>
  <dcterms:modified xsi:type="dcterms:W3CDTF">2026-05-02T21:39:20Z</dcterms:modified>
</cp:coreProperties>
</file>