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580" autoAdjust="0"/>
  </p:normalViewPr>
  <p:slideViewPr>
    <p:cSldViewPr>
      <p:cViewPr varScale="1">
        <p:scale>
          <a:sx n="71" d="100"/>
          <a:sy n="71" d="100"/>
        </p:scale>
        <p:origin x="-480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A8B83D-1B10-D3E0-E113-D10FEDD1A5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89E7671-CC6A-161D-A10C-6CA090809D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B9C405-F92F-3574-7811-7E870AC0C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892F11F-A7CD-0515-E3D5-16595206E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FFB341-A840-49C7-3ED8-0B34665BC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B2A684-3084-48EC-B288-80A1754C3DC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75861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8674A5-BDF4-F76A-B5A4-DD0392DDC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644C14-8CDC-9548-5CB5-BC4598C73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F4EF84A-D4B6-30CA-E203-D018E7D4E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59987D-5CF6-4B3F-9A4D-6D7628008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6539F2C-151A-8A49-B3BC-286937E9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5F429F-52D1-4361-846D-B6DB56EAC84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16665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41D7E2-9E4C-9215-535A-C9996BAA2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5B73568-690E-852B-29C7-6655D9EF7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E02A6B-6F37-34E0-7C4B-6085077DB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6D07C9-D40D-7BFF-9B78-9F37BF3A7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3E64A8-D8FF-BAD7-FA72-33D9AF2B9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7FE41E-8134-4ED0-B0DA-B7CE7BD8558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70160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BD71DD-D132-E336-826A-4F2088D53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029418-04AF-EA03-2AB3-3B43C0DF62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E981B30-2034-D26F-FA2C-82F2D4527C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7D9EB04-0201-3D44-FAA0-9F56CF21E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D98B06-C78D-DC00-1ECB-2541CDA11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B8982E9-B7E9-88B9-1136-E90DA3B39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2C0142-8134-4459-9F90-C1B0F5F2C3F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39132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9F0480-DB8D-9CBC-75B6-32B0F901B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ACA8901-124F-5FE2-8523-0C69ABCD4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4B3877E-97C0-52C9-9D8C-C32A4652F6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EACE071-B5FC-F972-3214-0457FD2E01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504E41E-F9A0-92EE-BFFA-4E4BE21C0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F5AAC04-8207-13CA-7CFA-EB8C6BFB7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B9E2BD2-EA67-1528-7819-4D79EF4EF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66FAFE0-4D48-8466-25B5-0553216C5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549EC0-9A47-4366-8ABA-13DA8F4989C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6015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E59070-6767-3227-1787-735E83105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34B2ACB-7F76-48C4-7B8B-F51D00A0F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4A71DF8-8473-80F3-401D-1FB3696D4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0AB7244-61A6-B463-05BF-BB55263BE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113690-863F-4B79-BCEC-F6A8088C989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11489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C3DDB0F-E71A-6647-5A8D-D4160C782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15FFEC0-8EE1-6CEE-9836-2D817F7A0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182B7C2-499B-03D1-A3BD-26EA51142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01C42E-BE16-4EF3-99F7-3469FDA04A2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32677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156A4D-F99B-F89E-D5B2-4DF446620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BA73CB-8D49-AF1E-8177-8B08EDBFD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8ED1DA0-912D-39EE-D1EC-1FD3D7C56B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E97C517-2D9B-3593-B65B-4E3ADA12B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5CDB1C8-804D-019A-FBC4-002F2B360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6A63B36-65D4-CF3D-1E01-816554623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9A5D69-6138-484D-9B43-6FA58D330AB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01492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D464AF-F78C-D7E1-115C-6AA634060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D0DFE7A-ABC8-0F67-962E-6A5D503464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895EE01-0654-8646-58BD-110970EEB1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DA872F7-77B4-564A-B641-AA1F7FE3A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54ECAF7-CDFB-993F-912B-E9CEB427E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8A0261E-0AE6-C568-2CE7-DFE707211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B7233B-A027-48E6-9419-DBB21954DB4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15862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FE3655-5106-7CE8-FA97-FE6F7165C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29278E1-2DEE-2C24-2A4C-266A0C9B0F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BCB764-58F0-92D2-146E-1E0427F50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C4FFF72-9FA3-CA3F-97AD-98F55F70C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0BF483-0E7F-449C-1BE6-3969BECA4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C52762-C769-41D7-9278-AD5FBC33669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62872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E4C27C0-43BD-C170-9F47-194B28B3F3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AC128C1-C01E-C479-5F6E-CC6CE2073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54312D-2DE1-E7BC-F03B-4BD89EAEC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7B4AB6-4F7D-53FB-0DAD-24FF4EA43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F203E7-0958-40B0-F003-B10A22440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AAED25-196D-4B26-8759-1F622C04FD5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89767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EB4059A-BF2B-7D21-30BF-42D7FC524F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D1628CC-B42F-9EEA-9F1C-7903B64CE8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653D77B-BFC8-CE67-A419-16EAE7AAA7C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5CDEA85-B166-5AB0-11F5-68384F3CF14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E022C0F-E528-308B-C218-CD5B6179424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C1D2185-C9AB-4A10-811F-9131D811559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95F06B9-C04F-DACE-5E59-2F821D33152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827088" y="1341438"/>
            <a:ext cx="7773987" cy="2663825"/>
          </a:xfrm>
        </p:spPr>
        <p:txBody>
          <a:bodyPr anchor="ctr"/>
          <a:lstStyle/>
          <a:p>
            <a:r>
              <a:rPr lang="en-US" altLang="pt-BR" sz="3600" b="1">
                <a:solidFill>
                  <a:srgbClr val="E7FFFF"/>
                </a:solidFill>
              </a:rPr>
              <a:t>78</a:t>
            </a:r>
            <a:br>
              <a:rPr lang="en-US" altLang="pt-BR" sz="3600" b="1">
                <a:solidFill>
                  <a:srgbClr val="E7FFFF"/>
                </a:solidFill>
              </a:rPr>
            </a:br>
            <a:r>
              <a:rPr lang="en-US" altLang="pt-BR" sz="3600" b="1">
                <a:solidFill>
                  <a:srgbClr val="E7FFFF"/>
                </a:solidFill>
              </a:rPr>
              <a:t>MEU FORTE REDENTOR</a:t>
            </a:r>
            <a:br>
              <a:rPr lang="en-US" altLang="pt-BR" sz="3600" b="1">
                <a:solidFill>
                  <a:srgbClr val="E7FFFF"/>
                </a:solidFill>
              </a:rPr>
            </a:br>
            <a:endParaRPr lang="en-US" altLang="pt-BR" sz="3600" b="1">
              <a:solidFill>
                <a:srgbClr val="E7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84EA4385-A0C8-639F-266F-51EC4B459F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5175"/>
            <a:ext cx="9144000" cy="4537075"/>
          </a:xfrm>
          <a:noFill/>
          <a:ln/>
        </p:spPr>
        <p:txBody>
          <a:bodyPr/>
          <a:lstStyle/>
          <a:p>
            <a:r>
              <a:rPr lang="en-US" altLang="pt-BR">
                <a:solidFill>
                  <a:srgbClr val="E7FFFF"/>
                </a:solidFill>
              </a:rPr>
              <a:t>Vagando eu em grande escuridão, O Salvador me encontrou,</a:t>
            </a:r>
            <a:br>
              <a:rPr lang="en-US" altLang="pt-BR">
                <a:solidFill>
                  <a:srgbClr val="E7FFFF"/>
                </a:solidFill>
              </a:rPr>
            </a:br>
            <a:r>
              <a:rPr lang="en-US" altLang="pt-BR">
                <a:solidFill>
                  <a:srgbClr val="E7FFFF"/>
                </a:solidFill>
              </a:rPr>
              <a:t>Perdido, mesmo, sem ter salvação; A minh'alma Seu sangue lavou.</a:t>
            </a:r>
            <a:br>
              <a:rPr lang="en-US" altLang="pt-BR">
                <a:solidFill>
                  <a:srgbClr val="E7FFFF"/>
                </a:solidFill>
              </a:rPr>
            </a:br>
            <a:endParaRPr lang="en-US" altLang="pt-BR">
              <a:solidFill>
                <a:srgbClr val="E7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5">
            <a:extLst>
              <a:ext uri="{FF2B5EF4-FFF2-40B4-BE49-F238E27FC236}">
                <a16:creationId xmlns:a16="http://schemas.microsoft.com/office/drawing/2014/main" id="{0F6301B0-ACDA-ADAC-56EB-73F9A87374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836613"/>
            <a:ext cx="9144000" cy="4103687"/>
          </a:xfrm>
          <a:noFill/>
          <a:ln/>
        </p:spPr>
        <p:txBody>
          <a:bodyPr/>
          <a:lstStyle/>
          <a:p>
            <a:r>
              <a:rPr lang="en-US" altLang="pt-BR" sz="4000" b="1" i="1">
                <a:solidFill>
                  <a:srgbClr val="E7FFFF"/>
                </a:solidFill>
              </a:rPr>
              <a:t>Jesus é o meu forte Redentor;</a:t>
            </a:r>
            <a:br>
              <a:rPr lang="en-US" altLang="pt-BR" sz="4000" b="1" i="1">
                <a:solidFill>
                  <a:srgbClr val="E7FFFF"/>
                </a:solidFill>
              </a:rPr>
            </a:br>
            <a:r>
              <a:rPr lang="en-US" altLang="pt-BR" sz="4000" b="1" i="1">
                <a:solidFill>
                  <a:srgbClr val="E7FFFF"/>
                </a:solidFill>
              </a:rPr>
              <a:t>Ele é meu grande Salvador,</a:t>
            </a:r>
            <a:br>
              <a:rPr lang="en-US" altLang="pt-BR" sz="4000" b="1" i="1">
                <a:solidFill>
                  <a:srgbClr val="E7FFFF"/>
                </a:solidFill>
              </a:rPr>
            </a:br>
            <a:r>
              <a:rPr lang="en-US" altLang="pt-BR" sz="4000" b="1" i="1">
                <a:solidFill>
                  <a:srgbClr val="E7FFFF"/>
                </a:solidFill>
              </a:rPr>
              <a:t>Que me libertou na cruz, </a:t>
            </a:r>
            <a:br>
              <a:rPr lang="en-US" altLang="pt-BR" sz="4000" b="1" i="1">
                <a:solidFill>
                  <a:srgbClr val="E7FFFF"/>
                </a:solidFill>
              </a:rPr>
            </a:br>
            <a:r>
              <a:rPr lang="en-US" altLang="pt-BR" sz="4000" b="1" i="1">
                <a:solidFill>
                  <a:srgbClr val="E7FFFF"/>
                </a:solidFill>
              </a:rPr>
              <a:t>Com mui amor, </a:t>
            </a:r>
            <a:br>
              <a:rPr lang="en-US" altLang="pt-BR" sz="4000" b="1" i="1">
                <a:solidFill>
                  <a:srgbClr val="E7FFFF"/>
                </a:solidFill>
              </a:rPr>
            </a:br>
            <a:r>
              <a:rPr lang="en-US" altLang="pt-BR" sz="4000" b="1" i="1">
                <a:solidFill>
                  <a:srgbClr val="E7FFFF"/>
                </a:solidFill>
              </a:rPr>
              <a:t>Cristo é meu Rei e meu Senhor.</a:t>
            </a:r>
            <a:br>
              <a:rPr lang="en-US" altLang="pt-BR" sz="4000" b="1" i="1">
                <a:solidFill>
                  <a:srgbClr val="E7FFFF"/>
                </a:solidFill>
              </a:rPr>
            </a:br>
            <a:endParaRPr lang="en-US" altLang="pt-BR" sz="4000" b="1" i="1">
              <a:solidFill>
                <a:srgbClr val="E7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2B3A073B-6598-0F15-5410-844447E5FF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92150"/>
            <a:ext cx="9144000" cy="4608513"/>
          </a:xfrm>
          <a:noFill/>
          <a:ln/>
        </p:spPr>
        <p:txBody>
          <a:bodyPr/>
          <a:lstStyle/>
          <a:p>
            <a:r>
              <a:rPr lang="en-US" altLang="pt-BR">
                <a:solidFill>
                  <a:srgbClr val="E7FFFF"/>
                </a:solidFill>
              </a:rPr>
              <a:t>Nos meus pecados e vil turbação,</a:t>
            </a:r>
            <a:br>
              <a:rPr lang="en-US" altLang="pt-BR">
                <a:solidFill>
                  <a:srgbClr val="E7FFFF"/>
                </a:solidFill>
              </a:rPr>
            </a:br>
            <a:r>
              <a:rPr lang="en-US" altLang="pt-BR">
                <a:solidFill>
                  <a:srgbClr val="E7FFFF"/>
                </a:solidFill>
              </a:rPr>
              <a:t>A luz mostrou-me, o Senhor; </a:t>
            </a:r>
            <a:br>
              <a:rPr lang="en-US" altLang="pt-BR">
                <a:solidFill>
                  <a:srgbClr val="E7FFFF"/>
                </a:solidFill>
              </a:rPr>
            </a:br>
            <a:r>
              <a:rPr lang="en-US" altLang="pt-BR">
                <a:solidFill>
                  <a:srgbClr val="E7FFFF"/>
                </a:solidFill>
              </a:rPr>
              <a:t>E fez-me ver que ali na perdição Me alcançava Seu grande amor.</a:t>
            </a:r>
            <a:br>
              <a:rPr lang="en-US" altLang="pt-BR">
                <a:solidFill>
                  <a:srgbClr val="E7FFFF"/>
                </a:solidFill>
              </a:rPr>
            </a:br>
            <a:endParaRPr lang="en-US" altLang="pt-BR">
              <a:solidFill>
                <a:srgbClr val="E7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>
            <a:extLst>
              <a:ext uri="{FF2B5EF4-FFF2-40B4-BE49-F238E27FC236}">
                <a16:creationId xmlns:a16="http://schemas.microsoft.com/office/drawing/2014/main" id="{59C57E6C-90EF-C648-3EAC-CCA7CA357B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20713"/>
            <a:ext cx="9144000" cy="4608512"/>
          </a:xfrm>
          <a:noFill/>
          <a:ln/>
        </p:spPr>
        <p:txBody>
          <a:bodyPr/>
          <a:lstStyle/>
          <a:p>
            <a:r>
              <a:rPr lang="en-US" altLang="pt-BR" sz="4000" b="1" i="1">
                <a:solidFill>
                  <a:srgbClr val="E7FFFF"/>
                </a:solidFill>
              </a:rPr>
              <a:t>Jesus é o meu forte Redentor;</a:t>
            </a:r>
            <a:br>
              <a:rPr lang="en-US" altLang="pt-BR" sz="4000" b="1" i="1">
                <a:solidFill>
                  <a:srgbClr val="E7FFFF"/>
                </a:solidFill>
              </a:rPr>
            </a:br>
            <a:r>
              <a:rPr lang="en-US" altLang="pt-BR" sz="4000" b="1" i="1">
                <a:solidFill>
                  <a:srgbClr val="E7FFFF"/>
                </a:solidFill>
              </a:rPr>
              <a:t>Ele é meu grande Salvador,</a:t>
            </a:r>
            <a:br>
              <a:rPr lang="en-US" altLang="pt-BR" sz="4000" b="1" i="1">
                <a:solidFill>
                  <a:srgbClr val="E7FFFF"/>
                </a:solidFill>
              </a:rPr>
            </a:br>
            <a:r>
              <a:rPr lang="en-US" altLang="pt-BR" sz="4000" b="1" i="1">
                <a:solidFill>
                  <a:srgbClr val="E7FFFF"/>
                </a:solidFill>
              </a:rPr>
              <a:t>Que me libertou na cruz, </a:t>
            </a:r>
            <a:br>
              <a:rPr lang="en-US" altLang="pt-BR" sz="4000" b="1" i="1">
                <a:solidFill>
                  <a:srgbClr val="E7FFFF"/>
                </a:solidFill>
              </a:rPr>
            </a:br>
            <a:r>
              <a:rPr lang="en-US" altLang="pt-BR" sz="4000" b="1" i="1">
                <a:solidFill>
                  <a:srgbClr val="E7FFFF"/>
                </a:solidFill>
              </a:rPr>
              <a:t>Com mui amor, </a:t>
            </a:r>
            <a:br>
              <a:rPr lang="en-US" altLang="pt-BR" sz="4000" b="1" i="1">
                <a:solidFill>
                  <a:srgbClr val="E7FFFF"/>
                </a:solidFill>
              </a:rPr>
            </a:br>
            <a:r>
              <a:rPr lang="en-US" altLang="pt-BR" sz="4000" b="1" i="1">
                <a:solidFill>
                  <a:srgbClr val="E7FFFF"/>
                </a:solidFill>
              </a:rPr>
              <a:t>Cristo é meu Rei e meu Senhor.</a:t>
            </a:r>
            <a:br>
              <a:rPr lang="en-US" altLang="pt-BR" sz="4000" b="1" i="1">
                <a:solidFill>
                  <a:srgbClr val="E7FFFF"/>
                </a:solidFill>
              </a:rPr>
            </a:br>
            <a:endParaRPr lang="en-US" altLang="pt-BR" sz="4000" b="1" i="1">
              <a:solidFill>
                <a:srgbClr val="E7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17814202-0746-2E82-2F28-C89755D98F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981075"/>
            <a:ext cx="9144000" cy="4319588"/>
          </a:xfrm>
          <a:noFill/>
          <a:ln/>
        </p:spPr>
        <p:txBody>
          <a:bodyPr/>
          <a:lstStyle/>
          <a:p>
            <a:r>
              <a:rPr lang="en-US" altLang="pt-BR">
                <a:solidFill>
                  <a:srgbClr val="E7FFFF"/>
                </a:solidFill>
              </a:rPr>
              <a:t>Eu gozo desta grande salvação, Meu nome já no céu está;</a:t>
            </a:r>
            <a:br>
              <a:rPr lang="en-US" altLang="pt-BR">
                <a:solidFill>
                  <a:srgbClr val="E7FFFF"/>
                </a:solidFill>
              </a:rPr>
            </a:br>
            <a:r>
              <a:rPr lang="en-US" altLang="pt-BR">
                <a:solidFill>
                  <a:srgbClr val="E7FFFF"/>
                </a:solidFill>
              </a:rPr>
              <a:t>E recebi a divinal unção,</a:t>
            </a:r>
            <a:br>
              <a:rPr lang="en-US" altLang="pt-BR">
                <a:solidFill>
                  <a:srgbClr val="E7FFFF"/>
                </a:solidFill>
              </a:rPr>
            </a:br>
            <a:r>
              <a:rPr lang="en-US" altLang="pt-BR">
                <a:solidFill>
                  <a:srgbClr val="E7FFFF"/>
                </a:solidFill>
              </a:rPr>
              <a:t>Que aos fiéis ainda Deus dá.</a:t>
            </a:r>
            <a:br>
              <a:rPr lang="en-US" altLang="pt-BR">
                <a:solidFill>
                  <a:srgbClr val="E7FFFF"/>
                </a:solidFill>
              </a:rPr>
            </a:br>
            <a:br>
              <a:rPr lang="en-US" altLang="pt-BR">
                <a:solidFill>
                  <a:srgbClr val="E7FFFF"/>
                </a:solidFill>
              </a:rPr>
            </a:br>
            <a:endParaRPr lang="en-US" altLang="pt-BR">
              <a:solidFill>
                <a:srgbClr val="E7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98F92C27-DF5C-28BB-50B9-FCAD31DBDA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20713"/>
            <a:ext cx="9144000" cy="4535487"/>
          </a:xfrm>
          <a:noFill/>
          <a:ln/>
        </p:spPr>
        <p:txBody>
          <a:bodyPr/>
          <a:lstStyle/>
          <a:p>
            <a:r>
              <a:rPr lang="en-US" altLang="pt-BR" sz="4000" b="1" i="1">
                <a:solidFill>
                  <a:srgbClr val="E7FFFF"/>
                </a:solidFill>
              </a:rPr>
              <a:t>Jesus é o meu forte Redentor;</a:t>
            </a:r>
            <a:br>
              <a:rPr lang="en-US" altLang="pt-BR" sz="4000" b="1" i="1">
                <a:solidFill>
                  <a:srgbClr val="E7FFFF"/>
                </a:solidFill>
              </a:rPr>
            </a:br>
            <a:r>
              <a:rPr lang="en-US" altLang="pt-BR" sz="4000" b="1" i="1">
                <a:solidFill>
                  <a:srgbClr val="E7FFFF"/>
                </a:solidFill>
              </a:rPr>
              <a:t>Ele é meu grande Salvador,</a:t>
            </a:r>
            <a:br>
              <a:rPr lang="en-US" altLang="pt-BR" sz="4000" b="1" i="1">
                <a:solidFill>
                  <a:srgbClr val="E7FFFF"/>
                </a:solidFill>
              </a:rPr>
            </a:br>
            <a:r>
              <a:rPr lang="en-US" altLang="pt-BR" sz="4000" b="1" i="1">
                <a:solidFill>
                  <a:srgbClr val="E7FFFF"/>
                </a:solidFill>
              </a:rPr>
              <a:t>Que me libertou na cruz, </a:t>
            </a:r>
            <a:br>
              <a:rPr lang="en-US" altLang="pt-BR" sz="4000" b="1" i="1">
                <a:solidFill>
                  <a:srgbClr val="E7FFFF"/>
                </a:solidFill>
              </a:rPr>
            </a:br>
            <a:r>
              <a:rPr lang="en-US" altLang="pt-BR" sz="4000" b="1" i="1">
                <a:solidFill>
                  <a:srgbClr val="E7FFFF"/>
                </a:solidFill>
              </a:rPr>
              <a:t>Com mui amor, </a:t>
            </a:r>
            <a:br>
              <a:rPr lang="en-US" altLang="pt-BR" sz="4000" b="1" i="1">
                <a:solidFill>
                  <a:srgbClr val="E7FFFF"/>
                </a:solidFill>
              </a:rPr>
            </a:br>
            <a:r>
              <a:rPr lang="en-US" altLang="pt-BR" sz="4000" b="1" i="1">
                <a:solidFill>
                  <a:srgbClr val="E7FFFF"/>
                </a:solidFill>
              </a:rPr>
              <a:t>Cristo é meu Rei e meu Senhor.</a:t>
            </a:r>
            <a:br>
              <a:rPr lang="en-US" altLang="pt-BR" sz="4000" b="1" i="1">
                <a:solidFill>
                  <a:srgbClr val="E7FFFF"/>
                </a:solidFill>
              </a:rPr>
            </a:br>
            <a:endParaRPr lang="en-US" altLang="pt-BR" sz="4000" b="1" i="1">
              <a:solidFill>
                <a:srgbClr val="E7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EEF0688F-0232-7769-DA37-EF8806BFE2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836613"/>
            <a:ext cx="9144000" cy="4392612"/>
          </a:xfrm>
          <a:noFill/>
          <a:ln/>
        </p:spPr>
        <p:txBody>
          <a:bodyPr/>
          <a:lstStyle/>
          <a:p>
            <a:r>
              <a:rPr lang="en-US" altLang="pt-BR" sz="4000">
                <a:solidFill>
                  <a:srgbClr val="E7FFFF"/>
                </a:solidFill>
              </a:rPr>
              <a:t>Num dia alegre, Cristo voltará,</a:t>
            </a:r>
            <a:br>
              <a:rPr lang="en-US" altLang="pt-BR" sz="4000">
                <a:solidFill>
                  <a:srgbClr val="E7FFFF"/>
                </a:solidFill>
              </a:rPr>
            </a:br>
            <a:r>
              <a:rPr lang="en-US" altLang="pt-BR" sz="4000">
                <a:solidFill>
                  <a:srgbClr val="E7FFFF"/>
                </a:solidFill>
              </a:rPr>
              <a:t>E para o céu eu subirei;</a:t>
            </a:r>
            <a:br>
              <a:rPr lang="en-US" altLang="pt-BR" sz="4000">
                <a:solidFill>
                  <a:srgbClr val="E7FFFF"/>
                </a:solidFill>
              </a:rPr>
            </a:br>
            <a:r>
              <a:rPr lang="en-US" altLang="pt-BR" sz="4000">
                <a:solidFill>
                  <a:srgbClr val="E7FFFF"/>
                </a:solidFill>
              </a:rPr>
              <a:t>Meu corpo transformado, então será,</a:t>
            </a:r>
            <a:br>
              <a:rPr lang="en-US" altLang="pt-BR" sz="4000">
                <a:solidFill>
                  <a:srgbClr val="E7FFFF"/>
                </a:solidFill>
              </a:rPr>
            </a:br>
            <a:r>
              <a:rPr lang="en-US" altLang="pt-BR" sz="4000">
                <a:solidFill>
                  <a:srgbClr val="E7FFFF"/>
                </a:solidFill>
              </a:rPr>
              <a:t>Qual o de Cristo Jesus, o meu Rei.	</a:t>
            </a:r>
            <a:br>
              <a:rPr lang="en-US" altLang="pt-BR" sz="4000">
                <a:solidFill>
                  <a:srgbClr val="E7FFFF"/>
                </a:solidFill>
              </a:rPr>
            </a:br>
            <a:br>
              <a:rPr lang="en-US" altLang="pt-BR" sz="4000">
                <a:solidFill>
                  <a:srgbClr val="E7FFFF"/>
                </a:solidFill>
              </a:rPr>
            </a:br>
            <a:r>
              <a:rPr lang="en-US" altLang="pt-BR" sz="4000">
                <a:solidFill>
                  <a:srgbClr val="E7FFFF"/>
                </a:solidFill>
              </a:rPr>
              <a:t>								</a:t>
            </a:r>
            <a:r>
              <a:rPr lang="en-US" altLang="pt-BR" sz="1400">
                <a:solidFill>
                  <a:srgbClr val="E7FFFF"/>
                </a:solidFill>
              </a:rPr>
              <a:t>P.L.M.</a:t>
            </a:r>
            <a:br>
              <a:rPr lang="en-US" altLang="pt-BR" sz="4000">
                <a:solidFill>
                  <a:srgbClr val="E7FFFF"/>
                </a:solidFill>
              </a:rPr>
            </a:br>
            <a:endParaRPr lang="en-US" altLang="pt-BR" sz="4000">
              <a:solidFill>
                <a:srgbClr val="E7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4">
            <a:extLst>
              <a:ext uri="{FF2B5EF4-FFF2-40B4-BE49-F238E27FC236}">
                <a16:creationId xmlns:a16="http://schemas.microsoft.com/office/drawing/2014/main" id="{0BF58EC8-DAD8-B46E-8018-F19AAF5124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04813"/>
            <a:ext cx="9144000" cy="5256212"/>
          </a:xfrm>
          <a:noFill/>
          <a:ln/>
        </p:spPr>
        <p:txBody>
          <a:bodyPr/>
          <a:lstStyle/>
          <a:p>
            <a:r>
              <a:rPr lang="en-US" altLang="pt-BR" sz="4000" b="1" i="1">
                <a:solidFill>
                  <a:srgbClr val="E7FFFF"/>
                </a:solidFill>
              </a:rPr>
              <a:t>Jesus é o meu forte Redentor;</a:t>
            </a:r>
            <a:br>
              <a:rPr lang="en-US" altLang="pt-BR" sz="4000" b="1" i="1">
                <a:solidFill>
                  <a:srgbClr val="E7FFFF"/>
                </a:solidFill>
              </a:rPr>
            </a:br>
            <a:r>
              <a:rPr lang="en-US" altLang="pt-BR" sz="4000" b="1" i="1">
                <a:solidFill>
                  <a:srgbClr val="E7FFFF"/>
                </a:solidFill>
              </a:rPr>
              <a:t>Ele é meu grande Salvador,</a:t>
            </a:r>
            <a:br>
              <a:rPr lang="en-US" altLang="pt-BR" sz="4000" b="1" i="1">
                <a:solidFill>
                  <a:srgbClr val="E7FFFF"/>
                </a:solidFill>
              </a:rPr>
            </a:br>
            <a:r>
              <a:rPr lang="en-US" altLang="pt-BR" sz="4000" b="1" i="1">
                <a:solidFill>
                  <a:srgbClr val="E7FFFF"/>
                </a:solidFill>
              </a:rPr>
              <a:t>Que me libertou na cruz, </a:t>
            </a:r>
            <a:br>
              <a:rPr lang="en-US" altLang="pt-BR" sz="4000" b="1" i="1">
                <a:solidFill>
                  <a:srgbClr val="E7FFFF"/>
                </a:solidFill>
              </a:rPr>
            </a:br>
            <a:r>
              <a:rPr lang="en-US" altLang="pt-BR" sz="4000" b="1" i="1">
                <a:solidFill>
                  <a:srgbClr val="E7FFFF"/>
                </a:solidFill>
              </a:rPr>
              <a:t>Com mui amor, </a:t>
            </a:r>
            <a:br>
              <a:rPr lang="en-US" altLang="pt-BR" sz="4000" b="1" i="1">
                <a:solidFill>
                  <a:srgbClr val="E7FFFF"/>
                </a:solidFill>
              </a:rPr>
            </a:br>
            <a:r>
              <a:rPr lang="en-US" altLang="pt-BR" sz="4000" b="1" i="1">
                <a:solidFill>
                  <a:srgbClr val="E7FFFF"/>
                </a:solidFill>
              </a:rPr>
              <a:t>Cristo é meu Rei e meu Senhor.</a:t>
            </a:r>
            <a:br>
              <a:rPr lang="en-US" altLang="pt-BR" sz="4000" b="1" i="1">
                <a:solidFill>
                  <a:srgbClr val="E7FFFF"/>
                </a:solidFill>
              </a:rPr>
            </a:br>
            <a:endParaRPr lang="en-US" altLang="pt-BR" sz="4000" b="1" i="1">
              <a:solidFill>
                <a:srgbClr val="E7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289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78 MEU FORTE REDENTOR </vt:lpstr>
      <vt:lpstr>Vagando eu em grande escuridão, O Salvador me encontrou, Perdido, mesmo, sem ter salvação; A minh'alma Seu sangue lavou. </vt:lpstr>
      <vt:lpstr>Jesus é o meu forte Redentor; Ele é meu grande Salvador, Que me libertou na cruz,  Com mui amor,  Cristo é meu Rei e meu Senhor. </vt:lpstr>
      <vt:lpstr>Nos meus pecados e vil turbação, A luz mostrou-me, o Senhor;  E fez-me ver que ali na perdição Me alcançava Seu grande amor. </vt:lpstr>
      <vt:lpstr>Jesus é o meu forte Redentor; Ele é meu grande Salvador, Que me libertou na cruz,  Com mui amor,  Cristo é meu Rei e meu Senhor. </vt:lpstr>
      <vt:lpstr>Eu gozo desta grande salvação, Meu nome já no céu está; E recebi a divinal unção, Que aos fiéis ainda Deus dá.  </vt:lpstr>
      <vt:lpstr>Jesus é o meu forte Redentor; Ele é meu grande Salvador, Que me libertou na cruz,  Com mui amor,  Cristo é meu Rei e meu Senhor. </vt:lpstr>
      <vt:lpstr>Num dia alegre, Cristo voltará, E para o céu eu subirei; Meu corpo transformado, então será, Qual o de Cristo Jesus, o meu Rei.           P.L.M. </vt:lpstr>
      <vt:lpstr>Jesus é o meu forte Redentor; Ele é meu grande Salvador, Que me libertou na cruz,  Com mui amor,  Cristo é meu Rei e meu Senhor.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78 </dc:title>
  <dc:creator>Montagna</dc:creator>
  <cp:lastModifiedBy>Emerson Souza</cp:lastModifiedBy>
  <cp:revision>2</cp:revision>
  <dcterms:created xsi:type="dcterms:W3CDTF">2005-10-16T00:40:50Z</dcterms:created>
  <dcterms:modified xsi:type="dcterms:W3CDTF">2026-05-02T21:43:18Z</dcterms:modified>
</cp:coreProperties>
</file>