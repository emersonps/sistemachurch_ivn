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sldIdLst>
    <p:sldId id="256" r:id="rId2"/>
    <p:sldId id="257" r:id="rId3"/>
    <p:sldId id="261" r:id="rId4"/>
    <p:sldId id="258" r:id="rId5"/>
    <p:sldId id="260" r:id="rId6"/>
    <p:sldId id="259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>
            <a:extLst>
              <a:ext uri="{FF2B5EF4-FFF2-40B4-BE49-F238E27FC236}">
                <a16:creationId xmlns:a16="http://schemas.microsoft.com/office/drawing/2014/main" id="{5A9D309E-0ED7-3E9E-92BF-AEDA78AA89CE}"/>
              </a:ext>
            </a:extLst>
          </p:cNvPr>
          <p:cNvGrpSpPr>
            <a:grpSpLocks/>
          </p:cNvGrpSpPr>
          <p:nvPr/>
        </p:nvGrpSpPr>
        <p:grpSpPr bwMode="auto">
          <a:xfrm>
            <a:off x="3800475" y="1789113"/>
            <a:ext cx="5340350" cy="5056187"/>
            <a:chOff x="2394" y="1127"/>
            <a:chExt cx="3364" cy="3185"/>
          </a:xfrm>
        </p:grpSpPr>
        <p:sp>
          <p:nvSpPr>
            <p:cNvPr id="15363" name="Rectangle 3">
              <a:extLst>
                <a:ext uri="{FF2B5EF4-FFF2-40B4-BE49-F238E27FC236}">
                  <a16:creationId xmlns:a16="http://schemas.microsoft.com/office/drawing/2014/main" id="{C2DA249F-A4CA-E31B-F6A4-FD2393A3F976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230" y="1365"/>
              <a:ext cx="197" cy="10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4" name="Oval 4">
              <a:extLst>
                <a:ext uri="{FF2B5EF4-FFF2-40B4-BE49-F238E27FC236}">
                  <a16:creationId xmlns:a16="http://schemas.microsoft.com/office/drawing/2014/main" id="{5B62B503-DC34-558A-5958-7CDF12A07DA8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299" y="1185"/>
              <a:ext cx="47" cy="47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5" name="Rectangle 5">
              <a:extLst>
                <a:ext uri="{FF2B5EF4-FFF2-40B4-BE49-F238E27FC236}">
                  <a16:creationId xmlns:a16="http://schemas.microsoft.com/office/drawing/2014/main" id="{4064E0E9-C337-0001-5E09-4B70AA7A5D97}"/>
                </a:ext>
              </a:extLst>
            </p:cNvPr>
            <p:cNvSpPr>
              <a:spLocks noChangeArrowheads="1"/>
            </p:cNvSpPr>
            <p:nvPr/>
          </p:nvSpPr>
          <p:spPr bwMode="ltGray">
            <a:xfrm rot="995337">
              <a:off x="5205" y="1495"/>
              <a:ext cx="6" cy="20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6" name="Freeform 6">
              <a:extLst>
                <a:ext uri="{FF2B5EF4-FFF2-40B4-BE49-F238E27FC236}">
                  <a16:creationId xmlns:a16="http://schemas.microsoft.com/office/drawing/2014/main" id="{3E019F33-93D4-7D8D-57F4-90B0237B98E7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4871" y="3508"/>
              <a:ext cx="66" cy="96"/>
            </a:xfrm>
            <a:custGeom>
              <a:avLst/>
              <a:gdLst>
                <a:gd name="T0" fmla="*/ 18 w 66"/>
                <a:gd name="T1" fmla="*/ 96 h 96"/>
                <a:gd name="T2" fmla="*/ 42 w 66"/>
                <a:gd name="T3" fmla="*/ 78 h 96"/>
                <a:gd name="T4" fmla="*/ 60 w 66"/>
                <a:gd name="T5" fmla="*/ 60 h 96"/>
                <a:gd name="T6" fmla="*/ 66 w 66"/>
                <a:gd name="T7" fmla="*/ 36 h 96"/>
                <a:gd name="T8" fmla="*/ 60 w 66"/>
                <a:gd name="T9" fmla="*/ 12 h 96"/>
                <a:gd name="T10" fmla="*/ 36 w 66"/>
                <a:gd name="T11" fmla="*/ 0 h 96"/>
                <a:gd name="T12" fmla="*/ 24 w 66"/>
                <a:gd name="T13" fmla="*/ 6 h 96"/>
                <a:gd name="T14" fmla="*/ 12 w 66"/>
                <a:gd name="T15" fmla="*/ 12 h 96"/>
                <a:gd name="T16" fmla="*/ 0 w 66"/>
                <a:gd name="T17" fmla="*/ 36 h 96"/>
                <a:gd name="T18" fmla="*/ 0 w 66"/>
                <a:gd name="T19" fmla="*/ 60 h 96"/>
                <a:gd name="T20" fmla="*/ 12 w 66"/>
                <a:gd name="T21" fmla="*/ 84 h 96"/>
                <a:gd name="T22" fmla="*/ 18 w 66"/>
                <a:gd name="T23" fmla="*/ 96 h 96"/>
                <a:gd name="T24" fmla="*/ 18 w 66"/>
                <a:gd name="T25" fmla="*/ 96 h 96"/>
                <a:gd name="T26" fmla="*/ 42 w 66"/>
                <a:gd name="T27" fmla="*/ 18 h 96"/>
                <a:gd name="T28" fmla="*/ 54 w 66"/>
                <a:gd name="T29" fmla="*/ 24 h 96"/>
                <a:gd name="T30" fmla="*/ 60 w 66"/>
                <a:gd name="T31" fmla="*/ 36 h 96"/>
                <a:gd name="T32" fmla="*/ 60 w 66"/>
                <a:gd name="T33" fmla="*/ 48 h 96"/>
                <a:gd name="T34" fmla="*/ 54 w 66"/>
                <a:gd name="T35" fmla="*/ 54 h 96"/>
                <a:gd name="T36" fmla="*/ 36 w 66"/>
                <a:gd name="T37" fmla="*/ 72 h 96"/>
                <a:gd name="T38" fmla="*/ 24 w 66"/>
                <a:gd name="T39" fmla="*/ 78 h 96"/>
                <a:gd name="T40" fmla="*/ 24 w 66"/>
                <a:gd name="T41" fmla="*/ 78 h 96"/>
                <a:gd name="T42" fmla="*/ 12 w 66"/>
                <a:gd name="T43" fmla="*/ 48 h 96"/>
                <a:gd name="T44" fmla="*/ 18 w 66"/>
                <a:gd name="T45" fmla="*/ 24 h 96"/>
                <a:gd name="T46" fmla="*/ 30 w 66"/>
                <a:gd name="T47" fmla="*/ 18 h 96"/>
                <a:gd name="T48" fmla="*/ 42 w 66"/>
                <a:gd name="T49" fmla="*/ 18 h 96"/>
                <a:gd name="T50" fmla="*/ 42 w 66"/>
                <a:gd name="T51" fmla="*/ 1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6" h="96">
                  <a:moveTo>
                    <a:pt x="18" y="96"/>
                  </a:moveTo>
                  <a:lnTo>
                    <a:pt x="42" y="78"/>
                  </a:lnTo>
                  <a:lnTo>
                    <a:pt x="60" y="60"/>
                  </a:lnTo>
                  <a:lnTo>
                    <a:pt x="66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0" y="60"/>
                  </a:lnTo>
                  <a:lnTo>
                    <a:pt x="12" y="84"/>
                  </a:lnTo>
                  <a:lnTo>
                    <a:pt x="18" y="96"/>
                  </a:lnTo>
                  <a:lnTo>
                    <a:pt x="18" y="96"/>
                  </a:lnTo>
                  <a:close/>
                  <a:moveTo>
                    <a:pt x="42" y="18"/>
                  </a:moveTo>
                  <a:lnTo>
                    <a:pt x="54" y="24"/>
                  </a:lnTo>
                  <a:lnTo>
                    <a:pt x="60" y="36"/>
                  </a:lnTo>
                  <a:lnTo>
                    <a:pt x="60" y="48"/>
                  </a:lnTo>
                  <a:lnTo>
                    <a:pt x="54" y="54"/>
                  </a:lnTo>
                  <a:lnTo>
                    <a:pt x="36" y="72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12" y="48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7" name="Rectangle 7">
              <a:extLst>
                <a:ext uri="{FF2B5EF4-FFF2-40B4-BE49-F238E27FC236}">
                  <a16:creationId xmlns:a16="http://schemas.microsoft.com/office/drawing/2014/main" id="{A54BECB0-86A7-E229-3587-F6969A538537}"/>
                </a:ext>
              </a:extLst>
            </p:cNvPr>
            <p:cNvSpPr>
              <a:spLocks noChangeArrowheads="1"/>
            </p:cNvSpPr>
            <p:nvPr/>
          </p:nvSpPr>
          <p:spPr bwMode="ltGray">
            <a:xfrm rot="91736">
              <a:off x="5487" y="1535"/>
              <a:ext cx="6" cy="1998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8" name="Rectangle 8">
              <a:extLst>
                <a:ext uri="{FF2B5EF4-FFF2-40B4-BE49-F238E27FC236}">
                  <a16:creationId xmlns:a16="http://schemas.microsoft.com/office/drawing/2014/main" id="{095FDAF1-E482-19C6-EC01-A15C0E0B6D24}"/>
                </a:ext>
              </a:extLst>
            </p:cNvPr>
            <p:cNvSpPr>
              <a:spLocks noChangeArrowheads="1"/>
            </p:cNvSpPr>
            <p:nvPr/>
          </p:nvSpPr>
          <p:spPr bwMode="ltGray">
            <a:xfrm rot="-926223">
              <a:off x="5640" y="1521"/>
              <a:ext cx="6" cy="881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9" name="Rectangle 9">
              <a:extLst>
                <a:ext uri="{FF2B5EF4-FFF2-40B4-BE49-F238E27FC236}">
                  <a16:creationId xmlns:a16="http://schemas.microsoft.com/office/drawing/2014/main" id="{09017BCE-2BB3-BC16-A47A-B175FF6797CD}"/>
                </a:ext>
              </a:extLst>
            </p:cNvPr>
            <p:cNvSpPr>
              <a:spLocks noChangeArrowheads="1"/>
            </p:cNvSpPr>
            <p:nvPr/>
          </p:nvSpPr>
          <p:spPr bwMode="ltGray">
            <a:xfrm rot="-1140313">
              <a:off x="3444" y="1816"/>
              <a:ext cx="6" cy="203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0" name="Rectangle 10">
              <a:extLst>
                <a:ext uri="{FF2B5EF4-FFF2-40B4-BE49-F238E27FC236}">
                  <a16:creationId xmlns:a16="http://schemas.microsoft.com/office/drawing/2014/main" id="{6AE7A506-578E-2A53-91D3-2DE506374649}"/>
                </a:ext>
              </a:extLst>
            </p:cNvPr>
            <p:cNvSpPr>
              <a:spLocks noChangeArrowheads="1"/>
            </p:cNvSpPr>
            <p:nvPr/>
          </p:nvSpPr>
          <p:spPr bwMode="ltGray">
            <a:xfrm rot="1114412">
              <a:off x="2757" y="1821"/>
              <a:ext cx="6" cy="2119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1" name="Rectangle 11">
              <a:extLst>
                <a:ext uri="{FF2B5EF4-FFF2-40B4-BE49-F238E27FC236}">
                  <a16:creationId xmlns:a16="http://schemas.microsoft.com/office/drawing/2014/main" id="{28BF9619-740D-6E44-111B-F5EBAA66C3D9}"/>
                </a:ext>
              </a:extLst>
            </p:cNvPr>
            <p:cNvSpPr>
              <a:spLocks noChangeArrowheads="1"/>
            </p:cNvSpPr>
            <p:nvPr/>
          </p:nvSpPr>
          <p:spPr bwMode="ltGray">
            <a:xfrm rot="254676">
              <a:off x="3035" y="1870"/>
              <a:ext cx="6" cy="190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2" name="Freeform 12">
              <a:extLst>
                <a:ext uri="{FF2B5EF4-FFF2-40B4-BE49-F238E27FC236}">
                  <a16:creationId xmlns:a16="http://schemas.microsoft.com/office/drawing/2014/main" id="{D52ECA1A-395E-1551-4EC4-41E7C2D811CB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007" y="3021"/>
              <a:ext cx="623" cy="156"/>
            </a:xfrm>
            <a:custGeom>
              <a:avLst/>
              <a:gdLst>
                <a:gd name="T0" fmla="*/ 6 w 623"/>
                <a:gd name="T1" fmla="*/ 18 h 156"/>
                <a:gd name="T2" fmla="*/ 162 w 623"/>
                <a:gd name="T3" fmla="*/ 36 h 156"/>
                <a:gd name="T4" fmla="*/ 251 w 623"/>
                <a:gd name="T5" fmla="*/ 36 h 156"/>
                <a:gd name="T6" fmla="*/ 354 w 623"/>
                <a:gd name="T7" fmla="*/ 30 h 156"/>
                <a:gd name="T8" fmla="*/ 473 w 623"/>
                <a:gd name="T9" fmla="*/ 18 h 156"/>
                <a:gd name="T10" fmla="*/ 611 w 623"/>
                <a:gd name="T11" fmla="*/ 0 h 156"/>
                <a:gd name="T12" fmla="*/ 623 w 623"/>
                <a:gd name="T13" fmla="*/ 114 h 156"/>
                <a:gd name="T14" fmla="*/ 497 w 623"/>
                <a:gd name="T15" fmla="*/ 138 h 156"/>
                <a:gd name="T16" fmla="*/ 414 w 623"/>
                <a:gd name="T17" fmla="*/ 150 h 156"/>
                <a:gd name="T18" fmla="*/ 318 w 623"/>
                <a:gd name="T19" fmla="*/ 156 h 156"/>
                <a:gd name="T20" fmla="*/ 215 w 623"/>
                <a:gd name="T21" fmla="*/ 156 h 156"/>
                <a:gd name="T22" fmla="*/ 108 w 623"/>
                <a:gd name="T23" fmla="*/ 150 h 156"/>
                <a:gd name="T24" fmla="*/ 0 w 623"/>
                <a:gd name="T25" fmla="*/ 132 h 156"/>
                <a:gd name="T26" fmla="*/ 6 w 623"/>
                <a:gd name="T27" fmla="*/ 18 h 156"/>
                <a:gd name="T28" fmla="*/ 6 w 623"/>
                <a:gd name="T29" fmla="*/ 1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23" h="156">
                  <a:moveTo>
                    <a:pt x="6" y="18"/>
                  </a:moveTo>
                  <a:lnTo>
                    <a:pt x="162" y="36"/>
                  </a:lnTo>
                  <a:lnTo>
                    <a:pt x="251" y="36"/>
                  </a:lnTo>
                  <a:lnTo>
                    <a:pt x="354" y="30"/>
                  </a:lnTo>
                  <a:lnTo>
                    <a:pt x="473" y="18"/>
                  </a:lnTo>
                  <a:lnTo>
                    <a:pt x="611" y="0"/>
                  </a:lnTo>
                  <a:lnTo>
                    <a:pt x="623" y="114"/>
                  </a:lnTo>
                  <a:lnTo>
                    <a:pt x="497" y="138"/>
                  </a:lnTo>
                  <a:lnTo>
                    <a:pt x="414" y="150"/>
                  </a:lnTo>
                  <a:lnTo>
                    <a:pt x="318" y="156"/>
                  </a:lnTo>
                  <a:lnTo>
                    <a:pt x="215" y="156"/>
                  </a:lnTo>
                  <a:lnTo>
                    <a:pt x="108" y="150"/>
                  </a:lnTo>
                  <a:lnTo>
                    <a:pt x="0" y="132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3" name="Freeform 13">
              <a:extLst>
                <a:ext uri="{FF2B5EF4-FFF2-40B4-BE49-F238E27FC236}">
                  <a16:creationId xmlns:a16="http://schemas.microsoft.com/office/drawing/2014/main" id="{6718245E-4D7F-FE19-2B70-69AC185011FA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762" y="3591"/>
              <a:ext cx="996" cy="126"/>
            </a:xfrm>
            <a:custGeom>
              <a:avLst/>
              <a:gdLst>
                <a:gd name="T0" fmla="*/ 754 w 993"/>
                <a:gd name="T1" fmla="*/ 6 h 126"/>
                <a:gd name="T2" fmla="*/ 652 w 993"/>
                <a:gd name="T3" fmla="*/ 6 h 126"/>
                <a:gd name="T4" fmla="*/ 563 w 993"/>
                <a:gd name="T5" fmla="*/ 6 h 126"/>
                <a:gd name="T6" fmla="*/ 479 w 993"/>
                <a:gd name="T7" fmla="*/ 6 h 126"/>
                <a:gd name="T8" fmla="*/ 401 w 993"/>
                <a:gd name="T9" fmla="*/ 6 h 126"/>
                <a:gd name="T10" fmla="*/ 335 w 993"/>
                <a:gd name="T11" fmla="*/ 0 h 126"/>
                <a:gd name="T12" fmla="*/ 276 w 993"/>
                <a:gd name="T13" fmla="*/ 0 h 126"/>
                <a:gd name="T14" fmla="*/ 222 w 993"/>
                <a:gd name="T15" fmla="*/ 0 h 126"/>
                <a:gd name="T16" fmla="*/ 180 w 993"/>
                <a:gd name="T17" fmla="*/ 6 h 126"/>
                <a:gd name="T18" fmla="*/ 138 w 993"/>
                <a:gd name="T19" fmla="*/ 6 h 126"/>
                <a:gd name="T20" fmla="*/ 108 w 993"/>
                <a:gd name="T21" fmla="*/ 6 h 126"/>
                <a:gd name="T22" fmla="*/ 54 w 993"/>
                <a:gd name="T23" fmla="*/ 6 h 126"/>
                <a:gd name="T24" fmla="*/ 24 w 993"/>
                <a:gd name="T25" fmla="*/ 12 h 126"/>
                <a:gd name="T26" fmla="*/ 6 w 993"/>
                <a:gd name="T27" fmla="*/ 18 h 126"/>
                <a:gd name="T28" fmla="*/ 0 w 993"/>
                <a:gd name="T29" fmla="*/ 24 h 126"/>
                <a:gd name="T30" fmla="*/ 12 w 993"/>
                <a:gd name="T31" fmla="*/ 42 h 126"/>
                <a:gd name="T32" fmla="*/ 18 w 993"/>
                <a:gd name="T33" fmla="*/ 48 h 126"/>
                <a:gd name="T34" fmla="*/ 30 w 993"/>
                <a:gd name="T35" fmla="*/ 54 h 126"/>
                <a:gd name="T36" fmla="*/ 60 w 993"/>
                <a:gd name="T37" fmla="*/ 60 h 126"/>
                <a:gd name="T38" fmla="*/ 90 w 993"/>
                <a:gd name="T39" fmla="*/ 72 h 126"/>
                <a:gd name="T40" fmla="*/ 144 w 993"/>
                <a:gd name="T41" fmla="*/ 84 h 126"/>
                <a:gd name="T42" fmla="*/ 210 w 993"/>
                <a:gd name="T43" fmla="*/ 90 h 126"/>
                <a:gd name="T44" fmla="*/ 293 w 993"/>
                <a:gd name="T45" fmla="*/ 102 h 126"/>
                <a:gd name="T46" fmla="*/ 389 w 993"/>
                <a:gd name="T47" fmla="*/ 108 h 126"/>
                <a:gd name="T48" fmla="*/ 503 w 993"/>
                <a:gd name="T49" fmla="*/ 120 h 126"/>
                <a:gd name="T50" fmla="*/ 622 w 993"/>
                <a:gd name="T51" fmla="*/ 120 h 126"/>
                <a:gd name="T52" fmla="*/ 754 w 993"/>
                <a:gd name="T53" fmla="*/ 126 h 126"/>
                <a:gd name="T54" fmla="*/ 873 w 993"/>
                <a:gd name="T55" fmla="*/ 126 h 126"/>
                <a:gd name="T56" fmla="*/ 993 w 993"/>
                <a:gd name="T57" fmla="*/ 126 h 126"/>
                <a:gd name="T58" fmla="*/ 993 w 993"/>
                <a:gd name="T59" fmla="*/ 12 h 126"/>
                <a:gd name="T60" fmla="*/ 879 w 993"/>
                <a:gd name="T61" fmla="*/ 12 h 126"/>
                <a:gd name="T62" fmla="*/ 754 w 993"/>
                <a:gd name="T63" fmla="*/ 6 h 126"/>
                <a:gd name="T64" fmla="*/ 754 w 993"/>
                <a:gd name="T65" fmla="*/ 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93" h="126">
                  <a:moveTo>
                    <a:pt x="754" y="6"/>
                  </a:moveTo>
                  <a:lnTo>
                    <a:pt x="652" y="6"/>
                  </a:lnTo>
                  <a:lnTo>
                    <a:pt x="563" y="6"/>
                  </a:lnTo>
                  <a:lnTo>
                    <a:pt x="479" y="6"/>
                  </a:lnTo>
                  <a:lnTo>
                    <a:pt x="401" y="6"/>
                  </a:lnTo>
                  <a:lnTo>
                    <a:pt x="335" y="0"/>
                  </a:lnTo>
                  <a:lnTo>
                    <a:pt x="276" y="0"/>
                  </a:lnTo>
                  <a:lnTo>
                    <a:pt x="222" y="0"/>
                  </a:lnTo>
                  <a:lnTo>
                    <a:pt x="180" y="6"/>
                  </a:lnTo>
                  <a:lnTo>
                    <a:pt x="138" y="6"/>
                  </a:lnTo>
                  <a:lnTo>
                    <a:pt x="108" y="6"/>
                  </a:lnTo>
                  <a:lnTo>
                    <a:pt x="54" y="6"/>
                  </a:lnTo>
                  <a:lnTo>
                    <a:pt x="24" y="12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12" y="42"/>
                  </a:lnTo>
                  <a:lnTo>
                    <a:pt x="18" y="48"/>
                  </a:lnTo>
                  <a:lnTo>
                    <a:pt x="30" y="54"/>
                  </a:lnTo>
                  <a:lnTo>
                    <a:pt x="60" y="60"/>
                  </a:lnTo>
                  <a:lnTo>
                    <a:pt x="90" y="72"/>
                  </a:lnTo>
                  <a:lnTo>
                    <a:pt x="144" y="84"/>
                  </a:lnTo>
                  <a:lnTo>
                    <a:pt x="210" y="90"/>
                  </a:lnTo>
                  <a:lnTo>
                    <a:pt x="293" y="102"/>
                  </a:lnTo>
                  <a:lnTo>
                    <a:pt x="389" y="108"/>
                  </a:lnTo>
                  <a:lnTo>
                    <a:pt x="503" y="120"/>
                  </a:lnTo>
                  <a:lnTo>
                    <a:pt x="622" y="120"/>
                  </a:lnTo>
                  <a:lnTo>
                    <a:pt x="754" y="126"/>
                  </a:lnTo>
                  <a:lnTo>
                    <a:pt x="873" y="126"/>
                  </a:lnTo>
                  <a:lnTo>
                    <a:pt x="993" y="126"/>
                  </a:lnTo>
                  <a:lnTo>
                    <a:pt x="993" y="12"/>
                  </a:lnTo>
                  <a:lnTo>
                    <a:pt x="879" y="12"/>
                  </a:lnTo>
                  <a:lnTo>
                    <a:pt x="754" y="6"/>
                  </a:lnTo>
                  <a:lnTo>
                    <a:pt x="754" y="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4" name="Freeform 14">
              <a:extLst>
                <a:ext uri="{FF2B5EF4-FFF2-40B4-BE49-F238E27FC236}">
                  <a16:creationId xmlns:a16="http://schemas.microsoft.com/office/drawing/2014/main" id="{74E6FAD8-ABD9-94B6-122A-787C455BF8F1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786" y="3645"/>
              <a:ext cx="972" cy="245"/>
            </a:xfrm>
            <a:custGeom>
              <a:avLst/>
              <a:gdLst>
                <a:gd name="T0" fmla="*/ 0 w 969"/>
                <a:gd name="T1" fmla="*/ 0 h 245"/>
                <a:gd name="T2" fmla="*/ 24 w 969"/>
                <a:gd name="T3" fmla="*/ 54 h 245"/>
                <a:gd name="T4" fmla="*/ 66 w 969"/>
                <a:gd name="T5" fmla="*/ 96 h 245"/>
                <a:gd name="T6" fmla="*/ 120 w 969"/>
                <a:gd name="T7" fmla="*/ 137 h 245"/>
                <a:gd name="T8" fmla="*/ 198 w 969"/>
                <a:gd name="T9" fmla="*/ 173 h 245"/>
                <a:gd name="T10" fmla="*/ 293 w 969"/>
                <a:gd name="T11" fmla="*/ 203 h 245"/>
                <a:gd name="T12" fmla="*/ 353 w 969"/>
                <a:gd name="T13" fmla="*/ 215 h 245"/>
                <a:gd name="T14" fmla="*/ 413 w 969"/>
                <a:gd name="T15" fmla="*/ 227 h 245"/>
                <a:gd name="T16" fmla="*/ 479 w 969"/>
                <a:gd name="T17" fmla="*/ 233 h 245"/>
                <a:gd name="T18" fmla="*/ 556 w 969"/>
                <a:gd name="T19" fmla="*/ 239 h 245"/>
                <a:gd name="T20" fmla="*/ 634 w 969"/>
                <a:gd name="T21" fmla="*/ 245 h 245"/>
                <a:gd name="T22" fmla="*/ 724 w 969"/>
                <a:gd name="T23" fmla="*/ 245 h 245"/>
                <a:gd name="T24" fmla="*/ 855 w 969"/>
                <a:gd name="T25" fmla="*/ 245 h 245"/>
                <a:gd name="T26" fmla="*/ 969 w 969"/>
                <a:gd name="T27" fmla="*/ 239 h 245"/>
                <a:gd name="T28" fmla="*/ 969 w 969"/>
                <a:gd name="T29" fmla="*/ 60 h 245"/>
                <a:gd name="T30" fmla="*/ 700 w 969"/>
                <a:gd name="T31" fmla="*/ 60 h 245"/>
                <a:gd name="T32" fmla="*/ 503 w 969"/>
                <a:gd name="T33" fmla="*/ 54 h 245"/>
                <a:gd name="T34" fmla="*/ 317 w 969"/>
                <a:gd name="T35" fmla="*/ 42 h 245"/>
                <a:gd name="T36" fmla="*/ 150 w 969"/>
                <a:gd name="T37" fmla="*/ 24 h 245"/>
                <a:gd name="T38" fmla="*/ 72 w 969"/>
                <a:gd name="T39" fmla="*/ 12 h 245"/>
                <a:gd name="T40" fmla="*/ 0 w 969"/>
                <a:gd name="T41" fmla="*/ 0 h 245"/>
                <a:gd name="T42" fmla="*/ 0 w 969"/>
                <a:gd name="T43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9" h="245">
                  <a:moveTo>
                    <a:pt x="0" y="0"/>
                  </a:moveTo>
                  <a:lnTo>
                    <a:pt x="24" y="54"/>
                  </a:lnTo>
                  <a:lnTo>
                    <a:pt x="66" y="96"/>
                  </a:lnTo>
                  <a:lnTo>
                    <a:pt x="120" y="137"/>
                  </a:lnTo>
                  <a:lnTo>
                    <a:pt x="198" y="173"/>
                  </a:lnTo>
                  <a:lnTo>
                    <a:pt x="293" y="203"/>
                  </a:lnTo>
                  <a:lnTo>
                    <a:pt x="353" y="215"/>
                  </a:lnTo>
                  <a:lnTo>
                    <a:pt x="413" y="227"/>
                  </a:lnTo>
                  <a:lnTo>
                    <a:pt x="479" y="233"/>
                  </a:lnTo>
                  <a:lnTo>
                    <a:pt x="556" y="239"/>
                  </a:lnTo>
                  <a:lnTo>
                    <a:pt x="634" y="245"/>
                  </a:lnTo>
                  <a:lnTo>
                    <a:pt x="724" y="245"/>
                  </a:lnTo>
                  <a:lnTo>
                    <a:pt x="855" y="245"/>
                  </a:lnTo>
                  <a:lnTo>
                    <a:pt x="969" y="239"/>
                  </a:lnTo>
                  <a:lnTo>
                    <a:pt x="969" y="60"/>
                  </a:lnTo>
                  <a:lnTo>
                    <a:pt x="700" y="60"/>
                  </a:lnTo>
                  <a:lnTo>
                    <a:pt x="503" y="54"/>
                  </a:lnTo>
                  <a:lnTo>
                    <a:pt x="317" y="42"/>
                  </a:lnTo>
                  <a:lnTo>
                    <a:pt x="150" y="24"/>
                  </a:lnTo>
                  <a:lnTo>
                    <a:pt x="72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5" name="Freeform 15">
              <a:extLst>
                <a:ext uri="{FF2B5EF4-FFF2-40B4-BE49-F238E27FC236}">
                  <a16:creationId xmlns:a16="http://schemas.microsoft.com/office/drawing/2014/main" id="{EE532DAB-F0C9-F0F2-325C-DBAB278E361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804" y="3591"/>
              <a:ext cx="954" cy="90"/>
            </a:xfrm>
            <a:custGeom>
              <a:avLst/>
              <a:gdLst>
                <a:gd name="T0" fmla="*/ 700 w 951"/>
                <a:gd name="T1" fmla="*/ 0 h 90"/>
                <a:gd name="T2" fmla="*/ 598 w 951"/>
                <a:gd name="T3" fmla="*/ 0 h 90"/>
                <a:gd name="T4" fmla="*/ 515 w 951"/>
                <a:gd name="T5" fmla="*/ 0 h 90"/>
                <a:gd name="T6" fmla="*/ 431 w 951"/>
                <a:gd name="T7" fmla="*/ 0 h 90"/>
                <a:gd name="T8" fmla="*/ 365 w 951"/>
                <a:gd name="T9" fmla="*/ 0 h 90"/>
                <a:gd name="T10" fmla="*/ 299 w 951"/>
                <a:gd name="T11" fmla="*/ 0 h 90"/>
                <a:gd name="T12" fmla="*/ 245 w 951"/>
                <a:gd name="T13" fmla="*/ 0 h 90"/>
                <a:gd name="T14" fmla="*/ 198 w 951"/>
                <a:gd name="T15" fmla="*/ 0 h 90"/>
                <a:gd name="T16" fmla="*/ 162 w 951"/>
                <a:gd name="T17" fmla="*/ 0 h 90"/>
                <a:gd name="T18" fmla="*/ 126 w 951"/>
                <a:gd name="T19" fmla="*/ 6 h 90"/>
                <a:gd name="T20" fmla="*/ 96 w 951"/>
                <a:gd name="T21" fmla="*/ 6 h 90"/>
                <a:gd name="T22" fmla="*/ 54 w 951"/>
                <a:gd name="T23" fmla="*/ 12 h 90"/>
                <a:gd name="T24" fmla="*/ 30 w 951"/>
                <a:gd name="T25" fmla="*/ 12 h 90"/>
                <a:gd name="T26" fmla="*/ 12 w 951"/>
                <a:gd name="T27" fmla="*/ 18 h 90"/>
                <a:gd name="T28" fmla="*/ 6 w 951"/>
                <a:gd name="T29" fmla="*/ 18 h 90"/>
                <a:gd name="T30" fmla="*/ 0 w 951"/>
                <a:gd name="T31" fmla="*/ 24 h 90"/>
                <a:gd name="T32" fmla="*/ 6 w 951"/>
                <a:gd name="T33" fmla="*/ 30 h 90"/>
                <a:gd name="T34" fmla="*/ 24 w 951"/>
                <a:gd name="T35" fmla="*/ 36 h 90"/>
                <a:gd name="T36" fmla="*/ 54 w 951"/>
                <a:gd name="T37" fmla="*/ 42 h 90"/>
                <a:gd name="T38" fmla="*/ 102 w 951"/>
                <a:gd name="T39" fmla="*/ 54 h 90"/>
                <a:gd name="T40" fmla="*/ 168 w 951"/>
                <a:gd name="T41" fmla="*/ 60 h 90"/>
                <a:gd name="T42" fmla="*/ 251 w 951"/>
                <a:gd name="T43" fmla="*/ 66 h 90"/>
                <a:gd name="T44" fmla="*/ 341 w 951"/>
                <a:gd name="T45" fmla="*/ 78 h 90"/>
                <a:gd name="T46" fmla="*/ 449 w 951"/>
                <a:gd name="T47" fmla="*/ 84 h 90"/>
                <a:gd name="T48" fmla="*/ 568 w 951"/>
                <a:gd name="T49" fmla="*/ 84 h 90"/>
                <a:gd name="T50" fmla="*/ 694 w 951"/>
                <a:gd name="T51" fmla="*/ 90 h 90"/>
                <a:gd name="T52" fmla="*/ 825 w 951"/>
                <a:gd name="T53" fmla="*/ 90 h 90"/>
                <a:gd name="T54" fmla="*/ 951 w 951"/>
                <a:gd name="T55" fmla="*/ 90 h 90"/>
                <a:gd name="T56" fmla="*/ 951 w 951"/>
                <a:gd name="T57" fmla="*/ 6 h 90"/>
                <a:gd name="T58" fmla="*/ 831 w 951"/>
                <a:gd name="T59" fmla="*/ 6 h 90"/>
                <a:gd name="T60" fmla="*/ 772 w 951"/>
                <a:gd name="T61" fmla="*/ 6 h 90"/>
                <a:gd name="T62" fmla="*/ 700 w 951"/>
                <a:gd name="T63" fmla="*/ 0 h 90"/>
                <a:gd name="T64" fmla="*/ 700 w 951"/>
                <a:gd name="T65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51" h="90">
                  <a:moveTo>
                    <a:pt x="700" y="0"/>
                  </a:moveTo>
                  <a:lnTo>
                    <a:pt x="598" y="0"/>
                  </a:lnTo>
                  <a:lnTo>
                    <a:pt x="515" y="0"/>
                  </a:lnTo>
                  <a:lnTo>
                    <a:pt x="431" y="0"/>
                  </a:lnTo>
                  <a:lnTo>
                    <a:pt x="365" y="0"/>
                  </a:lnTo>
                  <a:lnTo>
                    <a:pt x="299" y="0"/>
                  </a:lnTo>
                  <a:lnTo>
                    <a:pt x="245" y="0"/>
                  </a:lnTo>
                  <a:lnTo>
                    <a:pt x="198" y="0"/>
                  </a:lnTo>
                  <a:lnTo>
                    <a:pt x="162" y="0"/>
                  </a:lnTo>
                  <a:lnTo>
                    <a:pt x="126" y="6"/>
                  </a:lnTo>
                  <a:lnTo>
                    <a:pt x="96" y="6"/>
                  </a:lnTo>
                  <a:lnTo>
                    <a:pt x="54" y="12"/>
                  </a:lnTo>
                  <a:lnTo>
                    <a:pt x="30" y="12"/>
                  </a:lnTo>
                  <a:lnTo>
                    <a:pt x="12" y="18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6" y="30"/>
                  </a:lnTo>
                  <a:lnTo>
                    <a:pt x="24" y="36"/>
                  </a:lnTo>
                  <a:lnTo>
                    <a:pt x="54" y="42"/>
                  </a:lnTo>
                  <a:lnTo>
                    <a:pt x="102" y="54"/>
                  </a:lnTo>
                  <a:lnTo>
                    <a:pt x="168" y="60"/>
                  </a:lnTo>
                  <a:lnTo>
                    <a:pt x="251" y="66"/>
                  </a:lnTo>
                  <a:lnTo>
                    <a:pt x="341" y="78"/>
                  </a:lnTo>
                  <a:lnTo>
                    <a:pt x="449" y="84"/>
                  </a:lnTo>
                  <a:lnTo>
                    <a:pt x="568" y="84"/>
                  </a:lnTo>
                  <a:lnTo>
                    <a:pt x="694" y="90"/>
                  </a:lnTo>
                  <a:lnTo>
                    <a:pt x="825" y="90"/>
                  </a:lnTo>
                  <a:lnTo>
                    <a:pt x="951" y="90"/>
                  </a:lnTo>
                  <a:lnTo>
                    <a:pt x="951" y="6"/>
                  </a:lnTo>
                  <a:lnTo>
                    <a:pt x="831" y="6"/>
                  </a:lnTo>
                  <a:lnTo>
                    <a:pt x="772" y="6"/>
                  </a:lnTo>
                  <a:lnTo>
                    <a:pt x="700" y="0"/>
                  </a:lnTo>
                  <a:lnTo>
                    <a:pt x="7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6" name="Freeform 16">
              <a:extLst>
                <a:ext uri="{FF2B5EF4-FFF2-40B4-BE49-F238E27FC236}">
                  <a16:creationId xmlns:a16="http://schemas.microsoft.com/office/drawing/2014/main" id="{0CB55BB2-7412-D745-24A5-0D0FE6893AC6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059" y="1541"/>
              <a:ext cx="102" cy="155"/>
            </a:xfrm>
            <a:custGeom>
              <a:avLst/>
              <a:gdLst>
                <a:gd name="T0" fmla="*/ 102 w 102"/>
                <a:gd name="T1" fmla="*/ 0 h 155"/>
                <a:gd name="T2" fmla="*/ 0 w 102"/>
                <a:gd name="T3" fmla="*/ 12 h 155"/>
                <a:gd name="T4" fmla="*/ 30 w 102"/>
                <a:gd name="T5" fmla="*/ 72 h 155"/>
                <a:gd name="T6" fmla="*/ 30 w 102"/>
                <a:gd name="T7" fmla="*/ 155 h 155"/>
                <a:gd name="T8" fmla="*/ 72 w 102"/>
                <a:gd name="T9" fmla="*/ 155 h 155"/>
                <a:gd name="T10" fmla="*/ 72 w 102"/>
                <a:gd name="T11" fmla="*/ 66 h 155"/>
                <a:gd name="T12" fmla="*/ 102 w 102"/>
                <a:gd name="T13" fmla="*/ 0 h 155"/>
                <a:gd name="T14" fmla="*/ 102 w 102"/>
                <a:gd name="T1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155">
                  <a:moveTo>
                    <a:pt x="102" y="0"/>
                  </a:moveTo>
                  <a:lnTo>
                    <a:pt x="0" y="12"/>
                  </a:lnTo>
                  <a:lnTo>
                    <a:pt x="30" y="72"/>
                  </a:lnTo>
                  <a:lnTo>
                    <a:pt x="30" y="155"/>
                  </a:lnTo>
                  <a:lnTo>
                    <a:pt x="72" y="155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7" name="Freeform 17">
              <a:extLst>
                <a:ext uri="{FF2B5EF4-FFF2-40B4-BE49-F238E27FC236}">
                  <a16:creationId xmlns:a16="http://schemas.microsoft.com/office/drawing/2014/main" id="{65BC9AC3-E669-0BCF-1EB1-8BE07C185880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3059" y="1690"/>
              <a:ext cx="90" cy="96"/>
            </a:xfrm>
            <a:custGeom>
              <a:avLst/>
              <a:gdLst>
                <a:gd name="T0" fmla="*/ 48 w 90"/>
                <a:gd name="T1" fmla="*/ 96 h 96"/>
                <a:gd name="T2" fmla="*/ 72 w 90"/>
                <a:gd name="T3" fmla="*/ 72 h 96"/>
                <a:gd name="T4" fmla="*/ 84 w 90"/>
                <a:gd name="T5" fmla="*/ 48 h 96"/>
                <a:gd name="T6" fmla="*/ 90 w 90"/>
                <a:gd name="T7" fmla="*/ 36 h 96"/>
                <a:gd name="T8" fmla="*/ 84 w 90"/>
                <a:gd name="T9" fmla="*/ 24 h 96"/>
                <a:gd name="T10" fmla="*/ 66 w 90"/>
                <a:gd name="T11" fmla="*/ 6 h 96"/>
                <a:gd name="T12" fmla="*/ 42 w 90"/>
                <a:gd name="T13" fmla="*/ 0 h 96"/>
                <a:gd name="T14" fmla="*/ 24 w 90"/>
                <a:gd name="T15" fmla="*/ 0 h 96"/>
                <a:gd name="T16" fmla="*/ 12 w 90"/>
                <a:gd name="T17" fmla="*/ 12 h 96"/>
                <a:gd name="T18" fmla="*/ 6 w 90"/>
                <a:gd name="T19" fmla="*/ 24 h 96"/>
                <a:gd name="T20" fmla="*/ 0 w 90"/>
                <a:gd name="T21" fmla="*/ 36 h 96"/>
                <a:gd name="T22" fmla="*/ 12 w 90"/>
                <a:gd name="T23" fmla="*/ 66 h 96"/>
                <a:gd name="T24" fmla="*/ 30 w 90"/>
                <a:gd name="T25" fmla="*/ 84 h 96"/>
                <a:gd name="T26" fmla="*/ 48 w 90"/>
                <a:gd name="T27" fmla="*/ 96 h 96"/>
                <a:gd name="T28" fmla="*/ 48 w 90"/>
                <a:gd name="T29" fmla="*/ 96 h 96"/>
                <a:gd name="T30" fmla="*/ 48 w 90"/>
                <a:gd name="T31" fmla="*/ 12 h 96"/>
                <a:gd name="T32" fmla="*/ 66 w 90"/>
                <a:gd name="T33" fmla="*/ 18 h 96"/>
                <a:gd name="T34" fmla="*/ 72 w 90"/>
                <a:gd name="T35" fmla="*/ 24 h 96"/>
                <a:gd name="T36" fmla="*/ 72 w 90"/>
                <a:gd name="T37" fmla="*/ 36 h 96"/>
                <a:gd name="T38" fmla="*/ 72 w 90"/>
                <a:gd name="T39" fmla="*/ 48 h 96"/>
                <a:gd name="T40" fmla="*/ 54 w 90"/>
                <a:gd name="T41" fmla="*/ 66 h 96"/>
                <a:gd name="T42" fmla="*/ 48 w 90"/>
                <a:gd name="T43" fmla="*/ 78 h 96"/>
                <a:gd name="T44" fmla="*/ 30 w 90"/>
                <a:gd name="T45" fmla="*/ 66 h 96"/>
                <a:gd name="T46" fmla="*/ 24 w 90"/>
                <a:gd name="T47" fmla="*/ 48 h 96"/>
                <a:gd name="T48" fmla="*/ 18 w 90"/>
                <a:gd name="T49" fmla="*/ 30 h 96"/>
                <a:gd name="T50" fmla="*/ 30 w 90"/>
                <a:gd name="T51" fmla="*/ 12 h 96"/>
                <a:gd name="T52" fmla="*/ 48 w 90"/>
                <a:gd name="T53" fmla="*/ 12 h 96"/>
                <a:gd name="T54" fmla="*/ 48 w 90"/>
                <a:gd name="T55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0" h="96">
                  <a:moveTo>
                    <a:pt x="48" y="96"/>
                  </a:moveTo>
                  <a:lnTo>
                    <a:pt x="72" y="72"/>
                  </a:lnTo>
                  <a:lnTo>
                    <a:pt x="84" y="48"/>
                  </a:lnTo>
                  <a:lnTo>
                    <a:pt x="90" y="36"/>
                  </a:lnTo>
                  <a:lnTo>
                    <a:pt x="84" y="24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0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36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54" y="66"/>
                  </a:lnTo>
                  <a:lnTo>
                    <a:pt x="48" y="78"/>
                  </a:lnTo>
                  <a:lnTo>
                    <a:pt x="30" y="66"/>
                  </a:lnTo>
                  <a:lnTo>
                    <a:pt x="24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8" name="Freeform 18">
              <a:extLst>
                <a:ext uri="{FF2B5EF4-FFF2-40B4-BE49-F238E27FC236}">
                  <a16:creationId xmlns:a16="http://schemas.microsoft.com/office/drawing/2014/main" id="{8E2A01D0-A997-765D-0449-889AF2638865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3059" y="1768"/>
              <a:ext cx="90" cy="108"/>
            </a:xfrm>
            <a:custGeom>
              <a:avLst/>
              <a:gdLst>
                <a:gd name="T0" fmla="*/ 0 w 90"/>
                <a:gd name="T1" fmla="*/ 90 h 108"/>
                <a:gd name="T2" fmla="*/ 12 w 90"/>
                <a:gd name="T3" fmla="*/ 102 h 108"/>
                <a:gd name="T4" fmla="*/ 24 w 90"/>
                <a:gd name="T5" fmla="*/ 108 h 108"/>
                <a:gd name="T6" fmla="*/ 54 w 90"/>
                <a:gd name="T7" fmla="*/ 108 h 108"/>
                <a:gd name="T8" fmla="*/ 78 w 90"/>
                <a:gd name="T9" fmla="*/ 96 h 108"/>
                <a:gd name="T10" fmla="*/ 90 w 90"/>
                <a:gd name="T11" fmla="*/ 72 h 108"/>
                <a:gd name="T12" fmla="*/ 84 w 90"/>
                <a:gd name="T13" fmla="*/ 42 h 108"/>
                <a:gd name="T14" fmla="*/ 66 w 90"/>
                <a:gd name="T15" fmla="*/ 24 h 108"/>
                <a:gd name="T16" fmla="*/ 54 w 90"/>
                <a:gd name="T17" fmla="*/ 12 h 108"/>
                <a:gd name="T18" fmla="*/ 48 w 90"/>
                <a:gd name="T19" fmla="*/ 6 h 108"/>
                <a:gd name="T20" fmla="*/ 48 w 90"/>
                <a:gd name="T21" fmla="*/ 6 h 108"/>
                <a:gd name="T22" fmla="*/ 48 w 90"/>
                <a:gd name="T23" fmla="*/ 0 h 108"/>
                <a:gd name="T24" fmla="*/ 24 w 90"/>
                <a:gd name="T25" fmla="*/ 24 h 108"/>
                <a:gd name="T26" fmla="*/ 6 w 90"/>
                <a:gd name="T27" fmla="*/ 48 h 108"/>
                <a:gd name="T28" fmla="*/ 0 w 90"/>
                <a:gd name="T29" fmla="*/ 66 h 108"/>
                <a:gd name="T30" fmla="*/ 0 w 90"/>
                <a:gd name="T31" fmla="*/ 90 h 108"/>
                <a:gd name="T32" fmla="*/ 0 w 90"/>
                <a:gd name="T33" fmla="*/ 90 h 108"/>
                <a:gd name="T34" fmla="*/ 12 w 90"/>
                <a:gd name="T35" fmla="*/ 66 h 108"/>
                <a:gd name="T36" fmla="*/ 18 w 90"/>
                <a:gd name="T37" fmla="*/ 48 h 108"/>
                <a:gd name="T38" fmla="*/ 30 w 90"/>
                <a:gd name="T39" fmla="*/ 36 h 108"/>
                <a:gd name="T40" fmla="*/ 42 w 90"/>
                <a:gd name="T41" fmla="*/ 24 h 108"/>
                <a:gd name="T42" fmla="*/ 48 w 90"/>
                <a:gd name="T43" fmla="*/ 18 h 108"/>
                <a:gd name="T44" fmla="*/ 66 w 90"/>
                <a:gd name="T45" fmla="*/ 30 h 108"/>
                <a:gd name="T46" fmla="*/ 72 w 90"/>
                <a:gd name="T47" fmla="*/ 48 h 108"/>
                <a:gd name="T48" fmla="*/ 78 w 90"/>
                <a:gd name="T49" fmla="*/ 72 h 108"/>
                <a:gd name="T50" fmla="*/ 78 w 90"/>
                <a:gd name="T51" fmla="*/ 84 h 108"/>
                <a:gd name="T52" fmla="*/ 66 w 90"/>
                <a:gd name="T53" fmla="*/ 96 h 108"/>
                <a:gd name="T54" fmla="*/ 42 w 90"/>
                <a:gd name="T55" fmla="*/ 102 h 108"/>
                <a:gd name="T56" fmla="*/ 30 w 90"/>
                <a:gd name="T57" fmla="*/ 96 h 108"/>
                <a:gd name="T58" fmla="*/ 18 w 90"/>
                <a:gd name="T59" fmla="*/ 90 h 108"/>
                <a:gd name="T60" fmla="*/ 12 w 90"/>
                <a:gd name="T61" fmla="*/ 78 h 108"/>
                <a:gd name="T62" fmla="*/ 12 w 90"/>
                <a:gd name="T63" fmla="*/ 66 h 108"/>
                <a:gd name="T64" fmla="*/ 12 w 90"/>
                <a:gd name="T65" fmla="*/ 6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0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54" y="108"/>
                  </a:lnTo>
                  <a:lnTo>
                    <a:pt x="78" y="96"/>
                  </a:lnTo>
                  <a:lnTo>
                    <a:pt x="90" y="72"/>
                  </a:lnTo>
                  <a:lnTo>
                    <a:pt x="84" y="42"/>
                  </a:lnTo>
                  <a:lnTo>
                    <a:pt x="66" y="24"/>
                  </a:lnTo>
                  <a:lnTo>
                    <a:pt x="54" y="12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30" y="36"/>
                  </a:lnTo>
                  <a:lnTo>
                    <a:pt x="42" y="24"/>
                  </a:lnTo>
                  <a:lnTo>
                    <a:pt x="48" y="18"/>
                  </a:lnTo>
                  <a:lnTo>
                    <a:pt x="66" y="30"/>
                  </a:lnTo>
                  <a:lnTo>
                    <a:pt x="72" y="48"/>
                  </a:lnTo>
                  <a:lnTo>
                    <a:pt x="78" y="72"/>
                  </a:lnTo>
                  <a:lnTo>
                    <a:pt x="78" y="84"/>
                  </a:lnTo>
                  <a:lnTo>
                    <a:pt x="66" y="96"/>
                  </a:lnTo>
                  <a:lnTo>
                    <a:pt x="42" y="102"/>
                  </a:lnTo>
                  <a:lnTo>
                    <a:pt x="30" y="96"/>
                  </a:lnTo>
                  <a:lnTo>
                    <a:pt x="18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9" name="Freeform 19">
              <a:extLst>
                <a:ext uri="{FF2B5EF4-FFF2-40B4-BE49-F238E27FC236}">
                  <a16:creationId xmlns:a16="http://schemas.microsoft.com/office/drawing/2014/main" id="{BFBF2977-2A72-EC5F-E41C-95FE09B5009C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470" y="1205"/>
              <a:ext cx="102" cy="156"/>
            </a:xfrm>
            <a:custGeom>
              <a:avLst/>
              <a:gdLst>
                <a:gd name="T0" fmla="*/ 102 w 102"/>
                <a:gd name="T1" fmla="*/ 0 h 156"/>
                <a:gd name="T2" fmla="*/ 0 w 102"/>
                <a:gd name="T3" fmla="*/ 6 h 156"/>
                <a:gd name="T4" fmla="*/ 30 w 102"/>
                <a:gd name="T5" fmla="*/ 72 h 156"/>
                <a:gd name="T6" fmla="*/ 30 w 102"/>
                <a:gd name="T7" fmla="*/ 156 h 156"/>
                <a:gd name="T8" fmla="*/ 72 w 102"/>
                <a:gd name="T9" fmla="*/ 156 h 156"/>
                <a:gd name="T10" fmla="*/ 72 w 102"/>
                <a:gd name="T11" fmla="*/ 66 h 156"/>
                <a:gd name="T12" fmla="*/ 102 w 102"/>
                <a:gd name="T13" fmla="*/ 0 h 156"/>
                <a:gd name="T14" fmla="*/ 102 w 102"/>
                <a:gd name="T1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156">
                  <a:moveTo>
                    <a:pt x="102" y="0"/>
                  </a:moveTo>
                  <a:lnTo>
                    <a:pt x="0" y="6"/>
                  </a:lnTo>
                  <a:lnTo>
                    <a:pt x="30" y="72"/>
                  </a:lnTo>
                  <a:lnTo>
                    <a:pt x="30" y="156"/>
                  </a:lnTo>
                  <a:lnTo>
                    <a:pt x="72" y="156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0" name="Freeform 20">
              <a:extLst>
                <a:ext uri="{FF2B5EF4-FFF2-40B4-BE49-F238E27FC236}">
                  <a16:creationId xmlns:a16="http://schemas.microsoft.com/office/drawing/2014/main" id="{179AF297-5C35-8A70-3E01-CCCBC355A0D6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5476" y="1349"/>
              <a:ext cx="84" cy="96"/>
            </a:xfrm>
            <a:custGeom>
              <a:avLst/>
              <a:gdLst>
                <a:gd name="T0" fmla="*/ 42 w 84"/>
                <a:gd name="T1" fmla="*/ 96 h 96"/>
                <a:gd name="T2" fmla="*/ 66 w 84"/>
                <a:gd name="T3" fmla="*/ 78 h 96"/>
                <a:gd name="T4" fmla="*/ 84 w 84"/>
                <a:gd name="T5" fmla="*/ 54 h 96"/>
                <a:gd name="T6" fmla="*/ 84 w 84"/>
                <a:gd name="T7" fmla="*/ 30 h 96"/>
                <a:gd name="T8" fmla="*/ 66 w 84"/>
                <a:gd name="T9" fmla="*/ 6 h 96"/>
                <a:gd name="T10" fmla="*/ 42 w 84"/>
                <a:gd name="T11" fmla="*/ 0 h 96"/>
                <a:gd name="T12" fmla="*/ 24 w 84"/>
                <a:gd name="T13" fmla="*/ 6 h 96"/>
                <a:gd name="T14" fmla="*/ 12 w 84"/>
                <a:gd name="T15" fmla="*/ 18 h 96"/>
                <a:gd name="T16" fmla="*/ 6 w 84"/>
                <a:gd name="T17" fmla="*/ 30 h 96"/>
                <a:gd name="T18" fmla="*/ 0 w 84"/>
                <a:gd name="T19" fmla="*/ 42 h 96"/>
                <a:gd name="T20" fmla="*/ 12 w 84"/>
                <a:gd name="T21" fmla="*/ 66 h 96"/>
                <a:gd name="T22" fmla="*/ 30 w 84"/>
                <a:gd name="T23" fmla="*/ 84 h 96"/>
                <a:gd name="T24" fmla="*/ 42 w 84"/>
                <a:gd name="T25" fmla="*/ 96 h 96"/>
                <a:gd name="T26" fmla="*/ 42 w 84"/>
                <a:gd name="T27" fmla="*/ 96 h 96"/>
                <a:gd name="T28" fmla="*/ 48 w 84"/>
                <a:gd name="T29" fmla="*/ 12 h 96"/>
                <a:gd name="T30" fmla="*/ 66 w 84"/>
                <a:gd name="T31" fmla="*/ 18 h 96"/>
                <a:gd name="T32" fmla="*/ 72 w 84"/>
                <a:gd name="T33" fmla="*/ 30 h 96"/>
                <a:gd name="T34" fmla="*/ 72 w 84"/>
                <a:gd name="T35" fmla="*/ 42 h 96"/>
                <a:gd name="T36" fmla="*/ 66 w 84"/>
                <a:gd name="T37" fmla="*/ 54 h 96"/>
                <a:gd name="T38" fmla="*/ 54 w 84"/>
                <a:gd name="T39" fmla="*/ 72 h 96"/>
                <a:gd name="T40" fmla="*/ 42 w 84"/>
                <a:gd name="T41" fmla="*/ 84 h 96"/>
                <a:gd name="T42" fmla="*/ 42 w 84"/>
                <a:gd name="T43" fmla="*/ 84 h 96"/>
                <a:gd name="T44" fmla="*/ 30 w 84"/>
                <a:gd name="T45" fmla="*/ 72 h 96"/>
                <a:gd name="T46" fmla="*/ 18 w 84"/>
                <a:gd name="T47" fmla="*/ 54 h 96"/>
                <a:gd name="T48" fmla="*/ 18 w 84"/>
                <a:gd name="T49" fmla="*/ 30 h 96"/>
                <a:gd name="T50" fmla="*/ 30 w 84"/>
                <a:gd name="T51" fmla="*/ 18 h 96"/>
                <a:gd name="T52" fmla="*/ 48 w 84"/>
                <a:gd name="T53" fmla="*/ 12 h 96"/>
                <a:gd name="T54" fmla="*/ 48 w 84"/>
                <a:gd name="T55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4" h="96">
                  <a:moveTo>
                    <a:pt x="42" y="96"/>
                  </a:moveTo>
                  <a:lnTo>
                    <a:pt x="66" y="78"/>
                  </a:lnTo>
                  <a:lnTo>
                    <a:pt x="84" y="54"/>
                  </a:lnTo>
                  <a:lnTo>
                    <a:pt x="84" y="30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6"/>
                  </a:lnTo>
                  <a:lnTo>
                    <a:pt x="12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2" y="96"/>
                  </a:lnTo>
                  <a:lnTo>
                    <a:pt x="42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4"/>
                  </a:lnTo>
                  <a:lnTo>
                    <a:pt x="54" y="72"/>
                  </a:lnTo>
                  <a:lnTo>
                    <a:pt x="42" y="84"/>
                  </a:lnTo>
                  <a:lnTo>
                    <a:pt x="42" y="84"/>
                  </a:lnTo>
                  <a:lnTo>
                    <a:pt x="30" y="72"/>
                  </a:lnTo>
                  <a:lnTo>
                    <a:pt x="18" y="54"/>
                  </a:lnTo>
                  <a:lnTo>
                    <a:pt x="18" y="30"/>
                  </a:lnTo>
                  <a:lnTo>
                    <a:pt x="30" y="18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1" name="Freeform 21">
              <a:extLst>
                <a:ext uri="{FF2B5EF4-FFF2-40B4-BE49-F238E27FC236}">
                  <a16:creationId xmlns:a16="http://schemas.microsoft.com/office/drawing/2014/main" id="{F9F6C998-7ED0-6622-0F01-6DEF02F96224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5470" y="1433"/>
              <a:ext cx="90" cy="108"/>
            </a:xfrm>
            <a:custGeom>
              <a:avLst/>
              <a:gdLst>
                <a:gd name="T0" fmla="*/ 6 w 90"/>
                <a:gd name="T1" fmla="*/ 90 h 108"/>
                <a:gd name="T2" fmla="*/ 18 w 90"/>
                <a:gd name="T3" fmla="*/ 102 h 108"/>
                <a:gd name="T4" fmla="*/ 30 w 90"/>
                <a:gd name="T5" fmla="*/ 108 h 108"/>
                <a:gd name="T6" fmla="*/ 60 w 90"/>
                <a:gd name="T7" fmla="*/ 108 h 108"/>
                <a:gd name="T8" fmla="*/ 84 w 90"/>
                <a:gd name="T9" fmla="*/ 96 h 108"/>
                <a:gd name="T10" fmla="*/ 90 w 90"/>
                <a:gd name="T11" fmla="*/ 84 h 108"/>
                <a:gd name="T12" fmla="*/ 90 w 90"/>
                <a:gd name="T13" fmla="*/ 66 h 108"/>
                <a:gd name="T14" fmla="*/ 84 w 90"/>
                <a:gd name="T15" fmla="*/ 36 h 108"/>
                <a:gd name="T16" fmla="*/ 72 w 90"/>
                <a:gd name="T17" fmla="*/ 18 h 108"/>
                <a:gd name="T18" fmla="*/ 60 w 90"/>
                <a:gd name="T19" fmla="*/ 6 h 108"/>
                <a:gd name="T20" fmla="*/ 54 w 90"/>
                <a:gd name="T21" fmla="*/ 0 h 108"/>
                <a:gd name="T22" fmla="*/ 54 w 90"/>
                <a:gd name="T23" fmla="*/ 0 h 108"/>
                <a:gd name="T24" fmla="*/ 48 w 90"/>
                <a:gd name="T25" fmla="*/ 0 h 108"/>
                <a:gd name="T26" fmla="*/ 24 w 90"/>
                <a:gd name="T27" fmla="*/ 24 h 108"/>
                <a:gd name="T28" fmla="*/ 12 w 90"/>
                <a:gd name="T29" fmla="*/ 48 h 108"/>
                <a:gd name="T30" fmla="*/ 0 w 90"/>
                <a:gd name="T31" fmla="*/ 66 h 108"/>
                <a:gd name="T32" fmla="*/ 6 w 90"/>
                <a:gd name="T33" fmla="*/ 90 h 108"/>
                <a:gd name="T34" fmla="*/ 6 w 90"/>
                <a:gd name="T35" fmla="*/ 90 h 108"/>
                <a:gd name="T36" fmla="*/ 18 w 90"/>
                <a:gd name="T37" fmla="*/ 66 h 108"/>
                <a:gd name="T38" fmla="*/ 24 w 90"/>
                <a:gd name="T39" fmla="*/ 48 h 108"/>
                <a:gd name="T40" fmla="*/ 36 w 90"/>
                <a:gd name="T41" fmla="*/ 30 h 108"/>
                <a:gd name="T42" fmla="*/ 42 w 90"/>
                <a:gd name="T43" fmla="*/ 18 h 108"/>
                <a:gd name="T44" fmla="*/ 48 w 90"/>
                <a:gd name="T45" fmla="*/ 12 h 108"/>
                <a:gd name="T46" fmla="*/ 78 w 90"/>
                <a:gd name="T47" fmla="*/ 42 h 108"/>
                <a:gd name="T48" fmla="*/ 84 w 90"/>
                <a:gd name="T49" fmla="*/ 66 h 108"/>
                <a:gd name="T50" fmla="*/ 66 w 90"/>
                <a:gd name="T51" fmla="*/ 90 h 108"/>
                <a:gd name="T52" fmla="*/ 54 w 90"/>
                <a:gd name="T53" fmla="*/ 96 h 108"/>
                <a:gd name="T54" fmla="*/ 42 w 90"/>
                <a:gd name="T55" fmla="*/ 96 h 108"/>
                <a:gd name="T56" fmla="*/ 30 w 90"/>
                <a:gd name="T57" fmla="*/ 96 h 108"/>
                <a:gd name="T58" fmla="*/ 24 w 90"/>
                <a:gd name="T59" fmla="*/ 84 h 108"/>
                <a:gd name="T60" fmla="*/ 18 w 90"/>
                <a:gd name="T61" fmla="*/ 78 h 108"/>
                <a:gd name="T62" fmla="*/ 18 w 90"/>
                <a:gd name="T63" fmla="*/ 66 h 108"/>
                <a:gd name="T64" fmla="*/ 18 w 90"/>
                <a:gd name="T65" fmla="*/ 6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0" h="108">
                  <a:moveTo>
                    <a:pt x="6" y="90"/>
                  </a:moveTo>
                  <a:lnTo>
                    <a:pt x="18" y="102"/>
                  </a:lnTo>
                  <a:lnTo>
                    <a:pt x="30" y="108"/>
                  </a:lnTo>
                  <a:lnTo>
                    <a:pt x="60" y="108"/>
                  </a:lnTo>
                  <a:lnTo>
                    <a:pt x="84" y="96"/>
                  </a:lnTo>
                  <a:lnTo>
                    <a:pt x="90" y="84"/>
                  </a:lnTo>
                  <a:lnTo>
                    <a:pt x="90" y="66"/>
                  </a:lnTo>
                  <a:lnTo>
                    <a:pt x="84" y="36"/>
                  </a:lnTo>
                  <a:lnTo>
                    <a:pt x="72" y="18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12" y="48"/>
                  </a:lnTo>
                  <a:lnTo>
                    <a:pt x="0" y="66"/>
                  </a:lnTo>
                  <a:lnTo>
                    <a:pt x="6" y="90"/>
                  </a:lnTo>
                  <a:lnTo>
                    <a:pt x="6" y="90"/>
                  </a:lnTo>
                  <a:close/>
                  <a:moveTo>
                    <a:pt x="18" y="66"/>
                  </a:moveTo>
                  <a:lnTo>
                    <a:pt x="24" y="48"/>
                  </a:lnTo>
                  <a:lnTo>
                    <a:pt x="36" y="30"/>
                  </a:lnTo>
                  <a:lnTo>
                    <a:pt x="42" y="18"/>
                  </a:lnTo>
                  <a:lnTo>
                    <a:pt x="48" y="12"/>
                  </a:lnTo>
                  <a:lnTo>
                    <a:pt x="78" y="42"/>
                  </a:lnTo>
                  <a:lnTo>
                    <a:pt x="84" y="66"/>
                  </a:lnTo>
                  <a:lnTo>
                    <a:pt x="66" y="90"/>
                  </a:lnTo>
                  <a:lnTo>
                    <a:pt x="54" y="96"/>
                  </a:lnTo>
                  <a:lnTo>
                    <a:pt x="42" y="96"/>
                  </a:lnTo>
                  <a:lnTo>
                    <a:pt x="30" y="96"/>
                  </a:lnTo>
                  <a:lnTo>
                    <a:pt x="24" y="84"/>
                  </a:lnTo>
                  <a:lnTo>
                    <a:pt x="18" y="78"/>
                  </a:lnTo>
                  <a:lnTo>
                    <a:pt x="18" y="66"/>
                  </a:lnTo>
                  <a:lnTo>
                    <a:pt x="18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2" name="Freeform 22">
              <a:extLst>
                <a:ext uri="{FF2B5EF4-FFF2-40B4-BE49-F238E27FC236}">
                  <a16:creationId xmlns:a16="http://schemas.microsoft.com/office/drawing/2014/main" id="{4F8410D1-3A9F-5970-5A92-D0C9C772F254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5428" y="3525"/>
              <a:ext cx="66" cy="96"/>
            </a:xfrm>
            <a:custGeom>
              <a:avLst/>
              <a:gdLst>
                <a:gd name="T0" fmla="*/ 30 w 66"/>
                <a:gd name="T1" fmla="*/ 96 h 96"/>
                <a:gd name="T2" fmla="*/ 54 w 66"/>
                <a:gd name="T3" fmla="*/ 72 h 96"/>
                <a:gd name="T4" fmla="*/ 66 w 66"/>
                <a:gd name="T5" fmla="*/ 48 h 96"/>
                <a:gd name="T6" fmla="*/ 66 w 66"/>
                <a:gd name="T7" fmla="*/ 24 h 96"/>
                <a:gd name="T8" fmla="*/ 54 w 66"/>
                <a:gd name="T9" fmla="*/ 6 h 96"/>
                <a:gd name="T10" fmla="*/ 30 w 66"/>
                <a:gd name="T11" fmla="*/ 0 h 96"/>
                <a:gd name="T12" fmla="*/ 18 w 66"/>
                <a:gd name="T13" fmla="*/ 0 h 96"/>
                <a:gd name="T14" fmla="*/ 6 w 66"/>
                <a:gd name="T15" fmla="*/ 12 h 96"/>
                <a:gd name="T16" fmla="*/ 0 w 66"/>
                <a:gd name="T17" fmla="*/ 36 h 96"/>
                <a:gd name="T18" fmla="*/ 6 w 66"/>
                <a:gd name="T19" fmla="*/ 60 h 96"/>
                <a:gd name="T20" fmla="*/ 18 w 66"/>
                <a:gd name="T21" fmla="*/ 84 h 96"/>
                <a:gd name="T22" fmla="*/ 30 w 66"/>
                <a:gd name="T23" fmla="*/ 96 h 96"/>
                <a:gd name="T24" fmla="*/ 30 w 66"/>
                <a:gd name="T25" fmla="*/ 96 h 96"/>
                <a:gd name="T26" fmla="*/ 30 w 66"/>
                <a:gd name="T27" fmla="*/ 12 h 96"/>
                <a:gd name="T28" fmla="*/ 48 w 66"/>
                <a:gd name="T29" fmla="*/ 18 h 96"/>
                <a:gd name="T30" fmla="*/ 54 w 66"/>
                <a:gd name="T31" fmla="*/ 24 h 96"/>
                <a:gd name="T32" fmla="*/ 54 w 66"/>
                <a:gd name="T33" fmla="*/ 36 h 96"/>
                <a:gd name="T34" fmla="*/ 48 w 66"/>
                <a:gd name="T35" fmla="*/ 48 h 96"/>
                <a:gd name="T36" fmla="*/ 36 w 66"/>
                <a:gd name="T37" fmla="*/ 66 h 96"/>
                <a:gd name="T38" fmla="*/ 30 w 66"/>
                <a:gd name="T39" fmla="*/ 78 h 96"/>
                <a:gd name="T40" fmla="*/ 18 w 66"/>
                <a:gd name="T41" fmla="*/ 66 h 96"/>
                <a:gd name="T42" fmla="*/ 12 w 66"/>
                <a:gd name="T43" fmla="*/ 48 h 96"/>
                <a:gd name="T44" fmla="*/ 6 w 66"/>
                <a:gd name="T45" fmla="*/ 30 h 96"/>
                <a:gd name="T46" fmla="*/ 18 w 66"/>
                <a:gd name="T47" fmla="*/ 12 h 96"/>
                <a:gd name="T48" fmla="*/ 30 w 66"/>
                <a:gd name="T49" fmla="*/ 12 h 96"/>
                <a:gd name="T50" fmla="*/ 30 w 66"/>
                <a:gd name="T51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6" h="96">
                  <a:moveTo>
                    <a:pt x="30" y="96"/>
                  </a:moveTo>
                  <a:lnTo>
                    <a:pt x="54" y="72"/>
                  </a:lnTo>
                  <a:lnTo>
                    <a:pt x="66" y="48"/>
                  </a:lnTo>
                  <a:lnTo>
                    <a:pt x="66" y="24"/>
                  </a:lnTo>
                  <a:lnTo>
                    <a:pt x="54" y="6"/>
                  </a:lnTo>
                  <a:lnTo>
                    <a:pt x="30" y="0"/>
                  </a:lnTo>
                  <a:lnTo>
                    <a:pt x="18" y="0"/>
                  </a:lnTo>
                  <a:lnTo>
                    <a:pt x="6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18" y="84"/>
                  </a:lnTo>
                  <a:lnTo>
                    <a:pt x="30" y="96"/>
                  </a:lnTo>
                  <a:lnTo>
                    <a:pt x="30" y="96"/>
                  </a:lnTo>
                  <a:close/>
                  <a:moveTo>
                    <a:pt x="30" y="12"/>
                  </a:moveTo>
                  <a:lnTo>
                    <a:pt x="48" y="18"/>
                  </a:lnTo>
                  <a:lnTo>
                    <a:pt x="54" y="24"/>
                  </a:lnTo>
                  <a:lnTo>
                    <a:pt x="54" y="36"/>
                  </a:lnTo>
                  <a:lnTo>
                    <a:pt x="48" y="48"/>
                  </a:lnTo>
                  <a:lnTo>
                    <a:pt x="36" y="66"/>
                  </a:lnTo>
                  <a:lnTo>
                    <a:pt x="30" y="78"/>
                  </a:lnTo>
                  <a:lnTo>
                    <a:pt x="18" y="66"/>
                  </a:lnTo>
                  <a:lnTo>
                    <a:pt x="12" y="48"/>
                  </a:lnTo>
                  <a:lnTo>
                    <a:pt x="6" y="30"/>
                  </a:lnTo>
                  <a:lnTo>
                    <a:pt x="18" y="12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3" name="Freeform 23">
              <a:extLst>
                <a:ext uri="{FF2B5EF4-FFF2-40B4-BE49-F238E27FC236}">
                  <a16:creationId xmlns:a16="http://schemas.microsoft.com/office/drawing/2014/main" id="{28444E90-260A-429B-2566-058A1CD6712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017" y="1127"/>
              <a:ext cx="2603" cy="444"/>
            </a:xfrm>
            <a:custGeom>
              <a:avLst/>
              <a:gdLst>
                <a:gd name="T0" fmla="*/ 2577 w 2594"/>
                <a:gd name="T1" fmla="*/ 0 h 444"/>
                <a:gd name="T2" fmla="*/ 2594 w 2594"/>
                <a:gd name="T3" fmla="*/ 72 h 444"/>
                <a:gd name="T4" fmla="*/ 6 w 2594"/>
                <a:gd name="T5" fmla="*/ 444 h 444"/>
                <a:gd name="T6" fmla="*/ 0 w 2594"/>
                <a:gd name="T7" fmla="*/ 396 h 444"/>
                <a:gd name="T8" fmla="*/ 1225 w 2594"/>
                <a:gd name="T9" fmla="*/ 96 h 444"/>
                <a:gd name="T10" fmla="*/ 1351 w 2594"/>
                <a:gd name="T11" fmla="*/ 78 h 444"/>
                <a:gd name="T12" fmla="*/ 2577 w 2594"/>
                <a:gd name="T13" fmla="*/ 0 h 444"/>
                <a:gd name="T14" fmla="*/ 2577 w 2594"/>
                <a:gd name="T15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94" h="444">
                  <a:moveTo>
                    <a:pt x="2577" y="0"/>
                  </a:moveTo>
                  <a:lnTo>
                    <a:pt x="2594" y="72"/>
                  </a:lnTo>
                  <a:lnTo>
                    <a:pt x="6" y="444"/>
                  </a:lnTo>
                  <a:lnTo>
                    <a:pt x="0" y="396"/>
                  </a:lnTo>
                  <a:lnTo>
                    <a:pt x="1225" y="96"/>
                  </a:lnTo>
                  <a:lnTo>
                    <a:pt x="1351" y="78"/>
                  </a:lnTo>
                  <a:lnTo>
                    <a:pt x="2577" y="0"/>
                  </a:lnTo>
                  <a:lnTo>
                    <a:pt x="25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4" name="Freeform 24">
              <a:extLst>
                <a:ext uri="{FF2B5EF4-FFF2-40B4-BE49-F238E27FC236}">
                  <a16:creationId xmlns:a16="http://schemas.microsoft.com/office/drawing/2014/main" id="{2204EDF6-3E88-3008-D26C-BFBC446A8FD4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2934" y="3773"/>
              <a:ext cx="84" cy="95"/>
            </a:xfrm>
            <a:custGeom>
              <a:avLst/>
              <a:gdLst>
                <a:gd name="T0" fmla="*/ 36 w 84"/>
                <a:gd name="T1" fmla="*/ 95 h 95"/>
                <a:gd name="T2" fmla="*/ 60 w 84"/>
                <a:gd name="T3" fmla="*/ 77 h 95"/>
                <a:gd name="T4" fmla="*/ 78 w 84"/>
                <a:gd name="T5" fmla="*/ 53 h 95"/>
                <a:gd name="T6" fmla="*/ 84 w 84"/>
                <a:gd name="T7" fmla="*/ 42 h 95"/>
                <a:gd name="T8" fmla="*/ 84 w 84"/>
                <a:gd name="T9" fmla="*/ 30 h 95"/>
                <a:gd name="T10" fmla="*/ 72 w 84"/>
                <a:gd name="T11" fmla="*/ 6 h 95"/>
                <a:gd name="T12" fmla="*/ 42 w 84"/>
                <a:gd name="T13" fmla="*/ 0 h 95"/>
                <a:gd name="T14" fmla="*/ 30 w 84"/>
                <a:gd name="T15" fmla="*/ 0 h 95"/>
                <a:gd name="T16" fmla="*/ 12 w 84"/>
                <a:gd name="T17" fmla="*/ 12 h 95"/>
                <a:gd name="T18" fmla="*/ 0 w 84"/>
                <a:gd name="T19" fmla="*/ 24 h 95"/>
                <a:gd name="T20" fmla="*/ 0 w 84"/>
                <a:gd name="T21" fmla="*/ 36 h 95"/>
                <a:gd name="T22" fmla="*/ 6 w 84"/>
                <a:gd name="T23" fmla="*/ 59 h 95"/>
                <a:gd name="T24" fmla="*/ 24 w 84"/>
                <a:gd name="T25" fmla="*/ 83 h 95"/>
                <a:gd name="T26" fmla="*/ 36 w 84"/>
                <a:gd name="T27" fmla="*/ 95 h 95"/>
                <a:gd name="T28" fmla="*/ 36 w 84"/>
                <a:gd name="T29" fmla="*/ 95 h 95"/>
                <a:gd name="T30" fmla="*/ 48 w 84"/>
                <a:gd name="T31" fmla="*/ 12 h 95"/>
                <a:gd name="T32" fmla="*/ 66 w 84"/>
                <a:gd name="T33" fmla="*/ 18 h 95"/>
                <a:gd name="T34" fmla="*/ 72 w 84"/>
                <a:gd name="T35" fmla="*/ 30 h 95"/>
                <a:gd name="T36" fmla="*/ 72 w 84"/>
                <a:gd name="T37" fmla="*/ 42 h 95"/>
                <a:gd name="T38" fmla="*/ 66 w 84"/>
                <a:gd name="T39" fmla="*/ 53 h 95"/>
                <a:gd name="T40" fmla="*/ 48 w 84"/>
                <a:gd name="T41" fmla="*/ 71 h 95"/>
                <a:gd name="T42" fmla="*/ 42 w 84"/>
                <a:gd name="T43" fmla="*/ 77 h 95"/>
                <a:gd name="T44" fmla="*/ 36 w 84"/>
                <a:gd name="T45" fmla="*/ 77 h 95"/>
                <a:gd name="T46" fmla="*/ 24 w 84"/>
                <a:gd name="T47" fmla="*/ 65 h 95"/>
                <a:gd name="T48" fmla="*/ 18 w 84"/>
                <a:gd name="T49" fmla="*/ 48 h 95"/>
                <a:gd name="T50" fmla="*/ 18 w 84"/>
                <a:gd name="T51" fmla="*/ 30 h 95"/>
                <a:gd name="T52" fmla="*/ 30 w 84"/>
                <a:gd name="T53" fmla="*/ 12 h 95"/>
                <a:gd name="T54" fmla="*/ 48 w 84"/>
                <a:gd name="T55" fmla="*/ 12 h 95"/>
                <a:gd name="T56" fmla="*/ 48 w 84"/>
                <a:gd name="T57" fmla="*/ 1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4" h="95">
                  <a:moveTo>
                    <a:pt x="36" y="95"/>
                  </a:moveTo>
                  <a:lnTo>
                    <a:pt x="60" y="77"/>
                  </a:lnTo>
                  <a:lnTo>
                    <a:pt x="78" y="53"/>
                  </a:lnTo>
                  <a:lnTo>
                    <a:pt x="84" y="42"/>
                  </a:lnTo>
                  <a:lnTo>
                    <a:pt x="84" y="30"/>
                  </a:lnTo>
                  <a:lnTo>
                    <a:pt x="72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12" y="12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6" y="59"/>
                  </a:lnTo>
                  <a:lnTo>
                    <a:pt x="24" y="83"/>
                  </a:lnTo>
                  <a:lnTo>
                    <a:pt x="36" y="95"/>
                  </a:lnTo>
                  <a:lnTo>
                    <a:pt x="36" y="95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3"/>
                  </a:lnTo>
                  <a:lnTo>
                    <a:pt x="48" y="71"/>
                  </a:lnTo>
                  <a:lnTo>
                    <a:pt x="42" y="77"/>
                  </a:lnTo>
                  <a:lnTo>
                    <a:pt x="36" y="77"/>
                  </a:lnTo>
                  <a:lnTo>
                    <a:pt x="24" y="65"/>
                  </a:lnTo>
                  <a:lnTo>
                    <a:pt x="18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5" name="Freeform 25">
              <a:extLst>
                <a:ext uri="{FF2B5EF4-FFF2-40B4-BE49-F238E27FC236}">
                  <a16:creationId xmlns:a16="http://schemas.microsoft.com/office/drawing/2014/main" id="{0BFEFC1F-B4B5-EFE4-AF54-03F49087B20E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3779" y="3872"/>
              <a:ext cx="90" cy="108"/>
            </a:xfrm>
            <a:custGeom>
              <a:avLst/>
              <a:gdLst>
                <a:gd name="T0" fmla="*/ 12 w 90"/>
                <a:gd name="T1" fmla="*/ 96 h 108"/>
                <a:gd name="T2" fmla="*/ 24 w 90"/>
                <a:gd name="T3" fmla="*/ 108 h 108"/>
                <a:gd name="T4" fmla="*/ 42 w 90"/>
                <a:gd name="T5" fmla="*/ 108 h 108"/>
                <a:gd name="T6" fmla="*/ 66 w 90"/>
                <a:gd name="T7" fmla="*/ 102 h 108"/>
                <a:gd name="T8" fmla="*/ 84 w 90"/>
                <a:gd name="T9" fmla="*/ 78 h 108"/>
                <a:gd name="T10" fmla="*/ 90 w 90"/>
                <a:gd name="T11" fmla="*/ 66 h 108"/>
                <a:gd name="T12" fmla="*/ 84 w 90"/>
                <a:gd name="T13" fmla="*/ 48 h 108"/>
                <a:gd name="T14" fmla="*/ 66 w 90"/>
                <a:gd name="T15" fmla="*/ 24 h 108"/>
                <a:gd name="T16" fmla="*/ 48 w 90"/>
                <a:gd name="T17" fmla="*/ 12 h 108"/>
                <a:gd name="T18" fmla="*/ 36 w 90"/>
                <a:gd name="T19" fmla="*/ 0 h 108"/>
                <a:gd name="T20" fmla="*/ 30 w 90"/>
                <a:gd name="T21" fmla="*/ 0 h 108"/>
                <a:gd name="T22" fmla="*/ 30 w 90"/>
                <a:gd name="T23" fmla="*/ 0 h 108"/>
                <a:gd name="T24" fmla="*/ 24 w 90"/>
                <a:gd name="T25" fmla="*/ 0 h 108"/>
                <a:gd name="T26" fmla="*/ 12 w 90"/>
                <a:gd name="T27" fmla="*/ 30 h 108"/>
                <a:gd name="T28" fmla="*/ 0 w 90"/>
                <a:gd name="T29" fmla="*/ 54 h 108"/>
                <a:gd name="T30" fmla="*/ 0 w 90"/>
                <a:gd name="T31" fmla="*/ 78 h 108"/>
                <a:gd name="T32" fmla="*/ 12 w 90"/>
                <a:gd name="T33" fmla="*/ 96 h 108"/>
                <a:gd name="T34" fmla="*/ 12 w 90"/>
                <a:gd name="T35" fmla="*/ 96 h 108"/>
                <a:gd name="T36" fmla="*/ 12 w 90"/>
                <a:gd name="T37" fmla="*/ 72 h 108"/>
                <a:gd name="T38" fmla="*/ 18 w 90"/>
                <a:gd name="T39" fmla="*/ 54 h 108"/>
                <a:gd name="T40" fmla="*/ 24 w 90"/>
                <a:gd name="T41" fmla="*/ 36 h 108"/>
                <a:gd name="T42" fmla="*/ 30 w 90"/>
                <a:gd name="T43" fmla="*/ 18 h 108"/>
                <a:gd name="T44" fmla="*/ 30 w 90"/>
                <a:gd name="T45" fmla="*/ 12 h 108"/>
                <a:gd name="T46" fmla="*/ 48 w 90"/>
                <a:gd name="T47" fmla="*/ 24 h 108"/>
                <a:gd name="T48" fmla="*/ 66 w 90"/>
                <a:gd name="T49" fmla="*/ 36 h 108"/>
                <a:gd name="T50" fmla="*/ 78 w 90"/>
                <a:gd name="T51" fmla="*/ 54 h 108"/>
                <a:gd name="T52" fmla="*/ 78 w 90"/>
                <a:gd name="T53" fmla="*/ 72 h 108"/>
                <a:gd name="T54" fmla="*/ 72 w 90"/>
                <a:gd name="T55" fmla="*/ 84 h 108"/>
                <a:gd name="T56" fmla="*/ 48 w 90"/>
                <a:gd name="T57" fmla="*/ 96 h 108"/>
                <a:gd name="T58" fmla="*/ 36 w 90"/>
                <a:gd name="T59" fmla="*/ 96 h 108"/>
                <a:gd name="T60" fmla="*/ 24 w 90"/>
                <a:gd name="T61" fmla="*/ 90 h 108"/>
                <a:gd name="T62" fmla="*/ 18 w 90"/>
                <a:gd name="T63" fmla="*/ 84 h 108"/>
                <a:gd name="T64" fmla="*/ 12 w 90"/>
                <a:gd name="T65" fmla="*/ 72 h 108"/>
                <a:gd name="T66" fmla="*/ 12 w 90"/>
                <a:gd name="T67" fmla="*/ 7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0" h="108">
                  <a:moveTo>
                    <a:pt x="12" y="96"/>
                  </a:moveTo>
                  <a:lnTo>
                    <a:pt x="24" y="108"/>
                  </a:lnTo>
                  <a:lnTo>
                    <a:pt x="42" y="108"/>
                  </a:lnTo>
                  <a:lnTo>
                    <a:pt x="66" y="102"/>
                  </a:lnTo>
                  <a:lnTo>
                    <a:pt x="84" y="78"/>
                  </a:lnTo>
                  <a:lnTo>
                    <a:pt x="90" y="66"/>
                  </a:lnTo>
                  <a:lnTo>
                    <a:pt x="84" y="48"/>
                  </a:lnTo>
                  <a:lnTo>
                    <a:pt x="66" y="24"/>
                  </a:lnTo>
                  <a:lnTo>
                    <a:pt x="48" y="12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12" y="30"/>
                  </a:lnTo>
                  <a:lnTo>
                    <a:pt x="0" y="54"/>
                  </a:lnTo>
                  <a:lnTo>
                    <a:pt x="0" y="78"/>
                  </a:lnTo>
                  <a:lnTo>
                    <a:pt x="12" y="96"/>
                  </a:lnTo>
                  <a:lnTo>
                    <a:pt x="12" y="96"/>
                  </a:lnTo>
                  <a:close/>
                  <a:moveTo>
                    <a:pt x="12" y="72"/>
                  </a:moveTo>
                  <a:lnTo>
                    <a:pt x="18" y="54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48" y="24"/>
                  </a:lnTo>
                  <a:lnTo>
                    <a:pt x="66" y="36"/>
                  </a:lnTo>
                  <a:lnTo>
                    <a:pt x="78" y="54"/>
                  </a:lnTo>
                  <a:lnTo>
                    <a:pt x="78" y="72"/>
                  </a:lnTo>
                  <a:lnTo>
                    <a:pt x="72" y="84"/>
                  </a:lnTo>
                  <a:lnTo>
                    <a:pt x="48" y="96"/>
                  </a:lnTo>
                  <a:lnTo>
                    <a:pt x="36" y="96"/>
                  </a:lnTo>
                  <a:lnTo>
                    <a:pt x="24" y="90"/>
                  </a:lnTo>
                  <a:lnTo>
                    <a:pt x="18" y="84"/>
                  </a:lnTo>
                  <a:lnTo>
                    <a:pt x="12" y="72"/>
                  </a:lnTo>
                  <a:lnTo>
                    <a:pt x="12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6" name="Freeform 26">
              <a:extLst>
                <a:ext uri="{FF2B5EF4-FFF2-40B4-BE49-F238E27FC236}">
                  <a16:creationId xmlns:a16="http://schemas.microsoft.com/office/drawing/2014/main" id="{2E33FA89-8AF4-5B07-C4EF-2AFD3FFC703F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2400" y="3872"/>
              <a:ext cx="72" cy="90"/>
            </a:xfrm>
            <a:custGeom>
              <a:avLst/>
              <a:gdLst>
                <a:gd name="T0" fmla="*/ 71 w 71"/>
                <a:gd name="T1" fmla="*/ 90 h 90"/>
                <a:gd name="T2" fmla="*/ 71 w 71"/>
                <a:gd name="T3" fmla="*/ 60 h 90"/>
                <a:gd name="T4" fmla="*/ 71 w 71"/>
                <a:gd name="T5" fmla="*/ 36 h 90"/>
                <a:gd name="T6" fmla="*/ 60 w 71"/>
                <a:gd name="T7" fmla="*/ 12 h 90"/>
                <a:gd name="T8" fmla="*/ 36 w 71"/>
                <a:gd name="T9" fmla="*/ 0 h 90"/>
                <a:gd name="T10" fmla="*/ 12 w 71"/>
                <a:gd name="T11" fmla="*/ 12 h 90"/>
                <a:gd name="T12" fmla="*/ 0 w 71"/>
                <a:gd name="T13" fmla="*/ 36 h 90"/>
                <a:gd name="T14" fmla="*/ 6 w 71"/>
                <a:gd name="T15" fmla="*/ 60 h 90"/>
                <a:gd name="T16" fmla="*/ 30 w 71"/>
                <a:gd name="T17" fmla="*/ 78 h 90"/>
                <a:gd name="T18" fmla="*/ 54 w 71"/>
                <a:gd name="T19" fmla="*/ 90 h 90"/>
                <a:gd name="T20" fmla="*/ 71 w 71"/>
                <a:gd name="T21" fmla="*/ 90 h 90"/>
                <a:gd name="T22" fmla="*/ 71 w 71"/>
                <a:gd name="T23" fmla="*/ 90 h 90"/>
                <a:gd name="T24" fmla="*/ 24 w 71"/>
                <a:gd name="T25" fmla="*/ 18 h 90"/>
                <a:gd name="T26" fmla="*/ 42 w 71"/>
                <a:gd name="T27" fmla="*/ 18 h 90"/>
                <a:gd name="T28" fmla="*/ 54 w 71"/>
                <a:gd name="T29" fmla="*/ 18 h 90"/>
                <a:gd name="T30" fmla="*/ 60 w 71"/>
                <a:gd name="T31" fmla="*/ 42 h 90"/>
                <a:gd name="T32" fmla="*/ 60 w 71"/>
                <a:gd name="T33" fmla="*/ 66 h 90"/>
                <a:gd name="T34" fmla="*/ 60 w 71"/>
                <a:gd name="T35" fmla="*/ 72 h 90"/>
                <a:gd name="T36" fmla="*/ 60 w 71"/>
                <a:gd name="T37" fmla="*/ 78 h 90"/>
                <a:gd name="T38" fmla="*/ 42 w 71"/>
                <a:gd name="T39" fmla="*/ 72 h 90"/>
                <a:gd name="T40" fmla="*/ 24 w 71"/>
                <a:gd name="T41" fmla="*/ 66 h 90"/>
                <a:gd name="T42" fmla="*/ 12 w 71"/>
                <a:gd name="T43" fmla="*/ 48 h 90"/>
                <a:gd name="T44" fmla="*/ 12 w 71"/>
                <a:gd name="T45" fmla="*/ 30 h 90"/>
                <a:gd name="T46" fmla="*/ 24 w 71"/>
                <a:gd name="T47" fmla="*/ 18 h 90"/>
                <a:gd name="T48" fmla="*/ 24 w 71"/>
                <a:gd name="T49" fmla="*/ 1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71" h="90">
                  <a:moveTo>
                    <a:pt x="71" y="90"/>
                  </a:moveTo>
                  <a:lnTo>
                    <a:pt x="71" y="60"/>
                  </a:lnTo>
                  <a:lnTo>
                    <a:pt x="71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30" y="78"/>
                  </a:lnTo>
                  <a:lnTo>
                    <a:pt x="54" y="90"/>
                  </a:lnTo>
                  <a:lnTo>
                    <a:pt x="71" y="90"/>
                  </a:lnTo>
                  <a:lnTo>
                    <a:pt x="71" y="90"/>
                  </a:lnTo>
                  <a:close/>
                  <a:moveTo>
                    <a:pt x="24" y="18"/>
                  </a:moveTo>
                  <a:lnTo>
                    <a:pt x="42" y="18"/>
                  </a:lnTo>
                  <a:lnTo>
                    <a:pt x="54" y="18"/>
                  </a:lnTo>
                  <a:lnTo>
                    <a:pt x="60" y="42"/>
                  </a:lnTo>
                  <a:lnTo>
                    <a:pt x="60" y="66"/>
                  </a:lnTo>
                  <a:lnTo>
                    <a:pt x="60" y="72"/>
                  </a:lnTo>
                  <a:lnTo>
                    <a:pt x="60" y="78"/>
                  </a:lnTo>
                  <a:lnTo>
                    <a:pt x="42" y="72"/>
                  </a:lnTo>
                  <a:lnTo>
                    <a:pt x="24" y="66"/>
                  </a:lnTo>
                  <a:lnTo>
                    <a:pt x="12" y="48"/>
                  </a:lnTo>
                  <a:lnTo>
                    <a:pt x="12" y="30"/>
                  </a:lnTo>
                  <a:lnTo>
                    <a:pt x="24" y="18"/>
                  </a:lnTo>
                  <a:lnTo>
                    <a:pt x="24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7" name="Oval 27">
              <a:extLst>
                <a:ext uri="{FF2B5EF4-FFF2-40B4-BE49-F238E27FC236}">
                  <a16:creationId xmlns:a16="http://schemas.microsoft.com/office/drawing/2014/main" id="{0B1C69A5-158E-91D3-8591-0DD2D5AD733A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444" y="3838"/>
              <a:ext cx="1380" cy="389"/>
            </a:xfrm>
            <a:prstGeom prst="ellipse">
              <a:avLst/>
            </a:pr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8" name="Oval 28">
              <a:extLst>
                <a:ext uri="{FF2B5EF4-FFF2-40B4-BE49-F238E27FC236}">
                  <a16:creationId xmlns:a16="http://schemas.microsoft.com/office/drawing/2014/main" id="{63AB6223-84AA-8D54-F01C-E7951CBD91A2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394" y="3834"/>
              <a:ext cx="1502" cy="288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89" name="Oval 29">
              <a:extLst>
                <a:ext uri="{FF2B5EF4-FFF2-40B4-BE49-F238E27FC236}">
                  <a16:creationId xmlns:a16="http://schemas.microsoft.com/office/drawing/2014/main" id="{8AE7CE83-3E28-3D32-AB1C-D49F4CA51B6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441" y="3860"/>
              <a:ext cx="1425" cy="22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90" name="Freeform 30">
              <a:extLst>
                <a:ext uri="{FF2B5EF4-FFF2-40B4-BE49-F238E27FC236}">
                  <a16:creationId xmlns:a16="http://schemas.microsoft.com/office/drawing/2014/main" id="{08DD71B2-8A17-9F1D-7C0A-4D40B8014CE1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3743" y="3788"/>
              <a:ext cx="90" cy="96"/>
            </a:xfrm>
            <a:custGeom>
              <a:avLst/>
              <a:gdLst>
                <a:gd name="T0" fmla="*/ 66 w 90"/>
                <a:gd name="T1" fmla="*/ 96 h 96"/>
                <a:gd name="T2" fmla="*/ 78 w 90"/>
                <a:gd name="T3" fmla="*/ 66 h 96"/>
                <a:gd name="T4" fmla="*/ 90 w 90"/>
                <a:gd name="T5" fmla="*/ 42 h 96"/>
                <a:gd name="T6" fmla="*/ 78 w 90"/>
                <a:gd name="T7" fmla="*/ 18 h 96"/>
                <a:gd name="T8" fmla="*/ 60 w 90"/>
                <a:gd name="T9" fmla="*/ 0 h 96"/>
                <a:gd name="T10" fmla="*/ 30 w 90"/>
                <a:gd name="T11" fmla="*/ 6 h 96"/>
                <a:gd name="T12" fmla="*/ 18 w 90"/>
                <a:gd name="T13" fmla="*/ 18 h 96"/>
                <a:gd name="T14" fmla="*/ 6 w 90"/>
                <a:gd name="T15" fmla="*/ 30 h 96"/>
                <a:gd name="T16" fmla="*/ 0 w 90"/>
                <a:gd name="T17" fmla="*/ 42 h 96"/>
                <a:gd name="T18" fmla="*/ 6 w 90"/>
                <a:gd name="T19" fmla="*/ 60 h 96"/>
                <a:gd name="T20" fmla="*/ 24 w 90"/>
                <a:gd name="T21" fmla="*/ 78 h 96"/>
                <a:gd name="T22" fmla="*/ 48 w 90"/>
                <a:gd name="T23" fmla="*/ 90 h 96"/>
                <a:gd name="T24" fmla="*/ 66 w 90"/>
                <a:gd name="T25" fmla="*/ 96 h 96"/>
                <a:gd name="T26" fmla="*/ 66 w 90"/>
                <a:gd name="T27" fmla="*/ 96 h 96"/>
                <a:gd name="T28" fmla="*/ 42 w 90"/>
                <a:gd name="T29" fmla="*/ 18 h 96"/>
                <a:gd name="T30" fmla="*/ 60 w 90"/>
                <a:gd name="T31" fmla="*/ 18 h 96"/>
                <a:gd name="T32" fmla="*/ 72 w 90"/>
                <a:gd name="T33" fmla="*/ 24 h 96"/>
                <a:gd name="T34" fmla="*/ 72 w 90"/>
                <a:gd name="T35" fmla="*/ 36 h 96"/>
                <a:gd name="T36" fmla="*/ 72 w 90"/>
                <a:gd name="T37" fmla="*/ 48 h 96"/>
                <a:gd name="T38" fmla="*/ 66 w 90"/>
                <a:gd name="T39" fmla="*/ 72 h 96"/>
                <a:gd name="T40" fmla="*/ 60 w 90"/>
                <a:gd name="T41" fmla="*/ 78 h 96"/>
                <a:gd name="T42" fmla="*/ 60 w 90"/>
                <a:gd name="T43" fmla="*/ 84 h 96"/>
                <a:gd name="T44" fmla="*/ 42 w 90"/>
                <a:gd name="T45" fmla="*/ 72 h 96"/>
                <a:gd name="T46" fmla="*/ 30 w 90"/>
                <a:gd name="T47" fmla="*/ 66 h 96"/>
                <a:gd name="T48" fmla="*/ 18 w 90"/>
                <a:gd name="T49" fmla="*/ 42 h 96"/>
                <a:gd name="T50" fmla="*/ 24 w 90"/>
                <a:gd name="T51" fmla="*/ 30 h 96"/>
                <a:gd name="T52" fmla="*/ 42 w 90"/>
                <a:gd name="T53" fmla="*/ 18 h 96"/>
                <a:gd name="T54" fmla="*/ 42 w 90"/>
                <a:gd name="T55" fmla="*/ 1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0" h="96">
                  <a:moveTo>
                    <a:pt x="66" y="96"/>
                  </a:moveTo>
                  <a:lnTo>
                    <a:pt x="78" y="66"/>
                  </a:lnTo>
                  <a:lnTo>
                    <a:pt x="90" y="42"/>
                  </a:lnTo>
                  <a:lnTo>
                    <a:pt x="78" y="18"/>
                  </a:lnTo>
                  <a:lnTo>
                    <a:pt x="60" y="0"/>
                  </a:lnTo>
                  <a:lnTo>
                    <a:pt x="30" y="6"/>
                  </a:lnTo>
                  <a:lnTo>
                    <a:pt x="18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24" y="78"/>
                  </a:lnTo>
                  <a:lnTo>
                    <a:pt x="48" y="90"/>
                  </a:lnTo>
                  <a:lnTo>
                    <a:pt x="66" y="96"/>
                  </a:lnTo>
                  <a:lnTo>
                    <a:pt x="66" y="96"/>
                  </a:lnTo>
                  <a:close/>
                  <a:moveTo>
                    <a:pt x="42" y="18"/>
                  </a:moveTo>
                  <a:lnTo>
                    <a:pt x="60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66" y="72"/>
                  </a:lnTo>
                  <a:lnTo>
                    <a:pt x="60" y="78"/>
                  </a:lnTo>
                  <a:lnTo>
                    <a:pt x="60" y="84"/>
                  </a:lnTo>
                  <a:lnTo>
                    <a:pt x="42" y="72"/>
                  </a:lnTo>
                  <a:lnTo>
                    <a:pt x="30" y="66"/>
                  </a:lnTo>
                  <a:lnTo>
                    <a:pt x="18" y="42"/>
                  </a:lnTo>
                  <a:lnTo>
                    <a:pt x="24" y="30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91" name="Freeform 31">
              <a:extLst>
                <a:ext uri="{FF2B5EF4-FFF2-40B4-BE49-F238E27FC236}">
                  <a16:creationId xmlns:a16="http://schemas.microsoft.com/office/drawing/2014/main" id="{52799B38-11D7-F677-44A9-0E5D0134C041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5422" y="3603"/>
              <a:ext cx="72" cy="108"/>
            </a:xfrm>
            <a:custGeom>
              <a:avLst/>
              <a:gdLst>
                <a:gd name="T0" fmla="*/ 0 w 72"/>
                <a:gd name="T1" fmla="*/ 90 h 108"/>
                <a:gd name="T2" fmla="*/ 12 w 72"/>
                <a:gd name="T3" fmla="*/ 102 h 108"/>
                <a:gd name="T4" fmla="*/ 24 w 72"/>
                <a:gd name="T5" fmla="*/ 108 h 108"/>
                <a:gd name="T6" fmla="*/ 48 w 72"/>
                <a:gd name="T7" fmla="*/ 108 h 108"/>
                <a:gd name="T8" fmla="*/ 66 w 72"/>
                <a:gd name="T9" fmla="*/ 96 h 108"/>
                <a:gd name="T10" fmla="*/ 72 w 72"/>
                <a:gd name="T11" fmla="*/ 66 h 108"/>
                <a:gd name="T12" fmla="*/ 66 w 72"/>
                <a:gd name="T13" fmla="*/ 42 h 108"/>
                <a:gd name="T14" fmla="*/ 60 w 72"/>
                <a:gd name="T15" fmla="*/ 18 h 108"/>
                <a:gd name="T16" fmla="*/ 48 w 72"/>
                <a:gd name="T17" fmla="*/ 6 h 108"/>
                <a:gd name="T18" fmla="*/ 42 w 72"/>
                <a:gd name="T19" fmla="*/ 0 h 108"/>
                <a:gd name="T20" fmla="*/ 42 w 72"/>
                <a:gd name="T21" fmla="*/ 0 h 108"/>
                <a:gd name="T22" fmla="*/ 36 w 72"/>
                <a:gd name="T23" fmla="*/ 0 h 108"/>
                <a:gd name="T24" fmla="*/ 18 w 72"/>
                <a:gd name="T25" fmla="*/ 24 h 108"/>
                <a:gd name="T26" fmla="*/ 6 w 72"/>
                <a:gd name="T27" fmla="*/ 48 h 108"/>
                <a:gd name="T28" fmla="*/ 0 w 72"/>
                <a:gd name="T29" fmla="*/ 66 h 108"/>
                <a:gd name="T30" fmla="*/ 0 w 72"/>
                <a:gd name="T31" fmla="*/ 90 h 108"/>
                <a:gd name="T32" fmla="*/ 0 w 72"/>
                <a:gd name="T33" fmla="*/ 90 h 108"/>
                <a:gd name="T34" fmla="*/ 12 w 72"/>
                <a:gd name="T35" fmla="*/ 66 h 108"/>
                <a:gd name="T36" fmla="*/ 18 w 72"/>
                <a:gd name="T37" fmla="*/ 48 h 108"/>
                <a:gd name="T38" fmla="*/ 24 w 72"/>
                <a:gd name="T39" fmla="*/ 36 h 108"/>
                <a:gd name="T40" fmla="*/ 30 w 72"/>
                <a:gd name="T41" fmla="*/ 24 h 108"/>
                <a:gd name="T42" fmla="*/ 36 w 72"/>
                <a:gd name="T43" fmla="*/ 18 h 108"/>
                <a:gd name="T44" fmla="*/ 54 w 72"/>
                <a:gd name="T45" fmla="*/ 30 h 108"/>
                <a:gd name="T46" fmla="*/ 60 w 72"/>
                <a:gd name="T47" fmla="*/ 48 h 108"/>
                <a:gd name="T48" fmla="*/ 66 w 72"/>
                <a:gd name="T49" fmla="*/ 72 h 108"/>
                <a:gd name="T50" fmla="*/ 66 w 72"/>
                <a:gd name="T51" fmla="*/ 84 h 108"/>
                <a:gd name="T52" fmla="*/ 54 w 72"/>
                <a:gd name="T53" fmla="*/ 96 h 108"/>
                <a:gd name="T54" fmla="*/ 30 w 72"/>
                <a:gd name="T55" fmla="*/ 102 h 108"/>
                <a:gd name="T56" fmla="*/ 24 w 72"/>
                <a:gd name="T57" fmla="*/ 96 h 108"/>
                <a:gd name="T58" fmla="*/ 12 w 72"/>
                <a:gd name="T59" fmla="*/ 90 h 108"/>
                <a:gd name="T60" fmla="*/ 12 w 72"/>
                <a:gd name="T61" fmla="*/ 78 h 108"/>
                <a:gd name="T62" fmla="*/ 12 w 72"/>
                <a:gd name="T63" fmla="*/ 66 h 108"/>
                <a:gd name="T64" fmla="*/ 12 w 72"/>
                <a:gd name="T65" fmla="*/ 6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48" y="108"/>
                  </a:lnTo>
                  <a:lnTo>
                    <a:pt x="66" y="96"/>
                  </a:lnTo>
                  <a:lnTo>
                    <a:pt x="72" y="66"/>
                  </a:lnTo>
                  <a:lnTo>
                    <a:pt x="66" y="42"/>
                  </a:lnTo>
                  <a:lnTo>
                    <a:pt x="60" y="18"/>
                  </a:lnTo>
                  <a:lnTo>
                    <a:pt x="48" y="6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18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24" y="36"/>
                  </a:lnTo>
                  <a:lnTo>
                    <a:pt x="30" y="24"/>
                  </a:lnTo>
                  <a:lnTo>
                    <a:pt x="36" y="18"/>
                  </a:lnTo>
                  <a:lnTo>
                    <a:pt x="54" y="30"/>
                  </a:lnTo>
                  <a:lnTo>
                    <a:pt x="60" y="48"/>
                  </a:lnTo>
                  <a:lnTo>
                    <a:pt x="66" y="72"/>
                  </a:lnTo>
                  <a:lnTo>
                    <a:pt x="66" y="84"/>
                  </a:lnTo>
                  <a:lnTo>
                    <a:pt x="54" y="96"/>
                  </a:lnTo>
                  <a:lnTo>
                    <a:pt x="30" y="102"/>
                  </a:lnTo>
                  <a:lnTo>
                    <a:pt x="24" y="96"/>
                  </a:lnTo>
                  <a:lnTo>
                    <a:pt x="12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92" name="Rectangle 32">
              <a:extLst>
                <a:ext uri="{FF2B5EF4-FFF2-40B4-BE49-F238E27FC236}">
                  <a16:creationId xmlns:a16="http://schemas.microsoft.com/office/drawing/2014/main" id="{D03FBB52-9D4D-79A1-84DE-04C4BFFB134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238" y="1773"/>
              <a:ext cx="173" cy="2539"/>
            </a:xfrm>
            <a:prstGeom prst="rect">
              <a:avLst/>
            </a:pr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93" name="Rectangle 33">
              <a:extLst>
                <a:ext uri="{FF2B5EF4-FFF2-40B4-BE49-F238E27FC236}">
                  <a16:creationId xmlns:a16="http://schemas.microsoft.com/office/drawing/2014/main" id="{7C6C66F8-A7C4-0D41-B3FF-AC90F3029D6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288" y="1545"/>
              <a:ext cx="76" cy="24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94" name="AutoShape 34">
              <a:extLst>
                <a:ext uri="{FF2B5EF4-FFF2-40B4-BE49-F238E27FC236}">
                  <a16:creationId xmlns:a16="http://schemas.microsoft.com/office/drawing/2014/main" id="{E71CBF9B-0770-646C-EEEB-DC0D04373250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220" y="1743"/>
              <a:ext cx="205" cy="52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95" name="Freeform 35">
              <a:extLst>
                <a:ext uri="{FF2B5EF4-FFF2-40B4-BE49-F238E27FC236}">
                  <a16:creationId xmlns:a16="http://schemas.microsoft.com/office/drawing/2014/main" id="{2C42B612-EA2E-5E34-FAA9-7F60E5508988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306" y="1529"/>
              <a:ext cx="252" cy="1576"/>
            </a:xfrm>
            <a:custGeom>
              <a:avLst/>
              <a:gdLst>
                <a:gd name="T0" fmla="*/ 252 w 252"/>
                <a:gd name="T1" fmla="*/ 1576 h 1576"/>
                <a:gd name="T2" fmla="*/ 12 w 252"/>
                <a:gd name="T3" fmla="*/ 84 h 1576"/>
                <a:gd name="T4" fmla="*/ 12 w 252"/>
                <a:gd name="T5" fmla="*/ 60 h 1576"/>
                <a:gd name="T6" fmla="*/ 0 w 252"/>
                <a:gd name="T7" fmla="*/ 12 h 1576"/>
                <a:gd name="T8" fmla="*/ 72 w 252"/>
                <a:gd name="T9" fmla="*/ 0 h 1576"/>
                <a:gd name="T10" fmla="*/ 72 w 252"/>
                <a:gd name="T11" fmla="*/ 0 h 1576"/>
                <a:gd name="T12" fmla="*/ 78 w 252"/>
                <a:gd name="T13" fmla="*/ 48 h 1576"/>
                <a:gd name="T14" fmla="*/ 88 w 252"/>
                <a:gd name="T15" fmla="*/ 66 h 1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2" h="1576">
                  <a:moveTo>
                    <a:pt x="252" y="1576"/>
                  </a:moveTo>
                  <a:lnTo>
                    <a:pt x="12" y="84"/>
                  </a:lnTo>
                  <a:lnTo>
                    <a:pt x="12" y="60"/>
                  </a:lnTo>
                  <a:lnTo>
                    <a:pt x="0" y="12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8" y="48"/>
                  </a:lnTo>
                  <a:lnTo>
                    <a:pt x="88" y="66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96" name="Freeform 36">
              <a:extLst>
                <a:ext uri="{FF2B5EF4-FFF2-40B4-BE49-F238E27FC236}">
                  <a16:creationId xmlns:a16="http://schemas.microsoft.com/office/drawing/2014/main" id="{00BE185A-F72B-7B59-D9D6-2F43AF8C8689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169" y="1421"/>
              <a:ext cx="317" cy="138"/>
            </a:xfrm>
            <a:custGeom>
              <a:avLst/>
              <a:gdLst>
                <a:gd name="T0" fmla="*/ 161 w 316"/>
                <a:gd name="T1" fmla="*/ 0 h 138"/>
                <a:gd name="T2" fmla="*/ 227 w 316"/>
                <a:gd name="T3" fmla="*/ 6 h 138"/>
                <a:gd name="T4" fmla="*/ 275 w 316"/>
                <a:gd name="T5" fmla="*/ 36 h 138"/>
                <a:gd name="T6" fmla="*/ 304 w 316"/>
                <a:gd name="T7" fmla="*/ 78 h 138"/>
                <a:gd name="T8" fmla="*/ 316 w 316"/>
                <a:gd name="T9" fmla="*/ 138 h 138"/>
                <a:gd name="T10" fmla="*/ 0 w 316"/>
                <a:gd name="T11" fmla="*/ 138 h 138"/>
                <a:gd name="T12" fmla="*/ 11 w 316"/>
                <a:gd name="T13" fmla="*/ 78 h 138"/>
                <a:gd name="T14" fmla="*/ 47 w 316"/>
                <a:gd name="T15" fmla="*/ 36 h 138"/>
                <a:gd name="T16" fmla="*/ 95 w 316"/>
                <a:gd name="T17" fmla="*/ 6 h 138"/>
                <a:gd name="T18" fmla="*/ 161 w 316"/>
                <a:gd name="T19" fmla="*/ 0 h 138"/>
                <a:gd name="T20" fmla="*/ 161 w 316"/>
                <a:gd name="T21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6" h="138">
                  <a:moveTo>
                    <a:pt x="161" y="0"/>
                  </a:moveTo>
                  <a:lnTo>
                    <a:pt x="227" y="6"/>
                  </a:lnTo>
                  <a:lnTo>
                    <a:pt x="275" y="36"/>
                  </a:lnTo>
                  <a:lnTo>
                    <a:pt x="304" y="78"/>
                  </a:lnTo>
                  <a:lnTo>
                    <a:pt x="316" y="138"/>
                  </a:lnTo>
                  <a:lnTo>
                    <a:pt x="0" y="138"/>
                  </a:lnTo>
                  <a:lnTo>
                    <a:pt x="11" y="78"/>
                  </a:lnTo>
                  <a:lnTo>
                    <a:pt x="47" y="36"/>
                  </a:lnTo>
                  <a:lnTo>
                    <a:pt x="95" y="6"/>
                  </a:lnTo>
                  <a:lnTo>
                    <a:pt x="161" y="0"/>
                  </a:lnTo>
                  <a:lnTo>
                    <a:pt x="16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5397" name="Rectangle 37">
            <a:extLst>
              <a:ext uri="{FF2B5EF4-FFF2-40B4-BE49-F238E27FC236}">
                <a16:creationId xmlns:a16="http://schemas.microsoft.com/office/drawing/2014/main" id="{374D3967-8EF0-BDF3-1661-5688F3B29FF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5398" name="Rectangle 38">
            <a:extLst>
              <a:ext uri="{FF2B5EF4-FFF2-40B4-BE49-F238E27FC236}">
                <a16:creationId xmlns:a16="http://schemas.microsoft.com/office/drawing/2014/main" id="{D409DEE9-EABE-BAE9-1B3C-32390D7CDC6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5399" name="Rectangle 39">
            <a:extLst>
              <a:ext uri="{FF2B5EF4-FFF2-40B4-BE49-F238E27FC236}">
                <a16:creationId xmlns:a16="http://schemas.microsoft.com/office/drawing/2014/main" id="{54B917AE-DFF1-D75E-147B-62D785DC0A3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5400" name="Rectangle 40">
            <a:extLst>
              <a:ext uri="{FF2B5EF4-FFF2-40B4-BE49-F238E27FC236}">
                <a16:creationId xmlns:a16="http://schemas.microsoft.com/office/drawing/2014/main" id="{58A15746-3244-C03C-DCFC-C9623FA0F29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5401" name="Rectangle 41">
            <a:extLst>
              <a:ext uri="{FF2B5EF4-FFF2-40B4-BE49-F238E27FC236}">
                <a16:creationId xmlns:a16="http://schemas.microsoft.com/office/drawing/2014/main" id="{0E2D2CBF-A989-8462-ADDE-0588FD7FE30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1E8473F-EACC-474D-8006-6AA87FF9E61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6CB03-5B52-0F50-66DC-DF3C8B242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3C5AD2-4E3F-F366-CE68-0F9E1DDA9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31D81C-F924-640A-FC53-DE207A4AA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2DC909-01F3-EF40-4121-3FB434A89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E7B8AD-E53D-2E43-8D23-151404368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2AB429-F69C-40E9-858D-509FB85276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3358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068F04-2B7A-5215-98A4-22E1C0EE8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407EAD-0BFD-97C2-8373-FF8C34506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BB3F43-3CBA-575E-8AA1-AF3519E0E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5A959E-CCDA-BCB2-9FA6-9C787F900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1EAF40-82DF-646F-3AF9-8B20B5063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A2FCD9-41D8-496A-89FC-8F12978D15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19652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24692-7BBD-DFEE-5A59-E9621B247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68F653-A114-0323-382C-49022E824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4D87D0-0C5D-AF34-B32C-9999496D8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91371E-9485-AE29-2F1D-51B4702AA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C179AC-0358-CBBA-8497-8EBDD2BD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270BCA-D0D4-5102-59F4-A2701622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895090-0FD9-4718-B019-3DF7978B6C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86068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280046-69B1-4B28-F22F-BE323D748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9BA644-E817-A68D-EDE8-DB558E5BD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933D54-FFA4-C754-61E0-60414B063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E149177-FF1C-DDBD-7815-AFF946EEF0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D23340B-1AF5-E8F3-E6E2-E5BCC1B95E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FAB090E-DD76-47D8-9070-E0C3CE440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0582F7D-FE0D-1250-2994-86F83869B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D278912-92C1-24EE-11AC-A4CDA9853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49F691-C7D5-45BE-A21F-F3725BAE6B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85914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B20BDE-C715-499A-03BE-6FFD2A1EE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00D0C59-876E-BA44-6DE6-8B845361B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6BCB928-9199-89CE-C474-891C3EAA3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6089132-B657-5EAF-F1BC-335F6D0E1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E09EAF-EA8B-4315-BB6E-13C912C2A3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01445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99AD551-1C9F-9063-09B9-D91E28BFA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7ABEC18-5C62-636C-F6B5-D2DB672A5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05A4BD7-1918-F7FA-C92E-4AEA04974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D8B76E-A57E-45DC-9A6B-82D9E5471E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48237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95673-8B5A-A3F8-6D5D-A2B49B52C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E2D058-76D9-3D54-7996-B53EC4316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0B1AA0B-3440-D100-CFB2-0819AB94E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78B885-F292-988A-4CAC-B363012BB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0DE354-2B63-FF57-0539-5653CCD54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EF2C60-E39B-31BA-7BE1-B1B8364CB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BD9701-EE6B-4F2C-B09E-E7D0525A4C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41281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39063-3BF6-E963-FB8F-ED05AFFF9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C5A4438-3FF6-77F9-7860-33F4683014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CD9DFA4-09B8-2396-C01E-E6E856526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140F751-C201-8E8A-255C-C09AB4591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B30515-DC3D-8A84-82EA-FE6BB131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B95886-B470-41E1-B0B9-122D7A02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C1CBB8-2E22-4C86-A123-6FF37F872A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63792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5C1077-E581-4FF2-E033-7C15BBF94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0AE9B98-BA9F-31EA-0EC6-9B050D592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A36996-B777-9878-7E68-EF88E5300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C7B670-02DD-C83A-B42A-7B5FD4AC3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09AAED-9517-8D03-A083-66D549E63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5C6546-BA02-4822-A860-00473CFD29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53242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AD0A618-F1C8-D7F6-B233-144562AE15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42A307B-4EB3-77C8-0326-575010355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0BDC74-95CC-BDB2-6FFC-522A22F2A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F54A5F-986C-3247-AC80-1996FDB4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3C538B-1BBE-57D7-8089-92A8604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B8FC02-4DBF-4225-81C7-6EA3456EB9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0159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>
            <a:extLst>
              <a:ext uri="{FF2B5EF4-FFF2-40B4-BE49-F238E27FC236}">
                <a16:creationId xmlns:a16="http://schemas.microsoft.com/office/drawing/2014/main" id="{BE825F86-04E9-4C49-54EF-99FF7F5035F2}"/>
              </a:ext>
            </a:extLst>
          </p:cNvPr>
          <p:cNvGrpSpPr>
            <a:grpSpLocks/>
          </p:cNvGrpSpPr>
          <p:nvPr/>
        </p:nvGrpSpPr>
        <p:grpSpPr bwMode="auto">
          <a:xfrm>
            <a:off x="3800475" y="1789113"/>
            <a:ext cx="5340350" cy="5056187"/>
            <a:chOff x="2394" y="1127"/>
            <a:chExt cx="3364" cy="3185"/>
          </a:xfrm>
        </p:grpSpPr>
        <p:sp>
          <p:nvSpPr>
            <p:cNvPr id="14339" name="Rectangle 3">
              <a:extLst>
                <a:ext uri="{FF2B5EF4-FFF2-40B4-BE49-F238E27FC236}">
                  <a16:creationId xmlns:a16="http://schemas.microsoft.com/office/drawing/2014/main" id="{92D479DA-DC1E-A356-B821-3E10106FF851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4230" y="1365"/>
              <a:ext cx="197" cy="10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40" name="Oval 4">
              <a:extLst>
                <a:ext uri="{FF2B5EF4-FFF2-40B4-BE49-F238E27FC236}">
                  <a16:creationId xmlns:a16="http://schemas.microsoft.com/office/drawing/2014/main" id="{80278D9B-655A-9BC7-F5EA-4CC491F9E04A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4299" y="1185"/>
              <a:ext cx="47" cy="47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41" name="Rectangle 5">
              <a:extLst>
                <a:ext uri="{FF2B5EF4-FFF2-40B4-BE49-F238E27FC236}">
                  <a16:creationId xmlns:a16="http://schemas.microsoft.com/office/drawing/2014/main" id="{1DA673BA-43BC-6183-0F29-DBEC6E555EFC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 rot="995337">
              <a:off x="5205" y="1495"/>
              <a:ext cx="6" cy="20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42" name="Freeform 6">
              <a:extLst>
                <a:ext uri="{FF2B5EF4-FFF2-40B4-BE49-F238E27FC236}">
                  <a16:creationId xmlns:a16="http://schemas.microsoft.com/office/drawing/2014/main" id="{F0F59C4C-260A-8A31-6BFD-003763AB4585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4871" y="3508"/>
              <a:ext cx="66" cy="96"/>
            </a:xfrm>
            <a:custGeom>
              <a:avLst/>
              <a:gdLst>
                <a:gd name="T0" fmla="*/ 18 w 66"/>
                <a:gd name="T1" fmla="*/ 96 h 96"/>
                <a:gd name="T2" fmla="*/ 42 w 66"/>
                <a:gd name="T3" fmla="*/ 78 h 96"/>
                <a:gd name="T4" fmla="*/ 60 w 66"/>
                <a:gd name="T5" fmla="*/ 60 h 96"/>
                <a:gd name="T6" fmla="*/ 66 w 66"/>
                <a:gd name="T7" fmla="*/ 36 h 96"/>
                <a:gd name="T8" fmla="*/ 60 w 66"/>
                <a:gd name="T9" fmla="*/ 12 h 96"/>
                <a:gd name="T10" fmla="*/ 36 w 66"/>
                <a:gd name="T11" fmla="*/ 0 h 96"/>
                <a:gd name="T12" fmla="*/ 24 w 66"/>
                <a:gd name="T13" fmla="*/ 6 h 96"/>
                <a:gd name="T14" fmla="*/ 12 w 66"/>
                <a:gd name="T15" fmla="*/ 12 h 96"/>
                <a:gd name="T16" fmla="*/ 0 w 66"/>
                <a:gd name="T17" fmla="*/ 36 h 96"/>
                <a:gd name="T18" fmla="*/ 0 w 66"/>
                <a:gd name="T19" fmla="*/ 60 h 96"/>
                <a:gd name="T20" fmla="*/ 12 w 66"/>
                <a:gd name="T21" fmla="*/ 84 h 96"/>
                <a:gd name="T22" fmla="*/ 18 w 66"/>
                <a:gd name="T23" fmla="*/ 96 h 96"/>
                <a:gd name="T24" fmla="*/ 18 w 66"/>
                <a:gd name="T25" fmla="*/ 96 h 96"/>
                <a:gd name="T26" fmla="*/ 42 w 66"/>
                <a:gd name="T27" fmla="*/ 18 h 96"/>
                <a:gd name="T28" fmla="*/ 54 w 66"/>
                <a:gd name="T29" fmla="*/ 24 h 96"/>
                <a:gd name="T30" fmla="*/ 60 w 66"/>
                <a:gd name="T31" fmla="*/ 36 h 96"/>
                <a:gd name="T32" fmla="*/ 60 w 66"/>
                <a:gd name="T33" fmla="*/ 48 h 96"/>
                <a:gd name="T34" fmla="*/ 54 w 66"/>
                <a:gd name="T35" fmla="*/ 54 h 96"/>
                <a:gd name="T36" fmla="*/ 36 w 66"/>
                <a:gd name="T37" fmla="*/ 72 h 96"/>
                <a:gd name="T38" fmla="*/ 24 w 66"/>
                <a:gd name="T39" fmla="*/ 78 h 96"/>
                <a:gd name="T40" fmla="*/ 24 w 66"/>
                <a:gd name="T41" fmla="*/ 78 h 96"/>
                <a:gd name="T42" fmla="*/ 12 w 66"/>
                <a:gd name="T43" fmla="*/ 48 h 96"/>
                <a:gd name="T44" fmla="*/ 18 w 66"/>
                <a:gd name="T45" fmla="*/ 24 h 96"/>
                <a:gd name="T46" fmla="*/ 30 w 66"/>
                <a:gd name="T47" fmla="*/ 18 h 96"/>
                <a:gd name="T48" fmla="*/ 42 w 66"/>
                <a:gd name="T49" fmla="*/ 18 h 96"/>
                <a:gd name="T50" fmla="*/ 42 w 66"/>
                <a:gd name="T51" fmla="*/ 1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6" h="96">
                  <a:moveTo>
                    <a:pt x="18" y="96"/>
                  </a:moveTo>
                  <a:lnTo>
                    <a:pt x="42" y="78"/>
                  </a:lnTo>
                  <a:lnTo>
                    <a:pt x="60" y="60"/>
                  </a:lnTo>
                  <a:lnTo>
                    <a:pt x="66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0" y="60"/>
                  </a:lnTo>
                  <a:lnTo>
                    <a:pt x="12" y="84"/>
                  </a:lnTo>
                  <a:lnTo>
                    <a:pt x="18" y="96"/>
                  </a:lnTo>
                  <a:lnTo>
                    <a:pt x="18" y="96"/>
                  </a:lnTo>
                  <a:close/>
                  <a:moveTo>
                    <a:pt x="42" y="18"/>
                  </a:moveTo>
                  <a:lnTo>
                    <a:pt x="54" y="24"/>
                  </a:lnTo>
                  <a:lnTo>
                    <a:pt x="60" y="36"/>
                  </a:lnTo>
                  <a:lnTo>
                    <a:pt x="60" y="48"/>
                  </a:lnTo>
                  <a:lnTo>
                    <a:pt x="54" y="54"/>
                  </a:lnTo>
                  <a:lnTo>
                    <a:pt x="36" y="72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12" y="48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43" name="Rectangle 7">
              <a:extLst>
                <a:ext uri="{FF2B5EF4-FFF2-40B4-BE49-F238E27FC236}">
                  <a16:creationId xmlns:a16="http://schemas.microsoft.com/office/drawing/2014/main" id="{CF2ACCF1-0A67-F51A-70B2-BEAF635EEB36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 rot="91736">
              <a:off x="5487" y="1535"/>
              <a:ext cx="6" cy="1998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44" name="Rectangle 8">
              <a:extLst>
                <a:ext uri="{FF2B5EF4-FFF2-40B4-BE49-F238E27FC236}">
                  <a16:creationId xmlns:a16="http://schemas.microsoft.com/office/drawing/2014/main" id="{8D745290-3408-230F-6F66-4F64DF4C7C72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 rot="-926223">
              <a:off x="5640" y="1521"/>
              <a:ext cx="6" cy="881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45" name="Rectangle 9">
              <a:extLst>
                <a:ext uri="{FF2B5EF4-FFF2-40B4-BE49-F238E27FC236}">
                  <a16:creationId xmlns:a16="http://schemas.microsoft.com/office/drawing/2014/main" id="{3739B12B-C2D5-7423-D7F2-EC5F066E1516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 rot="-1140313">
              <a:off x="3444" y="1816"/>
              <a:ext cx="6" cy="203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46" name="Rectangle 10">
              <a:extLst>
                <a:ext uri="{FF2B5EF4-FFF2-40B4-BE49-F238E27FC236}">
                  <a16:creationId xmlns:a16="http://schemas.microsoft.com/office/drawing/2014/main" id="{9E21AB2E-A9D3-AD88-84B5-DF0CDDD95721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 rot="1114412">
              <a:off x="2757" y="1821"/>
              <a:ext cx="6" cy="2119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47" name="Rectangle 11">
              <a:extLst>
                <a:ext uri="{FF2B5EF4-FFF2-40B4-BE49-F238E27FC236}">
                  <a16:creationId xmlns:a16="http://schemas.microsoft.com/office/drawing/2014/main" id="{14DDEFB7-37F0-9D66-3425-E930EE4EAEEA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 rot="254676">
              <a:off x="3035" y="1870"/>
              <a:ext cx="6" cy="190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48" name="Freeform 12">
              <a:extLst>
                <a:ext uri="{FF2B5EF4-FFF2-40B4-BE49-F238E27FC236}">
                  <a16:creationId xmlns:a16="http://schemas.microsoft.com/office/drawing/2014/main" id="{3AE75536-FAA8-39FF-B3F2-26FB8D7520A8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4007" y="3021"/>
              <a:ext cx="623" cy="156"/>
            </a:xfrm>
            <a:custGeom>
              <a:avLst/>
              <a:gdLst>
                <a:gd name="T0" fmla="*/ 6 w 623"/>
                <a:gd name="T1" fmla="*/ 18 h 156"/>
                <a:gd name="T2" fmla="*/ 162 w 623"/>
                <a:gd name="T3" fmla="*/ 36 h 156"/>
                <a:gd name="T4" fmla="*/ 251 w 623"/>
                <a:gd name="T5" fmla="*/ 36 h 156"/>
                <a:gd name="T6" fmla="*/ 354 w 623"/>
                <a:gd name="T7" fmla="*/ 30 h 156"/>
                <a:gd name="T8" fmla="*/ 473 w 623"/>
                <a:gd name="T9" fmla="*/ 18 h 156"/>
                <a:gd name="T10" fmla="*/ 611 w 623"/>
                <a:gd name="T11" fmla="*/ 0 h 156"/>
                <a:gd name="T12" fmla="*/ 623 w 623"/>
                <a:gd name="T13" fmla="*/ 114 h 156"/>
                <a:gd name="T14" fmla="*/ 497 w 623"/>
                <a:gd name="T15" fmla="*/ 138 h 156"/>
                <a:gd name="T16" fmla="*/ 414 w 623"/>
                <a:gd name="T17" fmla="*/ 150 h 156"/>
                <a:gd name="T18" fmla="*/ 318 w 623"/>
                <a:gd name="T19" fmla="*/ 156 h 156"/>
                <a:gd name="T20" fmla="*/ 215 w 623"/>
                <a:gd name="T21" fmla="*/ 156 h 156"/>
                <a:gd name="T22" fmla="*/ 108 w 623"/>
                <a:gd name="T23" fmla="*/ 150 h 156"/>
                <a:gd name="T24" fmla="*/ 0 w 623"/>
                <a:gd name="T25" fmla="*/ 132 h 156"/>
                <a:gd name="T26" fmla="*/ 6 w 623"/>
                <a:gd name="T27" fmla="*/ 18 h 156"/>
                <a:gd name="T28" fmla="*/ 6 w 623"/>
                <a:gd name="T29" fmla="*/ 1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23" h="156">
                  <a:moveTo>
                    <a:pt x="6" y="18"/>
                  </a:moveTo>
                  <a:lnTo>
                    <a:pt x="162" y="36"/>
                  </a:lnTo>
                  <a:lnTo>
                    <a:pt x="251" y="36"/>
                  </a:lnTo>
                  <a:lnTo>
                    <a:pt x="354" y="30"/>
                  </a:lnTo>
                  <a:lnTo>
                    <a:pt x="473" y="18"/>
                  </a:lnTo>
                  <a:lnTo>
                    <a:pt x="611" y="0"/>
                  </a:lnTo>
                  <a:lnTo>
                    <a:pt x="623" y="114"/>
                  </a:lnTo>
                  <a:lnTo>
                    <a:pt x="497" y="138"/>
                  </a:lnTo>
                  <a:lnTo>
                    <a:pt x="414" y="150"/>
                  </a:lnTo>
                  <a:lnTo>
                    <a:pt x="318" y="156"/>
                  </a:lnTo>
                  <a:lnTo>
                    <a:pt x="215" y="156"/>
                  </a:lnTo>
                  <a:lnTo>
                    <a:pt x="108" y="150"/>
                  </a:lnTo>
                  <a:lnTo>
                    <a:pt x="0" y="132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49" name="Freeform 13">
              <a:extLst>
                <a:ext uri="{FF2B5EF4-FFF2-40B4-BE49-F238E27FC236}">
                  <a16:creationId xmlns:a16="http://schemas.microsoft.com/office/drawing/2014/main" id="{0D4C1482-7491-B977-A50E-3F586A793ED6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4762" y="3591"/>
              <a:ext cx="996" cy="126"/>
            </a:xfrm>
            <a:custGeom>
              <a:avLst/>
              <a:gdLst>
                <a:gd name="T0" fmla="*/ 754 w 993"/>
                <a:gd name="T1" fmla="*/ 6 h 126"/>
                <a:gd name="T2" fmla="*/ 652 w 993"/>
                <a:gd name="T3" fmla="*/ 6 h 126"/>
                <a:gd name="T4" fmla="*/ 563 w 993"/>
                <a:gd name="T5" fmla="*/ 6 h 126"/>
                <a:gd name="T6" fmla="*/ 479 w 993"/>
                <a:gd name="T7" fmla="*/ 6 h 126"/>
                <a:gd name="T8" fmla="*/ 401 w 993"/>
                <a:gd name="T9" fmla="*/ 6 h 126"/>
                <a:gd name="T10" fmla="*/ 335 w 993"/>
                <a:gd name="T11" fmla="*/ 0 h 126"/>
                <a:gd name="T12" fmla="*/ 276 w 993"/>
                <a:gd name="T13" fmla="*/ 0 h 126"/>
                <a:gd name="T14" fmla="*/ 222 w 993"/>
                <a:gd name="T15" fmla="*/ 0 h 126"/>
                <a:gd name="T16" fmla="*/ 180 w 993"/>
                <a:gd name="T17" fmla="*/ 6 h 126"/>
                <a:gd name="T18" fmla="*/ 138 w 993"/>
                <a:gd name="T19" fmla="*/ 6 h 126"/>
                <a:gd name="T20" fmla="*/ 108 w 993"/>
                <a:gd name="T21" fmla="*/ 6 h 126"/>
                <a:gd name="T22" fmla="*/ 54 w 993"/>
                <a:gd name="T23" fmla="*/ 6 h 126"/>
                <a:gd name="T24" fmla="*/ 24 w 993"/>
                <a:gd name="T25" fmla="*/ 12 h 126"/>
                <a:gd name="T26" fmla="*/ 6 w 993"/>
                <a:gd name="T27" fmla="*/ 18 h 126"/>
                <a:gd name="T28" fmla="*/ 0 w 993"/>
                <a:gd name="T29" fmla="*/ 24 h 126"/>
                <a:gd name="T30" fmla="*/ 12 w 993"/>
                <a:gd name="T31" fmla="*/ 42 h 126"/>
                <a:gd name="T32" fmla="*/ 18 w 993"/>
                <a:gd name="T33" fmla="*/ 48 h 126"/>
                <a:gd name="T34" fmla="*/ 30 w 993"/>
                <a:gd name="T35" fmla="*/ 54 h 126"/>
                <a:gd name="T36" fmla="*/ 60 w 993"/>
                <a:gd name="T37" fmla="*/ 60 h 126"/>
                <a:gd name="T38" fmla="*/ 90 w 993"/>
                <a:gd name="T39" fmla="*/ 72 h 126"/>
                <a:gd name="T40" fmla="*/ 144 w 993"/>
                <a:gd name="T41" fmla="*/ 84 h 126"/>
                <a:gd name="T42" fmla="*/ 210 w 993"/>
                <a:gd name="T43" fmla="*/ 90 h 126"/>
                <a:gd name="T44" fmla="*/ 293 w 993"/>
                <a:gd name="T45" fmla="*/ 102 h 126"/>
                <a:gd name="T46" fmla="*/ 389 w 993"/>
                <a:gd name="T47" fmla="*/ 108 h 126"/>
                <a:gd name="T48" fmla="*/ 503 w 993"/>
                <a:gd name="T49" fmla="*/ 120 h 126"/>
                <a:gd name="T50" fmla="*/ 622 w 993"/>
                <a:gd name="T51" fmla="*/ 120 h 126"/>
                <a:gd name="T52" fmla="*/ 754 w 993"/>
                <a:gd name="T53" fmla="*/ 126 h 126"/>
                <a:gd name="T54" fmla="*/ 873 w 993"/>
                <a:gd name="T55" fmla="*/ 126 h 126"/>
                <a:gd name="T56" fmla="*/ 993 w 993"/>
                <a:gd name="T57" fmla="*/ 126 h 126"/>
                <a:gd name="T58" fmla="*/ 993 w 993"/>
                <a:gd name="T59" fmla="*/ 12 h 126"/>
                <a:gd name="T60" fmla="*/ 879 w 993"/>
                <a:gd name="T61" fmla="*/ 12 h 126"/>
                <a:gd name="T62" fmla="*/ 754 w 993"/>
                <a:gd name="T63" fmla="*/ 6 h 126"/>
                <a:gd name="T64" fmla="*/ 754 w 993"/>
                <a:gd name="T65" fmla="*/ 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93" h="126">
                  <a:moveTo>
                    <a:pt x="754" y="6"/>
                  </a:moveTo>
                  <a:lnTo>
                    <a:pt x="652" y="6"/>
                  </a:lnTo>
                  <a:lnTo>
                    <a:pt x="563" y="6"/>
                  </a:lnTo>
                  <a:lnTo>
                    <a:pt x="479" y="6"/>
                  </a:lnTo>
                  <a:lnTo>
                    <a:pt x="401" y="6"/>
                  </a:lnTo>
                  <a:lnTo>
                    <a:pt x="335" y="0"/>
                  </a:lnTo>
                  <a:lnTo>
                    <a:pt x="276" y="0"/>
                  </a:lnTo>
                  <a:lnTo>
                    <a:pt x="222" y="0"/>
                  </a:lnTo>
                  <a:lnTo>
                    <a:pt x="180" y="6"/>
                  </a:lnTo>
                  <a:lnTo>
                    <a:pt x="138" y="6"/>
                  </a:lnTo>
                  <a:lnTo>
                    <a:pt x="108" y="6"/>
                  </a:lnTo>
                  <a:lnTo>
                    <a:pt x="54" y="6"/>
                  </a:lnTo>
                  <a:lnTo>
                    <a:pt x="24" y="12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12" y="42"/>
                  </a:lnTo>
                  <a:lnTo>
                    <a:pt x="18" y="48"/>
                  </a:lnTo>
                  <a:lnTo>
                    <a:pt x="30" y="54"/>
                  </a:lnTo>
                  <a:lnTo>
                    <a:pt x="60" y="60"/>
                  </a:lnTo>
                  <a:lnTo>
                    <a:pt x="90" y="72"/>
                  </a:lnTo>
                  <a:lnTo>
                    <a:pt x="144" y="84"/>
                  </a:lnTo>
                  <a:lnTo>
                    <a:pt x="210" y="90"/>
                  </a:lnTo>
                  <a:lnTo>
                    <a:pt x="293" y="102"/>
                  </a:lnTo>
                  <a:lnTo>
                    <a:pt x="389" y="108"/>
                  </a:lnTo>
                  <a:lnTo>
                    <a:pt x="503" y="120"/>
                  </a:lnTo>
                  <a:lnTo>
                    <a:pt x="622" y="120"/>
                  </a:lnTo>
                  <a:lnTo>
                    <a:pt x="754" y="126"/>
                  </a:lnTo>
                  <a:lnTo>
                    <a:pt x="873" y="126"/>
                  </a:lnTo>
                  <a:lnTo>
                    <a:pt x="993" y="126"/>
                  </a:lnTo>
                  <a:lnTo>
                    <a:pt x="993" y="12"/>
                  </a:lnTo>
                  <a:lnTo>
                    <a:pt x="879" y="12"/>
                  </a:lnTo>
                  <a:lnTo>
                    <a:pt x="754" y="6"/>
                  </a:lnTo>
                  <a:lnTo>
                    <a:pt x="754" y="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50" name="Freeform 14">
              <a:extLst>
                <a:ext uri="{FF2B5EF4-FFF2-40B4-BE49-F238E27FC236}">
                  <a16:creationId xmlns:a16="http://schemas.microsoft.com/office/drawing/2014/main" id="{4A4CA8AC-09BA-1297-22F6-182D8B41E9FF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4786" y="3645"/>
              <a:ext cx="972" cy="245"/>
            </a:xfrm>
            <a:custGeom>
              <a:avLst/>
              <a:gdLst>
                <a:gd name="T0" fmla="*/ 0 w 969"/>
                <a:gd name="T1" fmla="*/ 0 h 245"/>
                <a:gd name="T2" fmla="*/ 24 w 969"/>
                <a:gd name="T3" fmla="*/ 54 h 245"/>
                <a:gd name="T4" fmla="*/ 66 w 969"/>
                <a:gd name="T5" fmla="*/ 96 h 245"/>
                <a:gd name="T6" fmla="*/ 120 w 969"/>
                <a:gd name="T7" fmla="*/ 137 h 245"/>
                <a:gd name="T8" fmla="*/ 198 w 969"/>
                <a:gd name="T9" fmla="*/ 173 h 245"/>
                <a:gd name="T10" fmla="*/ 293 w 969"/>
                <a:gd name="T11" fmla="*/ 203 h 245"/>
                <a:gd name="T12" fmla="*/ 353 w 969"/>
                <a:gd name="T13" fmla="*/ 215 h 245"/>
                <a:gd name="T14" fmla="*/ 413 w 969"/>
                <a:gd name="T15" fmla="*/ 227 h 245"/>
                <a:gd name="T16" fmla="*/ 479 w 969"/>
                <a:gd name="T17" fmla="*/ 233 h 245"/>
                <a:gd name="T18" fmla="*/ 556 w 969"/>
                <a:gd name="T19" fmla="*/ 239 h 245"/>
                <a:gd name="T20" fmla="*/ 634 w 969"/>
                <a:gd name="T21" fmla="*/ 245 h 245"/>
                <a:gd name="T22" fmla="*/ 724 w 969"/>
                <a:gd name="T23" fmla="*/ 245 h 245"/>
                <a:gd name="T24" fmla="*/ 855 w 969"/>
                <a:gd name="T25" fmla="*/ 245 h 245"/>
                <a:gd name="T26" fmla="*/ 969 w 969"/>
                <a:gd name="T27" fmla="*/ 239 h 245"/>
                <a:gd name="T28" fmla="*/ 969 w 969"/>
                <a:gd name="T29" fmla="*/ 60 h 245"/>
                <a:gd name="T30" fmla="*/ 700 w 969"/>
                <a:gd name="T31" fmla="*/ 60 h 245"/>
                <a:gd name="T32" fmla="*/ 503 w 969"/>
                <a:gd name="T33" fmla="*/ 54 h 245"/>
                <a:gd name="T34" fmla="*/ 317 w 969"/>
                <a:gd name="T35" fmla="*/ 42 h 245"/>
                <a:gd name="T36" fmla="*/ 150 w 969"/>
                <a:gd name="T37" fmla="*/ 24 h 245"/>
                <a:gd name="T38" fmla="*/ 72 w 969"/>
                <a:gd name="T39" fmla="*/ 12 h 245"/>
                <a:gd name="T40" fmla="*/ 0 w 969"/>
                <a:gd name="T41" fmla="*/ 0 h 245"/>
                <a:gd name="T42" fmla="*/ 0 w 969"/>
                <a:gd name="T43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9" h="245">
                  <a:moveTo>
                    <a:pt x="0" y="0"/>
                  </a:moveTo>
                  <a:lnTo>
                    <a:pt x="24" y="54"/>
                  </a:lnTo>
                  <a:lnTo>
                    <a:pt x="66" y="96"/>
                  </a:lnTo>
                  <a:lnTo>
                    <a:pt x="120" y="137"/>
                  </a:lnTo>
                  <a:lnTo>
                    <a:pt x="198" y="173"/>
                  </a:lnTo>
                  <a:lnTo>
                    <a:pt x="293" y="203"/>
                  </a:lnTo>
                  <a:lnTo>
                    <a:pt x="353" y="215"/>
                  </a:lnTo>
                  <a:lnTo>
                    <a:pt x="413" y="227"/>
                  </a:lnTo>
                  <a:lnTo>
                    <a:pt x="479" y="233"/>
                  </a:lnTo>
                  <a:lnTo>
                    <a:pt x="556" y="239"/>
                  </a:lnTo>
                  <a:lnTo>
                    <a:pt x="634" y="245"/>
                  </a:lnTo>
                  <a:lnTo>
                    <a:pt x="724" y="245"/>
                  </a:lnTo>
                  <a:lnTo>
                    <a:pt x="855" y="245"/>
                  </a:lnTo>
                  <a:lnTo>
                    <a:pt x="969" y="239"/>
                  </a:lnTo>
                  <a:lnTo>
                    <a:pt x="969" y="60"/>
                  </a:lnTo>
                  <a:lnTo>
                    <a:pt x="700" y="60"/>
                  </a:lnTo>
                  <a:lnTo>
                    <a:pt x="503" y="54"/>
                  </a:lnTo>
                  <a:lnTo>
                    <a:pt x="317" y="42"/>
                  </a:lnTo>
                  <a:lnTo>
                    <a:pt x="150" y="24"/>
                  </a:lnTo>
                  <a:lnTo>
                    <a:pt x="72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51" name="Freeform 15">
              <a:extLst>
                <a:ext uri="{FF2B5EF4-FFF2-40B4-BE49-F238E27FC236}">
                  <a16:creationId xmlns:a16="http://schemas.microsoft.com/office/drawing/2014/main" id="{65C36148-C073-1DB0-F5E2-62162A768B85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4804" y="3591"/>
              <a:ext cx="954" cy="90"/>
            </a:xfrm>
            <a:custGeom>
              <a:avLst/>
              <a:gdLst>
                <a:gd name="T0" fmla="*/ 700 w 951"/>
                <a:gd name="T1" fmla="*/ 0 h 90"/>
                <a:gd name="T2" fmla="*/ 598 w 951"/>
                <a:gd name="T3" fmla="*/ 0 h 90"/>
                <a:gd name="T4" fmla="*/ 515 w 951"/>
                <a:gd name="T5" fmla="*/ 0 h 90"/>
                <a:gd name="T6" fmla="*/ 431 w 951"/>
                <a:gd name="T7" fmla="*/ 0 h 90"/>
                <a:gd name="T8" fmla="*/ 365 w 951"/>
                <a:gd name="T9" fmla="*/ 0 h 90"/>
                <a:gd name="T10" fmla="*/ 299 w 951"/>
                <a:gd name="T11" fmla="*/ 0 h 90"/>
                <a:gd name="T12" fmla="*/ 245 w 951"/>
                <a:gd name="T13" fmla="*/ 0 h 90"/>
                <a:gd name="T14" fmla="*/ 198 w 951"/>
                <a:gd name="T15" fmla="*/ 0 h 90"/>
                <a:gd name="T16" fmla="*/ 162 w 951"/>
                <a:gd name="T17" fmla="*/ 0 h 90"/>
                <a:gd name="T18" fmla="*/ 126 w 951"/>
                <a:gd name="T19" fmla="*/ 6 h 90"/>
                <a:gd name="T20" fmla="*/ 96 w 951"/>
                <a:gd name="T21" fmla="*/ 6 h 90"/>
                <a:gd name="T22" fmla="*/ 54 w 951"/>
                <a:gd name="T23" fmla="*/ 12 h 90"/>
                <a:gd name="T24" fmla="*/ 30 w 951"/>
                <a:gd name="T25" fmla="*/ 12 h 90"/>
                <a:gd name="T26" fmla="*/ 12 w 951"/>
                <a:gd name="T27" fmla="*/ 18 h 90"/>
                <a:gd name="T28" fmla="*/ 6 w 951"/>
                <a:gd name="T29" fmla="*/ 18 h 90"/>
                <a:gd name="T30" fmla="*/ 0 w 951"/>
                <a:gd name="T31" fmla="*/ 24 h 90"/>
                <a:gd name="T32" fmla="*/ 6 w 951"/>
                <a:gd name="T33" fmla="*/ 30 h 90"/>
                <a:gd name="T34" fmla="*/ 24 w 951"/>
                <a:gd name="T35" fmla="*/ 36 h 90"/>
                <a:gd name="T36" fmla="*/ 54 w 951"/>
                <a:gd name="T37" fmla="*/ 42 h 90"/>
                <a:gd name="T38" fmla="*/ 102 w 951"/>
                <a:gd name="T39" fmla="*/ 54 h 90"/>
                <a:gd name="T40" fmla="*/ 168 w 951"/>
                <a:gd name="T41" fmla="*/ 60 h 90"/>
                <a:gd name="T42" fmla="*/ 251 w 951"/>
                <a:gd name="T43" fmla="*/ 66 h 90"/>
                <a:gd name="T44" fmla="*/ 341 w 951"/>
                <a:gd name="T45" fmla="*/ 78 h 90"/>
                <a:gd name="T46" fmla="*/ 449 w 951"/>
                <a:gd name="T47" fmla="*/ 84 h 90"/>
                <a:gd name="T48" fmla="*/ 568 w 951"/>
                <a:gd name="T49" fmla="*/ 84 h 90"/>
                <a:gd name="T50" fmla="*/ 694 w 951"/>
                <a:gd name="T51" fmla="*/ 90 h 90"/>
                <a:gd name="T52" fmla="*/ 825 w 951"/>
                <a:gd name="T53" fmla="*/ 90 h 90"/>
                <a:gd name="T54" fmla="*/ 951 w 951"/>
                <a:gd name="T55" fmla="*/ 90 h 90"/>
                <a:gd name="T56" fmla="*/ 951 w 951"/>
                <a:gd name="T57" fmla="*/ 6 h 90"/>
                <a:gd name="T58" fmla="*/ 831 w 951"/>
                <a:gd name="T59" fmla="*/ 6 h 90"/>
                <a:gd name="T60" fmla="*/ 772 w 951"/>
                <a:gd name="T61" fmla="*/ 6 h 90"/>
                <a:gd name="T62" fmla="*/ 700 w 951"/>
                <a:gd name="T63" fmla="*/ 0 h 90"/>
                <a:gd name="T64" fmla="*/ 700 w 951"/>
                <a:gd name="T65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51" h="90">
                  <a:moveTo>
                    <a:pt x="700" y="0"/>
                  </a:moveTo>
                  <a:lnTo>
                    <a:pt x="598" y="0"/>
                  </a:lnTo>
                  <a:lnTo>
                    <a:pt x="515" y="0"/>
                  </a:lnTo>
                  <a:lnTo>
                    <a:pt x="431" y="0"/>
                  </a:lnTo>
                  <a:lnTo>
                    <a:pt x="365" y="0"/>
                  </a:lnTo>
                  <a:lnTo>
                    <a:pt x="299" y="0"/>
                  </a:lnTo>
                  <a:lnTo>
                    <a:pt x="245" y="0"/>
                  </a:lnTo>
                  <a:lnTo>
                    <a:pt x="198" y="0"/>
                  </a:lnTo>
                  <a:lnTo>
                    <a:pt x="162" y="0"/>
                  </a:lnTo>
                  <a:lnTo>
                    <a:pt x="126" y="6"/>
                  </a:lnTo>
                  <a:lnTo>
                    <a:pt x="96" y="6"/>
                  </a:lnTo>
                  <a:lnTo>
                    <a:pt x="54" y="12"/>
                  </a:lnTo>
                  <a:lnTo>
                    <a:pt x="30" y="12"/>
                  </a:lnTo>
                  <a:lnTo>
                    <a:pt x="12" y="18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6" y="30"/>
                  </a:lnTo>
                  <a:lnTo>
                    <a:pt x="24" y="36"/>
                  </a:lnTo>
                  <a:lnTo>
                    <a:pt x="54" y="42"/>
                  </a:lnTo>
                  <a:lnTo>
                    <a:pt x="102" y="54"/>
                  </a:lnTo>
                  <a:lnTo>
                    <a:pt x="168" y="60"/>
                  </a:lnTo>
                  <a:lnTo>
                    <a:pt x="251" y="66"/>
                  </a:lnTo>
                  <a:lnTo>
                    <a:pt x="341" y="78"/>
                  </a:lnTo>
                  <a:lnTo>
                    <a:pt x="449" y="84"/>
                  </a:lnTo>
                  <a:lnTo>
                    <a:pt x="568" y="84"/>
                  </a:lnTo>
                  <a:lnTo>
                    <a:pt x="694" y="90"/>
                  </a:lnTo>
                  <a:lnTo>
                    <a:pt x="825" y="90"/>
                  </a:lnTo>
                  <a:lnTo>
                    <a:pt x="951" y="90"/>
                  </a:lnTo>
                  <a:lnTo>
                    <a:pt x="951" y="6"/>
                  </a:lnTo>
                  <a:lnTo>
                    <a:pt x="831" y="6"/>
                  </a:lnTo>
                  <a:lnTo>
                    <a:pt x="772" y="6"/>
                  </a:lnTo>
                  <a:lnTo>
                    <a:pt x="700" y="0"/>
                  </a:lnTo>
                  <a:lnTo>
                    <a:pt x="7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52" name="Freeform 16">
              <a:extLst>
                <a:ext uri="{FF2B5EF4-FFF2-40B4-BE49-F238E27FC236}">
                  <a16:creationId xmlns:a16="http://schemas.microsoft.com/office/drawing/2014/main" id="{1BBA3522-0728-2599-48F8-04431590D691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3059" y="1541"/>
              <a:ext cx="102" cy="155"/>
            </a:xfrm>
            <a:custGeom>
              <a:avLst/>
              <a:gdLst>
                <a:gd name="T0" fmla="*/ 102 w 102"/>
                <a:gd name="T1" fmla="*/ 0 h 155"/>
                <a:gd name="T2" fmla="*/ 0 w 102"/>
                <a:gd name="T3" fmla="*/ 12 h 155"/>
                <a:gd name="T4" fmla="*/ 30 w 102"/>
                <a:gd name="T5" fmla="*/ 72 h 155"/>
                <a:gd name="T6" fmla="*/ 30 w 102"/>
                <a:gd name="T7" fmla="*/ 155 h 155"/>
                <a:gd name="T8" fmla="*/ 72 w 102"/>
                <a:gd name="T9" fmla="*/ 155 h 155"/>
                <a:gd name="T10" fmla="*/ 72 w 102"/>
                <a:gd name="T11" fmla="*/ 66 h 155"/>
                <a:gd name="T12" fmla="*/ 102 w 102"/>
                <a:gd name="T13" fmla="*/ 0 h 155"/>
                <a:gd name="T14" fmla="*/ 102 w 102"/>
                <a:gd name="T1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155">
                  <a:moveTo>
                    <a:pt x="102" y="0"/>
                  </a:moveTo>
                  <a:lnTo>
                    <a:pt x="0" y="12"/>
                  </a:lnTo>
                  <a:lnTo>
                    <a:pt x="30" y="72"/>
                  </a:lnTo>
                  <a:lnTo>
                    <a:pt x="30" y="155"/>
                  </a:lnTo>
                  <a:lnTo>
                    <a:pt x="72" y="155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53" name="Freeform 17">
              <a:extLst>
                <a:ext uri="{FF2B5EF4-FFF2-40B4-BE49-F238E27FC236}">
                  <a16:creationId xmlns:a16="http://schemas.microsoft.com/office/drawing/2014/main" id="{860844EE-787B-F0D4-83AD-5E3EC03E597B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3059" y="1690"/>
              <a:ext cx="90" cy="96"/>
            </a:xfrm>
            <a:custGeom>
              <a:avLst/>
              <a:gdLst>
                <a:gd name="T0" fmla="*/ 48 w 90"/>
                <a:gd name="T1" fmla="*/ 96 h 96"/>
                <a:gd name="T2" fmla="*/ 72 w 90"/>
                <a:gd name="T3" fmla="*/ 72 h 96"/>
                <a:gd name="T4" fmla="*/ 84 w 90"/>
                <a:gd name="T5" fmla="*/ 48 h 96"/>
                <a:gd name="T6" fmla="*/ 90 w 90"/>
                <a:gd name="T7" fmla="*/ 36 h 96"/>
                <a:gd name="T8" fmla="*/ 84 w 90"/>
                <a:gd name="T9" fmla="*/ 24 h 96"/>
                <a:gd name="T10" fmla="*/ 66 w 90"/>
                <a:gd name="T11" fmla="*/ 6 h 96"/>
                <a:gd name="T12" fmla="*/ 42 w 90"/>
                <a:gd name="T13" fmla="*/ 0 h 96"/>
                <a:gd name="T14" fmla="*/ 24 w 90"/>
                <a:gd name="T15" fmla="*/ 0 h 96"/>
                <a:gd name="T16" fmla="*/ 12 w 90"/>
                <a:gd name="T17" fmla="*/ 12 h 96"/>
                <a:gd name="T18" fmla="*/ 6 w 90"/>
                <a:gd name="T19" fmla="*/ 24 h 96"/>
                <a:gd name="T20" fmla="*/ 0 w 90"/>
                <a:gd name="T21" fmla="*/ 36 h 96"/>
                <a:gd name="T22" fmla="*/ 12 w 90"/>
                <a:gd name="T23" fmla="*/ 66 h 96"/>
                <a:gd name="T24" fmla="*/ 30 w 90"/>
                <a:gd name="T25" fmla="*/ 84 h 96"/>
                <a:gd name="T26" fmla="*/ 48 w 90"/>
                <a:gd name="T27" fmla="*/ 96 h 96"/>
                <a:gd name="T28" fmla="*/ 48 w 90"/>
                <a:gd name="T29" fmla="*/ 96 h 96"/>
                <a:gd name="T30" fmla="*/ 48 w 90"/>
                <a:gd name="T31" fmla="*/ 12 h 96"/>
                <a:gd name="T32" fmla="*/ 66 w 90"/>
                <a:gd name="T33" fmla="*/ 18 h 96"/>
                <a:gd name="T34" fmla="*/ 72 w 90"/>
                <a:gd name="T35" fmla="*/ 24 h 96"/>
                <a:gd name="T36" fmla="*/ 72 w 90"/>
                <a:gd name="T37" fmla="*/ 36 h 96"/>
                <a:gd name="T38" fmla="*/ 72 w 90"/>
                <a:gd name="T39" fmla="*/ 48 h 96"/>
                <a:gd name="T40" fmla="*/ 54 w 90"/>
                <a:gd name="T41" fmla="*/ 66 h 96"/>
                <a:gd name="T42" fmla="*/ 48 w 90"/>
                <a:gd name="T43" fmla="*/ 78 h 96"/>
                <a:gd name="T44" fmla="*/ 30 w 90"/>
                <a:gd name="T45" fmla="*/ 66 h 96"/>
                <a:gd name="T46" fmla="*/ 24 w 90"/>
                <a:gd name="T47" fmla="*/ 48 h 96"/>
                <a:gd name="T48" fmla="*/ 18 w 90"/>
                <a:gd name="T49" fmla="*/ 30 h 96"/>
                <a:gd name="T50" fmla="*/ 30 w 90"/>
                <a:gd name="T51" fmla="*/ 12 h 96"/>
                <a:gd name="T52" fmla="*/ 48 w 90"/>
                <a:gd name="T53" fmla="*/ 12 h 96"/>
                <a:gd name="T54" fmla="*/ 48 w 90"/>
                <a:gd name="T55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0" h="96">
                  <a:moveTo>
                    <a:pt x="48" y="96"/>
                  </a:moveTo>
                  <a:lnTo>
                    <a:pt x="72" y="72"/>
                  </a:lnTo>
                  <a:lnTo>
                    <a:pt x="84" y="48"/>
                  </a:lnTo>
                  <a:lnTo>
                    <a:pt x="90" y="36"/>
                  </a:lnTo>
                  <a:lnTo>
                    <a:pt x="84" y="24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0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36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54" y="66"/>
                  </a:lnTo>
                  <a:lnTo>
                    <a:pt x="48" y="78"/>
                  </a:lnTo>
                  <a:lnTo>
                    <a:pt x="30" y="66"/>
                  </a:lnTo>
                  <a:lnTo>
                    <a:pt x="24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54" name="Freeform 18">
              <a:extLst>
                <a:ext uri="{FF2B5EF4-FFF2-40B4-BE49-F238E27FC236}">
                  <a16:creationId xmlns:a16="http://schemas.microsoft.com/office/drawing/2014/main" id="{0389505C-3ACD-7ACE-CCB3-F87496D5D7E0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3059" y="1768"/>
              <a:ext cx="90" cy="108"/>
            </a:xfrm>
            <a:custGeom>
              <a:avLst/>
              <a:gdLst>
                <a:gd name="T0" fmla="*/ 0 w 90"/>
                <a:gd name="T1" fmla="*/ 90 h 108"/>
                <a:gd name="T2" fmla="*/ 12 w 90"/>
                <a:gd name="T3" fmla="*/ 102 h 108"/>
                <a:gd name="T4" fmla="*/ 24 w 90"/>
                <a:gd name="T5" fmla="*/ 108 h 108"/>
                <a:gd name="T6" fmla="*/ 54 w 90"/>
                <a:gd name="T7" fmla="*/ 108 h 108"/>
                <a:gd name="T8" fmla="*/ 78 w 90"/>
                <a:gd name="T9" fmla="*/ 96 h 108"/>
                <a:gd name="T10" fmla="*/ 90 w 90"/>
                <a:gd name="T11" fmla="*/ 72 h 108"/>
                <a:gd name="T12" fmla="*/ 84 w 90"/>
                <a:gd name="T13" fmla="*/ 42 h 108"/>
                <a:gd name="T14" fmla="*/ 66 w 90"/>
                <a:gd name="T15" fmla="*/ 24 h 108"/>
                <a:gd name="T16" fmla="*/ 54 w 90"/>
                <a:gd name="T17" fmla="*/ 12 h 108"/>
                <a:gd name="T18" fmla="*/ 48 w 90"/>
                <a:gd name="T19" fmla="*/ 6 h 108"/>
                <a:gd name="T20" fmla="*/ 48 w 90"/>
                <a:gd name="T21" fmla="*/ 6 h 108"/>
                <a:gd name="T22" fmla="*/ 48 w 90"/>
                <a:gd name="T23" fmla="*/ 0 h 108"/>
                <a:gd name="T24" fmla="*/ 24 w 90"/>
                <a:gd name="T25" fmla="*/ 24 h 108"/>
                <a:gd name="T26" fmla="*/ 6 w 90"/>
                <a:gd name="T27" fmla="*/ 48 h 108"/>
                <a:gd name="T28" fmla="*/ 0 w 90"/>
                <a:gd name="T29" fmla="*/ 66 h 108"/>
                <a:gd name="T30" fmla="*/ 0 w 90"/>
                <a:gd name="T31" fmla="*/ 90 h 108"/>
                <a:gd name="T32" fmla="*/ 0 w 90"/>
                <a:gd name="T33" fmla="*/ 90 h 108"/>
                <a:gd name="T34" fmla="*/ 12 w 90"/>
                <a:gd name="T35" fmla="*/ 66 h 108"/>
                <a:gd name="T36" fmla="*/ 18 w 90"/>
                <a:gd name="T37" fmla="*/ 48 h 108"/>
                <a:gd name="T38" fmla="*/ 30 w 90"/>
                <a:gd name="T39" fmla="*/ 36 h 108"/>
                <a:gd name="T40" fmla="*/ 42 w 90"/>
                <a:gd name="T41" fmla="*/ 24 h 108"/>
                <a:gd name="T42" fmla="*/ 48 w 90"/>
                <a:gd name="T43" fmla="*/ 18 h 108"/>
                <a:gd name="T44" fmla="*/ 66 w 90"/>
                <a:gd name="T45" fmla="*/ 30 h 108"/>
                <a:gd name="T46" fmla="*/ 72 w 90"/>
                <a:gd name="T47" fmla="*/ 48 h 108"/>
                <a:gd name="T48" fmla="*/ 78 w 90"/>
                <a:gd name="T49" fmla="*/ 72 h 108"/>
                <a:gd name="T50" fmla="*/ 78 w 90"/>
                <a:gd name="T51" fmla="*/ 84 h 108"/>
                <a:gd name="T52" fmla="*/ 66 w 90"/>
                <a:gd name="T53" fmla="*/ 96 h 108"/>
                <a:gd name="T54" fmla="*/ 42 w 90"/>
                <a:gd name="T55" fmla="*/ 102 h 108"/>
                <a:gd name="T56" fmla="*/ 30 w 90"/>
                <a:gd name="T57" fmla="*/ 96 h 108"/>
                <a:gd name="T58" fmla="*/ 18 w 90"/>
                <a:gd name="T59" fmla="*/ 90 h 108"/>
                <a:gd name="T60" fmla="*/ 12 w 90"/>
                <a:gd name="T61" fmla="*/ 78 h 108"/>
                <a:gd name="T62" fmla="*/ 12 w 90"/>
                <a:gd name="T63" fmla="*/ 66 h 108"/>
                <a:gd name="T64" fmla="*/ 12 w 90"/>
                <a:gd name="T65" fmla="*/ 6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0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54" y="108"/>
                  </a:lnTo>
                  <a:lnTo>
                    <a:pt x="78" y="96"/>
                  </a:lnTo>
                  <a:lnTo>
                    <a:pt x="90" y="72"/>
                  </a:lnTo>
                  <a:lnTo>
                    <a:pt x="84" y="42"/>
                  </a:lnTo>
                  <a:lnTo>
                    <a:pt x="66" y="24"/>
                  </a:lnTo>
                  <a:lnTo>
                    <a:pt x="54" y="12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30" y="36"/>
                  </a:lnTo>
                  <a:lnTo>
                    <a:pt x="42" y="24"/>
                  </a:lnTo>
                  <a:lnTo>
                    <a:pt x="48" y="18"/>
                  </a:lnTo>
                  <a:lnTo>
                    <a:pt x="66" y="30"/>
                  </a:lnTo>
                  <a:lnTo>
                    <a:pt x="72" y="48"/>
                  </a:lnTo>
                  <a:lnTo>
                    <a:pt x="78" y="72"/>
                  </a:lnTo>
                  <a:lnTo>
                    <a:pt x="78" y="84"/>
                  </a:lnTo>
                  <a:lnTo>
                    <a:pt x="66" y="96"/>
                  </a:lnTo>
                  <a:lnTo>
                    <a:pt x="42" y="102"/>
                  </a:lnTo>
                  <a:lnTo>
                    <a:pt x="30" y="96"/>
                  </a:lnTo>
                  <a:lnTo>
                    <a:pt x="18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55" name="Freeform 19">
              <a:extLst>
                <a:ext uri="{FF2B5EF4-FFF2-40B4-BE49-F238E27FC236}">
                  <a16:creationId xmlns:a16="http://schemas.microsoft.com/office/drawing/2014/main" id="{0BB2C160-444B-596D-1B50-87CA7AC4DC29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5470" y="1205"/>
              <a:ext cx="102" cy="156"/>
            </a:xfrm>
            <a:custGeom>
              <a:avLst/>
              <a:gdLst>
                <a:gd name="T0" fmla="*/ 102 w 102"/>
                <a:gd name="T1" fmla="*/ 0 h 156"/>
                <a:gd name="T2" fmla="*/ 0 w 102"/>
                <a:gd name="T3" fmla="*/ 6 h 156"/>
                <a:gd name="T4" fmla="*/ 30 w 102"/>
                <a:gd name="T5" fmla="*/ 72 h 156"/>
                <a:gd name="T6" fmla="*/ 30 w 102"/>
                <a:gd name="T7" fmla="*/ 156 h 156"/>
                <a:gd name="T8" fmla="*/ 72 w 102"/>
                <a:gd name="T9" fmla="*/ 156 h 156"/>
                <a:gd name="T10" fmla="*/ 72 w 102"/>
                <a:gd name="T11" fmla="*/ 66 h 156"/>
                <a:gd name="T12" fmla="*/ 102 w 102"/>
                <a:gd name="T13" fmla="*/ 0 h 156"/>
                <a:gd name="T14" fmla="*/ 102 w 102"/>
                <a:gd name="T1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156">
                  <a:moveTo>
                    <a:pt x="102" y="0"/>
                  </a:moveTo>
                  <a:lnTo>
                    <a:pt x="0" y="6"/>
                  </a:lnTo>
                  <a:lnTo>
                    <a:pt x="30" y="72"/>
                  </a:lnTo>
                  <a:lnTo>
                    <a:pt x="30" y="156"/>
                  </a:lnTo>
                  <a:lnTo>
                    <a:pt x="72" y="156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56" name="Freeform 20">
              <a:extLst>
                <a:ext uri="{FF2B5EF4-FFF2-40B4-BE49-F238E27FC236}">
                  <a16:creationId xmlns:a16="http://schemas.microsoft.com/office/drawing/2014/main" id="{FE7E7C92-D941-A44B-87A5-168308FC5F6B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476" y="1349"/>
              <a:ext cx="84" cy="96"/>
            </a:xfrm>
            <a:custGeom>
              <a:avLst/>
              <a:gdLst>
                <a:gd name="T0" fmla="*/ 42 w 84"/>
                <a:gd name="T1" fmla="*/ 96 h 96"/>
                <a:gd name="T2" fmla="*/ 66 w 84"/>
                <a:gd name="T3" fmla="*/ 78 h 96"/>
                <a:gd name="T4" fmla="*/ 84 w 84"/>
                <a:gd name="T5" fmla="*/ 54 h 96"/>
                <a:gd name="T6" fmla="*/ 84 w 84"/>
                <a:gd name="T7" fmla="*/ 30 h 96"/>
                <a:gd name="T8" fmla="*/ 66 w 84"/>
                <a:gd name="T9" fmla="*/ 6 h 96"/>
                <a:gd name="T10" fmla="*/ 42 w 84"/>
                <a:gd name="T11" fmla="*/ 0 h 96"/>
                <a:gd name="T12" fmla="*/ 24 w 84"/>
                <a:gd name="T13" fmla="*/ 6 h 96"/>
                <a:gd name="T14" fmla="*/ 12 w 84"/>
                <a:gd name="T15" fmla="*/ 18 h 96"/>
                <a:gd name="T16" fmla="*/ 6 w 84"/>
                <a:gd name="T17" fmla="*/ 30 h 96"/>
                <a:gd name="T18" fmla="*/ 0 w 84"/>
                <a:gd name="T19" fmla="*/ 42 h 96"/>
                <a:gd name="T20" fmla="*/ 12 w 84"/>
                <a:gd name="T21" fmla="*/ 66 h 96"/>
                <a:gd name="T22" fmla="*/ 30 w 84"/>
                <a:gd name="T23" fmla="*/ 84 h 96"/>
                <a:gd name="T24" fmla="*/ 42 w 84"/>
                <a:gd name="T25" fmla="*/ 96 h 96"/>
                <a:gd name="T26" fmla="*/ 42 w 84"/>
                <a:gd name="T27" fmla="*/ 96 h 96"/>
                <a:gd name="T28" fmla="*/ 48 w 84"/>
                <a:gd name="T29" fmla="*/ 12 h 96"/>
                <a:gd name="T30" fmla="*/ 66 w 84"/>
                <a:gd name="T31" fmla="*/ 18 h 96"/>
                <a:gd name="T32" fmla="*/ 72 w 84"/>
                <a:gd name="T33" fmla="*/ 30 h 96"/>
                <a:gd name="T34" fmla="*/ 72 w 84"/>
                <a:gd name="T35" fmla="*/ 42 h 96"/>
                <a:gd name="T36" fmla="*/ 66 w 84"/>
                <a:gd name="T37" fmla="*/ 54 h 96"/>
                <a:gd name="T38" fmla="*/ 54 w 84"/>
                <a:gd name="T39" fmla="*/ 72 h 96"/>
                <a:gd name="T40" fmla="*/ 42 w 84"/>
                <a:gd name="T41" fmla="*/ 84 h 96"/>
                <a:gd name="T42" fmla="*/ 42 w 84"/>
                <a:gd name="T43" fmla="*/ 84 h 96"/>
                <a:gd name="T44" fmla="*/ 30 w 84"/>
                <a:gd name="T45" fmla="*/ 72 h 96"/>
                <a:gd name="T46" fmla="*/ 18 w 84"/>
                <a:gd name="T47" fmla="*/ 54 h 96"/>
                <a:gd name="T48" fmla="*/ 18 w 84"/>
                <a:gd name="T49" fmla="*/ 30 h 96"/>
                <a:gd name="T50" fmla="*/ 30 w 84"/>
                <a:gd name="T51" fmla="*/ 18 h 96"/>
                <a:gd name="T52" fmla="*/ 48 w 84"/>
                <a:gd name="T53" fmla="*/ 12 h 96"/>
                <a:gd name="T54" fmla="*/ 48 w 84"/>
                <a:gd name="T55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4" h="96">
                  <a:moveTo>
                    <a:pt x="42" y="96"/>
                  </a:moveTo>
                  <a:lnTo>
                    <a:pt x="66" y="78"/>
                  </a:lnTo>
                  <a:lnTo>
                    <a:pt x="84" y="54"/>
                  </a:lnTo>
                  <a:lnTo>
                    <a:pt x="84" y="30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6"/>
                  </a:lnTo>
                  <a:lnTo>
                    <a:pt x="12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2" y="96"/>
                  </a:lnTo>
                  <a:lnTo>
                    <a:pt x="42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4"/>
                  </a:lnTo>
                  <a:lnTo>
                    <a:pt x="54" y="72"/>
                  </a:lnTo>
                  <a:lnTo>
                    <a:pt x="42" y="84"/>
                  </a:lnTo>
                  <a:lnTo>
                    <a:pt x="42" y="84"/>
                  </a:lnTo>
                  <a:lnTo>
                    <a:pt x="30" y="72"/>
                  </a:lnTo>
                  <a:lnTo>
                    <a:pt x="18" y="54"/>
                  </a:lnTo>
                  <a:lnTo>
                    <a:pt x="18" y="30"/>
                  </a:lnTo>
                  <a:lnTo>
                    <a:pt x="30" y="18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57" name="Freeform 21">
              <a:extLst>
                <a:ext uri="{FF2B5EF4-FFF2-40B4-BE49-F238E27FC236}">
                  <a16:creationId xmlns:a16="http://schemas.microsoft.com/office/drawing/2014/main" id="{4A5B2372-1BA1-D446-E779-5FA84FDEE102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470" y="1433"/>
              <a:ext cx="90" cy="108"/>
            </a:xfrm>
            <a:custGeom>
              <a:avLst/>
              <a:gdLst>
                <a:gd name="T0" fmla="*/ 6 w 90"/>
                <a:gd name="T1" fmla="*/ 90 h 108"/>
                <a:gd name="T2" fmla="*/ 18 w 90"/>
                <a:gd name="T3" fmla="*/ 102 h 108"/>
                <a:gd name="T4" fmla="*/ 30 w 90"/>
                <a:gd name="T5" fmla="*/ 108 h 108"/>
                <a:gd name="T6" fmla="*/ 60 w 90"/>
                <a:gd name="T7" fmla="*/ 108 h 108"/>
                <a:gd name="T8" fmla="*/ 84 w 90"/>
                <a:gd name="T9" fmla="*/ 96 h 108"/>
                <a:gd name="T10" fmla="*/ 90 w 90"/>
                <a:gd name="T11" fmla="*/ 84 h 108"/>
                <a:gd name="T12" fmla="*/ 90 w 90"/>
                <a:gd name="T13" fmla="*/ 66 h 108"/>
                <a:gd name="T14" fmla="*/ 84 w 90"/>
                <a:gd name="T15" fmla="*/ 36 h 108"/>
                <a:gd name="T16" fmla="*/ 72 w 90"/>
                <a:gd name="T17" fmla="*/ 18 h 108"/>
                <a:gd name="T18" fmla="*/ 60 w 90"/>
                <a:gd name="T19" fmla="*/ 6 h 108"/>
                <a:gd name="T20" fmla="*/ 54 w 90"/>
                <a:gd name="T21" fmla="*/ 0 h 108"/>
                <a:gd name="T22" fmla="*/ 54 w 90"/>
                <a:gd name="T23" fmla="*/ 0 h 108"/>
                <a:gd name="T24" fmla="*/ 48 w 90"/>
                <a:gd name="T25" fmla="*/ 0 h 108"/>
                <a:gd name="T26" fmla="*/ 24 w 90"/>
                <a:gd name="T27" fmla="*/ 24 h 108"/>
                <a:gd name="T28" fmla="*/ 12 w 90"/>
                <a:gd name="T29" fmla="*/ 48 h 108"/>
                <a:gd name="T30" fmla="*/ 0 w 90"/>
                <a:gd name="T31" fmla="*/ 66 h 108"/>
                <a:gd name="T32" fmla="*/ 6 w 90"/>
                <a:gd name="T33" fmla="*/ 90 h 108"/>
                <a:gd name="T34" fmla="*/ 6 w 90"/>
                <a:gd name="T35" fmla="*/ 90 h 108"/>
                <a:gd name="T36" fmla="*/ 18 w 90"/>
                <a:gd name="T37" fmla="*/ 66 h 108"/>
                <a:gd name="T38" fmla="*/ 24 w 90"/>
                <a:gd name="T39" fmla="*/ 48 h 108"/>
                <a:gd name="T40" fmla="*/ 36 w 90"/>
                <a:gd name="T41" fmla="*/ 30 h 108"/>
                <a:gd name="T42" fmla="*/ 42 w 90"/>
                <a:gd name="T43" fmla="*/ 18 h 108"/>
                <a:gd name="T44" fmla="*/ 48 w 90"/>
                <a:gd name="T45" fmla="*/ 12 h 108"/>
                <a:gd name="T46" fmla="*/ 78 w 90"/>
                <a:gd name="T47" fmla="*/ 42 h 108"/>
                <a:gd name="T48" fmla="*/ 84 w 90"/>
                <a:gd name="T49" fmla="*/ 66 h 108"/>
                <a:gd name="T50" fmla="*/ 66 w 90"/>
                <a:gd name="T51" fmla="*/ 90 h 108"/>
                <a:gd name="T52" fmla="*/ 54 w 90"/>
                <a:gd name="T53" fmla="*/ 96 h 108"/>
                <a:gd name="T54" fmla="*/ 42 w 90"/>
                <a:gd name="T55" fmla="*/ 96 h 108"/>
                <a:gd name="T56" fmla="*/ 30 w 90"/>
                <a:gd name="T57" fmla="*/ 96 h 108"/>
                <a:gd name="T58" fmla="*/ 24 w 90"/>
                <a:gd name="T59" fmla="*/ 84 h 108"/>
                <a:gd name="T60" fmla="*/ 18 w 90"/>
                <a:gd name="T61" fmla="*/ 78 h 108"/>
                <a:gd name="T62" fmla="*/ 18 w 90"/>
                <a:gd name="T63" fmla="*/ 66 h 108"/>
                <a:gd name="T64" fmla="*/ 18 w 90"/>
                <a:gd name="T65" fmla="*/ 6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0" h="108">
                  <a:moveTo>
                    <a:pt x="6" y="90"/>
                  </a:moveTo>
                  <a:lnTo>
                    <a:pt x="18" y="102"/>
                  </a:lnTo>
                  <a:lnTo>
                    <a:pt x="30" y="108"/>
                  </a:lnTo>
                  <a:lnTo>
                    <a:pt x="60" y="108"/>
                  </a:lnTo>
                  <a:lnTo>
                    <a:pt x="84" y="96"/>
                  </a:lnTo>
                  <a:lnTo>
                    <a:pt x="90" y="84"/>
                  </a:lnTo>
                  <a:lnTo>
                    <a:pt x="90" y="66"/>
                  </a:lnTo>
                  <a:lnTo>
                    <a:pt x="84" y="36"/>
                  </a:lnTo>
                  <a:lnTo>
                    <a:pt x="72" y="18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12" y="48"/>
                  </a:lnTo>
                  <a:lnTo>
                    <a:pt x="0" y="66"/>
                  </a:lnTo>
                  <a:lnTo>
                    <a:pt x="6" y="90"/>
                  </a:lnTo>
                  <a:lnTo>
                    <a:pt x="6" y="90"/>
                  </a:lnTo>
                  <a:close/>
                  <a:moveTo>
                    <a:pt x="18" y="66"/>
                  </a:moveTo>
                  <a:lnTo>
                    <a:pt x="24" y="48"/>
                  </a:lnTo>
                  <a:lnTo>
                    <a:pt x="36" y="30"/>
                  </a:lnTo>
                  <a:lnTo>
                    <a:pt x="42" y="18"/>
                  </a:lnTo>
                  <a:lnTo>
                    <a:pt x="48" y="12"/>
                  </a:lnTo>
                  <a:lnTo>
                    <a:pt x="78" y="42"/>
                  </a:lnTo>
                  <a:lnTo>
                    <a:pt x="84" y="66"/>
                  </a:lnTo>
                  <a:lnTo>
                    <a:pt x="66" y="90"/>
                  </a:lnTo>
                  <a:lnTo>
                    <a:pt x="54" y="96"/>
                  </a:lnTo>
                  <a:lnTo>
                    <a:pt x="42" y="96"/>
                  </a:lnTo>
                  <a:lnTo>
                    <a:pt x="30" y="96"/>
                  </a:lnTo>
                  <a:lnTo>
                    <a:pt x="24" y="84"/>
                  </a:lnTo>
                  <a:lnTo>
                    <a:pt x="18" y="78"/>
                  </a:lnTo>
                  <a:lnTo>
                    <a:pt x="18" y="66"/>
                  </a:lnTo>
                  <a:lnTo>
                    <a:pt x="18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58" name="Freeform 22">
              <a:extLst>
                <a:ext uri="{FF2B5EF4-FFF2-40B4-BE49-F238E27FC236}">
                  <a16:creationId xmlns:a16="http://schemas.microsoft.com/office/drawing/2014/main" id="{9A1390AF-D6AC-DF4A-CC9D-F40B263A10AA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428" y="3525"/>
              <a:ext cx="66" cy="96"/>
            </a:xfrm>
            <a:custGeom>
              <a:avLst/>
              <a:gdLst>
                <a:gd name="T0" fmla="*/ 30 w 66"/>
                <a:gd name="T1" fmla="*/ 96 h 96"/>
                <a:gd name="T2" fmla="*/ 54 w 66"/>
                <a:gd name="T3" fmla="*/ 72 h 96"/>
                <a:gd name="T4" fmla="*/ 66 w 66"/>
                <a:gd name="T5" fmla="*/ 48 h 96"/>
                <a:gd name="T6" fmla="*/ 66 w 66"/>
                <a:gd name="T7" fmla="*/ 24 h 96"/>
                <a:gd name="T8" fmla="*/ 54 w 66"/>
                <a:gd name="T9" fmla="*/ 6 h 96"/>
                <a:gd name="T10" fmla="*/ 30 w 66"/>
                <a:gd name="T11" fmla="*/ 0 h 96"/>
                <a:gd name="T12" fmla="*/ 18 w 66"/>
                <a:gd name="T13" fmla="*/ 0 h 96"/>
                <a:gd name="T14" fmla="*/ 6 w 66"/>
                <a:gd name="T15" fmla="*/ 12 h 96"/>
                <a:gd name="T16" fmla="*/ 0 w 66"/>
                <a:gd name="T17" fmla="*/ 36 h 96"/>
                <a:gd name="T18" fmla="*/ 6 w 66"/>
                <a:gd name="T19" fmla="*/ 60 h 96"/>
                <a:gd name="T20" fmla="*/ 18 w 66"/>
                <a:gd name="T21" fmla="*/ 84 h 96"/>
                <a:gd name="T22" fmla="*/ 30 w 66"/>
                <a:gd name="T23" fmla="*/ 96 h 96"/>
                <a:gd name="T24" fmla="*/ 30 w 66"/>
                <a:gd name="T25" fmla="*/ 96 h 96"/>
                <a:gd name="T26" fmla="*/ 30 w 66"/>
                <a:gd name="T27" fmla="*/ 12 h 96"/>
                <a:gd name="T28" fmla="*/ 48 w 66"/>
                <a:gd name="T29" fmla="*/ 18 h 96"/>
                <a:gd name="T30" fmla="*/ 54 w 66"/>
                <a:gd name="T31" fmla="*/ 24 h 96"/>
                <a:gd name="T32" fmla="*/ 54 w 66"/>
                <a:gd name="T33" fmla="*/ 36 h 96"/>
                <a:gd name="T34" fmla="*/ 48 w 66"/>
                <a:gd name="T35" fmla="*/ 48 h 96"/>
                <a:gd name="T36" fmla="*/ 36 w 66"/>
                <a:gd name="T37" fmla="*/ 66 h 96"/>
                <a:gd name="T38" fmla="*/ 30 w 66"/>
                <a:gd name="T39" fmla="*/ 78 h 96"/>
                <a:gd name="T40" fmla="*/ 18 w 66"/>
                <a:gd name="T41" fmla="*/ 66 h 96"/>
                <a:gd name="T42" fmla="*/ 12 w 66"/>
                <a:gd name="T43" fmla="*/ 48 h 96"/>
                <a:gd name="T44" fmla="*/ 6 w 66"/>
                <a:gd name="T45" fmla="*/ 30 h 96"/>
                <a:gd name="T46" fmla="*/ 18 w 66"/>
                <a:gd name="T47" fmla="*/ 12 h 96"/>
                <a:gd name="T48" fmla="*/ 30 w 66"/>
                <a:gd name="T49" fmla="*/ 12 h 96"/>
                <a:gd name="T50" fmla="*/ 30 w 66"/>
                <a:gd name="T51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6" h="96">
                  <a:moveTo>
                    <a:pt x="30" y="96"/>
                  </a:moveTo>
                  <a:lnTo>
                    <a:pt x="54" y="72"/>
                  </a:lnTo>
                  <a:lnTo>
                    <a:pt x="66" y="48"/>
                  </a:lnTo>
                  <a:lnTo>
                    <a:pt x="66" y="24"/>
                  </a:lnTo>
                  <a:lnTo>
                    <a:pt x="54" y="6"/>
                  </a:lnTo>
                  <a:lnTo>
                    <a:pt x="30" y="0"/>
                  </a:lnTo>
                  <a:lnTo>
                    <a:pt x="18" y="0"/>
                  </a:lnTo>
                  <a:lnTo>
                    <a:pt x="6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18" y="84"/>
                  </a:lnTo>
                  <a:lnTo>
                    <a:pt x="30" y="96"/>
                  </a:lnTo>
                  <a:lnTo>
                    <a:pt x="30" y="96"/>
                  </a:lnTo>
                  <a:close/>
                  <a:moveTo>
                    <a:pt x="30" y="12"/>
                  </a:moveTo>
                  <a:lnTo>
                    <a:pt x="48" y="18"/>
                  </a:lnTo>
                  <a:lnTo>
                    <a:pt x="54" y="24"/>
                  </a:lnTo>
                  <a:lnTo>
                    <a:pt x="54" y="36"/>
                  </a:lnTo>
                  <a:lnTo>
                    <a:pt x="48" y="48"/>
                  </a:lnTo>
                  <a:lnTo>
                    <a:pt x="36" y="66"/>
                  </a:lnTo>
                  <a:lnTo>
                    <a:pt x="30" y="78"/>
                  </a:lnTo>
                  <a:lnTo>
                    <a:pt x="18" y="66"/>
                  </a:lnTo>
                  <a:lnTo>
                    <a:pt x="12" y="48"/>
                  </a:lnTo>
                  <a:lnTo>
                    <a:pt x="6" y="30"/>
                  </a:lnTo>
                  <a:lnTo>
                    <a:pt x="18" y="12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59" name="Freeform 23">
              <a:extLst>
                <a:ext uri="{FF2B5EF4-FFF2-40B4-BE49-F238E27FC236}">
                  <a16:creationId xmlns:a16="http://schemas.microsoft.com/office/drawing/2014/main" id="{11D97C30-544D-0B67-C723-F67FE10F21D7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3017" y="1127"/>
              <a:ext cx="2603" cy="444"/>
            </a:xfrm>
            <a:custGeom>
              <a:avLst/>
              <a:gdLst>
                <a:gd name="T0" fmla="*/ 2577 w 2594"/>
                <a:gd name="T1" fmla="*/ 0 h 444"/>
                <a:gd name="T2" fmla="*/ 2594 w 2594"/>
                <a:gd name="T3" fmla="*/ 72 h 444"/>
                <a:gd name="T4" fmla="*/ 6 w 2594"/>
                <a:gd name="T5" fmla="*/ 444 h 444"/>
                <a:gd name="T6" fmla="*/ 0 w 2594"/>
                <a:gd name="T7" fmla="*/ 396 h 444"/>
                <a:gd name="T8" fmla="*/ 1225 w 2594"/>
                <a:gd name="T9" fmla="*/ 96 h 444"/>
                <a:gd name="T10" fmla="*/ 1351 w 2594"/>
                <a:gd name="T11" fmla="*/ 78 h 444"/>
                <a:gd name="T12" fmla="*/ 2577 w 2594"/>
                <a:gd name="T13" fmla="*/ 0 h 444"/>
                <a:gd name="T14" fmla="*/ 2577 w 2594"/>
                <a:gd name="T15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94" h="444">
                  <a:moveTo>
                    <a:pt x="2577" y="0"/>
                  </a:moveTo>
                  <a:lnTo>
                    <a:pt x="2594" y="72"/>
                  </a:lnTo>
                  <a:lnTo>
                    <a:pt x="6" y="444"/>
                  </a:lnTo>
                  <a:lnTo>
                    <a:pt x="0" y="396"/>
                  </a:lnTo>
                  <a:lnTo>
                    <a:pt x="1225" y="96"/>
                  </a:lnTo>
                  <a:lnTo>
                    <a:pt x="1351" y="78"/>
                  </a:lnTo>
                  <a:lnTo>
                    <a:pt x="2577" y="0"/>
                  </a:lnTo>
                  <a:lnTo>
                    <a:pt x="25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60" name="Freeform 24">
              <a:extLst>
                <a:ext uri="{FF2B5EF4-FFF2-40B4-BE49-F238E27FC236}">
                  <a16:creationId xmlns:a16="http://schemas.microsoft.com/office/drawing/2014/main" id="{9B6ACAD1-6671-875A-14CC-A1F4A932BD81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2934" y="3773"/>
              <a:ext cx="84" cy="95"/>
            </a:xfrm>
            <a:custGeom>
              <a:avLst/>
              <a:gdLst>
                <a:gd name="T0" fmla="*/ 36 w 84"/>
                <a:gd name="T1" fmla="*/ 95 h 95"/>
                <a:gd name="T2" fmla="*/ 60 w 84"/>
                <a:gd name="T3" fmla="*/ 77 h 95"/>
                <a:gd name="T4" fmla="*/ 78 w 84"/>
                <a:gd name="T5" fmla="*/ 53 h 95"/>
                <a:gd name="T6" fmla="*/ 84 w 84"/>
                <a:gd name="T7" fmla="*/ 42 h 95"/>
                <a:gd name="T8" fmla="*/ 84 w 84"/>
                <a:gd name="T9" fmla="*/ 30 h 95"/>
                <a:gd name="T10" fmla="*/ 72 w 84"/>
                <a:gd name="T11" fmla="*/ 6 h 95"/>
                <a:gd name="T12" fmla="*/ 42 w 84"/>
                <a:gd name="T13" fmla="*/ 0 h 95"/>
                <a:gd name="T14" fmla="*/ 30 w 84"/>
                <a:gd name="T15" fmla="*/ 0 h 95"/>
                <a:gd name="T16" fmla="*/ 12 w 84"/>
                <a:gd name="T17" fmla="*/ 12 h 95"/>
                <a:gd name="T18" fmla="*/ 0 w 84"/>
                <a:gd name="T19" fmla="*/ 24 h 95"/>
                <a:gd name="T20" fmla="*/ 0 w 84"/>
                <a:gd name="T21" fmla="*/ 36 h 95"/>
                <a:gd name="T22" fmla="*/ 6 w 84"/>
                <a:gd name="T23" fmla="*/ 59 h 95"/>
                <a:gd name="T24" fmla="*/ 24 w 84"/>
                <a:gd name="T25" fmla="*/ 83 h 95"/>
                <a:gd name="T26" fmla="*/ 36 w 84"/>
                <a:gd name="T27" fmla="*/ 95 h 95"/>
                <a:gd name="T28" fmla="*/ 36 w 84"/>
                <a:gd name="T29" fmla="*/ 95 h 95"/>
                <a:gd name="T30" fmla="*/ 48 w 84"/>
                <a:gd name="T31" fmla="*/ 12 h 95"/>
                <a:gd name="T32" fmla="*/ 66 w 84"/>
                <a:gd name="T33" fmla="*/ 18 h 95"/>
                <a:gd name="T34" fmla="*/ 72 w 84"/>
                <a:gd name="T35" fmla="*/ 30 h 95"/>
                <a:gd name="T36" fmla="*/ 72 w 84"/>
                <a:gd name="T37" fmla="*/ 42 h 95"/>
                <a:gd name="T38" fmla="*/ 66 w 84"/>
                <a:gd name="T39" fmla="*/ 53 h 95"/>
                <a:gd name="T40" fmla="*/ 48 w 84"/>
                <a:gd name="T41" fmla="*/ 71 h 95"/>
                <a:gd name="T42" fmla="*/ 42 w 84"/>
                <a:gd name="T43" fmla="*/ 77 h 95"/>
                <a:gd name="T44" fmla="*/ 36 w 84"/>
                <a:gd name="T45" fmla="*/ 77 h 95"/>
                <a:gd name="T46" fmla="*/ 24 w 84"/>
                <a:gd name="T47" fmla="*/ 65 h 95"/>
                <a:gd name="T48" fmla="*/ 18 w 84"/>
                <a:gd name="T49" fmla="*/ 48 h 95"/>
                <a:gd name="T50" fmla="*/ 18 w 84"/>
                <a:gd name="T51" fmla="*/ 30 h 95"/>
                <a:gd name="T52" fmla="*/ 30 w 84"/>
                <a:gd name="T53" fmla="*/ 12 h 95"/>
                <a:gd name="T54" fmla="*/ 48 w 84"/>
                <a:gd name="T55" fmla="*/ 12 h 95"/>
                <a:gd name="T56" fmla="*/ 48 w 84"/>
                <a:gd name="T57" fmla="*/ 1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4" h="95">
                  <a:moveTo>
                    <a:pt x="36" y="95"/>
                  </a:moveTo>
                  <a:lnTo>
                    <a:pt x="60" y="77"/>
                  </a:lnTo>
                  <a:lnTo>
                    <a:pt x="78" y="53"/>
                  </a:lnTo>
                  <a:lnTo>
                    <a:pt x="84" y="42"/>
                  </a:lnTo>
                  <a:lnTo>
                    <a:pt x="84" y="30"/>
                  </a:lnTo>
                  <a:lnTo>
                    <a:pt x="72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12" y="12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6" y="59"/>
                  </a:lnTo>
                  <a:lnTo>
                    <a:pt x="24" y="83"/>
                  </a:lnTo>
                  <a:lnTo>
                    <a:pt x="36" y="95"/>
                  </a:lnTo>
                  <a:lnTo>
                    <a:pt x="36" y="95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3"/>
                  </a:lnTo>
                  <a:lnTo>
                    <a:pt x="48" y="71"/>
                  </a:lnTo>
                  <a:lnTo>
                    <a:pt x="42" y="77"/>
                  </a:lnTo>
                  <a:lnTo>
                    <a:pt x="36" y="77"/>
                  </a:lnTo>
                  <a:lnTo>
                    <a:pt x="24" y="65"/>
                  </a:lnTo>
                  <a:lnTo>
                    <a:pt x="18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61" name="Freeform 25">
              <a:extLst>
                <a:ext uri="{FF2B5EF4-FFF2-40B4-BE49-F238E27FC236}">
                  <a16:creationId xmlns:a16="http://schemas.microsoft.com/office/drawing/2014/main" id="{052540DE-8D0E-E0CB-C096-8C1BB180834A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3779" y="3872"/>
              <a:ext cx="90" cy="108"/>
            </a:xfrm>
            <a:custGeom>
              <a:avLst/>
              <a:gdLst>
                <a:gd name="T0" fmla="*/ 12 w 90"/>
                <a:gd name="T1" fmla="*/ 96 h 108"/>
                <a:gd name="T2" fmla="*/ 24 w 90"/>
                <a:gd name="T3" fmla="*/ 108 h 108"/>
                <a:gd name="T4" fmla="*/ 42 w 90"/>
                <a:gd name="T5" fmla="*/ 108 h 108"/>
                <a:gd name="T6" fmla="*/ 66 w 90"/>
                <a:gd name="T7" fmla="*/ 102 h 108"/>
                <a:gd name="T8" fmla="*/ 84 w 90"/>
                <a:gd name="T9" fmla="*/ 78 h 108"/>
                <a:gd name="T10" fmla="*/ 90 w 90"/>
                <a:gd name="T11" fmla="*/ 66 h 108"/>
                <a:gd name="T12" fmla="*/ 84 w 90"/>
                <a:gd name="T13" fmla="*/ 48 h 108"/>
                <a:gd name="T14" fmla="*/ 66 w 90"/>
                <a:gd name="T15" fmla="*/ 24 h 108"/>
                <a:gd name="T16" fmla="*/ 48 w 90"/>
                <a:gd name="T17" fmla="*/ 12 h 108"/>
                <a:gd name="T18" fmla="*/ 36 w 90"/>
                <a:gd name="T19" fmla="*/ 0 h 108"/>
                <a:gd name="T20" fmla="*/ 30 w 90"/>
                <a:gd name="T21" fmla="*/ 0 h 108"/>
                <a:gd name="T22" fmla="*/ 30 w 90"/>
                <a:gd name="T23" fmla="*/ 0 h 108"/>
                <a:gd name="T24" fmla="*/ 24 w 90"/>
                <a:gd name="T25" fmla="*/ 0 h 108"/>
                <a:gd name="T26" fmla="*/ 12 w 90"/>
                <a:gd name="T27" fmla="*/ 30 h 108"/>
                <a:gd name="T28" fmla="*/ 0 w 90"/>
                <a:gd name="T29" fmla="*/ 54 h 108"/>
                <a:gd name="T30" fmla="*/ 0 w 90"/>
                <a:gd name="T31" fmla="*/ 78 h 108"/>
                <a:gd name="T32" fmla="*/ 12 w 90"/>
                <a:gd name="T33" fmla="*/ 96 h 108"/>
                <a:gd name="T34" fmla="*/ 12 w 90"/>
                <a:gd name="T35" fmla="*/ 96 h 108"/>
                <a:gd name="T36" fmla="*/ 12 w 90"/>
                <a:gd name="T37" fmla="*/ 72 h 108"/>
                <a:gd name="T38" fmla="*/ 18 w 90"/>
                <a:gd name="T39" fmla="*/ 54 h 108"/>
                <a:gd name="T40" fmla="*/ 24 w 90"/>
                <a:gd name="T41" fmla="*/ 36 h 108"/>
                <a:gd name="T42" fmla="*/ 30 w 90"/>
                <a:gd name="T43" fmla="*/ 18 h 108"/>
                <a:gd name="T44" fmla="*/ 30 w 90"/>
                <a:gd name="T45" fmla="*/ 12 h 108"/>
                <a:gd name="T46" fmla="*/ 48 w 90"/>
                <a:gd name="T47" fmla="*/ 24 h 108"/>
                <a:gd name="T48" fmla="*/ 66 w 90"/>
                <a:gd name="T49" fmla="*/ 36 h 108"/>
                <a:gd name="T50" fmla="*/ 78 w 90"/>
                <a:gd name="T51" fmla="*/ 54 h 108"/>
                <a:gd name="T52" fmla="*/ 78 w 90"/>
                <a:gd name="T53" fmla="*/ 72 h 108"/>
                <a:gd name="T54" fmla="*/ 72 w 90"/>
                <a:gd name="T55" fmla="*/ 84 h 108"/>
                <a:gd name="T56" fmla="*/ 48 w 90"/>
                <a:gd name="T57" fmla="*/ 96 h 108"/>
                <a:gd name="T58" fmla="*/ 36 w 90"/>
                <a:gd name="T59" fmla="*/ 96 h 108"/>
                <a:gd name="T60" fmla="*/ 24 w 90"/>
                <a:gd name="T61" fmla="*/ 90 h 108"/>
                <a:gd name="T62" fmla="*/ 18 w 90"/>
                <a:gd name="T63" fmla="*/ 84 h 108"/>
                <a:gd name="T64" fmla="*/ 12 w 90"/>
                <a:gd name="T65" fmla="*/ 72 h 108"/>
                <a:gd name="T66" fmla="*/ 12 w 90"/>
                <a:gd name="T67" fmla="*/ 7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0" h="108">
                  <a:moveTo>
                    <a:pt x="12" y="96"/>
                  </a:moveTo>
                  <a:lnTo>
                    <a:pt x="24" y="108"/>
                  </a:lnTo>
                  <a:lnTo>
                    <a:pt x="42" y="108"/>
                  </a:lnTo>
                  <a:lnTo>
                    <a:pt x="66" y="102"/>
                  </a:lnTo>
                  <a:lnTo>
                    <a:pt x="84" y="78"/>
                  </a:lnTo>
                  <a:lnTo>
                    <a:pt x="90" y="66"/>
                  </a:lnTo>
                  <a:lnTo>
                    <a:pt x="84" y="48"/>
                  </a:lnTo>
                  <a:lnTo>
                    <a:pt x="66" y="24"/>
                  </a:lnTo>
                  <a:lnTo>
                    <a:pt x="48" y="12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12" y="30"/>
                  </a:lnTo>
                  <a:lnTo>
                    <a:pt x="0" y="54"/>
                  </a:lnTo>
                  <a:lnTo>
                    <a:pt x="0" y="78"/>
                  </a:lnTo>
                  <a:lnTo>
                    <a:pt x="12" y="96"/>
                  </a:lnTo>
                  <a:lnTo>
                    <a:pt x="12" y="96"/>
                  </a:lnTo>
                  <a:close/>
                  <a:moveTo>
                    <a:pt x="12" y="72"/>
                  </a:moveTo>
                  <a:lnTo>
                    <a:pt x="18" y="54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48" y="24"/>
                  </a:lnTo>
                  <a:lnTo>
                    <a:pt x="66" y="36"/>
                  </a:lnTo>
                  <a:lnTo>
                    <a:pt x="78" y="54"/>
                  </a:lnTo>
                  <a:lnTo>
                    <a:pt x="78" y="72"/>
                  </a:lnTo>
                  <a:lnTo>
                    <a:pt x="72" y="84"/>
                  </a:lnTo>
                  <a:lnTo>
                    <a:pt x="48" y="96"/>
                  </a:lnTo>
                  <a:lnTo>
                    <a:pt x="36" y="96"/>
                  </a:lnTo>
                  <a:lnTo>
                    <a:pt x="24" y="90"/>
                  </a:lnTo>
                  <a:lnTo>
                    <a:pt x="18" y="84"/>
                  </a:lnTo>
                  <a:lnTo>
                    <a:pt x="12" y="72"/>
                  </a:lnTo>
                  <a:lnTo>
                    <a:pt x="12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62" name="Freeform 26">
              <a:extLst>
                <a:ext uri="{FF2B5EF4-FFF2-40B4-BE49-F238E27FC236}">
                  <a16:creationId xmlns:a16="http://schemas.microsoft.com/office/drawing/2014/main" id="{CF860C7F-4F5D-F63D-D674-F5A776A59F72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2400" y="3872"/>
              <a:ext cx="72" cy="90"/>
            </a:xfrm>
            <a:custGeom>
              <a:avLst/>
              <a:gdLst>
                <a:gd name="T0" fmla="*/ 71 w 71"/>
                <a:gd name="T1" fmla="*/ 90 h 90"/>
                <a:gd name="T2" fmla="*/ 71 w 71"/>
                <a:gd name="T3" fmla="*/ 60 h 90"/>
                <a:gd name="T4" fmla="*/ 71 w 71"/>
                <a:gd name="T5" fmla="*/ 36 h 90"/>
                <a:gd name="T6" fmla="*/ 60 w 71"/>
                <a:gd name="T7" fmla="*/ 12 h 90"/>
                <a:gd name="T8" fmla="*/ 36 w 71"/>
                <a:gd name="T9" fmla="*/ 0 h 90"/>
                <a:gd name="T10" fmla="*/ 12 w 71"/>
                <a:gd name="T11" fmla="*/ 12 h 90"/>
                <a:gd name="T12" fmla="*/ 0 w 71"/>
                <a:gd name="T13" fmla="*/ 36 h 90"/>
                <a:gd name="T14" fmla="*/ 6 w 71"/>
                <a:gd name="T15" fmla="*/ 60 h 90"/>
                <a:gd name="T16" fmla="*/ 30 w 71"/>
                <a:gd name="T17" fmla="*/ 78 h 90"/>
                <a:gd name="T18" fmla="*/ 54 w 71"/>
                <a:gd name="T19" fmla="*/ 90 h 90"/>
                <a:gd name="T20" fmla="*/ 71 w 71"/>
                <a:gd name="T21" fmla="*/ 90 h 90"/>
                <a:gd name="T22" fmla="*/ 71 w 71"/>
                <a:gd name="T23" fmla="*/ 90 h 90"/>
                <a:gd name="T24" fmla="*/ 24 w 71"/>
                <a:gd name="T25" fmla="*/ 18 h 90"/>
                <a:gd name="T26" fmla="*/ 42 w 71"/>
                <a:gd name="T27" fmla="*/ 18 h 90"/>
                <a:gd name="T28" fmla="*/ 54 w 71"/>
                <a:gd name="T29" fmla="*/ 18 h 90"/>
                <a:gd name="T30" fmla="*/ 60 w 71"/>
                <a:gd name="T31" fmla="*/ 42 h 90"/>
                <a:gd name="T32" fmla="*/ 60 w 71"/>
                <a:gd name="T33" fmla="*/ 66 h 90"/>
                <a:gd name="T34" fmla="*/ 60 w 71"/>
                <a:gd name="T35" fmla="*/ 72 h 90"/>
                <a:gd name="T36" fmla="*/ 60 w 71"/>
                <a:gd name="T37" fmla="*/ 78 h 90"/>
                <a:gd name="T38" fmla="*/ 42 w 71"/>
                <a:gd name="T39" fmla="*/ 72 h 90"/>
                <a:gd name="T40" fmla="*/ 24 w 71"/>
                <a:gd name="T41" fmla="*/ 66 h 90"/>
                <a:gd name="T42" fmla="*/ 12 w 71"/>
                <a:gd name="T43" fmla="*/ 48 h 90"/>
                <a:gd name="T44" fmla="*/ 12 w 71"/>
                <a:gd name="T45" fmla="*/ 30 h 90"/>
                <a:gd name="T46" fmla="*/ 24 w 71"/>
                <a:gd name="T47" fmla="*/ 18 h 90"/>
                <a:gd name="T48" fmla="*/ 24 w 71"/>
                <a:gd name="T49" fmla="*/ 1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71" h="90">
                  <a:moveTo>
                    <a:pt x="71" y="90"/>
                  </a:moveTo>
                  <a:lnTo>
                    <a:pt x="71" y="60"/>
                  </a:lnTo>
                  <a:lnTo>
                    <a:pt x="71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30" y="78"/>
                  </a:lnTo>
                  <a:lnTo>
                    <a:pt x="54" y="90"/>
                  </a:lnTo>
                  <a:lnTo>
                    <a:pt x="71" y="90"/>
                  </a:lnTo>
                  <a:lnTo>
                    <a:pt x="71" y="90"/>
                  </a:lnTo>
                  <a:close/>
                  <a:moveTo>
                    <a:pt x="24" y="18"/>
                  </a:moveTo>
                  <a:lnTo>
                    <a:pt x="42" y="18"/>
                  </a:lnTo>
                  <a:lnTo>
                    <a:pt x="54" y="18"/>
                  </a:lnTo>
                  <a:lnTo>
                    <a:pt x="60" y="42"/>
                  </a:lnTo>
                  <a:lnTo>
                    <a:pt x="60" y="66"/>
                  </a:lnTo>
                  <a:lnTo>
                    <a:pt x="60" y="72"/>
                  </a:lnTo>
                  <a:lnTo>
                    <a:pt x="60" y="78"/>
                  </a:lnTo>
                  <a:lnTo>
                    <a:pt x="42" y="72"/>
                  </a:lnTo>
                  <a:lnTo>
                    <a:pt x="24" y="66"/>
                  </a:lnTo>
                  <a:lnTo>
                    <a:pt x="12" y="48"/>
                  </a:lnTo>
                  <a:lnTo>
                    <a:pt x="12" y="30"/>
                  </a:lnTo>
                  <a:lnTo>
                    <a:pt x="24" y="18"/>
                  </a:lnTo>
                  <a:lnTo>
                    <a:pt x="24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63" name="Oval 27">
              <a:extLst>
                <a:ext uri="{FF2B5EF4-FFF2-40B4-BE49-F238E27FC236}">
                  <a16:creationId xmlns:a16="http://schemas.microsoft.com/office/drawing/2014/main" id="{34CC0B21-826C-DCAE-030D-B300CECFC7C2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2444" y="3838"/>
              <a:ext cx="1380" cy="389"/>
            </a:xfrm>
            <a:prstGeom prst="ellipse">
              <a:avLst/>
            </a:pr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64" name="Oval 28">
              <a:extLst>
                <a:ext uri="{FF2B5EF4-FFF2-40B4-BE49-F238E27FC236}">
                  <a16:creationId xmlns:a16="http://schemas.microsoft.com/office/drawing/2014/main" id="{812D73E1-FEF9-B147-904A-5512EC3BBEC9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2394" y="3834"/>
              <a:ext cx="1502" cy="288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65" name="Oval 29">
              <a:extLst>
                <a:ext uri="{FF2B5EF4-FFF2-40B4-BE49-F238E27FC236}">
                  <a16:creationId xmlns:a16="http://schemas.microsoft.com/office/drawing/2014/main" id="{35E569DC-ED72-6DBE-1723-656F32B33D67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2441" y="3860"/>
              <a:ext cx="1425" cy="22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66" name="Freeform 30">
              <a:extLst>
                <a:ext uri="{FF2B5EF4-FFF2-40B4-BE49-F238E27FC236}">
                  <a16:creationId xmlns:a16="http://schemas.microsoft.com/office/drawing/2014/main" id="{C1AAF1D3-7858-67C5-309B-7DCC717BA234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3743" y="3788"/>
              <a:ext cx="90" cy="96"/>
            </a:xfrm>
            <a:custGeom>
              <a:avLst/>
              <a:gdLst>
                <a:gd name="T0" fmla="*/ 66 w 90"/>
                <a:gd name="T1" fmla="*/ 96 h 96"/>
                <a:gd name="T2" fmla="*/ 78 w 90"/>
                <a:gd name="T3" fmla="*/ 66 h 96"/>
                <a:gd name="T4" fmla="*/ 90 w 90"/>
                <a:gd name="T5" fmla="*/ 42 h 96"/>
                <a:gd name="T6" fmla="*/ 78 w 90"/>
                <a:gd name="T7" fmla="*/ 18 h 96"/>
                <a:gd name="T8" fmla="*/ 60 w 90"/>
                <a:gd name="T9" fmla="*/ 0 h 96"/>
                <a:gd name="T10" fmla="*/ 30 w 90"/>
                <a:gd name="T11" fmla="*/ 6 h 96"/>
                <a:gd name="T12" fmla="*/ 18 w 90"/>
                <a:gd name="T13" fmla="*/ 18 h 96"/>
                <a:gd name="T14" fmla="*/ 6 w 90"/>
                <a:gd name="T15" fmla="*/ 30 h 96"/>
                <a:gd name="T16" fmla="*/ 0 w 90"/>
                <a:gd name="T17" fmla="*/ 42 h 96"/>
                <a:gd name="T18" fmla="*/ 6 w 90"/>
                <a:gd name="T19" fmla="*/ 60 h 96"/>
                <a:gd name="T20" fmla="*/ 24 w 90"/>
                <a:gd name="T21" fmla="*/ 78 h 96"/>
                <a:gd name="T22" fmla="*/ 48 w 90"/>
                <a:gd name="T23" fmla="*/ 90 h 96"/>
                <a:gd name="T24" fmla="*/ 66 w 90"/>
                <a:gd name="T25" fmla="*/ 96 h 96"/>
                <a:gd name="T26" fmla="*/ 66 w 90"/>
                <a:gd name="T27" fmla="*/ 96 h 96"/>
                <a:gd name="T28" fmla="*/ 42 w 90"/>
                <a:gd name="T29" fmla="*/ 18 h 96"/>
                <a:gd name="T30" fmla="*/ 60 w 90"/>
                <a:gd name="T31" fmla="*/ 18 h 96"/>
                <a:gd name="T32" fmla="*/ 72 w 90"/>
                <a:gd name="T33" fmla="*/ 24 h 96"/>
                <a:gd name="T34" fmla="*/ 72 w 90"/>
                <a:gd name="T35" fmla="*/ 36 h 96"/>
                <a:gd name="T36" fmla="*/ 72 w 90"/>
                <a:gd name="T37" fmla="*/ 48 h 96"/>
                <a:gd name="T38" fmla="*/ 66 w 90"/>
                <a:gd name="T39" fmla="*/ 72 h 96"/>
                <a:gd name="T40" fmla="*/ 60 w 90"/>
                <a:gd name="T41" fmla="*/ 78 h 96"/>
                <a:gd name="T42" fmla="*/ 60 w 90"/>
                <a:gd name="T43" fmla="*/ 84 h 96"/>
                <a:gd name="T44" fmla="*/ 42 w 90"/>
                <a:gd name="T45" fmla="*/ 72 h 96"/>
                <a:gd name="T46" fmla="*/ 30 w 90"/>
                <a:gd name="T47" fmla="*/ 66 h 96"/>
                <a:gd name="T48" fmla="*/ 18 w 90"/>
                <a:gd name="T49" fmla="*/ 42 h 96"/>
                <a:gd name="T50" fmla="*/ 24 w 90"/>
                <a:gd name="T51" fmla="*/ 30 h 96"/>
                <a:gd name="T52" fmla="*/ 42 w 90"/>
                <a:gd name="T53" fmla="*/ 18 h 96"/>
                <a:gd name="T54" fmla="*/ 42 w 90"/>
                <a:gd name="T55" fmla="*/ 1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0" h="96">
                  <a:moveTo>
                    <a:pt x="66" y="96"/>
                  </a:moveTo>
                  <a:lnTo>
                    <a:pt x="78" y="66"/>
                  </a:lnTo>
                  <a:lnTo>
                    <a:pt x="90" y="42"/>
                  </a:lnTo>
                  <a:lnTo>
                    <a:pt x="78" y="18"/>
                  </a:lnTo>
                  <a:lnTo>
                    <a:pt x="60" y="0"/>
                  </a:lnTo>
                  <a:lnTo>
                    <a:pt x="30" y="6"/>
                  </a:lnTo>
                  <a:lnTo>
                    <a:pt x="18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24" y="78"/>
                  </a:lnTo>
                  <a:lnTo>
                    <a:pt x="48" y="90"/>
                  </a:lnTo>
                  <a:lnTo>
                    <a:pt x="66" y="96"/>
                  </a:lnTo>
                  <a:lnTo>
                    <a:pt x="66" y="96"/>
                  </a:lnTo>
                  <a:close/>
                  <a:moveTo>
                    <a:pt x="42" y="18"/>
                  </a:moveTo>
                  <a:lnTo>
                    <a:pt x="60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66" y="72"/>
                  </a:lnTo>
                  <a:lnTo>
                    <a:pt x="60" y="78"/>
                  </a:lnTo>
                  <a:lnTo>
                    <a:pt x="60" y="84"/>
                  </a:lnTo>
                  <a:lnTo>
                    <a:pt x="42" y="72"/>
                  </a:lnTo>
                  <a:lnTo>
                    <a:pt x="30" y="66"/>
                  </a:lnTo>
                  <a:lnTo>
                    <a:pt x="18" y="42"/>
                  </a:lnTo>
                  <a:lnTo>
                    <a:pt x="24" y="30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67" name="Freeform 31">
              <a:extLst>
                <a:ext uri="{FF2B5EF4-FFF2-40B4-BE49-F238E27FC236}">
                  <a16:creationId xmlns:a16="http://schemas.microsoft.com/office/drawing/2014/main" id="{0F9D734B-35A2-D8BC-A697-7042901593AA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422" y="3603"/>
              <a:ext cx="72" cy="108"/>
            </a:xfrm>
            <a:custGeom>
              <a:avLst/>
              <a:gdLst>
                <a:gd name="T0" fmla="*/ 0 w 72"/>
                <a:gd name="T1" fmla="*/ 90 h 108"/>
                <a:gd name="T2" fmla="*/ 12 w 72"/>
                <a:gd name="T3" fmla="*/ 102 h 108"/>
                <a:gd name="T4" fmla="*/ 24 w 72"/>
                <a:gd name="T5" fmla="*/ 108 h 108"/>
                <a:gd name="T6" fmla="*/ 48 w 72"/>
                <a:gd name="T7" fmla="*/ 108 h 108"/>
                <a:gd name="T8" fmla="*/ 66 w 72"/>
                <a:gd name="T9" fmla="*/ 96 h 108"/>
                <a:gd name="T10" fmla="*/ 72 w 72"/>
                <a:gd name="T11" fmla="*/ 66 h 108"/>
                <a:gd name="T12" fmla="*/ 66 w 72"/>
                <a:gd name="T13" fmla="*/ 42 h 108"/>
                <a:gd name="T14" fmla="*/ 60 w 72"/>
                <a:gd name="T15" fmla="*/ 18 h 108"/>
                <a:gd name="T16" fmla="*/ 48 w 72"/>
                <a:gd name="T17" fmla="*/ 6 h 108"/>
                <a:gd name="T18" fmla="*/ 42 w 72"/>
                <a:gd name="T19" fmla="*/ 0 h 108"/>
                <a:gd name="T20" fmla="*/ 42 w 72"/>
                <a:gd name="T21" fmla="*/ 0 h 108"/>
                <a:gd name="T22" fmla="*/ 36 w 72"/>
                <a:gd name="T23" fmla="*/ 0 h 108"/>
                <a:gd name="T24" fmla="*/ 18 w 72"/>
                <a:gd name="T25" fmla="*/ 24 h 108"/>
                <a:gd name="T26" fmla="*/ 6 w 72"/>
                <a:gd name="T27" fmla="*/ 48 h 108"/>
                <a:gd name="T28" fmla="*/ 0 w 72"/>
                <a:gd name="T29" fmla="*/ 66 h 108"/>
                <a:gd name="T30" fmla="*/ 0 w 72"/>
                <a:gd name="T31" fmla="*/ 90 h 108"/>
                <a:gd name="T32" fmla="*/ 0 w 72"/>
                <a:gd name="T33" fmla="*/ 90 h 108"/>
                <a:gd name="T34" fmla="*/ 12 w 72"/>
                <a:gd name="T35" fmla="*/ 66 h 108"/>
                <a:gd name="T36" fmla="*/ 18 w 72"/>
                <a:gd name="T37" fmla="*/ 48 h 108"/>
                <a:gd name="T38" fmla="*/ 24 w 72"/>
                <a:gd name="T39" fmla="*/ 36 h 108"/>
                <a:gd name="T40" fmla="*/ 30 w 72"/>
                <a:gd name="T41" fmla="*/ 24 h 108"/>
                <a:gd name="T42" fmla="*/ 36 w 72"/>
                <a:gd name="T43" fmla="*/ 18 h 108"/>
                <a:gd name="T44" fmla="*/ 54 w 72"/>
                <a:gd name="T45" fmla="*/ 30 h 108"/>
                <a:gd name="T46" fmla="*/ 60 w 72"/>
                <a:gd name="T47" fmla="*/ 48 h 108"/>
                <a:gd name="T48" fmla="*/ 66 w 72"/>
                <a:gd name="T49" fmla="*/ 72 h 108"/>
                <a:gd name="T50" fmla="*/ 66 w 72"/>
                <a:gd name="T51" fmla="*/ 84 h 108"/>
                <a:gd name="T52" fmla="*/ 54 w 72"/>
                <a:gd name="T53" fmla="*/ 96 h 108"/>
                <a:gd name="T54" fmla="*/ 30 w 72"/>
                <a:gd name="T55" fmla="*/ 102 h 108"/>
                <a:gd name="T56" fmla="*/ 24 w 72"/>
                <a:gd name="T57" fmla="*/ 96 h 108"/>
                <a:gd name="T58" fmla="*/ 12 w 72"/>
                <a:gd name="T59" fmla="*/ 90 h 108"/>
                <a:gd name="T60" fmla="*/ 12 w 72"/>
                <a:gd name="T61" fmla="*/ 78 h 108"/>
                <a:gd name="T62" fmla="*/ 12 w 72"/>
                <a:gd name="T63" fmla="*/ 66 h 108"/>
                <a:gd name="T64" fmla="*/ 12 w 72"/>
                <a:gd name="T65" fmla="*/ 6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48" y="108"/>
                  </a:lnTo>
                  <a:lnTo>
                    <a:pt x="66" y="96"/>
                  </a:lnTo>
                  <a:lnTo>
                    <a:pt x="72" y="66"/>
                  </a:lnTo>
                  <a:lnTo>
                    <a:pt x="66" y="42"/>
                  </a:lnTo>
                  <a:lnTo>
                    <a:pt x="60" y="18"/>
                  </a:lnTo>
                  <a:lnTo>
                    <a:pt x="48" y="6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18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24" y="36"/>
                  </a:lnTo>
                  <a:lnTo>
                    <a:pt x="30" y="24"/>
                  </a:lnTo>
                  <a:lnTo>
                    <a:pt x="36" y="18"/>
                  </a:lnTo>
                  <a:lnTo>
                    <a:pt x="54" y="30"/>
                  </a:lnTo>
                  <a:lnTo>
                    <a:pt x="60" y="48"/>
                  </a:lnTo>
                  <a:lnTo>
                    <a:pt x="66" y="72"/>
                  </a:lnTo>
                  <a:lnTo>
                    <a:pt x="66" y="84"/>
                  </a:lnTo>
                  <a:lnTo>
                    <a:pt x="54" y="96"/>
                  </a:lnTo>
                  <a:lnTo>
                    <a:pt x="30" y="102"/>
                  </a:lnTo>
                  <a:lnTo>
                    <a:pt x="24" y="96"/>
                  </a:lnTo>
                  <a:lnTo>
                    <a:pt x="12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68" name="Rectangle 32">
              <a:extLst>
                <a:ext uri="{FF2B5EF4-FFF2-40B4-BE49-F238E27FC236}">
                  <a16:creationId xmlns:a16="http://schemas.microsoft.com/office/drawing/2014/main" id="{ACF6CFAB-CA38-22A7-230F-B993FFB5D737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4238" y="1773"/>
              <a:ext cx="173" cy="2539"/>
            </a:xfrm>
            <a:prstGeom prst="rect">
              <a:avLst/>
            </a:pr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69" name="Rectangle 33">
              <a:extLst>
                <a:ext uri="{FF2B5EF4-FFF2-40B4-BE49-F238E27FC236}">
                  <a16:creationId xmlns:a16="http://schemas.microsoft.com/office/drawing/2014/main" id="{93E4EF82-BF0A-34BC-446E-D6423E7D5B67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4288" y="1545"/>
              <a:ext cx="76" cy="24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70" name="AutoShape 34">
              <a:extLst>
                <a:ext uri="{FF2B5EF4-FFF2-40B4-BE49-F238E27FC236}">
                  <a16:creationId xmlns:a16="http://schemas.microsoft.com/office/drawing/2014/main" id="{AEA21A9D-53CF-A6D7-29FE-5299C493B924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4220" y="1743"/>
              <a:ext cx="205" cy="52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71" name="Freeform 35">
              <a:extLst>
                <a:ext uri="{FF2B5EF4-FFF2-40B4-BE49-F238E27FC236}">
                  <a16:creationId xmlns:a16="http://schemas.microsoft.com/office/drawing/2014/main" id="{4CCD1FDA-54E7-E644-248C-A8A13D84766D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4306" y="1529"/>
              <a:ext cx="252" cy="1576"/>
            </a:xfrm>
            <a:custGeom>
              <a:avLst/>
              <a:gdLst>
                <a:gd name="T0" fmla="*/ 252 w 252"/>
                <a:gd name="T1" fmla="*/ 1576 h 1576"/>
                <a:gd name="T2" fmla="*/ 12 w 252"/>
                <a:gd name="T3" fmla="*/ 84 h 1576"/>
                <a:gd name="T4" fmla="*/ 12 w 252"/>
                <a:gd name="T5" fmla="*/ 60 h 1576"/>
                <a:gd name="T6" fmla="*/ 0 w 252"/>
                <a:gd name="T7" fmla="*/ 12 h 1576"/>
                <a:gd name="T8" fmla="*/ 72 w 252"/>
                <a:gd name="T9" fmla="*/ 0 h 1576"/>
                <a:gd name="T10" fmla="*/ 72 w 252"/>
                <a:gd name="T11" fmla="*/ 0 h 1576"/>
                <a:gd name="T12" fmla="*/ 78 w 252"/>
                <a:gd name="T13" fmla="*/ 48 h 1576"/>
                <a:gd name="T14" fmla="*/ 88 w 252"/>
                <a:gd name="T15" fmla="*/ 66 h 1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2" h="1576">
                  <a:moveTo>
                    <a:pt x="252" y="1576"/>
                  </a:moveTo>
                  <a:lnTo>
                    <a:pt x="12" y="84"/>
                  </a:lnTo>
                  <a:lnTo>
                    <a:pt x="12" y="60"/>
                  </a:lnTo>
                  <a:lnTo>
                    <a:pt x="0" y="12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8" y="48"/>
                  </a:lnTo>
                  <a:lnTo>
                    <a:pt x="88" y="66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72" name="Freeform 36">
              <a:extLst>
                <a:ext uri="{FF2B5EF4-FFF2-40B4-BE49-F238E27FC236}">
                  <a16:creationId xmlns:a16="http://schemas.microsoft.com/office/drawing/2014/main" id="{AE95085E-EBB2-B215-64A0-08EF17507EC4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4169" y="1421"/>
              <a:ext cx="317" cy="138"/>
            </a:xfrm>
            <a:custGeom>
              <a:avLst/>
              <a:gdLst>
                <a:gd name="T0" fmla="*/ 161 w 316"/>
                <a:gd name="T1" fmla="*/ 0 h 138"/>
                <a:gd name="T2" fmla="*/ 227 w 316"/>
                <a:gd name="T3" fmla="*/ 6 h 138"/>
                <a:gd name="T4" fmla="*/ 275 w 316"/>
                <a:gd name="T5" fmla="*/ 36 h 138"/>
                <a:gd name="T6" fmla="*/ 304 w 316"/>
                <a:gd name="T7" fmla="*/ 78 h 138"/>
                <a:gd name="T8" fmla="*/ 316 w 316"/>
                <a:gd name="T9" fmla="*/ 138 h 138"/>
                <a:gd name="T10" fmla="*/ 0 w 316"/>
                <a:gd name="T11" fmla="*/ 138 h 138"/>
                <a:gd name="T12" fmla="*/ 11 w 316"/>
                <a:gd name="T13" fmla="*/ 78 h 138"/>
                <a:gd name="T14" fmla="*/ 47 w 316"/>
                <a:gd name="T15" fmla="*/ 36 h 138"/>
                <a:gd name="T16" fmla="*/ 95 w 316"/>
                <a:gd name="T17" fmla="*/ 6 h 138"/>
                <a:gd name="T18" fmla="*/ 161 w 316"/>
                <a:gd name="T19" fmla="*/ 0 h 138"/>
                <a:gd name="T20" fmla="*/ 161 w 316"/>
                <a:gd name="T21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6" h="138">
                  <a:moveTo>
                    <a:pt x="161" y="0"/>
                  </a:moveTo>
                  <a:lnTo>
                    <a:pt x="227" y="6"/>
                  </a:lnTo>
                  <a:lnTo>
                    <a:pt x="275" y="36"/>
                  </a:lnTo>
                  <a:lnTo>
                    <a:pt x="304" y="78"/>
                  </a:lnTo>
                  <a:lnTo>
                    <a:pt x="316" y="138"/>
                  </a:lnTo>
                  <a:lnTo>
                    <a:pt x="0" y="138"/>
                  </a:lnTo>
                  <a:lnTo>
                    <a:pt x="11" y="78"/>
                  </a:lnTo>
                  <a:lnTo>
                    <a:pt x="47" y="36"/>
                  </a:lnTo>
                  <a:lnTo>
                    <a:pt x="95" y="6"/>
                  </a:lnTo>
                  <a:lnTo>
                    <a:pt x="161" y="0"/>
                  </a:lnTo>
                  <a:lnTo>
                    <a:pt x="16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373" name="Rectangle 37">
            <a:extLst>
              <a:ext uri="{FF2B5EF4-FFF2-40B4-BE49-F238E27FC236}">
                <a16:creationId xmlns:a16="http://schemas.microsoft.com/office/drawing/2014/main" id="{C15900DE-D952-7D17-F615-60EE78101E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4374" name="Rectangle 38">
            <a:extLst>
              <a:ext uri="{FF2B5EF4-FFF2-40B4-BE49-F238E27FC236}">
                <a16:creationId xmlns:a16="http://schemas.microsoft.com/office/drawing/2014/main" id="{6396823B-A0AC-90B7-A351-0987BD45F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4375" name="Rectangle 39">
            <a:extLst>
              <a:ext uri="{FF2B5EF4-FFF2-40B4-BE49-F238E27FC236}">
                <a16:creationId xmlns:a16="http://schemas.microsoft.com/office/drawing/2014/main" id="{352A4A78-F9BB-DA5A-63F3-275CD82F401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78563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pt-BR"/>
          </a:p>
        </p:txBody>
      </p:sp>
      <p:sp>
        <p:nvSpPr>
          <p:cNvPr id="14376" name="Rectangle 40">
            <a:extLst>
              <a:ext uri="{FF2B5EF4-FFF2-40B4-BE49-F238E27FC236}">
                <a16:creationId xmlns:a16="http://schemas.microsoft.com/office/drawing/2014/main" id="{DB89E1A8-2EF5-22E5-50F3-8A9E026035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78563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US" altLang="pt-BR"/>
          </a:p>
        </p:txBody>
      </p:sp>
      <p:sp>
        <p:nvSpPr>
          <p:cNvPr id="14377" name="Rectangle 41">
            <a:extLst>
              <a:ext uri="{FF2B5EF4-FFF2-40B4-BE49-F238E27FC236}">
                <a16:creationId xmlns:a16="http://schemas.microsoft.com/office/drawing/2014/main" id="{F3D6B116-9B3E-C766-BD8F-A47CBBFA04F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78563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BE54F62-7A53-4F93-81F4-FFD379F3976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55BA815-9FA0-6B06-F757-8BDA10A4C04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pt-BR" sz="4400" b="1">
                <a:solidFill>
                  <a:schemeClr val="tx1"/>
                </a:solidFill>
              </a:rPr>
              <a:t>334</a:t>
            </a:r>
            <a:br>
              <a:rPr lang="en-US" altLang="pt-BR" sz="4400" b="1">
                <a:solidFill>
                  <a:schemeClr val="tx1"/>
                </a:solidFill>
              </a:rPr>
            </a:br>
            <a:endParaRPr lang="en-US" altLang="pt-BR" sz="4400" b="1">
              <a:solidFill>
                <a:schemeClr val="tx1"/>
              </a:solidFill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9F164DC-EB89-FAEC-48FE-36C7EA51009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pt-BR" sz="4000" b="1"/>
              <a:t>O FIM VEM, CUIDADO!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0B7D2BE9-602A-C97B-144E-2D5514CAF6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1913" y="692150"/>
            <a:ext cx="7596187" cy="49688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pt-BR" sz="3600"/>
              <a:t>O fim de todas coisas vem,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pt-BR" sz="3600"/>
              <a:t>não tarda, cuidado!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pt-BR" sz="3600"/>
              <a:t>Não queiras hoje recusar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pt-BR" sz="3600"/>
              <a:t>a graça do Salvador;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pt-BR" sz="3600"/>
              <a:t>Procura bem depressa,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pt-BR" sz="3600"/>
              <a:t>ficar abrigado,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pt-BR" sz="3600"/>
              <a:t>No sangue do Cordeiro,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pt-BR" sz="3600"/>
              <a:t>no sangue remidor.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53EF426-DC52-D5D1-3A3C-91E384ED22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765175"/>
            <a:ext cx="8713787" cy="4824413"/>
          </a:xfrm>
        </p:spPr>
        <p:txBody>
          <a:bodyPr/>
          <a:lstStyle/>
          <a:p>
            <a:r>
              <a:rPr lang="en-US" altLang="pt-BR"/>
              <a:t>Que sangue precioso, </a:t>
            </a:r>
            <a:br>
              <a:rPr lang="en-US" altLang="pt-BR"/>
            </a:br>
            <a:r>
              <a:rPr lang="en-US" altLang="pt-BR"/>
              <a:t>saiu de meu Jesus! </a:t>
            </a:r>
            <a:br>
              <a:rPr lang="en-US" altLang="pt-BR"/>
            </a:br>
            <a:r>
              <a:rPr lang="en-US" altLang="pt-BR"/>
              <a:t>Que sangue glorioso, </a:t>
            </a:r>
            <a:br>
              <a:rPr lang="en-US" altLang="pt-BR"/>
            </a:br>
            <a:r>
              <a:rPr lang="en-US" altLang="pt-BR"/>
              <a:t>vertido foi, na cruz!</a:t>
            </a:r>
            <a:br>
              <a:rPr lang="en-US" altLang="pt-BR"/>
            </a:br>
            <a:endParaRPr lang="en-US" alt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BA997708-4C9A-8F52-8AB7-8B7857EDDA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7450" y="620713"/>
            <a:ext cx="7499350" cy="551021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pt-BR" sz="3600"/>
              <a:t>O fundamento do cristão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pt-BR" sz="3600"/>
              <a:t>é a rocha eleita,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pt-BR" sz="3600"/>
              <a:t>Por isso pode resistir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pt-BR" sz="3600"/>
              <a:t>os ventos da tentação.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pt-BR" sz="3600"/>
              <a:t>A todo o que sincero,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pt-BR" sz="3600"/>
              <a:t>a Cristo aceita,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pt-BR" sz="3600"/>
              <a:t>O sangue do Cordeiro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pt-BR" sz="3600"/>
              <a:t>garante salvação.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pt-BR" sz="3600"/>
          </a:p>
          <a:p>
            <a:endParaRPr lang="en-US" altLang="pt-BR"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0175D9E-51AC-2B99-008D-DA78414E21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765175"/>
            <a:ext cx="8713787" cy="4824413"/>
          </a:xfrm>
        </p:spPr>
        <p:txBody>
          <a:bodyPr/>
          <a:lstStyle/>
          <a:p>
            <a:r>
              <a:rPr lang="en-US" altLang="pt-BR"/>
              <a:t>Que sangue precioso, </a:t>
            </a:r>
            <a:br>
              <a:rPr lang="en-US" altLang="pt-BR"/>
            </a:br>
            <a:r>
              <a:rPr lang="en-US" altLang="pt-BR"/>
              <a:t>saiu de meu Jesus! </a:t>
            </a:r>
            <a:br>
              <a:rPr lang="en-US" altLang="pt-BR"/>
            </a:br>
            <a:r>
              <a:rPr lang="en-US" altLang="pt-BR"/>
              <a:t>Que sangue glorioso, </a:t>
            </a:r>
            <a:br>
              <a:rPr lang="en-US" altLang="pt-BR"/>
            </a:br>
            <a:r>
              <a:rPr lang="en-US" altLang="pt-BR"/>
              <a:t>vertido foi, na cruz!</a:t>
            </a:r>
            <a:br>
              <a:rPr lang="en-US" altLang="pt-BR"/>
            </a:br>
            <a:endParaRPr lang="en-US" alt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69407B38-6E2C-2EAB-5A67-163E3EF394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2988" y="765175"/>
            <a:ext cx="7715250" cy="53181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pt-BR" altLang="pt-BR" sz="3600"/>
              <a:t>Quem pois ouvir,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3600"/>
              <a:t>há de viver com Cristo na glória,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3600"/>
              <a:t>Quem não ouvir há de morrer,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3600"/>
              <a:t>tormentos padecerá,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3600"/>
              <a:t>Pois quem deseja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3600"/>
              <a:t>sobre o mal a vitória,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3600"/>
              <a:t>No sangue do cordeiro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3600"/>
              <a:t>poder encontrará.</a:t>
            </a:r>
            <a:endParaRPr lang="en-US" altLang="pt-BR"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B25AFE7-42A7-B883-9A6E-9F343E01E8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765175"/>
            <a:ext cx="8713787" cy="4824413"/>
          </a:xfrm>
        </p:spPr>
        <p:txBody>
          <a:bodyPr/>
          <a:lstStyle/>
          <a:p>
            <a:r>
              <a:rPr lang="en-US" altLang="pt-BR"/>
              <a:t>Que sangue precioso, </a:t>
            </a:r>
            <a:br>
              <a:rPr lang="en-US" altLang="pt-BR"/>
            </a:br>
            <a:r>
              <a:rPr lang="en-US" altLang="pt-BR"/>
              <a:t>saiu de meu Jesus! </a:t>
            </a:r>
            <a:br>
              <a:rPr lang="en-US" altLang="pt-BR"/>
            </a:br>
            <a:r>
              <a:rPr lang="en-US" altLang="pt-BR"/>
              <a:t>Que sangue glorioso, </a:t>
            </a:r>
            <a:br>
              <a:rPr lang="en-US" altLang="pt-BR"/>
            </a:br>
            <a:r>
              <a:rPr lang="en-US" altLang="pt-BR"/>
              <a:t>vertido foi, na cruz!</a:t>
            </a:r>
            <a:br>
              <a:rPr lang="en-US" altLang="pt-BR"/>
            </a:br>
            <a:endParaRPr lang="en-US" alt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lança">
  <a:themeElements>
    <a:clrScheme name="Balança 1">
      <a:dk1>
        <a:srgbClr val="663300"/>
      </a:dk1>
      <a:lt1>
        <a:srgbClr val="FFFFFF"/>
      </a:lt1>
      <a:dk2>
        <a:srgbClr val="996600"/>
      </a:dk2>
      <a:lt2>
        <a:srgbClr val="DBBD71"/>
      </a:lt2>
      <a:accent1>
        <a:srgbClr val="F8A500"/>
      </a:accent1>
      <a:accent2>
        <a:srgbClr val="808000"/>
      </a:accent2>
      <a:accent3>
        <a:srgbClr val="CAB8AA"/>
      </a:accent3>
      <a:accent4>
        <a:srgbClr val="DADADA"/>
      </a:accent4>
      <a:accent5>
        <a:srgbClr val="FBCFAA"/>
      </a:accent5>
      <a:accent6>
        <a:srgbClr val="737300"/>
      </a:accent6>
      <a:hlink>
        <a:srgbClr val="FFCC66"/>
      </a:hlink>
      <a:folHlink>
        <a:srgbClr val="CCA500"/>
      </a:folHlink>
    </a:clrScheme>
    <a:fontScheme name="Balança">
      <a:majorFont>
        <a:latin typeface="Arial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alança 1">
        <a:dk1>
          <a:srgbClr val="663300"/>
        </a:dk1>
        <a:lt1>
          <a:srgbClr val="FFFFFF"/>
        </a:lt1>
        <a:dk2>
          <a:srgbClr val="996600"/>
        </a:dk2>
        <a:lt2>
          <a:srgbClr val="DBBD71"/>
        </a:lt2>
        <a:accent1>
          <a:srgbClr val="F8A500"/>
        </a:accent1>
        <a:accent2>
          <a:srgbClr val="808000"/>
        </a:accent2>
        <a:accent3>
          <a:srgbClr val="CAB8AA"/>
        </a:accent3>
        <a:accent4>
          <a:srgbClr val="DADADA"/>
        </a:accent4>
        <a:accent5>
          <a:srgbClr val="FBCFAA"/>
        </a:accent5>
        <a:accent6>
          <a:srgbClr val="737300"/>
        </a:accent6>
        <a:hlink>
          <a:srgbClr val="FFCC66"/>
        </a:hlink>
        <a:folHlink>
          <a:srgbClr val="CCA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ça 2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CC66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B8AA"/>
        </a:accent5>
        <a:accent6>
          <a:srgbClr val="AC6D56"/>
        </a:accent6>
        <a:hlink>
          <a:srgbClr val="FFFF99"/>
        </a:hlink>
        <a:folHlink>
          <a:srgbClr val="E5B32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ça 3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2EB62E"/>
        </a:accent1>
        <a:accent2>
          <a:srgbClr val="527C3A"/>
        </a:accent2>
        <a:accent3>
          <a:srgbClr val="B2B9AC"/>
        </a:accent3>
        <a:accent4>
          <a:srgbClr val="DADADA"/>
        </a:accent4>
        <a:accent5>
          <a:srgbClr val="ADD7AD"/>
        </a:accent5>
        <a:accent6>
          <a:srgbClr val="497034"/>
        </a:accent6>
        <a:hlink>
          <a:srgbClr val="DDD8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ça 4">
        <a:dk1>
          <a:srgbClr val="005A58"/>
        </a:dk1>
        <a:lt1>
          <a:srgbClr val="FFFFFF"/>
        </a:lt1>
        <a:dk2>
          <a:srgbClr val="00716E"/>
        </a:dk2>
        <a:lt2>
          <a:srgbClr val="FFFF99"/>
        </a:lt2>
        <a:accent1>
          <a:srgbClr val="2DB3B0"/>
        </a:accent1>
        <a:accent2>
          <a:srgbClr val="6D6FC7"/>
        </a:accent2>
        <a:accent3>
          <a:srgbClr val="AABBBA"/>
        </a:accent3>
        <a:accent4>
          <a:srgbClr val="DADADA"/>
        </a:accent4>
        <a:accent5>
          <a:srgbClr val="ADD6D4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ça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336699"/>
        </a:accent1>
        <a:accent2>
          <a:srgbClr val="00B000"/>
        </a:accent2>
        <a:accent3>
          <a:srgbClr val="ACB3C1"/>
        </a:accent3>
        <a:accent4>
          <a:srgbClr val="DADADA"/>
        </a:accent4>
        <a:accent5>
          <a:srgbClr val="ADB8CA"/>
        </a:accent5>
        <a:accent6>
          <a:srgbClr val="009F00"/>
        </a:accent6>
        <a:hlink>
          <a:srgbClr val="00CCFF"/>
        </a:hlink>
        <a:folHlink>
          <a:srgbClr val="B5FFF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ça 6">
        <a:dk1>
          <a:srgbClr val="2F2D25"/>
        </a:dk1>
        <a:lt1>
          <a:srgbClr val="FFFFFF"/>
        </a:lt1>
        <a:dk2>
          <a:srgbClr val="656151"/>
        </a:dk2>
        <a:lt2>
          <a:srgbClr val="FFFFCC"/>
        </a:lt2>
        <a:accent1>
          <a:srgbClr val="818173"/>
        </a:accent1>
        <a:accent2>
          <a:srgbClr val="809EA8"/>
        </a:accent2>
        <a:accent3>
          <a:srgbClr val="B8B7B3"/>
        </a:accent3>
        <a:accent4>
          <a:srgbClr val="DADADA"/>
        </a:accent4>
        <a:accent5>
          <a:srgbClr val="C1C1BC"/>
        </a:accent5>
        <a:accent6>
          <a:srgbClr val="738F98"/>
        </a:accent6>
        <a:hlink>
          <a:srgbClr val="E2C86A"/>
        </a:hlink>
        <a:folHlink>
          <a:srgbClr val="B7B6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ça 7">
        <a:dk1>
          <a:srgbClr val="B4AF80"/>
        </a:dk1>
        <a:lt1>
          <a:srgbClr val="FFFFFF"/>
        </a:lt1>
        <a:dk2>
          <a:srgbClr val="C8C6A2"/>
        </a:dk2>
        <a:lt2>
          <a:srgbClr val="827F4C"/>
        </a:lt2>
        <a:accent1>
          <a:srgbClr val="7C784E"/>
        </a:accent1>
        <a:accent2>
          <a:srgbClr val="A2A4AC"/>
        </a:accent2>
        <a:accent3>
          <a:srgbClr val="E0DFCE"/>
        </a:accent3>
        <a:accent4>
          <a:srgbClr val="DADADA"/>
        </a:accent4>
        <a:accent5>
          <a:srgbClr val="BFBEB2"/>
        </a:accent5>
        <a:accent6>
          <a:srgbClr val="92949B"/>
        </a:accent6>
        <a:hlink>
          <a:srgbClr val="33CCCC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ça 8">
        <a:dk1>
          <a:srgbClr val="000000"/>
        </a:dk1>
        <a:lt1>
          <a:srgbClr val="DDDDDD"/>
        </a:lt1>
        <a:dk2>
          <a:srgbClr val="000000"/>
        </a:dk2>
        <a:lt2>
          <a:srgbClr val="B8B7D1"/>
        </a:lt2>
        <a:accent1>
          <a:srgbClr val="F1F0F4"/>
        </a:accent1>
        <a:accent2>
          <a:srgbClr val="C1BCFC"/>
        </a:accent2>
        <a:accent3>
          <a:srgbClr val="EBEBEB"/>
        </a:accent3>
        <a:accent4>
          <a:srgbClr val="000000"/>
        </a:accent4>
        <a:accent5>
          <a:srgbClr val="F7F6F8"/>
        </a:accent5>
        <a:accent6>
          <a:srgbClr val="AFAAE4"/>
        </a:accent6>
        <a:hlink>
          <a:srgbClr val="5454C6"/>
        </a:hlink>
        <a:folHlink>
          <a:srgbClr val="6A6F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ança 9">
        <a:dk1>
          <a:srgbClr val="000000"/>
        </a:dk1>
        <a:lt1>
          <a:srgbClr val="FFFFFF"/>
        </a:lt1>
        <a:dk2>
          <a:srgbClr val="00A29E"/>
        </a:dk2>
        <a:lt2>
          <a:srgbClr val="CBCBCB"/>
        </a:lt2>
        <a:accent1>
          <a:srgbClr val="E5E5FF"/>
        </a:accent1>
        <a:accent2>
          <a:srgbClr val="79CD6B"/>
        </a:accent2>
        <a:accent3>
          <a:srgbClr val="FFFFFF"/>
        </a:accent3>
        <a:accent4>
          <a:srgbClr val="000000"/>
        </a:accent4>
        <a:accent5>
          <a:srgbClr val="F0F0FF"/>
        </a:accent5>
        <a:accent6>
          <a:srgbClr val="6DBA60"/>
        </a:accent6>
        <a:hlink>
          <a:srgbClr val="4477DE"/>
        </a:hlink>
        <a:folHlink>
          <a:srgbClr val="65498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Balança</Template>
  <TotalTime>39</TotalTime>
  <Words>187</Words>
  <Application>Microsoft Office PowerPoint</Application>
  <PresentationFormat>Apresentação na tela (4:3)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Tahoma</vt:lpstr>
      <vt:lpstr>Wingdings</vt:lpstr>
      <vt:lpstr>Balança</vt:lpstr>
      <vt:lpstr>334 </vt:lpstr>
      <vt:lpstr>Apresentação do PowerPoint</vt:lpstr>
      <vt:lpstr>Que sangue precioso,  saiu de meu Jesus!  Que sangue glorioso,  vertido foi, na cruz! </vt:lpstr>
      <vt:lpstr>Apresentação do PowerPoint</vt:lpstr>
      <vt:lpstr>Que sangue precioso,  saiu de meu Jesus!  Que sangue glorioso,  vertido foi, na cruz! </vt:lpstr>
      <vt:lpstr>Apresentação do PowerPoint</vt:lpstr>
      <vt:lpstr>Que sangue precioso,  saiu de meu Jesus!  Que sangue glorioso,  vertido foi, na cruz!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334 </dc:title>
  <dc:creator>Montagna</dc:creator>
  <cp:lastModifiedBy>Emerson Souza</cp:lastModifiedBy>
  <cp:revision>3</cp:revision>
  <dcterms:created xsi:type="dcterms:W3CDTF">2005-10-15T21:21:46Z</dcterms:created>
  <dcterms:modified xsi:type="dcterms:W3CDTF">2026-05-02T22:04:45Z</dcterms:modified>
</cp:coreProperties>
</file>