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3" r:id="rId8"/>
    <p:sldId id="261" r:id="rId9"/>
    <p:sldId id="264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5DA580-B67B-3569-881B-E01563AF6B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85E29F5-16AB-AAF0-9C34-F293EBC015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BF63981-29E6-D53F-302C-53B33DCD91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811FC8B-F6C9-A9EC-C39F-793D4F27B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F310D7-FA84-1C82-3A50-AD89F5B1A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3A2D0EA-6E9D-41AD-82FA-0099818E235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715296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BF7CD8-B4DB-8398-B5E8-22A6AC035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0556BD5-B1A9-5AE4-7A60-1B3D5B0469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18C1D7E-C8E1-0E78-B9CE-8193D1DDA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0598A8A-B152-AD5F-A1F4-269DD5AD18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DD49F81-081A-7642-46D5-6E9E496DE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8E519CE-2013-4D18-8745-501D0466FEB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16854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BFA26D-38CE-0B9E-9791-E2149FF62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7C129CC-2179-D344-4762-BB1723DCE3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1D82084-8B5E-005E-11D4-C2CBCB556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A8C9A2F-BEBE-6F6E-F86A-F5757D390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DF2CCE5-FBB8-89F3-B49A-FD805BFA5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A69B3D2-3EFF-424E-9111-97AE286351F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082792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C8719F-3B73-4226-8866-7E72E6C03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BDE0177-007B-46DD-584F-FB5B020A14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403AF09-EE12-50AC-67F5-9E112D4E82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85EC181-5442-F9BD-50B1-A8EF77E1C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C62DDC9-8453-35AF-16B6-87F247B1D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E976F3F-840F-1C1C-3CF3-12793A4AC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9F71924-4E58-4B92-BAA4-650BBF6BA42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287292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17194B-C9EF-FFB1-CDEB-E7FA906E5C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03A5DC8-E846-439D-7B6B-E8F8E52B06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14C989A-120E-14CB-81A4-5C99F2DDD0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06ACB67-73A8-D976-AC0D-FF4D90D38A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CAC1FCF-FAB0-CE51-28A1-11F2181A12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2D3B0816-1580-2C6C-5DFD-5AC0465F8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2B97D16-5A54-88DA-E89C-8C8D6635BD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842EE6D8-DA88-0F67-6B1E-64A234B1C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0224033-FF86-40FD-A4E0-EF83C917387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756357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6DDBA6-C2A4-7E1F-E867-83FCB71DE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27CE57A-5695-3EEE-55E0-34BA17FA2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1F9FBDB-A9F2-7DC9-473C-319BFC607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42EF8E7-1109-6AE4-121D-A356D5F38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7ADAB4C-B83B-410E-B5B5-FAB53D3D9FA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630012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669B35A-9F9F-B538-5B51-787895867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C0F75A5-DBD7-BF24-CB9E-12817D6C2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1349FE0-AA10-F820-36AB-2CED7E38C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E880E95-3A91-4E6D-BA3F-3AB3B484F8E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3725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D34413-B22D-9A87-45E9-4109A52DB4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D76E2EA-5B28-386E-3D10-F0B261C9CB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4E6B2DC-5BAA-5532-E7D8-9D53F84C43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D5E16C9-C4CC-209D-C7F5-9A9B78FAE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E667DA6-3768-D754-4A05-DE435EFCC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0E99540-803D-1B06-9900-DF912C597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D181A61-DE19-49D9-B3A1-8946B89AC31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160218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E54BBE-7A0B-1B09-CB80-C0B2A572F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C8165DF6-8C37-681D-EC4C-55F4C2F276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97BDFC2-9BCB-4F82-48E2-83427B04B6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2D5BBFE-C6D7-E962-A015-E540007A9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BD92252-2C3C-2256-200E-290742B786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DAD7298-F7E7-327C-A410-136CEFC94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06D402A-2663-4ADE-926D-CEBDA442F76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057736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9F5301-65F2-4684-F876-3D3CC6E9B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9E848DD-D3FE-7633-3820-EEC7C6DAC7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07115CA-9B28-60D2-680E-7366BB5FC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CDEF54B-84F9-588B-332F-C03DC6C51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ADE5761-CB43-6ECA-8C9A-D0D49A99F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FD31D7A-91AD-4954-A6BC-8040A255EE8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7603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14DAA2C-8535-9C23-2A9C-EF79B76760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3D5DB55-401D-1A14-DDAF-38E64C5096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AF9CF6B-A71D-CC73-0B5C-307165667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0460362-74E4-7DEA-6900-BFEB6A212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FE9E49F-6F58-C30F-F434-1FAB268B1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5E85048-847D-4F74-9A2C-297C9112D99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970069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909D5E4E-D6C5-34C9-F7D8-3C6F259185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C6D9A00F-86E0-D52A-CA9B-DF3F1E90BA4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35AC1E84-86D8-7DFF-B9FD-A880652EBDF5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65ABB4FE-5D9F-3276-6CAF-8ADC4D2CA60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3A17AFB7-FB02-35E5-4287-0F465259687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CCB4EBE7-A5E3-4373-B458-C4CFCC80A741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D79048EB-9A19-3A5F-9B80-C38142F6D4B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 b="1"/>
              <a:t>240</a:t>
            </a:r>
            <a:br>
              <a:rPr lang="en-US" altLang="pt-BR" sz="4000" b="1"/>
            </a:br>
            <a:r>
              <a:rPr lang="en-US" altLang="pt-BR" sz="4000" b="1"/>
              <a:t>OH DIA ALEGRE!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36F28649-2505-AD44-D8EF-D42051DB77A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4">
            <a:extLst>
              <a:ext uri="{FF2B5EF4-FFF2-40B4-BE49-F238E27FC236}">
                <a16:creationId xmlns:a16="http://schemas.microsoft.com/office/drawing/2014/main" id="{92DC60C3-3456-C967-07FA-2DDFF1CE69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324600"/>
          </a:xfrm>
        </p:spPr>
        <p:txBody>
          <a:bodyPr/>
          <a:lstStyle/>
          <a:p>
            <a:r>
              <a:rPr lang="en-US" altLang="pt-BR" sz="4000" i="1"/>
              <a:t>Cristo pode hoje vir, </a:t>
            </a:r>
            <a:br>
              <a:rPr lang="en-US" altLang="pt-BR" sz="4000" i="1"/>
            </a:br>
            <a:r>
              <a:rPr lang="en-US" altLang="pt-BR" sz="4000" i="1"/>
              <a:t>Oh dia alegre! Irei amigos ver; </a:t>
            </a:r>
            <a:br>
              <a:rPr lang="en-US" altLang="pt-BR" sz="4000" i="1"/>
            </a:br>
            <a:r>
              <a:rPr lang="en-US" altLang="pt-BR" sz="4000" i="1"/>
              <a:t>O mal terá o seu fim. </a:t>
            </a:r>
            <a:br>
              <a:rPr lang="en-US" altLang="pt-BR" sz="4000" i="1"/>
            </a:br>
            <a:r>
              <a:rPr lang="en-US" altLang="pt-BR" sz="4000" i="1"/>
              <a:t>Se Cristo do céu descer!  </a:t>
            </a:r>
            <a:endParaRPr lang="en-US" altLang="pt-BR" sz="4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A10427FC-92A6-DD60-ABF9-ADC2CEAA9A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324600"/>
          </a:xfrm>
        </p:spPr>
        <p:txBody>
          <a:bodyPr/>
          <a:lstStyle/>
          <a:p>
            <a:r>
              <a:rPr lang="en-US" altLang="pt-BR" sz="4000" b="1" i="1"/>
              <a:t>Oh dia alegre, da vinda de Jesus!</a:t>
            </a:r>
            <a:r>
              <a:rPr lang="en-US" altLang="pt-BR" sz="4000" i="1"/>
              <a:t> </a:t>
            </a:r>
            <a:r>
              <a:rPr lang="en-US" altLang="pt-BR" sz="4000" b="1" i="1"/>
              <a:t>Jesus vem buscar-me para os céus;</a:t>
            </a:r>
            <a:r>
              <a:rPr lang="en-US" altLang="pt-BR" sz="4000" i="1"/>
              <a:t> </a:t>
            </a:r>
            <a:r>
              <a:rPr lang="en-US" altLang="pt-BR" sz="4000" b="1" i="1"/>
              <a:t>Ele vem breve para os Seus;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Oh dia alegre! Da vinda de Jesus!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E89B030F-976B-89A5-078D-9AD36DBCA5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324600"/>
          </a:xfrm>
        </p:spPr>
        <p:txBody>
          <a:bodyPr/>
          <a:lstStyle/>
          <a:p>
            <a:r>
              <a:rPr lang="en-US" altLang="pt-BR" sz="4000" i="1"/>
              <a:t>Se hoje for pra meu lar, Oh dia alegre! Parece-me ouvir </a:t>
            </a:r>
            <a:br>
              <a:rPr lang="en-US" altLang="pt-BR" sz="4000" i="1"/>
            </a:br>
            <a:r>
              <a:rPr lang="en-US" altLang="pt-BR" sz="4000" i="1"/>
              <a:t>Os salvos cantando: </a:t>
            </a:r>
            <a:br>
              <a:rPr lang="en-US" altLang="pt-BR" sz="4000" i="1"/>
            </a:br>
            <a:r>
              <a:rPr lang="en-US" altLang="pt-BR" sz="4000" i="1"/>
              <a:t>“Vem!’ Quem dera pra o céu partir!  </a:t>
            </a:r>
            <a:endParaRPr lang="en-US" altLang="pt-BR" sz="4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9325782A-3183-25E8-81F1-9B8995AA72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324600"/>
          </a:xfrm>
        </p:spPr>
        <p:txBody>
          <a:bodyPr/>
          <a:lstStyle/>
          <a:p>
            <a:r>
              <a:rPr lang="en-US" altLang="pt-BR" sz="4000" b="1" i="1"/>
              <a:t>Oh dia alegre, da vinda de Jesus!</a:t>
            </a:r>
            <a:r>
              <a:rPr lang="en-US" altLang="pt-BR" sz="4000" i="1"/>
              <a:t> </a:t>
            </a:r>
            <a:r>
              <a:rPr lang="en-US" altLang="pt-BR" sz="4000" b="1" i="1"/>
              <a:t>Jesus vem buscar-me para os céus;</a:t>
            </a:r>
            <a:r>
              <a:rPr lang="en-US" altLang="pt-BR" sz="4000" i="1"/>
              <a:t> </a:t>
            </a:r>
            <a:r>
              <a:rPr lang="en-US" altLang="pt-BR" sz="4000" b="1" i="1"/>
              <a:t>Ele vem breve para os Seus;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Oh dia alegre! Da vinda de Jesus!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41342EF5-1415-15B4-5A8F-55ED0B1FD0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324600"/>
          </a:xfrm>
        </p:spPr>
        <p:txBody>
          <a:bodyPr/>
          <a:lstStyle/>
          <a:p>
            <a:r>
              <a:rPr lang="en-US" altLang="pt-BR" sz="4000" i="1"/>
              <a:t>Por que ansioso estar? Oh dia alegreI Há luz na margem além; </a:t>
            </a:r>
            <a:br>
              <a:rPr lang="en-US" altLang="pt-BR" sz="4000" i="1"/>
            </a:br>
            <a:r>
              <a:rPr lang="en-US" altLang="pt-BR" sz="4000" i="1"/>
              <a:t>Temporal nunca haverá; </a:t>
            </a:r>
            <a:br>
              <a:rPr lang="en-US" altLang="pt-BR" sz="4000" i="1"/>
            </a:br>
            <a:r>
              <a:rPr lang="en-US" altLang="pt-BR" sz="4000" i="1"/>
              <a:t>Do céu breve Cristo vem!  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9A5A3EDD-4FB8-6F20-F0B8-2F74DF9872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324600"/>
          </a:xfrm>
        </p:spPr>
        <p:txBody>
          <a:bodyPr/>
          <a:lstStyle/>
          <a:p>
            <a:r>
              <a:rPr lang="en-US" altLang="pt-BR" sz="4000" b="1" i="1"/>
              <a:t>Oh dia alegre, da vinda de Jesus!</a:t>
            </a:r>
            <a:r>
              <a:rPr lang="en-US" altLang="pt-BR" sz="4000" i="1"/>
              <a:t> </a:t>
            </a:r>
            <a:r>
              <a:rPr lang="en-US" altLang="pt-BR" sz="4000" b="1" i="1"/>
              <a:t>Jesus vem buscar-me para os céus;</a:t>
            </a:r>
            <a:r>
              <a:rPr lang="en-US" altLang="pt-BR" sz="4000" i="1"/>
              <a:t> </a:t>
            </a:r>
            <a:r>
              <a:rPr lang="en-US" altLang="pt-BR" sz="4000" b="1" i="1"/>
              <a:t>Ele vem breve para os Seus;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Oh dia alegre! Da vinda de Jesus!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993ABD3C-02EB-1AE0-AE8E-3A8B88A0EE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324600"/>
          </a:xfrm>
        </p:spPr>
        <p:txBody>
          <a:bodyPr/>
          <a:lstStyle/>
          <a:p>
            <a:r>
              <a:rPr lang="en-US" altLang="pt-BR" sz="4000" i="1"/>
              <a:t>Fiel a Jesus estou, Oh dia alegre! </a:t>
            </a:r>
            <a:br>
              <a:rPr lang="en-US" altLang="pt-BR" sz="4000" i="1"/>
            </a:br>
            <a:r>
              <a:rPr lang="en-US" altLang="pt-BR" sz="4000" i="1"/>
              <a:t>Livre estou pra dizer: </a:t>
            </a:r>
            <a:br>
              <a:rPr lang="en-US" altLang="pt-BR" sz="4000" i="1"/>
            </a:br>
            <a:r>
              <a:rPr lang="en-US" altLang="pt-BR" sz="4000" i="1"/>
              <a:t>"Cristo é tudo p’ra mim”; </a:t>
            </a:r>
            <a:br>
              <a:rPr lang="en-US" altLang="pt-BR" sz="4000" i="1"/>
            </a:br>
            <a:r>
              <a:rPr lang="en-US" altLang="pt-BR" sz="4000" i="1"/>
              <a:t>Do céu virá com poder!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3E07FAC3-CA7D-1DE0-5529-D5684AFE44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324600"/>
          </a:xfrm>
        </p:spPr>
        <p:txBody>
          <a:bodyPr/>
          <a:lstStyle/>
          <a:p>
            <a:r>
              <a:rPr lang="en-US" altLang="pt-BR" sz="4000" b="1" i="1"/>
              <a:t>Oh dia alegre, da vinda de Jesus!</a:t>
            </a:r>
            <a:r>
              <a:rPr lang="en-US" altLang="pt-BR" sz="4000" i="1"/>
              <a:t> </a:t>
            </a:r>
            <a:r>
              <a:rPr lang="en-US" altLang="pt-BR" sz="4000" b="1" i="1"/>
              <a:t>Jesus vem buscar-me para os céus;</a:t>
            </a:r>
            <a:r>
              <a:rPr lang="en-US" altLang="pt-BR" sz="4000" i="1"/>
              <a:t> </a:t>
            </a:r>
            <a:r>
              <a:rPr lang="en-US" altLang="pt-BR" sz="4000" b="1" i="1"/>
              <a:t>Ele vem breve para os Seus;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Oh dia alegre! Da vinda de Jesus!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252</Words>
  <Application>Microsoft Office PowerPoint</Application>
  <PresentationFormat>Apresentação na tela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1" baseType="lpstr">
      <vt:lpstr>Arial</vt:lpstr>
      <vt:lpstr>Design padrão</vt:lpstr>
      <vt:lpstr>240 OH DIA ALEGRE! </vt:lpstr>
      <vt:lpstr>Cristo pode hoje vir,  Oh dia alegre! Irei amigos ver;  O mal terá o seu fim.  Se Cristo do céu descer!  </vt:lpstr>
      <vt:lpstr>Oh dia alegre, da vinda de Jesus! Jesus vem buscar-me para os céus; Ele vem breve para os Seus;  Oh dia alegre! Da vinda de Jesus!</vt:lpstr>
      <vt:lpstr>Se hoje for pra meu lar, Oh dia alegre! Parece-me ouvir  Os salvos cantando:  “Vem!’ Quem dera pra o céu partir!  </vt:lpstr>
      <vt:lpstr>Oh dia alegre, da vinda de Jesus! Jesus vem buscar-me para os céus; Ele vem breve para os Seus;  Oh dia alegre! Da vinda de Jesus!</vt:lpstr>
      <vt:lpstr>Por que ansioso estar? Oh dia alegreI Há luz na margem além;  Temporal nunca haverá;  Do céu breve Cristo vem!  </vt:lpstr>
      <vt:lpstr>Oh dia alegre, da vinda de Jesus! Jesus vem buscar-me para os céus; Ele vem breve para os Seus;  Oh dia alegre! Da vinda de Jesus!</vt:lpstr>
      <vt:lpstr>Fiel a Jesus estou, Oh dia alegre!  Livre estou pra dizer:  "Cristo é tudo p’ra mim”;  Do céu virá com poder!</vt:lpstr>
      <vt:lpstr>Oh dia alegre, da vinda de Jesus! Jesus vem buscar-me para os céus; Ele vem breve para os Seus;  Oh dia alegre! Da vinda de Jesus!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240 OH DIA ALEGRE! </dc:title>
  <dc:creator>Junior</dc:creator>
  <cp:lastModifiedBy>Emerson Souza</cp:lastModifiedBy>
  <cp:revision>1</cp:revision>
  <dcterms:created xsi:type="dcterms:W3CDTF">2005-12-23T23:47:27Z</dcterms:created>
  <dcterms:modified xsi:type="dcterms:W3CDTF">2026-05-02T21:56:55Z</dcterms:modified>
</cp:coreProperties>
</file>