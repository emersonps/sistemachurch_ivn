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31E47-606F-F350-157E-EC84B24BF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0F3490-E375-9D5E-0847-0C62C6311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D1737E-79A8-D5AD-FABA-723358BC2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A823EF-31AA-7F10-6BCB-E98D1E44D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30F73A-140B-A77B-04B1-AFCE22A8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F9E753-512E-459D-BA26-A45E14EF5C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10208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308A9-0828-3814-23C2-5DFFA7A4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DB0C73-AABC-5A29-7E34-C5E6FDF18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D9AB79-118E-207A-CE6E-4F34F8592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CF6BDE-E54A-7555-C4F3-791C7C2C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96FB49-CAC3-FE24-20E4-B7A827FE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5B7F05-7018-4D42-B09E-C3D0C4BEFF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881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345FB7-1D02-1A20-7073-20320C4D3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5A8BFF-09CD-0363-6330-219B389E0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2E0F79-E080-4718-FF72-C524706EE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BD75AA-E2FF-223A-7BED-C09262A8D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CB051D-A7AA-5D12-48B1-A7844C83F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369A20-BC09-4389-856D-C086287E3A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989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DDFE3E-EF0F-C7AD-4D09-0FA88A155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C59CAB-5E21-C650-5F5F-62AEF2226D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50607E-BA01-B82A-DEE6-3B47F79A0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EB9621-7026-3D08-CC11-B1FD48763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3F6E7E-D191-50C2-BD6F-4A19D01B1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1874F2-6631-DCFF-74E1-1DEE4ECE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8C37DD-85B1-4A97-9FC0-D50C5BE2E9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4355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B9A7A-89BF-025A-94D5-85F94C2DC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65DC64-7A69-4FF6-77B8-BC9845B5A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464908-886C-3489-5FFE-E519B70A1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B2CB16-ABEC-954C-2CF8-8066DEA94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4D68F2-52CE-ACF6-2850-ABA216391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FA1D315-9E68-4EFF-21BD-84BB8C1E3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CB17427-DD76-1462-AB19-33C28AB97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39EF3FA-64FA-390D-7675-2FAC369AF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8DBDF6-C36E-44EF-92DA-A79FA57AD6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573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8840D-4851-DB02-2161-0FA741F5F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62A9982-5D71-AE7F-32A4-B54BCE8D9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E2454D-9932-151F-8E19-33AD6179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DF13BBA-B805-F840-9461-D78C1A3C7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C2A37F-CE59-4F40-90B3-023CD53564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75676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530A041-341D-9303-987F-00E5467B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C1E402-1269-F9A9-B282-10AD7176A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734045-A359-EC26-9324-D01918B8E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92A54E-06AF-46A7-9A7B-A8E516C639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2537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0442C-C6F7-CAAC-D7FB-9FC307990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9C39E9-98F4-BF69-C406-F69F7D5A5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AE6236-589F-93D6-0450-B8315B692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E5EB27-4AE3-AE92-2E72-C229A0AB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4FC850-4D2F-7DD4-F84E-B129D3154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9A554D-9071-3B34-679B-342AA0B60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01BB99-4BF1-4754-8BBB-DD63280BC7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455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FB3A5-DB23-E4AE-5C04-4177DCE11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44E1821-9BFA-9763-86B2-3E40DD869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235C32-28A0-445C-CE8E-993707A78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74219C-3027-8282-7407-C984D795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D89C94-B666-245A-6C02-6E42C5EDA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0B0CA2-1DA9-485C-9D2E-7D5CAFBE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60C69F-F303-46A3-BF5B-D55B0E81B8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22134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3BF0AB-729F-D4C6-CF86-B877F16F2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053E25E-58A4-C4F4-C116-3D5455963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60AB07-C0F4-99B9-6684-55E5DD7E8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D3559A-7870-D486-E341-35C5AC8B4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3961BA-03B7-CDD2-F081-203041E8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BB09B9-71CA-4786-8B72-2D901CB0A9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27800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C66031F-26CA-8756-A2FD-C84EFF0AE8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B99AB4-658E-C65A-269B-3F8E2E7C1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B7914F-5996-BE1D-3AD5-CE52448D0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62F828-AC70-92EF-1D3F-685A1038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4E8D89-943F-FD6D-0D4A-BF7F757E2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B040A2-EDCD-4847-AFDF-DDD943F3A3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7128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18B0813-E465-B372-0FD0-0CE9B6FCD5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80E7ABA-4544-FC21-EBAE-E8CF4AFFAD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CF7EEC2-D567-7036-7411-496FF3BA41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75FFA1E-6A3D-9F87-B2BA-38AE79D898F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8734CC2-D523-5012-CAF2-EDCE263D2F3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C589E0B-4927-45D7-9DB0-8C302AE51C7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34F36FE-21D9-C1D0-83E1-E50B26E7DF6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213</a:t>
            </a:r>
            <a:br>
              <a:rPr lang="en-US" altLang="pt-BR" sz="4000" b="1"/>
            </a:br>
            <a:r>
              <a:rPr lang="en-US" altLang="pt-BR" sz="4000" b="1"/>
              <a:t>SOBRE A TERRA VOU ANDANDO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0969713-8D73-A899-847C-B25E052F62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Sobre a terra vou andando, </a:t>
            </a:r>
            <a:br>
              <a:rPr lang="en-US" altLang="pt-BR" sz="4000" i="1"/>
            </a:br>
            <a:r>
              <a:rPr lang="en-US" altLang="pt-BR" sz="4000" i="1"/>
              <a:t>Bem alegre para o céu, </a:t>
            </a:r>
            <a:br>
              <a:rPr lang="en-US" altLang="pt-BR" sz="4000" i="1"/>
            </a:br>
            <a:r>
              <a:rPr lang="en-US" altLang="pt-BR" sz="4000" i="1"/>
              <a:t>Satisfeito e salmodiando </a:t>
            </a:r>
            <a:br>
              <a:rPr lang="en-US" altLang="pt-BR" sz="4000" i="1"/>
            </a:br>
            <a:r>
              <a:rPr lang="en-US" altLang="pt-BR" sz="4000" i="1"/>
              <a:t>Ao bondoso Deus; </a:t>
            </a:r>
            <a:br>
              <a:rPr lang="en-US" altLang="pt-BR" sz="4000" i="1"/>
            </a:br>
            <a:r>
              <a:rPr lang="en-US" altLang="pt-BR" sz="4000" i="1"/>
              <a:t>Com ferozes inimigos </a:t>
            </a:r>
            <a:br>
              <a:rPr lang="en-US" altLang="pt-BR" sz="4000" i="1"/>
            </a:br>
            <a:r>
              <a:rPr lang="en-US" altLang="pt-BR" sz="4000" i="1"/>
              <a:t>Pelejando sempre estou, </a:t>
            </a:r>
            <a:br>
              <a:rPr lang="en-US" altLang="pt-BR" sz="4000" i="1"/>
            </a:br>
            <a:r>
              <a:rPr lang="en-US" altLang="pt-BR" sz="4000" i="1"/>
              <a:t>Mas conservo paz comigo, </a:t>
            </a:r>
            <a:br>
              <a:rPr lang="en-US" altLang="pt-BR" sz="4000" i="1"/>
            </a:br>
            <a:r>
              <a:rPr lang="en-US" altLang="pt-BR" sz="4000" i="1"/>
              <a:t>Pois amado sou.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1E81F83-94FB-A207-6725-F27AE3324B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Meu Pastor é Pai celeste, </a:t>
            </a:r>
            <a:br>
              <a:rPr lang="en-US" altLang="pt-BR" sz="4000" i="1"/>
            </a:br>
            <a:r>
              <a:rPr lang="en-US" altLang="pt-BR" sz="4000" i="1"/>
              <a:t>Que me guia pra Sião </a:t>
            </a:r>
            <a:br>
              <a:rPr lang="en-US" altLang="pt-BR" sz="4000" i="1"/>
            </a:br>
            <a:r>
              <a:rPr lang="en-US" altLang="pt-BR" sz="4000" i="1"/>
              <a:t>Pelos vales e mui prestes, </a:t>
            </a:r>
            <a:br>
              <a:rPr lang="en-US" altLang="pt-BR" sz="4000" i="1"/>
            </a:br>
            <a:r>
              <a:rPr lang="en-US" altLang="pt-BR" sz="4000" i="1"/>
              <a:t>Com segura mão; </a:t>
            </a:r>
            <a:br>
              <a:rPr lang="en-US" altLang="pt-BR" sz="4000" i="1"/>
            </a:br>
            <a:r>
              <a:rPr lang="en-US" altLang="pt-BR" sz="4000" i="1"/>
              <a:t>Nos perigos da viagem, </a:t>
            </a:r>
            <a:br>
              <a:rPr lang="en-US" altLang="pt-BR" sz="4000" i="1"/>
            </a:br>
            <a:r>
              <a:rPr lang="en-US" altLang="pt-BR" sz="4000" i="1"/>
              <a:t>Nas angústias e na dor, </a:t>
            </a:r>
            <a:br>
              <a:rPr lang="en-US" altLang="pt-BR" sz="4000" i="1"/>
            </a:br>
            <a:r>
              <a:rPr lang="en-US" altLang="pt-BR" sz="4000" i="1"/>
              <a:t>Sua voz me diz: </a:t>
            </a:r>
            <a:br>
              <a:rPr lang="en-US" altLang="pt-BR" sz="4000" i="1"/>
            </a:br>
            <a:r>
              <a:rPr lang="en-US" altLang="pt-BR" sz="4000" i="1"/>
              <a:t>Coragem, Sou teu Salvador.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D5FA8AA-0980-5F14-32F8-DC5BC59BB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Com Jesus eu trabalhando, </a:t>
            </a:r>
            <a:br>
              <a:rPr lang="en-US" altLang="pt-BR" sz="4000" i="1"/>
            </a:br>
            <a:r>
              <a:rPr lang="en-US" altLang="pt-BR" sz="4000" i="1"/>
              <a:t>Persevero em oração; </a:t>
            </a:r>
            <a:br>
              <a:rPr lang="en-US" altLang="pt-BR" sz="4000" i="1"/>
            </a:br>
            <a:r>
              <a:rPr lang="en-US" altLang="pt-BR" sz="4000" i="1"/>
              <a:t>Seu saber com fé buscando </a:t>
            </a:r>
            <a:br>
              <a:rPr lang="en-US" altLang="pt-BR" sz="4000" i="1"/>
            </a:br>
            <a:r>
              <a:rPr lang="en-US" altLang="pt-BR" sz="4000" i="1"/>
              <a:t>Pra tornar-me são. </a:t>
            </a:r>
            <a:br>
              <a:rPr lang="en-US" altLang="pt-BR" sz="4000" i="1"/>
            </a:br>
            <a:r>
              <a:rPr lang="en-US" altLang="pt-BR" sz="4000" i="1"/>
              <a:t>Que prazer incomparável </a:t>
            </a:r>
            <a:br>
              <a:rPr lang="en-US" altLang="pt-BR" sz="4000" i="1"/>
            </a:br>
            <a:r>
              <a:rPr lang="en-US" altLang="pt-BR" sz="4000" i="1"/>
              <a:t>Ser guiado por Jesus. </a:t>
            </a:r>
            <a:br>
              <a:rPr lang="en-US" altLang="pt-BR" sz="4000" i="1"/>
            </a:br>
            <a:r>
              <a:rPr lang="en-US" altLang="pt-BR" sz="4000" i="1"/>
              <a:t>Sim, por Cristo tão amável, </a:t>
            </a:r>
            <a:br>
              <a:rPr lang="en-US" altLang="pt-BR" sz="4000" i="1"/>
            </a:br>
            <a:r>
              <a:rPr lang="en-US" altLang="pt-BR" sz="4000" i="1"/>
              <a:t>Na perene luz.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88AFAED-1BD4-3EA6-8E38-742EB511B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Ao chegar-se nessa pátria </a:t>
            </a:r>
            <a:br>
              <a:rPr lang="en-US" altLang="pt-BR" sz="4000" i="1"/>
            </a:br>
            <a:r>
              <a:rPr lang="en-US" altLang="pt-BR" sz="4000" i="1"/>
              <a:t>Todos prantos cessarão. </a:t>
            </a:r>
            <a:br>
              <a:rPr lang="en-US" altLang="pt-BR" sz="4000" i="1"/>
            </a:br>
            <a:r>
              <a:rPr lang="en-US" altLang="pt-BR" sz="4000" i="1"/>
              <a:t>Já o sol divino raia, </a:t>
            </a:r>
            <a:br>
              <a:rPr lang="en-US" altLang="pt-BR" sz="4000" i="1"/>
            </a:br>
            <a:r>
              <a:rPr lang="en-US" altLang="pt-BR" sz="4000" i="1"/>
              <a:t>Na feliz mansão. </a:t>
            </a:r>
            <a:br>
              <a:rPr lang="en-US" altLang="pt-BR" sz="4000" i="1"/>
            </a:br>
            <a:r>
              <a:rPr lang="en-US" altLang="pt-BR" sz="4000" i="1"/>
              <a:t>Males, lutas e agonias, </a:t>
            </a:r>
            <a:br>
              <a:rPr lang="en-US" altLang="pt-BR" sz="4000" i="1"/>
            </a:br>
            <a:r>
              <a:rPr lang="en-US" altLang="pt-BR" sz="4000" i="1"/>
              <a:t>Acabaram-se aqui; </a:t>
            </a:r>
            <a:br>
              <a:rPr lang="en-US" altLang="pt-BR" sz="4000" i="1"/>
            </a:br>
            <a:r>
              <a:rPr lang="en-US" altLang="pt-BR" sz="4000" i="1"/>
              <a:t>Cristo vem, oh! </a:t>
            </a:r>
            <a:br>
              <a:rPr lang="en-US" altLang="pt-BR" sz="4000" i="1"/>
            </a:br>
            <a:r>
              <a:rPr lang="en-US" altLang="pt-BR" sz="4000" i="1"/>
              <a:t>Que alegria Vamos ter ali!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213 SOBRE A TERRA VOU ANDANDO </vt:lpstr>
      <vt:lpstr>Sobre a terra vou andando,  Bem alegre para o céu,  Satisfeito e salmodiando  Ao bondoso Deus;  Com ferozes inimigos  Pelejando sempre estou,  Mas conservo paz comigo,  Pois amado sou. </vt:lpstr>
      <vt:lpstr>Meu Pastor é Pai celeste,  Que me guia pra Sião  Pelos vales e mui prestes,  Com segura mão;  Nos perigos da viagem,  Nas angústias e na dor,  Sua voz me diz:  Coragem, Sou teu Salvador. </vt:lpstr>
      <vt:lpstr>Com Jesus eu trabalhando,  Persevero em oração;  Seu saber com fé buscando  Pra tornar-me são.  Que prazer incomparável  Ser guiado por Jesus.  Sim, por Cristo tão amável,  Na perene luz. </vt:lpstr>
      <vt:lpstr>Ao chegar-se nessa pátria  Todos prantos cessarão.  Já o sol divino raia,  Na feliz mansão.  Males, lutas e agonias,  Acabaram-se aqui;  Cristo vem, oh!  Que alegria Vamos ter ali!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213 SOBRE A TERRA VOU ANDANDO </dc:title>
  <dc:creator>Junior</dc:creator>
  <cp:lastModifiedBy>Emerson Souza</cp:lastModifiedBy>
  <cp:revision>1</cp:revision>
  <dcterms:created xsi:type="dcterms:W3CDTF">2005-12-23T21:26:50Z</dcterms:created>
  <dcterms:modified xsi:type="dcterms:W3CDTF">2026-05-02T21:54:37Z</dcterms:modified>
</cp:coreProperties>
</file>