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DE42-0D64-F581-2B31-E10770620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8424B9-2E26-8516-BBDB-E4D4822B6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85CBC3-1803-4607-7A69-1A831089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5BF902-D7EC-B4D4-96E2-5BF7FA83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2ACE-8EA9-C905-0A99-35BCF07A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CFBFB-68A6-4213-9BBB-510B85EC6E4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463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DFA41-8BF9-6DCD-00F0-B632E72D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34ED87-80F0-F4F7-914A-ACE062D7B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BF8DE1-9E61-5372-DE45-6CA5FA85F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09C4DC-8E1C-685A-A8A0-DA7DAF9A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B17B65-516F-7B94-EFA7-F2CB71F2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CA66BD-879F-42B3-9396-D05C1BF4CE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604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B054F-7CF9-7A62-F835-5E83E9F1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640AA2-E166-898F-D0FC-1E739362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F8B569-37C2-FE7A-AABE-AF244DACB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15C687-FF38-6707-6D55-472B72AA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F2F9C-8848-9224-D132-9B64E744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8E995-5308-4C5A-A463-F7C065EB78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839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36557-FE88-6D8B-7D3B-864C77AC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16DDBF-37DA-F2B9-66A8-52A4F780B1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CCE75A-B458-9D99-59E3-056EF040E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CEF27F-EEBF-DBF1-B13B-6BC48A69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090B8A-414C-A788-0455-C7366E09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A5316C-4D2E-BC15-1994-CB587317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415612-723A-4031-B94D-2801F97954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778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8E0316-A488-71E1-EC92-9286FF68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D1009C1-2B7E-9B0E-409B-867A71311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B9A5C8-D425-8478-686C-2029F068B1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5FC3B4-B2DD-4C6F-A7F4-78CAD15398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8F5771-9A83-5E58-404B-F2F858E64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61D289-AE8A-B93F-8448-4E988703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383140-B3FA-4176-28B6-EAD181EC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BC17CA0-3D85-9682-1224-2FA31D09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42DE7-AA7E-4ED3-AB0F-44EB6826EE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3849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978AE-0F00-8244-477F-4AF4D6CB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0BC159-0FB7-5F78-72EE-F13C2E84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3EE034B-97D4-0214-57B2-DA0F2437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8163EE-3E94-CBDC-D2C9-5F477430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B025B7-369A-44FF-8077-6B38759107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4465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470939-249E-21F8-E02A-87E3D80AD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323D4C-E72C-BE8B-34C8-99EFCE24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B9F508-1814-3819-9500-B393AA40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27B54-3B73-4336-9A8A-33B71D5D05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39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346A7-1BC9-9C96-8705-DAD0AF9F3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046CCF-18D3-2B72-AB0D-C49325185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E40EF1-21ED-B6BD-0024-E089E39B7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9DD403-E959-0350-4052-A059911A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A1C323-BA12-AEB5-DAA8-2CFB29C7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07F6E4-CF74-3F49-2D88-9364607C9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24423-DF18-4D99-A523-5305CE7794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601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45AC9-D52F-C22B-E684-7DE043AE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4AC74-4D8F-A5F3-265D-80A70B2B7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3F2FF0-AAB2-D7F1-26DC-09A54E170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3477A3-FB1C-EE67-3EB1-D78E389A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062092-2896-9BC9-222B-0F31E64F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D81A1C-387A-1074-28DC-39236993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72B4BA-83CA-487D-A1B4-B362F73644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7078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A08D2-1457-9CFA-6B9B-CE79DE0B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EB96EA-D8C6-D1E4-CE80-191653C11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E210D6-D447-2872-6430-90AB85CFC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E3DE4-1F55-9E3D-215D-7AE48F54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E4A073-E51C-F142-3AB0-6DB2DA42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184B2-8F05-43C2-B222-8CCFA6C41F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627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BF8CCB-3E88-7EE9-074E-B417B967B0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CA8646-CEA9-0422-187E-677578A1B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6CDB23-21D2-8ABD-772C-842875F64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41A7D-AA1A-69E3-9A89-01512584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CBCB65-B656-EA0F-4559-20B53B1D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D56A8-DB7F-49D0-86C6-82DC5FE3845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32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937576-42F1-AA6B-432D-E6C41B3AF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E5653C5-F720-5D52-7E18-F68B974C8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CEF8670-6DE0-7A40-E81A-F14BBE6780A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9EF456-09BD-F074-6036-73774AA2BD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04CBCB-B1E7-F72B-67E3-F7E17322650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7AF11E4-1448-488F-977A-7F922B7F60C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4F4456BB-71FC-285D-5AA2-0A0F69633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19800"/>
          </a:xfrm>
        </p:spPr>
        <p:txBody>
          <a:bodyPr/>
          <a:lstStyle/>
          <a:p>
            <a:r>
              <a:rPr lang="en-US" altLang="pt-BR" sz="4000" b="1" i="1"/>
              <a:t>593 – Estou Seguro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 i="1"/>
              <a:t>Oh! Jesus, meu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Estou seguro em teu amor,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por ti sou vencedor,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estás comigo!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593 – Estou Seguro     Oh! Jesus, meu Salvador,  Estou seguro em teu amor,  E por ti sou vencedor,  Pois estás comigo!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593 – Estou Seguro     Oh! Jesus, meu Salvador,  Estou seguro em teu amor,  E por ti sou vencedor,  Pois estás comigo! </dc:title>
  <dc:creator>Junior</dc:creator>
  <cp:lastModifiedBy>Emerson Souza</cp:lastModifiedBy>
  <cp:revision>1</cp:revision>
  <dcterms:created xsi:type="dcterms:W3CDTF">2005-12-27T02:18:17Z</dcterms:created>
  <dcterms:modified xsi:type="dcterms:W3CDTF">2026-05-02T22:26:52Z</dcterms:modified>
</cp:coreProperties>
</file>