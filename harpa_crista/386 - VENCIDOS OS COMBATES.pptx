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8D69D-F6DE-410C-47EC-AED33814E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2E728F-FD3A-9376-BAB7-9D90CB67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ED819F-252F-F674-35C9-29A64DF8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B44E29-DCB4-6487-6A82-5E542E1A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A1F344-52C8-13CD-00B1-E3D82F196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34AFF7-9895-40BD-A6B4-4EFBF5ABEF8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1698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9D2969-8E6E-CCA3-10B4-CEF981568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5BA04-5320-2ECC-9138-FA737427C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DE37AB-E902-0854-AE3B-38C7CA3E8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DD43F0-C2D4-3502-5183-95929F6E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9C0E796-67CB-F9C3-15DB-780C9A64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E57BC-68A8-47EF-BEF3-49956874F9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3019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7D75E1-234F-21CD-81EF-E9CCDF0A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E30343-2B8D-6158-26BE-806EDB82F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93003-68F2-4BE6-2587-85F38CBF9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45F559-E416-AD2E-8816-EBD094D08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890EA7-ECD2-BB6C-172D-7CBF97A3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0A2207-5495-455C-9B6F-CAFD67FEF8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3204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1E283-52BF-6122-7837-DB5E849E8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DBDECA-984B-1698-3AB5-E8E838843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B023D29-4630-EF9D-9DAB-31AF5FA98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36E01E-DDAA-CA95-8821-123E12D0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F2C5F2-5759-A1B1-7476-E0026537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A9AB17-8603-3C36-4F2D-B18945216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7F0E8-9D9D-48E1-A62E-7C525E269D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50009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F811AC-A506-130E-7902-7FF4867E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9633F1-F681-91B5-B13D-F68887654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BF58799-85DF-EBCE-2026-D9277AB16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EC89BF8-D156-F020-771A-0777BC4D2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E407E5-BAC7-3895-0594-82C66E4955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76F691D-32F4-CB87-F3BA-4748EBDF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8B0688D-21B0-8BB9-D474-08ACA845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0B6458B-DA53-837B-D90F-31C806FA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2EF02F-FD85-4EA2-B8A2-975040CBEE5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9987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3EB239-9217-BC15-28DC-951216BB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4673FB9-8AE5-C40D-E8A4-F3A37706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8F25A1-B3B7-DF73-2417-7A2EC6241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695BC3E-28E5-70BF-E440-E06251A7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138572-0834-432B-96E1-AA0F716B01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382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65573F-CEC2-17E6-29D5-B33D62C75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E4E980-8147-3CFF-E2EF-5DCF94AD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32B0A5-9AAE-E0BA-64FC-0D9E7AEB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AD715C-D373-400C-BB8C-2C07EF83AB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0242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C87D2-9765-FF76-008A-1873574E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44F92F7-04B1-A083-B1F4-2F7371F50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222415A-D173-618A-5196-ECF6D61FC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B10530C-6276-36D1-9214-40CBA058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8DE619-7632-0132-AF82-6C15BDD95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895F4FA-34A4-ADB5-225A-B32D491FE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102CAC-114F-4A49-8247-E15D9D5959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8655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FF131-25FF-C56F-6C02-F7FE4169A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F24583E-EAAB-46A7-883D-5D783BACD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61DE05-C497-E189-CF9A-5C2E6A00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EC4BDA-9039-9DE6-B20D-86669267A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027B0F-D67B-7D2E-799E-893D9333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DA274F-C67E-FDC1-78EA-D8CA00E8D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A0AD7D-8999-4E91-A983-3E7B808D251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939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4E3E0-D667-2108-A862-C37D9FA33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43101F-74AE-FEF3-AC42-D41ACE0F78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C6063-9E0A-F4F7-07DD-6CD648B2A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31759-153B-ED74-6514-C1BD7343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0C810F-AE2E-A61E-BCBB-7B942E6C1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3D63FB-58C0-41F0-A84B-67839531F0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728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B8D692-5EB9-C88A-7B1A-BDBE3322E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54C540-4428-CBCB-C69E-A24FAD164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949A86-AF72-B69E-FA21-CF7C198A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9AAB9C-8429-9B2E-092D-70CFE10FF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9459E3-FCD7-E0ED-6B0A-7F99E34E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A50740-ADB2-43CA-B7C9-D39BDEF9CE0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908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84A34A6-A012-A0DB-8A0D-8AD25319E2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069135F-AFBC-8845-3EA6-DD3C0598F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D361147-4219-2671-B5D3-5DB9156DCD8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309BA4-CC05-8173-DF49-403B03EE9F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612353A-4A32-A439-A07F-D09D8B5ACD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19CFE26-166C-4A66-A202-BD6A8D1D80B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71442C-EFA1-5BE7-6470-915CD2B1CF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386</a:t>
            </a:r>
            <a:br>
              <a:rPr lang="pt-BR" altLang="pt-BR" sz="4400" b="1"/>
            </a:br>
            <a:r>
              <a:rPr lang="pt-BR" altLang="pt-BR" sz="4400" b="1"/>
              <a:t>VENCIDOS OS COMBATES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489DA1-85A0-203A-D8A9-390A913A28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Ó, não temas tu, Esposa de Jesus;</a:t>
            </a:r>
            <a:br>
              <a:rPr lang="pt-BR" altLang="pt-BR" sz="3600"/>
            </a:br>
            <a:r>
              <a:rPr lang="pt-BR" altLang="pt-BR" sz="3600"/>
              <a:t>Em justiça Deus te edificará!</a:t>
            </a:r>
            <a:br>
              <a:rPr lang="pt-BR" altLang="pt-BR" sz="3600"/>
            </a:br>
            <a:r>
              <a:rPr lang="pt-BR" altLang="pt-BR" sz="3600"/>
              <a:t>Tua tenda que dimana viva luz, </a:t>
            </a:r>
            <a:br>
              <a:rPr lang="pt-BR" altLang="pt-BR" sz="3600"/>
            </a:br>
            <a:r>
              <a:rPr lang="pt-BR" altLang="pt-BR" sz="3600"/>
              <a:t>Ele mais aumentará.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55EEF0C-39FC-1062-7D24-1A6C14BE3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Toda arma de rancor, </a:t>
            </a:r>
            <a:br>
              <a:rPr lang="pt-BR" altLang="pt-BR" sz="3600" b="1" i="1"/>
            </a:br>
            <a:r>
              <a:rPr lang="pt-BR" altLang="pt-BR" sz="3600" b="1" i="1"/>
              <a:t>Contra ti se desfará,</a:t>
            </a:r>
            <a:br>
              <a:rPr lang="pt-BR" altLang="pt-BR" sz="3600" b="1" i="1"/>
            </a:br>
            <a:r>
              <a:rPr lang="pt-BR" altLang="pt-BR" sz="3600" b="1" i="1"/>
              <a:t>Quando o inimigo</a:t>
            </a:r>
            <a:br>
              <a:rPr lang="pt-BR" altLang="pt-BR" sz="3600" b="1" i="1"/>
            </a:br>
            <a:r>
              <a:rPr lang="pt-BR" altLang="pt-BR" sz="3600" b="1" i="1"/>
              <a:t>se erguer com seu furor</a:t>
            </a:r>
            <a:br>
              <a:rPr lang="pt-BR" altLang="pt-BR" sz="3600" b="1" i="1"/>
            </a:br>
            <a:r>
              <a:rPr lang="pt-BR" altLang="pt-BR" sz="3600" b="1" i="1"/>
              <a:t> Ele nao te vencera!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B8C1AAA-E0F4-50EE-F217-9C32DCEA37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Toda arma fabricada com rancor,</a:t>
            </a:r>
            <a:br>
              <a:rPr lang="pt-BR" altLang="pt-BR" sz="3600"/>
            </a:br>
            <a:r>
              <a:rPr lang="pt-BR" altLang="pt-BR" sz="3600"/>
              <a:t>Te combate, mas jamais te vencerá, </a:t>
            </a:r>
            <a:br>
              <a:rPr lang="pt-BR" altLang="pt-BR" sz="3600"/>
            </a:br>
            <a:r>
              <a:rPr lang="pt-BR" altLang="pt-BR" sz="3600"/>
              <a:t>O inimigo que ataca com furor, </a:t>
            </a:r>
            <a:br>
              <a:rPr lang="pt-BR" altLang="pt-BR" sz="3600"/>
            </a:br>
            <a:r>
              <a:rPr lang="pt-BR" altLang="pt-BR" sz="3600"/>
              <a:t>O Senhor abaterá.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1DEEC90-22E7-C6F6-1997-5FE64B146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Toda arma de rancor, </a:t>
            </a:r>
            <a:br>
              <a:rPr lang="pt-BR" altLang="pt-BR" sz="3600" b="1" i="1"/>
            </a:br>
            <a:r>
              <a:rPr lang="pt-BR" altLang="pt-BR" sz="3600" b="1" i="1"/>
              <a:t>Contra ti se desfará,</a:t>
            </a:r>
            <a:br>
              <a:rPr lang="pt-BR" altLang="pt-BR" sz="3600" b="1" i="1"/>
            </a:br>
            <a:r>
              <a:rPr lang="pt-BR" altLang="pt-BR" sz="3600" b="1" i="1"/>
              <a:t>Quando o inimigo</a:t>
            </a:r>
            <a:br>
              <a:rPr lang="pt-BR" altLang="pt-BR" sz="3600" b="1" i="1"/>
            </a:br>
            <a:r>
              <a:rPr lang="pt-BR" altLang="pt-BR" sz="3600" b="1" i="1"/>
              <a:t>se erguer com seu furor</a:t>
            </a:r>
            <a:br>
              <a:rPr lang="pt-BR" altLang="pt-BR" sz="3600" b="1" i="1"/>
            </a:br>
            <a:r>
              <a:rPr lang="pt-BR" altLang="pt-BR" sz="3600" b="1" i="1"/>
              <a:t> Ele nao te vencera!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7D4B543-085F-1AD2-5E3B-86DF1745F0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Lá no céu não hás de ter recordação </a:t>
            </a:r>
            <a:br>
              <a:rPr lang="pt-BR" altLang="pt-BR" sz="3600"/>
            </a:br>
            <a:r>
              <a:rPr lang="pt-BR" altLang="pt-BR" sz="3600"/>
              <a:t>Dos combates que sofreste por amor;</a:t>
            </a:r>
            <a:br>
              <a:rPr lang="pt-BR" altLang="pt-BR" sz="3600"/>
            </a:br>
            <a:r>
              <a:rPr lang="pt-BR" altLang="pt-BR" sz="3600"/>
              <a:t>Mas ali terás sublime posição </a:t>
            </a:r>
            <a:br>
              <a:rPr lang="pt-BR" altLang="pt-BR" sz="3600"/>
            </a:br>
            <a:r>
              <a:rPr lang="pt-BR" altLang="pt-BR" sz="3600"/>
              <a:t>Com Jesus, teu Salvador.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BE5CB9A6-1D77-03DA-7A20-177E0DDB1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Toda arma de rancor, </a:t>
            </a:r>
            <a:br>
              <a:rPr lang="pt-BR" altLang="pt-BR" sz="3600" b="1" i="1"/>
            </a:br>
            <a:r>
              <a:rPr lang="pt-BR" altLang="pt-BR" sz="3600" b="1" i="1"/>
              <a:t>Contra ti se desfará,</a:t>
            </a:r>
            <a:br>
              <a:rPr lang="pt-BR" altLang="pt-BR" sz="3600" b="1" i="1"/>
            </a:br>
            <a:r>
              <a:rPr lang="pt-BR" altLang="pt-BR" sz="3600" b="1" i="1"/>
              <a:t>Quando o inimigo</a:t>
            </a:r>
            <a:br>
              <a:rPr lang="pt-BR" altLang="pt-BR" sz="3600" b="1" i="1"/>
            </a:br>
            <a:r>
              <a:rPr lang="pt-BR" altLang="pt-BR" sz="3600" b="1" i="1"/>
              <a:t>se erguer com seu furor</a:t>
            </a:r>
            <a:br>
              <a:rPr lang="pt-BR" altLang="pt-BR" sz="3600" b="1" i="1"/>
            </a:br>
            <a:r>
              <a:rPr lang="pt-BR" altLang="pt-BR" sz="3600" b="1" i="1"/>
              <a:t> Ele nao te vencera!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BA8702D-16D9-90E8-5517-6934F75D8F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Patriarcas e profetas já estão</a:t>
            </a:r>
            <a:br>
              <a:rPr lang="pt-BR" altLang="pt-BR" sz="3600"/>
            </a:br>
            <a:r>
              <a:rPr lang="pt-BR" altLang="pt-BR" sz="3600"/>
              <a:t>Lá no céu te esperando com amor; </a:t>
            </a:r>
            <a:br>
              <a:rPr lang="pt-BR" altLang="pt-BR" sz="3600"/>
            </a:br>
            <a:r>
              <a:rPr lang="pt-BR" altLang="pt-BR" sz="3600"/>
              <a:t>Sê fiel e guarda a divinal unção</a:t>
            </a:r>
            <a:br>
              <a:rPr lang="pt-BR" altLang="pt-BR" sz="3600"/>
            </a:br>
            <a:r>
              <a:rPr lang="pt-BR" altLang="pt-BR" sz="3600"/>
              <a:t>Para as bodas d'esplendor.</a:t>
            </a:r>
            <a:r>
              <a:rPr lang="pt-BR" altLang="pt-BR" sz="1600"/>
              <a:t>	</a:t>
            </a:r>
            <a:br>
              <a:rPr lang="pt-BR" altLang="pt-BR" sz="1600"/>
            </a:br>
            <a:r>
              <a:rPr lang="pt-BR" altLang="pt-BR" sz="1600"/>
              <a:t>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DBA9253-F714-319F-5EE5-7E59B7E192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 b="1" i="1"/>
              <a:t>Toda arma de rancor, </a:t>
            </a:r>
            <a:br>
              <a:rPr lang="pt-BR" altLang="pt-BR" sz="3600" b="1" i="1"/>
            </a:br>
            <a:r>
              <a:rPr lang="pt-BR" altLang="pt-BR" sz="3600" b="1" i="1"/>
              <a:t>Contra ti se desfará,</a:t>
            </a:r>
            <a:br>
              <a:rPr lang="pt-BR" altLang="pt-BR" sz="3600" b="1" i="1"/>
            </a:br>
            <a:r>
              <a:rPr lang="pt-BR" altLang="pt-BR" sz="3600" b="1" i="1"/>
              <a:t>Quando o inimigo</a:t>
            </a:r>
            <a:br>
              <a:rPr lang="pt-BR" altLang="pt-BR" sz="3600" b="1" i="1"/>
            </a:br>
            <a:r>
              <a:rPr lang="pt-BR" altLang="pt-BR" sz="3600" b="1" i="1"/>
              <a:t>se erguer com seu furor</a:t>
            </a:r>
            <a:br>
              <a:rPr lang="pt-BR" altLang="pt-BR" sz="3600" b="1" i="1"/>
            </a:br>
            <a:r>
              <a:rPr lang="pt-BR" altLang="pt-BR" sz="3600" b="1" i="1"/>
              <a:t> Ele nao te vencera!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386 VENCIDOS OS COMBATES</vt:lpstr>
      <vt:lpstr>Ó, não temas tu, Esposa de Jesus; Em justiça Deus te edificará! Tua tenda que dimana viva luz,  Ele mais aumentará. </vt:lpstr>
      <vt:lpstr>Toda arma de rancor,  Contra ti se desfará, Quando o inimigo se erguer com seu furor  Ele nao te vencera!</vt:lpstr>
      <vt:lpstr>Toda arma fabricada com rancor, Te combate, mas jamais te vencerá,  O inimigo que ataca com furor,  O Senhor abaterá. </vt:lpstr>
      <vt:lpstr>Toda arma de rancor,  Contra ti se desfará, Quando o inimigo se erguer com seu furor  Ele nao te vencera!</vt:lpstr>
      <vt:lpstr>Lá no céu não hás de ter recordação  Dos combates que sofreste por amor; Mas ali terás sublime posição  Com Jesus, teu Salvador. </vt:lpstr>
      <vt:lpstr>Toda arma de rancor,  Contra ti se desfará, Quando o inimigo se erguer com seu furor  Ele nao te vencera!</vt:lpstr>
      <vt:lpstr>Patriarcas e profetas já estão Lá no céu te esperando com amor;  Sê fiel e guarda a divinal unção Para as bodas d'esplendor.  P.L.M. </vt:lpstr>
      <vt:lpstr>Toda arma de rancor,  Contra ti se desfará, Quando o inimigo se erguer com seu furor  Ele nao te vencera!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386 - VENCIDOS OS COMBATES</dc:title>
  <dc:creator>Montagna</dc:creator>
  <cp:lastModifiedBy>Emerson Souza</cp:lastModifiedBy>
  <cp:revision>2</cp:revision>
  <dcterms:created xsi:type="dcterms:W3CDTF">2005-10-21T05:38:06Z</dcterms:created>
  <dcterms:modified xsi:type="dcterms:W3CDTF">2026-05-02T22:09:07Z</dcterms:modified>
</cp:coreProperties>
</file>