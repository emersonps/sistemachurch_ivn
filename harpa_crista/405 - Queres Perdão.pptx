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9493F-DEC5-AD26-1884-C20C7A852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A7C3E2-8711-0AB4-34DE-596B1DB36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5A7333-21F0-117D-F063-B9217025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E8AAC4-358C-F911-676B-2B9AF4BE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F65C11-BEB8-CCEB-93B5-9E432E63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594F19-1E2D-47C1-9106-6860DAB198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941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178CD-381A-B4BE-781E-0E32B8598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CF4A9A-C39C-5212-1076-BDD52E95C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303B49-7F2A-7FAD-86F4-1C27D082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74A4E1-BB64-B834-DB6F-5CB654C9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992C67-38C2-0E70-3C1C-5B7947F6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AAAB3B-9CD3-4D49-A6E2-7AC50FFE25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339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8CD77-581C-4B8A-114F-E4E8EF143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53472A-2ADC-8D15-17A3-23FA5B505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F6CA27-481E-AC75-7BFB-24B428D8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7D51E6-C6C5-6715-29DF-A896115E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A96F3C-5AFF-E226-BB25-4F57BF76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97B94C-4024-4775-AB12-3256AE8E51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612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1442E-1CC1-3AB5-1C76-52614444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C6F9FA-8C81-7115-C9AE-7DF37B63F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854C66-B5FC-5D24-533B-14C3634AD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65999E-C279-5E5B-1E93-85CB3259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EE493C-4BB7-C3A7-1834-56DFC1AD3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E1E726-68CE-18E6-76E5-21612207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57B44F-229D-49BE-AC89-52BD88D462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1435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0512B-2737-DC81-12C7-D08130FF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E9C11E-FE7F-BDF2-7F32-843928B99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8E9DDE-1AD0-4E8A-FD3F-1C348C9C0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F5D6205-7A9C-59A8-C881-881EBC949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EC691E7-947F-3BDE-3BD8-9E0F93013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20DE2BB-0D7A-1A63-332E-4AD25F7C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D9A180-9C7B-2514-C367-050BA699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FE8DA2-8DE5-FA32-1819-0479048F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0E95A9-9959-45C1-90C1-3611AB51BA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552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D1292-0327-8680-0FA9-85B0C3B3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925C86-71FF-7D28-E584-681DA99A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97F319-9180-3A32-A9E7-11241EB8C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FBB273-9744-246F-1565-32253346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626BA0-30B2-4F3F-9392-FF5047BF2E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94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9F9BBC-B2AB-0936-11BD-18B2509F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582525-1DFD-0E59-1AE1-9CCBEF66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8F0054-76B3-9439-920D-D78DEA55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EA430-A548-4760-B77D-E3900B9E0B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143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977D1-6D58-DB1D-3D46-CC86D952E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3CC-4C70-710F-AB30-C5A79AFE5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5EF331-51A6-1957-A1DD-DFF7C44B7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28A94F-1C68-47B2-451E-2061ECF7A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A36BD3-1A8E-BB87-543F-E016032C8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31C842-AF25-BB5C-E698-DC07C865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CA6C78-79D8-4BAB-91B2-5FAABCF071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018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5620A-8484-4621-B537-E0527AF28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BF001A-01A7-FFF8-79BE-4AE948F37F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0EEE8F-CA0E-5DBC-9FDF-0CBE00518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522BC5-6519-A7F2-F48D-A4C2DF67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EC65EF-5EFC-E2F9-E471-96FD412F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EA1B6D-2B25-9952-9C57-063D8782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6AF95-E48D-49B1-AF93-A0B3779B34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236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CA5D4-C716-4B6B-4B42-457E8D40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63C2AC-FD6F-E692-609F-F1E2E9429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BF7D73-8384-BD68-9DE6-879CAE84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BCC1D0-D5FF-DFAE-128F-534F6DB5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AE52EC-8BD1-C7B5-C65C-A76ACA64A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1365AA-48D9-4787-8B51-08E82EABE6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430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8D8979-DA98-6E3A-0655-BCA31D87A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8F2966-3DED-7EE6-1043-E7A9AE7D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FA1FF8-3266-C708-74A0-C252530A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5A009B-CAE9-EF5C-FA84-99B1386B0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66B976-7A77-FEF0-E939-C373F47D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8CACD-ED98-4283-9A1C-D90406DFBB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020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C43332-1747-ACE2-AC27-AA828F5EC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4D708AF-4717-EED2-3513-9AB753EA8D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C921503-B861-4373-9BDD-58E58E54E3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09106F7-0F14-A61E-7C4A-620EEAF51D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96E9E45-9B9F-DC76-4A59-B62A8BA5F1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C131A82-8801-41FD-A456-BF15538A931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AD9E3C6-8A53-AA64-DCFF-847502883BE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405 – Queres Perdão?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DE7043B-6D2C-9226-6879-AFBCEE72CA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C9B3471-150F-1202-3B60-6363DDFDC8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Queres ser salvo, queres perdão,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Paz e repouso no coração?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que farás para teres a luz?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toda a força - Crê em Jesus;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 hoje queres em Cristo crer.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Inda que morto hás de viver;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Deixa este mundo enganador,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Crê só em Cristo. teu Salvador.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0571C89-2A1D-1FD8-8CE1-4C0D3EF8C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Ó crê em Cristo - ei-Lo aqui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nosso meio, chora por ti;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te ama; queres a luz?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Queres vitória? - Crê em Jesus,</a:t>
            </a:r>
            <a:r>
              <a:rPr lang="en-US" altLang="pt-BR" sz="4000"/>
              <a:t> </a:t>
            </a:r>
            <a:r>
              <a:rPr lang="en-US" altLang="pt-BR" sz="4000" i="1"/>
              <a:t>Sim! Hoje creio no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minha vida, meu Redentor;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Nas minhas lutas, o Capitão;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Creio em Cristo de coração.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02AD683-13FF-47C2-FDFB-44D6DE83B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Quando o inimigo com seu terror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Ruge em torno com mui furor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desanimes por tua cruz,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Olha pra cima - Crê em Jesus;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nas terríveis provas d’horror,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Segue avante com teu Senhor,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te guarda da corrupção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te liberta da tentação.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405 – Queres Perdão? </vt:lpstr>
      <vt:lpstr>Queres ser salvo, queres perdão,  Paz e repouso no coração?  O que farás para teres a luz?  Com toda a força - Crê em Jesus;  Se hoje queres em Cristo crer.  Inda que morto hás de viver;  Deixa este mundo enganador,  Crê só em Cristo. teu Salvador.    </vt:lpstr>
      <vt:lpstr>Ó crê em Cristo - ei-Lo aqui  Em nosso meio, chora por ti;  Ele te ama; queres a luz?  Queres vitória? - Crê em Jesus, Sim! Hoje creio no Salvador,  E minha vida, meu Redentor;  Nas minhas lutas, o Capitão;  Creio em Cristo de coração.    </vt:lpstr>
      <vt:lpstr>Quando o inimigo com seu terror  Ruge em torno com mui furor  Não desanimes por tua cruz,  Olha pra cima - Crê em Jesus;  E nas terríveis provas d’horror,  Segue avante com teu Senhor,  Ele te guarda da corrupção  E te liberta da tentação.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405 – Queres Perdão? </dc:title>
  <dc:creator>Junior</dc:creator>
  <cp:lastModifiedBy>Emerson Souza</cp:lastModifiedBy>
  <cp:revision>1</cp:revision>
  <dcterms:created xsi:type="dcterms:W3CDTF">2005-12-26T20:09:42Z</dcterms:created>
  <dcterms:modified xsi:type="dcterms:W3CDTF">2026-05-02T22:10:38Z</dcterms:modified>
</cp:coreProperties>
</file>