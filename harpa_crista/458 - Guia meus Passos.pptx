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2C72C-DCF6-5294-A179-7FD83F482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B1F118-2B2D-4409-D2D6-F873AE02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4BCB92-5E9B-6556-41D2-8EB84F68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F283A2-7B55-1027-ADA5-DAF6BE4D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F8A924-9EC7-D4A6-04B9-E3B4072FB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EF497-88B5-457D-996B-30E3B6BEBC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7618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6A06E-6F29-E3DF-D0B0-A5FE0E338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DD659F-BC49-627C-60E5-B72C4D1EE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DA615D-AE9F-4CA8-76D0-DC76DA586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4B29C2-4D09-6219-34DF-F7445B02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6F3DF3-40D6-8E17-D70F-F066F2DA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244A10-E580-4629-A10E-23462B2009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2872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44BAA-C908-DF40-4691-7A8DC9ED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7EB13A-7F3F-CBF2-ADD5-83D371C65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22C755-E135-6B90-9696-77C69B83C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C96A4D-0FF7-188C-21D7-5DDB5ED2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13B38C-BEE1-2C0B-84D4-4E9E3A2E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27617D-788C-4A32-A598-3D2CC8A851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529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F62E7-4A29-3724-92D8-843929835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5A6269-5F6B-3349-0EAD-EDC09B672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1CB2EA-9A63-59B1-B042-72CE07613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4A26B2-12EE-40A1-C70C-229331C9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BC9F53-0E83-3E6C-834B-E17A769B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1E1ADF-CAFF-D407-219D-795BB42F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67A095-42E0-4128-9315-EE6215E5B2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3800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35981-E8A1-58C3-5A86-B6CE031D7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C8646F-A631-9459-9919-2A688B3B1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F8C5A7-CCFF-2F87-1909-5A7AEDD4D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82425AE-BABF-03FE-7742-327DF2C48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6A78491-7CE6-ED44-B377-6CEBEA54BC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81ED10-1CCF-A7B9-03EC-BD487F429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B1C54D-C389-AFFD-563B-2F067F00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B9FF3CE-6224-3AE8-0A97-B3BEA760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29FA6-F656-46FD-8DFE-7427E95FAB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004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BED1B-9F55-95F3-7728-F872B5341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A0377D0-7AA6-B66A-5C97-3CF33A63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5C2F66E-A6F0-DB0C-DD76-00FE054C9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32C495-231B-0EC1-7FDD-4A81B576B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436519-03D6-43AB-BE8F-321D2222AF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383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D5B8B8C-DC9A-9BB6-2191-5A8D8A26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89C009-89F1-D5E9-01CC-52B123D4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DF51B8-CA1E-A6C3-6FC0-AC562392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7B1B5F-0666-48BC-8E5D-A114DC2850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3561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B9D59-8492-32DB-E416-2FFDAF95D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C25AC6-A2D9-8F22-E726-EB5FDBB9D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37DF4F-F224-2608-4EEB-0842732A6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29EA24-B52A-BCE6-93C5-77C3BBD64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DAE531-E3D6-05F4-8D01-5FFFEE5D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EEB5D5-1BDB-D136-D99E-128B32F3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C3728B-7277-43F3-AA36-F2F8286B63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746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8D6A8-DB48-B99A-4687-D4CE7B4AF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164D1BF-C83C-123C-FA50-FB6FE9B9B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AD9E6E-B9ED-EEE7-5368-D6FFEAC5F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A26026-95D0-ED86-6B5A-107BD357E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E15D73-B513-DF71-CADF-89E4B164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154FF2-7B21-DEA4-4BEB-3D41D8D1F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F7F1A9-56B3-4E12-8D65-7ADD0E8094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073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13BB5-86BA-3094-C958-A34DACE0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263E89-C3CC-039C-2F7D-04AD44A80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F96D68-952D-82E9-C990-293FF23D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4740BD-CE26-9AB8-A8DA-0ED16EA3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EF5621-2A42-203E-C740-CF888534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3E2612-AF5D-4330-9FF8-C5ABA5A6BC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272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4D9AD3-8982-E238-B1E8-E806EBA47C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AC3BD0-FAB8-7A6B-8D4D-8B50018A1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C50DDC-4E19-1162-925F-0142D8C1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16C766-AEAB-4A11-4993-8FD07DD86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6CFA1C-6748-8ACC-5644-4BDFC5F3F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AF0247-006E-4AF9-9077-810AF4F3BF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3420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4E89EA1-93E3-3EC1-393C-8AD90D3AC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B82DFD-AECE-A9A2-7111-FAEA4B6892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85011B8-20F8-41E3-269F-319E0807433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3C0C7D6-5111-CD35-69C9-336E218241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4532500-1E58-65EF-22A9-A0AFCA287E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00EF8CE-5A29-4D35-A6C6-E40A9591CBF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429D454-6CBE-1D93-55DC-5D08D2ADA63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458</a:t>
            </a:r>
            <a:br>
              <a:rPr lang="pt-BR" altLang="pt-BR" sz="4400" b="1"/>
            </a:br>
            <a:r>
              <a:rPr lang="pt-BR" altLang="pt-BR" sz="4400" b="1"/>
              <a:t>GUIA MEUS PASSOS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EEE156E-2FF9-27A6-7567-F7BC92664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/>
              <a:t>Guia meus passos, Senhor Jesus,</a:t>
            </a:r>
            <a:br>
              <a:rPr lang="pt-BR" altLang="pt-BR" sz="4000"/>
            </a:br>
            <a:r>
              <a:rPr lang="pt-BR" altLang="pt-BR" sz="4000"/>
              <a:t>Senhor de consolação, </a:t>
            </a:r>
            <a:br>
              <a:rPr lang="pt-BR" altLang="pt-BR" sz="4000"/>
            </a:br>
            <a:r>
              <a:rPr lang="pt-BR" altLang="pt-BR" sz="4000"/>
              <a:t>Leva-me à estrada da Tua luz,</a:t>
            </a:r>
            <a:br>
              <a:rPr lang="pt-BR" altLang="pt-BR" sz="4000"/>
            </a:br>
            <a:r>
              <a:rPr lang="pt-BR" altLang="pt-BR" sz="4000"/>
              <a:t>A fonte do Teu perdão.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2F52805-7DE7-7ABC-B668-26743C89C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 b="1" i="1"/>
              <a:t>Lá fora, eis a chorar, </a:t>
            </a:r>
            <a:br>
              <a:rPr lang="pt-BR" altLang="pt-BR" sz="4000" b="1" i="1"/>
            </a:br>
            <a:r>
              <a:rPr lang="pt-BR" altLang="pt-BR" sz="4000" b="1" i="1"/>
              <a:t>sem Deus, sem luz, </a:t>
            </a:r>
            <a:br>
              <a:rPr lang="pt-BR" altLang="pt-BR" sz="4000" b="1" i="1"/>
            </a:br>
            <a:r>
              <a:rPr lang="pt-BR" altLang="pt-BR" sz="4000" b="1" i="1"/>
              <a:t>sem lar O pecador... </a:t>
            </a:r>
            <a:br>
              <a:rPr lang="pt-BR" altLang="pt-BR" sz="4000" b="1" i="1"/>
            </a:br>
            <a:r>
              <a:rPr lang="pt-BR" altLang="pt-BR" sz="4000" b="1" i="1"/>
              <a:t>Ouve, Senhor, </a:t>
            </a:r>
            <a:br>
              <a:rPr lang="pt-BR" altLang="pt-BR" sz="4000" b="1" i="1"/>
            </a:br>
            <a:r>
              <a:rPr lang="pt-BR" altLang="pt-BR" sz="4000" b="1" i="1"/>
              <a:t>a queixa do pecador.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E5C5B8C-977F-6318-EC72-0857C1375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/>
              <a:t>Tuas ovelhas fiéis conduz </a:t>
            </a:r>
            <a:br>
              <a:rPr lang="pt-BR" altLang="pt-BR" sz="4000"/>
            </a:br>
            <a:r>
              <a:rPr lang="pt-BR" altLang="pt-BR" sz="4000"/>
              <a:t>Por vales, vergéis em flor,</a:t>
            </a:r>
            <a:br>
              <a:rPr lang="pt-BR" altLang="pt-BR" sz="4000"/>
            </a:br>
            <a:r>
              <a:rPr lang="pt-BR" altLang="pt-BR" sz="4000"/>
              <a:t>Ao Teu aprisco, Senhor Jesus... </a:t>
            </a:r>
            <a:br>
              <a:rPr lang="pt-BR" altLang="pt-BR" sz="4000"/>
            </a:br>
            <a:r>
              <a:rPr lang="pt-BR" altLang="pt-BR" sz="4000"/>
              <a:t>Jesus, nosso bom Pastor.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921767A-B952-4D6D-18D4-D33E82E79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 b="1" i="1"/>
              <a:t>Lá fora, eis a chorar, </a:t>
            </a:r>
            <a:br>
              <a:rPr lang="pt-BR" altLang="pt-BR" sz="4000" b="1" i="1"/>
            </a:br>
            <a:r>
              <a:rPr lang="pt-BR" altLang="pt-BR" sz="4000" b="1" i="1"/>
              <a:t>sem Deus, sem luz, </a:t>
            </a:r>
            <a:br>
              <a:rPr lang="pt-BR" altLang="pt-BR" sz="4000" b="1" i="1"/>
            </a:br>
            <a:r>
              <a:rPr lang="pt-BR" altLang="pt-BR" sz="4000" b="1" i="1"/>
              <a:t>sem lar O pecador... </a:t>
            </a:r>
            <a:br>
              <a:rPr lang="pt-BR" altLang="pt-BR" sz="4000" b="1" i="1"/>
            </a:br>
            <a:r>
              <a:rPr lang="pt-BR" altLang="pt-BR" sz="4000" b="1" i="1"/>
              <a:t>Ouve, Senhor, </a:t>
            </a:r>
            <a:br>
              <a:rPr lang="pt-BR" altLang="pt-BR" sz="4000" b="1" i="1"/>
            </a:br>
            <a:r>
              <a:rPr lang="pt-BR" altLang="pt-BR" sz="4000" b="1" i="1"/>
              <a:t>a queixa do pecador.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BFA010D-C68E-9B5C-0FC8-64E0E89F8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/>
              <a:t>Na larga estrada vai triste e só </a:t>
            </a:r>
            <a:br>
              <a:rPr lang="pt-BR" altLang="pt-BR" sz="4000"/>
            </a:br>
            <a:r>
              <a:rPr lang="pt-BR" altLang="pt-BR" sz="4000"/>
              <a:t>O filho de Belial...</a:t>
            </a:r>
            <a:br>
              <a:rPr lang="pt-BR" altLang="pt-BR" sz="4000"/>
            </a:br>
            <a:r>
              <a:rPr lang="pt-BR" altLang="pt-BR" sz="4000"/>
              <a:t>Triste, faminto, envolto em pó, </a:t>
            </a:r>
            <a:br>
              <a:rPr lang="pt-BR" altLang="pt-BR" sz="4000"/>
            </a:br>
            <a:r>
              <a:rPr lang="pt-BR" altLang="pt-BR" sz="4000"/>
              <a:t>Escravo infeliz do mal.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05FA080-1184-3E2D-1C03-3C13F60A3E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 b="1" i="1"/>
              <a:t>Lá fora, eis a chorar, </a:t>
            </a:r>
            <a:br>
              <a:rPr lang="pt-BR" altLang="pt-BR" sz="4000" b="1" i="1"/>
            </a:br>
            <a:r>
              <a:rPr lang="pt-BR" altLang="pt-BR" sz="4000" b="1" i="1"/>
              <a:t>sem Deus, sem luz, </a:t>
            </a:r>
            <a:br>
              <a:rPr lang="pt-BR" altLang="pt-BR" sz="4000" b="1" i="1"/>
            </a:br>
            <a:r>
              <a:rPr lang="pt-BR" altLang="pt-BR" sz="4000" b="1" i="1"/>
              <a:t>sem lar O pecador... </a:t>
            </a:r>
            <a:br>
              <a:rPr lang="pt-BR" altLang="pt-BR" sz="4000" b="1" i="1"/>
            </a:br>
            <a:r>
              <a:rPr lang="pt-BR" altLang="pt-BR" sz="4000" b="1" i="1"/>
              <a:t>Ouve, Senhor, </a:t>
            </a:r>
            <a:br>
              <a:rPr lang="pt-BR" altLang="pt-BR" sz="4000" b="1" i="1"/>
            </a:br>
            <a:r>
              <a:rPr lang="pt-BR" altLang="pt-BR" sz="4000" b="1" i="1"/>
              <a:t>a queixa do pecador.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EEFA4C4-D9FF-4E87-826A-C2F30F9D1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/>
              <a:t>Senhor dos simples, Senhor Jesus,</a:t>
            </a:r>
            <a:br>
              <a:rPr lang="pt-BR" altLang="pt-BR" sz="4000"/>
            </a:br>
            <a:r>
              <a:rPr lang="pt-BR" altLang="pt-BR" sz="4000"/>
              <a:t>Oh! Glorioso Deus de amor!</a:t>
            </a:r>
            <a:br>
              <a:rPr lang="pt-BR" altLang="pt-BR" sz="4000"/>
            </a:br>
            <a:r>
              <a:rPr lang="pt-BR" altLang="pt-BR" sz="4000"/>
              <a:t>A ovelha errante atrai, conduz</a:t>
            </a:r>
            <a:br>
              <a:rPr lang="pt-BR" altLang="pt-BR" sz="4000"/>
            </a:br>
            <a:r>
              <a:rPr lang="pt-BR" altLang="pt-BR" sz="4000"/>
              <a:t>Ao Teu redil, bom Pastor.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5737F00-F16F-CB29-28CE-8E563FB3E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 b="1" i="1"/>
              <a:t>Lá fora, eis a chorar, </a:t>
            </a:r>
            <a:br>
              <a:rPr lang="pt-BR" altLang="pt-BR" sz="4000" b="1" i="1"/>
            </a:br>
            <a:r>
              <a:rPr lang="pt-BR" altLang="pt-BR" sz="4000" b="1" i="1"/>
              <a:t>sem Deus, sem luz, </a:t>
            </a:r>
            <a:br>
              <a:rPr lang="pt-BR" altLang="pt-BR" sz="4000" b="1" i="1"/>
            </a:br>
            <a:r>
              <a:rPr lang="pt-BR" altLang="pt-BR" sz="4000" b="1" i="1"/>
              <a:t>sem lar O pecador... </a:t>
            </a:r>
            <a:br>
              <a:rPr lang="pt-BR" altLang="pt-BR" sz="4000" b="1" i="1"/>
            </a:br>
            <a:r>
              <a:rPr lang="pt-BR" altLang="pt-BR" sz="4000" b="1" i="1"/>
              <a:t>Ouve, Senhor, </a:t>
            </a:r>
            <a:br>
              <a:rPr lang="pt-BR" altLang="pt-BR" sz="4000" b="1" i="1"/>
            </a:br>
            <a:r>
              <a:rPr lang="pt-BR" altLang="pt-BR" sz="4000" b="1" i="1"/>
              <a:t>a queixa do pecador.</a:t>
            </a:r>
            <a:endParaRPr lang="en-US" altLang="pt-BR" sz="40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458 GUIA MEUS PASSOS</vt:lpstr>
      <vt:lpstr>Guia meus passos, Senhor Jesus, Senhor de consolação,  Leva-me à estrada da Tua luz, A fonte do Teu perdão. </vt:lpstr>
      <vt:lpstr>Lá fora, eis a chorar,  sem Deus, sem luz,  sem lar O pecador...  Ouve, Senhor,  a queixa do pecador.</vt:lpstr>
      <vt:lpstr>Tuas ovelhas fiéis conduz  Por vales, vergéis em flor, Ao Teu aprisco, Senhor Jesus...  Jesus, nosso bom Pastor. </vt:lpstr>
      <vt:lpstr>Lá fora, eis a chorar,  sem Deus, sem luz,  sem lar O pecador...  Ouve, Senhor,  a queixa do pecador.</vt:lpstr>
      <vt:lpstr>Na larga estrada vai triste e só  O filho de Belial... Triste, faminto, envolto em pó,  Escravo infeliz do mal. </vt:lpstr>
      <vt:lpstr>Lá fora, eis a chorar,  sem Deus, sem luz,  sem lar O pecador...  Ouve, Senhor,  a queixa do pecador.</vt:lpstr>
      <vt:lpstr>Senhor dos simples, Senhor Jesus, Oh! Glorioso Deus de amor! A ovelha errante atrai, conduz Ao Teu redil, bom Pastor. </vt:lpstr>
      <vt:lpstr>Lá fora, eis a chorar,  sem Deus, sem luz,  sem lar O pecador...  Ouve, Senhor,  a queixa do pecador.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458 - GUIA MEUS PASSOS</dc:title>
  <dc:creator>Montagna</dc:creator>
  <cp:lastModifiedBy>Emerson Souza</cp:lastModifiedBy>
  <cp:revision>2</cp:revision>
  <dcterms:created xsi:type="dcterms:W3CDTF">2005-10-21T10:12:47Z</dcterms:created>
  <dcterms:modified xsi:type="dcterms:W3CDTF">2026-05-02T22:15:27Z</dcterms:modified>
</cp:coreProperties>
</file>