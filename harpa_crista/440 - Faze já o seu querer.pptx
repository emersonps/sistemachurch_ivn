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AF1B6-3F5C-74F4-08A5-33CE0DD18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B83818-6749-DC25-1114-9F97A934B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EE6F79-53D2-D2DA-1BC8-E84EA9247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5207BC-F22E-96D8-DB41-2CA885977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2340F9-5F4F-19CC-ED5D-1BF0CFAD1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969EE4-F6AB-46CB-9E3F-E8A8FAE6A55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0453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1CF394-6093-62DE-3D2D-29C9A69C8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E09C39-D72E-E2F1-19F0-EA548B869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7BC09C-DF09-98D9-1C08-C8D0236E4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DB6899-442A-E6B3-3DEB-E81EE784A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43AF59-1837-18D6-DD50-09C6DDD4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EED510-3344-4265-9E6E-991F6123EB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42324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83F838-BE9D-D79A-A70E-0485B233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885A4E-27FF-78B0-4AE5-D787FBCBD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F3FFEA-446B-54F9-94DE-1D1B7BCF9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7B99EA-AA97-60CC-2110-8C9D3F38A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FD10B5-A9D3-8340-62D0-62FC0E476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AD30F8-688E-4EF2-8FAE-2B0D96E988E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22174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9F099C-83FE-68CC-8D20-C67613325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C58253-0DF3-3547-F7D7-AFF3C140B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EAF1472-DA85-79E0-3ABB-E9BB7888C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0D10C9C-A741-A458-08F9-D920B3B0D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481C70-5F4B-F3F7-B6FD-46C2A3161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1225B5-F79E-68BD-7D06-E7B45C3A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428946-F1A7-4F97-8C2D-3E6CB0FB20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39206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8AA35-B210-DF5A-CAC2-9630CFE20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F00568-62A7-A42B-9527-743663CC2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3B5193-8AE8-05B6-9943-9D96B743D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158552B-C02C-8FEC-EDBB-6651E30254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B827906-F2CF-4689-9621-5DDE6132DF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5E6792F-F455-0964-19AC-CC4129F64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FB52E67-A1D7-6612-329E-5F34967D3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82D5DA6-8636-E4F0-1426-DEF73AC7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7EF90A-D166-4913-AD7F-F61C148078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60834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D63C8-FC38-4E87-4CEF-EBCA84AFE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62AAFE6-20B3-BCD3-F897-598255201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F57CCD9-0093-93DC-0126-27A52B2D7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121CF9E-D509-249B-7B3E-CA0D40029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7194FB-BF96-4C66-810D-3B76EF7C50C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5434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FA0BE34-A108-7A25-5B82-E8D485926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7AADF66-B374-A2B0-E300-4F61E60DA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A91EDA7-3FB2-80C0-5447-E793D8E01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F3E303-02F6-4D71-BB74-7F95D073F7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73001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0F845-46F7-5BFE-8AD3-3423E03AE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99F149-3C6E-8657-8770-B0AC733FD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4163A4F-4889-9B7F-B29A-094A7F524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6266A67-A487-BE81-B01C-4C53EC525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51C8524-0A10-6C93-71E4-D53C7750F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631AC0-CF77-4E5F-5941-A378B3037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797232-44FA-4197-AE65-C142EF7D83E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78709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B7E444-17DC-0F0C-FA0C-174D654D8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2C60062-F44B-977B-06BE-34B1E2C065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3D9DE1A-5214-B0D4-65D0-CBFE4E786B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365F984-A70C-E477-7453-E72E30B30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5830-5447-0F44-EDE1-7F27698FC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71A43D-BDAE-825C-007F-0AD9FFD1C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127BAA-4D19-4BF5-B104-93E3F7EBBB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60953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5DC84F-C368-25D2-1DB6-88E6A06AF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694A48A-DF9E-38A6-A47B-B70412E7E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A133AA-8583-5DD8-5DE5-7B19FDDA7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48A024-9FE3-59C2-18DE-DF6F1F9B1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FB024C-F40F-3B1B-F5DA-A37E3DBE7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CB757A-2BD4-44DF-9431-7F8440D7ED8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0423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B244F44-99BE-9F4C-4912-613007B363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C2E9DBB-3E21-7FC7-529A-BC4DC208B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62E460-D2FA-3254-7CEF-9278A94CF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CE9865-26EE-0E86-3609-8BDEBB67D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30F2BF-F7D7-7B94-A739-413838BFC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950EBB-22B3-4EA5-925B-2D042CBAFF5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9768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78734AF-3989-E364-1239-1A887B3C6D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EAB4F12-4A9D-99AF-A3EC-59A87CABCE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2C313B3-4DC1-82D3-9D94-F1E90B7DFE2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39DE9DA-3C3A-801A-59A1-15BA6FCBAB3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D3DE70E-D1F4-917E-D176-F875D139756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CBE047A-DA91-4AD1-BE47-30E07E547CF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055DEBF-FD93-5F15-D3A1-3467D0D7DB2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440 – Faze já o seu querer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A2BF1F9-0903-6D87-7701-2BD28BC159D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0C8DA32-4789-F772-00C2-1C60133A5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Em viver pra Cristo </a:t>
            </a:r>
            <a:br>
              <a:rPr lang="en-US" altLang="pt-BR" sz="4000" i="1"/>
            </a:br>
            <a:r>
              <a:rPr lang="en-US" altLang="pt-BR" sz="4000" i="1"/>
              <a:t>Firme permanecerás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a paz após, tu sempre seguirás?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ao pé da cruz </a:t>
            </a:r>
            <a:br>
              <a:rPr lang="en-US" altLang="pt-BR" sz="4000" i="1"/>
            </a:br>
            <a:r>
              <a:rPr lang="en-US" altLang="pt-BR" sz="4000" i="1"/>
              <a:t>Os teus cuidados deixarás?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Faze já o Seu querer!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F936AF2-6E13-9827-BEB6-D5C8C2AF0A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O Seu poder e Seus dons te dará;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De gozo, Cristo, sim, te inundará;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Do coração as manchas limpará</a:t>
            </a:r>
            <a:r>
              <a:rPr lang="en-US" altLang="pt-BR" sz="4000"/>
              <a:t> </a:t>
            </a:r>
            <a:r>
              <a:rPr lang="en-US" altLang="pt-BR" sz="4000" b="1" i="1"/>
              <a:t>Fazendo tu, p’ra sempre, </a:t>
            </a:r>
            <a:br>
              <a:rPr lang="en-US" altLang="pt-BR" sz="4000" b="1" i="1"/>
            </a:br>
            <a:r>
              <a:rPr lang="en-US" altLang="pt-BR" sz="4000" b="1" i="1"/>
              <a:t>Seu querer!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EF9E6AC-C9A1-86FE-1C26-2907433864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3800" i="1"/>
              <a:t>Queres ir após de Cristo e carregar a cruz?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Queres conhecer a paz que dá Jesus?</a:t>
            </a:r>
            <a:r>
              <a:rPr lang="en-US" altLang="pt-BR" sz="3800"/>
              <a:t> </a:t>
            </a:r>
            <a:r>
              <a:rPr lang="en-US" altLang="pt-BR" sz="3800" i="1"/>
              <a:t>Queres que te guie com a verdadeira luz?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Faze já o Seu querer!</a:t>
            </a:r>
            <a:r>
              <a:rPr lang="en-US" altLang="pt-BR" sz="3800"/>
              <a:t> </a:t>
            </a:r>
            <a:r>
              <a:rPr lang="en-US" altLang="pt-BR" sz="38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E9BF368-1927-9CA0-BB27-1ABE279A7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O Seu poder e Seus dons te dará;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De gozo, Cristo, sim, te inundará;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Do coração as manchas limpará</a:t>
            </a:r>
            <a:r>
              <a:rPr lang="en-US" altLang="pt-BR" sz="4000"/>
              <a:t> </a:t>
            </a:r>
            <a:r>
              <a:rPr lang="en-US" altLang="pt-BR" sz="4000" b="1" i="1"/>
              <a:t>Fazendo tu, p’ra sempre, </a:t>
            </a:r>
            <a:br>
              <a:rPr lang="en-US" altLang="pt-BR" sz="4000" b="1" i="1"/>
            </a:br>
            <a:r>
              <a:rPr lang="en-US" altLang="pt-BR" sz="4000" b="1" i="1"/>
              <a:t>Seu querer!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BACD86D-B1C4-3E18-870C-715BABC787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3800" i="1"/>
              <a:t>Queres lá no céu os teus amigos encontrar?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Deves preparar tua vida sem tardar,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Queres pra Jesus a tua vida consagrar?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Faze já o Seu querer!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756375C-1B28-62D6-F86B-61C8A9BCC6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O Seu poder e Seus dons te dará;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De gozo, Cristo, sim, te inundará;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Do coração as manchas limpará</a:t>
            </a:r>
            <a:r>
              <a:rPr lang="en-US" altLang="pt-BR" sz="4000"/>
              <a:t> </a:t>
            </a:r>
            <a:r>
              <a:rPr lang="en-US" altLang="pt-BR" sz="4000" b="1" i="1"/>
              <a:t>Fazendo tu, p’ra sempre, </a:t>
            </a:r>
            <a:br>
              <a:rPr lang="en-US" altLang="pt-BR" sz="4000" b="1" i="1"/>
            </a:br>
            <a:r>
              <a:rPr lang="en-US" altLang="pt-BR" sz="4000" b="1" i="1"/>
              <a:t>Seu querer!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440 – Faze já o seu querer </vt:lpstr>
      <vt:lpstr>Em viver pra Cristo  Firme permanecerás  E a paz após, tu sempre seguirás?  E ao pé da cruz  Os teus cuidados deixarás?  Faze já o Seu querer!  </vt:lpstr>
      <vt:lpstr>O Seu poder e Seus dons te dará;  De gozo, Cristo, sim, te inundará;  Do coração as manchas limpará Fazendo tu, p’ra sempre,  Seu querer!  </vt:lpstr>
      <vt:lpstr>Queres ir após de Cristo e carregar a cruz?  Queres conhecer a paz que dá Jesus? Queres que te guie com a verdadeira luz?  Faze já o Seu querer!  </vt:lpstr>
      <vt:lpstr>O Seu poder e Seus dons te dará;  De gozo, Cristo, sim, te inundará;  Do coração as manchas limpará Fazendo tu, p’ra sempre,  Seu querer!  </vt:lpstr>
      <vt:lpstr>Queres lá no céu os teus amigos encontrar?  Deves preparar tua vida sem tardar,  Queres pra Jesus a tua vida consagrar?  Faze já o Seu querer!</vt:lpstr>
      <vt:lpstr>O Seu poder e Seus dons te dará;  De gozo, Cristo, sim, te inundará;  Do coração as manchas limpará Fazendo tu, p’ra sempre,  Seu querer!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440 – Faze já o seu querer </dc:title>
  <dc:creator>Junior</dc:creator>
  <cp:lastModifiedBy>Emerson Souza</cp:lastModifiedBy>
  <cp:revision>1</cp:revision>
  <dcterms:created xsi:type="dcterms:W3CDTF">2005-12-26T18:59:31Z</dcterms:created>
  <dcterms:modified xsi:type="dcterms:W3CDTF">2026-05-02T22:13:54Z</dcterms:modified>
</cp:coreProperties>
</file>