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2D131-AEC8-4012-C861-2ECD4976E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3FC788-6001-F123-2E0C-5CCE2D64A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694A6A-F10B-E924-79A5-711DFC55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9DF19-1493-BCC3-2755-596CC60C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197B11-7D9F-F248-3E1B-EF34DFA0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01A2-F2EA-4EF7-B59C-FE3FE6BD1A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9111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96A6A-0E98-1B7B-F2C4-CF5D4EE4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1416F7-6F62-46F3-4C60-FAA050556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CE9241-F7E3-2851-14A5-547DD4769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5922FC-DE9E-90EB-3F60-1A07DC6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A493EF-A981-A93A-AF2A-E27567EF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6C2265-356B-4CE2-9EC8-CABF7CF1EE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413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79757-FBA1-6050-1017-DACCAD4F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58EF44-E944-0B92-E031-8DD2A19AD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6716CC-8FF9-E196-BCC2-9F4E20FB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85911-7496-A1C7-3EE2-9CAE290F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29591A-1F13-B919-C1FD-88A1A8B6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05751F-D20A-4E35-8A95-6BE9CFC1B0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582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7C6C2-0538-FBC6-9BC0-26226A28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A66AE6-D497-604E-F4D3-6D84D98B2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2E5E73-7EA5-A8B2-12BF-F6024EB25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959A6F-82AD-45C0-DE0E-E2239D4C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EC9CA9-241E-E39F-B17B-5881E6F5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85784F-1A76-1BD2-0E5E-030E52F4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1CE4F6-23B7-444D-9BD7-C4E2B3A2E2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668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BB238-9EFE-9467-B881-07D73FD4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1DBFC1-9F4F-523B-59F4-2D6D40C8F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3DC1ED-416E-EBEC-349E-3B384DC8A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B5F0BF-FBAB-448E-705D-632B23EF9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A6AD3D1-9364-36AD-3888-006A1064B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839F6F7-8D29-37E4-4D87-7FAF567C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DAC6B4B-390C-A22F-5D9B-90F14EF9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75F62A-021A-AD3C-468F-4479FEBA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B2DD68-0E95-471B-B633-F4C7D385F5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877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205C-036E-5A6D-AF3A-66B0C020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EA3769-97C2-3205-7B29-4B66C3B1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50C029-8D74-9F81-9703-33B89950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6959A7-E748-374B-D100-FCE79002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A4D6A1-944C-4F42-9F03-23BEA61830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581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ACE737-B673-FAAB-DA81-01DEFD5C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C049D5-0330-30E1-7F51-E810557D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D0C32C-48C1-5E00-8F30-F2AA5E26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92EAE-97C7-4A6E-8243-08D77C7192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877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2C476-0F0B-196B-A351-44E7E84E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D38018-1AA6-7FA4-26F8-7E707A5D2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C4EDDD-31FF-CFB1-01D1-C2D95AED7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EAC4B2-32E1-73FE-E5E0-E0825E19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7CBD72-8417-D8F2-58FE-736308F6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35D0D7-09BF-A183-C380-AD8212C7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997743-7E88-4DB3-B508-6D5E88412D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750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1F24B-A316-0875-DEEE-74FFBAEE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312C6B-037C-AA45-EDDA-88A855B23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D3AE49-E26E-D02B-ED65-1AC252E2B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29A7AF-892E-F935-D597-DDBBC54B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F8B525-B3F4-57C5-28DD-F3D2758D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DDEEE5-36F9-4B5D-666F-CC71A5E0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0D7488-C6CC-4BC2-8B2C-305F15861A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350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47944-7CF0-F972-D652-968A78FB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AA6D3A-FB00-24D8-363B-9A407B539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600E73-0A05-230F-1F0C-EE25FC37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9E026F-7CA6-E7B1-7172-46EC591C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10AFBC-4A1D-0C71-89A8-FB212BD6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8D4117-9F73-43EA-88B4-E71692FA40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952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B1D84E-675A-5C86-BC12-65D18E4E4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53279B-5AAB-AA3E-B889-D885DBFC2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A1317E-519B-2A4B-FC6D-318061C8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705ED-EBD3-3BB6-144B-9B4B6DB3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1A4AB7-FB5A-9155-593A-D74F52C1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152591-843E-4B8A-9F41-7A50110C7B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205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EB11B5-84AC-8194-9DDF-6C177B773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1E761C-FFD0-C460-B998-7071FB0E7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E9BA323-7399-113B-8DC6-AB4D643C29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EFD200-D558-FCBD-E72E-6E0046F14A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9F1698-0E1C-2B0D-FC2A-CA4A1D26C9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D7BA74B-431A-4351-9F7F-DD64001C62A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B93674C-33D9-23FC-2FDA-AF823C3C6E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 i="1">
                <a:solidFill>
                  <a:srgbClr val="800000"/>
                </a:solidFill>
                <a:latin typeface="Algerian" panose="04020705040A02060702" pitchFamily="82" charset="0"/>
              </a:rPr>
              <a:t>19 </a:t>
            </a:r>
            <a:br>
              <a:rPr lang="en-US" altLang="pt-BR" sz="4400" b="1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sz="4400" b="1" i="1">
                <a:solidFill>
                  <a:srgbClr val="800000"/>
                </a:solidFill>
                <a:latin typeface="Algerian" panose="04020705040A02060702" pitchFamily="82" charset="0"/>
              </a:rPr>
              <a:t>O CONVITE DE CRISTO </a:t>
            </a:r>
            <a:r>
              <a:rPr lang="en-US" altLang="pt-BR" sz="4400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9A91901-5AF1-EE9A-78A1-2F6949D5501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6C0AD5B-BB01-3F01-377B-E9A02AF9E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Eis, a voz de Cristo clama,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Sobre o revoltoso mar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Desta vida perigosa: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"Vinde em Mim vos abrigar".</a:t>
            </a:r>
            <a:r>
              <a:rPr lang="en-US" altLang="pt-BR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D71B163-08CE-DC21-A291-DDEF5726C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Quando outrora em Galiléia,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Essa doce voz soou,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Logo, o coração ouvinte,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Tudo, pronto, abandonou.</a:t>
            </a:r>
            <a:r>
              <a:rPr lang="en-US" altLang="pt-BR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7565221-398D-067D-477B-2665803C2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Sobre as vozes sedutoras,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De mundanas atrações,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Clama a meiga voz de Cristo: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"Dai-me vossos corações!”</a:t>
            </a:r>
            <a:r>
              <a:rPr lang="en-US" altLang="pt-BR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64FF43D-5F40-B8AD-465B-9F5497955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Quer no meio dos prazeres,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Quer no dia da aflição,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Inda clama, paciente: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“Amas-Me tu, ó cristão?”  </a:t>
            </a:r>
            <a:r>
              <a:rPr lang="en-US" altLang="pt-BR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D5237D0-1D9B-2406-93B9-B0E5C8843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Na vereda estreita e santa,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Já pisada por Jesus,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A segui-Lo, Ele te chama: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“Vem, cristão, andar na luz!”</a:t>
            </a:r>
            <a:r>
              <a:rPr lang="en-US" altLang="pt-BR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275E11D-0257-CA80-4212-BC9F2CAB9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Dessa cruz angustiosa,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Onde brilha Seu amor,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Ouve a voz que te convida, </a:t>
            </a:r>
            <a:b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</a:br>
            <a:r>
              <a:rPr lang="en-US" altLang="pt-BR" i="1">
                <a:solidFill>
                  <a:srgbClr val="800000"/>
                </a:solidFill>
                <a:latin typeface="Algerian" panose="04020705040A02060702" pitchFamily="82" charset="0"/>
              </a:rPr>
              <a:t>Ouve e segue, pecador!  </a:t>
            </a:r>
            <a:r>
              <a:rPr lang="en-US" altLang="pt-BR">
                <a:solidFill>
                  <a:srgbClr val="8000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Algerian</vt:lpstr>
      <vt:lpstr>Design padrão</vt:lpstr>
      <vt:lpstr>19  O CONVITE DE CRISTO  </vt:lpstr>
      <vt:lpstr>Eis, a voz de Cristo clama,  Sobre o revoltoso mar  Desta vida perigosa:  "Vinde em Mim vos abrigar". </vt:lpstr>
      <vt:lpstr>Quando outrora em Galiléia, Essa doce voz soou,  Logo, o coração ouvinte,  Tudo, pronto, abandonou. </vt:lpstr>
      <vt:lpstr>Sobre as vozes sedutoras,  De mundanas atrações,  Clama a meiga voz de Cristo:  "Dai-me vossos corações!” </vt:lpstr>
      <vt:lpstr>Quer no meio dos prazeres,  Quer no dia da aflição,  Inda clama, paciente:  “Amas-Me tu, ó cristão?”   </vt:lpstr>
      <vt:lpstr>Na vereda estreita e santa,  Já pisada por Jesus,  A segui-Lo, Ele te chama:  “Vem, cristão, andar na luz!” </vt:lpstr>
      <vt:lpstr>Dessa cruz angustiosa,  Onde brilha Seu amor,  Ouve a voz que te convida,  Ouve e segue, pecador!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  O CONVITE DE CRISTO  </dc:title>
  <dc:creator>Junior</dc:creator>
  <cp:lastModifiedBy>Emerson Souza</cp:lastModifiedBy>
  <cp:revision>2</cp:revision>
  <dcterms:created xsi:type="dcterms:W3CDTF">2005-12-22T20:20:15Z</dcterms:created>
  <dcterms:modified xsi:type="dcterms:W3CDTF">2026-05-02T21:38:34Z</dcterms:modified>
</cp:coreProperties>
</file>