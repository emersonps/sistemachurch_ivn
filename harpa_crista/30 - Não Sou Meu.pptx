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4DBC8-F7A9-9E1D-7C69-9F8E948E8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D44E08-6BCE-F6E5-B0B4-0B592988F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8D9380-D109-4B21-743B-6C8B5485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238A9A-5134-D153-F460-87259184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C30AC0-C96C-88EA-5FBD-9E1F75A8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1A03F-2261-4E99-9AC2-5C53A4E5EE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029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0E5DB-DE33-D5DD-A31A-20FE0990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FBD483-A5B6-56CB-0BF4-6DF6C8AC7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1C8568-183A-9158-B3CE-06852DD2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1CE3E7-8288-C73D-AA02-48EDF82F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5FAB8-BAC2-71A2-E000-D34F69AD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1DC289-0F04-4C5D-8CE7-BB48FDFD33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329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E9019-F367-C26F-3BA2-8A1B2135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2F2967-6FD3-AF03-BC04-D45B3C725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387789-312A-7A67-E8A7-B6C23946B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7EF8B-F980-190D-D520-A7F2592E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72F098-8267-8549-FCC2-6B4227B5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32652-AE4D-4D37-8EF9-1A24E849EF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776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05844-6155-84A1-80DC-C5AFFA14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A2DB7B-FA16-C047-CBEC-8745F5D5D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216E01-90E6-06C5-1189-4FDB62B4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DABA42-A6A0-C55A-8539-B15F0519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704FC5-F44D-D975-30FF-9D17C5BBB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956E37-99AE-18EA-0835-E3B47040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98D73A-9D63-4457-B7AA-2862B72659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592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57BE7-DC97-00AE-F26E-9C749710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8B6A90-D555-3394-E8EE-1F31B81F8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6536B7-4161-5E74-26B1-3C645B47B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38C0C2-9B17-4B0D-B5AA-B384B21A8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5ECBF3-B4D4-B77B-F06A-82F565E19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E85798-AEB9-6CEE-4B6F-FB4CCEC9C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FE2D5B-BF04-4B40-3E0C-53F46B88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B85345-EBF9-18F4-D52B-838410DB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722990-0844-4910-A277-32500C9366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27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A2D06-5046-DF87-E2A7-4392B590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A3E3EA-296F-931E-C56B-17C19A80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C413E1-1E28-C510-E8CA-878D0451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1A213E-24C1-6DD9-B891-B24AD45A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B5EDAA-E684-4319-841B-8D129D56E4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089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4C4F5D-7A37-957D-82B8-E6DCEEED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557D81-E830-2ABF-193A-6FB17FD2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49E24D-7630-326A-2297-904D6DFC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7F701-4742-4299-B052-548D1A73A2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8220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6E497-60B3-3792-AA9E-2CF2DE66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77F64D-80ED-AD49-8374-721C2E5C4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160D73-2F17-6948-FA62-8CA887610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9AF3DB-D8A3-D28A-B75F-DAB1FE1E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4220C2-4B6C-0704-D88D-7A9B99CF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B78874-6681-3309-5F61-723E6145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7D5B4-834B-4DD7-B662-192538020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321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8EB28-CFB3-9091-B46F-3B7CBA33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41368B-7102-BC8C-B44F-CD09D15776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CFC35A-00A5-875A-8F03-660AF5578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671D9D-5859-5707-672D-DB92DBEF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B12856-D9FC-35D6-4911-E2C55C12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DE4780-6A27-6262-6F48-9F583EE5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9AB7F-0A63-43E3-929B-112EB403C7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141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23DDE-673F-44BC-9804-F61CFBB7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034F53-D1A4-1BA8-55FB-79CDD15E1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CE336B-EBA3-2A0C-B1D8-AC41629C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B6BD52-B288-A4AF-B6EB-23EFB810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63E786-A2EC-424F-E79D-F0BE0983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69D76A-2C2D-42F4-92A5-E713DEF49B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623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DE54A7-2F32-AD29-0BB0-C6E9BE2D4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BF1879-0C94-11AA-CD25-C668EF064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31842-A859-47DB-DC89-2282DA9F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9A019C-E412-162B-C128-0A6C7A6BD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34D46D-5AC7-362A-F999-145963CA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ADB9D-63B1-4561-957F-BA840D6FE6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44E7819-B733-00F8-3B5C-B2560B5CE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666F8D2-D40B-26B8-80EE-B5D687236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09D047F-699F-BE42-674F-F8DAC2C8EF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22D3796-9331-652D-D7A4-7C97330B2E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2803302-E5FF-C9D1-6184-BA430EF8FE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8AEA1B-2E46-42F1-899A-9AF8629C5D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DDAFE75-9AE4-E4C0-CDE4-BF084E34BF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i="1"/>
              <a:t>30</a:t>
            </a:r>
            <a:br>
              <a:rPr lang="en-US" altLang="pt-BR" sz="4400" i="1"/>
            </a:br>
            <a:r>
              <a:rPr lang="en-US" altLang="pt-BR" sz="4400" i="1"/>
              <a:t>NÃO SOU MEU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E05767A-C45D-F96F-563D-C2B1D760DF4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BE1828E-DF69-82F0-957D-61EB0AE0F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i="1"/>
              <a:t>Não sou meu! Por Cristo salvo, </a:t>
            </a:r>
            <a:br>
              <a:rPr lang="en-US" altLang="pt-BR" i="1"/>
            </a:br>
            <a:r>
              <a:rPr lang="en-US" altLang="pt-BR" i="1"/>
              <a:t>Que por mim morreu na cruz, </a:t>
            </a:r>
            <a:br>
              <a:rPr lang="en-US" altLang="pt-BR" i="1"/>
            </a:br>
            <a:r>
              <a:rPr lang="en-US" altLang="pt-BR" i="1"/>
              <a:t>Eu confesso alegremente, </a:t>
            </a:r>
            <a:br>
              <a:rPr lang="en-US" altLang="pt-BR" i="1"/>
            </a:br>
            <a:r>
              <a:rPr lang="en-US" altLang="pt-BR" i="1"/>
              <a:t>Que pertenço ao bom Jesus.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94B9CEF-3E56-4440-78C6-684EBF27E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b="1" i="1"/>
              <a:t>Não sou meu! </a:t>
            </a:r>
            <a:br>
              <a:rPr lang="en-US" altLang="pt-BR" b="1" i="1"/>
            </a:br>
            <a:r>
              <a:rPr lang="en-US" altLang="pt-BR" b="1" i="1"/>
              <a:t>Oh! Não sou meu!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Bom Jesus, sou todo </a:t>
            </a:r>
            <a:br>
              <a:rPr lang="en-US" altLang="pt-BR" b="1" i="1"/>
            </a:br>
            <a:r>
              <a:rPr lang="en-US" altLang="pt-BR" b="1" i="1"/>
              <a:t>Teu!</a:t>
            </a:r>
            <a:r>
              <a:rPr lang="en-US" altLang="pt-BR" i="1"/>
              <a:t> </a:t>
            </a:r>
            <a:r>
              <a:rPr lang="en-US" altLang="pt-BR" b="1" i="1"/>
              <a:t>Hoje mesmo e para sempre,</a:t>
            </a:r>
            <a:r>
              <a:rPr lang="en-US" altLang="pt-BR" i="1"/>
              <a:t> </a:t>
            </a:r>
            <a:r>
              <a:rPr lang="en-US" altLang="pt-BR" b="1" i="1"/>
              <a:t>Bom Jesus, sou todo Teu!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E19D08F-6FAA-D87D-FF3A-BEB03828F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i="1"/>
              <a:t>Não sou meu! Por Ele remido, Quando o sangue derramou; </a:t>
            </a:r>
            <a:br>
              <a:rPr lang="en-US" altLang="pt-BR" i="1"/>
            </a:br>
            <a:r>
              <a:rPr lang="en-US" altLang="pt-BR" i="1"/>
              <a:t>Na Sua graça confiando, </a:t>
            </a:r>
            <a:br>
              <a:rPr lang="en-US" altLang="pt-BR" i="1"/>
            </a:br>
            <a:r>
              <a:rPr lang="en-US" altLang="pt-BR" i="1"/>
              <a:t>Que minh’alma resgatou.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8D2FF76-BF93-E38F-A2B5-901F8E427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b="1" i="1"/>
              <a:t>Não sou meu! </a:t>
            </a:r>
            <a:br>
              <a:rPr lang="en-US" altLang="pt-BR" b="1" i="1"/>
            </a:br>
            <a:r>
              <a:rPr lang="en-US" altLang="pt-BR" b="1" i="1"/>
              <a:t>Oh! Não sou meu!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Bom Jesus, sou todo </a:t>
            </a:r>
            <a:br>
              <a:rPr lang="en-US" altLang="pt-BR" b="1" i="1"/>
            </a:br>
            <a:r>
              <a:rPr lang="en-US" altLang="pt-BR" b="1" i="1"/>
              <a:t>Teu!</a:t>
            </a:r>
            <a:r>
              <a:rPr lang="en-US" altLang="pt-BR" i="1"/>
              <a:t> </a:t>
            </a:r>
            <a:r>
              <a:rPr lang="en-US" altLang="pt-BR" b="1" i="1"/>
              <a:t>Hoje mesmo e para sempre,</a:t>
            </a:r>
            <a:r>
              <a:rPr lang="en-US" altLang="pt-BR" i="1"/>
              <a:t> </a:t>
            </a:r>
            <a:r>
              <a:rPr lang="en-US" altLang="pt-BR" b="1" i="1"/>
              <a:t>Bom Jesus, sou todo Teu!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902D558-82CA-3AA5-AC78-669C457118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i="1"/>
              <a:t>Jamais meu! A Ti confio </a:t>
            </a:r>
            <a:br>
              <a:rPr lang="en-US" altLang="pt-BR" i="1"/>
            </a:br>
            <a:r>
              <a:rPr lang="en-US" altLang="pt-BR" i="1"/>
              <a:t>Tudo quanto chamo meu; </a:t>
            </a:r>
            <a:br>
              <a:rPr lang="en-US" altLang="pt-BR" i="1"/>
            </a:br>
            <a:r>
              <a:rPr lang="en-US" altLang="pt-BR" i="1"/>
              <a:t>Tudo nas Tuas mãos entrego; </a:t>
            </a:r>
            <a:br>
              <a:rPr lang="en-US" altLang="pt-BR" i="1"/>
            </a:br>
            <a:r>
              <a:rPr lang="en-US" altLang="pt-BR" i="1"/>
              <a:t>Meu Senhor, sou todo Teu!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1488901-08A9-2F83-0B06-EED19925F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b="1" i="1"/>
              <a:t>Não sou meu! </a:t>
            </a:r>
            <a:br>
              <a:rPr lang="en-US" altLang="pt-BR" b="1" i="1"/>
            </a:br>
            <a:r>
              <a:rPr lang="en-US" altLang="pt-BR" b="1" i="1"/>
              <a:t>Oh! Não sou meu!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Bom Jesus, sou todo </a:t>
            </a:r>
            <a:br>
              <a:rPr lang="en-US" altLang="pt-BR" b="1" i="1"/>
            </a:br>
            <a:r>
              <a:rPr lang="en-US" altLang="pt-BR" b="1" i="1"/>
              <a:t>Teu!</a:t>
            </a:r>
            <a:r>
              <a:rPr lang="en-US" altLang="pt-BR" i="1"/>
              <a:t> </a:t>
            </a:r>
            <a:r>
              <a:rPr lang="en-US" altLang="pt-BR" b="1" i="1"/>
              <a:t>Hoje mesmo e para sempre,</a:t>
            </a:r>
            <a:r>
              <a:rPr lang="en-US" altLang="pt-BR" i="1"/>
              <a:t> </a:t>
            </a:r>
            <a:r>
              <a:rPr lang="en-US" altLang="pt-BR" b="1" i="1"/>
              <a:t>Bom Jesus, sou todo Teu!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92510F1-02AA-37B5-1E19-12169602A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i="1"/>
              <a:t>Jamais meu! Ó santifica </a:t>
            </a:r>
            <a:br>
              <a:rPr lang="en-US" altLang="pt-BR" i="1"/>
            </a:br>
            <a:r>
              <a:rPr lang="en-US" altLang="pt-BR" i="1"/>
              <a:t>Tudo quanto sou, Senhor! </a:t>
            </a:r>
            <a:br>
              <a:rPr lang="en-US" altLang="pt-BR" i="1"/>
            </a:br>
            <a:r>
              <a:rPr lang="en-US" altLang="pt-BR" i="1"/>
              <a:t>Da vaidade e da soberba, </a:t>
            </a:r>
            <a:br>
              <a:rPr lang="en-US" altLang="pt-BR" i="1"/>
            </a:br>
            <a:r>
              <a:rPr lang="en-US" altLang="pt-BR" i="1"/>
              <a:t>Vem livrar-me, Salvador.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18C1993-E5EE-3304-052E-338410117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b="1" i="1"/>
              <a:t>Não sou meu! </a:t>
            </a:r>
            <a:br>
              <a:rPr lang="en-US" altLang="pt-BR" b="1" i="1"/>
            </a:br>
            <a:r>
              <a:rPr lang="en-US" altLang="pt-BR" b="1" i="1"/>
              <a:t>Oh! Não sou meu!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Bom Jesus, sou todo </a:t>
            </a:r>
            <a:br>
              <a:rPr lang="en-US" altLang="pt-BR" b="1" i="1"/>
            </a:br>
            <a:r>
              <a:rPr lang="en-US" altLang="pt-BR" b="1" i="1"/>
              <a:t>Teu!</a:t>
            </a:r>
            <a:r>
              <a:rPr lang="en-US" altLang="pt-BR" i="1"/>
              <a:t> </a:t>
            </a:r>
            <a:r>
              <a:rPr lang="en-US" altLang="pt-BR" b="1" i="1"/>
              <a:t>Hoje mesmo e para sempre,</a:t>
            </a:r>
            <a:r>
              <a:rPr lang="en-US" altLang="pt-BR" i="1"/>
              <a:t> </a:t>
            </a:r>
            <a:r>
              <a:rPr lang="en-US" altLang="pt-BR" b="1" i="1"/>
              <a:t>Bom Jesus, sou todo Teu!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30 NÃO SOU MEU </vt:lpstr>
      <vt:lpstr>Não sou meu! Por Cristo salvo,  Que por mim morreu na cruz,  Eu confesso alegremente,  Que pertenço ao bom Jesus.   </vt:lpstr>
      <vt:lpstr>Não sou meu!  Oh! Não sou meu!  Bom Jesus, sou todo  Teu! Hoje mesmo e para sempre, Bom Jesus, sou todo Teu! </vt:lpstr>
      <vt:lpstr>Não sou meu! Por Ele remido, Quando o sangue derramou;  Na Sua graça confiando,  Que minh’alma resgatou.   </vt:lpstr>
      <vt:lpstr>Não sou meu!  Oh! Não sou meu!  Bom Jesus, sou todo  Teu! Hoje mesmo e para sempre, Bom Jesus, sou todo Teu! </vt:lpstr>
      <vt:lpstr>Jamais meu! A Ti confio  Tudo quanto chamo meu;  Tudo nas Tuas mãos entrego;  Meu Senhor, sou todo Teu! </vt:lpstr>
      <vt:lpstr>Não sou meu!  Oh! Não sou meu!  Bom Jesus, sou todo  Teu! Hoje mesmo e para sempre, Bom Jesus, sou todo Teu! </vt:lpstr>
      <vt:lpstr>Jamais meu! Ó santifica  Tudo quanto sou, Senhor!  Da vaidade e da soberba,  Vem livrar-me, Salvador. </vt:lpstr>
      <vt:lpstr>Não sou meu!  Oh! Não sou meu!  Bom Jesus, sou todo  Teu! Hoje mesmo e para sempre, Bom Jesus, sou todo Teu!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 NÃO SOU MEU </dc:title>
  <dc:creator>Junior</dc:creator>
  <cp:lastModifiedBy>Emerson Souza</cp:lastModifiedBy>
  <cp:revision>1</cp:revision>
  <dcterms:created xsi:type="dcterms:W3CDTF">2005-12-23T00:45:42Z</dcterms:created>
  <dcterms:modified xsi:type="dcterms:W3CDTF">2026-05-02T21:39:28Z</dcterms:modified>
</cp:coreProperties>
</file>