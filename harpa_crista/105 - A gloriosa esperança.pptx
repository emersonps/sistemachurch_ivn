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AAC72-991F-28D3-3E57-6F5904D9F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5EADF1-F335-9FA0-8DD1-D09396183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9C2C1F-FC82-D265-2871-8C77D66AD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120858-947A-BECB-0E70-B5EB08C06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F956D8-A612-8201-5340-79B3841C5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A78C2A-5982-42C3-BD6F-40BC56EDAE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6385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9AE32-52D4-E62D-5B46-F2543A81E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F22BAF-5F68-A104-1756-095522753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3CDF5A-B5BA-6249-830E-09C8B741D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EC43B1-D46F-AA73-012E-4BC5BC52E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FC7236-8FB5-8AFF-DB4B-2590E7EA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F96243-1A5D-4418-94CE-8479C5E3D9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1949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9C6E9C-33BF-2A98-3ADD-B2FABD744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A7CDA7-E687-6BFF-5D8C-43F8FF483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99BA3E-F34D-7EB0-084E-E999FE8F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43A8F6-6B78-0A7C-484E-AC9557542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D79C00-A379-7B29-0DDC-0E8DBBC9B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B5112A-4941-4FD9-A8D6-39913B4FF5E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5353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838F8-ED37-4923-AB78-38265A54D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F721C8-2202-36CA-941D-9E332F2E22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A7E1C6-CD7F-DF13-751E-6AC1BE736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FC4BB0-D16C-BA80-C0F3-369A823CB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E7B6B1-22E9-E2C7-C637-B578C4B1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9EA8B0-EB93-78D2-2991-3908AB31F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FC32D2-F76B-497D-8650-DB609E1A47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61758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B105F8-D387-33BB-3765-C4F3C1185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737CA4-AA2F-AF0E-F4C1-9F433D0A6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F16C42-7D86-8ABB-4808-B5C6C0BE0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DA653F2-D34B-6187-CC35-09915571F0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E44EE6-73C4-F399-1BD4-207E133510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91A06F-D731-701F-E160-D397EC238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695901A-806B-E0C5-6AA3-55C90256F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C776EFD-EAC8-E243-CA55-8B752D50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549173-CCEC-4537-B596-7F5B11B6F5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690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07F1E-32A9-8F24-E957-F3553EA5E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70371B-3E15-2CE6-90B1-2E266195E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776167C-4144-D526-4599-B6B155E2A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483E085-E3D6-9E20-E1BE-D0F81512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8DF69E-D4B4-4DFE-B792-374B4DF243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8134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1FCC348-D05D-4C6D-D902-715FB73FC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F6F7440-D541-0771-524B-5ED42818A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847B82-FDEE-F58D-821E-59E97A5B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036CD2-F729-4CD0-8E40-86AF97F8E57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84865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0CD5D9-C0B4-C2AE-E523-7BFD18192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161EC9-DAD8-6D2C-EF5C-A446DC177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381094-67DE-F576-E8DC-1A2790C11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DD779C-8BA0-A545-BD5C-8F14A02C2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88FF09-F7A6-0407-DFF6-D575734B8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E41591-35F7-6A55-C009-44793EDC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328D49-937B-4EC7-A09E-3071D3DE5A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88249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61AC0-D94B-BB69-C1D2-3D16FD44B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9785FD2-3818-7E06-78EB-AF9BCA18D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1A49DA1-7506-7918-C682-B0FC87F64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3A226C-0959-ECD1-50AF-B7C7CAA3D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E1A09F-A3BE-2D5E-9670-B24A4AF1E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3D349A-2819-D5CA-2248-BEBD04828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5F5891-7728-4BFD-808C-8D5806340A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31269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8FA95-C3A8-C534-9173-9C460F6E6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770656-2AAD-2A98-49AC-B99F079EA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F52AB0-A937-2653-0251-ACAFD741F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0BE127-B3CD-1841-0FF0-01BA9F8EA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0A0CF5-0610-F972-4C39-477E8703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5B84CB-0411-4A30-8B2E-98E4D06474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14139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6AF046E-3FC8-3F97-B080-6C4FD4345A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205B8ED-7471-5C80-3C7D-5D8EB4EC1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212276-6569-886F-6355-849C1661B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185DDA-7883-7A2D-BB4A-26DC174CF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06B04F-99D4-D549-32A6-13861B123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E71B98-2C40-4537-946A-5F2030B492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2795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5559629-22CC-15AD-66E8-BD603152C6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5874C1D-2760-B549-76BF-7F3F13FD4D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4DEA4DC-1357-70EE-478F-9E1B63F28BC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0E3E7C2-8B97-44A4-B438-6DD96F152E1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91AC5A2-F534-9997-36EA-A4B572F135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B9469D5-F796-4201-A184-0A988EB383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4790DEF-FAF1-95CB-7FE1-7DD48EA37A9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105</a:t>
            </a:r>
            <a:br>
              <a:rPr lang="en-US" altLang="pt-BR" sz="4000" b="1" i="1"/>
            </a:br>
            <a:r>
              <a:rPr lang="en-US" altLang="pt-BR" sz="4000" b="1" i="1"/>
              <a:t>A GLORIOSA ESPERANÇA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C2FF0BE-A66E-3369-7BB1-3033E416055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B58E06F-D785-2702-432F-E911CACC48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i="1"/>
              <a:t>Possuis em ti. á pecador, </a:t>
            </a:r>
            <a:br>
              <a:rPr lang="en-US" altLang="pt-BR" sz="4000" i="1"/>
            </a:br>
            <a:r>
              <a:rPr lang="en-US" altLang="pt-BR" sz="4000" i="1"/>
              <a:t>A gloriosa esperança? </a:t>
            </a:r>
            <a:br>
              <a:rPr lang="en-US" altLang="pt-BR" sz="4000" i="1"/>
            </a:br>
            <a:r>
              <a:rPr lang="en-US" altLang="pt-BR" sz="4000" i="1"/>
              <a:t>E Cristo tua confiança, </a:t>
            </a:r>
            <a:br>
              <a:rPr lang="en-US" altLang="pt-BR" sz="4000" i="1"/>
            </a:br>
            <a:r>
              <a:rPr lang="en-US" altLang="pt-BR" sz="4000" i="1"/>
              <a:t>Que te sustenta com vigor? </a:t>
            </a:r>
            <a:br>
              <a:rPr lang="en-US" altLang="pt-BR" sz="4000" i="1"/>
            </a:br>
            <a:r>
              <a:rPr lang="en-US" altLang="pt-BR" sz="4000" i="1"/>
              <a:t>A minha é Jesus, á Jesus, é Jesus, </a:t>
            </a:r>
            <a:br>
              <a:rPr lang="en-US" altLang="pt-BR" sz="4000" i="1"/>
            </a:br>
            <a:r>
              <a:rPr lang="en-US" altLang="pt-BR" sz="4000" i="1"/>
              <a:t>A minha é Jesus, </a:t>
            </a:r>
            <a:br>
              <a:rPr lang="en-US" altLang="pt-BR" sz="4000" i="1"/>
            </a:br>
            <a:r>
              <a:rPr lang="en-US" altLang="pt-BR" sz="4000" i="1"/>
              <a:t>Que me concede segurança.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D81CD65-B3CA-F0C8-C71E-282CC1C53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i="1"/>
              <a:t>Se nada mais te satisfaz, </a:t>
            </a:r>
            <a:br>
              <a:rPr lang="en-US" altLang="pt-BR" sz="4000" i="1"/>
            </a:br>
            <a:r>
              <a:rPr lang="en-US" altLang="pt-BR" sz="4000" i="1"/>
              <a:t>Aqui no mundo, ó perdido, </a:t>
            </a:r>
            <a:br>
              <a:rPr lang="en-US" altLang="pt-BR" sz="4000" i="1"/>
            </a:br>
            <a:r>
              <a:rPr lang="en-US" altLang="pt-BR" sz="4000" i="1"/>
              <a:t>E se te sentes abatido, </a:t>
            </a:r>
            <a:br>
              <a:rPr lang="en-US" altLang="pt-BR" sz="4000" i="1"/>
            </a:br>
            <a:r>
              <a:rPr lang="en-US" altLang="pt-BR" sz="4000" i="1"/>
              <a:t>Qual há de ser a tua paz? </a:t>
            </a:r>
            <a:br>
              <a:rPr lang="en-US" altLang="pt-BR" sz="4000" i="1"/>
            </a:br>
            <a:r>
              <a:rPr lang="en-US" altLang="pt-BR" sz="4000" i="1"/>
              <a:t>A minha é Jesus, é Jesus, á Jesus, </a:t>
            </a:r>
            <a:br>
              <a:rPr lang="en-US" altLang="pt-BR" sz="4000" i="1"/>
            </a:br>
            <a:r>
              <a:rPr lang="en-US" altLang="pt-BR" sz="4000" i="1"/>
              <a:t>A minha é Jesus, </a:t>
            </a:r>
            <a:br>
              <a:rPr lang="en-US" altLang="pt-BR" sz="4000" i="1"/>
            </a:br>
            <a:r>
              <a:rPr lang="en-US" altLang="pt-BR" sz="4000" i="1"/>
              <a:t>Que não me deixa desvalido.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66E890F-D04F-D330-412C-FA4F462333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i="1"/>
              <a:t>E quando o teu fim chegar, </a:t>
            </a:r>
            <a:br>
              <a:rPr lang="en-US" altLang="pt-BR" sz="4000" i="1"/>
            </a:br>
            <a:r>
              <a:rPr lang="en-US" altLang="pt-BR" sz="4000" i="1"/>
              <a:t>E te cobrir o véu da morte, </a:t>
            </a:r>
            <a:br>
              <a:rPr lang="en-US" altLang="pt-BR" sz="4000" i="1"/>
            </a:br>
            <a:r>
              <a:rPr lang="en-US" altLang="pt-BR" sz="4000" i="1"/>
              <a:t>Qual há de ser a tua sorte? </a:t>
            </a:r>
            <a:br>
              <a:rPr lang="en-US" altLang="pt-BR" sz="4000" i="1"/>
            </a:br>
            <a:r>
              <a:rPr lang="en-US" altLang="pt-BR" sz="4000" i="1"/>
              <a:t>Irás sofrer? Irás gozar? </a:t>
            </a:r>
            <a:br>
              <a:rPr lang="en-US" altLang="pt-BR" sz="4000" i="1"/>
            </a:br>
            <a:r>
              <a:rPr lang="en-US" altLang="pt-BR" sz="4000" i="1"/>
              <a:t>A minha é Jesus, é Jesus, é Jesus, </a:t>
            </a:r>
            <a:br>
              <a:rPr lang="en-US" altLang="pt-BR" sz="4000" i="1"/>
            </a:br>
            <a:r>
              <a:rPr lang="en-US" altLang="pt-BR" sz="4000" i="1"/>
              <a:t>A minha é Jesus, </a:t>
            </a:r>
            <a:br>
              <a:rPr lang="en-US" altLang="pt-BR" sz="4000" i="1"/>
            </a:br>
            <a:r>
              <a:rPr lang="en-US" altLang="pt-BR" sz="4000" i="1"/>
              <a:t>Que me tornou, de fraco, forte.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F3B2FCF-1154-1AD0-591E-483A5FAA3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i="1"/>
              <a:t>Vem a Jesus, vem pecador, </a:t>
            </a:r>
            <a:br>
              <a:rPr lang="en-US" altLang="pt-BR" sz="4000" i="1"/>
            </a:br>
            <a:r>
              <a:rPr lang="en-US" altLang="pt-BR" sz="4000" i="1"/>
              <a:t>Vem dar o teu primeiro passo; </a:t>
            </a:r>
            <a:br>
              <a:rPr lang="en-US" altLang="pt-BR" sz="4000" i="1"/>
            </a:br>
            <a:r>
              <a:rPr lang="en-US" altLang="pt-BR" sz="4000" i="1"/>
              <a:t>Qual é a força do teu braço, </a:t>
            </a:r>
            <a:br>
              <a:rPr lang="en-US" altLang="pt-BR" sz="4000" i="1"/>
            </a:br>
            <a:r>
              <a:rPr lang="en-US" altLang="pt-BR" sz="4000" i="1"/>
              <a:t>Que te fará um vencedor? </a:t>
            </a:r>
            <a:br>
              <a:rPr lang="en-US" altLang="pt-BR" sz="4000" i="1"/>
            </a:br>
            <a:r>
              <a:rPr lang="en-US" altLang="pt-BR" sz="4000" i="1"/>
              <a:t>A minha é Jesus, é Jesus, é Jesus, </a:t>
            </a:r>
            <a:br>
              <a:rPr lang="en-US" altLang="pt-BR" sz="4000" i="1"/>
            </a:br>
            <a:r>
              <a:rPr lang="en-US" altLang="pt-BR" sz="4000" i="1"/>
              <a:t>A minha é Jesus, </a:t>
            </a:r>
            <a:br>
              <a:rPr lang="en-US" altLang="pt-BR" sz="4000" i="1"/>
            </a:br>
            <a:r>
              <a:rPr lang="en-US" altLang="pt-BR" sz="4000" i="1"/>
              <a:t>Por ela quebro todos os laços.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105 A GLORIOSA ESPERANÇA </vt:lpstr>
      <vt:lpstr>Possuis em ti. á pecador,  A gloriosa esperança?  E Cristo tua confiança,  Que te sustenta com vigor?  A minha é Jesus, á Jesus, é Jesus,  A minha é Jesus,  Que me concede segurança. </vt:lpstr>
      <vt:lpstr>Se nada mais te satisfaz,  Aqui no mundo, ó perdido,  E se te sentes abatido,  Qual há de ser a tua paz?  A minha é Jesus, é Jesus, á Jesus,  A minha é Jesus,  Que não me deixa desvalido. </vt:lpstr>
      <vt:lpstr>E quando o teu fim chegar,  E te cobrir o véu da morte,  Qual há de ser a tua sorte?  Irás sofrer? Irás gozar?  A minha é Jesus, é Jesus, é Jesus,  A minha é Jesus,  Que me tornou, de fraco, forte. </vt:lpstr>
      <vt:lpstr>Vem a Jesus, vem pecador,  Vem dar o teu primeiro passo;  Qual é a força do teu braço,  Que te fará um vencedor?  A minha é Jesus, é Jesus, é Jesus,  A minha é Jesus,  Por ela quebro todos os laços.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105 A GLORIOSA ESPERANÇA </dc:title>
  <dc:creator>Junior</dc:creator>
  <cp:lastModifiedBy>Emerson Souza</cp:lastModifiedBy>
  <cp:revision>1</cp:revision>
  <dcterms:created xsi:type="dcterms:W3CDTF">2005-12-23T13:54:46Z</dcterms:created>
  <dcterms:modified xsi:type="dcterms:W3CDTF">2026-05-02T21:45:27Z</dcterms:modified>
</cp:coreProperties>
</file>