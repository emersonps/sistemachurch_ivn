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6" autoAdjust="0"/>
    <p:restoredTop sz="94662" autoAdjust="0"/>
  </p:normalViewPr>
  <p:slideViewPr>
    <p:cSldViewPr>
      <p:cViewPr varScale="1">
        <p:scale>
          <a:sx n="62" d="100"/>
          <a:sy n="62" d="100"/>
        </p:scale>
        <p:origin x="-90" y="-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DE842-8DFB-3021-529D-9CAEA36FB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4CB755-7576-0AAB-858F-F1BB3396A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17DFA4-0D5C-69F1-9420-D8ECCF9F9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BA6F93-6239-0F4B-C3FD-18A78B59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7E0110-89E7-37F9-B2F6-CF0CDDF7F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051F3A-EAF9-4627-BA3F-378E158E04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0970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572AA-3FFC-9FB3-5A7A-FB6C7AA8E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62108A-657F-2DE0-2599-B7D3DDF98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518A66-DA16-5D52-636A-4C99E086C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57B14D-ACCC-27B9-EF2D-1D6A37B05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78EC93-6444-D04B-A586-D607B2433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E2DA0C-4C98-4037-8951-BDEC68BD92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21931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F35DA-729D-B1E0-C1CD-DCD5A4C95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7EFF7E-5C61-A03F-7851-C08FF5F1C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3C6CF8-AD80-3567-3584-89B5B88D1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7BBC13-BFD3-D816-A626-D642F57B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F5B713-E6A2-945B-0BB8-110B024A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C17BA2-1420-4BB8-98CD-3001A0C715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7552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C35AA7-BCE3-C828-B675-92FC98D0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832BF7-45DB-91C3-C1D1-61B013BE7F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4E3E3B3-F0BB-F96D-4AF5-BA50F5AEC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022102-8964-C86E-B691-ED50A7E50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0D9F40-2E62-EF17-9EF2-32B501BAA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E58ED1-AA33-4971-DF07-53B32822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179AE8-7E1D-470B-8D52-9B07ED237B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4474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7E2FB5-3ECA-F81D-3C8D-1D9F2A785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729BB9-97E4-C9D4-F2A2-9DF7206D3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590239-BD53-2FD8-AE10-55FB4FE88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DC54338-A400-2C16-7C45-5E353A98B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49A4CA6-6E8D-7A1A-8E26-99C90A592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8B6D41E-09C2-C920-955C-A21A90104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767966B-8E5F-2F4F-10D8-0E3CD7BE2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878F6CD-A977-1847-C7AC-A76FDD91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7E49C6-9C02-4A86-9B59-4ACDDD0869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516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4E498E-D46B-4A04-D4BE-5BE4F86C7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1BEEF67-1846-EC87-D338-8798E0062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F7F46E6-A538-C089-686C-61CD125FA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38775D8-7DBC-D755-03DD-C0A000998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56B62E-951D-4C59-ADF4-29B9D59450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57584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775A418-C06A-09CA-79CA-F9BB322B7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A823075-C4C9-2C1F-9E41-4E7532B6B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5E43BF-4B27-B935-D364-DA67DE11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7451AD-0C96-437E-A9BE-12C1E675D7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6084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B6184F-DE90-46F7-7875-22DE7D08E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382D04-6F51-B11C-62D1-E6892C294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361DA9-345F-AAF1-0534-31F95D39F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2150E1-5804-F74B-4855-8E9E6E8FE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67B927-47FE-9623-521A-EFB0AA78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9D7C0A-C120-A980-0971-56E2CEB6B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9F05C2-457F-4C14-B693-96B93A1E5F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1737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385125-33A0-B1E0-61CC-205058352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F0808DD-79B0-1DCA-EA06-991267EEB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506134-E8C9-4485-3512-F41D3209F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C0233F-6A21-FF03-ACF2-249D52EE7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19E6E8-B9EC-8AEB-35AE-E63D1F1D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167942-3400-1F63-0D71-8C9617AD0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6035B4-1E4C-4DE6-AF7E-FB6E303A3C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7111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2BF21-368B-8367-0B7B-A8F0E833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22F9B26-F612-D93D-B3A2-983E89847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74D9D9-DEC4-70D0-D7EA-A2E5BD55F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0B4EAF-4BCF-1EB0-EC85-21D176BA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6C2574-0D57-1C46-BD17-7B1DBA2AA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6B4E1B-59DF-4CCC-A9BF-25CC305A75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3733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2F9C5E-0316-5D7C-241D-C42608E4A6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7963A1-A332-239E-5EEA-34D4F4DF9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DF196A-4A0F-D2C6-FEE7-A9F41D720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595B1C-B434-E230-D9E6-15BBD55A5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EE0BDB-531C-2916-F818-BDE03353D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F26B9C-C210-4E79-AB02-7D6758C425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0987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4BB340A-4188-BA9F-5801-8E805CC324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0F884B1-4433-38BC-7585-2B995F8CBA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761A4FC-D400-046D-2FBC-3C8386E73C9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E5E146-FBC6-3D0C-20DF-00783047971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1F00AB5-85C1-636B-F034-667DB238F4E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AC5A1E9-5221-45BA-9774-DC628A4AA94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37FECF5-A4EA-B034-E76E-F6912E1CD6C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494 – Jerusalém Celestial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686EFF3-5574-2BEF-FEFA-8DA9F02B958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DB68966-DB75-B83C-E9DB-D7665178FC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i="1"/>
              <a:t>Jerusalém celestial,</a:t>
            </a:r>
            <a:r>
              <a:rPr lang="en-US" altLang="pt-BR"/>
              <a:t> </a:t>
            </a:r>
            <a:r>
              <a:rPr lang="en-US" altLang="pt-BR" i="1"/>
              <a:t>Mansão de paz tão divinal!</a:t>
            </a:r>
            <a:r>
              <a:rPr lang="en-US" altLang="pt-BR"/>
              <a:t> </a:t>
            </a:r>
            <a:r>
              <a:rPr lang="en-US" altLang="pt-BR" i="1"/>
              <a:t>De jaspe tem muro em redor;</a:t>
            </a:r>
            <a:r>
              <a:rPr lang="en-US" altLang="pt-BR"/>
              <a:t> </a:t>
            </a:r>
            <a:r>
              <a:rPr lang="en-US" altLang="pt-BR" i="1"/>
              <a:t>Onde é a luz, o meu Senhor.</a:t>
            </a:r>
            <a:r>
              <a:rPr lang="en-US" altLang="pt-BR"/>
              <a:t> </a:t>
            </a:r>
            <a:r>
              <a:rPr lang="en-US" altLang="pt-BR" i="1"/>
              <a:t> 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4BF551F-7608-52E9-2DFE-941B19A12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b="1" i="1"/>
              <a:t>Jerusalém, mansão de luz,</a:t>
            </a:r>
            <a:r>
              <a:rPr lang="en-US" altLang="pt-BR"/>
              <a:t> </a:t>
            </a:r>
            <a:r>
              <a:rPr lang="en-US" altLang="pt-BR" b="1" i="1"/>
              <a:t>Jerusalém de meu Jesus!</a:t>
            </a:r>
            <a:r>
              <a:rPr lang="en-US" altLang="pt-BR"/>
              <a:t> </a:t>
            </a:r>
            <a:r>
              <a:rPr lang="en-US" altLang="pt-BR" b="1" i="1"/>
              <a:t>Cidade que p’ra nós fez Deus;</a:t>
            </a:r>
            <a:r>
              <a:rPr lang="en-US" altLang="pt-BR"/>
              <a:t> </a:t>
            </a:r>
            <a:r>
              <a:rPr lang="en-US" altLang="pt-BR" b="1" i="1"/>
              <a:t>Eterna glória para os filhos seus.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C1693F3-3A76-8665-99B5-9543BBA11B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i="1"/>
              <a:t>2 Um rio tem. e qual cristal,</a:t>
            </a:r>
            <a:r>
              <a:rPr lang="en-US" altLang="pt-BR"/>
              <a:t> </a:t>
            </a:r>
            <a:r>
              <a:rPr lang="en-US" altLang="pt-BR" i="1"/>
              <a:t>Cuja água faz ser imortal;</a:t>
            </a:r>
            <a:r>
              <a:rPr lang="en-US" altLang="pt-BR"/>
              <a:t> </a:t>
            </a:r>
            <a:r>
              <a:rPr lang="en-US" altLang="pt-BR" i="1"/>
              <a:t>As árvores lá mui belas são,</a:t>
            </a:r>
            <a:r>
              <a:rPr lang="en-US" altLang="pt-BR"/>
              <a:t> </a:t>
            </a:r>
            <a:r>
              <a:rPr lang="en-US" altLang="pt-BR" i="1"/>
              <a:t>E pra curar oh! servirão.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51408CB-A6D0-A35F-0A42-A4F815E576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i="1"/>
              <a:t>3 Ali não há mais pranto e dor;</a:t>
            </a:r>
            <a:r>
              <a:rPr lang="en-US" altLang="pt-BR"/>
              <a:t> </a:t>
            </a:r>
            <a:r>
              <a:rPr lang="en-US" altLang="pt-BR" i="1"/>
              <a:t>A maldição não tem vigor;</a:t>
            </a:r>
            <a:r>
              <a:rPr lang="en-US" altLang="pt-BR"/>
              <a:t> </a:t>
            </a:r>
            <a:r>
              <a:rPr lang="en-US" altLang="pt-BR" i="1"/>
              <a:t>A noite foi e não vem mais;</a:t>
            </a:r>
            <a:r>
              <a:rPr lang="en-US" altLang="pt-BR"/>
              <a:t> </a:t>
            </a:r>
            <a:r>
              <a:rPr lang="en-US" altLang="pt-BR" i="1"/>
              <a:t>O sol raiou, passaram os "ais".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46BD5DC-54AA-BC52-2C54-7C772DD860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i="1"/>
              <a:t>4 Ali verei o meu Senhor,</a:t>
            </a:r>
            <a:r>
              <a:rPr lang="en-US" altLang="pt-BR"/>
              <a:t> </a:t>
            </a:r>
            <a:r>
              <a:rPr lang="en-US" altLang="pt-BR" i="1"/>
              <a:t>Contemplarei seu resplendor,</a:t>
            </a:r>
            <a:r>
              <a:rPr lang="en-US" altLang="pt-BR"/>
              <a:t> </a:t>
            </a:r>
            <a:r>
              <a:rPr lang="en-US" altLang="pt-BR" i="1"/>
              <a:t>E cantarei o seu louvor</a:t>
            </a:r>
            <a:r>
              <a:rPr lang="en-US" altLang="pt-BR"/>
              <a:t> </a:t>
            </a:r>
            <a:r>
              <a:rPr lang="en-US" altLang="pt-BR" i="1"/>
              <a:t>Em gratidão e com fervor.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494 – Jerusalém Celestial </vt:lpstr>
      <vt:lpstr>Jerusalém celestial, Mansão de paz tão divinal! De jaspe tem muro em redor; Onde é a luz, o meu Senhor.  </vt:lpstr>
      <vt:lpstr>Jerusalém, mansão de luz, Jerusalém de meu Jesus! Cidade que p’ra nós fez Deus; Eterna glória para os filhos seus.  </vt:lpstr>
      <vt:lpstr>2 Um rio tem. e qual cristal, Cuja água faz ser imortal; As árvores lá mui belas são, E pra curar oh! servirão.  </vt:lpstr>
      <vt:lpstr>3 Ali não há mais pranto e dor; A maldição não tem vigor; A noite foi e não vem mais; O sol raiou, passaram os "ais".  </vt:lpstr>
      <vt:lpstr>4 Ali verei o meu Senhor, Contemplarei seu resplendor, E cantarei o seu louvor Em gratidão e com fervor.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494 – Jerusalém Celestial </dc:title>
  <dc:creator>Junior</dc:creator>
  <cp:lastModifiedBy>Emerson Souza</cp:lastModifiedBy>
  <cp:revision>1</cp:revision>
  <dcterms:created xsi:type="dcterms:W3CDTF">2005-12-24T22:20:08Z</dcterms:created>
  <dcterms:modified xsi:type="dcterms:W3CDTF">2026-05-02T22:18:17Z</dcterms:modified>
</cp:coreProperties>
</file>