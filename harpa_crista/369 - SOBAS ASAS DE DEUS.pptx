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6538B-318F-0F09-39DA-6EDF177C9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0DDF3D-F9EC-2DA5-6DF3-342FA11F8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99548D-C5C7-E375-3668-61F3EA16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DC3ADC-EED3-D650-8EF0-6094ADBD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9ECAB1-B037-8169-6E86-B7A127B9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54EE26-D96E-4857-91CE-175A5B8643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543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21597-474C-65D2-C28B-DDC1EADFB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2ABBF2-036D-C76C-EE3D-1726F9ABA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42FED1-2286-576A-EF8E-3F072517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E24FA2-95F1-C13C-1931-E03155C1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517318-FBF6-0034-2088-EE7E8EEF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EB263D-EAED-41BA-A4CE-74F9CE8DF3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25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BCA20-E9A0-39CD-1BB1-38BAEE6F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638F64-343B-4DEA-0E07-BBF5B92F5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4FB750-C422-E3ED-D5BF-87D464EC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43AF1D-538D-2816-43F5-388847F2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C81D67-6D00-C49F-FFAB-158A5CA0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69424-B066-4369-BBC2-5F0FCF2D5A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796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BB8D5-DDC9-2C88-46BF-43920F1C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19CD94-CF08-87CA-3304-1E69C9CC9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6CB708-1AD0-5EBE-4118-645CC39AC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C6D2FA-B2A2-881B-D2DE-7D6FDC310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67EE1E-3130-2E83-FA92-76C2378F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47F78A-5861-041C-F70E-C4DF0B3E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4C2006-E885-470F-A61C-E97888AE67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137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15E94-8952-C65C-0E1E-57E9C6F0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8CF755-1324-B9C6-F6DC-E8D8543A3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90A4C4-62F5-DB40-1A1E-4B7AB60CD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67AAAE-7642-D087-A51B-007C98CE4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EDAD48-A151-9A84-B5C0-91BCFCFE9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35427B-3ED9-01A8-02BE-A732FDD3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8A7BAC8-28C6-A20A-C9D1-FA2DAB5C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5EEB88-D729-071A-BACC-4438C0CA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A05B90-FAD1-4D45-93FD-8C99A5FAB5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810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8D1F7-02B2-512C-8DCE-87A78086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D1F92D-359D-CD5D-BD50-025BD7BB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3A7C34C-23B0-4803-6F02-0C091AEF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EB6F178-43FD-2B8A-6A0A-15F70777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546252-C5CE-4DF8-A00E-96E7555F16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182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B058D9-9DDB-EB5B-6EF8-93DA0F54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3AC17A-C806-3C3E-48F5-C088E825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23ECC-394C-0F87-C27B-0381AD15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F7288-6C6D-4ED6-8884-3DE60FF06C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222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540F5-3844-1C5A-7983-95CC7628C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8DDE7-EE30-161C-CE61-7143F7E9B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82AA96-FDC0-B039-2715-2641EBE9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893DF5-E896-5C09-FEB8-A32CC3B3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9E6F83-46E3-CB57-0A56-6107E764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ACCBB0-D77D-51A0-B3BF-172FFDAA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96762-9A31-4603-BDA3-C815B8E075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23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14C43-95AD-58FC-8267-588E9CC3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62B236-8EB0-E15C-E7C1-370B4E4FA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C0E085-DE76-2AE6-ACDC-41822E616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5AB546-2DAA-3750-6FB5-62DBD532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FB4254-4687-C4BA-800A-24872753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54F051-3403-ACFF-C5E1-694164B5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FF403-BF80-4B50-AAA2-8F4EBF5435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38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AB754-C308-E2A4-1A45-CECB312A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BEC879-4F99-8E86-B984-50FC505E9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0361AE-8A95-F322-72D1-EDB0783A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5AB535-37D1-F33B-3F47-FB322030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58D103-EC1B-0088-7E06-13F03282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A37E7B-FCC2-4BDF-803D-32405DC581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114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60F077-F99B-DCF6-C412-8E2416807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9C68DC-0583-530A-1BA4-48B54D117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E9C9C8-C400-63AE-45CB-ADEE4CEF5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56BCEF-C3BC-439C-44C3-7D8C6D40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C39D16-DE7F-CB9E-EAE2-1C2ABE25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1FEFC-607A-4DE8-8B48-9D934A6BC7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780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E6A4860-DDA0-EE58-EA89-431E8AE8D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5A8A697-AD16-3F7A-74B6-AE053F61E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752BC46-1F3B-FC43-73A0-58E7A6F257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1545BE9-CAAD-0B27-3D45-DCE8ABC1D0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DD2CE4-7202-12E3-2EA2-683E2EAE1A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F29F7B1-C984-4593-9AB0-7BF0DD5BEE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B37099F-5FBA-B83E-D4AD-28DEACD17F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369</a:t>
            </a:r>
            <a:br>
              <a:rPr lang="pt-BR" altLang="pt-BR" sz="4400" b="1"/>
            </a:br>
            <a:r>
              <a:rPr lang="pt-BR" altLang="pt-BR" sz="4400" b="1"/>
              <a:t>SOBAS ASAS DE DEUS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1D39E26-7C4B-F209-60CE-DE57878C8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Sob as asas de Deus, descansado; </a:t>
            </a:r>
            <a:br>
              <a:rPr lang="pt-BR" altLang="pt-BR" sz="3600"/>
            </a:br>
            <a:r>
              <a:rPr lang="pt-BR" altLang="pt-BR" sz="3600"/>
              <a:t>Inda que é noite confiando estou; </a:t>
            </a:r>
            <a:br>
              <a:rPr lang="pt-BR" altLang="pt-BR" sz="3600"/>
            </a:br>
            <a:r>
              <a:rPr lang="pt-BR" altLang="pt-BR" sz="3600"/>
              <a:t>Sob Suas asas me acho abrigado, </a:t>
            </a:r>
            <a:br>
              <a:rPr lang="pt-BR" altLang="pt-BR" sz="3600"/>
            </a:br>
            <a:r>
              <a:rPr lang="pt-BR" altLang="pt-BR" sz="3600"/>
              <a:t>Fui redimido, de Cristo eu sou.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AC961F7-0577-98F5-924E-DE931AB6C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Descansarei, descansarei, </a:t>
            </a:r>
            <a:br>
              <a:rPr lang="pt-BR" altLang="pt-BR" sz="3600" b="1" i="1"/>
            </a:br>
            <a:r>
              <a:rPr lang="pt-BR" altLang="pt-BR" sz="3600" b="1" i="1"/>
              <a:t>Sob Suas asas preciosas! </a:t>
            </a:r>
            <a:br>
              <a:rPr lang="pt-BR" altLang="pt-BR" sz="3600" b="1" i="1"/>
            </a:br>
            <a:r>
              <a:rPr lang="pt-BR" altLang="pt-BR" sz="3600" b="1" i="1"/>
              <a:t>Descansarei, e não temerei. </a:t>
            </a:r>
            <a:br>
              <a:rPr lang="pt-BR" altLang="pt-BR" sz="3600" b="1" i="1"/>
            </a:br>
            <a:r>
              <a:rPr lang="pt-BR" altLang="pt-BR" sz="3600" b="1" i="1"/>
              <a:t>Sob asas tão poderosas!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BDD64CC-1D8B-3430-F385-7F2074E87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Sob Suas asas refúgio eu tenho,</a:t>
            </a:r>
            <a:br>
              <a:rPr lang="pt-BR" altLang="pt-BR" sz="3600"/>
            </a:br>
            <a:r>
              <a:rPr lang="pt-BR" altLang="pt-BR" sz="3600"/>
              <a:t>Meu coração pode, então, descansar; </a:t>
            </a:r>
            <a:br>
              <a:rPr lang="pt-BR" altLang="pt-BR" sz="3600"/>
            </a:br>
            <a:r>
              <a:rPr lang="pt-BR" altLang="pt-BR" sz="3600"/>
              <a:t>E se aflito, a Cristo eu venho,</a:t>
            </a:r>
            <a:br>
              <a:rPr lang="pt-BR" altLang="pt-BR" sz="3600"/>
            </a:br>
            <a:r>
              <a:rPr lang="pt-BR" altLang="pt-BR" sz="3600"/>
              <a:t>Perfeito gozo vou nEle encontrar.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3456E9D-C8B8-9146-FF27-747FA2B0C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Descansarei, descansarei, </a:t>
            </a:r>
            <a:br>
              <a:rPr lang="pt-BR" altLang="pt-BR" sz="3600" b="1" i="1"/>
            </a:br>
            <a:r>
              <a:rPr lang="pt-BR" altLang="pt-BR" sz="3600" b="1" i="1"/>
              <a:t>Sob Suas asas preciosas! </a:t>
            </a:r>
            <a:br>
              <a:rPr lang="pt-BR" altLang="pt-BR" sz="3600" b="1" i="1"/>
            </a:br>
            <a:r>
              <a:rPr lang="pt-BR" altLang="pt-BR" sz="3600" b="1" i="1"/>
              <a:t>Descansarei, e não temerei. </a:t>
            </a:r>
            <a:br>
              <a:rPr lang="pt-BR" altLang="pt-BR" sz="3600" b="1" i="1"/>
            </a:br>
            <a:r>
              <a:rPr lang="pt-BR" altLang="pt-BR" sz="3600" b="1" i="1"/>
              <a:t>Sob asas tão poderosas!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385DF41-557A-E1F0-8445-7D9A1CDC0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Sob Suas asas, promessa preciosa!</a:t>
            </a:r>
            <a:br>
              <a:rPr lang="pt-BR" altLang="pt-BR" sz="3600"/>
            </a:br>
            <a:r>
              <a:rPr lang="pt-BR" altLang="pt-BR" sz="3600"/>
              <a:t>Cristo me livra, me pode guardar;</a:t>
            </a:r>
            <a:br>
              <a:rPr lang="pt-BR" altLang="pt-BR" sz="3600"/>
            </a:br>
            <a:r>
              <a:rPr lang="pt-BR" altLang="pt-BR" sz="3600"/>
              <a:t>Bem protegido, nas asas gloriosas.</a:t>
            </a:r>
            <a:br>
              <a:rPr lang="pt-BR" altLang="pt-BR" sz="3600"/>
            </a:br>
            <a:r>
              <a:rPr lang="pt-BR" altLang="pt-BR" sz="3600"/>
              <a:t>Paz e alegria eu posso achar.</a:t>
            </a:r>
            <a:r>
              <a:rPr lang="pt-BR" altLang="pt-BR"/>
              <a:t>	</a:t>
            </a:r>
            <a:r>
              <a:rPr lang="pt-BR" altLang="pt-BR" sz="1600"/>
              <a:t>A.C.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C53FA14-3B73-6C2A-720F-306FA7561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Descansarei, descansarei, </a:t>
            </a:r>
            <a:br>
              <a:rPr lang="pt-BR" altLang="pt-BR" sz="3600" b="1" i="1"/>
            </a:br>
            <a:r>
              <a:rPr lang="pt-BR" altLang="pt-BR" sz="3600" b="1" i="1"/>
              <a:t>Sob Suas asas preciosas! </a:t>
            </a:r>
            <a:br>
              <a:rPr lang="pt-BR" altLang="pt-BR" sz="3600" b="1" i="1"/>
            </a:br>
            <a:r>
              <a:rPr lang="pt-BR" altLang="pt-BR" sz="3600" b="1" i="1"/>
              <a:t>Descansarei, e não temerei. </a:t>
            </a:r>
            <a:br>
              <a:rPr lang="pt-BR" altLang="pt-BR" sz="3600" b="1" i="1"/>
            </a:br>
            <a:r>
              <a:rPr lang="pt-BR" altLang="pt-BR" sz="3600" b="1" i="1"/>
              <a:t>Sob asas tão poderosas!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369 SOBAS ASAS DE DEUS</vt:lpstr>
      <vt:lpstr>Sob as asas de Deus, descansado;  Inda que é noite confiando estou;  Sob Suas asas me acho abrigado,  Fui redimido, de Cristo eu sou. </vt:lpstr>
      <vt:lpstr>Descansarei, descansarei,  Sob Suas asas preciosas!  Descansarei, e não temerei.  Sob asas tão poderosas!</vt:lpstr>
      <vt:lpstr>Sob Suas asas refúgio eu tenho, Meu coração pode, então, descansar;  E se aflito, a Cristo eu venho, Perfeito gozo vou nEle encontrar. </vt:lpstr>
      <vt:lpstr>Descansarei, descansarei,  Sob Suas asas preciosas!  Descansarei, e não temerei.  Sob asas tão poderosas!</vt:lpstr>
      <vt:lpstr>Sob Suas asas, promessa preciosa! Cristo me livra, me pode guardar; Bem protegido, nas asas gloriosas. Paz e alegria eu posso achar. A.C. </vt:lpstr>
      <vt:lpstr>Descansarei, descansarei,  Sob Suas asas preciosas!  Descansarei, e não temerei.  Sob asas tão poderosas!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369 - SOBAS ASAS DE DEUS</dc:title>
  <dc:creator>Montagna</dc:creator>
  <cp:lastModifiedBy>Emerson Souza</cp:lastModifiedBy>
  <cp:revision>2</cp:revision>
  <dcterms:created xsi:type="dcterms:W3CDTF">2005-10-20T23:10:41Z</dcterms:created>
  <dcterms:modified xsi:type="dcterms:W3CDTF">2026-05-02T22:07:44Z</dcterms:modified>
</cp:coreProperties>
</file>