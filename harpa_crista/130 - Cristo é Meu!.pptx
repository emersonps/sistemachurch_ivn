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08" y="-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751787B2-EED3-4D9E-8CF2-AE5C141F7CB1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685800" y="1981200"/>
            <a:ext cx="7772400" cy="1600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pt-BR" noProof="0"/>
              <a:t>Clique para editar o estilo do título mestre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D146F41F-83A6-028B-7F0F-C34BE0AC9B5B}"/>
              </a:ext>
            </a:extLst>
          </p:cNvPr>
          <p:cNvSpPr>
            <a:spLocks noGrp="1" noRot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pt-BR" noProof="0"/>
              <a:t>Clique para editar o estilo do subtítulo mestre</a:t>
            </a:r>
          </a:p>
        </p:txBody>
      </p:sp>
      <p:sp>
        <p:nvSpPr>
          <p:cNvPr id="12292" name="Rectangle 4">
            <a:extLst>
              <a:ext uri="{FF2B5EF4-FFF2-40B4-BE49-F238E27FC236}">
                <a16:creationId xmlns:a16="http://schemas.microsoft.com/office/drawing/2014/main" id="{04368892-558E-0E27-C934-771DBBC63753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12293" name="Rectangle 5">
            <a:extLst>
              <a:ext uri="{FF2B5EF4-FFF2-40B4-BE49-F238E27FC236}">
                <a16:creationId xmlns:a16="http://schemas.microsoft.com/office/drawing/2014/main" id="{A623B94C-5F3C-41F2-2AE9-F5D2DCBD55C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12294" name="Rectangle 6">
            <a:extLst>
              <a:ext uri="{FF2B5EF4-FFF2-40B4-BE49-F238E27FC236}">
                <a16:creationId xmlns:a16="http://schemas.microsoft.com/office/drawing/2014/main" id="{BEE23B7A-F913-1558-46DB-16851CF445D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71DBD279-9195-4424-97CD-E11014976A8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B2AC5D-DB80-7252-0C86-7B1D40A3E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553FCF9-CB91-2988-2B55-D15D8BD42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EEE00A-8319-2CF7-CDB7-F88B65306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79C10B2-B1F8-670A-9FCD-DA6D88451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E97C66B-219F-EE5E-696F-CB3539FF3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875990-4DE1-42C6-8792-97E3188069D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62760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44C954-F8C0-F151-4767-5B05218C7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0F8E03D-EC2C-9442-BD23-F961FE5E76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A79A442-E27B-6570-FD1C-638BB7616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ECBDB72-080E-2BEE-3DEC-56CB5973C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06FE905-78B2-AEDB-2DE2-B02A2816A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4E3F97-B3B9-4DE2-B40D-8530F038284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89023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C43523-D69F-CC7A-B31F-4234A40A3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728EDB6-CA75-E8B1-EC39-49D0B61656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1625" y="1676400"/>
            <a:ext cx="4194175" cy="44227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9E4464D-B6E6-4BDB-4207-B8934D2022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4194175" cy="44227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14973B-4404-EF16-5943-F7E9BF3B3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C85D977-E6D8-04A8-499A-9AC8E2B35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32383A3-944D-A128-40C9-ADCA60AA4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628C61-D3FA-4D75-A5D3-C1279A324F5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67094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4C85C5-42EF-E418-76C4-F4DDDCFA7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40E85F5-CA24-55C4-6A4A-E27095E50B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27ACCFE-FEF9-5867-2048-4698094FF7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B7E2DAD-B4CE-DD38-0843-AA28F63162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BE314AF-AA72-237F-A581-C884D2F6F2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7EC91C7-C569-48D5-DF15-C257AB4A9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BD23D1A-9BBC-82B0-124D-28A1642F0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BA5504B-EC84-6746-F29D-78DF61680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EC4A52-5DE1-4629-9A7C-E784DCF3B53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55725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4E549E-C3E6-DEA0-4105-F27E1E371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6A74381-706D-6AEC-C3DD-96B5FBC45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F654DED-A974-294E-1ED5-B48CA5D17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457C5B7-BA74-454C-1E4B-1A65782EF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EAD3EC-7A7C-4EC0-A588-97219BF7407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88367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E1518DC-425D-71DB-F3E0-4FBFE23BC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D43390F-425E-2346-233C-80DBD04F4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3D0DDAA-D4A4-D23E-273C-FD9436FA8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86BA0C-8DFD-4203-8C21-1D6D77197A5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43494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4DCD8D-A5E8-4A25-5E4D-0EF21688F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64C6E91-94B4-43D7-0757-A92700C204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562B90F-915F-83A6-4CA8-66A3A56639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45F2484-DDC0-B59C-BDBB-556E35C76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30ECD91-37FE-7AEA-12ED-9B8E8481D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206B95B-DA75-7010-FEF9-673FC6F31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EF84F4-1967-4FCF-8626-870A64424E6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33666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E4BD7F-5286-49F3-1D64-2E225D51A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F617FFA-C27C-BD6C-F359-70B5738626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8577AE5-7233-6C97-FD8F-8F946A1D30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A9B823D-15C4-EDBD-1077-5B4DE15FF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411D3D9-4BD0-EA40-53B6-3160B0315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44BCF72-C7CC-2AA6-30ED-D8C6CFC23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7EFF54-92DF-4CD0-BD26-94150DAA724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48439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C91DC8-45FF-D5A4-1675-6D66F4D66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7CB5AC5-7F89-4906-317E-9CCC840466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654E4D6-C435-E640-8383-086E05455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9C6854C-7AA0-74A7-E339-C7FD7D2BF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9B9B943-2810-A928-33B4-776BB9C12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22974F-8B83-423F-97AB-1728642C997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44846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6A9554B-B90C-3862-F65D-CA97FB5763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707188" y="228600"/>
            <a:ext cx="2135187" cy="587057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322B936-0655-95CA-444A-61C36891E1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01625" y="228600"/>
            <a:ext cx="6253163" cy="587057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6C62C43-F2BB-0AAD-9783-3507A4C52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F9B44B6-36D9-8DA3-CC45-503288852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8160568-AB80-90BF-82FD-13DB84862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1CA0CA-7A55-430D-8798-A2C1D464428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45552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>
            <a:duotone>
              <a:schemeClr val="bg1"/>
              <a:srgbClr val="FFFFFF"/>
            </a:duotone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73080203-C09B-19D5-D141-2024D236DB03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 bwMode="auto">
          <a:xfrm>
            <a:off x="301625" y="228600"/>
            <a:ext cx="8510588" cy="1325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B1DC1553-8790-A978-7574-8B8E7BA05109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 bwMode="auto">
          <a:xfrm>
            <a:off x="301625" y="1676400"/>
            <a:ext cx="8540750" cy="4422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1268" name="Rectangle 4">
            <a:extLst>
              <a:ext uri="{FF2B5EF4-FFF2-40B4-BE49-F238E27FC236}">
                <a16:creationId xmlns:a16="http://schemas.microsoft.com/office/drawing/2014/main" id="{E2705C61-416A-2D0A-5895-5569018EBC0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4800" y="6245225"/>
            <a:ext cx="22860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pt-BR"/>
          </a:p>
        </p:txBody>
      </p:sp>
      <p:sp>
        <p:nvSpPr>
          <p:cNvPr id="11269" name="Rectangle 5">
            <a:extLst>
              <a:ext uri="{FF2B5EF4-FFF2-40B4-BE49-F238E27FC236}">
                <a16:creationId xmlns:a16="http://schemas.microsoft.com/office/drawing/2014/main" id="{E77EDBD0-9644-113E-A4A2-4C4432181DC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pt-BR"/>
          </a:p>
        </p:txBody>
      </p:sp>
      <p:sp>
        <p:nvSpPr>
          <p:cNvPr id="11270" name="Rectangle 6">
            <a:extLst>
              <a:ext uri="{FF2B5EF4-FFF2-40B4-BE49-F238E27FC236}">
                <a16:creationId xmlns:a16="http://schemas.microsoft.com/office/drawing/2014/main" id="{E572C458-C024-0585-50AD-02D8CEEF459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2860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fld id="{E81169F0-2C0D-4CF9-A059-CD73A77D01F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D1B04A11-3EE1-0E32-1F67-A1AA37CDCADB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pt-BR" b="1">
                <a:solidFill>
                  <a:schemeClr val="tx1"/>
                </a:solidFill>
              </a:rPr>
              <a:t>130 - CRISTO E MEU!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8B91D33C-C1A0-F4B3-C6EE-31EDF42C96AE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179388" y="476250"/>
            <a:ext cx="8785225" cy="5905500"/>
          </a:xfrm>
        </p:spPr>
        <p:txBody>
          <a:bodyPr/>
          <a:lstStyle/>
          <a:p>
            <a:r>
              <a:rPr lang="en-US" altLang="pt-BR" sz="4000">
                <a:solidFill>
                  <a:schemeClr val="tx1"/>
                </a:solidFill>
              </a:rPr>
              <a:t>Manso Pastor já no mundo viveu </a:t>
            </a:r>
            <a:br>
              <a:rPr lang="en-US" altLang="pt-BR" sz="4000">
                <a:solidFill>
                  <a:schemeClr val="tx1"/>
                </a:solidFill>
              </a:rPr>
            </a:br>
            <a:r>
              <a:rPr lang="en-US" altLang="pt-BR" sz="4000">
                <a:solidFill>
                  <a:schemeClr val="tx1"/>
                </a:solidFill>
              </a:rPr>
              <a:t>e Ele é meu, </a:t>
            </a:r>
            <a:br>
              <a:rPr lang="en-US" altLang="pt-BR" sz="4000">
                <a:solidFill>
                  <a:schemeClr val="tx1"/>
                </a:solidFill>
              </a:rPr>
            </a:br>
            <a:r>
              <a:rPr lang="en-US" altLang="pt-BR" sz="4000">
                <a:solidFill>
                  <a:schemeClr val="tx1"/>
                </a:solidFill>
              </a:rPr>
              <a:t>Nos dando a vida, por nós padeceu </a:t>
            </a:r>
            <a:br>
              <a:rPr lang="en-US" altLang="pt-BR" sz="4000">
                <a:solidFill>
                  <a:schemeClr val="tx1"/>
                </a:solidFill>
              </a:rPr>
            </a:br>
            <a:r>
              <a:rPr lang="en-US" altLang="pt-BR" sz="4000">
                <a:solidFill>
                  <a:schemeClr val="tx1"/>
                </a:solidFill>
              </a:rPr>
              <a:t>e Ele é meu; </a:t>
            </a:r>
            <a:br>
              <a:rPr lang="en-US" altLang="pt-BR" sz="4000">
                <a:solidFill>
                  <a:schemeClr val="tx1"/>
                </a:solidFill>
              </a:rPr>
            </a:br>
            <a:r>
              <a:rPr lang="en-US" altLang="pt-BR" sz="4000">
                <a:solidFill>
                  <a:schemeClr val="tx1"/>
                </a:solidFill>
              </a:rPr>
              <a:t>Graça tão vasta não posso sondar, mas Ele é meu. </a:t>
            </a:r>
            <a:br>
              <a:rPr lang="en-US" altLang="pt-BR" sz="4000">
                <a:solidFill>
                  <a:schemeClr val="tx1"/>
                </a:solidFill>
              </a:rPr>
            </a:br>
            <a:r>
              <a:rPr lang="en-US" altLang="pt-BR" sz="4000">
                <a:solidFill>
                  <a:schemeClr val="tx1"/>
                </a:solidFill>
              </a:rPr>
              <a:t>Sou perdoado já posso cantar, </a:t>
            </a:r>
            <a:br>
              <a:rPr lang="en-US" altLang="pt-BR" sz="4000">
                <a:solidFill>
                  <a:schemeClr val="tx1"/>
                </a:solidFill>
              </a:rPr>
            </a:br>
            <a:r>
              <a:rPr lang="en-US" altLang="pt-BR" sz="4000">
                <a:solidFill>
                  <a:schemeClr val="tx1"/>
                </a:solidFill>
              </a:rPr>
              <a:t>que Ele é meu.</a:t>
            </a:r>
            <a:br>
              <a:rPr lang="en-US" altLang="pt-BR" sz="4000">
                <a:solidFill>
                  <a:schemeClr val="tx1"/>
                </a:solidFill>
              </a:rPr>
            </a:br>
            <a:endParaRPr lang="en-US" altLang="pt-BR" sz="40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6D785462-A5AB-0530-91D1-D0E87CE6BADF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179388" y="274638"/>
            <a:ext cx="8713787" cy="6323012"/>
          </a:xfrm>
        </p:spPr>
        <p:txBody>
          <a:bodyPr/>
          <a:lstStyle/>
          <a:p>
            <a:r>
              <a:rPr lang="en-US" altLang="pt-BR" sz="4000" b="1" i="1">
                <a:solidFill>
                  <a:schemeClr val="tx1"/>
                </a:solidFill>
              </a:rPr>
              <a:t>Cristo é meu! </a:t>
            </a:r>
            <a:br>
              <a:rPr lang="en-US" altLang="pt-BR" sz="4000" b="1" i="1">
                <a:solidFill>
                  <a:schemeClr val="tx1"/>
                </a:solidFill>
              </a:rPr>
            </a:br>
            <a:r>
              <a:rPr lang="en-US" altLang="pt-BR" sz="4000" b="1" i="1">
                <a:solidFill>
                  <a:schemeClr val="tx1"/>
                </a:solidFill>
              </a:rPr>
              <a:t>Cristo é meu! </a:t>
            </a:r>
            <a:br>
              <a:rPr lang="en-US" altLang="pt-BR" sz="4000" b="1" i="1">
                <a:solidFill>
                  <a:schemeClr val="tx1"/>
                </a:solidFill>
              </a:rPr>
            </a:br>
            <a:r>
              <a:rPr lang="en-US" altLang="pt-BR" sz="4000" b="1" i="1">
                <a:solidFill>
                  <a:schemeClr val="tx1"/>
                </a:solidFill>
              </a:rPr>
              <a:t>Maravilhoso, mas certo é dizer: Jesus é meu!</a:t>
            </a:r>
            <a:br>
              <a:rPr lang="en-US" altLang="pt-BR" sz="4000" b="1" i="1">
                <a:solidFill>
                  <a:schemeClr val="tx1"/>
                </a:solidFill>
              </a:rPr>
            </a:br>
            <a:endParaRPr lang="en-US" altLang="pt-BR" sz="4000" b="1" i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4CAB4FE8-91F1-50FF-8810-6CB653D999BF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179388" y="274638"/>
            <a:ext cx="8785225" cy="6249987"/>
          </a:xfrm>
        </p:spPr>
        <p:txBody>
          <a:bodyPr/>
          <a:lstStyle/>
          <a:p>
            <a:r>
              <a:rPr lang="en-US" altLang="pt-BR" sz="3600">
                <a:solidFill>
                  <a:schemeClr val="tx1"/>
                </a:solidFill>
              </a:rPr>
              <a:t>Há um amigo de amor sem igual </a:t>
            </a:r>
            <a:br>
              <a:rPr lang="en-US" altLang="pt-BR" sz="3600">
                <a:solidFill>
                  <a:schemeClr val="tx1"/>
                </a:solidFill>
              </a:rPr>
            </a:br>
            <a:r>
              <a:rPr lang="en-US" altLang="pt-BR" sz="3600">
                <a:solidFill>
                  <a:schemeClr val="tx1"/>
                </a:solidFill>
              </a:rPr>
              <a:t>e Ele é meu; </a:t>
            </a:r>
            <a:br>
              <a:rPr lang="en-US" altLang="pt-BR" sz="3600">
                <a:solidFill>
                  <a:schemeClr val="tx1"/>
                </a:solidFill>
              </a:rPr>
            </a:br>
            <a:r>
              <a:rPr lang="en-US" altLang="pt-BR" sz="3600">
                <a:solidFill>
                  <a:schemeClr val="tx1"/>
                </a:solidFill>
              </a:rPr>
              <a:t>Sempre o mais forte, o mais firme e leal </a:t>
            </a:r>
            <a:br>
              <a:rPr lang="en-US" altLang="pt-BR" sz="3600">
                <a:solidFill>
                  <a:schemeClr val="tx1"/>
                </a:solidFill>
              </a:rPr>
            </a:br>
            <a:r>
              <a:rPr lang="en-US" altLang="pt-BR" sz="3600">
                <a:solidFill>
                  <a:schemeClr val="tx1"/>
                </a:solidFill>
              </a:rPr>
              <a:t>e Ele é meu. </a:t>
            </a:r>
            <a:br>
              <a:rPr lang="en-US" altLang="pt-BR" sz="3600">
                <a:solidFill>
                  <a:schemeClr val="tx1"/>
                </a:solidFill>
              </a:rPr>
            </a:br>
            <a:r>
              <a:rPr lang="en-US" altLang="pt-BR" sz="3600">
                <a:solidFill>
                  <a:schemeClr val="tx1"/>
                </a:solidFill>
              </a:rPr>
              <a:t>Sou tão indigno de ser unidos Seus, </a:t>
            </a:r>
            <a:br>
              <a:rPr lang="en-US" altLang="pt-BR" sz="3600">
                <a:solidFill>
                  <a:schemeClr val="tx1"/>
                </a:solidFill>
              </a:rPr>
            </a:br>
            <a:r>
              <a:rPr lang="en-US" altLang="pt-BR" sz="3600">
                <a:solidFill>
                  <a:schemeClr val="tx1"/>
                </a:solidFill>
              </a:rPr>
              <a:t>mas Ele é meu. </a:t>
            </a:r>
            <a:br>
              <a:rPr lang="en-US" altLang="pt-BR" sz="3600">
                <a:solidFill>
                  <a:schemeClr val="tx1"/>
                </a:solidFill>
              </a:rPr>
            </a:br>
            <a:r>
              <a:rPr lang="en-US" altLang="pt-BR" sz="3600">
                <a:solidFill>
                  <a:schemeClr val="tx1"/>
                </a:solidFill>
              </a:rPr>
              <a:t>Vou Seu amor desfrutar, lá nos céus, </a:t>
            </a:r>
            <a:br>
              <a:rPr lang="en-US" altLang="pt-BR" sz="3600">
                <a:solidFill>
                  <a:schemeClr val="tx1"/>
                </a:solidFill>
              </a:rPr>
            </a:br>
            <a:r>
              <a:rPr lang="en-US" altLang="pt-BR" sz="3600">
                <a:solidFill>
                  <a:schemeClr val="tx1"/>
                </a:solidFill>
              </a:rPr>
              <a:t>pois Ele é meu.</a:t>
            </a:r>
            <a:br>
              <a:rPr lang="en-US" altLang="pt-BR" sz="4000">
                <a:solidFill>
                  <a:schemeClr val="tx1"/>
                </a:solidFill>
              </a:rPr>
            </a:br>
            <a:endParaRPr lang="en-US" altLang="pt-BR" sz="40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1FF4AFF5-C442-EF35-1927-771BEBA4C015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179388" y="274638"/>
            <a:ext cx="8713787" cy="6323012"/>
          </a:xfrm>
        </p:spPr>
        <p:txBody>
          <a:bodyPr/>
          <a:lstStyle/>
          <a:p>
            <a:r>
              <a:rPr lang="en-US" altLang="pt-BR" sz="4000" b="1" i="1">
                <a:solidFill>
                  <a:schemeClr val="tx1"/>
                </a:solidFill>
              </a:rPr>
              <a:t>Cristo é meu! </a:t>
            </a:r>
            <a:br>
              <a:rPr lang="en-US" altLang="pt-BR" sz="4000" b="1" i="1">
                <a:solidFill>
                  <a:schemeClr val="tx1"/>
                </a:solidFill>
              </a:rPr>
            </a:br>
            <a:r>
              <a:rPr lang="en-US" altLang="pt-BR" sz="4000" b="1" i="1">
                <a:solidFill>
                  <a:schemeClr val="tx1"/>
                </a:solidFill>
              </a:rPr>
              <a:t>Cristo é meu! </a:t>
            </a:r>
            <a:br>
              <a:rPr lang="en-US" altLang="pt-BR" sz="4000" b="1" i="1">
                <a:solidFill>
                  <a:schemeClr val="tx1"/>
                </a:solidFill>
              </a:rPr>
            </a:br>
            <a:r>
              <a:rPr lang="en-US" altLang="pt-BR" sz="4000" b="1" i="1">
                <a:solidFill>
                  <a:schemeClr val="tx1"/>
                </a:solidFill>
              </a:rPr>
              <a:t>Maravilhoso, mas certo é dizer: Jesus é meu!</a:t>
            </a:r>
            <a:br>
              <a:rPr lang="en-US" altLang="pt-BR" sz="4000" b="1" i="1">
                <a:solidFill>
                  <a:schemeClr val="tx1"/>
                </a:solidFill>
              </a:rPr>
            </a:br>
            <a:endParaRPr lang="en-US" altLang="pt-BR" sz="4000" b="1" i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EA9D150-8AF7-57C3-0324-7139A09C2FF2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179388" y="274638"/>
            <a:ext cx="8713787" cy="6394450"/>
          </a:xfrm>
        </p:spPr>
        <p:txBody>
          <a:bodyPr/>
          <a:lstStyle/>
          <a:p>
            <a:r>
              <a:rPr lang="en-US" altLang="pt-BR" sz="4000">
                <a:solidFill>
                  <a:schemeClr val="tx1"/>
                </a:solidFill>
              </a:rPr>
              <a:t>Ele mandou-nos o Consolador, também é meu.</a:t>
            </a:r>
            <a:br>
              <a:rPr lang="en-US" altLang="pt-BR" sz="4000">
                <a:solidFill>
                  <a:schemeClr val="tx1"/>
                </a:solidFill>
              </a:rPr>
            </a:br>
            <a:r>
              <a:rPr lang="en-US" altLang="pt-BR" sz="4000">
                <a:solidFill>
                  <a:schemeClr val="tx1"/>
                </a:solidFill>
              </a:rPr>
              <a:t>Cheio de graça, de paz e de amor, </a:t>
            </a:r>
            <a:br>
              <a:rPr lang="en-US" altLang="pt-BR" sz="4000">
                <a:solidFill>
                  <a:schemeClr val="tx1"/>
                </a:solidFill>
              </a:rPr>
            </a:br>
            <a:r>
              <a:rPr lang="en-US" altLang="pt-BR" sz="4000">
                <a:solidFill>
                  <a:schemeClr val="tx1"/>
                </a:solidFill>
              </a:rPr>
              <a:t>e tudo é meu.</a:t>
            </a:r>
            <a:br>
              <a:rPr lang="en-US" altLang="pt-BR" sz="4000">
                <a:solidFill>
                  <a:schemeClr val="tx1"/>
                </a:solidFill>
              </a:rPr>
            </a:br>
            <a:r>
              <a:rPr lang="en-US" altLang="pt-BR" sz="4000">
                <a:solidFill>
                  <a:schemeClr val="tx1"/>
                </a:solidFill>
              </a:rPr>
              <a:t>Nada me nega dos Seus ricos dons, pois tudo é meu.</a:t>
            </a:r>
            <a:br>
              <a:rPr lang="en-US" altLang="pt-BR" sz="4000">
                <a:solidFill>
                  <a:schemeClr val="tx1"/>
                </a:solidFill>
              </a:rPr>
            </a:br>
            <a:r>
              <a:rPr lang="en-US" altLang="pt-BR" sz="4000">
                <a:solidFill>
                  <a:schemeClr val="tx1"/>
                </a:solidFill>
              </a:rPr>
              <a:t>Grandes tesouros, tão puros e bons, são todos meus.</a:t>
            </a:r>
            <a:br>
              <a:rPr lang="en-US" altLang="pt-BR" sz="4000">
                <a:solidFill>
                  <a:schemeClr val="tx1"/>
                </a:solidFill>
              </a:rPr>
            </a:br>
            <a:r>
              <a:rPr lang="en-US" altLang="pt-BR" sz="4000">
                <a:solidFill>
                  <a:schemeClr val="tx1"/>
                </a:solidFill>
              </a:rPr>
              <a:t>                                                  </a:t>
            </a:r>
            <a:r>
              <a:rPr lang="en-US" altLang="pt-BR" sz="2000">
                <a:solidFill>
                  <a:schemeClr val="tx1"/>
                </a:solidFill>
              </a:rPr>
              <a:t>E.W.</a:t>
            </a:r>
            <a:br>
              <a:rPr lang="en-US" altLang="pt-BR" sz="2000">
                <a:solidFill>
                  <a:schemeClr val="tx1"/>
                </a:solidFill>
              </a:rPr>
            </a:br>
            <a:endParaRPr lang="en-US" altLang="pt-BR" sz="20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BBCF8843-1812-4288-BEA5-1A788320FC63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179388" y="274638"/>
            <a:ext cx="8713787" cy="6323012"/>
          </a:xfrm>
        </p:spPr>
        <p:txBody>
          <a:bodyPr/>
          <a:lstStyle/>
          <a:p>
            <a:r>
              <a:rPr lang="en-US" altLang="pt-BR" sz="4000" b="1" i="1">
                <a:solidFill>
                  <a:schemeClr val="tx1"/>
                </a:solidFill>
              </a:rPr>
              <a:t>Cristo é meu! </a:t>
            </a:r>
            <a:br>
              <a:rPr lang="en-US" altLang="pt-BR" sz="4000" b="1" i="1">
                <a:solidFill>
                  <a:schemeClr val="tx1"/>
                </a:solidFill>
              </a:rPr>
            </a:br>
            <a:r>
              <a:rPr lang="en-US" altLang="pt-BR" sz="4000" b="1" i="1">
                <a:solidFill>
                  <a:schemeClr val="tx1"/>
                </a:solidFill>
              </a:rPr>
              <a:t>Cristo é meu! </a:t>
            </a:r>
            <a:br>
              <a:rPr lang="en-US" altLang="pt-BR" sz="4000" b="1" i="1">
                <a:solidFill>
                  <a:schemeClr val="tx1"/>
                </a:solidFill>
              </a:rPr>
            </a:br>
            <a:r>
              <a:rPr lang="en-US" altLang="pt-BR" sz="4000" b="1" i="1">
                <a:solidFill>
                  <a:schemeClr val="tx1"/>
                </a:solidFill>
              </a:rPr>
              <a:t>Maravilhoso, mas certo é dizer: Jesus é meu!</a:t>
            </a:r>
            <a:br>
              <a:rPr lang="en-US" altLang="pt-BR" sz="4000" b="1" i="1">
                <a:solidFill>
                  <a:schemeClr val="tx1"/>
                </a:solidFill>
              </a:rPr>
            </a:br>
            <a:endParaRPr lang="en-US" altLang="pt-BR" sz="4000" b="1" i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uvens">
  <a:themeElements>
    <a:clrScheme name="Nuvens 1">
      <a:dk1>
        <a:srgbClr val="4D4D4D"/>
      </a:dk1>
      <a:lt1>
        <a:srgbClr val="FFFFFF"/>
      </a:lt1>
      <a:dk2>
        <a:srgbClr val="0000A4"/>
      </a:dk2>
      <a:lt2>
        <a:srgbClr val="B7E7FF"/>
      </a:lt2>
      <a:accent1>
        <a:srgbClr val="0099CC"/>
      </a:accent1>
      <a:accent2>
        <a:srgbClr val="00CC99"/>
      </a:accent2>
      <a:accent3>
        <a:srgbClr val="AAAACF"/>
      </a:accent3>
      <a:accent4>
        <a:srgbClr val="DADADA"/>
      </a:accent4>
      <a:accent5>
        <a:srgbClr val="AACAE2"/>
      </a:accent5>
      <a:accent6>
        <a:srgbClr val="00B98A"/>
      </a:accent6>
      <a:hlink>
        <a:srgbClr val="FFCC00"/>
      </a:hlink>
      <a:folHlink>
        <a:srgbClr val="EE941C"/>
      </a:folHlink>
    </a:clrScheme>
    <a:fontScheme name="Nuven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Nuvens 1">
        <a:dk1>
          <a:srgbClr val="4D4D4D"/>
        </a:dk1>
        <a:lt1>
          <a:srgbClr val="FFFFFF"/>
        </a:lt1>
        <a:dk2>
          <a:srgbClr val="0000A4"/>
        </a:dk2>
        <a:lt2>
          <a:srgbClr val="B7E7FF"/>
        </a:lt2>
        <a:accent1>
          <a:srgbClr val="0099CC"/>
        </a:accent1>
        <a:accent2>
          <a:srgbClr val="00CC99"/>
        </a:accent2>
        <a:accent3>
          <a:srgbClr val="AAAACF"/>
        </a:accent3>
        <a:accent4>
          <a:srgbClr val="DADADA"/>
        </a:accent4>
        <a:accent5>
          <a:srgbClr val="AACAE2"/>
        </a:accent5>
        <a:accent6>
          <a:srgbClr val="00B98A"/>
        </a:accent6>
        <a:hlink>
          <a:srgbClr val="FFCC00"/>
        </a:hlink>
        <a:folHlink>
          <a:srgbClr val="EE941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uvens 2">
        <a:dk1>
          <a:srgbClr val="000066"/>
        </a:dk1>
        <a:lt1>
          <a:srgbClr val="FFFFFF"/>
        </a:lt1>
        <a:dk2>
          <a:srgbClr val="00A2DC"/>
        </a:dk2>
        <a:lt2>
          <a:srgbClr val="FFFFFF"/>
        </a:lt2>
        <a:accent1>
          <a:srgbClr val="0079A4"/>
        </a:accent1>
        <a:accent2>
          <a:srgbClr val="33CCCC"/>
        </a:accent2>
        <a:accent3>
          <a:srgbClr val="AACEEB"/>
        </a:accent3>
        <a:accent4>
          <a:srgbClr val="DADADA"/>
        </a:accent4>
        <a:accent5>
          <a:srgbClr val="AABECF"/>
        </a:accent5>
        <a:accent6>
          <a:srgbClr val="2DB9B9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uvens 3">
        <a:dk1>
          <a:srgbClr val="010199"/>
        </a:dk1>
        <a:lt1>
          <a:srgbClr val="FFFFFF"/>
        </a:lt1>
        <a:dk2>
          <a:srgbClr val="000092"/>
        </a:dk2>
        <a:lt2>
          <a:srgbClr val="CCFFFF"/>
        </a:lt2>
        <a:accent1>
          <a:srgbClr val="66CCFF"/>
        </a:accent1>
        <a:accent2>
          <a:srgbClr val="2EBDBA"/>
        </a:accent2>
        <a:accent3>
          <a:srgbClr val="AAAAC7"/>
        </a:accent3>
        <a:accent4>
          <a:srgbClr val="DADADA"/>
        </a:accent4>
        <a:accent5>
          <a:srgbClr val="B8E2FF"/>
        </a:accent5>
        <a:accent6>
          <a:srgbClr val="29ABA8"/>
        </a:accent6>
        <a:hlink>
          <a:srgbClr val="66FFFF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uvens 4">
        <a:dk1>
          <a:srgbClr val="000000"/>
        </a:dk1>
        <a:lt1>
          <a:srgbClr val="FFFFFF"/>
        </a:lt1>
        <a:dk2>
          <a:srgbClr val="006A67"/>
        </a:dk2>
        <a:lt2>
          <a:srgbClr val="FFFFCC"/>
        </a:lt2>
        <a:accent1>
          <a:srgbClr val="33CCCC"/>
        </a:accent1>
        <a:accent2>
          <a:srgbClr val="6D6FC7"/>
        </a:accent2>
        <a:accent3>
          <a:srgbClr val="AAB9B8"/>
        </a:accent3>
        <a:accent4>
          <a:srgbClr val="DADADA"/>
        </a:accent4>
        <a:accent5>
          <a:srgbClr val="ADE2E2"/>
        </a:accent5>
        <a:accent6>
          <a:srgbClr val="6264B4"/>
        </a:accent6>
        <a:hlink>
          <a:srgbClr val="00FFFF"/>
        </a:hlink>
        <a:folHlink>
          <a:srgbClr val="00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uvens 5">
        <a:dk1>
          <a:srgbClr val="4D4D4D"/>
        </a:dk1>
        <a:lt1>
          <a:srgbClr val="FFFFFF"/>
        </a:lt1>
        <a:dk2>
          <a:srgbClr val="650BB7"/>
        </a:dk2>
        <a:lt2>
          <a:srgbClr val="FFFFFF"/>
        </a:lt2>
        <a:accent1>
          <a:srgbClr val="FF66FF"/>
        </a:accent1>
        <a:accent2>
          <a:srgbClr val="666699"/>
        </a:accent2>
        <a:accent3>
          <a:srgbClr val="B8AAD8"/>
        </a:accent3>
        <a:accent4>
          <a:srgbClr val="DADADA"/>
        </a:accent4>
        <a:accent5>
          <a:srgbClr val="FFB8FF"/>
        </a:accent5>
        <a:accent6>
          <a:srgbClr val="5C5C8A"/>
        </a:accent6>
        <a:hlink>
          <a:srgbClr val="E9E9FF"/>
        </a:hlink>
        <a:folHlink>
          <a:srgbClr val="CCE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uvens 6">
        <a:dk1>
          <a:srgbClr val="FFFFFF"/>
        </a:dk1>
        <a:lt1>
          <a:srgbClr val="FFFFFF"/>
        </a:lt1>
        <a:dk2>
          <a:srgbClr val="005000"/>
        </a:dk2>
        <a:lt2>
          <a:srgbClr val="DCEAAE"/>
        </a:lt2>
        <a:accent1>
          <a:srgbClr val="99CC00"/>
        </a:accent1>
        <a:accent2>
          <a:srgbClr val="6F801A"/>
        </a:accent2>
        <a:accent3>
          <a:srgbClr val="AAB3AA"/>
        </a:accent3>
        <a:accent4>
          <a:srgbClr val="DADADA"/>
        </a:accent4>
        <a:accent5>
          <a:srgbClr val="CAE2AA"/>
        </a:accent5>
        <a:accent6>
          <a:srgbClr val="647316"/>
        </a:accent6>
        <a:hlink>
          <a:srgbClr val="FFFFCC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uvens 7">
        <a:dk1>
          <a:srgbClr val="4F4F77"/>
        </a:dk1>
        <a:lt1>
          <a:srgbClr val="FFFFFF"/>
        </a:lt1>
        <a:dk2>
          <a:srgbClr val="7979A5"/>
        </a:dk2>
        <a:lt2>
          <a:srgbClr val="F3F3FF"/>
        </a:lt2>
        <a:accent1>
          <a:srgbClr val="5D5D8B"/>
        </a:accent1>
        <a:accent2>
          <a:srgbClr val="66CCFF"/>
        </a:accent2>
        <a:accent3>
          <a:srgbClr val="BEBECF"/>
        </a:accent3>
        <a:accent4>
          <a:srgbClr val="DADADA"/>
        </a:accent4>
        <a:accent5>
          <a:srgbClr val="B6B6C4"/>
        </a:accent5>
        <a:accent6>
          <a:srgbClr val="5CB9E7"/>
        </a:accent6>
        <a:hlink>
          <a:srgbClr val="CCECFF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uvens 8">
        <a:dk1>
          <a:srgbClr val="000000"/>
        </a:dk1>
        <a:lt1>
          <a:srgbClr val="B9B9B9"/>
        </a:lt1>
        <a:dk2>
          <a:srgbClr val="8A8472"/>
        </a:dk2>
        <a:lt2>
          <a:srgbClr val="4D4D4D"/>
        </a:lt2>
        <a:accent1>
          <a:srgbClr val="EDEEE2"/>
        </a:accent1>
        <a:accent2>
          <a:srgbClr val="7FAA7E"/>
        </a:accent2>
        <a:accent3>
          <a:srgbClr val="D9D9D9"/>
        </a:accent3>
        <a:accent4>
          <a:srgbClr val="000000"/>
        </a:accent4>
        <a:accent5>
          <a:srgbClr val="F4F5EE"/>
        </a:accent5>
        <a:accent6>
          <a:srgbClr val="729A72"/>
        </a:accent6>
        <a:hlink>
          <a:srgbClr val="008000"/>
        </a:hlink>
        <a:folHlink>
          <a:srgbClr val="9894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uvens 9">
        <a:dk1>
          <a:srgbClr val="000000"/>
        </a:dk1>
        <a:lt1>
          <a:srgbClr val="FEA24E"/>
        </a:lt1>
        <a:dk2>
          <a:srgbClr val="CC6600"/>
        </a:dk2>
        <a:lt2>
          <a:srgbClr val="808080"/>
        </a:lt2>
        <a:accent1>
          <a:srgbClr val="FBEECD"/>
        </a:accent1>
        <a:accent2>
          <a:srgbClr val="ECD044"/>
        </a:accent2>
        <a:accent3>
          <a:srgbClr val="FECEB2"/>
        </a:accent3>
        <a:accent4>
          <a:srgbClr val="000000"/>
        </a:accent4>
        <a:accent5>
          <a:srgbClr val="FDF5E3"/>
        </a:accent5>
        <a:accent6>
          <a:srgbClr val="D6BC3D"/>
        </a:accent6>
        <a:hlink>
          <a:srgbClr val="E42B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Clouds</Template>
  <TotalTime>13</TotalTime>
  <Words>248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0" baseType="lpstr">
      <vt:lpstr>Arial</vt:lpstr>
      <vt:lpstr>Wingdings</vt:lpstr>
      <vt:lpstr>Nuvens</vt:lpstr>
      <vt:lpstr>130 - CRISTO E MEU!</vt:lpstr>
      <vt:lpstr>Manso Pastor já no mundo viveu  e Ele é meu,  Nos dando a vida, por nós padeceu  e Ele é meu;  Graça tão vasta não posso sondar, mas Ele é meu.  Sou perdoado já posso cantar,  que Ele é meu. </vt:lpstr>
      <vt:lpstr>Cristo é meu!  Cristo é meu!  Maravilhoso, mas certo é dizer: Jesus é meu! </vt:lpstr>
      <vt:lpstr>Há um amigo de amor sem igual  e Ele é meu;  Sempre o mais forte, o mais firme e leal  e Ele é meu.  Sou tão indigno de ser unidos Seus,  mas Ele é meu.  Vou Seu amor desfrutar, lá nos céus,  pois Ele é meu. </vt:lpstr>
      <vt:lpstr>Cristo é meu!  Cristo é meu!  Maravilhoso, mas certo é dizer: Jesus é meu! </vt:lpstr>
      <vt:lpstr>Ele mandou-nos o Consolador, também é meu. Cheio de graça, de paz e de amor,  e tudo é meu. Nada me nega dos Seus ricos dons, pois tudo é meu. Grandes tesouros, tão puros e bons, são todos meus.                                                   E.W. </vt:lpstr>
      <vt:lpstr>Cristo é meu!  Cristo é meu!  Maravilhoso, mas certo é dizer: Jesus é meu! 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130 CRISTO E MEU!</dc:title>
  <dc:creator>Montagna</dc:creator>
  <cp:lastModifiedBy>Emerson Souza</cp:lastModifiedBy>
  <cp:revision>3</cp:revision>
  <dcterms:created xsi:type="dcterms:W3CDTF">2005-10-16T03:15:25Z</dcterms:created>
  <dcterms:modified xsi:type="dcterms:W3CDTF">2026-05-02T21:47:36Z</dcterms:modified>
</cp:coreProperties>
</file>