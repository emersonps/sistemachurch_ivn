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56"/>
    <a:srgbClr val="004C4A"/>
    <a:srgbClr val="004442"/>
    <a:srgbClr val="003366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38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63E9A79-19D1-FC45-5C54-6CB81EEFAC2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3600" y="1371600"/>
            <a:ext cx="6477000" cy="1752600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0CB2C45-8393-A7EF-BF12-6200CCE8B4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33600" y="3733800"/>
            <a:ext cx="6477000" cy="1981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1901CFA2-8AF7-3492-9F73-F2639D7535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086600" y="6248400"/>
            <a:ext cx="1524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3A5F4D32-3018-D882-4799-2BDF3F6B75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10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65BB5831-50A3-2799-780B-5FABDA8842B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2209800" y="6248400"/>
            <a:ext cx="1219200" cy="457200"/>
          </a:xfrm>
        </p:spPr>
        <p:txBody>
          <a:bodyPr/>
          <a:lstStyle>
            <a:lvl1pPr>
              <a:defRPr/>
            </a:lvl1pPr>
          </a:lstStyle>
          <a:p>
            <a:fld id="{FCA7101C-8852-4BDF-B9B1-28E377B4CA43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5367" name="Line 7">
            <a:extLst>
              <a:ext uri="{FF2B5EF4-FFF2-40B4-BE49-F238E27FC236}">
                <a16:creationId xmlns:a16="http://schemas.microsoft.com/office/drawing/2014/main" id="{8E122E32-8B68-403B-6B54-E13679159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219200"/>
            <a:ext cx="0" cy="2057400"/>
          </a:xfrm>
          <a:prstGeom prst="line">
            <a:avLst/>
          </a:prstGeom>
          <a:noFill/>
          <a:ln w="349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68" name="Oval 8">
            <a:extLst>
              <a:ext uri="{FF2B5EF4-FFF2-40B4-BE49-F238E27FC236}">
                <a16:creationId xmlns:a16="http://schemas.microsoft.com/office/drawing/2014/main" id="{FEE17BAD-D356-ED73-E018-59AB1ED17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3" y="2103438"/>
            <a:ext cx="347662" cy="34766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5369" name="Oval 9">
            <a:extLst>
              <a:ext uri="{FF2B5EF4-FFF2-40B4-BE49-F238E27FC236}">
                <a16:creationId xmlns:a16="http://schemas.microsoft.com/office/drawing/2014/main" id="{71475626-1351-75B3-11B0-C291E0DCC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5370" name="Oval 10">
            <a:extLst>
              <a:ext uri="{FF2B5EF4-FFF2-40B4-BE49-F238E27FC236}">
                <a16:creationId xmlns:a16="http://schemas.microsoft.com/office/drawing/2014/main" id="{1ACC4849-F7BF-A547-7B34-49EAC1308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EDFA4-B2A4-47E4-FAED-F181F4C72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37811D-7620-6B35-9CAC-5A3FE0C7C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5327E6-3E90-70EB-E529-62BE8610C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A87809-8276-AD08-8C39-586451994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2A9CE2-0197-4D87-B180-F206CC1F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19D38-AF9D-42B1-8BD0-9E46F8A62A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647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4DBF7-9254-2B8A-5165-E49F440A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05D350-BE89-66B0-7D44-F396A05AD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B85114-E253-4895-6DAA-16168643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9452A1-5E68-BA3B-15CC-2987C345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DFC03-BC20-AF0A-DBFE-1F9A769C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1F95A8-0881-4A02-A65E-8B2361AA01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15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89BB8-D7C6-2EDA-36DB-AEDB847A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DD6F84-4549-6089-6998-B22335C85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5CBF9B-90E1-6517-BC27-F8D74800C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FA17EA-8423-5DC8-ADE8-01CD10A0F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8119D4-EADA-0915-82E6-2B04ACB11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DDAC83-0AD0-6D3D-D35F-BAF4282F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93592C-5E1F-47C6-ABBF-5C7F6F9DA4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892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B7946-FB41-44D8-E1D6-2644B0F34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197840-C5F1-4BA3-203B-5AEB5C5FE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933D67-8D40-7548-6CEE-A72DC4822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EA99BD-C6D7-09FF-C53A-85FFF4E2A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C5577C-30B3-22C3-1BC7-7941C7571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D8A1A3-55B8-4D07-DE00-0D502212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EA6019A-2F16-EFF0-2029-3BD914EF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1D78494-2D83-49B2-4A45-39435BFD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BDF84-E384-48A0-BE0C-33340879E4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277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B61EC-E5A2-9733-F52B-23688D196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3C114D-B3EB-BD1B-4310-722EEFEEA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6011F99-4B30-26D7-188A-B3261450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57C790A-AA3C-6086-7CBD-9FB6731D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C5910-645F-4B6A-81B9-20C7DDFD60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291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3EF2D3-D927-4CC6-2792-06BAF284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8074B1-1038-5E0C-0C19-9A01D586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F098BC-A6C9-CE8F-147A-47820450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7FA8EE-1D83-45AF-9CED-94D90192CE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123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14994-DF83-FECE-B547-5CFF5BFEB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B88970-FF58-01C3-50E2-46BE3B4E6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39119C-DB1B-2692-A6CE-9B5D39DC1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002690-0949-7CAB-A1F3-D863D80D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983A08-EF7E-806B-8E8A-24A3456C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C14632-BB00-7295-98DB-97AEC41D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0A9790-22BA-4733-8FEB-31D5F6E48B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588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35ADF-C61B-EFE6-9255-7E134D7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D06D16-4998-1476-07B2-F3AC6CF029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BE07C7-C1C1-4F13-85C6-9DB5BDE43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964FC4-93A7-A811-7870-47E6C700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34685D-18C1-8DF0-D59A-92C7F7C6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63D10D-8BD9-C012-0BF1-6D9429E0F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7BFD8C-062E-41E0-AF72-E729777573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653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C963E-75B7-BDDD-363D-4172D376F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C88EF9-390F-776F-2349-84453D7B0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B73AC-508B-5911-1474-5F6B673F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49170F-6238-7C92-1AE9-3C48228C1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8C3FA9-BF91-FB45-F535-7342CE352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EF84A7-E92F-4B8C-B901-12C87AD351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48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5361C4-200D-1617-2CA0-3CBB15DFA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E666F7-4C22-3185-137B-0DBEDBC13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3BEC86-665B-8C1A-1FAC-888146853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8C29CF-711E-46DA-320E-50CE0729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1A6162-2633-EDBA-D93C-CF5F1D87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89056-C484-4F0B-B6A3-198C71EE7D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314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BA3BADB-C300-CFD2-1FD0-A6CFB31E52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78E4D68-1566-C929-0B95-468D77A3E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05000"/>
            <a:ext cx="7010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A6273414-C215-BEA5-284D-9F4962210D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endParaRPr lang="en-US" altLang="pt-BR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90D4D367-C501-18E5-5C0A-3BC15BE2DEB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pt-BR"/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C96498DF-8EFA-AD2E-4FC7-9F659C6749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0D2879B4-AF0C-4AA3-9744-8CD773EA90B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4343" name="Line 7">
            <a:extLst>
              <a:ext uri="{FF2B5EF4-FFF2-40B4-BE49-F238E27FC236}">
                <a16:creationId xmlns:a16="http://schemas.microsoft.com/office/drawing/2014/main" id="{FCE0A80A-457C-0933-557A-976677F785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304800"/>
            <a:ext cx="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4" name="Oval 8">
            <a:extLst>
              <a:ext uri="{FF2B5EF4-FFF2-40B4-BE49-F238E27FC236}">
                <a16:creationId xmlns:a16="http://schemas.microsoft.com/office/drawing/2014/main" id="{38AF98DF-5D44-AB04-AA01-0E6765811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38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4345" name="Oval 9">
            <a:extLst>
              <a:ext uri="{FF2B5EF4-FFF2-40B4-BE49-F238E27FC236}">
                <a16:creationId xmlns:a16="http://schemas.microsoft.com/office/drawing/2014/main" id="{75D386FC-4191-BE95-4C64-BEB975220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83820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4346" name="Oval 10">
            <a:extLst>
              <a:ext uri="{FF2B5EF4-FFF2-40B4-BE49-F238E27FC236}">
                <a16:creationId xmlns:a16="http://schemas.microsoft.com/office/drawing/2014/main" id="{C6EFF841-EC5D-CAEB-3716-D2620D1A6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8382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929A7F0-83A4-69C7-0FE7-F04E8BDBB8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altLang="pt-BR" u="sng">
                <a:solidFill>
                  <a:srgbClr val="005856"/>
                </a:solidFill>
                <a:latin typeface="Algerian" panose="04020705040A02060702" pitchFamily="82" charset="0"/>
              </a:rPr>
              <a:t>305</a:t>
            </a:r>
            <a:br>
              <a:rPr lang="pt-BR" altLang="pt-BR" u="sng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u="sng">
                <a:solidFill>
                  <a:srgbClr val="005856"/>
                </a:solidFill>
                <a:latin typeface="Algerian" panose="04020705040A02060702" pitchFamily="82" charset="0"/>
              </a:rPr>
              <a:t>Campeões da Luz</a:t>
            </a:r>
            <a:endParaRPr lang="en-US" altLang="pt-BR" u="sng">
              <a:solidFill>
                <a:srgbClr val="005856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>
            <a:extLst>
              <a:ext uri="{FF2B5EF4-FFF2-40B4-BE49-F238E27FC236}">
                <a16:creationId xmlns:a16="http://schemas.microsoft.com/office/drawing/2014/main" id="{4CEC3FA9-1016-7015-7C38-BE6ECB6F0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620000" cy="5448300"/>
          </a:xfrm>
          <a:noFill/>
          <a:ln/>
        </p:spPr>
        <p:txBody>
          <a:bodyPr/>
          <a:lstStyle/>
          <a:p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Soldados somos de Jesus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E campeões do bem, da luz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Nos exércitos de Deus,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Batalhamos pelos céus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Cantando vamos combater;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O vil pecado e seu poder;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A batalha ganha está;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A vitória Deus nos dá.</a:t>
            </a:r>
            <a:endParaRPr lang="en-US" altLang="pt-BR" sz="3800">
              <a:solidFill>
                <a:srgbClr val="005856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>
            <a:extLst>
              <a:ext uri="{FF2B5EF4-FFF2-40B4-BE49-F238E27FC236}">
                <a16:creationId xmlns:a16="http://schemas.microsoft.com/office/drawing/2014/main" id="{D1BA47E5-CE9C-7C72-1B75-BF57A86DA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7391400" cy="5372100"/>
          </a:xfrm>
        </p:spPr>
        <p:txBody>
          <a:bodyPr/>
          <a:lstStyle/>
          <a:p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Breve vamos terminar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a batalha aqui,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e pra sempre descansar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com Jesus ali;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todos os que são fiéis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ao bom capitão,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hão de receber lauréis,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como galardão.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endParaRPr lang="en-US" altLang="pt-BR" sz="3800" i="1">
              <a:solidFill>
                <a:srgbClr val="005856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>
            <a:extLst>
              <a:ext uri="{FF2B5EF4-FFF2-40B4-BE49-F238E27FC236}">
                <a16:creationId xmlns:a16="http://schemas.microsoft.com/office/drawing/2014/main" id="{6638FD38-45F2-39A3-F190-30F09F3E4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924800" cy="4800600"/>
          </a:xfrm>
        </p:spPr>
        <p:txBody>
          <a:bodyPr/>
          <a:lstStyle/>
          <a:p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Levai o escudo, sim, da fé,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pois a peleja dura é,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Mas promessas temos nós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De jamais estarmos sós.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As flechas do mal não temer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Mas combater até vencer;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Olham os campeões p’ros céus,</a:t>
            </a:r>
            <a:b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>
                <a:solidFill>
                  <a:srgbClr val="005856"/>
                </a:solidFill>
                <a:latin typeface="Algerian" panose="04020705040A02060702" pitchFamily="82" charset="0"/>
              </a:rPr>
              <a:t>a vitória vem de Deus.</a:t>
            </a:r>
            <a:endParaRPr lang="en-US" altLang="pt-BR" sz="3800">
              <a:solidFill>
                <a:srgbClr val="005856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Rectangle 6">
            <a:extLst>
              <a:ext uri="{FF2B5EF4-FFF2-40B4-BE49-F238E27FC236}">
                <a16:creationId xmlns:a16="http://schemas.microsoft.com/office/drawing/2014/main" id="{2F3ED30F-1496-DCB9-BEF6-867DC6A5D0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7467600" cy="5410200"/>
          </a:xfrm>
          <a:noFill/>
          <a:ln/>
        </p:spPr>
        <p:txBody>
          <a:bodyPr/>
          <a:lstStyle/>
          <a:p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Breve vamos terminar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a batalha aqui,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e pra sempre descansar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com Jesus ali;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todos os que são fiéis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ao bom capitão,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hão de receber lauréis,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como galardão.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endParaRPr lang="en-US" altLang="pt-BR" sz="3800" i="1">
              <a:solidFill>
                <a:srgbClr val="005856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458328A4-E9C4-8EEC-0DBE-AEAC742A6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7239000" cy="5181600"/>
          </a:xfrm>
        </p:spPr>
        <p:txBody>
          <a:bodyPr/>
          <a:lstStyle/>
          <a:p>
            <a: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  <a:t>Se alguém cansado </a:t>
            </a:r>
            <a:b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  <a:t>se encontrar</a:t>
            </a:r>
            <a:b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  <a:t>sem forças para pelejar,</a:t>
            </a:r>
            <a:b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  <a:t>o senhor quer te ajudar</a:t>
            </a:r>
            <a:b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  <a:t>a vitória alcançar</a:t>
            </a:r>
            <a:b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  <a:t>O mal vencendo avançai,</a:t>
            </a:r>
            <a:b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  <a:t>e hinos a Jesus cantai,</a:t>
            </a:r>
            <a:b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  <a:t>e da salvação falai;</a:t>
            </a:r>
            <a:b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56"/>
                </a:solidFill>
                <a:latin typeface="Algerian" panose="04020705040A02060702" pitchFamily="82" charset="0"/>
              </a:rPr>
              <a:t>almas ao senhor levai.</a:t>
            </a:r>
            <a:endParaRPr lang="en-US" altLang="pt-BR" sz="3600">
              <a:solidFill>
                <a:srgbClr val="005856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5">
            <a:extLst>
              <a:ext uri="{FF2B5EF4-FFF2-40B4-BE49-F238E27FC236}">
                <a16:creationId xmlns:a16="http://schemas.microsoft.com/office/drawing/2014/main" id="{5389B1B4-54DC-A5F6-8E48-193A42215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7239000" cy="5372100"/>
          </a:xfrm>
          <a:noFill/>
          <a:ln/>
        </p:spPr>
        <p:txBody>
          <a:bodyPr/>
          <a:lstStyle/>
          <a:p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Breve vamos terminar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a batalha aqui,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e pra sempre descansar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com Jesus ali;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todos os que são fiéis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ao bom capitão,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hão de receber lauréis,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  <a:t>como galardão.</a:t>
            </a:r>
            <a:br>
              <a:rPr lang="pt-BR" altLang="pt-BR" sz="3800" i="1">
                <a:solidFill>
                  <a:srgbClr val="005856"/>
                </a:solidFill>
                <a:latin typeface="Algerian" panose="04020705040A02060702" pitchFamily="82" charset="0"/>
              </a:rPr>
            </a:br>
            <a:endParaRPr lang="en-US" altLang="pt-BR" sz="3800" i="1">
              <a:solidFill>
                <a:srgbClr val="005856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">
  <a:themeElements>
    <a:clrScheme name="Ec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c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Echo</Template>
  <TotalTime>72</TotalTime>
  <Words>274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Wingdings</vt:lpstr>
      <vt:lpstr>Algerian</vt:lpstr>
      <vt:lpstr>Eco</vt:lpstr>
      <vt:lpstr>305 Campeões da Luz</vt:lpstr>
      <vt:lpstr>Soldados somos de Jesus E campeões do bem, da luz Nos exércitos de Deus, Batalhamos pelos céus Cantando vamos combater; O vil pecado e seu poder; A batalha ganha está; A vitória Deus nos dá.</vt:lpstr>
      <vt:lpstr>Breve vamos terminar a batalha aqui, e pra sempre descansar com Jesus ali; todos os que são fiéis ao bom capitão, hão de receber lauréis, como galardão. </vt:lpstr>
      <vt:lpstr>Levai o escudo, sim, da fé, pois a peleja dura é, Mas promessas temos nós De jamais estarmos sós. As flechas do mal não temer Mas combater até vencer; Olham os campeões p’ros céus, a vitória vem de Deus.</vt:lpstr>
      <vt:lpstr>Breve vamos terminar a batalha aqui, e pra sempre descansar com Jesus ali; todos os que são fiéis ao bom capitão, hão de receber lauréis, como galardão. </vt:lpstr>
      <vt:lpstr>Se alguém cansado  se encontrar sem forças para pelejar, o senhor quer te ajudar a vitória alcançar O mal vencendo avançai, e hinos a Jesus cantai, e da salvação falai; almas ao senhor levai.</vt:lpstr>
      <vt:lpstr>Breve vamos terminar a batalha aqui, e pra sempre descansar com Jesus ali; todos os que são fiéis ao bom capitão, hão de receber lauréis, como galardão.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305 Campeões da Luz</dc:title>
  <dc:creator>Junior</dc:creator>
  <cp:lastModifiedBy>Emerson Souza</cp:lastModifiedBy>
  <cp:revision>2</cp:revision>
  <dcterms:created xsi:type="dcterms:W3CDTF">2005-09-27T02:37:37Z</dcterms:created>
  <dcterms:modified xsi:type="dcterms:W3CDTF">2026-05-02T22:02:19Z</dcterms:modified>
</cp:coreProperties>
</file>