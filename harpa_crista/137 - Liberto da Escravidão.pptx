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78DBBFF3-4BD2-98D5-198C-995D1C559BA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12291" name="Rectangle 3">
              <a:extLst>
                <a:ext uri="{FF2B5EF4-FFF2-40B4-BE49-F238E27FC236}">
                  <a16:creationId xmlns:a16="http://schemas.microsoft.com/office/drawing/2014/main" id="{1F05EB31-516D-56F7-F081-FDDD3F858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2292" name="AutoShape 4">
              <a:extLst>
                <a:ext uri="{FF2B5EF4-FFF2-40B4-BE49-F238E27FC236}">
                  <a16:creationId xmlns:a16="http://schemas.microsoft.com/office/drawing/2014/main" id="{7EF26243-1224-EEE7-6527-2231B2A0B20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pt-BR" altLang="pt-BR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293" name="Group 5">
            <a:extLst>
              <a:ext uri="{FF2B5EF4-FFF2-40B4-BE49-F238E27FC236}">
                <a16:creationId xmlns:a16="http://schemas.microsoft.com/office/drawing/2014/main" id="{7CBEC83D-0868-7D02-FD5C-0666123283B5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12294" name="AutoShape 6">
              <a:extLst>
                <a:ext uri="{FF2B5EF4-FFF2-40B4-BE49-F238E27FC236}">
                  <a16:creationId xmlns:a16="http://schemas.microsoft.com/office/drawing/2014/main" id="{A8359D96-3517-3FA5-A87A-C29F6DEBA7A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295" name="AutoShape 7">
              <a:extLst>
                <a:ext uri="{FF2B5EF4-FFF2-40B4-BE49-F238E27FC236}">
                  <a16:creationId xmlns:a16="http://schemas.microsoft.com/office/drawing/2014/main" id="{40302E05-6417-D8F7-E7BF-991D17940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2296" name="Rectangle 8">
            <a:extLst>
              <a:ext uri="{FF2B5EF4-FFF2-40B4-BE49-F238E27FC236}">
                <a16:creationId xmlns:a16="http://schemas.microsoft.com/office/drawing/2014/main" id="{717A523E-B3FB-DA49-57CF-B2B2E71FED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E5DEC5BA-76B3-1918-0769-67CAF8CB8795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pt-BR"/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EE553DBB-69FA-F6E8-600C-8654FD3385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pt-BR"/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17EF6FC2-4BAC-34B2-FE74-4D68FDF6E8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599011B3-89AA-4C6B-BC26-39439FD1BF7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2300" name="AutoShape 12">
            <a:extLst>
              <a:ext uri="{FF2B5EF4-FFF2-40B4-BE49-F238E27FC236}">
                <a16:creationId xmlns:a16="http://schemas.microsoft.com/office/drawing/2014/main" id="{C6F0BB66-E425-882C-0805-26C415618A9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5171B-E312-E85B-F1E4-BAF28DE8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B06A73-E7A1-2AEE-9276-01FA32CD6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990476-BD05-F5EB-D717-4EE95DD6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0BEFCA-AEC8-7711-E11E-25FBF644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4EEC2C-969E-345D-F6FB-711A0645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30EB8C-A7BC-4619-8995-12A36B6EEB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007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05C4E-B461-BCAE-198C-7C349FB5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7E8B29-1AB6-82E4-5EC8-60C7E0755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24AFEC-5B12-9E2D-7578-35F3A153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E7188C-3006-0902-2E4D-8F8A83EB9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261F5E-2E35-175E-6305-57217C48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C82EB-39E3-4EC4-84AD-6769E6528A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543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33A0C-CECA-C460-CD33-8F80506F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F30CD4-F624-D1F3-84A4-342B7B9FA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0CAF1E-5260-0B61-2E8B-AE6734D51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DA736B-E4B6-60E7-7E77-6F6F9535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718EE2-5C60-8256-3BFA-72F6C4EA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D52D45-AED3-D304-DF37-44E475F0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33DE1-6F00-49FD-8999-82BC7ED151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003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6EFC1-CE35-0C1C-3602-E1E33C9A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80CAD4-7E3D-7A09-B7BF-E59445011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2A5489-FAEC-B4BC-D193-6E5DF40DA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9A974D-6E3B-7DC3-BDA5-AF74117AE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A803E1-BD70-9014-FE4A-B2BE96551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C03516-FBA8-E9F5-88FD-8C68303B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299846-C681-4404-4101-841DBB5F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1B1F43-A615-C433-775C-C3700B92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578933-790C-4CCD-A09C-AFB69E7196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884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1FEFA-263F-E0C3-1453-4240D7C6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B560DF-2CB1-A63B-BF9C-9714AC60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71865C3-19E2-0D3E-9D53-6CE0A299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E283A1-B980-2EE9-C4E1-EE08C53A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47DF49-660C-47DC-B472-2873330D37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729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EC9D65-3996-DF30-6A85-906501EA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65132C-7913-FC1C-C154-8B4B32AC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C952A7-D823-E7D0-A07E-0E604FD5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DF648-D9C5-4CE3-950F-005981FB23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204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4A14D-CC2E-CAB7-2970-8BCDB4D3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50BB34-60E5-827F-93D0-A8CECE85C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0F6EA7-7C5F-982E-05A9-4DF2A0DC9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1C43AF-4B0D-FFF5-9F45-551A62E3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139C5A-3B65-5528-1E46-A91D3B8B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F769AF-7B95-AD0C-7E9B-EA2EA23E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D72C4A-679C-42AD-A462-DEE49EFFF4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981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60732-56EB-DB49-E471-DB207EB08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AF038E9-9BDB-1AAD-B834-844D08518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AB5957-E026-6739-8C8E-CC5238DBA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C17EC-DBEB-3447-A407-7D35E22D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8D4C80-37A4-7136-ACAE-F6577F1C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D30B77-2B42-7FF4-F94B-F0B9C2CB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0DCA30-A355-4055-A319-6A77536F19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835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47839-3247-73A2-1B5F-6EFCF9BB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D0F388-D3F1-A924-C334-C5055A994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B0E76E-5781-39A9-6C8D-5DC8DDC0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08A246-A739-370F-0F3C-F6E7941A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8CCD58-8C84-62F7-DA23-D0004D1E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A36E3-EB43-4461-868E-091E9CEC41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699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6ACF61-42E5-20BA-FE8E-69FF46E30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00FCC0-0B0B-0C92-1B4F-DB7591DE6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7E1F79-0E2C-C3DE-A805-BA2149B3F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3E3D6A-0540-EFBA-A13D-7D7CC821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71EDDF-A104-8670-1B74-FB774808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36C6E-3E2C-4775-ABA8-99A68789F4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8780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773B8507-6465-455C-ED27-8D1CAB747E3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1267" name="Group 3">
              <a:extLst>
                <a:ext uri="{FF2B5EF4-FFF2-40B4-BE49-F238E27FC236}">
                  <a16:creationId xmlns:a16="http://schemas.microsoft.com/office/drawing/2014/main" id="{33DF9AB9-3183-CB55-4399-55699DD8D19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1268" name="Rectangle 4">
                <a:extLst>
                  <a:ext uri="{FF2B5EF4-FFF2-40B4-BE49-F238E27FC236}">
                    <a16:creationId xmlns:a16="http://schemas.microsoft.com/office/drawing/2014/main" id="{98329243-D5DA-17E9-4998-A9F78BA8ED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269" name="Freeform 5">
                <a:extLst>
                  <a:ext uri="{FF2B5EF4-FFF2-40B4-BE49-F238E27FC236}">
                    <a16:creationId xmlns:a16="http://schemas.microsoft.com/office/drawing/2014/main" id="{511051F0-DE54-B114-C8A0-88689B6B66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pt-BR"/>
              </a:p>
            </p:txBody>
          </p:sp>
        </p:grpSp>
        <p:grpSp>
          <p:nvGrpSpPr>
            <p:cNvPr id="11270" name="Group 6">
              <a:extLst>
                <a:ext uri="{FF2B5EF4-FFF2-40B4-BE49-F238E27FC236}">
                  <a16:creationId xmlns:a16="http://schemas.microsoft.com/office/drawing/2014/main" id="{08DE9F91-9312-FA63-B2BE-034C2D64B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1271" name="AutoShape 7">
                <a:extLst>
                  <a:ext uri="{FF2B5EF4-FFF2-40B4-BE49-F238E27FC236}">
                    <a16:creationId xmlns:a16="http://schemas.microsoft.com/office/drawing/2014/main" id="{3449EEE6-A348-DEE5-3ADC-B7D5D4E58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272" name="AutoShape 8">
                <a:extLst>
                  <a:ext uri="{FF2B5EF4-FFF2-40B4-BE49-F238E27FC236}">
                    <a16:creationId xmlns:a16="http://schemas.microsoft.com/office/drawing/2014/main" id="{BC7E017B-7F2B-C73D-E637-B0004242D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11273" name="AutoShape 9">
            <a:extLst>
              <a:ext uri="{FF2B5EF4-FFF2-40B4-BE49-F238E27FC236}">
                <a16:creationId xmlns:a16="http://schemas.microsoft.com/office/drawing/2014/main" id="{6DD452FC-A874-FF11-185B-A33DEFC87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FE05A70B-16E0-AA35-ECAB-5AE4479C0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8D0D9ECC-E2B1-5261-FAD3-3B09108693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 altLang="pt-BR"/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B504BF92-75FA-20CF-5D48-1BF3E8F6D4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72911CF5-A043-E99C-C84D-ACCF6957B2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958F685A-DFAF-47E8-96C9-89D1C62032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>
            <a:extLst>
              <a:ext uri="{FF2B5EF4-FFF2-40B4-BE49-F238E27FC236}">
                <a16:creationId xmlns:a16="http://schemas.microsoft.com/office/drawing/2014/main" id="{C08BAB11-C7BA-6996-CA68-55B6259811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i="1"/>
              <a:t>137 - LIBERTO DA ESCRAVIDÃO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>
            <a:extLst>
              <a:ext uri="{FF2B5EF4-FFF2-40B4-BE49-F238E27FC236}">
                <a16:creationId xmlns:a16="http://schemas.microsoft.com/office/drawing/2014/main" id="{93B9F20C-706C-F78F-3AFC-EA0D12EEF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49500"/>
            <a:ext cx="7859712" cy="3384550"/>
          </a:xfrm>
        </p:spPr>
        <p:txBody>
          <a:bodyPr/>
          <a:lstStyle/>
          <a:p>
            <a:r>
              <a:rPr lang="en-US" altLang="pt-BR" sz="4000" b="0">
                <a:solidFill>
                  <a:schemeClr val="tx1"/>
                </a:solidFill>
              </a:rPr>
              <a:t>Em Babilônia, em prisão, </a:t>
            </a:r>
            <a:br>
              <a:rPr lang="en-US" altLang="pt-BR" sz="4000" b="0">
                <a:solidFill>
                  <a:schemeClr val="tx1"/>
                </a:solidFill>
              </a:rPr>
            </a:br>
            <a:r>
              <a:rPr lang="en-US" altLang="pt-BR" sz="4000" b="0">
                <a:solidFill>
                  <a:schemeClr val="tx1"/>
                </a:solidFill>
              </a:rPr>
              <a:t>Estava Israel,</a:t>
            </a:r>
            <a:br>
              <a:rPr lang="en-US" altLang="pt-BR" sz="4000" b="0">
                <a:solidFill>
                  <a:schemeClr val="tx1"/>
                </a:solidFill>
              </a:rPr>
            </a:br>
            <a:r>
              <a:rPr lang="en-US" altLang="pt-BR" sz="4000" b="0">
                <a:solidFill>
                  <a:schemeClr val="tx1"/>
                </a:solidFill>
              </a:rPr>
              <a:t>O povo santo de Sião, </a:t>
            </a:r>
            <a:br>
              <a:rPr lang="en-US" altLang="pt-BR" sz="4000" b="0">
                <a:solidFill>
                  <a:schemeClr val="tx1"/>
                </a:solidFill>
              </a:rPr>
            </a:br>
            <a:r>
              <a:rPr lang="en-US" altLang="pt-BR" sz="4000" b="0">
                <a:solidFill>
                  <a:schemeClr val="tx1"/>
                </a:solidFill>
              </a:rPr>
              <a:t>Sofrendo dor cruel.</a:t>
            </a:r>
            <a:br>
              <a:rPr lang="en-US" altLang="pt-BR" sz="4000" b="0">
                <a:solidFill>
                  <a:schemeClr val="tx1"/>
                </a:solidFill>
              </a:rPr>
            </a:br>
            <a:endParaRPr lang="en-US" altLang="pt-BR" sz="40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>
            <a:extLst>
              <a:ext uri="{FF2B5EF4-FFF2-40B4-BE49-F238E27FC236}">
                <a16:creationId xmlns:a16="http://schemas.microsoft.com/office/drawing/2014/main" id="{4C7A56FC-C5D2-D2F6-6DC0-C881CAF64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49500"/>
            <a:ext cx="7859712" cy="3384550"/>
          </a:xfrm>
        </p:spPr>
        <p:txBody>
          <a:bodyPr/>
          <a:lstStyle/>
          <a:p>
            <a:r>
              <a:rPr lang="en-US" altLang="pt-BR" i="1">
                <a:solidFill>
                  <a:schemeClr val="tx1"/>
                </a:solidFill>
              </a:rPr>
              <a:t>Mas, um dia, se ouviu,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Que do rei a voz saiu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P'ra voltarem da escravidão.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Todo povo a jubilar,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Com as harpas a cantar,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Foi em busca de Sião.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04F9D70F-1291-D0FA-4E99-F5884527F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420938"/>
            <a:ext cx="7931150" cy="2952750"/>
          </a:xfrm>
        </p:spPr>
        <p:txBody>
          <a:bodyPr/>
          <a:lstStyle/>
          <a:p>
            <a:r>
              <a:rPr lang="en-US" altLang="pt-BR" b="0">
                <a:solidFill>
                  <a:schemeClr val="tx1"/>
                </a:solidFill>
              </a:rPr>
              <a:t>"Cantai" disseram os caldeus, 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Os hinos de Sião,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Mas isto mais entristeceu, 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Os filhos de Abraão.</a:t>
            </a:r>
            <a:br>
              <a:rPr lang="en-US" altLang="pt-BR" b="0">
                <a:solidFill>
                  <a:schemeClr val="tx1"/>
                </a:solidFill>
              </a:rPr>
            </a:br>
            <a:endParaRPr lang="en-US" altLang="pt-BR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>
            <a:extLst>
              <a:ext uri="{FF2B5EF4-FFF2-40B4-BE49-F238E27FC236}">
                <a16:creationId xmlns:a16="http://schemas.microsoft.com/office/drawing/2014/main" id="{8E64AF8E-278A-2111-F645-B495CA795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49500"/>
            <a:ext cx="7859712" cy="3384550"/>
          </a:xfrm>
        </p:spPr>
        <p:txBody>
          <a:bodyPr/>
          <a:lstStyle/>
          <a:p>
            <a:r>
              <a:rPr lang="en-US" altLang="pt-BR" i="1">
                <a:solidFill>
                  <a:schemeClr val="tx1"/>
                </a:solidFill>
              </a:rPr>
              <a:t>Mas, um dia, se ouviu,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Que do rei a voz saiu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P'ra voltarem da escravidão.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Todo povo a jubilar,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Com as harpas a cantar,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Foi em busca de Sião.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>
            <a:extLst>
              <a:ext uri="{FF2B5EF4-FFF2-40B4-BE49-F238E27FC236}">
                <a16:creationId xmlns:a16="http://schemas.microsoft.com/office/drawing/2014/main" id="{C4002B4F-C140-968F-2E12-02085FAB8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49500"/>
            <a:ext cx="7859712" cy="2735263"/>
          </a:xfrm>
        </p:spPr>
        <p:txBody>
          <a:bodyPr/>
          <a:lstStyle/>
          <a:p>
            <a:r>
              <a:rPr lang="en-US" altLang="pt-BR" b="0">
                <a:solidFill>
                  <a:schemeClr val="tx1"/>
                </a:solidFill>
              </a:rPr>
              <a:t>Libertos foram lá por Deus 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Da vil escravidão.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E toda alma se encheu, 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De riso e gratidão.</a:t>
            </a:r>
            <a:br>
              <a:rPr lang="en-US" altLang="pt-BR" b="0">
                <a:solidFill>
                  <a:schemeClr val="tx1"/>
                </a:solidFill>
              </a:rPr>
            </a:br>
            <a:endParaRPr lang="en-US" altLang="pt-BR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>
            <a:extLst>
              <a:ext uri="{FF2B5EF4-FFF2-40B4-BE49-F238E27FC236}">
                <a16:creationId xmlns:a16="http://schemas.microsoft.com/office/drawing/2014/main" id="{D81905FD-07D7-A485-DB73-B1A20F792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49500"/>
            <a:ext cx="7859712" cy="3384550"/>
          </a:xfrm>
        </p:spPr>
        <p:txBody>
          <a:bodyPr/>
          <a:lstStyle/>
          <a:p>
            <a:r>
              <a:rPr lang="en-US" altLang="pt-BR" i="1">
                <a:solidFill>
                  <a:schemeClr val="tx1"/>
                </a:solidFill>
              </a:rPr>
              <a:t>Mas, um dia, se ouviu,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Que do rei a voz saiu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P'ra voltarem da escravidão.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Todo povo a jubilar,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Com as harpas a cantar,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Foi em busca de Sião.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>
            <a:extLst>
              <a:ext uri="{FF2B5EF4-FFF2-40B4-BE49-F238E27FC236}">
                <a16:creationId xmlns:a16="http://schemas.microsoft.com/office/drawing/2014/main" id="{72EEC49D-793D-716B-094A-CE67104CF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49500"/>
            <a:ext cx="7859712" cy="3024188"/>
          </a:xfrm>
        </p:spPr>
        <p:txBody>
          <a:bodyPr/>
          <a:lstStyle/>
          <a:p>
            <a:r>
              <a:rPr lang="en-US" altLang="pt-BR" b="0">
                <a:solidFill>
                  <a:schemeClr val="tx1"/>
                </a:solidFill>
              </a:rPr>
              <a:t>Quão grandes coisas nos fez Deus! 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Cantavam, já, então;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E qual um sonho pareceu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A volta p'ra Sião.</a:t>
            </a:r>
            <a:br>
              <a:rPr lang="en-US" altLang="pt-BR" b="0">
                <a:solidFill>
                  <a:schemeClr val="tx1"/>
                </a:solidFill>
              </a:rPr>
            </a:br>
            <a:endParaRPr lang="en-US" altLang="pt-BR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>
            <a:extLst>
              <a:ext uri="{FF2B5EF4-FFF2-40B4-BE49-F238E27FC236}">
                <a16:creationId xmlns:a16="http://schemas.microsoft.com/office/drawing/2014/main" id="{391D9BA1-AAA8-C07F-C23E-0CA66AF69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49500"/>
            <a:ext cx="7859712" cy="3384550"/>
          </a:xfrm>
        </p:spPr>
        <p:txBody>
          <a:bodyPr/>
          <a:lstStyle/>
          <a:p>
            <a:r>
              <a:rPr lang="en-US" altLang="pt-BR" i="1">
                <a:solidFill>
                  <a:schemeClr val="tx1"/>
                </a:solidFill>
              </a:rPr>
              <a:t>Mas, um dia, se ouviu,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Que do rei a voz saiu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P'ra voltarem da escravidão.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Todo povo a jubilar,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Com as harpas a cantar,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Foi em busca de Sião.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>
            <a:extLst>
              <a:ext uri="{FF2B5EF4-FFF2-40B4-BE49-F238E27FC236}">
                <a16:creationId xmlns:a16="http://schemas.microsoft.com/office/drawing/2014/main" id="{8B6729DC-36F8-8826-4CC9-F6A5D9EC5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349500"/>
            <a:ext cx="7786687" cy="2663825"/>
          </a:xfrm>
        </p:spPr>
        <p:txBody>
          <a:bodyPr/>
          <a:lstStyle/>
          <a:p>
            <a:r>
              <a:rPr lang="en-US" altLang="pt-BR" b="0">
                <a:solidFill>
                  <a:schemeClr val="tx1"/>
                </a:solidFill>
              </a:rPr>
              <a:t>E neste mundo, qual Babel, 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Há muitos em prisão,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Sofrendo uma dor cruel, </a:t>
            </a:r>
            <a:br>
              <a:rPr lang="en-US" altLang="pt-BR" b="0">
                <a:solidFill>
                  <a:schemeClr val="tx1"/>
                </a:solidFill>
              </a:rPr>
            </a:br>
            <a:r>
              <a:rPr lang="en-US" altLang="pt-BR" b="0">
                <a:solidFill>
                  <a:schemeClr val="tx1"/>
                </a:solidFill>
              </a:rPr>
              <a:t>Sem ter consolação.</a:t>
            </a:r>
            <a:br>
              <a:rPr lang="en-US" altLang="pt-BR" sz="3200" b="0">
                <a:solidFill>
                  <a:schemeClr val="tx1"/>
                </a:solidFill>
              </a:rPr>
            </a:br>
            <a:endParaRPr lang="en-US" altLang="pt-BR" sz="3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23108FFE-7321-2298-FCE0-80B027150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2420938"/>
            <a:ext cx="7715250" cy="3384550"/>
          </a:xfrm>
        </p:spPr>
        <p:txBody>
          <a:bodyPr/>
          <a:lstStyle/>
          <a:p>
            <a:r>
              <a:rPr lang="en-US" altLang="pt-BR" i="1">
                <a:solidFill>
                  <a:schemeClr val="tx1"/>
                </a:solidFill>
              </a:rPr>
              <a:t>Mas, de Cristo se ouviu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Que de Deus, a voz saiu,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P'ra voltarem da escravidão. 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Queiras isto aceitar,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Com a harpa vem cantar,</a:t>
            </a:r>
            <a:br>
              <a:rPr lang="en-US" altLang="pt-BR" i="1">
                <a:solidFill>
                  <a:schemeClr val="tx1"/>
                </a:solidFill>
              </a:rPr>
            </a:br>
            <a:r>
              <a:rPr lang="en-US" altLang="pt-BR" i="1">
                <a:solidFill>
                  <a:schemeClr val="tx1"/>
                </a:solidFill>
              </a:rPr>
              <a:t>E, assim, voltar p'ra Sião.</a:t>
            </a:r>
            <a:r>
              <a:rPr lang="en-US" altLang="pt-BR" sz="3200" b="0" i="1">
                <a:solidFill>
                  <a:schemeClr val="tx1"/>
                </a:solidFill>
              </a:rPr>
              <a:t>	</a:t>
            </a:r>
            <a:r>
              <a:rPr lang="en-US" altLang="pt-BR" sz="1400">
                <a:solidFill>
                  <a:schemeClr val="tx1"/>
                </a:solidFill>
              </a:rPr>
              <a:t>P.L.M.</a:t>
            </a:r>
            <a:br>
              <a:rPr lang="en-US" altLang="pt-BR" sz="1400">
                <a:solidFill>
                  <a:schemeClr val="tx1"/>
                </a:solidFill>
              </a:rPr>
            </a:br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ápsulas">
  <a:themeElements>
    <a:clrScheme name="Cápsula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ápsul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ápsula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13</TotalTime>
  <Words>345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Wingdings</vt:lpstr>
      <vt:lpstr>Times New Roman</vt:lpstr>
      <vt:lpstr>Cápsulas</vt:lpstr>
      <vt:lpstr>137 - LIBERTO DA ESCRAVIDÃO </vt:lpstr>
      <vt:lpstr>Em Babilônia, em prisão,  Estava Israel, O povo santo de Sião,  Sofrendo dor cruel. </vt:lpstr>
      <vt:lpstr>Mas, um dia, se ouviu,  Que do rei a voz saiu P'ra voltarem da escravidão. Todo povo a jubilar,  Com as harpas a cantar,  Foi em busca de Sião.</vt:lpstr>
      <vt:lpstr>"Cantai" disseram os caldeus,  Os hinos de Sião, Mas isto mais entristeceu,  Os filhos de Abraão. </vt:lpstr>
      <vt:lpstr>Mas, um dia, se ouviu,  Que do rei a voz saiu P'ra voltarem da escravidão. Todo povo a jubilar,  Com as harpas a cantar,  Foi em busca de Sião.</vt:lpstr>
      <vt:lpstr>Libertos foram lá por Deus  Da vil escravidão. E toda alma se encheu,  De riso e gratidão. </vt:lpstr>
      <vt:lpstr>Mas, um dia, se ouviu,  Que do rei a voz saiu P'ra voltarem da escravidão. Todo povo a jubilar,  Com as harpas a cantar,  Foi em busca de Sião.</vt:lpstr>
      <vt:lpstr>Quão grandes coisas nos fez Deus!  Cantavam, já, então; E qual um sonho pareceu A volta p'ra Sião. </vt:lpstr>
      <vt:lpstr>Mas, um dia, se ouviu,  Que do rei a voz saiu P'ra voltarem da escravidão. Todo povo a jubilar,  Com as harpas a cantar,  Foi em busca de Sião.</vt:lpstr>
      <vt:lpstr>E neste mundo, qual Babel,  Há muitos em prisão, Sofrendo uma dor cruel,  Sem ter consolação. </vt:lpstr>
      <vt:lpstr>Mas, de Cristo se ouviu Que de Deus, a voz saiu, P'ra voltarem da escravidão.  Queiras isto aceitar, Com a harpa vem cantar, E, assim, voltar p'ra Sião.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137 - LIBERTO DA ESCRAVIDÃO </dc:title>
  <dc:creator>Montagna</dc:creator>
  <cp:lastModifiedBy>Emerson Souza</cp:lastModifiedBy>
  <cp:revision>3</cp:revision>
  <dcterms:created xsi:type="dcterms:W3CDTF">2005-10-16T03:28:41Z</dcterms:created>
  <dcterms:modified xsi:type="dcterms:W3CDTF">2026-05-02T21:48:10Z</dcterms:modified>
</cp:coreProperties>
</file>