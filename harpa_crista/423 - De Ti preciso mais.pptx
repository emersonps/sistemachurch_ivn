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14" y="-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939807-BDCB-CFDC-B17F-F5A77533F0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D43C359-6696-8EA3-D1E8-7624873597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3E3EE6-C1AF-62F1-10A9-67B86CCE0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A58E7C5-45C6-83D7-E768-BF85E757A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2E44E1-0674-BA75-86DA-912973DDF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26C0C4-772A-45B1-9C7E-B35F66E0AC5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47773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8227DC-3144-38F1-C6A9-01D1D9BC3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577AD0-276C-08D0-CC46-15B301C97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6A0FEF-622F-1E51-CED6-15DA351A1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0518E01-CBB2-F852-11C8-92EDAEB2D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3F6C0B-EF89-D0AD-4BE1-50FF6CCF5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6485A1-956F-424D-94E4-2EBF5B4D9BD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0043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75EE77-F787-C51E-6CB1-2B32BF383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2A2CDF3-00F4-9A5D-F3E5-EA6D90952D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7048AC-37E6-3611-9D7E-E3C025396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81E52F-D047-C6C3-2845-7FB0DC258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22987E-6495-C6FA-1BC8-3DF71DFE8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562F4B-34F1-40AA-846F-0A5FD4F86D6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04566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A3C6BD-51A3-EE29-A6AA-E9520FCF4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1C81FC-9D0B-E44B-60EC-F797E2D26B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A85A6ED-87C2-E12F-DE9E-F6D15931BF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C3F3E7F-F476-1BEB-758C-14964A6B1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3FAFA6-6B68-6FAF-4135-C22175EA2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CA4B30C-2C2B-8116-922D-5C61EB3EE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67C981-D523-45D7-8993-29DED8F6AF2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80604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789E8F-2AA7-F869-6E95-50317AC56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CBFACCB-6668-2FF7-6A52-5CC2E78D7F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4F62DF8-D471-0827-7527-AEBCF9F00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14C4B38-2D0E-F733-7B8C-F682B8FFDF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75B3909-A257-496A-FB13-0B00981FEA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A9F15A8-4608-C746-EFDB-1F4D955C7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2CBBB56-6B11-C2B8-459F-7CE55AE26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9C35E55-8325-4238-0094-23B468FD5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EAE55C-685C-4D91-B9A7-11A2C725148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64753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FF5896-4BE2-0075-C6C3-192D2762A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2BB3AB5-77B2-021B-C58E-F135E4FB4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3F5B7AC-4D28-85D9-7107-6918B552E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8D5668A-ECA4-EEA3-AB8E-D26496557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20373B-4FAE-4861-B80A-18CF162983C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97777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E6D60C6-58CC-7A8D-32F5-AE23BF673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C6FE677-6F70-2538-CA78-7A2EF9CF3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CFCDAAF-B6A8-351B-CAAD-21CA06A74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B700AB-A450-4AAD-9091-1466148AAA3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82136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7D0B2D-A8D5-4F3B-FC4B-0F82D8A4A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B889ED-8A8F-293D-5AD5-967A27B92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D468023-5B4F-0B17-9054-7176B49887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9CF10A-D25A-A17F-8683-09168919C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8924669-39C6-D8F2-6CA6-FC7D57067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74BD02D-D3ED-EAA3-BFCE-5541D296F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6124AC-63B2-488F-9CE2-538F21FABE8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76721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A4C9B1-A93F-E6A4-D346-E27885F38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A23A9F5-27B2-783E-E340-50B64295D6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B4BB2F5-1BF9-5554-D5E6-9D423E7216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1B0212F-3E92-3FF2-9A81-A5F7326BB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5069F68-3C23-AF93-057A-8C5BAF09C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7225176-8EB2-4F95-F736-03BD3810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477C45-6EA1-4A09-A431-98D3F6EB36E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3153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7589BF-6F00-E5D8-E275-480B4FF7C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17CE58C-CCDB-BA53-72B9-DF1E264912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4D6E05-84FA-3D58-89C2-C6941797D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C42796-6A51-FC0A-6388-D0B20FB3C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FD6557-B2B3-2899-3869-5BF5973C7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B0D420-AEB5-46AF-9AF9-785AF9DE50D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42723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49404A0-B790-8607-BFAC-86D6878358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91F7BE8-4874-DBEC-2DE2-ECDB4CDF5C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31CD1F9-DB54-BAA6-0BB7-16C0F2DA3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A84E77-DEB4-9B11-4122-D42A2FA20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08410D3-B24D-7A11-ABDA-BBA1BC210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269B8E-AF3D-4BA7-924E-CE2BB3FFA24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89956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6060850-ADA4-48F8-F70F-5C7AB86F33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3B097D5-4827-85A3-6344-FA16B2B08D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F42C8B1-6A61-341C-3974-9F77846FFBF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CCDCBDB-ECBE-1D0F-7BA6-55BD50E55EB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7E65482-B0DF-1A06-84C3-3C40E9BFCE6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190500A-C263-48D0-80D5-99D000BDD59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E2A59FE-FDA4-00EC-EA21-4565ED534A8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423 - DE TI PRECISO MAIS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F54BA8B-07C5-16DC-01BE-AF5B838078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23012"/>
          </a:xfrm>
        </p:spPr>
        <p:txBody>
          <a:bodyPr/>
          <a:lstStyle/>
          <a:p>
            <a:r>
              <a:rPr lang="pt-BR" altLang="pt-BR" sz="4000"/>
              <a:t>Jesus, preciso mais de amor,</a:t>
            </a:r>
            <a:br>
              <a:rPr lang="pt-BR" altLang="pt-BR" sz="4000"/>
            </a:br>
            <a:r>
              <a:rPr lang="pt-BR" altLang="pt-BR" sz="4000"/>
              <a:t>Reino de Deus, em meu coração;</a:t>
            </a:r>
            <a:br>
              <a:rPr lang="pt-BR" altLang="pt-BR" sz="4000"/>
            </a:br>
            <a:r>
              <a:rPr lang="pt-BR" altLang="pt-BR" sz="4000"/>
              <a:t>Da compaixão Tu és o Senhor;</a:t>
            </a:r>
            <a:br>
              <a:rPr lang="pt-BR" altLang="pt-BR" sz="4000"/>
            </a:br>
            <a:r>
              <a:rPr lang="pt-BR" altLang="pt-BR" sz="4000"/>
              <a:t>De Ti preciso mais. De Ti preciso mais, </a:t>
            </a:r>
            <a:br>
              <a:rPr lang="pt-BR" altLang="pt-BR" sz="4000"/>
            </a:br>
            <a:r>
              <a:rPr lang="pt-BR" altLang="pt-BR" sz="4000"/>
              <a:t>Do Teu amor veraz;</a:t>
            </a:r>
            <a:br>
              <a:rPr lang="pt-BR" altLang="pt-BR" sz="4000"/>
            </a:br>
            <a:r>
              <a:rPr lang="pt-BR" altLang="pt-BR" sz="4000"/>
              <a:t>Sei que estás pronto p'ra me valer,</a:t>
            </a:r>
            <a:br>
              <a:rPr lang="pt-BR" altLang="pt-BR" sz="4000"/>
            </a:br>
            <a:r>
              <a:rPr lang="pt-BR" altLang="pt-BR" sz="4000"/>
              <a:t>De Ti preciso mais!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4B2555ED-7D82-ADD2-E374-712834B7A4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/>
              <a:t>Jesus, preciso mais de poder,</a:t>
            </a:r>
            <a:br>
              <a:rPr lang="pt-BR" altLang="pt-BR"/>
            </a:br>
            <a:r>
              <a:rPr lang="pt-BR" altLang="pt-BR"/>
              <a:t>Dom do eterno Consolador;</a:t>
            </a:r>
            <a:br>
              <a:rPr lang="pt-BR" altLang="pt-BR"/>
            </a:br>
            <a:r>
              <a:rPr lang="pt-BR" altLang="pt-BR"/>
              <a:t>Es o dador que enche meu ser;</a:t>
            </a:r>
            <a:br>
              <a:rPr lang="pt-BR" altLang="pt-BR"/>
            </a:br>
            <a:r>
              <a:rPr lang="pt-BR" altLang="pt-BR"/>
              <a:t>De Ti preciso mais! De Ti preciso mais, </a:t>
            </a:r>
            <a:br>
              <a:rPr lang="pt-BR" altLang="pt-BR"/>
            </a:br>
            <a:r>
              <a:rPr lang="pt-BR" altLang="pt-BR"/>
              <a:t>Do Teu poder veraz,</a:t>
            </a:r>
            <a:br>
              <a:rPr lang="pt-BR" altLang="pt-BR"/>
            </a:br>
            <a:r>
              <a:rPr lang="pt-BR" altLang="pt-BR"/>
              <a:t>Da Tua graça, ó vem me encher,</a:t>
            </a:r>
            <a:br>
              <a:rPr lang="pt-BR" altLang="pt-BR"/>
            </a:br>
            <a:r>
              <a:rPr lang="pt-BR" altLang="pt-BR"/>
              <a:t>De Ti preciso mais!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18028DA-C81C-CB17-533F-ECFAE465FD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23012"/>
          </a:xfrm>
        </p:spPr>
        <p:txBody>
          <a:bodyPr/>
          <a:lstStyle/>
          <a:p>
            <a:r>
              <a:rPr lang="pt-BR" altLang="pt-BR"/>
              <a:t>Jesus, preciso mais Te imitar,</a:t>
            </a:r>
            <a:br>
              <a:rPr lang="pt-BR" altLang="pt-BR"/>
            </a:br>
            <a:r>
              <a:rPr lang="pt-BR" altLang="pt-BR"/>
              <a:t>Com humildade e submissão;</a:t>
            </a:r>
            <a:br>
              <a:rPr lang="pt-BR" altLang="pt-BR"/>
            </a:br>
            <a:r>
              <a:rPr lang="pt-BR" altLang="pt-BR"/>
              <a:t>Tua instrução eu quero guardar,</a:t>
            </a:r>
            <a:br>
              <a:rPr lang="pt-BR" altLang="pt-BR"/>
            </a:br>
            <a:r>
              <a:rPr lang="pt-BR" altLang="pt-BR"/>
              <a:t>De Ti preciso mais, De Ti preciso mais, </a:t>
            </a:r>
            <a:br>
              <a:rPr lang="pt-BR" altLang="pt-BR"/>
            </a:br>
            <a:r>
              <a:rPr lang="pt-BR" altLang="pt-BR"/>
              <a:t>Da graça eficaz,</a:t>
            </a:r>
            <a:br>
              <a:rPr lang="pt-BR" altLang="pt-BR"/>
            </a:br>
            <a:r>
              <a:rPr lang="pt-BR" altLang="pt-BR"/>
              <a:t>Sei que Tu queres m'a conceder,</a:t>
            </a:r>
            <a:br>
              <a:rPr lang="pt-BR" altLang="pt-BR"/>
            </a:br>
            <a:r>
              <a:rPr lang="pt-BR" altLang="pt-BR"/>
              <a:t>De Ti preciso mais!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C1666E4-4627-76B4-5F3B-968C60055F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23012"/>
          </a:xfrm>
        </p:spPr>
        <p:txBody>
          <a:bodyPr/>
          <a:lstStyle/>
          <a:p>
            <a:r>
              <a:rPr lang="pt-BR" altLang="pt-BR"/>
              <a:t>Jesus, preciso mais de ouvir</a:t>
            </a:r>
            <a:br>
              <a:rPr lang="pt-BR" altLang="pt-BR"/>
            </a:br>
            <a:r>
              <a:rPr lang="pt-BR" altLang="pt-BR"/>
              <a:t>No meu silêncio a voz de amor,</a:t>
            </a:r>
            <a:br>
              <a:rPr lang="pt-BR" altLang="pt-BR"/>
            </a:br>
            <a:r>
              <a:rPr lang="pt-BR" altLang="pt-BR"/>
              <a:t>Que dá vigor para eu Te servir,</a:t>
            </a:r>
            <a:br>
              <a:rPr lang="pt-BR" altLang="pt-BR"/>
            </a:br>
            <a:r>
              <a:rPr lang="pt-BR" altLang="pt-BR"/>
              <a:t>De Ti preciso mais. De Ti preciso mais. </a:t>
            </a:r>
            <a:br>
              <a:rPr lang="pt-BR" altLang="pt-BR"/>
            </a:br>
            <a:r>
              <a:rPr lang="pt-BR" altLang="pt-BR"/>
              <a:t>A Tua voz veraz</a:t>
            </a:r>
            <a:br>
              <a:rPr lang="pt-BR" altLang="pt-BR"/>
            </a:br>
            <a:r>
              <a:rPr lang="pt-BR" altLang="pt-BR"/>
              <a:t>No meu silêncio sempre atender, </a:t>
            </a:r>
            <a:br>
              <a:rPr lang="pt-BR" altLang="pt-BR"/>
            </a:br>
            <a:r>
              <a:rPr lang="pt-BR" altLang="pt-BR"/>
              <a:t>De Ti preciso mais!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93B441F-E1EB-3CAF-00E9-F7FE232CF3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23012"/>
          </a:xfrm>
        </p:spPr>
        <p:txBody>
          <a:bodyPr/>
          <a:lstStyle/>
          <a:p>
            <a:r>
              <a:rPr lang="pt-BR" altLang="pt-BR"/>
              <a:t>Jesus, preciso mais comunhão, </a:t>
            </a:r>
            <a:br>
              <a:rPr lang="pt-BR" altLang="pt-BR"/>
            </a:br>
            <a:r>
              <a:rPr lang="pt-BR" altLang="pt-BR"/>
              <a:t>Contigo estar em santo Tabor; </a:t>
            </a:r>
            <a:br>
              <a:rPr lang="pt-BR" altLang="pt-BR"/>
            </a:br>
            <a:r>
              <a:rPr lang="pt-BR" altLang="pt-BR"/>
              <a:t>E esplendor, transfiguração;</a:t>
            </a:r>
            <a:br>
              <a:rPr lang="pt-BR" altLang="pt-BR"/>
            </a:br>
            <a:r>
              <a:rPr lang="pt-BR" altLang="pt-BR"/>
              <a:t>De Ti preciso mais. De Ti preciso mais, </a:t>
            </a:r>
            <a:br>
              <a:rPr lang="pt-BR" altLang="pt-BR"/>
            </a:br>
            <a:r>
              <a:rPr lang="pt-BR" altLang="pt-BR"/>
              <a:t>Transformação veraz;</a:t>
            </a:r>
            <a:br>
              <a:rPr lang="pt-BR" altLang="pt-BR"/>
            </a:br>
            <a:r>
              <a:rPr lang="pt-BR" altLang="pt-BR"/>
              <a:t>A Tua face eu quero ter, De Ti preciso mais!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267</Words>
  <Application>Microsoft Office PowerPoint</Application>
  <PresentationFormat>Apresentação na tela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8" baseType="lpstr">
      <vt:lpstr>Arial</vt:lpstr>
      <vt:lpstr>Design padrão</vt:lpstr>
      <vt:lpstr>423 - DE TI PRECISO MAIS</vt:lpstr>
      <vt:lpstr>Jesus, preciso mais de amor, Reino de Deus, em meu coração; Da compaixão Tu és o Senhor; De Ti preciso mais. De Ti preciso mais,  Do Teu amor veraz; Sei que estás pronto p'ra me valer, De Ti preciso mais! </vt:lpstr>
      <vt:lpstr>Jesus, preciso mais de poder, Dom do eterno Consolador; Es o dador que enche meu ser; De Ti preciso mais! De Ti preciso mais,  Do Teu poder veraz, Da Tua graça, ó vem me encher, De Ti preciso mais! </vt:lpstr>
      <vt:lpstr>Jesus, preciso mais Te imitar, Com humildade e submissão; Tua instrução eu quero guardar, De Ti preciso mais, De Ti preciso mais,  Da graça eficaz, Sei que Tu queres m'a conceder, De Ti preciso mais! </vt:lpstr>
      <vt:lpstr>Jesus, preciso mais de ouvir No meu silêncio a voz de amor, Que dá vigor para eu Te servir, De Ti preciso mais. De Ti preciso mais.  A Tua voz veraz No meu silêncio sempre atender,  De Ti preciso mais! </vt:lpstr>
      <vt:lpstr>Jesus, preciso mais comunhão,  Contigo estar em santo Tabor;  E esplendor, transfiguração; De Ti preciso mais. De Ti preciso mais,  Transformação veraz; A Tua face eu quero ter, De Ti preciso mais!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423 - DE TI PRECISO MAIS</dc:title>
  <dc:creator>Montagna</dc:creator>
  <cp:lastModifiedBy>Emerson Souza</cp:lastModifiedBy>
  <cp:revision>1</cp:revision>
  <dcterms:created xsi:type="dcterms:W3CDTF">2005-10-21T13:15:08Z</dcterms:created>
  <dcterms:modified xsi:type="dcterms:W3CDTF">2026-05-02T22:12:14Z</dcterms:modified>
</cp:coreProperties>
</file>