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48636-7798-7AE2-FF43-6EF079964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E24BB2-40C8-9477-D390-6AF0E87F5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66CE2-A55A-7CF4-B962-2C819265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161524-6070-8453-82CA-B5C1FBF0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6AB9A8-D77A-21E2-B579-61EC87C9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AA118-3F6C-446F-9980-1C8D568A94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8432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8FA96-5A5F-938F-0BEF-519B792D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CD02B-0467-04E7-756E-36F5835C1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0DA464-39FA-0251-DA05-45B45A1B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FAC7BA-C7AD-B8AE-060D-84B62480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9E7B92-60E3-5D01-E296-354888D6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5A6857-DE68-438D-99C5-76737A5720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910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233F7-1E7E-13A5-EE67-C8505E7B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910EE8-AEC8-716A-5661-EF27EC5B6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E60F12-0AAB-1CB5-B34E-84C6E858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F81577-53BB-420D-7AC3-9E27DD80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7A0A0-0D60-0D2F-BF8C-FAFC8EEB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32529F-BF4F-4EB2-909B-B035256D1F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475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5015A-4DCE-C80D-C288-554D67B4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3AD17A-4E77-9CCA-F2D7-72FA396A4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3C12A8-AB5D-D8A2-278C-E2875A788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B5F771-7048-4CB1-885B-5EE36C39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080889-E32B-085E-1094-68C87735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F8149B-647E-FE31-F942-22216332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8BE573-B4D5-40CD-A977-6E81AB7876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539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2D2CA-227E-2D6A-477B-0B2B274A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9E07DB-4B75-A92D-4617-CA3F9371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8DF42B-8E44-5A66-8F63-55891BB9D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44EE0C7-0CD9-3B7A-3CC3-D705DF597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E39BC7-6A9A-5C0B-ECA9-34C0E0E57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7D0296-5F79-BB54-28FB-87DA881E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57FD35-2D4D-50DA-6452-F5C02DF1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1C74E0-A021-6B28-BBEF-8AAD1909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F893BB-0B7F-4D0C-BB9E-597624681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48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08635-BB0E-0E52-77D6-985693EE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BF241D9-F936-6804-D378-FEAE7DDC8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6F4F40-C039-AB2C-F29D-826FAB827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6A0635-C576-E32C-4188-B1A6413C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DE919C-AA26-4179-A596-2D19CEF368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158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C40A4A2-F0F9-6983-1B34-1E6F418F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FA1C42-89E3-3D7A-0D03-E7599738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B79021-3D4C-B7E5-D29D-63E4E13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00430-FB29-4CFF-89A5-92C6FA74F7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462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89233-8F00-EDE4-020C-BEBC4429C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BA78CD-514B-70DE-33FE-CA721AB9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2D4224-4879-AE75-E5C6-A269EC026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C06DBE-A7B3-351A-D1AD-73A9943F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71D8CC-E79F-CFAF-3845-FA45E228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D435A1-DB79-CC7B-C260-06C4927D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003E09-C317-4E0B-AEE8-D2E4EE8D3A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142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54BAA-938D-CAE6-EC86-59030AB5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2E6A3B-D1A0-4A47-5E72-8EAFE5B69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BD9134-3CB6-FA5B-8C36-D251D293B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4CFA73-14E8-828F-F958-D867E485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ED4782-5FD3-88DD-3DAA-EBFC037D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1F712E-4F15-1E3F-5155-6A5DE98C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2C11A-22FD-43C7-82A0-6FF2391B4D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677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8BAD4-E102-CF92-DD6D-D97F28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BD79CE-5C10-D878-5C7A-40060D787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B045DF-ABA7-C4BD-23A7-71D20081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719BC3-79A9-EAE3-489D-09565B988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5D63DC-F318-88E5-C40A-DB8F72E5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5E813F-91FA-480C-8D31-33A47D49C7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375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9FD45D-A28C-3307-8206-364AB281D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B5B65B-1778-8414-F361-658877CA2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F3C4CC-8FBD-5C15-A2C0-F9C301C6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E121C1-BE77-3EC8-354F-01372044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E7A981-81F3-77B1-F1CD-437CEB8E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C9347-4FFD-45B1-8F23-330347279B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315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2BE416-2A57-C652-85A3-7E3F2AC7E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B3D062D-2327-D12F-B859-E26CC76D96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1F21022-8209-E4C1-A4ED-360997D5B8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C8D24B-ED5A-34E2-724B-1FEED669453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A07BB85-9D7F-EFE1-F19B-2FBFC97C33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7AF62BA-5C18-4C8A-A68A-0CD7F293DB7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49E2EC-B6B9-6A81-57E2-F794E36A0E6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465 – Ele Sofreu por mim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7614DA6-180C-E87F-E95E-A70D803558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EBEE5C4-7357-3790-B432-7B22AE030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Eu li que Jesus fora preso; </a:t>
            </a:r>
            <a:br>
              <a:rPr lang="en-US" altLang="pt-BR" sz="4000" i="1"/>
            </a:br>
            <a:r>
              <a:rPr lang="en-US" altLang="pt-BR" sz="4000" i="1"/>
              <a:t>De dor a minh'alma vibrou; </a:t>
            </a:r>
            <a:br>
              <a:rPr lang="en-US" altLang="pt-BR" sz="4000" i="1"/>
            </a:br>
            <a:r>
              <a:rPr lang="en-US" altLang="pt-BR" sz="4000" i="1"/>
              <a:t>Eu antes assim não sentia,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Agora isto a mim empolgou, </a:t>
            </a:r>
            <a:br>
              <a:rPr lang="en-US" altLang="pt-BR" sz="4000" i="1"/>
            </a:br>
            <a:r>
              <a:rPr lang="en-US" altLang="pt-BR" sz="4000" i="1"/>
              <a:t>Eu li que Ele foi conduzido </a:t>
            </a:r>
            <a:br>
              <a:rPr lang="en-US" altLang="pt-BR" sz="4000" i="1"/>
            </a:br>
            <a:r>
              <a:rPr lang="en-US" altLang="pt-BR" sz="4000" i="1"/>
              <a:t>À corte de Jerusalém;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Ali padeceu grande afronta. </a:t>
            </a:r>
            <a:br>
              <a:rPr lang="en-US" altLang="pt-BR" sz="4000" i="1"/>
            </a:br>
            <a:r>
              <a:rPr lang="en-US" altLang="pt-BR" sz="4000" i="1"/>
              <a:t>Foi c'roado de espinhos também.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464C8CB-5F73-F04F-41FD-810D35A58B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Eu sei que eu era culpado,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Ele sofreu já por mim;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sei que Ele era inocente,</a:t>
            </a:r>
            <a:r>
              <a:rPr lang="en-US" altLang="pt-BR" sz="4000" i="1"/>
              <a:t> </a:t>
            </a:r>
            <a:r>
              <a:rPr lang="en-US" altLang="pt-BR" sz="4000" b="1" i="1"/>
              <a:t>Padecendo tudo assim.</a:t>
            </a:r>
            <a:r>
              <a:rPr lang="en-US" altLang="pt-BR" sz="4000" i="1"/>
              <a:t>  </a:t>
            </a:r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7F58F21-4191-0D2B-F717-61FD587C7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/>
              <a:t>Eu li que Jesus foi julgado; </a:t>
            </a:r>
            <a:br>
              <a:rPr lang="en-US" altLang="pt-BR" sz="4000"/>
            </a:br>
            <a:r>
              <a:rPr lang="en-US" altLang="pt-BR" sz="4000"/>
              <a:t>Uma cruz mui pesada levou, </a:t>
            </a:r>
            <a:br>
              <a:rPr lang="en-US" altLang="pt-BR" sz="4000"/>
            </a:br>
            <a:r>
              <a:rPr lang="en-US" altLang="pt-BR" sz="4000"/>
              <a:t>E nela, por mim expirando, </a:t>
            </a:r>
            <a:br>
              <a:rPr lang="en-US" altLang="pt-BR" sz="4000"/>
            </a:br>
            <a:r>
              <a:rPr lang="en-US" altLang="pt-BR" sz="4000"/>
              <a:t>Os meus vis pecados tomou; </a:t>
            </a:r>
            <a:br>
              <a:rPr lang="en-US" altLang="pt-BR" sz="4000"/>
            </a:br>
            <a:r>
              <a:rPr lang="en-US" altLang="pt-BR" sz="4000"/>
              <a:t>Enquanto na cruz, pendurado, </a:t>
            </a:r>
            <a:br>
              <a:rPr lang="en-US" altLang="pt-BR" sz="4000"/>
            </a:br>
            <a:r>
              <a:rPr lang="en-US" altLang="pt-BR" sz="4000"/>
              <a:t>Uma lança Seu lado furou; </a:t>
            </a:r>
            <a:br>
              <a:rPr lang="en-US" altLang="pt-BR" sz="4000"/>
            </a:br>
            <a:r>
              <a:rPr lang="en-US" altLang="pt-BR" sz="4000"/>
              <a:t>Na esponja Lhe deram vinagre, </a:t>
            </a:r>
            <a:br>
              <a:rPr lang="en-US" altLang="pt-BR" sz="4000"/>
            </a:br>
            <a:r>
              <a:rPr lang="en-US" altLang="pt-BR" sz="4000"/>
              <a:t>E Ele, por mim, o tragou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17FB5E3-B196-BBBE-90E3-AA09376D7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Eu sei que eu era culpado,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Ele sofreu já por mim;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sei que Ele era inocente,</a:t>
            </a:r>
            <a:r>
              <a:rPr lang="en-US" altLang="pt-BR" sz="4000" i="1"/>
              <a:t> </a:t>
            </a:r>
            <a:r>
              <a:rPr lang="en-US" altLang="pt-BR" sz="4000" b="1" i="1"/>
              <a:t>Padecendo tudo assim.</a:t>
            </a:r>
            <a:r>
              <a:rPr lang="en-US" altLang="pt-BR" sz="4000" i="1"/>
              <a:t>  </a:t>
            </a:r>
            <a:endParaRPr lang="en-US" altLang="pt-BR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B301AF9-0C81-7D63-A2B4-19C1B8FC6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/>
              <a:t>Depois José de Arimatéia </a:t>
            </a:r>
            <a:br>
              <a:rPr lang="en-US" altLang="pt-BR" sz="4000"/>
            </a:br>
            <a:r>
              <a:rPr lang="en-US" altLang="pt-BR" sz="4000"/>
              <a:t>E outros discípulos também </a:t>
            </a:r>
            <a:br>
              <a:rPr lang="en-US" altLang="pt-BR" sz="4000"/>
            </a:br>
            <a:r>
              <a:rPr lang="en-US" altLang="pt-BR" sz="4000"/>
              <a:t>Puseram-No, em um sepulcro, </a:t>
            </a:r>
            <a:br>
              <a:rPr lang="en-US" altLang="pt-BR" sz="4000"/>
            </a:br>
            <a:r>
              <a:rPr lang="en-US" altLang="pt-BR" sz="4000"/>
              <a:t>E os guardas vigiavam bem: </a:t>
            </a:r>
            <a:br>
              <a:rPr lang="en-US" altLang="pt-BR" sz="4000"/>
            </a:br>
            <a:r>
              <a:rPr lang="en-US" altLang="pt-BR" sz="4000"/>
              <a:t>Enquanto no mundo, Ele disse, </a:t>
            </a:r>
            <a:br>
              <a:rPr lang="en-US" altLang="pt-BR" sz="4000"/>
            </a:br>
            <a:r>
              <a:rPr lang="en-US" altLang="pt-BR" sz="4000"/>
              <a:t>Que havia de ressuscitar, </a:t>
            </a:r>
            <a:br>
              <a:rPr lang="en-US" altLang="pt-BR" sz="4000"/>
            </a:br>
            <a:r>
              <a:rPr lang="en-US" altLang="pt-BR" sz="4000"/>
              <a:t>E Deus fez então um milagre. Fazendo-O dos mortos tornar!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EF10570-4C2C-AA25-05FE-A07B89A77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Eu sei que eu era culpado,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Ele sofreu já por mim;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sei que Ele era inocente,</a:t>
            </a:r>
            <a:r>
              <a:rPr lang="en-US" altLang="pt-BR" sz="4000" i="1"/>
              <a:t> </a:t>
            </a:r>
            <a:r>
              <a:rPr lang="en-US" altLang="pt-BR" sz="4000" b="1" i="1"/>
              <a:t>Padecendo tudo assim.</a:t>
            </a:r>
            <a:r>
              <a:rPr lang="en-US" altLang="pt-BR" sz="4000" i="1"/>
              <a:t>  </a:t>
            </a:r>
            <a:endParaRPr lang="en-US" altLang="pt-BR"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1F5107E-77F0-50AF-F89F-C0A3C7429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/>
              <a:t>Os guardas ainda vigiavam, </a:t>
            </a:r>
            <a:br>
              <a:rPr lang="en-US" altLang="pt-BR" sz="4000"/>
            </a:br>
            <a:r>
              <a:rPr lang="en-US" altLang="pt-BR" sz="4000"/>
              <a:t>Quando um anjo veio do céu, </a:t>
            </a:r>
            <a:br>
              <a:rPr lang="en-US" altLang="pt-BR" sz="4000"/>
            </a:br>
            <a:r>
              <a:rPr lang="en-US" altLang="pt-BR" sz="4000"/>
              <a:t>E a pedra que estava na porta, </a:t>
            </a:r>
            <a:br>
              <a:rPr lang="en-US" altLang="pt-BR" sz="4000"/>
            </a:br>
            <a:r>
              <a:rPr lang="en-US" altLang="pt-BR" sz="4000"/>
              <a:t>Com grande poder removeu; </a:t>
            </a:r>
            <a:br>
              <a:rPr lang="en-US" altLang="pt-BR" sz="4000"/>
            </a:br>
            <a:r>
              <a:rPr lang="en-US" altLang="pt-BR" sz="4000"/>
              <a:t>Depressa os laços caíram; </a:t>
            </a:r>
            <a:br>
              <a:rPr lang="en-US" altLang="pt-BR" sz="4000"/>
            </a:br>
            <a:r>
              <a:rPr lang="en-US" altLang="pt-BR" sz="4000"/>
              <a:t>O plano de Deus era assim; </a:t>
            </a:r>
            <a:br>
              <a:rPr lang="en-US" altLang="pt-BR" sz="4000"/>
            </a:br>
            <a:r>
              <a:rPr lang="en-US" altLang="pt-BR" sz="4000"/>
              <a:t>E a luz e a vida resplendem, </a:t>
            </a:r>
            <a:br>
              <a:rPr lang="en-US" altLang="pt-BR" sz="4000"/>
            </a:br>
            <a:r>
              <a:rPr lang="en-US" altLang="pt-BR" sz="4000"/>
              <a:t>E isto foi tudo por mim!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F4F9CBD-948D-4B0F-363B-558F9712E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Eu sei que eu era culpado,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Ele sofreu já por mim;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sei que Ele era inocente,</a:t>
            </a:r>
            <a:r>
              <a:rPr lang="en-US" altLang="pt-BR" sz="4000" i="1"/>
              <a:t> </a:t>
            </a:r>
            <a:r>
              <a:rPr lang="en-US" altLang="pt-BR" sz="4000" b="1" i="1"/>
              <a:t>Padecendo tudo assim.</a:t>
            </a:r>
            <a:r>
              <a:rPr lang="en-US" altLang="pt-BR" sz="4000" i="1"/>
              <a:t>  </a:t>
            </a: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465 – Ele Sofreu por mim </vt:lpstr>
      <vt:lpstr>Eu li que Jesus fora preso;  De dor a minh'alma vibrou;  Eu antes assim não sentia,  Agora isto a mim empolgou,  Eu li que Ele foi conduzido  À corte de Jerusalém;  Ali padeceu grande afronta.  Foi c'roado de espinhos também.  </vt:lpstr>
      <vt:lpstr>Eu sei que eu era culpado,  Mas Ele sofreu já por mim;  Eu sei que Ele era inocente, Padecendo tudo assim.  </vt:lpstr>
      <vt:lpstr>Eu li que Jesus foi julgado;  Uma cruz mui pesada levou,  E nela, por mim expirando,  Os meus vis pecados tomou;  Enquanto na cruz, pendurado,  Uma lança Seu lado furou;  Na esponja Lhe deram vinagre,  E Ele, por mim, o tragou</vt:lpstr>
      <vt:lpstr>Eu sei que eu era culpado,  Mas Ele sofreu já por mim;  Eu sei que Ele era inocente, Padecendo tudo assim.  </vt:lpstr>
      <vt:lpstr>Depois José de Arimatéia  E outros discípulos também  Puseram-No, em um sepulcro,  E os guardas vigiavam bem:  Enquanto no mundo, Ele disse,  Que havia de ressuscitar,  E Deus fez então um milagre. Fazendo-O dos mortos tornar!  </vt:lpstr>
      <vt:lpstr>Eu sei que eu era culpado,  Mas Ele sofreu já por mim;  Eu sei que Ele era inocente, Padecendo tudo assim.  </vt:lpstr>
      <vt:lpstr>Os guardas ainda vigiavam,  Quando um anjo veio do céu,  E a pedra que estava na porta,  Com grande poder removeu;  Depressa os laços caíram;  O plano de Deus era assim;  E a luz e a vida resplendem,  E isto foi tudo por mim!</vt:lpstr>
      <vt:lpstr>Eu sei que eu era culpado,  Mas Ele sofreu já por mim;  Eu sei que Ele era inocente, Padecendo tudo assim.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465 – Ele Sofreu por mim </dc:title>
  <dc:creator>Junior</dc:creator>
  <cp:lastModifiedBy>Emerson Souza</cp:lastModifiedBy>
  <cp:revision>1</cp:revision>
  <dcterms:created xsi:type="dcterms:W3CDTF">2005-12-26T18:09:42Z</dcterms:created>
  <dcterms:modified xsi:type="dcterms:W3CDTF">2026-05-02T22:15:57Z</dcterms:modified>
</cp:coreProperties>
</file>