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42510-FD90-4B70-B41E-1981F7A03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DE4712-DAAC-A08D-FC90-FBA9630D6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EAA7AC-FCA0-A48E-B66F-880FEBC7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4B3604-CFF8-174B-B511-A3C15FBC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9EBB78-FDFD-966E-A567-B5ECC67C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4693E-6A14-422A-A4B1-5D1A03E9A8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341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4354E-09F9-74C9-9BAB-EC09B569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B832AC-7927-97D5-E36B-C3EBCE3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BF2A2-11DF-0CC4-7DEC-0A00D62A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D1A9A6-9A5A-9A0C-074A-C4C8E897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0F73FD-8271-99DB-FF87-99D15AE8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E302C-60E4-48A3-8F00-495D279C56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668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96CE1-D4FF-7012-804A-9DD08E72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EDDFA3-14C0-78D2-9C4E-4653E1AB1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F24A6F-2B3E-950B-1617-2ACDB13C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409FE7-2C6F-60F1-3575-9E9C1E118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1F4C12-BBE7-A2A3-9838-6CE488B0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8C034F-4F77-4D8C-8CC5-570226BDD6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151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4E7BB-499C-02B6-1CCA-AEAE1730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C640D4-CF5C-FE75-B8CA-D6B071891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781F78-8375-3AB6-DAE5-A869E0352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99389E-4CE9-C2CE-51AE-9895469B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02BEA2-42DE-F8F5-48CC-289C9BC7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5643B2-09D1-B42A-BA5A-5C260AE5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B72A06-944E-43F4-AD46-6BAAD326BB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060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41E1C-F306-6FAC-D3C5-F76484B7D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4AC636-A3F2-E52F-BEE3-9CEF07557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F2810-B9BC-704A-B3A1-88982A008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62B2A4-84A3-FDB6-04C2-3EB91C164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EAAF8B-9F39-71FF-BB67-76C7BD2FA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E67A08-8421-6154-678B-59F49976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E9C309-B6C6-3020-3029-EA1C46CF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AABEC5-0DB6-9345-C955-2233C0FC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362F7-7BDF-4AFB-B0E2-F6FDAE199C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60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FA56B-0C20-8EFE-A04C-44FE16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D68CB4-6027-6023-BC29-565B2E85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7F3DE5-8335-FB6D-01BA-9DC50093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D5E8C9-8B6A-5BB3-7650-A1921DFB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E271CE-FB59-4C66-9299-DAB60AB8D8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093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DB74D6-9332-26C6-D387-E839221E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118550-028E-DF16-9FA2-61A1CABC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D6298E-11D7-E94C-FC5A-A8ACD4C1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15A97A-2511-462A-8084-4992268900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91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B596E-83D6-51A7-67DC-31924797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2D6963-7A93-7B08-EE1C-2BFEC3EA8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D74143-C16B-A77B-D113-9E2ADA841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8B6455-A364-F447-38EA-D657CC4A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BB34AA-9D8F-E5D7-6BA8-67122EB1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D9B78E-A370-D3D9-43B3-98FBD9BE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ABFFE-5B95-4EEA-AF1D-BE8313F050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870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4E541-58F4-EE17-F75E-8F12D8C1E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21D18F-A74E-9C4D-AE5F-6501BB33F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7BD448-FD40-07F3-89AB-EE2FC275D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FE2666-C3C5-0C49-2D7B-594026F9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A6A4D3-1ECC-EF31-0842-0F0F80B1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054F49-D84C-A61F-43B8-9C91FC1C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2A2C1E-E0CA-492C-941B-124140DBA5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037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1860E-534F-DE12-D273-35DA6477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6E0211-9849-FA91-3F76-C0AEDAD3D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34B872-37BD-ADDD-BB29-A3AC583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5206C5-21AA-CF0D-9775-B6D3A5FC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1C7AA0-B8F4-BBFB-30DF-3A892BF0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3EA14E-9910-43C2-8089-1FD647C597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508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7B691A-55FF-6F48-EC5E-F9333E942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50083-6C4F-071D-C8F7-270FEBDD0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D4BCBA-056B-4041-C330-D28B3165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56D33F-CDC3-9822-8DD7-CAEBB3D6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F5C408-979C-0E81-19C3-D54B6813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32D30-6795-4B6A-AC50-F0E5CC645B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030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9C4DAB-4458-16A4-3B0B-BBDCF1CB0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57EC71-C26A-B158-AE32-2EEB830B3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969E04-157D-6C54-1C8C-A0ACBB8EB3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B90F104-3EC9-380D-99C1-7090ECE801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1CB285-8F74-5643-CE0C-DC62EFDED1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73ED60D-9562-4C87-90A0-7D8EBCD5297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F46B2A-F615-25E6-265E-7B3931A817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202</a:t>
            </a:r>
            <a:br>
              <a:rPr lang="en-US" altLang="pt-BR" sz="4000" b="1"/>
            </a:br>
            <a:r>
              <a:rPr lang="en-US" altLang="pt-BR" sz="4000" b="1"/>
              <a:t>LUGAR DE DELÍCIAS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158FEA4-341B-44A9-B3C1-E1527CE450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794E244-9323-9F00-E5E0-2389D118C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Junto ao trono de Deus preparado </a:t>
            </a:r>
            <a:br>
              <a:rPr lang="en-US" altLang="pt-BR" sz="4000" i="1"/>
            </a:br>
            <a:r>
              <a:rPr lang="en-US" altLang="pt-BR" sz="4000" i="1"/>
              <a:t>Há, cristão, um lugar para ti; </a:t>
            </a:r>
            <a:br>
              <a:rPr lang="en-US" altLang="pt-BR" sz="4000" i="1"/>
            </a:br>
            <a:r>
              <a:rPr lang="en-US" altLang="pt-BR" sz="4000" i="1"/>
              <a:t>Há perfumes, há gozo exaltado. </a:t>
            </a:r>
            <a:br>
              <a:rPr lang="en-US" altLang="pt-BR" sz="4000" i="1"/>
            </a:br>
            <a:r>
              <a:rPr lang="en-US" altLang="pt-BR" sz="4000" i="1"/>
              <a:t>Há delicias profusas ali; </a:t>
            </a:r>
            <a:br>
              <a:rPr lang="en-US" altLang="pt-BR" sz="4000" i="1"/>
            </a:br>
            <a:r>
              <a:rPr lang="en-US" altLang="pt-BR" sz="4000" i="1"/>
              <a:t>Sim, ali; sim, ali, </a:t>
            </a:r>
            <a:br>
              <a:rPr lang="en-US" altLang="pt-BR" sz="4000" i="1"/>
            </a:br>
            <a:r>
              <a:rPr lang="en-US" altLang="pt-BR" sz="4000" i="1"/>
              <a:t>De Seus anjos fiéis rodeado, </a:t>
            </a:r>
            <a:br>
              <a:rPr lang="en-US" altLang="pt-BR" sz="4000" i="1"/>
            </a:br>
            <a:r>
              <a:rPr lang="en-US" altLang="pt-BR" sz="4000" i="1"/>
              <a:t>Numa esfera de glória e de luz, </a:t>
            </a:r>
            <a:br>
              <a:rPr lang="en-US" altLang="pt-BR" sz="4000" i="1"/>
            </a:br>
            <a:r>
              <a:rPr lang="en-US" altLang="pt-BR" sz="4000" i="1"/>
              <a:t>Junto a Deus nos espera Jesus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0B972A5-1CF8-E170-5117-35B05C2DC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Os encantos da terra não podem </a:t>
            </a:r>
            <a:br>
              <a:rPr lang="en-US" altLang="pt-BR" sz="4000" i="1"/>
            </a:br>
            <a:r>
              <a:rPr lang="en-US" altLang="pt-BR" sz="4000" i="1"/>
              <a:t>Dar idéia do gozo dali; </a:t>
            </a:r>
            <a:br>
              <a:rPr lang="en-US" altLang="pt-BR" sz="4000" i="1"/>
            </a:br>
            <a:r>
              <a:rPr lang="en-US" altLang="pt-BR" sz="4000" i="1"/>
              <a:t>Se na terra os prazeres acodem, </a:t>
            </a:r>
            <a:br>
              <a:rPr lang="en-US" altLang="pt-BR" sz="4000" i="1"/>
            </a:br>
            <a:r>
              <a:rPr lang="en-US" altLang="pt-BR" sz="4000" i="1"/>
              <a:t>São prazeres que acabam-se aqui; Mas ali, mal ali </a:t>
            </a:r>
            <a:br>
              <a:rPr lang="en-US" altLang="pt-BR" sz="4000" i="1"/>
            </a:br>
            <a:r>
              <a:rPr lang="en-US" altLang="pt-BR" sz="4000" i="1"/>
              <a:t>As venturas eternas concorrem </a:t>
            </a:r>
            <a:br>
              <a:rPr lang="en-US" altLang="pt-BR" sz="4000" i="1"/>
            </a:br>
            <a:r>
              <a:rPr lang="en-US" altLang="pt-BR" sz="4000" i="1"/>
              <a:t>Co'a existência perpétua da luz, </a:t>
            </a:r>
            <a:br>
              <a:rPr lang="en-US" altLang="pt-BR" sz="4000" i="1"/>
            </a:br>
            <a:r>
              <a:rPr lang="en-US" altLang="pt-BR" sz="4000" i="1"/>
              <a:t>A tornar-nos felizes com Jesus.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DBA9C9E-5FB2-A44F-A38D-104F9B1B1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Conservemos em nossa lembrança, </a:t>
            </a:r>
            <a:br>
              <a:rPr lang="en-US" altLang="pt-BR" sz="4000" i="1"/>
            </a:br>
            <a:r>
              <a:rPr lang="en-US" altLang="pt-BR" sz="4000" i="1"/>
              <a:t>As riquezas do lindo país, </a:t>
            </a:r>
            <a:br>
              <a:rPr lang="en-US" altLang="pt-BR" sz="4000" i="1"/>
            </a:br>
            <a:r>
              <a:rPr lang="en-US" altLang="pt-BR" sz="4000" i="1"/>
              <a:t>E guardemos conosco a esperança, </a:t>
            </a:r>
            <a:br>
              <a:rPr lang="en-US" altLang="pt-BR" sz="4000" i="1"/>
            </a:br>
            <a:r>
              <a:rPr lang="en-US" altLang="pt-BR" sz="4000" i="1"/>
              <a:t>De uma vida melhor, mais feliz; </a:t>
            </a:r>
            <a:br>
              <a:rPr lang="en-US" altLang="pt-BR" sz="4000" i="1"/>
            </a:br>
            <a:r>
              <a:rPr lang="en-US" altLang="pt-BR" sz="4000" i="1"/>
              <a:t>Pois dali, pois dali </a:t>
            </a:r>
            <a:br>
              <a:rPr lang="en-US" altLang="pt-BR" sz="4000" i="1"/>
            </a:br>
            <a:r>
              <a:rPr lang="en-US" altLang="pt-BR" sz="4000" i="1"/>
              <a:t>Uma voz verdadeira não cansa </a:t>
            </a:r>
            <a:br>
              <a:rPr lang="en-US" altLang="pt-BR" sz="4000" i="1"/>
            </a:br>
            <a:r>
              <a:rPr lang="en-US" altLang="pt-BR" sz="4000" i="1"/>
              <a:t>De oferecer-nos do reino da luz, </a:t>
            </a:r>
            <a:br>
              <a:rPr lang="en-US" altLang="pt-BR" sz="4000" i="1"/>
            </a:br>
            <a:r>
              <a:rPr lang="en-US" altLang="pt-BR" sz="4000" i="1"/>
              <a:t>O amor protetor de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472CDF6-B95F-08C5-1C66-81C332948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Se quisermos gozar da ventura </a:t>
            </a:r>
            <a:br>
              <a:rPr lang="en-US" altLang="pt-BR" sz="4000" i="1"/>
            </a:br>
            <a:r>
              <a:rPr lang="en-US" altLang="pt-BR" sz="4000" i="1"/>
              <a:t>Que no belo país haverá, </a:t>
            </a:r>
            <a:br>
              <a:rPr lang="en-US" altLang="pt-BR" sz="4000" i="1"/>
            </a:br>
            <a:r>
              <a:rPr lang="en-US" altLang="pt-BR" sz="4000" i="1"/>
              <a:t>É somente pedir da alma pura, </a:t>
            </a:r>
            <a:br>
              <a:rPr lang="en-US" altLang="pt-BR" sz="4000" i="1"/>
            </a:br>
            <a:r>
              <a:rPr lang="en-US" altLang="pt-BR" sz="4000" i="1"/>
              <a:t>Que de graça Jesus nos dará. </a:t>
            </a:r>
            <a:br>
              <a:rPr lang="en-US" altLang="pt-BR" sz="4000" i="1"/>
            </a:br>
            <a:r>
              <a:rPr lang="en-US" altLang="pt-BR" sz="4000" i="1"/>
              <a:t>Pois dali, pois dali </a:t>
            </a:r>
            <a:br>
              <a:rPr lang="en-US" altLang="pt-BR" sz="4000" i="1"/>
            </a:br>
            <a:r>
              <a:rPr lang="en-US" altLang="pt-BR" sz="4000" i="1"/>
              <a:t>Todo cheio de amor, da ternura, </a:t>
            </a:r>
            <a:br>
              <a:rPr lang="en-US" altLang="pt-BR" sz="4000" i="1"/>
            </a:br>
            <a:r>
              <a:rPr lang="en-US" altLang="pt-BR" sz="4000" i="1"/>
              <a:t>Desse amor que mostrou-nos na cruz, Nos escuta, nos ouve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202 LUGAR DE DELÍCIAS </vt:lpstr>
      <vt:lpstr>Junto ao trono de Deus preparado  Há, cristão, um lugar para ti;  Há perfumes, há gozo exaltado.  Há delicias profusas ali;  Sim, ali; sim, ali,  De Seus anjos fiéis rodeado,  Numa esfera de glória e de luz,  Junto a Deus nos espera Jesus </vt:lpstr>
      <vt:lpstr>Os encantos da terra não podem  Dar idéia do gozo dali;  Se na terra os prazeres acodem,  São prazeres que acabam-se aqui; Mas ali, mal ali  As venturas eternas concorrem  Co'a existência perpétua da luz,  A tornar-nos felizes com Jesus.   </vt:lpstr>
      <vt:lpstr>Conservemos em nossa lembrança,  As riquezas do lindo país,  E guardemos conosco a esperança,  De uma vida melhor, mais feliz;  Pois dali, pois dali  Uma voz verdadeira não cansa  De oferecer-nos do reino da luz,  O amor protetor de Jesus. </vt:lpstr>
      <vt:lpstr>Se quisermos gozar da ventura  Que no belo país haverá,  É somente pedir da alma pura,  Que de graça Jesus nos dará.  Pois dali, pois dali  Todo cheio de amor, da ternura,  Desse amor que mostrou-nos na cruz, Nos escuta, nos ouve Jesus.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 LUGAR DE DELÍCIAS </dc:title>
  <dc:creator>Junior</dc:creator>
  <cp:lastModifiedBy>Emerson Souza</cp:lastModifiedBy>
  <cp:revision>1</cp:revision>
  <dcterms:created xsi:type="dcterms:W3CDTF">2005-12-23T18:55:19Z</dcterms:created>
  <dcterms:modified xsi:type="dcterms:W3CDTF">2026-05-02T21:53:42Z</dcterms:modified>
</cp:coreProperties>
</file>