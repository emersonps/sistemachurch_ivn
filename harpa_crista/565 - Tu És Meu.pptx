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ABB5A-9732-38B3-55D3-854F6040C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DEB7C8-0B74-B8A1-C8CF-8119F8C5F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731AFB-E0F1-C8B3-BAA7-4AE4F906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A1D0F-D21D-4DE5-6ECF-DBAE4ACA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877BD-3B22-E4E8-A26B-210BEA18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06CB8-3EA8-4C0A-9BC6-A87D71C0FE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89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34660-C082-2123-EBE8-5757FE67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78A31-FF8F-CA71-30C0-DD060B6C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11D34-C73A-D3EB-04A4-75E5FBD0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C8F9D5-3B9E-A5C0-F81F-9ECF7876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49ADD8-E8C8-33F4-4448-46B10B10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8ECEA-0DBD-46EE-84C1-1D0FB3543D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914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C0B8F-A062-37FD-F0F9-165384B7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B50F3-57AA-3BE9-7F57-270775969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4EF481-9DCA-811C-E6DA-403CC8C6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84966D-EB84-59A0-B837-5CA46DA6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DEC48E-A8DE-69FD-0FCB-4D6887BA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86F94-4251-41F3-9B66-7049D39F04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196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FCD43-2E94-5477-786C-17576B01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DF9D20-7FB8-8B6E-AC32-E9A35F68A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65DF2B-D671-2945-B15A-92789DB5B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65CF3C-09C6-B8F9-717F-C21E340F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393572-FA69-52E6-B119-57F5E65B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0EFA92-5FCC-ADA9-1401-5F5E7208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19C7CD-3C63-4B84-90CE-D89019DA1C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52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4CDC8-3E28-2996-DFBD-E79EB783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4BA4C-315E-A479-897F-A3B9CA145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CA5283-E872-C18B-BB5B-084527773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61D503-EE91-A914-73D6-3F622376D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E8F28A-4080-FA3C-9B56-D12AC76A7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58ACA2-556E-A1AA-617F-9057D949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E301E1-32C3-9932-6068-04A4612A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55C727-5986-1059-F699-C27FDBA7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F0DC89-7A1E-46B5-A95C-9C918B1E5C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298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98951-20F1-F76E-6F5D-735944DA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B76CB5-46AB-5C11-AD17-488F3A40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24E26D-4561-B074-3977-9E0A9F35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9AFD8F3-8045-5BD2-4676-6BCFDF2E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9520D-6B8E-4AC1-9B72-3723B30987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558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08C823-9C21-CE5E-4059-E78CBDBE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69A1C2-F642-E302-1562-7981DED6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03374D-BA2B-956D-7EEB-0B8527F0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CBD0C-A7DE-40DE-BC6C-0C008733B8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661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833EE-044E-5275-2FB3-6B96455A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D69427-A8AB-90BC-393E-379EC603C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0B75F2-949B-0F71-6287-6A56F1675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A5B272-9333-2C6E-4A3E-5F283F56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0CE8DB-773B-5C35-0A23-D0840328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43CDAA-50DF-17F5-5A15-93C34050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106C3-0C94-4B32-8943-8BD951C438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698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3F673-91B0-350C-5626-70C81543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24C969A-C2B2-C8E1-94EB-108E07A27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1A18B1-C8B2-9DAF-6B85-2D463A9B9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791DB6-A874-7AB7-8D32-D3E18E09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069393-0E0F-7773-F89E-EC0D6628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7DC093-8DDF-EAA5-BBD6-85897D3F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8DEF7-BCB6-498C-837D-710C7CEE21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259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EE1E0-5D53-BE1F-E705-A22EEBB1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5BFDEF-944D-3B93-FD3F-2515189F0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1EB1C4-7864-36AE-0162-1F5BE380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905EAA-9E64-EC30-C6DD-BBFF10E3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33E8BE-B98C-90A0-FD58-1E217214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421B7E-BEF9-40D1-835C-AE01477E92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293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18B310-A771-8891-DD94-58A84E72A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C84874-50C2-A5BD-E107-945ECFAA1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E50C74-DFBD-B488-1459-E26288F9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28A77A-8ED1-0837-C5C4-8839FADB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5ACBBE-9734-80C5-2C85-713E7AB4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8F0B55-8FBC-46EE-AB7D-50079C7131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316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5B2FDE-1975-427F-2A65-1CD901A30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71BB03-296C-9E34-AFB5-8787D356F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F19F003-43BC-FEBB-DAF5-A1BD1C53FF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B90F926-16FD-E4A5-DFB2-39A2157210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A532FB-974A-0D30-2042-A705374BF5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7BD191D-C80D-4A46-81C2-80DA24255D6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3170B9-9BD1-07D1-5399-8AEF8F3DA8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565 – Tu És Meu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22B66B2-25CF-CEC0-57C8-52F13E2440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0E4359-1D73-4725-9CEA-4926F53FE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Jesus, eu sei que tu és meu, </a:t>
            </a:r>
            <a:br>
              <a:rPr lang="en-US" altLang="pt-BR" sz="4000" i="1"/>
            </a:br>
            <a:r>
              <a:rPr lang="en-US" altLang="pt-BR" sz="4000" i="1"/>
              <a:t>O Dom que Deus, o Pai, me deu.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Teus feitos majestosos são </a:t>
            </a:r>
            <a:br>
              <a:rPr lang="en-US" altLang="pt-BR" sz="4000" i="1"/>
            </a:br>
            <a:r>
              <a:rPr lang="en-US" altLang="pt-BR" sz="4000" i="1"/>
              <a:t>O gozo do meu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C82898-E69E-8759-D1DC-A9BF494BC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Tudo o que tens, é para mim.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meu prazer está em ti.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Tomaste aqui o meu lugar,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eu estar no santo lar.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2DCB0F0-2F2A-6178-4E5C-E4EEAE7B7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Por mim estás nos céus. </a:t>
            </a:r>
            <a:br>
              <a:rPr lang="en-US" altLang="pt-BR" sz="4000" i="1"/>
            </a:br>
            <a:r>
              <a:rPr lang="en-US" altLang="pt-BR" sz="4000" i="1"/>
              <a:t>Jesus que eu mostre aqui a tua luz!</a:t>
            </a:r>
            <a:r>
              <a:rPr lang="en-US" altLang="pt-BR" sz="4000"/>
              <a:t> </a:t>
            </a:r>
            <a:r>
              <a:rPr lang="en-US" altLang="pt-BR" sz="4000" i="1"/>
              <a:t>Revele sempre o teu amor!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Até que venhas, meu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565 – Tu És Meu</vt:lpstr>
      <vt:lpstr>Jesus, eu sei que tu és meu,  O Dom que Deus, o Pai, me deu.  Teus feitos majestosos são  O gozo do meu coração.  </vt:lpstr>
      <vt:lpstr>Tudo o que tens, é para mim.  O meu prazer está em ti.  Tomaste aqui o meu lugar,  Pra eu estar no santo lar.  </vt:lpstr>
      <vt:lpstr>Por mim estás nos céus.  Jesus que eu mostre aqui a tua luz! Revele sempre o teu amor!  Até que venhas, meu Senhor!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565 – Tu És Meu</dc:title>
  <dc:creator>Junior</dc:creator>
  <cp:lastModifiedBy>Emerson Souza</cp:lastModifiedBy>
  <cp:revision>1</cp:revision>
  <dcterms:created xsi:type="dcterms:W3CDTF">2005-12-27T01:14:58Z</dcterms:created>
  <dcterms:modified xsi:type="dcterms:W3CDTF">2026-05-02T22:24:26Z</dcterms:modified>
</cp:coreProperties>
</file>