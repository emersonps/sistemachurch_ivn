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1"/>
  </p:notesMasterIdLst>
  <p:sldIdLst>
    <p:sldId id="265" r:id="rId2"/>
    <p:sldId id="256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11" autoAdjust="0"/>
  </p:normalViewPr>
  <p:slideViewPr>
    <p:cSldViewPr>
      <p:cViewPr varScale="1">
        <p:scale>
          <a:sx n="71" d="100"/>
          <a:sy n="71" d="100"/>
        </p:scale>
        <p:origin x="-48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57B08FE-2C85-BFBA-1D9C-0D6F5EA88D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6113DD7-5447-DDE1-DFDA-87E8D9915E4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188C9627-4F67-26BB-BEE7-0B394615F6A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47EA9B21-E313-1AB1-52FC-0EFD2FB116D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88C713FC-780E-2ADE-80E2-DE4A240B3A5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BDA0F2ED-2D1D-2DA3-8FB5-2FFC583180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BBD4810-C6A1-4D98-A65D-941AD5FE504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5167372-067D-A4BE-33AD-F837098D9F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1EF3A5-D73F-4CD2-8D4E-B5A148DC2AF5}" type="slidenum">
              <a:rPr lang="en-US" altLang="pt-BR"/>
              <a:pPr/>
              <a:t>1</a:t>
            </a:fld>
            <a:endParaRPr lang="en-US" altLang="pt-BR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2185EF08-3B65-50C6-6771-502B6E2A728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B23033F-F59E-D5B8-8C6D-9FE2093563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>
            <a:extLst>
              <a:ext uri="{FF2B5EF4-FFF2-40B4-BE49-F238E27FC236}">
                <a16:creationId xmlns:a16="http://schemas.microsoft.com/office/drawing/2014/main" id="{A9B8308E-D764-C58C-7D3E-D163F8BB2EAD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5345113"/>
            <a:ext cx="4427537" cy="1512887"/>
            <a:chOff x="2971" y="3367"/>
            <a:chExt cx="2789" cy="953"/>
          </a:xfrm>
        </p:grpSpPr>
        <p:sp>
          <p:nvSpPr>
            <p:cNvPr id="32771" name="Freeform 3">
              <a:extLst>
                <a:ext uri="{FF2B5EF4-FFF2-40B4-BE49-F238E27FC236}">
                  <a16:creationId xmlns:a16="http://schemas.microsoft.com/office/drawing/2014/main" id="{294348BD-2423-6CAD-1149-56E22D4C9BE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971" y="3367"/>
              <a:ext cx="2789" cy="953"/>
            </a:xfrm>
            <a:custGeom>
              <a:avLst/>
              <a:gdLst>
                <a:gd name="T0" fmla="*/ 2768 w 2780"/>
                <a:gd name="T1" fmla="*/ 18 h 953"/>
                <a:gd name="T2" fmla="*/ 2678 w 2780"/>
                <a:gd name="T3" fmla="*/ 24 h 953"/>
                <a:gd name="T4" fmla="*/ 2613 w 2780"/>
                <a:gd name="T5" fmla="*/ 102 h 953"/>
                <a:gd name="T6" fmla="*/ 2511 w 2780"/>
                <a:gd name="T7" fmla="*/ 156 h 953"/>
                <a:gd name="T8" fmla="*/ 2505 w 2780"/>
                <a:gd name="T9" fmla="*/ 222 h 953"/>
                <a:gd name="T10" fmla="*/ 2487 w 2780"/>
                <a:gd name="T11" fmla="*/ 246 h 953"/>
                <a:gd name="T12" fmla="*/ 2469 w 2780"/>
                <a:gd name="T13" fmla="*/ 252 h 953"/>
                <a:gd name="T14" fmla="*/ 2397 w 2780"/>
                <a:gd name="T15" fmla="*/ 210 h 953"/>
                <a:gd name="T16" fmla="*/ 2260 w 2780"/>
                <a:gd name="T17" fmla="*/ 192 h 953"/>
                <a:gd name="T18" fmla="*/ 2236 w 2780"/>
                <a:gd name="T19" fmla="*/ 186 h 953"/>
                <a:gd name="T20" fmla="*/ 2218 w 2780"/>
                <a:gd name="T21" fmla="*/ 192 h 953"/>
                <a:gd name="T22" fmla="*/ 2146 w 2780"/>
                <a:gd name="T23" fmla="*/ 228 h 953"/>
                <a:gd name="T24" fmla="*/ 2110 w 2780"/>
                <a:gd name="T25" fmla="*/ 240 h 953"/>
                <a:gd name="T26" fmla="*/ 2086 w 2780"/>
                <a:gd name="T27" fmla="*/ 246 h 953"/>
                <a:gd name="T28" fmla="*/ 2074 w 2780"/>
                <a:gd name="T29" fmla="*/ 258 h 953"/>
                <a:gd name="T30" fmla="*/ 2074 w 2780"/>
                <a:gd name="T31" fmla="*/ 276 h 953"/>
                <a:gd name="T32" fmla="*/ 2051 w 2780"/>
                <a:gd name="T33" fmla="*/ 300 h 953"/>
                <a:gd name="T34" fmla="*/ 2033 w 2780"/>
                <a:gd name="T35" fmla="*/ 312 h 953"/>
                <a:gd name="T36" fmla="*/ 2021 w 2780"/>
                <a:gd name="T37" fmla="*/ 324 h 953"/>
                <a:gd name="T38" fmla="*/ 2009 w 2780"/>
                <a:gd name="T39" fmla="*/ 336 h 953"/>
                <a:gd name="T40" fmla="*/ 1979 w 2780"/>
                <a:gd name="T41" fmla="*/ 342 h 953"/>
                <a:gd name="T42" fmla="*/ 1913 w 2780"/>
                <a:gd name="T43" fmla="*/ 336 h 953"/>
                <a:gd name="T44" fmla="*/ 1877 w 2780"/>
                <a:gd name="T45" fmla="*/ 330 h 953"/>
                <a:gd name="T46" fmla="*/ 1865 w 2780"/>
                <a:gd name="T47" fmla="*/ 342 h 953"/>
                <a:gd name="T48" fmla="*/ 1853 w 2780"/>
                <a:gd name="T49" fmla="*/ 354 h 953"/>
                <a:gd name="T50" fmla="*/ 1823 w 2780"/>
                <a:gd name="T51" fmla="*/ 360 h 953"/>
                <a:gd name="T52" fmla="*/ 1764 w 2780"/>
                <a:gd name="T53" fmla="*/ 342 h 953"/>
                <a:gd name="T54" fmla="*/ 1740 w 2780"/>
                <a:gd name="T55" fmla="*/ 342 h 953"/>
                <a:gd name="T56" fmla="*/ 1716 w 2780"/>
                <a:gd name="T57" fmla="*/ 354 h 953"/>
                <a:gd name="T58" fmla="*/ 1656 w 2780"/>
                <a:gd name="T59" fmla="*/ 425 h 953"/>
                <a:gd name="T60" fmla="*/ 1614 w 2780"/>
                <a:gd name="T61" fmla="*/ 569 h 953"/>
                <a:gd name="T62" fmla="*/ 1614 w 2780"/>
                <a:gd name="T63" fmla="*/ 593 h 953"/>
                <a:gd name="T64" fmla="*/ 1620 w 2780"/>
                <a:gd name="T65" fmla="*/ 641 h 953"/>
                <a:gd name="T66" fmla="*/ 1638 w 2780"/>
                <a:gd name="T67" fmla="*/ 659 h 953"/>
                <a:gd name="T68" fmla="*/ 1632 w 2780"/>
                <a:gd name="T69" fmla="*/ 671 h 953"/>
                <a:gd name="T70" fmla="*/ 1620 w 2780"/>
                <a:gd name="T71" fmla="*/ 683 h 953"/>
                <a:gd name="T72" fmla="*/ 1542 w 2780"/>
                <a:gd name="T73" fmla="*/ 689 h 953"/>
                <a:gd name="T74" fmla="*/ 1465 w 2780"/>
                <a:gd name="T75" fmla="*/ 629 h 953"/>
                <a:gd name="T76" fmla="*/ 1333 w 2780"/>
                <a:gd name="T77" fmla="*/ 587 h 953"/>
                <a:gd name="T78" fmla="*/ 1184 w 2780"/>
                <a:gd name="T79" fmla="*/ 671 h 953"/>
                <a:gd name="T80" fmla="*/ 1016 w 2780"/>
                <a:gd name="T81" fmla="*/ 731 h 953"/>
                <a:gd name="T82" fmla="*/ 813 w 2780"/>
                <a:gd name="T83" fmla="*/ 743 h 953"/>
                <a:gd name="T84" fmla="*/ 628 w 2780"/>
                <a:gd name="T85" fmla="*/ 701 h 953"/>
                <a:gd name="T86" fmla="*/ 568 w 2780"/>
                <a:gd name="T87" fmla="*/ 695 h 953"/>
                <a:gd name="T88" fmla="*/ 556 w 2780"/>
                <a:gd name="T89" fmla="*/ 701 h 953"/>
                <a:gd name="T90" fmla="*/ 520 w 2780"/>
                <a:gd name="T91" fmla="*/ 731 h 953"/>
                <a:gd name="T92" fmla="*/ 436 w 2780"/>
                <a:gd name="T93" fmla="*/ 809 h 953"/>
                <a:gd name="T94" fmla="*/ 406 w 2780"/>
                <a:gd name="T95" fmla="*/ 821 h 953"/>
                <a:gd name="T96" fmla="*/ 382 w 2780"/>
                <a:gd name="T97" fmla="*/ 821 h 953"/>
                <a:gd name="T98" fmla="*/ 335 w 2780"/>
                <a:gd name="T99" fmla="*/ 827 h 953"/>
                <a:gd name="T100" fmla="*/ 209 w 2780"/>
                <a:gd name="T101" fmla="*/ 851 h 953"/>
                <a:gd name="T102" fmla="*/ 173 w 2780"/>
                <a:gd name="T103" fmla="*/ 857 h 953"/>
                <a:gd name="T104" fmla="*/ 125 w 2780"/>
                <a:gd name="T105" fmla="*/ 851 h 953"/>
                <a:gd name="T106" fmla="*/ 107 w 2780"/>
                <a:gd name="T107" fmla="*/ 857 h 953"/>
                <a:gd name="T108" fmla="*/ 101 w 2780"/>
                <a:gd name="T109" fmla="*/ 875 h 953"/>
                <a:gd name="T110" fmla="*/ 83 w 2780"/>
                <a:gd name="T111" fmla="*/ 887 h 953"/>
                <a:gd name="T112" fmla="*/ 48 w 2780"/>
                <a:gd name="T113" fmla="*/ 899 h 953"/>
                <a:gd name="T114" fmla="*/ 2780 w 2780"/>
                <a:gd name="T115" fmla="*/ 24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780" h="953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  <a:lnTo>
                    <a:pt x="2780" y="24"/>
                  </a:lnTo>
                  <a:lnTo>
                    <a:pt x="2780" y="24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2" name="Freeform 4">
              <a:extLst>
                <a:ext uri="{FF2B5EF4-FFF2-40B4-BE49-F238E27FC236}">
                  <a16:creationId xmlns:a16="http://schemas.microsoft.com/office/drawing/2014/main" id="{B04BDB16-E3ED-7677-21BE-34A78E640A8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602" y="4014"/>
              <a:ext cx="12" cy="18"/>
            </a:xfrm>
            <a:custGeom>
              <a:avLst/>
              <a:gdLst>
                <a:gd name="T0" fmla="*/ 12 w 12"/>
                <a:gd name="T1" fmla="*/ 18 h 18"/>
                <a:gd name="T2" fmla="*/ 12 w 12"/>
                <a:gd name="T3" fmla="*/ 12 h 18"/>
                <a:gd name="T4" fmla="*/ 6 w 12"/>
                <a:gd name="T5" fmla="*/ 6 h 18"/>
                <a:gd name="T6" fmla="*/ 6 w 12"/>
                <a:gd name="T7" fmla="*/ 6 h 18"/>
                <a:gd name="T8" fmla="*/ 0 w 12"/>
                <a:gd name="T9" fmla="*/ 0 h 18"/>
                <a:gd name="T10" fmla="*/ 12 w 12"/>
                <a:gd name="T11" fmla="*/ 18 h 18"/>
                <a:gd name="T12" fmla="*/ 12 w 12"/>
                <a:gd name="T13" fmla="*/ 18 h 18"/>
                <a:gd name="T14" fmla="*/ 12 w 12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8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3" name="Freeform 5">
              <a:extLst>
                <a:ext uri="{FF2B5EF4-FFF2-40B4-BE49-F238E27FC236}">
                  <a16:creationId xmlns:a16="http://schemas.microsoft.com/office/drawing/2014/main" id="{1B78951D-42F0-82C3-A58B-BB6ADD6AE98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596" y="3996"/>
              <a:ext cx="6" cy="18"/>
            </a:xfrm>
            <a:custGeom>
              <a:avLst/>
              <a:gdLst>
                <a:gd name="T0" fmla="*/ 0 w 6"/>
                <a:gd name="T1" fmla="*/ 12 h 18"/>
                <a:gd name="T2" fmla="*/ 6 w 6"/>
                <a:gd name="T3" fmla="*/ 18 h 18"/>
                <a:gd name="T4" fmla="*/ 0 w 6"/>
                <a:gd name="T5" fmla="*/ 0 h 18"/>
                <a:gd name="T6" fmla="*/ 0 w 6"/>
                <a:gd name="T7" fmla="*/ 12 h 18"/>
                <a:gd name="T8" fmla="*/ 0 w 6"/>
                <a:gd name="T9" fmla="*/ 12 h 18"/>
                <a:gd name="T10" fmla="*/ 0 w 6"/>
                <a:gd name="T1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4" name="Freeform 6">
              <a:extLst>
                <a:ext uri="{FF2B5EF4-FFF2-40B4-BE49-F238E27FC236}">
                  <a16:creationId xmlns:a16="http://schemas.microsoft.com/office/drawing/2014/main" id="{8FCAA2E8-86AA-AA10-F7C9-2762F04F90D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180" y="3577"/>
              <a:ext cx="304" cy="741"/>
            </a:xfrm>
            <a:custGeom>
              <a:avLst/>
              <a:gdLst>
                <a:gd name="T0" fmla="*/ 280 w 304"/>
                <a:gd name="T1" fmla="*/ 42 h 741"/>
                <a:gd name="T2" fmla="*/ 274 w 304"/>
                <a:gd name="T3" fmla="*/ 42 h 741"/>
                <a:gd name="T4" fmla="*/ 268 w 304"/>
                <a:gd name="T5" fmla="*/ 42 h 741"/>
                <a:gd name="T6" fmla="*/ 256 w 304"/>
                <a:gd name="T7" fmla="*/ 42 h 741"/>
                <a:gd name="T8" fmla="*/ 238 w 304"/>
                <a:gd name="T9" fmla="*/ 48 h 741"/>
                <a:gd name="T10" fmla="*/ 214 w 304"/>
                <a:gd name="T11" fmla="*/ 12 h 741"/>
                <a:gd name="T12" fmla="*/ 196 w 304"/>
                <a:gd name="T13" fmla="*/ 0 h 741"/>
                <a:gd name="T14" fmla="*/ 196 w 304"/>
                <a:gd name="T15" fmla="*/ 0 h 741"/>
                <a:gd name="T16" fmla="*/ 164 w 304"/>
                <a:gd name="T17" fmla="*/ 167 h 741"/>
                <a:gd name="T18" fmla="*/ 144 w 304"/>
                <a:gd name="T19" fmla="*/ 217 h 741"/>
                <a:gd name="T20" fmla="*/ 110 w 304"/>
                <a:gd name="T21" fmla="*/ 281 h 741"/>
                <a:gd name="T22" fmla="*/ 96 w 304"/>
                <a:gd name="T23" fmla="*/ 327 h 741"/>
                <a:gd name="T24" fmla="*/ 124 w 304"/>
                <a:gd name="T25" fmla="*/ 405 h 741"/>
                <a:gd name="T26" fmla="*/ 100 w 304"/>
                <a:gd name="T27" fmla="*/ 463 h 741"/>
                <a:gd name="T28" fmla="*/ 68 w 304"/>
                <a:gd name="T29" fmla="*/ 503 h 741"/>
                <a:gd name="T30" fmla="*/ 30 w 304"/>
                <a:gd name="T31" fmla="*/ 539 h 741"/>
                <a:gd name="T32" fmla="*/ 24 w 304"/>
                <a:gd name="T33" fmla="*/ 613 h 741"/>
                <a:gd name="T34" fmla="*/ 0 w 304"/>
                <a:gd name="T35" fmla="*/ 741 h 741"/>
                <a:gd name="T36" fmla="*/ 202 w 304"/>
                <a:gd name="T37" fmla="*/ 741 h 741"/>
                <a:gd name="T38" fmla="*/ 180 w 304"/>
                <a:gd name="T39" fmla="*/ 639 h 741"/>
                <a:gd name="T40" fmla="*/ 192 w 304"/>
                <a:gd name="T41" fmla="*/ 589 h 741"/>
                <a:gd name="T42" fmla="*/ 178 w 304"/>
                <a:gd name="T43" fmla="*/ 539 h 741"/>
                <a:gd name="T44" fmla="*/ 190 w 304"/>
                <a:gd name="T45" fmla="*/ 499 h 741"/>
                <a:gd name="T46" fmla="*/ 184 w 304"/>
                <a:gd name="T47" fmla="*/ 465 h 741"/>
                <a:gd name="T48" fmla="*/ 192 w 304"/>
                <a:gd name="T49" fmla="*/ 391 h 741"/>
                <a:gd name="T50" fmla="*/ 216 w 304"/>
                <a:gd name="T51" fmla="*/ 313 h 741"/>
                <a:gd name="T52" fmla="*/ 238 w 304"/>
                <a:gd name="T53" fmla="*/ 249 h 741"/>
                <a:gd name="T54" fmla="*/ 268 w 304"/>
                <a:gd name="T55" fmla="*/ 185 h 741"/>
                <a:gd name="T56" fmla="*/ 284 w 304"/>
                <a:gd name="T57" fmla="*/ 159 h 741"/>
                <a:gd name="T58" fmla="*/ 304 w 304"/>
                <a:gd name="T59" fmla="*/ 12 h 741"/>
                <a:gd name="T60" fmla="*/ 298 w 304"/>
                <a:gd name="T61" fmla="*/ 24 h 741"/>
                <a:gd name="T62" fmla="*/ 292 w 304"/>
                <a:gd name="T63" fmla="*/ 30 h 741"/>
                <a:gd name="T64" fmla="*/ 292 w 304"/>
                <a:gd name="T65" fmla="*/ 36 h 741"/>
                <a:gd name="T66" fmla="*/ 286 w 304"/>
                <a:gd name="T67" fmla="*/ 36 h 741"/>
                <a:gd name="T68" fmla="*/ 286 w 304"/>
                <a:gd name="T69" fmla="*/ 42 h 741"/>
                <a:gd name="T70" fmla="*/ 280 w 304"/>
                <a:gd name="T71" fmla="*/ 42 h 741"/>
                <a:gd name="T72" fmla="*/ 280 w 304"/>
                <a:gd name="T73" fmla="*/ 42 h 741"/>
                <a:gd name="T74" fmla="*/ 280 w 304"/>
                <a:gd name="T75" fmla="*/ 42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04" h="741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5" name="Freeform 7">
              <a:extLst>
                <a:ext uri="{FF2B5EF4-FFF2-40B4-BE49-F238E27FC236}">
                  <a16:creationId xmlns:a16="http://schemas.microsoft.com/office/drawing/2014/main" id="{7E080762-C90E-CB4A-5CB9-2EF47D22342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918" y="3553"/>
              <a:ext cx="314" cy="767"/>
            </a:xfrm>
            <a:custGeom>
              <a:avLst/>
              <a:gdLst>
                <a:gd name="T0" fmla="*/ 284 w 314"/>
                <a:gd name="T1" fmla="*/ 6 h 767"/>
                <a:gd name="T2" fmla="*/ 278 w 314"/>
                <a:gd name="T3" fmla="*/ 6 h 767"/>
                <a:gd name="T4" fmla="*/ 272 w 314"/>
                <a:gd name="T5" fmla="*/ 12 h 767"/>
                <a:gd name="T6" fmla="*/ 254 w 314"/>
                <a:gd name="T7" fmla="*/ 18 h 767"/>
                <a:gd name="T8" fmla="*/ 230 w 314"/>
                <a:gd name="T9" fmla="*/ 24 h 767"/>
                <a:gd name="T10" fmla="*/ 206 w 314"/>
                <a:gd name="T11" fmla="*/ 42 h 767"/>
                <a:gd name="T12" fmla="*/ 188 w 314"/>
                <a:gd name="T13" fmla="*/ 48 h 767"/>
                <a:gd name="T14" fmla="*/ 176 w 314"/>
                <a:gd name="T15" fmla="*/ 54 h 767"/>
                <a:gd name="T16" fmla="*/ 170 w 314"/>
                <a:gd name="T17" fmla="*/ 54 h 767"/>
                <a:gd name="T18" fmla="*/ 150 w 314"/>
                <a:gd name="T19" fmla="*/ 169 h 767"/>
                <a:gd name="T20" fmla="*/ 110 w 314"/>
                <a:gd name="T21" fmla="*/ 225 h 767"/>
                <a:gd name="T22" fmla="*/ 54 w 314"/>
                <a:gd name="T23" fmla="*/ 383 h 767"/>
                <a:gd name="T24" fmla="*/ 82 w 314"/>
                <a:gd name="T25" fmla="*/ 555 h 767"/>
                <a:gd name="T26" fmla="*/ 40 w 314"/>
                <a:gd name="T27" fmla="*/ 679 h 767"/>
                <a:gd name="T28" fmla="*/ 0 w 314"/>
                <a:gd name="T29" fmla="*/ 767 h 767"/>
                <a:gd name="T30" fmla="*/ 108 w 314"/>
                <a:gd name="T31" fmla="*/ 767 h 767"/>
                <a:gd name="T32" fmla="*/ 120 w 314"/>
                <a:gd name="T33" fmla="*/ 611 h 767"/>
                <a:gd name="T34" fmla="*/ 148 w 314"/>
                <a:gd name="T35" fmla="*/ 499 h 767"/>
                <a:gd name="T36" fmla="*/ 160 w 314"/>
                <a:gd name="T37" fmla="*/ 367 h 767"/>
                <a:gd name="T38" fmla="*/ 218 w 314"/>
                <a:gd name="T39" fmla="*/ 327 h 767"/>
                <a:gd name="T40" fmla="*/ 238 w 314"/>
                <a:gd name="T41" fmla="*/ 221 h 767"/>
                <a:gd name="T42" fmla="*/ 296 w 314"/>
                <a:gd name="T43" fmla="*/ 135 h 767"/>
                <a:gd name="T44" fmla="*/ 314 w 314"/>
                <a:gd name="T45" fmla="*/ 0 h 767"/>
                <a:gd name="T46" fmla="*/ 302 w 314"/>
                <a:gd name="T47" fmla="*/ 0 h 767"/>
                <a:gd name="T48" fmla="*/ 296 w 314"/>
                <a:gd name="T49" fmla="*/ 0 h 767"/>
                <a:gd name="T50" fmla="*/ 290 w 314"/>
                <a:gd name="T51" fmla="*/ 0 h 767"/>
                <a:gd name="T52" fmla="*/ 284 w 314"/>
                <a:gd name="T53" fmla="*/ 6 h 767"/>
                <a:gd name="T54" fmla="*/ 284 w 314"/>
                <a:gd name="T55" fmla="*/ 6 h 767"/>
                <a:gd name="T56" fmla="*/ 284 w 314"/>
                <a:gd name="T57" fmla="*/ 6 h 767"/>
                <a:gd name="T58" fmla="*/ 284 w 314"/>
                <a:gd name="T59" fmla="*/ 6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4" h="767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6" name="Freeform 8">
              <a:extLst>
                <a:ext uri="{FF2B5EF4-FFF2-40B4-BE49-F238E27FC236}">
                  <a16:creationId xmlns:a16="http://schemas.microsoft.com/office/drawing/2014/main" id="{6BBA1C40-179C-8B78-33AF-4D673487423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700" y="3697"/>
              <a:ext cx="275" cy="623"/>
            </a:xfrm>
            <a:custGeom>
              <a:avLst/>
              <a:gdLst>
                <a:gd name="T0" fmla="*/ 257 w 275"/>
                <a:gd name="T1" fmla="*/ 12 h 623"/>
                <a:gd name="T2" fmla="*/ 239 w 275"/>
                <a:gd name="T3" fmla="*/ 6 h 623"/>
                <a:gd name="T4" fmla="*/ 203 w 275"/>
                <a:gd name="T5" fmla="*/ 6 h 623"/>
                <a:gd name="T6" fmla="*/ 203 w 275"/>
                <a:gd name="T7" fmla="*/ 6 h 623"/>
                <a:gd name="T8" fmla="*/ 197 w 275"/>
                <a:gd name="T9" fmla="*/ 6 h 623"/>
                <a:gd name="T10" fmla="*/ 185 w 275"/>
                <a:gd name="T11" fmla="*/ 0 h 623"/>
                <a:gd name="T12" fmla="*/ 173 w 275"/>
                <a:gd name="T13" fmla="*/ 0 h 623"/>
                <a:gd name="T14" fmla="*/ 166 w 275"/>
                <a:gd name="T15" fmla="*/ 0 h 623"/>
                <a:gd name="T16" fmla="*/ 160 w 275"/>
                <a:gd name="T17" fmla="*/ 0 h 623"/>
                <a:gd name="T18" fmla="*/ 144 w 275"/>
                <a:gd name="T19" fmla="*/ 117 h 623"/>
                <a:gd name="T20" fmla="*/ 128 w 275"/>
                <a:gd name="T21" fmla="*/ 185 h 623"/>
                <a:gd name="T22" fmla="*/ 58 w 275"/>
                <a:gd name="T23" fmla="*/ 299 h 623"/>
                <a:gd name="T24" fmla="*/ 54 w 275"/>
                <a:gd name="T25" fmla="*/ 441 h 623"/>
                <a:gd name="T26" fmla="*/ 24 w 275"/>
                <a:gd name="T27" fmla="*/ 523 h 623"/>
                <a:gd name="T28" fmla="*/ 0 w 275"/>
                <a:gd name="T29" fmla="*/ 623 h 623"/>
                <a:gd name="T30" fmla="*/ 78 w 275"/>
                <a:gd name="T31" fmla="*/ 623 h 623"/>
                <a:gd name="T32" fmla="*/ 92 w 275"/>
                <a:gd name="T33" fmla="*/ 555 h 623"/>
                <a:gd name="T34" fmla="*/ 134 w 275"/>
                <a:gd name="T35" fmla="*/ 447 h 623"/>
                <a:gd name="T36" fmla="*/ 158 w 275"/>
                <a:gd name="T37" fmla="*/ 315 h 623"/>
                <a:gd name="T38" fmla="*/ 184 w 275"/>
                <a:gd name="T39" fmla="*/ 257 h 623"/>
                <a:gd name="T40" fmla="*/ 216 w 275"/>
                <a:gd name="T41" fmla="*/ 211 h 623"/>
                <a:gd name="T42" fmla="*/ 222 w 275"/>
                <a:gd name="T43" fmla="*/ 145 h 623"/>
                <a:gd name="T44" fmla="*/ 240 w 275"/>
                <a:gd name="T45" fmla="*/ 111 h 623"/>
                <a:gd name="T46" fmla="*/ 262 w 275"/>
                <a:gd name="T47" fmla="*/ 79 h 623"/>
                <a:gd name="T48" fmla="*/ 275 w 275"/>
                <a:gd name="T49" fmla="*/ 6 h 623"/>
                <a:gd name="T50" fmla="*/ 263 w 275"/>
                <a:gd name="T51" fmla="*/ 12 h 623"/>
                <a:gd name="T52" fmla="*/ 257 w 275"/>
                <a:gd name="T53" fmla="*/ 12 h 623"/>
                <a:gd name="T54" fmla="*/ 257 w 275"/>
                <a:gd name="T55" fmla="*/ 12 h 623"/>
                <a:gd name="T56" fmla="*/ 257 w 275"/>
                <a:gd name="T57" fmla="*/ 12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5" h="623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7" name="Freeform 9">
              <a:extLst>
                <a:ext uri="{FF2B5EF4-FFF2-40B4-BE49-F238E27FC236}">
                  <a16:creationId xmlns:a16="http://schemas.microsoft.com/office/drawing/2014/main" id="{DD7F6E9B-4C05-73D1-3673-F731D8D2017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522" y="3709"/>
              <a:ext cx="213" cy="611"/>
            </a:xfrm>
            <a:custGeom>
              <a:avLst/>
              <a:gdLst>
                <a:gd name="T0" fmla="*/ 171 w 213"/>
                <a:gd name="T1" fmla="*/ 12 h 611"/>
                <a:gd name="T2" fmla="*/ 159 w 213"/>
                <a:gd name="T3" fmla="*/ 24 h 611"/>
                <a:gd name="T4" fmla="*/ 153 w 213"/>
                <a:gd name="T5" fmla="*/ 36 h 611"/>
                <a:gd name="T6" fmla="*/ 128 w 213"/>
                <a:gd name="T7" fmla="*/ 60 h 611"/>
                <a:gd name="T8" fmla="*/ 110 w 213"/>
                <a:gd name="T9" fmla="*/ 83 h 611"/>
                <a:gd name="T10" fmla="*/ 86 w 213"/>
                <a:gd name="T11" fmla="*/ 119 h 611"/>
                <a:gd name="T12" fmla="*/ 68 w 213"/>
                <a:gd name="T13" fmla="*/ 167 h 611"/>
                <a:gd name="T14" fmla="*/ 68 w 213"/>
                <a:gd name="T15" fmla="*/ 221 h 611"/>
                <a:gd name="T16" fmla="*/ 68 w 213"/>
                <a:gd name="T17" fmla="*/ 227 h 611"/>
                <a:gd name="T18" fmla="*/ 68 w 213"/>
                <a:gd name="T19" fmla="*/ 233 h 611"/>
                <a:gd name="T20" fmla="*/ 68 w 213"/>
                <a:gd name="T21" fmla="*/ 239 h 611"/>
                <a:gd name="T22" fmla="*/ 68 w 213"/>
                <a:gd name="T23" fmla="*/ 245 h 611"/>
                <a:gd name="T24" fmla="*/ 68 w 213"/>
                <a:gd name="T25" fmla="*/ 251 h 611"/>
                <a:gd name="T26" fmla="*/ 68 w 213"/>
                <a:gd name="T27" fmla="*/ 251 h 611"/>
                <a:gd name="T28" fmla="*/ 68 w 213"/>
                <a:gd name="T29" fmla="*/ 257 h 611"/>
                <a:gd name="T30" fmla="*/ 68 w 213"/>
                <a:gd name="T31" fmla="*/ 269 h 611"/>
                <a:gd name="T32" fmla="*/ 74 w 213"/>
                <a:gd name="T33" fmla="*/ 287 h 611"/>
                <a:gd name="T34" fmla="*/ 80 w 213"/>
                <a:gd name="T35" fmla="*/ 305 h 611"/>
                <a:gd name="T36" fmla="*/ 86 w 213"/>
                <a:gd name="T37" fmla="*/ 311 h 611"/>
                <a:gd name="T38" fmla="*/ 86 w 213"/>
                <a:gd name="T39" fmla="*/ 311 h 611"/>
                <a:gd name="T40" fmla="*/ 92 w 213"/>
                <a:gd name="T41" fmla="*/ 317 h 611"/>
                <a:gd name="T42" fmla="*/ 92 w 213"/>
                <a:gd name="T43" fmla="*/ 323 h 611"/>
                <a:gd name="T44" fmla="*/ 92 w 213"/>
                <a:gd name="T45" fmla="*/ 323 h 611"/>
                <a:gd name="T46" fmla="*/ 24 w 213"/>
                <a:gd name="T47" fmla="*/ 437 h 611"/>
                <a:gd name="T48" fmla="*/ 18 w 213"/>
                <a:gd name="T49" fmla="*/ 471 h 611"/>
                <a:gd name="T50" fmla="*/ 0 w 213"/>
                <a:gd name="T51" fmla="*/ 547 h 611"/>
                <a:gd name="T52" fmla="*/ 50 w 213"/>
                <a:gd name="T53" fmla="*/ 611 h 611"/>
                <a:gd name="T54" fmla="*/ 114 w 213"/>
                <a:gd name="T55" fmla="*/ 611 h 611"/>
                <a:gd name="T56" fmla="*/ 104 w 213"/>
                <a:gd name="T57" fmla="*/ 555 h 611"/>
                <a:gd name="T58" fmla="*/ 120 w 213"/>
                <a:gd name="T59" fmla="*/ 515 h 611"/>
                <a:gd name="T60" fmla="*/ 150 w 213"/>
                <a:gd name="T61" fmla="*/ 449 h 611"/>
                <a:gd name="T62" fmla="*/ 166 w 213"/>
                <a:gd name="T63" fmla="*/ 377 h 611"/>
                <a:gd name="T64" fmla="*/ 156 w 213"/>
                <a:gd name="T65" fmla="*/ 295 h 611"/>
                <a:gd name="T66" fmla="*/ 170 w 213"/>
                <a:gd name="T67" fmla="*/ 203 h 611"/>
                <a:gd name="T68" fmla="*/ 212 w 213"/>
                <a:gd name="T69" fmla="*/ 95 h 611"/>
                <a:gd name="T70" fmla="*/ 213 w 213"/>
                <a:gd name="T71" fmla="*/ 0 h 611"/>
                <a:gd name="T72" fmla="*/ 207 w 213"/>
                <a:gd name="T73" fmla="*/ 0 h 611"/>
                <a:gd name="T74" fmla="*/ 201 w 213"/>
                <a:gd name="T75" fmla="*/ 0 h 611"/>
                <a:gd name="T76" fmla="*/ 195 w 213"/>
                <a:gd name="T77" fmla="*/ 0 h 611"/>
                <a:gd name="T78" fmla="*/ 189 w 213"/>
                <a:gd name="T79" fmla="*/ 0 h 611"/>
                <a:gd name="T80" fmla="*/ 183 w 213"/>
                <a:gd name="T81" fmla="*/ 6 h 611"/>
                <a:gd name="T82" fmla="*/ 177 w 213"/>
                <a:gd name="T83" fmla="*/ 6 h 611"/>
                <a:gd name="T84" fmla="*/ 171 w 213"/>
                <a:gd name="T85" fmla="*/ 12 h 611"/>
                <a:gd name="T86" fmla="*/ 171 w 213"/>
                <a:gd name="T87" fmla="*/ 12 h 611"/>
                <a:gd name="T88" fmla="*/ 171 w 213"/>
                <a:gd name="T89" fmla="*/ 12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3" h="611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8" name="Freeform 10">
              <a:extLst>
                <a:ext uri="{FF2B5EF4-FFF2-40B4-BE49-F238E27FC236}">
                  <a16:creationId xmlns:a16="http://schemas.microsoft.com/office/drawing/2014/main" id="{886E1687-EAD0-E6BF-F668-F773C139E22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292" y="3936"/>
              <a:ext cx="167" cy="384"/>
            </a:xfrm>
            <a:custGeom>
              <a:avLst/>
              <a:gdLst>
                <a:gd name="T0" fmla="*/ 149 w 167"/>
                <a:gd name="T1" fmla="*/ 60 h 384"/>
                <a:gd name="T2" fmla="*/ 119 w 167"/>
                <a:gd name="T3" fmla="*/ 30 h 384"/>
                <a:gd name="T4" fmla="*/ 89 w 167"/>
                <a:gd name="T5" fmla="*/ 12 h 384"/>
                <a:gd name="T6" fmla="*/ 59 w 167"/>
                <a:gd name="T7" fmla="*/ 0 h 384"/>
                <a:gd name="T8" fmla="*/ 54 w 167"/>
                <a:gd name="T9" fmla="*/ 70 h 384"/>
                <a:gd name="T10" fmla="*/ 46 w 167"/>
                <a:gd name="T11" fmla="*/ 112 h 384"/>
                <a:gd name="T12" fmla="*/ 52 w 167"/>
                <a:gd name="T13" fmla="*/ 168 h 384"/>
                <a:gd name="T14" fmla="*/ 24 w 167"/>
                <a:gd name="T15" fmla="*/ 194 h 384"/>
                <a:gd name="T16" fmla="*/ 16 w 167"/>
                <a:gd name="T17" fmla="*/ 258 h 384"/>
                <a:gd name="T18" fmla="*/ 2 w 167"/>
                <a:gd name="T19" fmla="*/ 300 h 384"/>
                <a:gd name="T20" fmla="*/ 0 w 167"/>
                <a:gd name="T21" fmla="*/ 352 h 384"/>
                <a:gd name="T22" fmla="*/ 47 w 167"/>
                <a:gd name="T23" fmla="*/ 384 h 384"/>
                <a:gd name="T24" fmla="*/ 149 w 167"/>
                <a:gd name="T25" fmla="*/ 384 h 384"/>
                <a:gd name="T26" fmla="*/ 134 w 167"/>
                <a:gd name="T27" fmla="*/ 350 h 384"/>
                <a:gd name="T28" fmla="*/ 104 w 167"/>
                <a:gd name="T29" fmla="*/ 324 h 384"/>
                <a:gd name="T30" fmla="*/ 138 w 167"/>
                <a:gd name="T31" fmla="*/ 274 h 384"/>
                <a:gd name="T32" fmla="*/ 122 w 167"/>
                <a:gd name="T33" fmla="*/ 220 h 384"/>
                <a:gd name="T34" fmla="*/ 132 w 167"/>
                <a:gd name="T35" fmla="*/ 186 h 384"/>
                <a:gd name="T36" fmla="*/ 140 w 167"/>
                <a:gd name="T37" fmla="*/ 154 h 384"/>
                <a:gd name="T38" fmla="*/ 167 w 167"/>
                <a:gd name="T39" fmla="*/ 90 h 384"/>
                <a:gd name="T40" fmla="*/ 149 w 167"/>
                <a:gd name="T41" fmla="*/ 60 h 384"/>
                <a:gd name="T42" fmla="*/ 149 w 167"/>
                <a:gd name="T43" fmla="*/ 60 h 384"/>
                <a:gd name="T44" fmla="*/ 149 w 167"/>
                <a:gd name="T45" fmla="*/ 6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7" h="384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9" name="Freeform 11">
              <a:extLst>
                <a:ext uri="{FF2B5EF4-FFF2-40B4-BE49-F238E27FC236}">
                  <a16:creationId xmlns:a16="http://schemas.microsoft.com/office/drawing/2014/main" id="{DFD961C3-E260-606A-0C11-20B4DB3D860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100" y="4020"/>
              <a:ext cx="166" cy="300"/>
            </a:xfrm>
            <a:custGeom>
              <a:avLst/>
              <a:gdLst>
                <a:gd name="T0" fmla="*/ 136 w 166"/>
                <a:gd name="T1" fmla="*/ 12 h 300"/>
                <a:gd name="T2" fmla="*/ 100 w 166"/>
                <a:gd name="T3" fmla="*/ 0 h 300"/>
                <a:gd name="T4" fmla="*/ 78 w 166"/>
                <a:gd name="T5" fmla="*/ 64 h 300"/>
                <a:gd name="T6" fmla="*/ 70 w 166"/>
                <a:gd name="T7" fmla="*/ 126 h 300"/>
                <a:gd name="T8" fmla="*/ 46 w 166"/>
                <a:gd name="T9" fmla="*/ 184 h 300"/>
                <a:gd name="T10" fmla="*/ 58 w 166"/>
                <a:gd name="T11" fmla="*/ 232 h 300"/>
                <a:gd name="T12" fmla="*/ 38 w 166"/>
                <a:gd name="T13" fmla="*/ 268 h 300"/>
                <a:gd name="T14" fmla="*/ 0 w 166"/>
                <a:gd name="T15" fmla="*/ 300 h 300"/>
                <a:gd name="T16" fmla="*/ 160 w 166"/>
                <a:gd name="T17" fmla="*/ 300 h 300"/>
                <a:gd name="T18" fmla="*/ 136 w 166"/>
                <a:gd name="T19" fmla="*/ 272 h 300"/>
                <a:gd name="T20" fmla="*/ 98 w 166"/>
                <a:gd name="T21" fmla="*/ 234 h 300"/>
                <a:gd name="T22" fmla="*/ 130 w 166"/>
                <a:gd name="T23" fmla="*/ 188 h 300"/>
                <a:gd name="T24" fmla="*/ 138 w 166"/>
                <a:gd name="T25" fmla="*/ 134 h 300"/>
                <a:gd name="T26" fmla="*/ 144 w 166"/>
                <a:gd name="T27" fmla="*/ 94 h 300"/>
                <a:gd name="T28" fmla="*/ 164 w 166"/>
                <a:gd name="T29" fmla="*/ 60 h 300"/>
                <a:gd name="T30" fmla="*/ 166 w 166"/>
                <a:gd name="T31" fmla="*/ 0 h 300"/>
                <a:gd name="T32" fmla="*/ 136 w 166"/>
                <a:gd name="T33" fmla="*/ 12 h 300"/>
                <a:gd name="T34" fmla="*/ 136 w 166"/>
                <a:gd name="T35" fmla="*/ 12 h 300"/>
                <a:gd name="T36" fmla="*/ 136 w 166"/>
                <a:gd name="T37" fmla="*/ 12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6" h="300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80" name="Freeform 12">
              <a:extLst>
                <a:ext uri="{FF2B5EF4-FFF2-40B4-BE49-F238E27FC236}">
                  <a16:creationId xmlns:a16="http://schemas.microsoft.com/office/drawing/2014/main" id="{320DE49E-C712-CD3D-9B0B-89F095FDE0A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910" y="4038"/>
              <a:ext cx="237" cy="282"/>
            </a:xfrm>
            <a:custGeom>
              <a:avLst/>
              <a:gdLst>
                <a:gd name="T0" fmla="*/ 201 w 237"/>
                <a:gd name="T1" fmla="*/ 0 h 282"/>
                <a:gd name="T2" fmla="*/ 183 w 237"/>
                <a:gd name="T3" fmla="*/ 0 h 282"/>
                <a:gd name="T4" fmla="*/ 158 w 237"/>
                <a:gd name="T5" fmla="*/ 50 h 282"/>
                <a:gd name="T6" fmla="*/ 148 w 237"/>
                <a:gd name="T7" fmla="*/ 92 h 282"/>
                <a:gd name="T8" fmla="*/ 120 w 237"/>
                <a:gd name="T9" fmla="*/ 144 h 282"/>
                <a:gd name="T10" fmla="*/ 82 w 237"/>
                <a:gd name="T11" fmla="*/ 182 h 282"/>
                <a:gd name="T12" fmla="*/ 60 w 237"/>
                <a:gd name="T13" fmla="*/ 232 h 282"/>
                <a:gd name="T14" fmla="*/ 0 w 237"/>
                <a:gd name="T15" fmla="*/ 282 h 282"/>
                <a:gd name="T16" fmla="*/ 128 w 237"/>
                <a:gd name="T17" fmla="*/ 282 h 282"/>
                <a:gd name="T18" fmla="*/ 154 w 237"/>
                <a:gd name="T19" fmla="*/ 254 h 282"/>
                <a:gd name="T20" fmla="*/ 158 w 237"/>
                <a:gd name="T21" fmla="*/ 196 h 282"/>
                <a:gd name="T22" fmla="*/ 188 w 237"/>
                <a:gd name="T23" fmla="*/ 148 h 282"/>
                <a:gd name="T24" fmla="*/ 196 w 237"/>
                <a:gd name="T25" fmla="*/ 70 h 282"/>
                <a:gd name="T26" fmla="*/ 237 w 237"/>
                <a:gd name="T27" fmla="*/ 0 h 282"/>
                <a:gd name="T28" fmla="*/ 201 w 237"/>
                <a:gd name="T29" fmla="*/ 0 h 282"/>
                <a:gd name="T30" fmla="*/ 201 w 237"/>
                <a:gd name="T31" fmla="*/ 0 h 282"/>
                <a:gd name="T32" fmla="*/ 201 w 237"/>
                <a:gd name="T33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7" h="282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81" name="Freeform 13">
              <a:extLst>
                <a:ext uri="{FF2B5EF4-FFF2-40B4-BE49-F238E27FC236}">
                  <a16:creationId xmlns:a16="http://schemas.microsoft.com/office/drawing/2014/main" id="{94FE4978-E2B2-F742-FA42-8D007D9BF71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674" y="4086"/>
              <a:ext cx="196" cy="234"/>
            </a:xfrm>
            <a:custGeom>
              <a:avLst/>
              <a:gdLst>
                <a:gd name="T0" fmla="*/ 167 w 196"/>
                <a:gd name="T1" fmla="*/ 54 h 234"/>
                <a:gd name="T2" fmla="*/ 113 w 196"/>
                <a:gd name="T3" fmla="*/ 24 h 234"/>
                <a:gd name="T4" fmla="*/ 83 w 196"/>
                <a:gd name="T5" fmla="*/ 0 h 234"/>
                <a:gd name="T6" fmla="*/ 80 w 196"/>
                <a:gd name="T7" fmla="*/ 62 h 234"/>
                <a:gd name="T8" fmla="*/ 58 w 196"/>
                <a:gd name="T9" fmla="*/ 100 h 234"/>
                <a:gd name="T10" fmla="*/ 54 w 196"/>
                <a:gd name="T11" fmla="*/ 160 h 234"/>
                <a:gd name="T12" fmla="*/ 36 w 196"/>
                <a:gd name="T13" fmla="*/ 202 h 234"/>
                <a:gd name="T14" fmla="*/ 0 w 196"/>
                <a:gd name="T15" fmla="*/ 234 h 234"/>
                <a:gd name="T16" fmla="*/ 146 w 196"/>
                <a:gd name="T17" fmla="*/ 234 h 234"/>
                <a:gd name="T18" fmla="*/ 170 w 196"/>
                <a:gd name="T19" fmla="*/ 198 h 234"/>
                <a:gd name="T20" fmla="*/ 158 w 196"/>
                <a:gd name="T21" fmla="*/ 138 h 234"/>
                <a:gd name="T22" fmla="*/ 196 w 196"/>
                <a:gd name="T23" fmla="*/ 100 h 234"/>
                <a:gd name="T24" fmla="*/ 191 w 196"/>
                <a:gd name="T25" fmla="*/ 54 h 234"/>
                <a:gd name="T26" fmla="*/ 167 w 196"/>
                <a:gd name="T27" fmla="*/ 54 h 234"/>
                <a:gd name="T28" fmla="*/ 167 w 196"/>
                <a:gd name="T29" fmla="*/ 54 h 234"/>
                <a:gd name="T30" fmla="*/ 167 w 196"/>
                <a:gd name="T31" fmla="*/ 5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6" h="234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82" name="Freeform 14">
              <a:extLst>
                <a:ext uri="{FF2B5EF4-FFF2-40B4-BE49-F238E27FC236}">
                  <a16:creationId xmlns:a16="http://schemas.microsoft.com/office/drawing/2014/main" id="{2BF14574-3E1D-9A03-C6AD-91150304812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476" y="4068"/>
              <a:ext cx="190" cy="252"/>
            </a:xfrm>
            <a:custGeom>
              <a:avLst/>
              <a:gdLst>
                <a:gd name="T0" fmla="*/ 190 w 190"/>
                <a:gd name="T1" fmla="*/ 0 h 252"/>
                <a:gd name="T2" fmla="*/ 166 w 190"/>
                <a:gd name="T3" fmla="*/ 0 h 252"/>
                <a:gd name="T4" fmla="*/ 158 w 190"/>
                <a:gd name="T5" fmla="*/ 38 h 252"/>
                <a:gd name="T6" fmla="*/ 138 w 190"/>
                <a:gd name="T7" fmla="*/ 120 h 252"/>
                <a:gd name="T8" fmla="*/ 94 w 190"/>
                <a:gd name="T9" fmla="*/ 180 h 252"/>
                <a:gd name="T10" fmla="*/ 62 w 190"/>
                <a:gd name="T11" fmla="*/ 234 h 252"/>
                <a:gd name="T12" fmla="*/ 0 w 190"/>
                <a:gd name="T13" fmla="*/ 252 h 252"/>
                <a:gd name="T14" fmla="*/ 128 w 190"/>
                <a:gd name="T15" fmla="*/ 252 h 252"/>
                <a:gd name="T16" fmla="*/ 142 w 190"/>
                <a:gd name="T17" fmla="*/ 188 h 252"/>
                <a:gd name="T18" fmla="*/ 186 w 190"/>
                <a:gd name="T19" fmla="*/ 90 h 252"/>
                <a:gd name="T20" fmla="*/ 190 w 190"/>
                <a:gd name="T21" fmla="*/ 38 h 252"/>
                <a:gd name="T22" fmla="*/ 190 w 190"/>
                <a:gd name="T23" fmla="*/ 0 h 252"/>
                <a:gd name="T24" fmla="*/ 190 w 190"/>
                <a:gd name="T25" fmla="*/ 0 h 252"/>
                <a:gd name="T26" fmla="*/ 190 w 190"/>
                <a:gd name="T27" fmla="*/ 0 h 252"/>
                <a:gd name="T28" fmla="*/ 190 w 190"/>
                <a:gd name="T29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0" h="252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83" name="Freeform 15">
              <a:extLst>
                <a:ext uri="{FF2B5EF4-FFF2-40B4-BE49-F238E27FC236}">
                  <a16:creationId xmlns:a16="http://schemas.microsoft.com/office/drawing/2014/main" id="{FDC4EFCA-E660-8EC7-B552-F42D61EC37F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170" y="4188"/>
              <a:ext cx="230" cy="132"/>
            </a:xfrm>
            <a:custGeom>
              <a:avLst/>
              <a:gdLst>
                <a:gd name="T0" fmla="*/ 197 w 230"/>
                <a:gd name="T1" fmla="*/ 0 h 132"/>
                <a:gd name="T2" fmla="*/ 191 w 230"/>
                <a:gd name="T3" fmla="*/ 0 h 132"/>
                <a:gd name="T4" fmla="*/ 185 w 230"/>
                <a:gd name="T5" fmla="*/ 0 h 132"/>
                <a:gd name="T6" fmla="*/ 173 w 230"/>
                <a:gd name="T7" fmla="*/ 0 h 132"/>
                <a:gd name="T8" fmla="*/ 161 w 230"/>
                <a:gd name="T9" fmla="*/ 0 h 132"/>
                <a:gd name="T10" fmla="*/ 155 w 230"/>
                <a:gd name="T11" fmla="*/ 0 h 132"/>
                <a:gd name="T12" fmla="*/ 138 w 230"/>
                <a:gd name="T13" fmla="*/ 6 h 132"/>
                <a:gd name="T14" fmla="*/ 132 w 230"/>
                <a:gd name="T15" fmla="*/ 6 h 132"/>
                <a:gd name="T16" fmla="*/ 35 w 230"/>
                <a:gd name="T17" fmla="*/ 18 h 132"/>
                <a:gd name="T18" fmla="*/ 11 w 230"/>
                <a:gd name="T19" fmla="*/ 30 h 132"/>
                <a:gd name="T20" fmla="*/ 23 w 230"/>
                <a:gd name="T21" fmla="*/ 54 h 132"/>
                <a:gd name="T22" fmla="*/ 0 w 230"/>
                <a:gd name="T23" fmla="*/ 100 h 132"/>
                <a:gd name="T24" fmla="*/ 0 w 230"/>
                <a:gd name="T25" fmla="*/ 132 h 132"/>
                <a:gd name="T26" fmla="*/ 162 w 230"/>
                <a:gd name="T27" fmla="*/ 132 h 132"/>
                <a:gd name="T28" fmla="*/ 204 w 230"/>
                <a:gd name="T29" fmla="*/ 88 h 132"/>
                <a:gd name="T30" fmla="*/ 230 w 230"/>
                <a:gd name="T31" fmla="*/ 46 h 132"/>
                <a:gd name="T32" fmla="*/ 214 w 230"/>
                <a:gd name="T33" fmla="*/ 24 h 132"/>
                <a:gd name="T34" fmla="*/ 215 w 230"/>
                <a:gd name="T35" fmla="*/ 0 h 132"/>
                <a:gd name="T36" fmla="*/ 209 w 230"/>
                <a:gd name="T37" fmla="*/ 0 h 132"/>
                <a:gd name="T38" fmla="*/ 203 w 230"/>
                <a:gd name="T39" fmla="*/ 0 h 132"/>
                <a:gd name="T40" fmla="*/ 203 w 230"/>
                <a:gd name="T41" fmla="*/ 0 h 132"/>
                <a:gd name="T42" fmla="*/ 197 w 230"/>
                <a:gd name="T43" fmla="*/ 0 h 132"/>
                <a:gd name="T44" fmla="*/ 197 w 230"/>
                <a:gd name="T45" fmla="*/ 0 h 132"/>
                <a:gd name="T46" fmla="*/ 197 w 230"/>
                <a:gd name="T4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0" h="132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84" name="Freeform 16">
              <a:extLst>
                <a:ext uri="{FF2B5EF4-FFF2-40B4-BE49-F238E27FC236}">
                  <a16:creationId xmlns:a16="http://schemas.microsoft.com/office/drawing/2014/main" id="{465CA11C-A899-AC42-B191-77304D5B694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44" y="4218"/>
              <a:ext cx="89" cy="102"/>
            </a:xfrm>
            <a:custGeom>
              <a:avLst/>
              <a:gdLst>
                <a:gd name="T0" fmla="*/ 71 w 89"/>
                <a:gd name="T1" fmla="*/ 0 h 102"/>
                <a:gd name="T2" fmla="*/ 66 w 89"/>
                <a:gd name="T3" fmla="*/ 48 h 102"/>
                <a:gd name="T4" fmla="*/ 30 w 89"/>
                <a:gd name="T5" fmla="*/ 72 h 102"/>
                <a:gd name="T6" fmla="*/ 0 w 89"/>
                <a:gd name="T7" fmla="*/ 102 h 102"/>
                <a:gd name="T8" fmla="*/ 66 w 89"/>
                <a:gd name="T9" fmla="*/ 102 h 102"/>
                <a:gd name="T10" fmla="*/ 88 w 89"/>
                <a:gd name="T11" fmla="*/ 56 h 102"/>
                <a:gd name="T12" fmla="*/ 89 w 89"/>
                <a:gd name="T13" fmla="*/ 6 h 102"/>
                <a:gd name="T14" fmla="*/ 71 w 89"/>
                <a:gd name="T15" fmla="*/ 0 h 102"/>
                <a:gd name="T16" fmla="*/ 71 w 89"/>
                <a:gd name="T17" fmla="*/ 0 h 102"/>
                <a:gd name="T18" fmla="*/ 71 w 89"/>
                <a:gd name="T1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" h="102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85" name="Freeform 17">
              <a:extLst>
                <a:ext uri="{FF2B5EF4-FFF2-40B4-BE49-F238E27FC236}">
                  <a16:creationId xmlns:a16="http://schemas.microsoft.com/office/drawing/2014/main" id="{AAC5D611-28E9-FF2C-F922-B569D5CBCD8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482" y="3367"/>
              <a:ext cx="278" cy="953"/>
            </a:xfrm>
            <a:custGeom>
              <a:avLst/>
              <a:gdLst>
                <a:gd name="T0" fmla="*/ 278 w 278"/>
                <a:gd name="T1" fmla="*/ 24 h 953"/>
                <a:gd name="T2" fmla="*/ 272 w 278"/>
                <a:gd name="T3" fmla="*/ 24 h 953"/>
                <a:gd name="T4" fmla="*/ 272 w 278"/>
                <a:gd name="T5" fmla="*/ 18 h 953"/>
                <a:gd name="T6" fmla="*/ 266 w 278"/>
                <a:gd name="T7" fmla="*/ 18 h 953"/>
                <a:gd name="T8" fmla="*/ 254 w 278"/>
                <a:gd name="T9" fmla="*/ 12 h 953"/>
                <a:gd name="T10" fmla="*/ 236 w 278"/>
                <a:gd name="T11" fmla="*/ 6 h 953"/>
                <a:gd name="T12" fmla="*/ 212 w 278"/>
                <a:gd name="T13" fmla="*/ 0 h 953"/>
                <a:gd name="T14" fmla="*/ 206 w 278"/>
                <a:gd name="T15" fmla="*/ 6 h 953"/>
                <a:gd name="T16" fmla="*/ 198 w 278"/>
                <a:gd name="T17" fmla="*/ 129 h 953"/>
                <a:gd name="T18" fmla="*/ 184 w 278"/>
                <a:gd name="T19" fmla="*/ 209 h 953"/>
                <a:gd name="T20" fmla="*/ 182 w 278"/>
                <a:gd name="T21" fmla="*/ 249 h 953"/>
                <a:gd name="T22" fmla="*/ 200 w 278"/>
                <a:gd name="T23" fmla="*/ 339 h 953"/>
                <a:gd name="T24" fmla="*/ 186 w 278"/>
                <a:gd name="T25" fmla="*/ 481 h 953"/>
                <a:gd name="T26" fmla="*/ 176 w 278"/>
                <a:gd name="T27" fmla="*/ 521 h 953"/>
                <a:gd name="T28" fmla="*/ 156 w 278"/>
                <a:gd name="T29" fmla="*/ 601 h 953"/>
                <a:gd name="T30" fmla="*/ 172 w 278"/>
                <a:gd name="T31" fmla="*/ 681 h 953"/>
                <a:gd name="T32" fmla="*/ 138 w 278"/>
                <a:gd name="T33" fmla="*/ 765 h 953"/>
                <a:gd name="T34" fmla="*/ 96 w 278"/>
                <a:gd name="T35" fmla="*/ 847 h 953"/>
                <a:gd name="T36" fmla="*/ 50 w 278"/>
                <a:gd name="T37" fmla="*/ 899 h 953"/>
                <a:gd name="T38" fmla="*/ 0 w 278"/>
                <a:gd name="T39" fmla="*/ 953 h 953"/>
                <a:gd name="T40" fmla="*/ 278 w 278"/>
                <a:gd name="T41" fmla="*/ 953 h 953"/>
                <a:gd name="T42" fmla="*/ 278 w 278"/>
                <a:gd name="T43" fmla="*/ 24 h 953"/>
                <a:gd name="T44" fmla="*/ 278 w 278"/>
                <a:gd name="T45" fmla="*/ 24 h 953"/>
                <a:gd name="T46" fmla="*/ 278 w 278"/>
                <a:gd name="T47" fmla="*/ 24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8" h="953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2786" name="Rectangle 18">
            <a:extLst>
              <a:ext uri="{FF2B5EF4-FFF2-40B4-BE49-F238E27FC236}">
                <a16:creationId xmlns:a16="http://schemas.microsoft.com/office/drawing/2014/main" id="{351966D1-D181-7C93-1502-828A37C7E8DA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00200"/>
            <a:ext cx="7772400" cy="1828800"/>
          </a:xfrm>
        </p:spPr>
        <p:txBody>
          <a:bodyPr anchor="b"/>
          <a:lstStyle>
            <a:lvl1pPr>
              <a:defRPr sz="57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32787" name="Rectangle 19">
            <a:extLst>
              <a:ext uri="{FF2B5EF4-FFF2-40B4-BE49-F238E27FC236}">
                <a16:creationId xmlns:a16="http://schemas.microsoft.com/office/drawing/2014/main" id="{BB5D470E-3976-CF63-F8F9-DF909221E446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32788" name="Rectangle 20">
            <a:extLst>
              <a:ext uri="{FF2B5EF4-FFF2-40B4-BE49-F238E27FC236}">
                <a16:creationId xmlns:a16="http://schemas.microsoft.com/office/drawing/2014/main" id="{9565C6D5-4C35-7FBE-5EDE-0D37BDFCAA53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2789" name="Rectangle 21">
            <a:extLst>
              <a:ext uri="{FF2B5EF4-FFF2-40B4-BE49-F238E27FC236}">
                <a16:creationId xmlns:a16="http://schemas.microsoft.com/office/drawing/2014/main" id="{2EA780FC-14B4-1218-5C6D-85DB7028C2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2790" name="Rectangle 22">
            <a:extLst>
              <a:ext uri="{FF2B5EF4-FFF2-40B4-BE49-F238E27FC236}">
                <a16:creationId xmlns:a16="http://schemas.microsoft.com/office/drawing/2014/main" id="{C11C02BB-5C5A-EC53-2DDF-D05286DDC5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E012F7C-0D10-481E-9C8C-A45F36B105C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25456-3900-48F1-6AFE-8021442E0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6094D6-239B-CA49-EA9E-D10AD9FE2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B212CE-A5FC-D2BA-593F-650C605D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B52B0B-6545-968D-C06B-4231BB74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85112C-5327-7352-C764-01ED3574F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9B0481-6ECD-44EF-BDB2-356FCD259E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864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5739F-0AD7-A50D-9C3C-5C310C2C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DD75DA-A775-DE7B-9620-499D46AEE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2FADAB-7B83-73B6-37F9-E7BC83A65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A1E46E-8FC4-BF89-2888-6CDD2A87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59B193-3116-EF2D-8AF8-2D15BEE6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1117A6-69E5-4937-90D5-A2E94C16BC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291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67BE8-CA07-8ED3-78FC-AB99A050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DA93E1-C0F1-215D-A2D5-D87074176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5CB825-7737-C93C-6B44-406C5567B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F1A8E1-AEA4-DCC7-59B8-7DDE66BD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6027C5-79C1-C6F5-0E5F-F26840DD6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3318EA-EC9D-4E85-8084-9514330C4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909FB4-BB31-44A5-9201-E872208728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6905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914A9-62B2-0D44-404A-2003B4B0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C40AEF-7770-EFF6-1D17-F6866674F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DE3D62-A9E8-B616-1D42-F969CA1BC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29C203-B03B-C440-E23F-BB04DE8EA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5D74F0B-7A4F-1C9E-D890-95B1A9087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1B650B8-56F1-4805-0098-068CECFB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AD0CA8E-050F-8E1A-C07C-0BFC196E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CFD4FAB-6B47-0693-7B8A-688578D2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113187-32CB-4181-9098-E65D83264C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0222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4CC68-801E-DFC8-0136-0236452E3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FFF411-DA18-F8AD-CD68-7506D129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B7BBD87-BF7F-4C5B-0344-C32BE4986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85967F1-5C39-7FC2-C070-58E2BABA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CF288-C16C-49F8-9431-19224C941B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927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C2303C-E548-E620-523B-43F36B72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3D26A9-58B1-8CC1-903E-704D58FD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41143C-34DD-10F8-2C46-A1C61CCB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E49BF3-4E78-48DF-827B-F44430D8B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897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18095-7343-C1C9-7B93-59222FEF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8E955D-015D-B8CA-11C2-0BA1AFF79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A38692-521E-F720-0DEF-A8146D4CE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802CFF-9A32-C768-EACB-47223235F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D6EF30-6BF4-9FB4-2D8F-C75281A2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D5CCD7-1A33-81A5-B698-9D85F415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4521F4-E230-4078-AD97-161EDF2059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286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0C207-F7AE-15E5-8E71-62DB55918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774DCC3-F0B7-AA10-A72C-602A4BBD5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DEE245-DF8A-0ECC-886C-BEF3B2696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0DA6E7-6368-3351-D338-49949A3E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857FE6-CFDC-ADC0-BA59-65EA01FB9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57A65B-155F-70D3-5815-8F08D0BB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174D1-D21C-4056-A7BE-068D11E0D9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3213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BAE83-30E4-0D4D-38C8-0B78B386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E975FC-F37D-EF69-5FB8-E4F6A57C0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C384B0-479E-810B-46B7-CFFEF788A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EFDF8A-D4F2-DCAA-03C9-E5ECA2BBC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4C16E9-FD73-820B-BACF-8803955C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716236-26F4-4116-A5C6-4601A668BB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52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D91AC7-82C5-624E-6F32-52B9D5B0E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F93143-08E5-805E-CE88-8C3069E9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777036-E30D-E27C-9E91-3542E7894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073BB-45B3-1DEF-4DA0-9CF4B525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6E8F18-E8B4-47C6-4604-6C2E6529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2E8DEA-173F-42AA-84E4-EACA5CD57D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9703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63529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>
            <a:extLst>
              <a:ext uri="{FF2B5EF4-FFF2-40B4-BE49-F238E27FC236}">
                <a16:creationId xmlns:a16="http://schemas.microsoft.com/office/drawing/2014/main" id="{F6B97834-A58A-975B-003D-658E57A7F4D1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5345113"/>
            <a:ext cx="4427537" cy="1512887"/>
            <a:chOff x="2971" y="3367"/>
            <a:chExt cx="2789" cy="953"/>
          </a:xfrm>
        </p:grpSpPr>
        <p:sp>
          <p:nvSpPr>
            <p:cNvPr id="31747" name="Freeform 3">
              <a:extLst>
                <a:ext uri="{FF2B5EF4-FFF2-40B4-BE49-F238E27FC236}">
                  <a16:creationId xmlns:a16="http://schemas.microsoft.com/office/drawing/2014/main" id="{A4FA6B8C-F11B-E1FD-8690-60D08BAFF7D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971" y="3367"/>
              <a:ext cx="2789" cy="953"/>
            </a:xfrm>
            <a:custGeom>
              <a:avLst/>
              <a:gdLst>
                <a:gd name="T0" fmla="*/ 2768 w 2780"/>
                <a:gd name="T1" fmla="*/ 18 h 953"/>
                <a:gd name="T2" fmla="*/ 2678 w 2780"/>
                <a:gd name="T3" fmla="*/ 24 h 953"/>
                <a:gd name="T4" fmla="*/ 2613 w 2780"/>
                <a:gd name="T5" fmla="*/ 102 h 953"/>
                <a:gd name="T6" fmla="*/ 2511 w 2780"/>
                <a:gd name="T7" fmla="*/ 156 h 953"/>
                <a:gd name="T8" fmla="*/ 2505 w 2780"/>
                <a:gd name="T9" fmla="*/ 222 h 953"/>
                <a:gd name="T10" fmla="*/ 2487 w 2780"/>
                <a:gd name="T11" fmla="*/ 246 h 953"/>
                <a:gd name="T12" fmla="*/ 2469 w 2780"/>
                <a:gd name="T13" fmla="*/ 252 h 953"/>
                <a:gd name="T14" fmla="*/ 2397 w 2780"/>
                <a:gd name="T15" fmla="*/ 210 h 953"/>
                <a:gd name="T16" fmla="*/ 2260 w 2780"/>
                <a:gd name="T17" fmla="*/ 192 h 953"/>
                <a:gd name="T18" fmla="*/ 2236 w 2780"/>
                <a:gd name="T19" fmla="*/ 186 h 953"/>
                <a:gd name="T20" fmla="*/ 2218 w 2780"/>
                <a:gd name="T21" fmla="*/ 192 h 953"/>
                <a:gd name="T22" fmla="*/ 2146 w 2780"/>
                <a:gd name="T23" fmla="*/ 228 h 953"/>
                <a:gd name="T24" fmla="*/ 2110 w 2780"/>
                <a:gd name="T25" fmla="*/ 240 h 953"/>
                <a:gd name="T26" fmla="*/ 2086 w 2780"/>
                <a:gd name="T27" fmla="*/ 246 h 953"/>
                <a:gd name="T28" fmla="*/ 2074 w 2780"/>
                <a:gd name="T29" fmla="*/ 258 h 953"/>
                <a:gd name="T30" fmla="*/ 2074 w 2780"/>
                <a:gd name="T31" fmla="*/ 276 h 953"/>
                <a:gd name="T32" fmla="*/ 2051 w 2780"/>
                <a:gd name="T33" fmla="*/ 300 h 953"/>
                <a:gd name="T34" fmla="*/ 2033 w 2780"/>
                <a:gd name="T35" fmla="*/ 312 h 953"/>
                <a:gd name="T36" fmla="*/ 2021 w 2780"/>
                <a:gd name="T37" fmla="*/ 324 h 953"/>
                <a:gd name="T38" fmla="*/ 2009 w 2780"/>
                <a:gd name="T39" fmla="*/ 336 h 953"/>
                <a:gd name="T40" fmla="*/ 1979 w 2780"/>
                <a:gd name="T41" fmla="*/ 342 h 953"/>
                <a:gd name="T42" fmla="*/ 1913 w 2780"/>
                <a:gd name="T43" fmla="*/ 336 h 953"/>
                <a:gd name="T44" fmla="*/ 1877 w 2780"/>
                <a:gd name="T45" fmla="*/ 330 h 953"/>
                <a:gd name="T46" fmla="*/ 1865 w 2780"/>
                <a:gd name="T47" fmla="*/ 342 h 953"/>
                <a:gd name="T48" fmla="*/ 1853 w 2780"/>
                <a:gd name="T49" fmla="*/ 354 h 953"/>
                <a:gd name="T50" fmla="*/ 1823 w 2780"/>
                <a:gd name="T51" fmla="*/ 360 h 953"/>
                <a:gd name="T52" fmla="*/ 1764 w 2780"/>
                <a:gd name="T53" fmla="*/ 342 h 953"/>
                <a:gd name="T54" fmla="*/ 1740 w 2780"/>
                <a:gd name="T55" fmla="*/ 342 h 953"/>
                <a:gd name="T56" fmla="*/ 1716 w 2780"/>
                <a:gd name="T57" fmla="*/ 354 h 953"/>
                <a:gd name="T58" fmla="*/ 1656 w 2780"/>
                <a:gd name="T59" fmla="*/ 425 h 953"/>
                <a:gd name="T60" fmla="*/ 1614 w 2780"/>
                <a:gd name="T61" fmla="*/ 569 h 953"/>
                <a:gd name="T62" fmla="*/ 1614 w 2780"/>
                <a:gd name="T63" fmla="*/ 593 h 953"/>
                <a:gd name="T64" fmla="*/ 1620 w 2780"/>
                <a:gd name="T65" fmla="*/ 641 h 953"/>
                <a:gd name="T66" fmla="*/ 1638 w 2780"/>
                <a:gd name="T67" fmla="*/ 659 h 953"/>
                <a:gd name="T68" fmla="*/ 1632 w 2780"/>
                <a:gd name="T69" fmla="*/ 671 h 953"/>
                <a:gd name="T70" fmla="*/ 1620 w 2780"/>
                <a:gd name="T71" fmla="*/ 683 h 953"/>
                <a:gd name="T72" fmla="*/ 1542 w 2780"/>
                <a:gd name="T73" fmla="*/ 689 h 953"/>
                <a:gd name="T74" fmla="*/ 1465 w 2780"/>
                <a:gd name="T75" fmla="*/ 629 h 953"/>
                <a:gd name="T76" fmla="*/ 1333 w 2780"/>
                <a:gd name="T77" fmla="*/ 587 h 953"/>
                <a:gd name="T78" fmla="*/ 1184 w 2780"/>
                <a:gd name="T79" fmla="*/ 671 h 953"/>
                <a:gd name="T80" fmla="*/ 1016 w 2780"/>
                <a:gd name="T81" fmla="*/ 731 h 953"/>
                <a:gd name="T82" fmla="*/ 813 w 2780"/>
                <a:gd name="T83" fmla="*/ 743 h 953"/>
                <a:gd name="T84" fmla="*/ 628 w 2780"/>
                <a:gd name="T85" fmla="*/ 701 h 953"/>
                <a:gd name="T86" fmla="*/ 568 w 2780"/>
                <a:gd name="T87" fmla="*/ 695 h 953"/>
                <a:gd name="T88" fmla="*/ 556 w 2780"/>
                <a:gd name="T89" fmla="*/ 701 h 953"/>
                <a:gd name="T90" fmla="*/ 520 w 2780"/>
                <a:gd name="T91" fmla="*/ 731 h 953"/>
                <a:gd name="T92" fmla="*/ 436 w 2780"/>
                <a:gd name="T93" fmla="*/ 809 h 953"/>
                <a:gd name="T94" fmla="*/ 406 w 2780"/>
                <a:gd name="T95" fmla="*/ 821 h 953"/>
                <a:gd name="T96" fmla="*/ 382 w 2780"/>
                <a:gd name="T97" fmla="*/ 821 h 953"/>
                <a:gd name="T98" fmla="*/ 335 w 2780"/>
                <a:gd name="T99" fmla="*/ 827 h 953"/>
                <a:gd name="T100" fmla="*/ 209 w 2780"/>
                <a:gd name="T101" fmla="*/ 851 h 953"/>
                <a:gd name="T102" fmla="*/ 173 w 2780"/>
                <a:gd name="T103" fmla="*/ 857 h 953"/>
                <a:gd name="T104" fmla="*/ 125 w 2780"/>
                <a:gd name="T105" fmla="*/ 851 h 953"/>
                <a:gd name="T106" fmla="*/ 107 w 2780"/>
                <a:gd name="T107" fmla="*/ 857 h 953"/>
                <a:gd name="T108" fmla="*/ 101 w 2780"/>
                <a:gd name="T109" fmla="*/ 875 h 953"/>
                <a:gd name="T110" fmla="*/ 83 w 2780"/>
                <a:gd name="T111" fmla="*/ 887 h 953"/>
                <a:gd name="T112" fmla="*/ 48 w 2780"/>
                <a:gd name="T113" fmla="*/ 899 h 953"/>
                <a:gd name="T114" fmla="*/ 2780 w 2780"/>
                <a:gd name="T115" fmla="*/ 24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780" h="953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  <a:lnTo>
                    <a:pt x="2780" y="24"/>
                  </a:lnTo>
                  <a:lnTo>
                    <a:pt x="2780" y="24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48" name="Freeform 4">
              <a:extLst>
                <a:ext uri="{FF2B5EF4-FFF2-40B4-BE49-F238E27FC236}">
                  <a16:creationId xmlns:a16="http://schemas.microsoft.com/office/drawing/2014/main" id="{B8D1E9BA-D16B-A4F6-D18F-C945D6CEE14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602" y="4014"/>
              <a:ext cx="12" cy="18"/>
            </a:xfrm>
            <a:custGeom>
              <a:avLst/>
              <a:gdLst>
                <a:gd name="T0" fmla="*/ 12 w 12"/>
                <a:gd name="T1" fmla="*/ 18 h 18"/>
                <a:gd name="T2" fmla="*/ 12 w 12"/>
                <a:gd name="T3" fmla="*/ 12 h 18"/>
                <a:gd name="T4" fmla="*/ 6 w 12"/>
                <a:gd name="T5" fmla="*/ 6 h 18"/>
                <a:gd name="T6" fmla="*/ 6 w 12"/>
                <a:gd name="T7" fmla="*/ 6 h 18"/>
                <a:gd name="T8" fmla="*/ 0 w 12"/>
                <a:gd name="T9" fmla="*/ 0 h 18"/>
                <a:gd name="T10" fmla="*/ 12 w 12"/>
                <a:gd name="T11" fmla="*/ 18 h 18"/>
                <a:gd name="T12" fmla="*/ 12 w 12"/>
                <a:gd name="T13" fmla="*/ 18 h 18"/>
                <a:gd name="T14" fmla="*/ 12 w 12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8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49" name="Freeform 5">
              <a:extLst>
                <a:ext uri="{FF2B5EF4-FFF2-40B4-BE49-F238E27FC236}">
                  <a16:creationId xmlns:a16="http://schemas.microsoft.com/office/drawing/2014/main" id="{DF3A9437-7D29-B23E-5C8F-DACF07DE3D0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596" y="3996"/>
              <a:ext cx="6" cy="18"/>
            </a:xfrm>
            <a:custGeom>
              <a:avLst/>
              <a:gdLst>
                <a:gd name="T0" fmla="*/ 0 w 6"/>
                <a:gd name="T1" fmla="*/ 12 h 18"/>
                <a:gd name="T2" fmla="*/ 6 w 6"/>
                <a:gd name="T3" fmla="*/ 18 h 18"/>
                <a:gd name="T4" fmla="*/ 0 w 6"/>
                <a:gd name="T5" fmla="*/ 0 h 18"/>
                <a:gd name="T6" fmla="*/ 0 w 6"/>
                <a:gd name="T7" fmla="*/ 12 h 18"/>
                <a:gd name="T8" fmla="*/ 0 w 6"/>
                <a:gd name="T9" fmla="*/ 12 h 18"/>
                <a:gd name="T10" fmla="*/ 0 w 6"/>
                <a:gd name="T1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0" name="Freeform 6">
              <a:extLst>
                <a:ext uri="{FF2B5EF4-FFF2-40B4-BE49-F238E27FC236}">
                  <a16:creationId xmlns:a16="http://schemas.microsoft.com/office/drawing/2014/main" id="{46D54445-D3BB-45A3-DF05-88F8F86AA3E6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180" y="3577"/>
              <a:ext cx="304" cy="741"/>
            </a:xfrm>
            <a:custGeom>
              <a:avLst/>
              <a:gdLst>
                <a:gd name="T0" fmla="*/ 280 w 304"/>
                <a:gd name="T1" fmla="*/ 42 h 741"/>
                <a:gd name="T2" fmla="*/ 274 w 304"/>
                <a:gd name="T3" fmla="*/ 42 h 741"/>
                <a:gd name="T4" fmla="*/ 268 w 304"/>
                <a:gd name="T5" fmla="*/ 42 h 741"/>
                <a:gd name="T6" fmla="*/ 256 w 304"/>
                <a:gd name="T7" fmla="*/ 42 h 741"/>
                <a:gd name="T8" fmla="*/ 238 w 304"/>
                <a:gd name="T9" fmla="*/ 48 h 741"/>
                <a:gd name="T10" fmla="*/ 214 w 304"/>
                <a:gd name="T11" fmla="*/ 12 h 741"/>
                <a:gd name="T12" fmla="*/ 196 w 304"/>
                <a:gd name="T13" fmla="*/ 0 h 741"/>
                <a:gd name="T14" fmla="*/ 196 w 304"/>
                <a:gd name="T15" fmla="*/ 0 h 741"/>
                <a:gd name="T16" fmla="*/ 164 w 304"/>
                <a:gd name="T17" fmla="*/ 167 h 741"/>
                <a:gd name="T18" fmla="*/ 144 w 304"/>
                <a:gd name="T19" fmla="*/ 217 h 741"/>
                <a:gd name="T20" fmla="*/ 110 w 304"/>
                <a:gd name="T21" fmla="*/ 281 h 741"/>
                <a:gd name="T22" fmla="*/ 96 w 304"/>
                <a:gd name="T23" fmla="*/ 327 h 741"/>
                <a:gd name="T24" fmla="*/ 124 w 304"/>
                <a:gd name="T25" fmla="*/ 405 h 741"/>
                <a:gd name="T26" fmla="*/ 100 w 304"/>
                <a:gd name="T27" fmla="*/ 463 h 741"/>
                <a:gd name="T28" fmla="*/ 68 w 304"/>
                <a:gd name="T29" fmla="*/ 503 h 741"/>
                <a:gd name="T30" fmla="*/ 30 w 304"/>
                <a:gd name="T31" fmla="*/ 539 h 741"/>
                <a:gd name="T32" fmla="*/ 24 w 304"/>
                <a:gd name="T33" fmla="*/ 613 h 741"/>
                <a:gd name="T34" fmla="*/ 0 w 304"/>
                <a:gd name="T35" fmla="*/ 741 h 741"/>
                <a:gd name="T36" fmla="*/ 202 w 304"/>
                <a:gd name="T37" fmla="*/ 741 h 741"/>
                <a:gd name="T38" fmla="*/ 180 w 304"/>
                <a:gd name="T39" fmla="*/ 639 h 741"/>
                <a:gd name="T40" fmla="*/ 192 w 304"/>
                <a:gd name="T41" fmla="*/ 589 h 741"/>
                <a:gd name="T42" fmla="*/ 178 w 304"/>
                <a:gd name="T43" fmla="*/ 539 h 741"/>
                <a:gd name="T44" fmla="*/ 190 w 304"/>
                <a:gd name="T45" fmla="*/ 499 h 741"/>
                <a:gd name="T46" fmla="*/ 184 w 304"/>
                <a:gd name="T47" fmla="*/ 465 h 741"/>
                <a:gd name="T48" fmla="*/ 192 w 304"/>
                <a:gd name="T49" fmla="*/ 391 h 741"/>
                <a:gd name="T50" fmla="*/ 216 w 304"/>
                <a:gd name="T51" fmla="*/ 313 h 741"/>
                <a:gd name="T52" fmla="*/ 238 w 304"/>
                <a:gd name="T53" fmla="*/ 249 h 741"/>
                <a:gd name="T54" fmla="*/ 268 w 304"/>
                <a:gd name="T55" fmla="*/ 185 h 741"/>
                <a:gd name="T56" fmla="*/ 284 w 304"/>
                <a:gd name="T57" fmla="*/ 159 h 741"/>
                <a:gd name="T58" fmla="*/ 304 w 304"/>
                <a:gd name="T59" fmla="*/ 12 h 741"/>
                <a:gd name="T60" fmla="*/ 298 w 304"/>
                <a:gd name="T61" fmla="*/ 24 h 741"/>
                <a:gd name="T62" fmla="*/ 292 w 304"/>
                <a:gd name="T63" fmla="*/ 30 h 741"/>
                <a:gd name="T64" fmla="*/ 292 w 304"/>
                <a:gd name="T65" fmla="*/ 36 h 741"/>
                <a:gd name="T66" fmla="*/ 286 w 304"/>
                <a:gd name="T67" fmla="*/ 36 h 741"/>
                <a:gd name="T68" fmla="*/ 286 w 304"/>
                <a:gd name="T69" fmla="*/ 42 h 741"/>
                <a:gd name="T70" fmla="*/ 280 w 304"/>
                <a:gd name="T71" fmla="*/ 42 h 741"/>
                <a:gd name="T72" fmla="*/ 280 w 304"/>
                <a:gd name="T73" fmla="*/ 42 h 741"/>
                <a:gd name="T74" fmla="*/ 280 w 304"/>
                <a:gd name="T75" fmla="*/ 42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04" h="741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1" name="Freeform 7">
              <a:extLst>
                <a:ext uri="{FF2B5EF4-FFF2-40B4-BE49-F238E27FC236}">
                  <a16:creationId xmlns:a16="http://schemas.microsoft.com/office/drawing/2014/main" id="{2BF32DF6-8CAE-6F1B-B928-5E08A249AA4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918" y="3553"/>
              <a:ext cx="314" cy="767"/>
            </a:xfrm>
            <a:custGeom>
              <a:avLst/>
              <a:gdLst>
                <a:gd name="T0" fmla="*/ 284 w 314"/>
                <a:gd name="T1" fmla="*/ 6 h 767"/>
                <a:gd name="T2" fmla="*/ 278 w 314"/>
                <a:gd name="T3" fmla="*/ 6 h 767"/>
                <a:gd name="T4" fmla="*/ 272 w 314"/>
                <a:gd name="T5" fmla="*/ 12 h 767"/>
                <a:gd name="T6" fmla="*/ 254 w 314"/>
                <a:gd name="T7" fmla="*/ 18 h 767"/>
                <a:gd name="T8" fmla="*/ 230 w 314"/>
                <a:gd name="T9" fmla="*/ 24 h 767"/>
                <a:gd name="T10" fmla="*/ 206 w 314"/>
                <a:gd name="T11" fmla="*/ 42 h 767"/>
                <a:gd name="T12" fmla="*/ 188 w 314"/>
                <a:gd name="T13" fmla="*/ 48 h 767"/>
                <a:gd name="T14" fmla="*/ 176 w 314"/>
                <a:gd name="T15" fmla="*/ 54 h 767"/>
                <a:gd name="T16" fmla="*/ 170 w 314"/>
                <a:gd name="T17" fmla="*/ 54 h 767"/>
                <a:gd name="T18" fmla="*/ 150 w 314"/>
                <a:gd name="T19" fmla="*/ 169 h 767"/>
                <a:gd name="T20" fmla="*/ 110 w 314"/>
                <a:gd name="T21" fmla="*/ 225 h 767"/>
                <a:gd name="T22" fmla="*/ 54 w 314"/>
                <a:gd name="T23" fmla="*/ 383 h 767"/>
                <a:gd name="T24" fmla="*/ 82 w 314"/>
                <a:gd name="T25" fmla="*/ 555 h 767"/>
                <a:gd name="T26" fmla="*/ 40 w 314"/>
                <a:gd name="T27" fmla="*/ 679 h 767"/>
                <a:gd name="T28" fmla="*/ 0 w 314"/>
                <a:gd name="T29" fmla="*/ 767 h 767"/>
                <a:gd name="T30" fmla="*/ 108 w 314"/>
                <a:gd name="T31" fmla="*/ 767 h 767"/>
                <a:gd name="T32" fmla="*/ 120 w 314"/>
                <a:gd name="T33" fmla="*/ 611 h 767"/>
                <a:gd name="T34" fmla="*/ 148 w 314"/>
                <a:gd name="T35" fmla="*/ 499 h 767"/>
                <a:gd name="T36" fmla="*/ 160 w 314"/>
                <a:gd name="T37" fmla="*/ 367 h 767"/>
                <a:gd name="T38" fmla="*/ 218 w 314"/>
                <a:gd name="T39" fmla="*/ 327 h 767"/>
                <a:gd name="T40" fmla="*/ 238 w 314"/>
                <a:gd name="T41" fmla="*/ 221 h 767"/>
                <a:gd name="T42" fmla="*/ 296 w 314"/>
                <a:gd name="T43" fmla="*/ 135 h 767"/>
                <a:gd name="T44" fmla="*/ 314 w 314"/>
                <a:gd name="T45" fmla="*/ 0 h 767"/>
                <a:gd name="T46" fmla="*/ 302 w 314"/>
                <a:gd name="T47" fmla="*/ 0 h 767"/>
                <a:gd name="T48" fmla="*/ 296 w 314"/>
                <a:gd name="T49" fmla="*/ 0 h 767"/>
                <a:gd name="T50" fmla="*/ 290 w 314"/>
                <a:gd name="T51" fmla="*/ 0 h 767"/>
                <a:gd name="T52" fmla="*/ 284 w 314"/>
                <a:gd name="T53" fmla="*/ 6 h 767"/>
                <a:gd name="T54" fmla="*/ 284 w 314"/>
                <a:gd name="T55" fmla="*/ 6 h 767"/>
                <a:gd name="T56" fmla="*/ 284 w 314"/>
                <a:gd name="T57" fmla="*/ 6 h 767"/>
                <a:gd name="T58" fmla="*/ 284 w 314"/>
                <a:gd name="T59" fmla="*/ 6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4" h="767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2" name="Freeform 8">
              <a:extLst>
                <a:ext uri="{FF2B5EF4-FFF2-40B4-BE49-F238E27FC236}">
                  <a16:creationId xmlns:a16="http://schemas.microsoft.com/office/drawing/2014/main" id="{2EE2E948-0B0A-0802-9BF1-51829D71302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700" y="3697"/>
              <a:ext cx="275" cy="623"/>
            </a:xfrm>
            <a:custGeom>
              <a:avLst/>
              <a:gdLst>
                <a:gd name="T0" fmla="*/ 257 w 275"/>
                <a:gd name="T1" fmla="*/ 12 h 623"/>
                <a:gd name="T2" fmla="*/ 239 w 275"/>
                <a:gd name="T3" fmla="*/ 6 h 623"/>
                <a:gd name="T4" fmla="*/ 203 w 275"/>
                <a:gd name="T5" fmla="*/ 6 h 623"/>
                <a:gd name="T6" fmla="*/ 203 w 275"/>
                <a:gd name="T7" fmla="*/ 6 h 623"/>
                <a:gd name="T8" fmla="*/ 197 w 275"/>
                <a:gd name="T9" fmla="*/ 6 h 623"/>
                <a:gd name="T10" fmla="*/ 185 w 275"/>
                <a:gd name="T11" fmla="*/ 0 h 623"/>
                <a:gd name="T12" fmla="*/ 173 w 275"/>
                <a:gd name="T13" fmla="*/ 0 h 623"/>
                <a:gd name="T14" fmla="*/ 166 w 275"/>
                <a:gd name="T15" fmla="*/ 0 h 623"/>
                <a:gd name="T16" fmla="*/ 160 w 275"/>
                <a:gd name="T17" fmla="*/ 0 h 623"/>
                <a:gd name="T18" fmla="*/ 144 w 275"/>
                <a:gd name="T19" fmla="*/ 117 h 623"/>
                <a:gd name="T20" fmla="*/ 128 w 275"/>
                <a:gd name="T21" fmla="*/ 185 h 623"/>
                <a:gd name="T22" fmla="*/ 58 w 275"/>
                <a:gd name="T23" fmla="*/ 299 h 623"/>
                <a:gd name="T24" fmla="*/ 54 w 275"/>
                <a:gd name="T25" fmla="*/ 441 h 623"/>
                <a:gd name="T26" fmla="*/ 24 w 275"/>
                <a:gd name="T27" fmla="*/ 523 h 623"/>
                <a:gd name="T28" fmla="*/ 0 w 275"/>
                <a:gd name="T29" fmla="*/ 623 h 623"/>
                <a:gd name="T30" fmla="*/ 78 w 275"/>
                <a:gd name="T31" fmla="*/ 623 h 623"/>
                <a:gd name="T32" fmla="*/ 92 w 275"/>
                <a:gd name="T33" fmla="*/ 555 h 623"/>
                <a:gd name="T34" fmla="*/ 134 w 275"/>
                <a:gd name="T35" fmla="*/ 447 h 623"/>
                <a:gd name="T36" fmla="*/ 158 w 275"/>
                <a:gd name="T37" fmla="*/ 315 h 623"/>
                <a:gd name="T38" fmla="*/ 184 w 275"/>
                <a:gd name="T39" fmla="*/ 257 h 623"/>
                <a:gd name="T40" fmla="*/ 216 w 275"/>
                <a:gd name="T41" fmla="*/ 211 h 623"/>
                <a:gd name="T42" fmla="*/ 222 w 275"/>
                <a:gd name="T43" fmla="*/ 145 h 623"/>
                <a:gd name="T44" fmla="*/ 240 w 275"/>
                <a:gd name="T45" fmla="*/ 111 h 623"/>
                <a:gd name="T46" fmla="*/ 262 w 275"/>
                <a:gd name="T47" fmla="*/ 79 h 623"/>
                <a:gd name="T48" fmla="*/ 275 w 275"/>
                <a:gd name="T49" fmla="*/ 6 h 623"/>
                <a:gd name="T50" fmla="*/ 263 w 275"/>
                <a:gd name="T51" fmla="*/ 12 h 623"/>
                <a:gd name="T52" fmla="*/ 257 w 275"/>
                <a:gd name="T53" fmla="*/ 12 h 623"/>
                <a:gd name="T54" fmla="*/ 257 w 275"/>
                <a:gd name="T55" fmla="*/ 12 h 623"/>
                <a:gd name="T56" fmla="*/ 257 w 275"/>
                <a:gd name="T57" fmla="*/ 12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5" h="623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3" name="Freeform 9">
              <a:extLst>
                <a:ext uri="{FF2B5EF4-FFF2-40B4-BE49-F238E27FC236}">
                  <a16:creationId xmlns:a16="http://schemas.microsoft.com/office/drawing/2014/main" id="{12344524-3BA5-46D7-E11F-837EEAE9A19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522" y="3709"/>
              <a:ext cx="213" cy="611"/>
            </a:xfrm>
            <a:custGeom>
              <a:avLst/>
              <a:gdLst>
                <a:gd name="T0" fmla="*/ 171 w 213"/>
                <a:gd name="T1" fmla="*/ 12 h 611"/>
                <a:gd name="T2" fmla="*/ 159 w 213"/>
                <a:gd name="T3" fmla="*/ 24 h 611"/>
                <a:gd name="T4" fmla="*/ 153 w 213"/>
                <a:gd name="T5" fmla="*/ 36 h 611"/>
                <a:gd name="T6" fmla="*/ 128 w 213"/>
                <a:gd name="T7" fmla="*/ 60 h 611"/>
                <a:gd name="T8" fmla="*/ 110 w 213"/>
                <a:gd name="T9" fmla="*/ 83 h 611"/>
                <a:gd name="T10" fmla="*/ 86 w 213"/>
                <a:gd name="T11" fmla="*/ 119 h 611"/>
                <a:gd name="T12" fmla="*/ 68 w 213"/>
                <a:gd name="T13" fmla="*/ 167 h 611"/>
                <a:gd name="T14" fmla="*/ 68 w 213"/>
                <a:gd name="T15" fmla="*/ 221 h 611"/>
                <a:gd name="T16" fmla="*/ 68 w 213"/>
                <a:gd name="T17" fmla="*/ 227 h 611"/>
                <a:gd name="T18" fmla="*/ 68 w 213"/>
                <a:gd name="T19" fmla="*/ 233 h 611"/>
                <a:gd name="T20" fmla="*/ 68 w 213"/>
                <a:gd name="T21" fmla="*/ 239 h 611"/>
                <a:gd name="T22" fmla="*/ 68 w 213"/>
                <a:gd name="T23" fmla="*/ 245 h 611"/>
                <a:gd name="T24" fmla="*/ 68 w 213"/>
                <a:gd name="T25" fmla="*/ 251 h 611"/>
                <a:gd name="T26" fmla="*/ 68 w 213"/>
                <a:gd name="T27" fmla="*/ 251 h 611"/>
                <a:gd name="T28" fmla="*/ 68 w 213"/>
                <a:gd name="T29" fmla="*/ 257 h 611"/>
                <a:gd name="T30" fmla="*/ 68 w 213"/>
                <a:gd name="T31" fmla="*/ 269 h 611"/>
                <a:gd name="T32" fmla="*/ 74 w 213"/>
                <a:gd name="T33" fmla="*/ 287 h 611"/>
                <a:gd name="T34" fmla="*/ 80 w 213"/>
                <a:gd name="T35" fmla="*/ 305 h 611"/>
                <a:gd name="T36" fmla="*/ 86 w 213"/>
                <a:gd name="T37" fmla="*/ 311 h 611"/>
                <a:gd name="T38" fmla="*/ 86 w 213"/>
                <a:gd name="T39" fmla="*/ 311 h 611"/>
                <a:gd name="T40" fmla="*/ 92 w 213"/>
                <a:gd name="T41" fmla="*/ 317 h 611"/>
                <a:gd name="T42" fmla="*/ 92 w 213"/>
                <a:gd name="T43" fmla="*/ 323 h 611"/>
                <a:gd name="T44" fmla="*/ 92 w 213"/>
                <a:gd name="T45" fmla="*/ 323 h 611"/>
                <a:gd name="T46" fmla="*/ 24 w 213"/>
                <a:gd name="T47" fmla="*/ 437 h 611"/>
                <a:gd name="T48" fmla="*/ 18 w 213"/>
                <a:gd name="T49" fmla="*/ 471 h 611"/>
                <a:gd name="T50" fmla="*/ 0 w 213"/>
                <a:gd name="T51" fmla="*/ 547 h 611"/>
                <a:gd name="T52" fmla="*/ 50 w 213"/>
                <a:gd name="T53" fmla="*/ 611 h 611"/>
                <a:gd name="T54" fmla="*/ 114 w 213"/>
                <a:gd name="T55" fmla="*/ 611 h 611"/>
                <a:gd name="T56" fmla="*/ 104 w 213"/>
                <a:gd name="T57" fmla="*/ 555 h 611"/>
                <a:gd name="T58" fmla="*/ 120 w 213"/>
                <a:gd name="T59" fmla="*/ 515 h 611"/>
                <a:gd name="T60" fmla="*/ 150 w 213"/>
                <a:gd name="T61" fmla="*/ 449 h 611"/>
                <a:gd name="T62" fmla="*/ 166 w 213"/>
                <a:gd name="T63" fmla="*/ 377 h 611"/>
                <a:gd name="T64" fmla="*/ 156 w 213"/>
                <a:gd name="T65" fmla="*/ 295 h 611"/>
                <a:gd name="T66" fmla="*/ 170 w 213"/>
                <a:gd name="T67" fmla="*/ 203 h 611"/>
                <a:gd name="T68" fmla="*/ 212 w 213"/>
                <a:gd name="T69" fmla="*/ 95 h 611"/>
                <a:gd name="T70" fmla="*/ 213 w 213"/>
                <a:gd name="T71" fmla="*/ 0 h 611"/>
                <a:gd name="T72" fmla="*/ 207 w 213"/>
                <a:gd name="T73" fmla="*/ 0 h 611"/>
                <a:gd name="T74" fmla="*/ 201 w 213"/>
                <a:gd name="T75" fmla="*/ 0 h 611"/>
                <a:gd name="T76" fmla="*/ 195 w 213"/>
                <a:gd name="T77" fmla="*/ 0 h 611"/>
                <a:gd name="T78" fmla="*/ 189 w 213"/>
                <a:gd name="T79" fmla="*/ 0 h 611"/>
                <a:gd name="T80" fmla="*/ 183 w 213"/>
                <a:gd name="T81" fmla="*/ 6 h 611"/>
                <a:gd name="T82" fmla="*/ 177 w 213"/>
                <a:gd name="T83" fmla="*/ 6 h 611"/>
                <a:gd name="T84" fmla="*/ 171 w 213"/>
                <a:gd name="T85" fmla="*/ 12 h 611"/>
                <a:gd name="T86" fmla="*/ 171 w 213"/>
                <a:gd name="T87" fmla="*/ 12 h 611"/>
                <a:gd name="T88" fmla="*/ 171 w 213"/>
                <a:gd name="T89" fmla="*/ 12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3" h="611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4" name="Freeform 10">
              <a:extLst>
                <a:ext uri="{FF2B5EF4-FFF2-40B4-BE49-F238E27FC236}">
                  <a16:creationId xmlns:a16="http://schemas.microsoft.com/office/drawing/2014/main" id="{603A95EF-3020-E185-309E-6677A9C0765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292" y="3936"/>
              <a:ext cx="167" cy="384"/>
            </a:xfrm>
            <a:custGeom>
              <a:avLst/>
              <a:gdLst>
                <a:gd name="T0" fmla="*/ 149 w 167"/>
                <a:gd name="T1" fmla="*/ 60 h 384"/>
                <a:gd name="T2" fmla="*/ 119 w 167"/>
                <a:gd name="T3" fmla="*/ 30 h 384"/>
                <a:gd name="T4" fmla="*/ 89 w 167"/>
                <a:gd name="T5" fmla="*/ 12 h 384"/>
                <a:gd name="T6" fmla="*/ 59 w 167"/>
                <a:gd name="T7" fmla="*/ 0 h 384"/>
                <a:gd name="T8" fmla="*/ 54 w 167"/>
                <a:gd name="T9" fmla="*/ 70 h 384"/>
                <a:gd name="T10" fmla="*/ 46 w 167"/>
                <a:gd name="T11" fmla="*/ 112 h 384"/>
                <a:gd name="T12" fmla="*/ 52 w 167"/>
                <a:gd name="T13" fmla="*/ 168 h 384"/>
                <a:gd name="T14" fmla="*/ 24 w 167"/>
                <a:gd name="T15" fmla="*/ 194 h 384"/>
                <a:gd name="T16" fmla="*/ 16 w 167"/>
                <a:gd name="T17" fmla="*/ 258 h 384"/>
                <a:gd name="T18" fmla="*/ 2 w 167"/>
                <a:gd name="T19" fmla="*/ 300 h 384"/>
                <a:gd name="T20" fmla="*/ 0 w 167"/>
                <a:gd name="T21" fmla="*/ 352 h 384"/>
                <a:gd name="T22" fmla="*/ 47 w 167"/>
                <a:gd name="T23" fmla="*/ 384 h 384"/>
                <a:gd name="T24" fmla="*/ 149 w 167"/>
                <a:gd name="T25" fmla="*/ 384 h 384"/>
                <a:gd name="T26" fmla="*/ 134 w 167"/>
                <a:gd name="T27" fmla="*/ 350 h 384"/>
                <a:gd name="T28" fmla="*/ 104 w 167"/>
                <a:gd name="T29" fmla="*/ 324 h 384"/>
                <a:gd name="T30" fmla="*/ 138 w 167"/>
                <a:gd name="T31" fmla="*/ 274 h 384"/>
                <a:gd name="T32" fmla="*/ 122 w 167"/>
                <a:gd name="T33" fmla="*/ 220 h 384"/>
                <a:gd name="T34" fmla="*/ 132 w 167"/>
                <a:gd name="T35" fmla="*/ 186 h 384"/>
                <a:gd name="T36" fmla="*/ 140 w 167"/>
                <a:gd name="T37" fmla="*/ 154 h 384"/>
                <a:gd name="T38" fmla="*/ 167 w 167"/>
                <a:gd name="T39" fmla="*/ 90 h 384"/>
                <a:gd name="T40" fmla="*/ 149 w 167"/>
                <a:gd name="T41" fmla="*/ 60 h 384"/>
                <a:gd name="T42" fmla="*/ 149 w 167"/>
                <a:gd name="T43" fmla="*/ 60 h 384"/>
                <a:gd name="T44" fmla="*/ 149 w 167"/>
                <a:gd name="T45" fmla="*/ 6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7" h="384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5" name="Freeform 11">
              <a:extLst>
                <a:ext uri="{FF2B5EF4-FFF2-40B4-BE49-F238E27FC236}">
                  <a16:creationId xmlns:a16="http://schemas.microsoft.com/office/drawing/2014/main" id="{7D1E4023-550E-3B34-53E7-65FF0CF6FF4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100" y="4020"/>
              <a:ext cx="166" cy="300"/>
            </a:xfrm>
            <a:custGeom>
              <a:avLst/>
              <a:gdLst>
                <a:gd name="T0" fmla="*/ 136 w 166"/>
                <a:gd name="T1" fmla="*/ 12 h 300"/>
                <a:gd name="T2" fmla="*/ 100 w 166"/>
                <a:gd name="T3" fmla="*/ 0 h 300"/>
                <a:gd name="T4" fmla="*/ 78 w 166"/>
                <a:gd name="T5" fmla="*/ 64 h 300"/>
                <a:gd name="T6" fmla="*/ 70 w 166"/>
                <a:gd name="T7" fmla="*/ 126 h 300"/>
                <a:gd name="T8" fmla="*/ 46 w 166"/>
                <a:gd name="T9" fmla="*/ 184 h 300"/>
                <a:gd name="T10" fmla="*/ 58 w 166"/>
                <a:gd name="T11" fmla="*/ 232 h 300"/>
                <a:gd name="T12" fmla="*/ 38 w 166"/>
                <a:gd name="T13" fmla="*/ 268 h 300"/>
                <a:gd name="T14" fmla="*/ 0 w 166"/>
                <a:gd name="T15" fmla="*/ 300 h 300"/>
                <a:gd name="T16" fmla="*/ 160 w 166"/>
                <a:gd name="T17" fmla="*/ 300 h 300"/>
                <a:gd name="T18" fmla="*/ 136 w 166"/>
                <a:gd name="T19" fmla="*/ 272 h 300"/>
                <a:gd name="T20" fmla="*/ 98 w 166"/>
                <a:gd name="T21" fmla="*/ 234 h 300"/>
                <a:gd name="T22" fmla="*/ 130 w 166"/>
                <a:gd name="T23" fmla="*/ 188 h 300"/>
                <a:gd name="T24" fmla="*/ 138 w 166"/>
                <a:gd name="T25" fmla="*/ 134 h 300"/>
                <a:gd name="T26" fmla="*/ 144 w 166"/>
                <a:gd name="T27" fmla="*/ 94 h 300"/>
                <a:gd name="T28" fmla="*/ 164 w 166"/>
                <a:gd name="T29" fmla="*/ 60 h 300"/>
                <a:gd name="T30" fmla="*/ 166 w 166"/>
                <a:gd name="T31" fmla="*/ 0 h 300"/>
                <a:gd name="T32" fmla="*/ 136 w 166"/>
                <a:gd name="T33" fmla="*/ 12 h 300"/>
                <a:gd name="T34" fmla="*/ 136 w 166"/>
                <a:gd name="T35" fmla="*/ 12 h 300"/>
                <a:gd name="T36" fmla="*/ 136 w 166"/>
                <a:gd name="T37" fmla="*/ 12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6" h="300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6" name="Freeform 12">
              <a:extLst>
                <a:ext uri="{FF2B5EF4-FFF2-40B4-BE49-F238E27FC236}">
                  <a16:creationId xmlns:a16="http://schemas.microsoft.com/office/drawing/2014/main" id="{D9B2D6B7-898F-0841-4BA6-459F0AB62DA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910" y="4038"/>
              <a:ext cx="237" cy="282"/>
            </a:xfrm>
            <a:custGeom>
              <a:avLst/>
              <a:gdLst>
                <a:gd name="T0" fmla="*/ 201 w 237"/>
                <a:gd name="T1" fmla="*/ 0 h 282"/>
                <a:gd name="T2" fmla="*/ 183 w 237"/>
                <a:gd name="T3" fmla="*/ 0 h 282"/>
                <a:gd name="T4" fmla="*/ 158 w 237"/>
                <a:gd name="T5" fmla="*/ 50 h 282"/>
                <a:gd name="T6" fmla="*/ 148 w 237"/>
                <a:gd name="T7" fmla="*/ 92 h 282"/>
                <a:gd name="T8" fmla="*/ 120 w 237"/>
                <a:gd name="T9" fmla="*/ 144 h 282"/>
                <a:gd name="T10" fmla="*/ 82 w 237"/>
                <a:gd name="T11" fmla="*/ 182 h 282"/>
                <a:gd name="T12" fmla="*/ 60 w 237"/>
                <a:gd name="T13" fmla="*/ 232 h 282"/>
                <a:gd name="T14" fmla="*/ 0 w 237"/>
                <a:gd name="T15" fmla="*/ 282 h 282"/>
                <a:gd name="T16" fmla="*/ 128 w 237"/>
                <a:gd name="T17" fmla="*/ 282 h 282"/>
                <a:gd name="T18" fmla="*/ 154 w 237"/>
                <a:gd name="T19" fmla="*/ 254 h 282"/>
                <a:gd name="T20" fmla="*/ 158 w 237"/>
                <a:gd name="T21" fmla="*/ 196 h 282"/>
                <a:gd name="T22" fmla="*/ 188 w 237"/>
                <a:gd name="T23" fmla="*/ 148 h 282"/>
                <a:gd name="T24" fmla="*/ 196 w 237"/>
                <a:gd name="T25" fmla="*/ 70 h 282"/>
                <a:gd name="T26" fmla="*/ 237 w 237"/>
                <a:gd name="T27" fmla="*/ 0 h 282"/>
                <a:gd name="T28" fmla="*/ 201 w 237"/>
                <a:gd name="T29" fmla="*/ 0 h 282"/>
                <a:gd name="T30" fmla="*/ 201 w 237"/>
                <a:gd name="T31" fmla="*/ 0 h 282"/>
                <a:gd name="T32" fmla="*/ 201 w 237"/>
                <a:gd name="T33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7" h="282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7" name="Freeform 13">
              <a:extLst>
                <a:ext uri="{FF2B5EF4-FFF2-40B4-BE49-F238E27FC236}">
                  <a16:creationId xmlns:a16="http://schemas.microsoft.com/office/drawing/2014/main" id="{FF944195-C916-AE74-4891-32FB2532F52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674" y="4086"/>
              <a:ext cx="196" cy="234"/>
            </a:xfrm>
            <a:custGeom>
              <a:avLst/>
              <a:gdLst>
                <a:gd name="T0" fmla="*/ 167 w 196"/>
                <a:gd name="T1" fmla="*/ 54 h 234"/>
                <a:gd name="T2" fmla="*/ 113 w 196"/>
                <a:gd name="T3" fmla="*/ 24 h 234"/>
                <a:gd name="T4" fmla="*/ 83 w 196"/>
                <a:gd name="T5" fmla="*/ 0 h 234"/>
                <a:gd name="T6" fmla="*/ 80 w 196"/>
                <a:gd name="T7" fmla="*/ 62 h 234"/>
                <a:gd name="T8" fmla="*/ 58 w 196"/>
                <a:gd name="T9" fmla="*/ 100 h 234"/>
                <a:gd name="T10" fmla="*/ 54 w 196"/>
                <a:gd name="T11" fmla="*/ 160 h 234"/>
                <a:gd name="T12" fmla="*/ 36 w 196"/>
                <a:gd name="T13" fmla="*/ 202 h 234"/>
                <a:gd name="T14" fmla="*/ 0 w 196"/>
                <a:gd name="T15" fmla="*/ 234 h 234"/>
                <a:gd name="T16" fmla="*/ 146 w 196"/>
                <a:gd name="T17" fmla="*/ 234 h 234"/>
                <a:gd name="T18" fmla="*/ 170 w 196"/>
                <a:gd name="T19" fmla="*/ 198 h 234"/>
                <a:gd name="T20" fmla="*/ 158 w 196"/>
                <a:gd name="T21" fmla="*/ 138 h 234"/>
                <a:gd name="T22" fmla="*/ 196 w 196"/>
                <a:gd name="T23" fmla="*/ 100 h 234"/>
                <a:gd name="T24" fmla="*/ 191 w 196"/>
                <a:gd name="T25" fmla="*/ 54 h 234"/>
                <a:gd name="T26" fmla="*/ 167 w 196"/>
                <a:gd name="T27" fmla="*/ 54 h 234"/>
                <a:gd name="T28" fmla="*/ 167 w 196"/>
                <a:gd name="T29" fmla="*/ 54 h 234"/>
                <a:gd name="T30" fmla="*/ 167 w 196"/>
                <a:gd name="T31" fmla="*/ 5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6" h="234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8" name="Freeform 14">
              <a:extLst>
                <a:ext uri="{FF2B5EF4-FFF2-40B4-BE49-F238E27FC236}">
                  <a16:creationId xmlns:a16="http://schemas.microsoft.com/office/drawing/2014/main" id="{25EFA015-8642-BFC1-C018-E29E2F9990B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476" y="4068"/>
              <a:ext cx="190" cy="252"/>
            </a:xfrm>
            <a:custGeom>
              <a:avLst/>
              <a:gdLst>
                <a:gd name="T0" fmla="*/ 190 w 190"/>
                <a:gd name="T1" fmla="*/ 0 h 252"/>
                <a:gd name="T2" fmla="*/ 166 w 190"/>
                <a:gd name="T3" fmla="*/ 0 h 252"/>
                <a:gd name="T4" fmla="*/ 158 w 190"/>
                <a:gd name="T5" fmla="*/ 38 h 252"/>
                <a:gd name="T6" fmla="*/ 138 w 190"/>
                <a:gd name="T7" fmla="*/ 120 h 252"/>
                <a:gd name="T8" fmla="*/ 94 w 190"/>
                <a:gd name="T9" fmla="*/ 180 h 252"/>
                <a:gd name="T10" fmla="*/ 62 w 190"/>
                <a:gd name="T11" fmla="*/ 234 h 252"/>
                <a:gd name="T12" fmla="*/ 0 w 190"/>
                <a:gd name="T13" fmla="*/ 252 h 252"/>
                <a:gd name="T14" fmla="*/ 128 w 190"/>
                <a:gd name="T15" fmla="*/ 252 h 252"/>
                <a:gd name="T16" fmla="*/ 142 w 190"/>
                <a:gd name="T17" fmla="*/ 188 h 252"/>
                <a:gd name="T18" fmla="*/ 186 w 190"/>
                <a:gd name="T19" fmla="*/ 90 h 252"/>
                <a:gd name="T20" fmla="*/ 190 w 190"/>
                <a:gd name="T21" fmla="*/ 38 h 252"/>
                <a:gd name="T22" fmla="*/ 190 w 190"/>
                <a:gd name="T23" fmla="*/ 0 h 252"/>
                <a:gd name="T24" fmla="*/ 190 w 190"/>
                <a:gd name="T25" fmla="*/ 0 h 252"/>
                <a:gd name="T26" fmla="*/ 190 w 190"/>
                <a:gd name="T27" fmla="*/ 0 h 252"/>
                <a:gd name="T28" fmla="*/ 190 w 190"/>
                <a:gd name="T29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0" h="252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9" name="Freeform 15">
              <a:extLst>
                <a:ext uri="{FF2B5EF4-FFF2-40B4-BE49-F238E27FC236}">
                  <a16:creationId xmlns:a16="http://schemas.microsoft.com/office/drawing/2014/main" id="{16F29B1D-1144-ADF6-0E79-7482357B377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170" y="4188"/>
              <a:ext cx="230" cy="132"/>
            </a:xfrm>
            <a:custGeom>
              <a:avLst/>
              <a:gdLst>
                <a:gd name="T0" fmla="*/ 197 w 230"/>
                <a:gd name="T1" fmla="*/ 0 h 132"/>
                <a:gd name="T2" fmla="*/ 191 w 230"/>
                <a:gd name="T3" fmla="*/ 0 h 132"/>
                <a:gd name="T4" fmla="*/ 185 w 230"/>
                <a:gd name="T5" fmla="*/ 0 h 132"/>
                <a:gd name="T6" fmla="*/ 173 w 230"/>
                <a:gd name="T7" fmla="*/ 0 h 132"/>
                <a:gd name="T8" fmla="*/ 161 w 230"/>
                <a:gd name="T9" fmla="*/ 0 h 132"/>
                <a:gd name="T10" fmla="*/ 155 w 230"/>
                <a:gd name="T11" fmla="*/ 0 h 132"/>
                <a:gd name="T12" fmla="*/ 138 w 230"/>
                <a:gd name="T13" fmla="*/ 6 h 132"/>
                <a:gd name="T14" fmla="*/ 132 w 230"/>
                <a:gd name="T15" fmla="*/ 6 h 132"/>
                <a:gd name="T16" fmla="*/ 35 w 230"/>
                <a:gd name="T17" fmla="*/ 18 h 132"/>
                <a:gd name="T18" fmla="*/ 11 w 230"/>
                <a:gd name="T19" fmla="*/ 30 h 132"/>
                <a:gd name="T20" fmla="*/ 23 w 230"/>
                <a:gd name="T21" fmla="*/ 54 h 132"/>
                <a:gd name="T22" fmla="*/ 0 w 230"/>
                <a:gd name="T23" fmla="*/ 100 h 132"/>
                <a:gd name="T24" fmla="*/ 0 w 230"/>
                <a:gd name="T25" fmla="*/ 132 h 132"/>
                <a:gd name="T26" fmla="*/ 162 w 230"/>
                <a:gd name="T27" fmla="*/ 132 h 132"/>
                <a:gd name="T28" fmla="*/ 204 w 230"/>
                <a:gd name="T29" fmla="*/ 88 h 132"/>
                <a:gd name="T30" fmla="*/ 230 w 230"/>
                <a:gd name="T31" fmla="*/ 46 h 132"/>
                <a:gd name="T32" fmla="*/ 214 w 230"/>
                <a:gd name="T33" fmla="*/ 24 h 132"/>
                <a:gd name="T34" fmla="*/ 215 w 230"/>
                <a:gd name="T35" fmla="*/ 0 h 132"/>
                <a:gd name="T36" fmla="*/ 209 w 230"/>
                <a:gd name="T37" fmla="*/ 0 h 132"/>
                <a:gd name="T38" fmla="*/ 203 w 230"/>
                <a:gd name="T39" fmla="*/ 0 h 132"/>
                <a:gd name="T40" fmla="*/ 203 w 230"/>
                <a:gd name="T41" fmla="*/ 0 h 132"/>
                <a:gd name="T42" fmla="*/ 197 w 230"/>
                <a:gd name="T43" fmla="*/ 0 h 132"/>
                <a:gd name="T44" fmla="*/ 197 w 230"/>
                <a:gd name="T45" fmla="*/ 0 h 132"/>
                <a:gd name="T46" fmla="*/ 197 w 230"/>
                <a:gd name="T4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0" h="132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60" name="Freeform 16">
              <a:extLst>
                <a:ext uri="{FF2B5EF4-FFF2-40B4-BE49-F238E27FC236}">
                  <a16:creationId xmlns:a16="http://schemas.microsoft.com/office/drawing/2014/main" id="{80DBB93D-85B8-031C-F6C8-6A84F0F40DE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44" y="4218"/>
              <a:ext cx="89" cy="102"/>
            </a:xfrm>
            <a:custGeom>
              <a:avLst/>
              <a:gdLst>
                <a:gd name="T0" fmla="*/ 71 w 89"/>
                <a:gd name="T1" fmla="*/ 0 h 102"/>
                <a:gd name="T2" fmla="*/ 66 w 89"/>
                <a:gd name="T3" fmla="*/ 48 h 102"/>
                <a:gd name="T4" fmla="*/ 30 w 89"/>
                <a:gd name="T5" fmla="*/ 72 h 102"/>
                <a:gd name="T6" fmla="*/ 0 w 89"/>
                <a:gd name="T7" fmla="*/ 102 h 102"/>
                <a:gd name="T8" fmla="*/ 66 w 89"/>
                <a:gd name="T9" fmla="*/ 102 h 102"/>
                <a:gd name="T10" fmla="*/ 88 w 89"/>
                <a:gd name="T11" fmla="*/ 56 h 102"/>
                <a:gd name="T12" fmla="*/ 89 w 89"/>
                <a:gd name="T13" fmla="*/ 6 h 102"/>
                <a:gd name="T14" fmla="*/ 71 w 89"/>
                <a:gd name="T15" fmla="*/ 0 h 102"/>
                <a:gd name="T16" fmla="*/ 71 w 89"/>
                <a:gd name="T17" fmla="*/ 0 h 102"/>
                <a:gd name="T18" fmla="*/ 71 w 89"/>
                <a:gd name="T1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" h="102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61" name="Freeform 17">
              <a:extLst>
                <a:ext uri="{FF2B5EF4-FFF2-40B4-BE49-F238E27FC236}">
                  <a16:creationId xmlns:a16="http://schemas.microsoft.com/office/drawing/2014/main" id="{69564EE1-251E-6F48-6088-33170CB40C0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482" y="3367"/>
              <a:ext cx="278" cy="953"/>
            </a:xfrm>
            <a:custGeom>
              <a:avLst/>
              <a:gdLst>
                <a:gd name="T0" fmla="*/ 278 w 278"/>
                <a:gd name="T1" fmla="*/ 24 h 953"/>
                <a:gd name="T2" fmla="*/ 272 w 278"/>
                <a:gd name="T3" fmla="*/ 24 h 953"/>
                <a:gd name="T4" fmla="*/ 272 w 278"/>
                <a:gd name="T5" fmla="*/ 18 h 953"/>
                <a:gd name="T6" fmla="*/ 266 w 278"/>
                <a:gd name="T7" fmla="*/ 18 h 953"/>
                <a:gd name="T8" fmla="*/ 254 w 278"/>
                <a:gd name="T9" fmla="*/ 12 h 953"/>
                <a:gd name="T10" fmla="*/ 236 w 278"/>
                <a:gd name="T11" fmla="*/ 6 h 953"/>
                <a:gd name="T12" fmla="*/ 212 w 278"/>
                <a:gd name="T13" fmla="*/ 0 h 953"/>
                <a:gd name="T14" fmla="*/ 206 w 278"/>
                <a:gd name="T15" fmla="*/ 6 h 953"/>
                <a:gd name="T16" fmla="*/ 198 w 278"/>
                <a:gd name="T17" fmla="*/ 129 h 953"/>
                <a:gd name="T18" fmla="*/ 184 w 278"/>
                <a:gd name="T19" fmla="*/ 209 h 953"/>
                <a:gd name="T20" fmla="*/ 182 w 278"/>
                <a:gd name="T21" fmla="*/ 249 h 953"/>
                <a:gd name="T22" fmla="*/ 200 w 278"/>
                <a:gd name="T23" fmla="*/ 339 h 953"/>
                <a:gd name="T24" fmla="*/ 186 w 278"/>
                <a:gd name="T25" fmla="*/ 481 h 953"/>
                <a:gd name="T26" fmla="*/ 176 w 278"/>
                <a:gd name="T27" fmla="*/ 521 h 953"/>
                <a:gd name="T28" fmla="*/ 156 w 278"/>
                <a:gd name="T29" fmla="*/ 601 h 953"/>
                <a:gd name="T30" fmla="*/ 172 w 278"/>
                <a:gd name="T31" fmla="*/ 681 h 953"/>
                <a:gd name="T32" fmla="*/ 138 w 278"/>
                <a:gd name="T33" fmla="*/ 765 h 953"/>
                <a:gd name="T34" fmla="*/ 96 w 278"/>
                <a:gd name="T35" fmla="*/ 847 h 953"/>
                <a:gd name="T36" fmla="*/ 50 w 278"/>
                <a:gd name="T37" fmla="*/ 899 h 953"/>
                <a:gd name="T38" fmla="*/ 0 w 278"/>
                <a:gd name="T39" fmla="*/ 953 h 953"/>
                <a:gd name="T40" fmla="*/ 278 w 278"/>
                <a:gd name="T41" fmla="*/ 953 h 953"/>
                <a:gd name="T42" fmla="*/ 278 w 278"/>
                <a:gd name="T43" fmla="*/ 24 h 953"/>
                <a:gd name="T44" fmla="*/ 278 w 278"/>
                <a:gd name="T45" fmla="*/ 24 h 953"/>
                <a:gd name="T46" fmla="*/ 278 w 278"/>
                <a:gd name="T47" fmla="*/ 24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8" h="953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1762" name="Rectangle 18">
            <a:extLst>
              <a:ext uri="{FF2B5EF4-FFF2-40B4-BE49-F238E27FC236}">
                <a16:creationId xmlns:a16="http://schemas.microsoft.com/office/drawing/2014/main" id="{5676937F-7B8B-BAAE-4D11-9865BB351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31763" name="Rectangle 19">
            <a:extLst>
              <a:ext uri="{FF2B5EF4-FFF2-40B4-BE49-F238E27FC236}">
                <a16:creationId xmlns:a16="http://schemas.microsoft.com/office/drawing/2014/main" id="{28F115E4-D6AC-01D1-47D0-E533DD2DA9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31764" name="Rectangle 20">
            <a:extLst>
              <a:ext uri="{FF2B5EF4-FFF2-40B4-BE49-F238E27FC236}">
                <a16:creationId xmlns:a16="http://schemas.microsoft.com/office/drawing/2014/main" id="{9E433585-145C-C65F-BC64-73709FAC979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31765" name="Rectangle 21">
            <a:extLst>
              <a:ext uri="{FF2B5EF4-FFF2-40B4-BE49-F238E27FC236}">
                <a16:creationId xmlns:a16="http://schemas.microsoft.com/office/drawing/2014/main" id="{174E9E5C-3725-D965-9129-7D27D4131B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4E680573-6D3A-4D2F-BF0F-6212D016DE63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31766" name="Rectangle 22">
            <a:extLst>
              <a:ext uri="{FF2B5EF4-FFF2-40B4-BE49-F238E27FC236}">
                <a16:creationId xmlns:a16="http://schemas.microsoft.com/office/drawing/2014/main" id="{6A7B50AF-9BDF-94D4-A095-5B8BC89B0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u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u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u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67AC4B67-8B20-718D-4BD9-094D2D266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73152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pt-BR" sz="3200" b="1"/>
              <a:t>92 </a:t>
            </a:r>
          </a:p>
          <a:p>
            <a:pPr algn="ctr">
              <a:spcBef>
                <a:spcPct val="30000"/>
              </a:spcBef>
            </a:pPr>
            <a:r>
              <a:rPr lang="en-US" altLang="pt-BR" sz="3200" b="1"/>
              <a:t> </a:t>
            </a:r>
            <a:r>
              <a:rPr lang="en-US" altLang="pt-BR" sz="3200" b="1" i="1"/>
              <a:t>O BONDOSO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518C488-9240-F597-8A55-FA421EA32E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524000"/>
            <a:ext cx="8458200" cy="2971800"/>
          </a:xfrm>
        </p:spPr>
        <p:txBody>
          <a:bodyPr/>
          <a:lstStyle/>
          <a:p>
            <a:pPr algn="l"/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Meu bondoso Salvador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Meus pecados carregou;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Foi Jesus, o Redentor,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Que da morte me livrou.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7F4F9A6-8C22-2DE6-EAB6-ED869E6E39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838200"/>
            <a:ext cx="8839200" cy="3505200"/>
          </a:xfrm>
        </p:spPr>
        <p:txBody>
          <a:bodyPr/>
          <a:lstStyle/>
          <a:p>
            <a:pPr algn="l"/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Oh, Que Salvador eu tenho!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O Seu sangue me remiu,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Quando, sobre o rude lenho,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Meu castigo Ele cumpriu.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A568F91-65E5-2258-2B25-5D8B3591EBB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533400"/>
            <a:ext cx="9144000" cy="3886200"/>
          </a:xfrm>
        </p:spPr>
        <p:txBody>
          <a:bodyPr/>
          <a:lstStyle/>
          <a:p>
            <a:pPr algn="l"/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Oh! Que amor do meu Jesus,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Que em homem se encarnou,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P’ra sofrer por mim, na cruz;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E meus crimes perdoou.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7696521-585E-8B5B-DCD7-E4C0826A8B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838200"/>
            <a:ext cx="8839200" cy="3505200"/>
          </a:xfrm>
        </p:spPr>
        <p:txBody>
          <a:bodyPr/>
          <a:lstStyle/>
          <a:p>
            <a:pPr algn="l"/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Oh, Que Salvador eu tenho!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O Seu sangue me remiu,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Quando, sobre o rude lenho,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Meu castigo Ele cumpriu.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BDAED89-7BAF-F7BC-9C0D-954CF54BDB7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457200"/>
            <a:ext cx="8458200" cy="4114800"/>
          </a:xfrm>
        </p:spPr>
        <p:txBody>
          <a:bodyPr/>
          <a:lstStyle/>
          <a:p>
            <a:pPr algn="l"/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Não há outro nome igual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Ao bom nome de Jesus,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Porque livra-me do mal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E à glória me conduz.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CA136BA-0411-4280-63AD-222BE04AA9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838200"/>
            <a:ext cx="8839200" cy="3505200"/>
          </a:xfrm>
        </p:spPr>
        <p:txBody>
          <a:bodyPr/>
          <a:lstStyle/>
          <a:p>
            <a:pPr algn="l"/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Oh, Que Salvador eu tenho!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O Seu sangue me remiu,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Quando, sobre o rude lenho,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Meu castigo Ele cumpriu.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A5BE19B-3DF8-1035-5250-FB9E8604F6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990600"/>
            <a:ext cx="8458200" cy="3733800"/>
          </a:xfrm>
        </p:spPr>
        <p:txBody>
          <a:bodyPr/>
          <a:lstStyle/>
          <a:p>
            <a:pPr algn="l"/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Com Jesus, alegre, vou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Sua graça publicar,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Porque Ele me chamou</a:t>
            </a:r>
            <a:b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>
                <a:solidFill>
                  <a:schemeClr val="tx1"/>
                </a:solidFill>
                <a:latin typeface="Arial Black" panose="020B0A04020102020204" pitchFamily="34" charset="0"/>
              </a:rPr>
              <a:t>Na Sua vinha a trabalhar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B322319-D657-90C9-F986-900E1D0EFFD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838200"/>
            <a:ext cx="8839200" cy="3505200"/>
          </a:xfrm>
        </p:spPr>
        <p:txBody>
          <a:bodyPr/>
          <a:lstStyle/>
          <a:p>
            <a:pPr algn="l"/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Oh, Que Salvador eu tenho!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O Seu sangue me remiu,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Quando, sobre o rude lenho,</a:t>
            </a:r>
            <a:b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pt-BR" sz="4400" i="1">
                <a:solidFill>
                  <a:schemeClr val="tx1"/>
                </a:solidFill>
                <a:latin typeface="Arial Black" panose="020B0A04020102020204" pitchFamily="34" charset="0"/>
              </a:rPr>
              <a:t>Meu castigo Ele cumpriu.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yon">
  <a:themeElements>
    <a:clrScheme name="Canyon 5">
      <a:dk1>
        <a:srgbClr val="009999"/>
      </a:dk1>
      <a:lt1>
        <a:srgbClr val="EAEAEA"/>
      </a:lt1>
      <a:dk2>
        <a:srgbClr val="006666"/>
      </a:dk2>
      <a:lt2>
        <a:srgbClr val="FFFFCC"/>
      </a:lt2>
      <a:accent1>
        <a:srgbClr val="339966"/>
      </a:accent1>
      <a:accent2>
        <a:srgbClr val="5E855B"/>
      </a:accent2>
      <a:accent3>
        <a:srgbClr val="AAB8B8"/>
      </a:accent3>
      <a:accent4>
        <a:srgbClr val="C8C8C8"/>
      </a:accent4>
      <a:accent5>
        <a:srgbClr val="ADCAB8"/>
      </a:accent5>
      <a:accent6>
        <a:srgbClr val="547852"/>
      </a:accent6>
      <a:hlink>
        <a:srgbClr val="EEC85E"/>
      </a:hlink>
      <a:folHlink>
        <a:srgbClr val="AA8456"/>
      </a:folHlink>
    </a:clrScheme>
    <a:fontScheme name="Canyon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anyon 1">
        <a:dk1>
          <a:srgbClr val="5B5B49"/>
        </a:dk1>
        <a:lt1>
          <a:srgbClr val="DDDDDD"/>
        </a:lt1>
        <a:dk2>
          <a:srgbClr val="2B2A00"/>
        </a:dk2>
        <a:lt2>
          <a:srgbClr val="E0DFBE"/>
        </a:lt2>
        <a:accent1>
          <a:srgbClr val="878543"/>
        </a:accent1>
        <a:accent2>
          <a:srgbClr val="716E00"/>
        </a:accent2>
        <a:accent3>
          <a:srgbClr val="ACACAA"/>
        </a:accent3>
        <a:accent4>
          <a:srgbClr val="BDBDBD"/>
        </a:accent4>
        <a:accent5>
          <a:srgbClr val="C3C2B0"/>
        </a:accent5>
        <a:accent6>
          <a:srgbClr val="666300"/>
        </a:accent6>
        <a:hlink>
          <a:srgbClr val="CC9900"/>
        </a:hlink>
        <a:folHlink>
          <a:srgbClr val="99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2">
        <a:dk1>
          <a:srgbClr val="746354"/>
        </a:dk1>
        <a:lt1>
          <a:srgbClr val="FFFFFF"/>
        </a:lt1>
        <a:dk2>
          <a:srgbClr val="523E26"/>
        </a:dk2>
        <a:lt2>
          <a:srgbClr val="E1DFAF"/>
        </a:lt2>
        <a:accent1>
          <a:srgbClr val="CC9900"/>
        </a:accent1>
        <a:accent2>
          <a:srgbClr val="669900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5C8A00"/>
        </a:accent6>
        <a:hlink>
          <a:srgbClr val="CCCC00"/>
        </a:hlink>
        <a:folHlink>
          <a:srgbClr val="AC793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3">
        <a:dk1>
          <a:srgbClr val="667B5B"/>
        </a:dk1>
        <a:lt1>
          <a:srgbClr val="E6E6DA"/>
        </a:lt1>
        <a:dk2>
          <a:srgbClr val="295200"/>
        </a:dk2>
        <a:lt2>
          <a:srgbClr val="F3F2D9"/>
        </a:lt2>
        <a:accent1>
          <a:srgbClr val="808000"/>
        </a:accent1>
        <a:accent2>
          <a:srgbClr val="838D75"/>
        </a:accent2>
        <a:accent3>
          <a:srgbClr val="ACB3AA"/>
        </a:accent3>
        <a:accent4>
          <a:srgbClr val="C4C4BA"/>
        </a:accent4>
        <a:accent5>
          <a:srgbClr val="C0C0AA"/>
        </a:accent5>
        <a:accent6>
          <a:srgbClr val="767F69"/>
        </a:accent6>
        <a:hlink>
          <a:srgbClr val="33CC33"/>
        </a:hlink>
        <a:folHlink>
          <a:srgbClr val="33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4">
        <a:dk1>
          <a:srgbClr val="86615A"/>
        </a:dk1>
        <a:lt1>
          <a:srgbClr val="FFFFFF"/>
        </a:lt1>
        <a:dk2>
          <a:srgbClr val="633427"/>
        </a:dk2>
        <a:lt2>
          <a:srgbClr val="E9DDCD"/>
        </a:lt2>
        <a:accent1>
          <a:srgbClr val="A34545"/>
        </a:accent1>
        <a:accent2>
          <a:srgbClr val="C86400"/>
        </a:accent2>
        <a:accent3>
          <a:srgbClr val="B7AEAC"/>
        </a:accent3>
        <a:accent4>
          <a:srgbClr val="DADADA"/>
        </a:accent4>
        <a:accent5>
          <a:srgbClr val="CEB0B0"/>
        </a:accent5>
        <a:accent6>
          <a:srgbClr val="B55A00"/>
        </a:accent6>
        <a:hlink>
          <a:srgbClr val="ECAE00"/>
        </a:hlink>
        <a:folHlink>
          <a:srgbClr val="BAA8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5">
        <a:dk1>
          <a:srgbClr val="009999"/>
        </a:dk1>
        <a:lt1>
          <a:srgbClr val="EAEAEA"/>
        </a:lt1>
        <a:dk2>
          <a:srgbClr val="006666"/>
        </a:dk2>
        <a:lt2>
          <a:srgbClr val="FFFFCC"/>
        </a:lt2>
        <a:accent1>
          <a:srgbClr val="339966"/>
        </a:accent1>
        <a:accent2>
          <a:srgbClr val="5E855B"/>
        </a:accent2>
        <a:accent3>
          <a:srgbClr val="AAB8B8"/>
        </a:accent3>
        <a:accent4>
          <a:srgbClr val="C8C8C8"/>
        </a:accent4>
        <a:accent5>
          <a:srgbClr val="ADCAB8"/>
        </a:accent5>
        <a:accent6>
          <a:srgbClr val="547852"/>
        </a:accent6>
        <a:hlink>
          <a:srgbClr val="EEC85E"/>
        </a:hlink>
        <a:folHlink>
          <a:srgbClr val="AA845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6">
        <a:dk1>
          <a:srgbClr val="B8A47C"/>
        </a:dk1>
        <a:lt1>
          <a:srgbClr val="FFFFFF"/>
        </a:lt1>
        <a:dk2>
          <a:srgbClr val="A68A58"/>
        </a:dk2>
        <a:lt2>
          <a:srgbClr val="DAD79C"/>
        </a:lt2>
        <a:accent1>
          <a:srgbClr val="816B35"/>
        </a:accent1>
        <a:accent2>
          <a:srgbClr val="FFCC00"/>
        </a:accent2>
        <a:accent3>
          <a:srgbClr val="D0C4B4"/>
        </a:accent3>
        <a:accent4>
          <a:srgbClr val="DADADA"/>
        </a:accent4>
        <a:accent5>
          <a:srgbClr val="C1BAAE"/>
        </a:accent5>
        <a:accent6>
          <a:srgbClr val="E7B900"/>
        </a:accent6>
        <a:hlink>
          <a:srgbClr val="0066CC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7">
        <a:dk1>
          <a:srgbClr val="336699"/>
        </a:dk1>
        <a:lt1>
          <a:srgbClr val="F8F8F8"/>
        </a:lt1>
        <a:dk2>
          <a:srgbClr val="003366"/>
        </a:dk2>
        <a:lt2>
          <a:srgbClr val="D1DDD4"/>
        </a:lt2>
        <a:accent1>
          <a:srgbClr val="3399FF"/>
        </a:accent1>
        <a:accent2>
          <a:srgbClr val="006699"/>
        </a:accent2>
        <a:accent3>
          <a:srgbClr val="AAADB8"/>
        </a:accent3>
        <a:accent4>
          <a:srgbClr val="D4D4D4"/>
        </a:accent4>
        <a:accent5>
          <a:srgbClr val="ADCAFF"/>
        </a:accent5>
        <a:accent6>
          <a:srgbClr val="005C8A"/>
        </a:accent6>
        <a:hlink>
          <a:srgbClr val="86C0CE"/>
        </a:hlink>
        <a:folHlink>
          <a:srgbClr val="0080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Cliff</Template>
  <TotalTime>70</TotalTime>
  <Words>216</Words>
  <Application>Microsoft Office PowerPoint</Application>
  <PresentationFormat>Apresentação na tela (4:3)</PresentationFormat>
  <Paragraphs>11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Times New Roman</vt:lpstr>
      <vt:lpstr>Verdana</vt:lpstr>
      <vt:lpstr>Wingdings</vt:lpstr>
      <vt:lpstr>Arial Black</vt:lpstr>
      <vt:lpstr>Canyon</vt:lpstr>
      <vt:lpstr>Apresentação do PowerPoint</vt:lpstr>
      <vt:lpstr>Meu bondoso Salvador Meus pecados carregou; Foi Jesus, o Redentor, Que da morte me livrou.</vt:lpstr>
      <vt:lpstr>Oh, Que Salvador eu tenho! O Seu sangue me remiu, Quando, sobre o rude lenho, Meu castigo Ele cumpriu.</vt:lpstr>
      <vt:lpstr>Oh! Que amor do meu Jesus, Que em homem se encarnou, P’ra sofrer por mim, na cruz; E meus crimes perdoou.</vt:lpstr>
      <vt:lpstr>Oh, Que Salvador eu tenho! O Seu sangue me remiu, Quando, sobre o rude lenho, Meu castigo Ele cumpriu.</vt:lpstr>
      <vt:lpstr>Não há outro nome igual Ao bom nome de Jesus, Porque livra-me do mal E à glória me conduz.</vt:lpstr>
      <vt:lpstr>Oh, Que Salvador eu tenho! O Seu sangue me remiu, Quando, sobre o rude lenho, Meu castigo Ele cumpriu.</vt:lpstr>
      <vt:lpstr>Com Jesus, alegre, vou Sua graça publicar, Porque Ele me chamou Na Sua vinha a trabalhar</vt:lpstr>
      <vt:lpstr>Oh, Que Salvador eu tenho! O Seu sangue me remiu, Quando, sobre o rude lenho, Meu castigo Ele cumpriu.</vt:lpstr>
    </vt:vector>
  </TitlesOfParts>
  <Company>de bem 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 pendão vos entregou o Rei A vós, soldados seus; Corajosos, pois, em tudo o defendei, Marchando para os céus.</dc:title>
  <dc:creator>Heliezer de Bem</dc:creator>
  <cp:lastModifiedBy>Emerson Souza</cp:lastModifiedBy>
  <cp:revision>7</cp:revision>
  <dcterms:created xsi:type="dcterms:W3CDTF">2005-01-13T23:11:52Z</dcterms:created>
  <dcterms:modified xsi:type="dcterms:W3CDTF">2026-05-02T21:44:27Z</dcterms:modified>
</cp:coreProperties>
</file>