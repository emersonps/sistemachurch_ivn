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9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1BC41C7-2EED-E143-75BB-A8099ACA7F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62200" y="2057400"/>
            <a:ext cx="6553200" cy="11430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pt-BR" altLang="pt-BR" noProof="0"/>
              <a:t>Clique para editar o estilo do título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82769D1-035D-B59A-7C28-8128075E3C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3048000"/>
            <a:ext cx="6553200" cy="7620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EF347DB-269A-CD50-87F0-5C97EF874CA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00DBD977-01FB-D6FB-7FB8-5501A7C376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ACF9CFF0-745E-B65C-4E42-24A1D94736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8B3BB95-A494-4383-9F2A-382DBBB162B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59711-0591-FBF2-1478-1889937E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B5A7FE-1FDB-D147-852F-ED5BA93BB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55DF7A-DED9-A38A-3DAB-F8A39EDC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E9DC75-C4EA-F6B4-BC0D-E1B5BD1D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D718B7-CAE5-B83B-E753-91D3B842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635DE7-AD01-4240-839B-FCFA151075F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6579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48D13-B22B-D942-1FCA-0E45A8102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0569BB-20A2-1469-9AAE-91B127A7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0101F9-857F-5F4F-2826-7655852A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4796A2-9AF4-B8AA-3D34-354C4360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C5E33E-5A5F-8F80-6E30-84EC453B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AA7C5-8C33-45BE-9695-FC13FF26656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1475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7E223-72A5-1547-CF88-3E7CC592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F4DAD7-B1D5-FF16-DCB8-BFCA8B116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981200"/>
            <a:ext cx="3543300" cy="4572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E0336F-6EF2-AB04-34F4-CD5D646DA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9100" y="1981200"/>
            <a:ext cx="3543300" cy="4572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DCF50-E6CF-3731-B6BD-5576DE292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0ACD8C-8118-CC6E-8E72-EF237B1B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987F3F-E9AB-84F1-8799-30F9C7D6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0FE23-A639-4088-AF47-AD0505C9E95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5609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2A1B3-7BC4-B539-9D43-C664235FE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341504-776C-3403-BF7F-CAB2B37C2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9EA79D-DB9F-606A-3A8A-703105937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0B8F5C-2593-B9E2-BDC3-1B3EFC441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B76E36-64AB-C462-A6BC-A10EFDD29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E8FDDA3-0823-6653-3BA2-D2324F75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B11EF7-A2E2-5AEE-D2EA-8C950DB8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383175-D176-E2BA-471D-C62A3E80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2A010-88A3-4744-AD7E-7356B8FC56B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165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C7B9E-6EDD-5210-05E7-E72A0C0D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FCC057-4EF0-BA73-B6C2-8116E7AA4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60235C-E5D0-9D39-5FAC-FCD9DF64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EFF645-BAE2-90C3-2CCE-23CA51F3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87C8D-96BF-455A-8E74-62261A58DB2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6911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F5FDB0-FD68-B3A9-3EF9-E222AB10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4F2BCE-98B3-ED39-9B76-5F01034E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DAAFE5-6C47-9492-64EF-2BD17978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ED88E-5B63-46C2-911D-27ADEBD3E5D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073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45C04-39E3-41FD-920B-4FD58F2F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61C3A-7578-C493-AB9C-6660D148C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A0D155-8AF1-20CF-9E3A-31FEC50F3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993D74-101E-1295-E9BE-528BA98B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275E02-2881-C5DD-2072-C0027A2F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956410-D20D-26D2-0950-15595DF0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EABC8-3D4F-41D8-93C7-D86D0C760E9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085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A2780-5886-3404-1658-F5715447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666D24-2D0D-10DD-523E-5891052AA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D99450-3DBF-12DF-3E48-FF1BCED0F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558888-AE99-BE97-B880-18A0601F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0A9C96-38E6-3A4A-6EB1-0F6B0B03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48C22B-7720-ED89-8EBB-4D138F3C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27F8A4-0E2C-4F02-96D6-7A76EE29FC8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484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855BB-9A9B-0E39-FC85-38821CA8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59DD11-5309-D5AA-D61A-F6CEEF1B9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36AA9B-AA73-C08D-04E7-3618E80A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24431-395B-D6E5-6CDD-9020DF83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28ADEA-FE93-5544-3F0F-7B2999D8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4BDD4-D2DB-47A5-B65A-35157EC6C13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2784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0F1330-98CA-46CF-DCB8-C7A8EE721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962650" y="228600"/>
            <a:ext cx="1809750" cy="6324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0BB5F9-6956-9E8E-CC8E-3C2164672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276850" cy="63246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55E90-4F4B-CB81-46C0-4F090309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73063-DEAB-C06B-5477-8C9057EB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70EC9-8FDE-36DA-128A-034F8ADD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49D990-6813-4FF4-9049-DD607794579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053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9F262AF-CCB4-A78F-2273-0FA61859C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DCA7CCF-D867-7490-05DA-26BE2A52A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981200"/>
            <a:ext cx="7239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A15C00B-D79B-513F-AFEC-A3F95A7E6D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endParaRPr lang="pt-BR" altLang="pt-BR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117AB6F-BCC7-EF0A-0880-ADBC0F4E7C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pt-BR" altLang="pt-BR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0A5187E8-0D46-E04B-5EF7-47180A0405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cs typeface="Arial" panose="020B0604020202020204" pitchFamily="34" charset="0"/>
              </a:defRPr>
            </a:lvl1pPr>
          </a:lstStyle>
          <a:p>
            <a:fld id="{D39FA3B7-3E14-4A67-BD4C-A70E72D20E41}" type="slidenum">
              <a:rPr lang="pt-BR" altLang="pt-BR"/>
              <a:pPr/>
              <a:t>‹nº›</a:t>
            </a:fld>
            <a:endParaRPr lang="pt-BR" altLang="pt-BR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30AF6E7-FAFB-889E-F267-47811E35BE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1913" y="2057400"/>
            <a:ext cx="7583487" cy="2092325"/>
          </a:xfrm>
        </p:spPr>
        <p:txBody>
          <a:bodyPr/>
          <a:lstStyle/>
          <a:p>
            <a:pPr algn="ctr"/>
            <a:r>
              <a:rPr lang="pt-BR" altLang="pt-BR" sz="4000" b="1"/>
              <a:t>245</a:t>
            </a:r>
            <a:br>
              <a:rPr lang="pt-BR" altLang="pt-BR" sz="4000" b="1"/>
            </a:br>
            <a:r>
              <a:rPr lang="pt-BR" altLang="pt-BR" sz="4000" b="1"/>
              <a:t>PAZ DE DEUS EM JESUS ENCONTREI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19348BB-C3A2-AB0B-B829-C65E312F8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28775"/>
            <a:ext cx="8229600" cy="3168650"/>
          </a:xfrm>
        </p:spPr>
        <p:txBody>
          <a:bodyPr/>
          <a:lstStyle/>
          <a:p>
            <a:r>
              <a:rPr lang="pt-BR" altLang="pt-BR" sz="4000"/>
              <a:t>A paz e gozo Jesus já me deu, </a:t>
            </a:r>
            <a:br>
              <a:rPr lang="pt-BR" altLang="pt-BR" sz="4000"/>
            </a:br>
            <a:r>
              <a:rPr lang="pt-BR" altLang="pt-BR" sz="4000"/>
              <a:t>Ele p'ra isso ao mundo baixou; </a:t>
            </a:r>
            <a:br>
              <a:rPr lang="pt-BR" altLang="pt-BR" sz="4000"/>
            </a:br>
            <a:r>
              <a:rPr lang="pt-BR" altLang="pt-BR" sz="4000"/>
              <a:t>Para salvar-me, Seu sangue verteu, </a:t>
            </a:r>
            <a:br>
              <a:rPr lang="pt-BR" altLang="pt-BR" sz="4000"/>
            </a:br>
            <a:r>
              <a:rPr lang="pt-BR" altLang="pt-BR" sz="4000"/>
              <a:t>Quando por mim na cruz expirou.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5F37344-F74F-6961-AE53-BD689A8D1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700213"/>
            <a:ext cx="8893175" cy="2520950"/>
          </a:xfrm>
        </p:spPr>
        <p:txBody>
          <a:bodyPr/>
          <a:lstStyle/>
          <a:p>
            <a:r>
              <a:rPr lang="pt-BR" altLang="pt-BR" sz="4000" b="1" i="1"/>
              <a:t>Paz de Deus em Jesus encontrei, </a:t>
            </a:r>
            <a:br>
              <a:rPr lang="pt-BR" altLang="pt-BR" sz="4000" b="1" i="1"/>
            </a:br>
            <a:r>
              <a:rPr lang="pt-BR" altLang="pt-BR" sz="4000" b="1" i="1"/>
              <a:t>Pois tenho gozo no coração; </a:t>
            </a:r>
            <a:br>
              <a:rPr lang="pt-BR" altLang="pt-BR" sz="4000" b="1" i="1"/>
            </a:br>
            <a:r>
              <a:rPr lang="pt-BR" altLang="pt-BR" sz="4000" b="1" i="1"/>
              <a:t>Honra e glória tributarei</a:t>
            </a:r>
            <a:br>
              <a:rPr lang="pt-BR" altLang="pt-BR" sz="4000" b="1" i="1"/>
            </a:br>
            <a:r>
              <a:rPr lang="pt-BR" altLang="pt-BR" sz="4000" b="1" i="1"/>
              <a:t>Ao que me trouxe a salvação.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068D4CC-9505-118F-5126-F840D1DDB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2850" y="1773238"/>
            <a:ext cx="7931150" cy="2879725"/>
          </a:xfrm>
        </p:spPr>
        <p:txBody>
          <a:bodyPr/>
          <a:lstStyle/>
          <a:p>
            <a:r>
              <a:rPr lang="pt-BR" altLang="pt-BR" sz="4000"/>
              <a:t>A paz e gozo desfruto enfim,</a:t>
            </a:r>
            <a:br>
              <a:rPr lang="pt-BR" altLang="pt-BR" sz="4000"/>
            </a:br>
            <a:r>
              <a:rPr lang="pt-BR" altLang="pt-BR" sz="4000"/>
              <a:t>Por Jesus Cristo, o meu Redentor; </a:t>
            </a:r>
            <a:br>
              <a:rPr lang="pt-BR" altLang="pt-BR" sz="4000"/>
            </a:br>
            <a:r>
              <a:rPr lang="pt-BR" altLang="pt-BR" sz="4000"/>
              <a:t>Um amor santo, oh, tenho em mim, Que alcancei do Consolador!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31B0D67-85D4-F9EE-BFEF-5B0CEFA69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44675"/>
            <a:ext cx="8893175" cy="2520950"/>
          </a:xfrm>
        </p:spPr>
        <p:txBody>
          <a:bodyPr/>
          <a:lstStyle/>
          <a:p>
            <a:r>
              <a:rPr lang="pt-BR" altLang="pt-BR" sz="4000" b="1" i="1"/>
              <a:t>Paz de Deus em Jesus encontrei, </a:t>
            </a:r>
            <a:br>
              <a:rPr lang="pt-BR" altLang="pt-BR" sz="4000" b="1" i="1"/>
            </a:br>
            <a:r>
              <a:rPr lang="pt-BR" altLang="pt-BR" sz="4000" b="1" i="1"/>
              <a:t>Pois tenho gozo no coração; </a:t>
            </a:r>
            <a:br>
              <a:rPr lang="pt-BR" altLang="pt-BR" sz="4000" b="1" i="1"/>
            </a:br>
            <a:r>
              <a:rPr lang="pt-BR" altLang="pt-BR" sz="4000" b="1" i="1"/>
              <a:t>Honra e glória tributarei</a:t>
            </a:r>
            <a:br>
              <a:rPr lang="pt-BR" altLang="pt-BR" sz="4000" b="1" i="1"/>
            </a:br>
            <a:r>
              <a:rPr lang="pt-BR" altLang="pt-BR" sz="4000" b="1" i="1"/>
              <a:t>Ao que me trouxe a salvação.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22AEA53-B9BC-0EFA-4951-E59582A29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888" y="1916113"/>
            <a:ext cx="7427912" cy="3817937"/>
          </a:xfrm>
        </p:spPr>
        <p:txBody>
          <a:bodyPr/>
          <a:lstStyle/>
          <a:p>
            <a:r>
              <a:rPr lang="pt-BR" altLang="pt-BR" sz="4000"/>
              <a:t>A paz e gozo tem meu coração,</a:t>
            </a:r>
            <a:br>
              <a:rPr lang="pt-BR" altLang="pt-BR" sz="4000"/>
            </a:br>
            <a:r>
              <a:rPr lang="pt-BR" altLang="pt-BR" sz="4000"/>
              <a:t>Vida celeste, repleta de amor;</a:t>
            </a:r>
            <a:br>
              <a:rPr lang="pt-BR" altLang="pt-BR" sz="4000"/>
            </a:br>
            <a:r>
              <a:rPr lang="pt-BR" altLang="pt-BR" sz="4000"/>
              <a:t>Cristo me deu a real salvação,</a:t>
            </a:r>
            <a:br>
              <a:rPr lang="pt-BR" altLang="pt-BR" sz="4000"/>
            </a:br>
            <a:r>
              <a:rPr lang="pt-BR" altLang="pt-BR" sz="4000"/>
              <a:t>Também o dom do Consolador.	</a:t>
            </a:r>
            <a:br>
              <a:rPr lang="pt-BR" altLang="pt-BR" sz="4000"/>
            </a:br>
            <a:r>
              <a:rPr lang="pt-BR" altLang="pt-BR" sz="4000"/>
              <a:t>							</a:t>
            </a:r>
            <a:r>
              <a:rPr lang="pt-BR" altLang="pt-BR" sz="14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7C65EDE-D85C-D9F3-9750-CF5D11C16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989138"/>
            <a:ext cx="8893175" cy="2520950"/>
          </a:xfrm>
        </p:spPr>
        <p:txBody>
          <a:bodyPr/>
          <a:lstStyle/>
          <a:p>
            <a:r>
              <a:rPr lang="pt-BR" altLang="pt-BR" sz="4000" b="1" i="1"/>
              <a:t>Paz de Deus em Jesus encontrei, </a:t>
            </a:r>
            <a:br>
              <a:rPr lang="pt-BR" altLang="pt-BR" sz="4000" b="1" i="1"/>
            </a:br>
            <a:r>
              <a:rPr lang="pt-BR" altLang="pt-BR" sz="4000" b="1" i="1"/>
              <a:t>Pois tenho gozo no coração; </a:t>
            </a:r>
            <a:br>
              <a:rPr lang="pt-BR" altLang="pt-BR" sz="4000" b="1" i="1"/>
            </a:br>
            <a:r>
              <a:rPr lang="pt-BR" altLang="pt-BR" sz="4000" b="1" i="1"/>
              <a:t>Honra e glória tributarei</a:t>
            </a:r>
            <a:br>
              <a:rPr lang="pt-BR" altLang="pt-BR" sz="4000" b="1" i="1"/>
            </a:br>
            <a:r>
              <a:rPr lang="pt-BR" altLang="pt-BR" sz="4000" b="1" i="1"/>
              <a:t>Ao que me trouxe a salvação.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de design - barras de ouro">
  <a:themeElements>
    <a:clrScheme name="Modelo de design - barras de ouro 1">
      <a:dk1>
        <a:srgbClr val="000000"/>
      </a:dk1>
      <a:lt1>
        <a:srgbClr val="FFFF99"/>
      </a:lt1>
      <a:dk2>
        <a:srgbClr val="616143"/>
      </a:dk2>
      <a:lt2>
        <a:srgbClr val="5F5F5F"/>
      </a:lt2>
      <a:accent1>
        <a:srgbClr val="FFD41F"/>
      </a:accent1>
      <a:accent2>
        <a:srgbClr val="B2B2B2"/>
      </a:accent2>
      <a:accent3>
        <a:srgbClr val="FFFFCA"/>
      </a:accent3>
      <a:accent4>
        <a:srgbClr val="000000"/>
      </a:accent4>
      <a:accent5>
        <a:srgbClr val="FFE6AB"/>
      </a:accent5>
      <a:accent6>
        <a:srgbClr val="A1A1A1"/>
      </a:accent6>
      <a:hlink>
        <a:srgbClr val="E28E28"/>
      </a:hlink>
      <a:folHlink>
        <a:srgbClr val="777777"/>
      </a:folHlink>
    </a:clrScheme>
    <a:fontScheme name="Modelo de design - barras de our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odelo de design - barras de ouro 1">
        <a:dk1>
          <a:srgbClr val="000000"/>
        </a:dk1>
        <a:lt1>
          <a:srgbClr val="FFFF99"/>
        </a:lt1>
        <a:dk2>
          <a:srgbClr val="616143"/>
        </a:dk2>
        <a:lt2>
          <a:srgbClr val="5F5F5F"/>
        </a:lt2>
        <a:accent1>
          <a:srgbClr val="FFD41F"/>
        </a:accent1>
        <a:accent2>
          <a:srgbClr val="B2B2B2"/>
        </a:accent2>
        <a:accent3>
          <a:srgbClr val="FFFFCA"/>
        </a:accent3>
        <a:accent4>
          <a:srgbClr val="000000"/>
        </a:accent4>
        <a:accent5>
          <a:srgbClr val="FFE6AB"/>
        </a:accent5>
        <a:accent6>
          <a:srgbClr val="A1A1A1"/>
        </a:accent6>
        <a:hlink>
          <a:srgbClr val="E28E28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de design - barras de ouro</Template>
  <TotalTime>16</TotalTime>
  <Words>200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Tahoma</vt:lpstr>
      <vt:lpstr>Wingdings</vt:lpstr>
      <vt:lpstr>Times New Roman</vt:lpstr>
      <vt:lpstr>Modelo de design - barras de ouro</vt:lpstr>
      <vt:lpstr>245 PAZ DE DEUS EM JESUS ENCONTREI</vt:lpstr>
      <vt:lpstr>A paz e gozo Jesus já me deu,  Ele p'ra isso ao mundo baixou;  Para salvar-me, Seu sangue verteu,  Quando por mim na cruz expirou.</vt:lpstr>
      <vt:lpstr>Paz de Deus em Jesus encontrei,  Pois tenho gozo no coração;  Honra e glória tributarei Ao que me trouxe a salvação.</vt:lpstr>
      <vt:lpstr>A paz e gozo desfruto enfim, Por Jesus Cristo, o meu Redentor;  Um amor santo, oh, tenho em mim, Que alcancei do Consolador! </vt:lpstr>
      <vt:lpstr>Paz de Deus em Jesus encontrei,  Pois tenho gozo no coração;  Honra e glória tributarei Ao que me trouxe a salvação.</vt:lpstr>
      <vt:lpstr>A paz e gozo tem meu coração, Vida celeste, repleta de amor; Cristo me deu a real salvação, Também o dom do Consolador.         P.L.M. </vt:lpstr>
      <vt:lpstr>Paz de Deus em Jesus encontrei,  Pois tenho gozo no coração;  Honra e glória tributarei Ao que me trouxe a salvação.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245 PAZ DE DEUS EM JESUS ENCONTREI</dc:title>
  <dc:creator>Montagna</dc:creator>
  <cp:lastModifiedBy>Emerson Souza</cp:lastModifiedBy>
  <cp:revision>3</cp:revision>
  <dcterms:created xsi:type="dcterms:W3CDTF">2005-10-16T11:39:07Z</dcterms:created>
  <dcterms:modified xsi:type="dcterms:W3CDTF">2026-05-02T21:57:20Z</dcterms:modified>
</cp:coreProperties>
</file>