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16C72-7E34-A58D-0758-367EBDA95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2BEDF1-6544-BF07-218C-7DBA69169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920A91-F694-A09E-FCAA-CB0239886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9372D3-D325-DF08-03DF-D9A601E25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E44B80-A659-E10E-71CB-C58E6D8D9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0D79C6-93E7-4A47-BD89-5297DC254D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8456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EA0FF5-6D39-8657-46CE-B1AB2AC2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1F6C46-71AC-308B-B0C6-BBC7C8850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49B3D4-787A-C266-3345-D1E339EFE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6BF7DE-F73D-9236-2623-7FC610DCD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6D2A24-6D5C-B151-7195-8C9671921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F4DAAB-CDC1-4A2A-A1F2-DA4219F077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24256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82D754-6F8A-9068-86AA-1F035F379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0B7998-D081-0D97-0C9A-1BCB8FE23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750600-44A5-598E-13E5-A9E6D3830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135179-D717-F961-748E-E05241329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CB7A46-00D0-B51B-8C22-4091A4EB6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C4C285-D9AD-431F-A22A-80C14657C1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52325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E37BB9-5D0B-01CA-F461-65A04A7A4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783CFF-BB0F-2647-CB8C-7DA6D848D2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08C86A-69CD-D320-12A6-17C75BCBD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A856E4-FDC5-DEDD-0948-0652DD3AC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02E929-A855-EFD8-1CEE-9A303AB6C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1A7E46-6216-308A-AE6F-941D17D54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8A1022-96EF-4AAC-BCE9-707A665FF8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476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2ADC88-FC82-B43F-DD85-9E7D5D00C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CE5A51-FA82-6666-43C3-096C48DF9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66E7D4C-3470-1814-ED33-97E2BFA7E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52D639C-5B5D-55B6-D822-A0BBEA1E5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03FE5CB-5406-3816-9E6C-462E09D942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10F4D79-1FB1-B603-2C44-36D24F47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4AA9E79-3C39-C7BD-883E-23E2D69EC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AADE7B0-70FD-BDE8-1CB6-4AA0D4598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B7FF20-76D7-4A97-A5FB-FC75FEA53FF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082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64FA56-4304-3B88-B9CA-C67811E48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C6936BA-4664-7B83-3E66-5C48A6F8D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2295A86-1A72-D552-4065-6F637F3D7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346EB72-98C7-25D2-DD0F-E7B52964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ABF2D9-4B04-457D-BD09-363D58A96F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84311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06945B4-2413-7C0A-A455-E0D6B60BB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8BB37A8-EE9E-E839-FB87-B1EF49F59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F938E2-0732-AA6B-69BB-3AFB42BC3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C83FE2-E628-4E03-8961-92C9C2F614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7260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6018D4-8EED-3D44-4BDC-140EBAABD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9B9FE0-D9EE-3D10-E303-20EE0476A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B90848-9FFB-D2C3-E91F-0FD03708C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257AFC4-67F3-A0A9-B344-4C8D841AF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22DAC6D-F60B-D834-E2D6-A1A10D7DE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76578DC-89A5-120B-DD25-03D52F63F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8F5274-9A92-489E-B9A4-14820D01BC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36508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4284E-96F2-C120-42FF-AC631FC55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E03D944-BBCA-DA21-D1C5-F0FDF04147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DBC1C35-859C-32C1-A4A2-7968F1300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41771E-5070-9A39-5B25-FEACC7A4B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13274F-FE2C-F088-AAC4-F7268FED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8D1F84D-6EC4-6FF2-771F-C8CA37D2D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60D58B-1C8C-4BBA-AA3F-7BCEDA2399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45935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443770-6990-E08A-A7B6-07116F79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E3E8E26-C48B-8964-5A77-943EFFE72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51E246-B15A-5929-598D-6519F00B4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A09BDE-A3A4-717B-0727-199999177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CDEAAE-4873-2E4A-0A20-05FC538B3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101D5E-1260-4638-99DA-B85509DDF7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42986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862B8CC-77C9-4B18-6C29-9A26F9518A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4CF5D94-9155-8136-85A0-7D9473B311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27CFB9-25DE-C831-777A-CA979221B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D072EE-2382-8EE9-13B3-75F6DFFDD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3BDFC8-F034-B4E3-10C7-04CEAC39E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359C90-6437-4446-BD4F-1A90370A53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6905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8713315-4A90-29E7-A07B-BA14831B37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2087521-9797-6D89-08E6-EC6292BE42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60A950D-B3CE-94DA-D402-A6BCA6BCE89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3096A2E-0838-C90A-D072-5992AEB9119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9F1C41E-1FFE-5723-C3B8-901C3F2C984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17698F1-07CB-4F29-8F5B-FE5FB614ECA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3CE33B2-4B37-43F7-9F2A-72FB5D0B69C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3600" b="1"/>
              <a:t>639 – Hino da Independência</a:t>
            </a:r>
            <a:endParaRPr lang="en-US" altLang="pt-BR" sz="36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C09678E-F310-11EE-2A52-6086A4D14E4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0D1825F-96EF-355A-03E2-4FEF45F6B8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Já podeis da Pátria filhos</a:t>
            </a:r>
            <a:br>
              <a:rPr lang="en-US" altLang="pt-BR" sz="3600" i="1"/>
            </a:br>
            <a:r>
              <a:rPr lang="en-US" altLang="pt-BR" sz="3600" i="1"/>
              <a:t>Ver contente a mãe gentil,</a:t>
            </a:r>
            <a:br>
              <a:rPr lang="en-US" altLang="pt-BR" sz="3600" i="1"/>
            </a:br>
            <a:r>
              <a:rPr lang="en-US" altLang="pt-BR" sz="3600" i="1"/>
              <a:t>Já raiou a liberdade</a:t>
            </a:r>
            <a:br>
              <a:rPr lang="en-US" altLang="pt-BR" sz="3600" i="1"/>
            </a:br>
            <a:r>
              <a:rPr lang="en-US" altLang="pt-BR" sz="3600" i="1"/>
              <a:t>No horizonte do Brasil!</a:t>
            </a:r>
            <a:br>
              <a:rPr lang="en-US" altLang="pt-BR" sz="3600" i="1"/>
            </a:br>
            <a:r>
              <a:rPr lang="en-US" altLang="pt-BR" sz="3600" i="1"/>
              <a:t>Já raiou a liberdade</a:t>
            </a:r>
            <a:br>
              <a:rPr lang="en-US" altLang="pt-BR" sz="3600" i="1"/>
            </a:br>
            <a:r>
              <a:rPr lang="en-US" altLang="pt-BR" sz="3600" i="1"/>
              <a:t>Já raiou a liberdade</a:t>
            </a:r>
            <a:br>
              <a:rPr lang="en-US" altLang="pt-BR" sz="3600" i="1"/>
            </a:br>
            <a:r>
              <a:rPr lang="en-US" altLang="pt-BR" sz="3600" i="1"/>
              <a:t>No horizonte do Brasil.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BB7CD81-52F4-0453-E5E3-F10F9ED83C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b="1" i="1"/>
              <a:t>Brava gente brasileira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Longe vá temor servil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Ou ficar a Pátria livre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Ou morrer pelo Brasil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Ou ficar a Pátria livre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Ou morrer pelo Brasil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5D87B10-34E0-258C-683D-C9B9E10053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Mal soou na serra ao longe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Nosso grito varonil;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Nos imensos ombros, logo,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A cabeça ergue o Brasil! </a:t>
            </a:r>
            <a:br>
              <a:rPr lang="en-US" altLang="pt-BR" sz="3600" i="1"/>
            </a:br>
            <a:r>
              <a:rPr lang="en-US" altLang="pt-BR" sz="3600" i="1"/>
              <a:t>Nos imensos ombros, logo,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Nos imensos ombros, logo,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A cabeça ergue o Brasil.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356E817-1D78-99D7-538F-69CF4803A2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b="1" i="1"/>
              <a:t>Brava gente brasileira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Longe vá temor servil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Ou ficar a Pátria livre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Ou morrer pelo Brasil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Ou ficar a Pátria livre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Ou morrer pelo Brasil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70123DE-E931-2942-8D1B-EB561B6DBF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Os grilhões que nos forjava </a:t>
            </a:r>
            <a:br>
              <a:rPr lang="en-US" altLang="pt-BR" sz="3600" i="1"/>
            </a:br>
            <a:r>
              <a:rPr lang="en-US" altLang="pt-BR" sz="3600" i="1"/>
              <a:t>Da perfídia astuto ardil </a:t>
            </a:r>
            <a:br>
              <a:rPr lang="en-US" altLang="pt-BR" sz="3600" i="1"/>
            </a:br>
            <a:r>
              <a:rPr lang="en-US" altLang="pt-BR" sz="3600" i="1"/>
              <a:t>Houve mão mais poderosa </a:t>
            </a:r>
            <a:br>
              <a:rPr lang="en-US" altLang="pt-BR" sz="3600" i="1"/>
            </a:br>
            <a:r>
              <a:rPr lang="en-US" altLang="pt-BR" sz="3600" i="1"/>
              <a:t>Zombou deles o Brasil.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Houve mão mais poderosa </a:t>
            </a:r>
            <a:br>
              <a:rPr lang="en-US" altLang="pt-BR" sz="3600" i="1"/>
            </a:br>
            <a:r>
              <a:rPr lang="en-US" altLang="pt-BR" sz="3600" i="1"/>
              <a:t>Houve mão mais poderosa </a:t>
            </a:r>
            <a:br>
              <a:rPr lang="en-US" altLang="pt-BR" sz="3600" i="1"/>
            </a:br>
            <a:r>
              <a:rPr lang="en-US" altLang="pt-BR" sz="3600" i="1"/>
              <a:t>Zombou deles o Brasil!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3FC86EE-E554-0DAD-8C68-8A90921343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b="1" i="1"/>
              <a:t>Brava gente brasileira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Longe vá temor servil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Ou ficar a Pátria livre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Ou morrer pelo Brasil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Ou ficar a Pátria livre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Ou morrer pelo Brasil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8C600AE-284D-B8A8-D8B4-6CCAF8F29F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Parabéns, ó brasileiros </a:t>
            </a:r>
            <a:br>
              <a:rPr lang="en-US" altLang="pt-BR" sz="3600" i="1"/>
            </a:br>
            <a:r>
              <a:rPr lang="en-US" altLang="pt-BR" sz="3600" i="1"/>
              <a:t>Já com garbo juvenil </a:t>
            </a:r>
            <a:br>
              <a:rPr lang="en-US" altLang="pt-BR" sz="3600" i="1"/>
            </a:br>
            <a:r>
              <a:rPr lang="en-US" altLang="pt-BR" sz="3600" i="1"/>
              <a:t>Do Universo entre as nações </a:t>
            </a:r>
            <a:br>
              <a:rPr lang="en-US" altLang="pt-BR" sz="3600" i="1"/>
            </a:br>
            <a:r>
              <a:rPr lang="en-US" altLang="pt-BR" sz="3600" i="1"/>
              <a:t>Resplandece a do Brasil.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Do Universo entre as nações </a:t>
            </a:r>
            <a:br>
              <a:rPr lang="en-US" altLang="pt-BR" sz="3600" i="1"/>
            </a:br>
            <a:r>
              <a:rPr lang="en-US" altLang="pt-BR" sz="3600" i="1"/>
              <a:t>Do Universo entre as nações </a:t>
            </a:r>
            <a:br>
              <a:rPr lang="en-US" altLang="pt-BR" sz="3600" i="1"/>
            </a:br>
            <a:r>
              <a:rPr lang="en-US" altLang="pt-BR" sz="3600" i="1"/>
              <a:t>Resplandece a do Brasil.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F900841-3333-59FC-C7D0-FFBEE80A9C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b="1" i="1"/>
              <a:t>Brava gente brasileira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Longe vá temor servil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Ou ficar a Pátria livre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Ou morrer pelo Brasil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Ou ficar a Pátria livre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Ou morrer pelo Brasil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639 – Hino da Independência</vt:lpstr>
      <vt:lpstr>Já podeis da Pátria filhos Ver contente a mãe gentil, Já raiou a liberdade No horizonte do Brasil! Já raiou a liberdade Já raiou a liberdade No horizonte do Brasil.  </vt:lpstr>
      <vt:lpstr>Brava gente brasileira  Longe vá temor servil  Ou ficar a Pátria livre  Ou morrer pelo Brasil  Ou ficar a Pátria livre  Ou morrer pelo Brasil  </vt:lpstr>
      <vt:lpstr>Mal soou na serra ao longe  Nosso grito varonil;  Nos imensos ombros, logo,  A cabeça ergue o Brasil!  Nos imensos ombros, logo,  Nos imensos ombros, logo,  A cabeça ergue o Brasil. </vt:lpstr>
      <vt:lpstr>Brava gente brasileira  Longe vá temor servil  Ou ficar a Pátria livre  Ou morrer pelo Brasil  Ou ficar a Pátria livre  Ou morrer pelo Brasil  </vt:lpstr>
      <vt:lpstr>Os grilhões que nos forjava  Da perfídia astuto ardil  Houve mão mais poderosa  Zombou deles o Brasil.  Houve mão mais poderosa  Houve mão mais poderosa  Zombou deles o Brasil!  </vt:lpstr>
      <vt:lpstr>Brava gente brasileira  Longe vá temor servil  Ou ficar a Pátria livre  Ou morrer pelo Brasil  Ou ficar a Pátria livre  Ou morrer pelo Brasil  </vt:lpstr>
      <vt:lpstr>Parabéns, ó brasileiros  Já com garbo juvenil  Do Universo entre as nações  Resplandece a do Brasil.  Do Universo entre as nações  Do Universo entre as nações  Resplandece a do Brasil.</vt:lpstr>
      <vt:lpstr>Brava gente brasileira  Longe vá temor servil  Ou ficar a Pátria livre  Ou morrer pelo Brasil  Ou ficar a Pátria livre  Ou morrer pelo Brasil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639 – Hino da Independência</dc:title>
  <dc:creator>Junior</dc:creator>
  <cp:lastModifiedBy>Emerson Souza</cp:lastModifiedBy>
  <cp:revision>1</cp:revision>
  <dcterms:created xsi:type="dcterms:W3CDTF">2005-12-27T18:12:50Z</dcterms:created>
  <dcterms:modified xsi:type="dcterms:W3CDTF">2026-05-02T22:30:51Z</dcterms:modified>
</cp:coreProperties>
</file>