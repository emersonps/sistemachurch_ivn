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08AFC-B8AC-60C9-5361-31CEFD5B8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BFD09F-3AC5-45B7-6D9E-C5D0C46D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891CE-DD7A-C324-D7B4-FBDFC1AB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A2AED2-1E5F-27AC-0FE8-BBB1A752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1057EA-0F78-031E-BC82-157538DF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9707E-099D-410F-8E7C-B5B0A21764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070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CB590-77FF-9EEA-A878-B5AD2930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360B0D-35BE-0CCE-5DF7-D16B7C15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088258-794D-08C6-5339-4415A0F5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ACC2A1-FFEA-0B80-463E-C912A869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019F04-F3BF-98D9-BB1F-27DAB2AD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FDF7C-ABCF-4465-A606-4479E90A9E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607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954A9-8B7C-FFDF-3694-15411FC62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F9EC57-DB0B-1E13-238A-CC70A2E56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46BCC3-F21E-16CE-652F-89AD82B9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E40857-54F5-2995-C222-B19E6257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05461F-D193-AAF9-60E2-5C1732BA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3A119-ABFF-4A8A-ABB7-DEA5AF8CC2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273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6E1EF-0759-3FAF-F893-33F9F10F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AED8D0-B958-C89E-FDD8-98BB4948E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3313DB-0217-7811-7EAA-19AD6D973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19FF3E-BCDE-FC61-62CB-CD00EECA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B2AC12-7F03-87CF-E903-419818F4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8E3E8E-0F91-AE10-4548-59912753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62CC3-0447-4E24-9CD2-FEE735609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123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49B1D-A11E-23FB-AAB2-0C247D15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9E6403-B7EB-2A0A-F515-9677FB915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A01297-DB7B-D46F-9910-0330E99A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65552F-165E-E155-1B9A-B0DB4936C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3199BC-E581-F1FE-4B85-287B5EA36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3B2365-E83F-A318-FE28-05E90674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94CD64-0451-5884-5479-DE03B8C1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8442EE-4CF7-DB9F-C3F6-F38ECFCC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FFB1A-24D0-47BD-983C-0C33DA2938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238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A8EA0-408D-7FB5-D3BC-44F692D7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3E52F3-0ECF-4CE5-9070-6D10660F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0FE5C6-415D-C4E7-527A-64F64461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EA48F9-616E-3A95-A544-19105A94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A7764-A736-464C-8CD1-F4FF330C56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624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A62972-A568-7C0B-BBC6-AB7E7AD7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18E5BF-8C9F-BB4F-EB2C-7ACABA96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7B2682-1A99-67F9-B99F-271A6D8F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827BC4-63AC-4FAB-AB85-17D95B042A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136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1A42A-BFBF-A4E4-2500-569ACCD63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AF70BB-D3DA-837D-DC9C-1D7006AB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1BDC9-3DD9-8BAB-C955-A78FC416D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4A87EA-1487-E773-98B1-0EDC101BC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A69A4A-A928-0C69-CB08-00358469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4E782A-8C06-51C1-A0C7-2710C1C1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1A676-405A-405E-859C-0C61D3C63F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88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EF44F-733D-7F7C-16D4-147C29B8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E747A7-6FF7-B105-CCF6-95483340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5C3CCA-F1CC-CC93-E911-425135551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F0953A-FA12-6A3F-7660-D9F2C4A9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FC5465-5CAD-B8D7-F591-E8B3792D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76F985-5296-8EA5-474A-533922B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0F568-BA7B-4034-8EF3-42BF7E66A4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695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96BF7-A1ED-3108-D7B0-A1DBF0D8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28A4A5-2C01-67B5-3B9A-F904A7963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275F5F-D819-0AD6-82B6-9BE936F3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EFD08E-3A05-109C-E02C-54D23859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09D807-898C-F4CC-074A-CE39D880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DB73B-C420-471D-9435-6B5AF87EC9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387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9ACA7F-08FB-69D9-45E7-71F33957D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D75F08-8AE3-BF2D-F462-CD59B431B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EDB156-D30A-1744-DF14-92FF1579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9D10B4-FA6A-6A52-B757-917D5515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C0EF97-5AF8-0A17-7762-4706CBC9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6A363-7C32-41D2-9CC7-6A65DB80BB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918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2C0F309-3B6D-B02F-4F14-8C561BA0E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1B22A4-0688-323E-E064-233BACC64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A884B2-DBFF-B24B-EA8A-00D6F79F0D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3C5B3BD-A3F1-17FC-6C3B-A34048AC03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7A54489-6CBC-20C7-E2BC-892A3C124E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BF18BB2-D854-4740-B16D-A1E7DCD7DC1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13F7EADF-B51A-4FA3-861E-78883CE82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5105400"/>
          </a:xfrm>
        </p:spPr>
        <p:txBody>
          <a:bodyPr/>
          <a:lstStyle/>
          <a:p>
            <a:r>
              <a:rPr lang="en-US" altLang="pt-BR" sz="4000" b="1" i="1"/>
              <a:t>586 – Gozo e Vida Tenho</a:t>
            </a:r>
            <a:br>
              <a:rPr lang="en-US" altLang="pt-BR" sz="4000" b="1" i="1"/>
            </a:br>
            <a:r>
              <a:rPr lang="en-US" altLang="pt-BR" sz="4000"/>
              <a:t> </a:t>
            </a:r>
            <a:br>
              <a:rPr lang="en-US" altLang="pt-BR" sz="4000" b="1" i="1"/>
            </a:br>
            <a:r>
              <a:rPr lang="en-US" altLang="pt-BR" sz="4000" i="1"/>
              <a:t>Gozo e vida tenho no meu coração,</a:t>
            </a:r>
            <a:r>
              <a:rPr lang="en-US" altLang="pt-BR" sz="4000"/>
              <a:t> </a:t>
            </a:r>
            <a:r>
              <a:rPr lang="en-US" altLang="pt-BR" sz="4000" i="1"/>
              <a:t>Desde que Jesus Cristo deu-me seu perdão.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586 – Gozo e Vida Tenho   Gozo e vida tenho no meu coração, Desde que Jesus Cristo deu-me seu perdão.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586 – Gozo e Vida Tenho   Gozo e vida tenho no meu coração, Desde que Jesus Cristo deu-me seu perdão. </dc:title>
  <dc:creator>Junior</dc:creator>
  <cp:lastModifiedBy>Emerson Souza</cp:lastModifiedBy>
  <cp:revision>1</cp:revision>
  <dcterms:created xsi:type="dcterms:W3CDTF">2005-12-27T02:09:17Z</dcterms:created>
  <dcterms:modified xsi:type="dcterms:W3CDTF">2026-05-02T22:26:21Z</dcterms:modified>
</cp:coreProperties>
</file>