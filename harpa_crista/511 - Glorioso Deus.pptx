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2C42CC-F448-6178-ED80-341AC8023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0B564A-8DFA-5E53-8BC8-0B5EB0361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ABF479-1695-4560-13FD-19955893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861F4F-AF90-2056-5237-722C4D365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D51B08-D660-4CF9-7252-23663493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27659D-4ADC-4DFF-BF7C-9F5DF13926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2417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20D82-53A3-7560-72A4-94E3F445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2821A-198C-8972-3D39-E21C3809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01F97B-D595-0AA9-6189-F78CA3F0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1A922-8CFC-9F0C-743B-01692FF6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D48D7-C72C-8BF2-0BE7-BA7AE5D1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1A8C9-C034-45F9-815C-FF3FBEFD8A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541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CD998-52B3-F991-5428-3E593399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A50D3B-5A2E-D55A-B0BE-DC93C4346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0E0330-6015-3C6B-FF66-6D3A301F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A9C63-50F0-C21F-AD24-A505B6F9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7D3A7C-014A-79CE-5130-1FA92CD2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4077C-C715-4B6E-9AA0-C6C5C0B9F3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253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4B1A9-4591-B234-46CA-1A665B557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BF3141-0822-4A6F-3550-06CAB004A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3C84FC-1678-2282-7C3C-C7EC9DB84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6B7692-4537-DF0B-6C38-7A85EBDF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D23F4F-AC41-775E-733B-A5EF21B7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67D288F-BCC4-822A-3E1D-2269B41F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AC2C32-A1A2-4A15-AF0E-66ED8BB71E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716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E8A20-9AF3-45AC-1496-5BA28CCD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80300E-17D9-D6CA-15D2-C41D67A51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02CFE4-6C46-31E7-6CF5-53F0777DC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16FE29-474E-FCF4-C268-851B88F79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FEEB75E-4DEA-4B81-ECE5-948590899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D7AA93-3A8F-9BC7-03D1-A542C75A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B8AE036-5765-FC99-B60E-B846891C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7CBCEC-DBF0-20CE-05A4-E01676C3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5721B-BF3A-4AE9-9283-8FAC33E775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5494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B4084-6498-0965-53BA-F52BFBE68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51A321A-9978-5E44-13D8-AA47F442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38A754-325D-061E-1124-3C26B571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A56B4C-FD25-40A5-4CA5-687A3F1B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6BA889-F1D6-46AB-A88F-F3F5919A46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517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B3920CB-7CCF-66C2-4E01-F8B79E2B9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587F84A-0BCA-8A8D-EE6B-934B04E1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1D9026-771B-4F02-03D7-64843DF8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F31941-0658-4634-B633-8FC4B4C378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11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71A43-2AB5-5CF4-3668-2B1541B2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B34968-990D-8A50-E684-6EC68FA3C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E4552D-B561-D5C7-C0FF-8C1B8F6B77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758239-CA8B-905E-1105-61C6F8CD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7F509E-7893-6BE4-FE9D-95F191326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F62493-1F0D-C053-A88D-C8691D9F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AD69DD-9D28-4635-9724-7D207BB622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3561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59DDB-73B1-CA9E-4281-7E1F5C31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86BCB36-A55B-BE76-9C8F-5DC7030F4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3D3472-C50D-634A-76CF-125C5CECB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E529EE-33AA-6560-4DF9-D02C93AF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F8F89B-7784-DA34-4C63-C2288596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E53A8E-7793-2506-7162-24B57114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18106-F064-41B0-8D57-1B0B4AEB41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858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D7C6C-C3E3-65F7-9021-3A325BB6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2111C9-F92B-A6DB-C2EF-1A6AC16AF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47AAB2-7ABD-B705-C8E8-1B051962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D6DC2-3C11-6B41-025C-3E6B1CCF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AE06A3-79D1-54B3-52A6-E95B1AE6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8F902-7330-4EFB-98A5-84A8E8049E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170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CA237C-AF9D-67CC-C701-8D7E9E4B3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33A0B3-CD4E-3B88-2139-35024D7D2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B1E023-5FEF-2F4B-F2A1-27DF202E6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182A1F-3705-10C6-6235-75148328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BA6913-8295-15DF-70E3-82816858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01E4C-EA51-4733-AD27-3F0CE1E35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546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34B5B4-0CB2-73D0-806A-775AEFE63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F37926-0EE1-7FAC-4A20-2145A1A2D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9A6A853-9F49-F987-23C8-AF5A8F7B4C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04E351-F6A9-7ABB-C661-E1B958B4BDE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0D8E99-67CA-1CDD-524C-8851D84F0F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075127-DB4B-4A00-94C6-DECDD6BFABC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AE2B5BA8-706E-9EBD-716C-FDBAF7EB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E53208E6-0087-2D17-54B9-79CBCA2AF5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511</a:t>
            </a:r>
            <a:br>
              <a:rPr lang="pt-BR" altLang="pt-BR" sz="4400"/>
            </a:br>
            <a:r>
              <a:rPr lang="pt-BR" altLang="pt-BR" sz="4400"/>
              <a:t>Glorioso Deus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73E60F3-AD00-FD01-7B70-D7E7665CC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F44A515B-C503-A11F-7DF2-9335C32AA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pt-BR" altLang="pt-BR"/>
              <a:t>Glorioso Deus, que está nos céu,</a:t>
            </a:r>
            <a:br>
              <a:rPr lang="pt-BR" altLang="pt-BR"/>
            </a:br>
            <a:r>
              <a:rPr lang="pt-BR" altLang="pt-BR"/>
              <a:t>Conselheiro é contra o revés.</a:t>
            </a:r>
            <a:br>
              <a:rPr lang="pt-BR" altLang="pt-BR"/>
            </a:br>
            <a:r>
              <a:rPr lang="pt-BR" altLang="pt-BR"/>
              <a:t>Se aqui trevas há, me iluminará;</a:t>
            </a:r>
            <a:br>
              <a:rPr lang="pt-BR" altLang="pt-BR"/>
            </a:br>
            <a:r>
              <a:rPr lang="pt-BR" altLang="pt-BR"/>
              <a:t>Na tribulação, nEle os crentes</a:t>
            </a:r>
            <a:br>
              <a:rPr lang="pt-BR" altLang="pt-BR"/>
            </a:br>
            <a:r>
              <a:rPr lang="pt-BR" altLang="pt-BR"/>
              <a:t>Firmados estão.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>
            <a:extLst>
              <a:ext uri="{FF2B5EF4-FFF2-40B4-BE49-F238E27FC236}">
                <a16:creationId xmlns:a16="http://schemas.microsoft.com/office/drawing/2014/main" id="{01803229-E296-E168-ABC7-5FBAAD8BE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>
            <a:extLst>
              <a:ext uri="{FF2B5EF4-FFF2-40B4-BE49-F238E27FC236}">
                <a16:creationId xmlns:a16="http://schemas.microsoft.com/office/drawing/2014/main" id="{DD7A5C29-A5F1-3EC9-FAAD-6A0CA7EA4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pt-BR" altLang="pt-BR"/>
              <a:t>Oh! Quão bom é o nosso Deus</a:t>
            </a:r>
            <a:br>
              <a:rPr lang="pt-BR" altLang="pt-BR"/>
            </a:br>
            <a:r>
              <a:rPr lang="pt-BR" altLang="pt-BR"/>
              <a:t>Tudo preparou pra os seus,</a:t>
            </a:r>
            <a:br>
              <a:rPr lang="pt-BR" altLang="pt-BR"/>
            </a:br>
            <a:r>
              <a:rPr lang="pt-BR" altLang="pt-BR"/>
              <a:t>Que por Ele chegarão,</a:t>
            </a:r>
            <a:br>
              <a:rPr lang="pt-BR" altLang="pt-BR"/>
            </a:br>
            <a:r>
              <a:rPr lang="pt-BR" altLang="pt-BR"/>
              <a:t>Satisfeitos à Sua mansão.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91C8BE2F-EFA3-0F1C-6785-CA1DB75BE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AEDA86A0-E74B-1A6A-AE4C-D13EC0CA2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pt-BR" altLang="pt-BR"/>
              <a:t>Vindo a morte dar golpe em meu lar</a:t>
            </a:r>
            <a:br>
              <a:rPr lang="pt-BR" altLang="pt-BR"/>
            </a:br>
            <a:r>
              <a:rPr lang="pt-BR" altLang="pt-BR"/>
              <a:t>Então, eu bem sei onde acharei</a:t>
            </a:r>
            <a:br>
              <a:rPr lang="pt-BR" altLang="pt-BR"/>
            </a:br>
            <a:r>
              <a:rPr lang="pt-BR" altLang="pt-BR"/>
              <a:t>Paz que satisfaz, </a:t>
            </a:r>
            <a:br>
              <a:rPr lang="pt-BR" altLang="pt-BR"/>
            </a:br>
            <a:r>
              <a:rPr lang="pt-BR" altLang="pt-BR"/>
              <a:t>Pois Jesus me traz</a:t>
            </a:r>
            <a:br>
              <a:rPr lang="pt-BR" altLang="pt-BR"/>
            </a:br>
            <a:r>
              <a:rPr lang="pt-BR" altLang="pt-BR"/>
              <a:t>O que é mister</a:t>
            </a:r>
            <a:br>
              <a:rPr lang="pt-BR" altLang="pt-BR"/>
            </a:br>
            <a:r>
              <a:rPr lang="pt-BR" altLang="pt-BR"/>
              <a:t>E o que possa aqui conter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798E916E-1950-05CF-0B69-411DA3D1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BC82D3E5-17A8-C684-EAA1-B8DA45803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  <a:noFill/>
          <a:ln/>
        </p:spPr>
        <p:txBody>
          <a:bodyPr/>
          <a:lstStyle/>
          <a:p>
            <a:r>
              <a:rPr lang="pt-BR" altLang="pt-BR"/>
              <a:t>Oh! Quão bom é o nosso Deus</a:t>
            </a:r>
            <a:br>
              <a:rPr lang="pt-BR" altLang="pt-BR"/>
            </a:br>
            <a:r>
              <a:rPr lang="pt-BR" altLang="pt-BR"/>
              <a:t>Tudo preparou pra os seus,</a:t>
            </a:r>
            <a:br>
              <a:rPr lang="pt-BR" altLang="pt-BR"/>
            </a:br>
            <a:r>
              <a:rPr lang="pt-BR" altLang="pt-BR"/>
              <a:t>Que por Ele chegarão,</a:t>
            </a:r>
            <a:br>
              <a:rPr lang="pt-BR" altLang="pt-BR"/>
            </a:br>
            <a:r>
              <a:rPr lang="pt-BR" altLang="pt-BR"/>
              <a:t>Satisfeitos à Sua mansão.</a:t>
            </a: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417F83E8-60A9-2B5F-C422-DC59B9574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B669CE1E-CFF9-FEC0-F703-D05926305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pt-BR" altLang="pt-BR"/>
              <a:t>Longe do meu lar, sinto eu pesar</a:t>
            </a:r>
            <a:br>
              <a:rPr lang="pt-BR" altLang="pt-BR"/>
            </a:br>
            <a:r>
              <a:rPr lang="pt-BR" altLang="pt-BR"/>
              <a:t>Mas o bom Jesus, dá-me sua luz</a:t>
            </a:r>
            <a:br>
              <a:rPr lang="pt-BR" altLang="pt-BR"/>
            </a:br>
            <a:r>
              <a:rPr lang="pt-BR" altLang="pt-BR"/>
              <a:t>E minha alma diz:</a:t>
            </a:r>
            <a:br>
              <a:rPr lang="pt-BR" altLang="pt-BR"/>
            </a:br>
            <a:r>
              <a:rPr lang="pt-BR" altLang="pt-BR"/>
              <a:t>“Estas em mim feliz, </a:t>
            </a:r>
            <a:br>
              <a:rPr lang="pt-BR" altLang="pt-BR"/>
            </a:br>
            <a:r>
              <a:rPr lang="pt-BR" altLang="pt-BR"/>
              <a:t>Estou contigo aqui”</a:t>
            </a:r>
            <a:br>
              <a:rPr lang="pt-BR" altLang="pt-BR"/>
            </a:br>
            <a:r>
              <a:rPr lang="pt-BR" altLang="pt-BR"/>
              <a:t>Estarás sim, comigo ali.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2ACEC5AC-462F-AAD6-CBF0-1615A1EA2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09FE063B-1674-D21E-4346-62D165A8F9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5162"/>
          </a:xfrm>
          <a:noFill/>
          <a:ln/>
        </p:spPr>
        <p:txBody>
          <a:bodyPr/>
          <a:lstStyle/>
          <a:p>
            <a:r>
              <a:rPr lang="pt-BR" altLang="pt-BR"/>
              <a:t>Oh! Quão bom é o nosso Deus</a:t>
            </a:r>
            <a:br>
              <a:rPr lang="pt-BR" altLang="pt-BR"/>
            </a:br>
            <a:r>
              <a:rPr lang="pt-BR" altLang="pt-BR"/>
              <a:t>Tudo preparou pra os seus,</a:t>
            </a:r>
            <a:br>
              <a:rPr lang="pt-BR" altLang="pt-BR"/>
            </a:br>
            <a:r>
              <a:rPr lang="pt-BR" altLang="pt-BR"/>
              <a:t>Que por Ele chegarão,</a:t>
            </a:r>
            <a:br>
              <a:rPr lang="pt-BR" altLang="pt-BR"/>
            </a:br>
            <a:r>
              <a:rPr lang="pt-BR" altLang="pt-BR"/>
              <a:t>Satisfeitos à Sua mansão.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>
            <a:extLst>
              <a:ext uri="{FF2B5EF4-FFF2-40B4-BE49-F238E27FC236}">
                <a16:creationId xmlns:a16="http://schemas.microsoft.com/office/drawing/2014/main" id="{9FC4E5FB-C1D4-9F8D-5E00-7ECC7A3A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0" name="Rectangle 4">
            <a:extLst>
              <a:ext uri="{FF2B5EF4-FFF2-40B4-BE49-F238E27FC236}">
                <a16:creationId xmlns:a16="http://schemas.microsoft.com/office/drawing/2014/main" id="{57557B9F-C381-3B85-DCF5-5670B2DC0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pt-BR" altLang="pt-BR"/>
              <a:t>Peregrino sou, mas eu estarei</a:t>
            </a:r>
            <a:br>
              <a:rPr lang="pt-BR" altLang="pt-BR"/>
            </a:br>
            <a:r>
              <a:rPr lang="pt-BR" altLang="pt-BR"/>
              <a:t>Onde ficarei sempre com Sua grei;</a:t>
            </a:r>
            <a:br>
              <a:rPr lang="pt-BR" altLang="pt-BR"/>
            </a:br>
            <a:r>
              <a:rPr lang="pt-BR" altLang="pt-BR"/>
              <a:t>Lá hei de gozar Seu amor sem par,</a:t>
            </a:r>
            <a:br>
              <a:rPr lang="pt-BR" altLang="pt-BR"/>
            </a:br>
            <a:r>
              <a:rPr lang="pt-BR" altLang="pt-BR"/>
              <a:t>Grato cantarei </a:t>
            </a:r>
            <a:br>
              <a:rPr lang="pt-BR" altLang="pt-BR"/>
            </a:br>
            <a:r>
              <a:rPr lang="pt-BR" altLang="pt-BR"/>
              <a:t>Aleluias ao grande Rei.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2059178E-0D6B-A8ED-E4F3-F6D7A68BA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Rectangle 5">
            <a:extLst>
              <a:ext uri="{FF2B5EF4-FFF2-40B4-BE49-F238E27FC236}">
                <a16:creationId xmlns:a16="http://schemas.microsoft.com/office/drawing/2014/main" id="{CDEE313E-4D60-A55B-9F1A-9C8C2274D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5162"/>
          </a:xfrm>
          <a:noFill/>
          <a:ln/>
        </p:spPr>
        <p:txBody>
          <a:bodyPr/>
          <a:lstStyle/>
          <a:p>
            <a:r>
              <a:rPr lang="pt-BR" altLang="pt-BR"/>
              <a:t>Oh! Quão bom é o nosso Deus</a:t>
            </a:r>
            <a:br>
              <a:rPr lang="pt-BR" altLang="pt-BR"/>
            </a:br>
            <a:r>
              <a:rPr lang="pt-BR" altLang="pt-BR"/>
              <a:t>Tudo preparou pra os seus,</a:t>
            </a:r>
            <a:br>
              <a:rPr lang="pt-BR" altLang="pt-BR"/>
            </a:br>
            <a:r>
              <a:rPr lang="pt-BR" altLang="pt-BR"/>
              <a:t>Que por Ele chegarão,</a:t>
            </a:r>
            <a:br>
              <a:rPr lang="pt-BR" altLang="pt-BR"/>
            </a:br>
            <a:r>
              <a:rPr lang="pt-BR" altLang="pt-BR"/>
              <a:t>Satisfeitos à Sua mansão.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511 Glorioso Deus</vt:lpstr>
      <vt:lpstr>Glorioso Deus, que está nos céu, Conselheiro é contra o revés. Se aqui trevas há, me iluminará; Na tribulação, nEle os crentes Firmados estão.</vt:lpstr>
      <vt:lpstr>Oh! Quão bom é o nosso Deus Tudo preparou pra os seus, Que por Ele chegarão, Satisfeitos à Sua mansão.</vt:lpstr>
      <vt:lpstr>Vindo a morte dar golpe em meu lar Então, eu bem sei onde acharei Paz que satisfaz,  Pois Jesus me traz O que é mister E o que possa aqui conter</vt:lpstr>
      <vt:lpstr>Oh! Quão bom é o nosso Deus Tudo preparou pra os seus, Que por Ele chegarão, Satisfeitos à Sua mansão.</vt:lpstr>
      <vt:lpstr>Longe do meu lar, sinto eu pesar Mas o bom Jesus, dá-me sua luz E minha alma diz: “Estas em mim feliz,  Estou contigo aqui” Estarás sim, comigo ali.</vt:lpstr>
      <vt:lpstr>Oh! Quão bom é o nosso Deus Tudo preparou pra os seus, Que por Ele chegarão, Satisfeitos à Sua mansão.</vt:lpstr>
      <vt:lpstr>Peregrino sou, mas eu estarei Onde ficarei sempre com Sua grei; Lá hei de gozar Seu amor sem par, Grato cantarei  Aleluias ao grande Rei.</vt:lpstr>
      <vt:lpstr>Oh! Quão bom é o nosso Deus Tudo preparou pra os seus, Que por Ele chegarão, Satisfeitos à Sua mansão.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511 Glorioso Deus</dc:title>
  <dc:creator>Junior</dc:creator>
  <cp:lastModifiedBy>Emerson Souza</cp:lastModifiedBy>
  <cp:revision>2</cp:revision>
  <dcterms:created xsi:type="dcterms:W3CDTF">2005-10-12T14:20:24Z</dcterms:created>
  <dcterms:modified xsi:type="dcterms:W3CDTF">2026-05-02T22:19:44Z</dcterms:modified>
</cp:coreProperties>
</file>