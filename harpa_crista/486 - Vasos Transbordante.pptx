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6" autoAdjust="0"/>
    <p:restoredTop sz="94674" autoAdjust="0"/>
  </p:normalViewPr>
  <p:slideViewPr>
    <p:cSldViewPr>
      <p:cViewPr varScale="1">
        <p:scale>
          <a:sx n="63" d="100"/>
          <a:sy n="63" d="100"/>
        </p:scale>
        <p:origin x="-102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037DDE-CAF7-D8F4-50D7-2FC5766DEE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504FFA-3321-1BB1-2CA5-B291DDEB1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88D611-BDB1-1D19-E734-C5F626C7F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1FB288-0856-BC8B-F21E-4A71A97A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167D5E-66E7-A81E-F7BA-88C355BD4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AB6D3E-63FC-451F-BBED-D29AB6D02C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65049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E83A1-3C7A-C82D-35CA-472466D95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5433A7-F554-1869-E06A-4BBD8008A9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C5F41F-5648-A068-769A-8D15CE740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A32C76-AEA2-7386-EAFA-8E06BBDD3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343D72-B7DA-1F8F-D6FD-57154A64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0F52A2-295C-4F8F-986C-81AE994B06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7508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3ACF31-92D3-306D-BADF-D40D8ABB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8D9907-ADB4-5616-47EF-386B8DC4A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BD2E9A-599F-82D9-CD3D-3FC5282BF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60DCB9-C060-B51C-0915-88B1C51B6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C6E5EE-E78D-3E59-255E-F47B657A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0E70EC-4BD9-4825-B173-CB5063D49E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495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5A48A-FC70-4AE0-5664-D02280520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D4424D-63C6-B6F2-3CE4-E3E5B1E7F3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EFA50B-EEC0-BEA3-DA83-F46F99D11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9798ED-1BCE-838F-4728-035F77D46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F6C8137-FD7C-6EF0-854E-602F19C5F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E912B4D-8936-5F12-B00F-ADAEC42E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3ADC3C-0C01-4FCB-90C7-D268B4FD92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254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16C255-EC91-F092-FAD1-95FF2274D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6BC8C3-A9BC-2888-0AD5-A38A17195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94F34FD-BDF7-F777-07FB-7EE0C0352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AE644A4-FF8C-E5D9-9F50-F589D7C172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1A07603-C83D-EED1-3E64-470AEE533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12B2487-7F35-AEE8-E348-DEA116AB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473CC28-08AE-231D-ED91-1CCB70797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32C52F-A2D0-AAB8-573E-7015B4949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183A57-9C50-4B08-83A9-34AA551591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88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28E02-C694-24DE-65C4-474803AA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411D56-29E0-9BDB-9927-622D9EC01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6B63EF1-7BDC-CCE6-7D42-AAC2E9AC0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103F882-00BC-A1C8-F1C8-F36788ED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948211-BCEB-4A12-B66B-B62A1A80E2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211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295D63-A60B-4C84-C5D3-43C06484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46966A7-1386-6366-1B0B-2A01709CC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D08847-FB96-185D-AD66-9E7927951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B6072B-90A6-4794-BBC5-0B74CCBFEF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25763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06AAA0-FA01-D52D-0970-48C04A30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E1C5A0D-CC84-51E4-215F-B700132BB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EA0E06-2173-429F-DE57-CA12BF635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4E4995-D788-0C69-EBC0-256AF7AB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D41286-64D2-2CEE-6345-06E8BDDD2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F344BF5-4C05-4754-E184-AB05774AE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7E54A-CCEE-4CAA-B7E3-A96F3A7CCBF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126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62F6F0-83E9-8715-D199-F411E03E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692A0DB-6416-F777-BE84-0597C994BC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B985DA-91DA-D310-3C8E-4C10C49CF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2A6275-2032-B9FF-A36E-FDDC1347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BA0790-F6DE-65D1-EA4E-70242B1F9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507DAE-6941-7B90-0131-97FE49B08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CBA2FA-E33D-48E7-BC1E-4533732996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92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07CD5F-BC36-A0D2-00C7-3338520FE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5B7987-78AD-B86E-E66A-06ACE8158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DAEB91-6A68-CBC5-6935-FDB0F88C6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CEE3A9-1A7F-DE90-B662-261341D18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FC54B2-3949-6A61-8428-918DCA707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A4E8C5-968F-41D7-A6FF-4EECDDAD0E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2228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01F4AA-304F-6535-1E3D-3CC2EC2A08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E54EE4-2071-70F9-CF49-F3657DF37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1AD853-2A22-B0E8-D4E3-E5F5E24B2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D13186-0141-9989-7353-13E6FC3A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929AF5-23FA-149A-9BD4-F7072095B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37C422-66C2-4678-84E4-67E65FA1C4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620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E2F9152-0758-785B-A865-89294DDBDF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85C100-AD35-574E-0DED-226D0B8F7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63548AC-5644-1B0E-320B-9FCCB8586BB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458583F-3197-659A-BCC6-A64753784F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BA0846F-2A48-2789-077C-322E6122ED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A40FEB5-F098-4BEF-990F-594D2903FB3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BEDB346-5046-4DD4-AFD6-2A3AF504FEC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486 - Vasos Transbordante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DC354E9-38B8-7349-C875-80395D296D7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7B7C3816-E821-F6A4-96B5-45F260FAC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Qual vazio vaso 'stá teu coração,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receber de Deus a salvação?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Só Jesus teu vaso poderá encher,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De bençãos que dão poder.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CE243192-9A16-1A47-5484-EBD3814FD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b="1" i="1"/>
              <a:t>Deixa encher teu vaso até transbordar;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Jesus tua vida possa governar,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Põe teu sacrifício hoje sobre o altar;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E verás as bênçãos descer sem cessar.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E048B41-9EC2-4281-0A69-08012DEE2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A vida abundante tu receberás,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constantemente em Deus te alegrarás,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Qual ribeiro d’água, o Senhor quer ver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deserto florescer 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ADB80A-FD93-0705-01DE-799AEC69AB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b="1" i="1"/>
              <a:t>Deixa encher teu vaso até transbordar;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Jesus tua vida possa governar,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Põe teu sacrifício hoje sobre o altar;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E verás as bênçãos descer sem cessar.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25440A9-2BBD-54CE-2B88-4B179A243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O Senhor precisa vasos para encher.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Mas vazios vasos que irão conter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Toda a Sua graça, brasas do altar,</a:t>
            </a:r>
            <a:r>
              <a:rPr lang="en-US" altLang="pt-BR" sz="4000"/>
              <a:t> </a:t>
            </a:r>
            <a:r>
              <a:rPr lang="en-US" altLang="pt-BR" sz="4000" i="1"/>
              <a:t>Para o fogo espalhar.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D2ABF0C-6C92-A9B6-C315-86427501D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600" b="1" i="1"/>
              <a:t>Deixa encher teu vaso até transbordar;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Que Jesus tua vida possa governar,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Põe teu sacrifício hoje sobre o altar;</a:t>
            </a:r>
            <a:r>
              <a:rPr lang="en-US" altLang="pt-BR" sz="3600"/>
              <a:t> </a:t>
            </a:r>
            <a:br>
              <a:rPr lang="en-US" altLang="pt-BR" sz="3600"/>
            </a:br>
            <a:r>
              <a:rPr lang="en-US" altLang="pt-BR" sz="3600" b="1" i="1"/>
              <a:t>E verás as bênçãos descer sem cessar.</a:t>
            </a:r>
            <a:r>
              <a:rPr lang="en-US" altLang="pt-BR" sz="3600"/>
              <a:t> </a:t>
            </a:r>
            <a:r>
              <a:rPr lang="en-US" altLang="pt-BR" sz="3600" i="1"/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486 - Vasos Transbordante </vt:lpstr>
      <vt:lpstr>Qual vazio vaso 'stá teu coração,  Para receber de Deus a salvação?  Só Jesus teu vaso poderá encher,  De bençãos que dão poder.  </vt:lpstr>
      <vt:lpstr>Deixa encher teu vaso até transbordar;  Que Jesus tua vida possa governar,  Põe teu sacrifício hoje sobre o altar;  E verás as bênçãos descer sem cessar.  </vt:lpstr>
      <vt:lpstr>A vida abundante tu receberás,  E constantemente em Deus te alegrarás,  Qual ribeiro d’água, o Senhor quer ver  O deserto florescer  </vt:lpstr>
      <vt:lpstr>Deixa encher teu vaso até transbordar;  Que Jesus tua vida possa governar,  Põe teu sacrifício hoje sobre o altar;  E verás as bênçãos descer sem cessar.  </vt:lpstr>
      <vt:lpstr>O Senhor precisa vasos para encher.  Mas vazios vasos que irão conter  Toda a Sua graça, brasas do altar, Para o fogo espalhar.</vt:lpstr>
      <vt:lpstr>Deixa encher teu vaso até transbordar;  Que Jesus tua vida possa governar,  Põe teu sacrifício hoje sobre o altar;  E verás as bênçãos descer sem cessar.  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486 - Vasos Transbordante </dc:title>
  <dc:creator>Junior</dc:creator>
  <cp:lastModifiedBy>Emerson Souza</cp:lastModifiedBy>
  <cp:revision>2</cp:revision>
  <dcterms:created xsi:type="dcterms:W3CDTF">2005-12-24T22:29:07Z</dcterms:created>
  <dcterms:modified xsi:type="dcterms:W3CDTF">2026-05-02T22:17:42Z</dcterms:modified>
</cp:coreProperties>
</file>