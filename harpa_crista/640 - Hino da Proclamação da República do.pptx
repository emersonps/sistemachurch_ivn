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2202D-5B5B-4FBF-C5CD-79EB19D6A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EB0E2BC-307C-4F75-F2CA-54AFAB0DE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EEB26-828E-BA1E-50D9-448ED0D9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9DF24E-3037-779F-1EA3-A5459B5F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4C4BA2-6107-BA8E-65E0-C837137F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DC858-0070-4F8A-9F75-80990B19F7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379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F0A17-4258-5D2A-E37E-2BDA46C2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33A98D-BD09-3717-B80A-1BFFB89EF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28BD86-131E-2F30-1536-A0542B92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A509DF-142F-8373-4DDB-67576A007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3FF168-2AE8-F4B1-1320-F61B45FB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6FB2A-AB88-4F41-BB01-A67488EBD0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725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E2DC2-F196-8C3E-76B4-A597A650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C58D52-89E4-8805-89FB-5C03094ED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27BD05-DBC8-E2A6-469E-A35D7668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7FB982-7AF8-B27E-042B-FE4ED04C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3F238-B7C3-11B6-B2AF-42FA73C1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85C0B9-1FCE-4A20-8ADC-B11CA71A91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6015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07E84-0231-0698-4238-2E321F90A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CA512D-0E8F-D39D-620D-738A00623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9D5A6A-B019-1CEA-9A43-954A80024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5BC1BC-D9C0-04BE-2B84-296EAD64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F44E76-8CB1-6532-E768-F009B15F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180D95-91F9-A00B-78FF-69289125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9BD7B6-5786-4700-B955-2FFC341BDF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8901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74496-4422-04A9-2224-CA4C908CD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79BB9A-4DCA-B9AE-3148-AE3917ACA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69439E-F7FD-3A53-3E85-BBB4B4857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C56F39A-A83A-A396-2977-1AEFE8982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0A95018-3B95-2969-D5CA-F71EF7F3B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51EA489-86CE-F3FA-8FF2-D904F75E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C1F64F5-718B-A9A5-AD6C-29287E8F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C2B40C-93FC-F041-0E79-04DCB4FF1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14D6D3-5607-4FF2-99DD-C0E0CD8291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948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49575-BE22-8A79-1171-D18992166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FC56A8-4FFA-01CD-7140-C9CF1927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F129A6A-A645-62F1-14FD-AE38E48E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292F2E-3E9C-AF64-4356-B4EACC925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0F981-0429-4A19-96BC-C0A6EE6FAC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5402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22D5680-D6D8-612E-0E66-622BEE33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EFD6A92-5067-457C-074B-829E9909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86C89B-65D3-6B97-3CA7-F74C865C9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3E401C-E88F-482C-804B-94944FF1AF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721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7C671-B305-95D3-3570-467BBA563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B16256-9003-4B69-E4A6-D0E74D300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52BA6D-440F-4C3B-8BF8-A6D1630A2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8A2B3A-A97E-0E78-F5F2-6878FD76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AEEB40-E0F8-513C-1350-5025DDB7E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D1B719-79F0-7065-4D42-008126E4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B10E4D-0A1D-497F-BD9C-D7594A1E20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8258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C6C10-3C04-E172-6054-0561A57D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D66301-0A44-4153-259B-CA2186F94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3B1D17-561A-DAA3-CA0A-0ABC235AF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911D5C-F13E-2F42-DB2E-17D2610C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1DBFB9-C853-679F-F155-0DD7B14B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16BB7E-9AD2-FC82-16F1-A8F35886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7FA454-48B7-4565-9BE2-A09AE4EF1E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4227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DEEF7-D8A0-FD40-BD6D-C49E61B77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0E82EA-D707-EE41-FF8C-920DD6653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0B84DC-6617-B7EF-9C1A-D7ECD866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68745C-2BF1-1C86-D7D5-DF1CF8C2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F9330B-14D4-B7DA-14FC-9CFADDC14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790E52-9F07-4201-9B84-9A42462C93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6116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995E0C-B0BF-4736-3DBC-0122C3D56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95CA89-952D-B843-A7AA-C7D1A574D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0FAE7F-BD5B-98A8-1E00-45449183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5F0CAD-900F-2113-31B4-5C9029E4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CD8A1E-EDA0-4DDC-AED5-B186ABB1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6DE97C-1F36-41AF-8BEB-D3AFA4FA49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181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9CC02A-369E-25DB-DBE8-E06210943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25F139-C961-2786-4D82-EE236B560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E7489D8-6AF1-5181-5F57-51438CA327C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FDE2D46-763E-9776-850F-09F494F2BDD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BD84E72-B622-190E-72B4-5BCFBBE233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B61A680-8194-481A-9E3A-F25F954E3F3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3F49911-9666-1F65-DB3B-122E96AFD94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 i="1"/>
              <a:t>640 – Hino da Proclamação da República do Brasil</a:t>
            </a:r>
            <a:endParaRPr lang="en-US" altLang="pt-BR" sz="36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21687F0-E16F-CF37-69A4-BCD642DFC6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2677065-C047-E089-9F7E-9BD98D998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Seja um pálio de luz desdobrado </a:t>
            </a:r>
            <a:br>
              <a:rPr lang="en-US" altLang="pt-BR" sz="3600" i="1"/>
            </a:br>
            <a:r>
              <a:rPr lang="en-US" altLang="pt-BR" sz="3600" i="1"/>
              <a:t>Sob a larga amplidão destes céus </a:t>
            </a:r>
            <a:br>
              <a:rPr lang="en-US" altLang="pt-BR" sz="3600" i="1"/>
            </a:br>
            <a:r>
              <a:rPr lang="en-US" altLang="pt-BR" sz="3600" i="1"/>
              <a:t> canto rebel, que o passado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Vem remir dos mais torpes labéus! </a:t>
            </a:r>
            <a:br>
              <a:rPr lang="en-US" altLang="pt-BR" sz="3600" i="1"/>
            </a:br>
            <a:r>
              <a:rPr lang="en-US" altLang="pt-BR" sz="3600" i="1"/>
              <a:t>Seja um hino de glória que fale </a:t>
            </a:r>
            <a:br>
              <a:rPr lang="en-US" altLang="pt-BR" sz="3600" i="1"/>
            </a:br>
            <a:r>
              <a:rPr lang="en-US" altLang="pt-BR" sz="3600" i="1"/>
              <a:t>De esperanças de um novo porvir! </a:t>
            </a:r>
            <a:br>
              <a:rPr lang="en-US" altLang="pt-BR" sz="3600" i="1"/>
            </a:br>
            <a:r>
              <a:rPr lang="en-US" altLang="pt-BR" sz="3600" i="1"/>
              <a:t>Com visões de triunfos embale </a:t>
            </a:r>
            <a:br>
              <a:rPr lang="en-US" altLang="pt-BR" sz="3600" i="1"/>
            </a:br>
            <a:r>
              <a:rPr lang="en-US" altLang="pt-BR" sz="3600" i="1"/>
              <a:t>Quem por ele lutando surgir!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B5B396F-04D9-E987-4EE2-A6342D602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Liberdade! Liberdade!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Abre as asas sobre nós!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Das lutas na tempestade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Dá que ouçamos tua voz!</a:t>
            </a:r>
            <a:r>
              <a:rPr lang="en-US" altLang="pt-BR" sz="3600" i="1"/>
              <a:t>  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A356076-BC1B-1DE0-76EC-83F2B72C2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Nós nem cremos que escravos outrora </a:t>
            </a:r>
            <a:br>
              <a:rPr lang="en-US" altLang="pt-BR" sz="3600" i="1"/>
            </a:br>
            <a:r>
              <a:rPr lang="en-US" altLang="pt-BR" sz="3600" i="1"/>
              <a:t>Tenha havido em tão nobre pais... </a:t>
            </a:r>
            <a:br>
              <a:rPr lang="en-US" altLang="pt-BR" sz="3600" i="1"/>
            </a:br>
            <a:r>
              <a:rPr lang="en-US" altLang="pt-BR" sz="3600" i="1"/>
              <a:t>Hoje, o rubro lampejo da Aurora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Acha irmãos, não tiranos hostis. </a:t>
            </a:r>
            <a:br>
              <a:rPr lang="en-US" altLang="pt-BR" sz="3600" i="1"/>
            </a:br>
            <a:r>
              <a:rPr lang="en-US" altLang="pt-BR" sz="3600" i="1"/>
              <a:t>Somos todos iguais! </a:t>
            </a:r>
            <a:br>
              <a:rPr lang="en-US" altLang="pt-BR" sz="3600" i="1"/>
            </a:br>
            <a:r>
              <a:rPr lang="en-US" altLang="pt-BR" sz="3600" i="1"/>
              <a:t>Ao futuro</a:t>
            </a:r>
            <a:r>
              <a:rPr lang="en-US" altLang="pt-BR" sz="3600"/>
              <a:t> </a:t>
            </a:r>
            <a:r>
              <a:rPr lang="en-US" altLang="pt-BR" sz="3600" i="1"/>
              <a:t>Saberemos, unidos, levar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Nosso augusto estandarte que, puro,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Brilha, ovante, da Pátria no altar!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E54ED57-02F9-67D0-2BA8-B1C2D61FE0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Se é mister que de pertos valentes </a:t>
            </a:r>
            <a:br>
              <a:rPr lang="en-US" altLang="pt-BR" sz="3600" i="1"/>
            </a:br>
            <a:r>
              <a:rPr lang="en-US" altLang="pt-BR" sz="3600" i="1"/>
              <a:t>Haja sangue no nosso pendão, </a:t>
            </a:r>
            <a:br>
              <a:rPr lang="en-US" altLang="pt-BR" sz="3600" i="1"/>
            </a:br>
            <a:r>
              <a:rPr lang="en-US" altLang="pt-BR" sz="3600" i="1"/>
              <a:t>Sangue vivo do herói Tiradentes </a:t>
            </a:r>
            <a:br>
              <a:rPr lang="en-US" altLang="pt-BR" sz="3600" i="1"/>
            </a:br>
            <a:r>
              <a:rPr lang="en-US" altLang="pt-BR" sz="3600" i="1"/>
              <a:t>Batizou este audaz pavilhão! </a:t>
            </a:r>
            <a:br>
              <a:rPr lang="en-US" altLang="pt-BR" sz="3600" i="1"/>
            </a:br>
            <a:r>
              <a:rPr lang="en-US" altLang="pt-BR" sz="3600" i="1"/>
              <a:t>Mensageiros da paz, paz queremos,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 de amor nossa força e poder, </a:t>
            </a:r>
            <a:br>
              <a:rPr lang="en-US" altLang="pt-BR" sz="3600" i="1"/>
            </a:br>
            <a:r>
              <a:rPr lang="en-US" altLang="pt-BR" sz="3600" i="1"/>
              <a:t>Mas da guerra nos transes supramos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Heis de ver-nos lutar e vencer!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9538071-5523-6220-89F4-1EF40F57EC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Do Ipiranga é preciso que o brado </a:t>
            </a:r>
            <a:br>
              <a:rPr lang="en-US" altLang="pt-BR" sz="3600" i="1"/>
            </a:br>
            <a:r>
              <a:rPr lang="en-US" altLang="pt-BR" sz="3600" i="1"/>
              <a:t>Seja um grito soberbo de fé! </a:t>
            </a:r>
            <a:br>
              <a:rPr lang="en-US" altLang="pt-BR" sz="3600" i="1"/>
            </a:br>
            <a:r>
              <a:rPr lang="en-US" altLang="pt-BR" sz="3600" i="1"/>
              <a:t>O Brasil já surgiu libertado,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Sobre as púrpuras régias de pé! </a:t>
            </a:r>
            <a:br>
              <a:rPr lang="en-US" altLang="pt-BR" sz="3600" i="1"/>
            </a:br>
            <a:r>
              <a:rPr lang="en-US" altLang="pt-BR" sz="3600" i="1"/>
              <a:t>Eia, pois, brasileiros, avante!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Verdes louros colhamos louçãos! </a:t>
            </a:r>
            <a:br>
              <a:rPr lang="en-US" altLang="pt-BR" sz="3600" i="1"/>
            </a:br>
            <a:r>
              <a:rPr lang="en-US" altLang="pt-BR" sz="3600" i="1"/>
              <a:t>Seja o nosso pais, triunfante,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Livre terra de livres irmãos!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640 – Hino da Proclamação da República do Brasil</vt:lpstr>
      <vt:lpstr>Seja um pálio de luz desdobrado  Sob a larga amplidão destes céus   canto rebel, que o passado  Vem remir dos mais torpes labéus!  Seja um hino de glória que fale  De esperanças de um novo porvir!  Com visões de triunfos embale  Quem por ele lutando surgir!  </vt:lpstr>
      <vt:lpstr>Liberdade! Liberdade!  Abre as asas sobre nós!  Das lutas na tempestade  Dá que ouçamos tua voz!    </vt:lpstr>
      <vt:lpstr>Nós nem cremos que escravos outrora  Tenha havido em tão nobre pais...  Hoje, o rubro lampejo da Aurora  Acha irmãos, não tiranos hostis.  Somos todos iguais!  Ao futuro Saberemos, unidos, levar  Nosso augusto estandarte que, puro,  Brilha, ovante, da Pátria no altar!  </vt:lpstr>
      <vt:lpstr>Se é mister que de pertos valentes  Haja sangue no nosso pendão,  Sangue vivo do herói Tiradentes  Batizou este audaz pavilhão!  Mensageiros da paz, paz queremos,  E de amor nossa força e poder,  Mas da guerra nos transes supramos  Heis de ver-nos lutar e vencer!  </vt:lpstr>
      <vt:lpstr>Do Ipiranga é preciso que o brado  Seja um grito soberbo de fé!  O Brasil já surgiu libertado,  Sobre as púrpuras régias de pé!  Eia, pois, brasileiros, avante!  Verdes louros colhamos louçãos!  Seja o nosso pais, triunfante,  Livre terra de livres irmãos!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640 – Hino da Proclamação da República do Brasil</dc:title>
  <dc:creator>Junior</dc:creator>
  <cp:lastModifiedBy>Emerson Souza</cp:lastModifiedBy>
  <cp:revision>1</cp:revision>
  <dcterms:created xsi:type="dcterms:W3CDTF">2005-12-27T18:09:39Z</dcterms:created>
  <dcterms:modified xsi:type="dcterms:W3CDTF">2026-05-02T22:30:57Z</dcterms:modified>
</cp:coreProperties>
</file>