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59715-8648-712B-9D02-3457B74C4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F96FAC-6C28-5E31-F04C-77B82D84C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D75EAF-6021-B9E1-4E5C-B127A097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2D857C-5CA8-A2F9-213E-DCDA491D7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38B41F-BABC-C84A-1FFD-C640FC9F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AC3968-9C33-4A92-A23E-BC2B6B9D2B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2016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C3613-3672-4FF6-97F6-D49497018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F5BE54-52E7-E49A-2F70-5011FA3D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D518D1-6DCD-96B0-6F99-69791C24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A601D6-E669-44FC-3914-BD4B7C7F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8AA7CE-FCF8-C043-D8E4-FDD52E5A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3704C5-9394-48C1-B93F-894946BC42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178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91752-BC9A-F113-19CE-B1473215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12F5A9-0866-3AD7-2F17-ED27AD943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BBE88D-4DFC-CE6D-7AE7-277E2BB1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CF8224-DA97-995D-2C1E-29CCD246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B2A566-EB8C-8199-56A9-175D3D6A6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DE8EB1-46DA-4EF6-8480-706379F90E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824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706C3-54E4-DB1F-F983-8D7E2C65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28D896-E30D-A993-5B0B-07D939737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294C19-E883-2CE8-4EE2-89A1DAF31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47467C-6814-3E9E-F919-0F6FEC575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030CA4-BBAA-7402-5D83-5D1D074B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5EE412-4892-7EAF-9791-6A8701F9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765CA0-5836-4DCA-922A-B7BEBB7686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001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A15A2-C9CD-C987-C3C7-3AA6F2151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924CA0-7212-ABE4-F8AE-02437380E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BC9261-BEA6-1FA4-0318-636CE4454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B864348-1ADD-B3BB-1F41-5B37F58B98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7B08B5-E968-0DA9-2C2C-D12C3496D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3428410-B6C9-627B-D7A0-2584CF2D7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6FB1F56-4E8C-98FB-9D07-8FAECB28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3D9EB6-6A8F-AD72-8CEF-E8B25D5B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1A5778-B35D-49A9-A7E4-89DE9F70D7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093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1B17-9EC7-D2DD-D013-B02472E0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79205F-443D-9E88-9EF3-F57117D1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7F4813-99E6-EAA2-C06C-32B04EEA8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96F4DF9-20AC-14A5-DB05-D2F81755F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B07750-0867-444F-B88B-F7F81D7C1D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280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5EE005E-6B09-B95E-977C-A6D7C39A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0A167A8-E427-34E6-26BF-6B738B3CF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3FF637-BFC8-3B72-6DF6-7D14BAD3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6E56FD-F667-4912-A6D0-88EECBA2D8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693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AF27E-0E29-0555-4869-401D76F33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0B4158-FC83-E921-8110-A253641B2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24D23D-2C07-3130-2DBC-BC8D11066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35D12C-720A-8E1A-0605-6D29EB82B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10DE22-D08F-326E-0015-FF4E5F8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41FC8B-52B0-78D5-F0F4-D6800EE9E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3EFD66-39EA-484B-BE41-B85E64C3CC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139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E71B1-3C30-C58A-D47B-A8A3BE4D7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9A626B3-ED5C-CC3B-425D-3D87878F9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6AD311-C37D-D89D-22CB-7F1A27E84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07F967-32D8-D7BC-1BD4-F6695A95D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1E8BB9-E508-030A-CF66-FE9FEE557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7D4CA6-E867-2CEA-6301-EEDB0015F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46390B-A7C4-48BC-B506-047528445A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2180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F0D99-F411-598B-85CF-5C561034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A063D3-6BC5-FB87-4444-D071ECC97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37B871-1895-B4FB-0D48-C3642A816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AF93FB-41D2-3658-E53E-0B19B40F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0468CB-0FEF-D688-218A-023F97AF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7D12F5-3458-4591-A29B-B3D99977F2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199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9584AC-48B6-CE7D-196D-A15666810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8C4FFE-03CD-F87C-C9A7-8A9822220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FA7F10-67B8-F57C-09A6-61DA4BE2F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451FD-D612-17F3-46FE-3E70C2A1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7A5291-D9E6-8CDE-A955-7B528D37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496CD2-EB4C-4303-B77C-1FA67B2D0F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6752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7650391-1843-5EBC-E20E-2F1EBB7152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E06D555-ECC5-8E55-0C5D-89550B8543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CE4E038-1938-2D5C-D212-7B856E75D0D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269425-585F-99B9-8CD7-FF280703A1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0002DC8-F275-96FD-D3E2-2B64C158416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8C9F66F-4CED-4765-BC76-44B9C8F28A9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E13287C-890D-5AC5-6D56-D5C2E45CBCA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 </a:t>
            </a:r>
            <a:r>
              <a:rPr lang="en-US" altLang="pt-BR" sz="4000" b="1" i="1"/>
              <a:t>201</a:t>
            </a:r>
            <a:br>
              <a:rPr lang="en-US" altLang="pt-BR" sz="4000" b="1" i="1"/>
            </a:br>
            <a:r>
              <a:rPr lang="en-US" altLang="pt-BR" sz="4000" b="1" i="1"/>
              <a:t>A DECISÃO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FEDC630-47CC-7326-5FE4-450F4C7506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DA37A33-3D09-8D69-8C2A-E4002F7AE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Oh! Dia alegre! Eu abracei</a:t>
            </a:r>
            <a:br>
              <a:rPr lang="en-US" altLang="pt-BR" sz="4000" i="1"/>
            </a:br>
            <a:r>
              <a:rPr lang="en-US" altLang="pt-BR" sz="4000" i="1"/>
              <a:t>Jesus, e nEle salvação!</a:t>
            </a:r>
            <a:br>
              <a:rPr lang="en-US" altLang="pt-BR" sz="4000" i="1"/>
            </a:br>
            <a:r>
              <a:rPr lang="en-US" altLang="pt-BR" sz="4000" i="1"/>
              <a:t>O gozo deste coração</a:t>
            </a:r>
            <a:br>
              <a:rPr lang="en-US" altLang="pt-BR" sz="4000" i="1"/>
            </a:br>
            <a:r>
              <a:rPr lang="en-US" altLang="pt-BR" sz="4000" i="1"/>
              <a:t>Eu mais e mais publicarei.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DFF6828-8662-0B30-299F-496A181C2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Dia feliz! Dia feliz!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em Jesus me satisfiz!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Jesus me ensina a vigiar.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confiante nEle, orar,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Dia feliz! Dia feliz!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em Jesus me satisfiz!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9E49FAC-D546-759B-6D80-F42F09412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Completa a grande transação,</a:t>
            </a:r>
            <a:br>
              <a:rPr lang="en-US" altLang="pt-BR" sz="4000" i="1"/>
            </a:br>
            <a:r>
              <a:rPr lang="en-US" altLang="pt-BR" sz="4000" i="1"/>
              <a:t> Jesus é meu, eu do Senhor! </a:t>
            </a:r>
            <a:br>
              <a:rPr lang="en-US" altLang="pt-BR" sz="4000" i="1"/>
            </a:br>
            <a:r>
              <a:rPr lang="en-US" altLang="pt-BR" sz="4000" i="1"/>
              <a:t>Chamou-me a voz do Seu amor; </a:t>
            </a:r>
            <a:br>
              <a:rPr lang="en-US" altLang="pt-BR" sz="4000" i="1"/>
            </a:br>
            <a:r>
              <a:rPr lang="en-US" altLang="pt-BR" sz="4000" i="1"/>
              <a:t>Cedi à imensa atração.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4D644E8-BC47-8906-E1A0-AF32AFF44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Dia feliz! Dia feliz!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em Jesus me satisfiz!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Jesus me ensina a vigiar.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confiante nEle, orar,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Dia feliz! Dia feliz!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em Jesus me satisfiz!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6A4BC7E-5B72-083B-AA09-7C5173E08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Descansa, ó alma! O Salvador </a:t>
            </a:r>
            <a:br>
              <a:rPr lang="en-US" altLang="pt-BR" sz="4000" i="1"/>
            </a:br>
            <a:r>
              <a:rPr lang="en-US" altLang="pt-BR" sz="4000" i="1"/>
              <a:t>E teu sustento, o pão dos céus; </a:t>
            </a:r>
            <a:br>
              <a:rPr lang="en-US" altLang="pt-BR" sz="4000" i="1"/>
            </a:br>
            <a:r>
              <a:rPr lang="en-US" altLang="pt-BR" sz="4000" i="1"/>
              <a:t>E quem possui o eterno Deus, </a:t>
            </a:r>
            <a:br>
              <a:rPr lang="en-US" altLang="pt-BR" sz="4000" i="1"/>
            </a:br>
            <a:r>
              <a:rPr lang="en-US" altLang="pt-BR" sz="4000" i="1"/>
              <a:t>Resiste a todo o tentador.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FF630B8-8A8C-A931-2ED1-466C64BEA4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Dia feliz! Dia feliz!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em Jesus me satisfiz!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Jesus me ensina a vigiar.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confiante nEle, orar,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Dia feliz! Dia feliz!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em Jesus me satisfiz!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2E81791-6E7E-CA54-1511-4DAAAEE9B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Meu sacro voto, excelso Deus, </a:t>
            </a:r>
            <a:br>
              <a:rPr lang="en-US" altLang="pt-BR" sz="4000" i="1"/>
            </a:br>
            <a:r>
              <a:rPr lang="en-US" altLang="pt-BR" sz="4000" i="1"/>
              <a:t>De dia em dia afirmarei! </a:t>
            </a:r>
            <a:br>
              <a:rPr lang="en-US" altLang="pt-BR" sz="4000" i="1"/>
            </a:br>
            <a:r>
              <a:rPr lang="en-US" altLang="pt-BR" sz="4000" i="1"/>
              <a:t>E além da morte exultarei, </a:t>
            </a:r>
            <a:br>
              <a:rPr lang="en-US" altLang="pt-BR" sz="4000" i="1"/>
            </a:br>
            <a:r>
              <a:rPr lang="en-US" altLang="pt-BR" sz="4000" i="1"/>
              <a:t>Teu filho e súdito dos céus.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F2B151A-13D3-AB71-4E39-4120A6F00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Dia feliz! Dia feliz!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em Jesus me satisfiz!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Jesus me ensina a vigiar.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confiante nEle, orar,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Dia feliz! Dia feliz!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em Jesus me satisfiz!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 201 A DECISÃO</vt:lpstr>
      <vt:lpstr>Oh! Dia alegre! Eu abracei Jesus, e nEle salvação! O gozo deste coração Eu mais e mais publicarei.   </vt:lpstr>
      <vt:lpstr>Dia feliz! Dia feliz!  Quando em Jesus me satisfiz!  Jesus me ensina a vigiar.  E confiante nEle, orar,  Dia feliz! Dia feliz!  Quando em Jesus me satisfiz!   </vt:lpstr>
      <vt:lpstr>Completa a grande transação,  Jesus é meu, eu do Senhor!  Chamou-me a voz do Seu amor;  Cedi à imensa atração. </vt:lpstr>
      <vt:lpstr>Dia feliz! Dia feliz!  Quando em Jesus me satisfiz!  Jesus me ensina a vigiar.  E confiante nEle, orar,  Dia feliz! Dia feliz!  Quando em Jesus me satisfiz!   </vt:lpstr>
      <vt:lpstr>Descansa, ó alma! O Salvador  E teu sustento, o pão dos céus;  E quem possui o eterno Deus,  Resiste a todo o tentador. </vt:lpstr>
      <vt:lpstr>Dia feliz! Dia feliz!  Quando em Jesus me satisfiz!  Jesus me ensina a vigiar.  E confiante nEle, orar,  Dia feliz! Dia feliz!  Quando em Jesus me satisfiz!   </vt:lpstr>
      <vt:lpstr>Meu sacro voto, excelso Deus,  De dia em dia afirmarei!  E além da morte exultarei,  Teu filho e súdito dos céus. </vt:lpstr>
      <vt:lpstr>Dia feliz! Dia feliz!  Quando em Jesus me satisfiz!  Jesus me ensina a vigiar.  E confiante nEle, orar,  Dia feliz! Dia feliz!  Quando em Jesus me satisfiz!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201 A DECISÃO</dc:title>
  <dc:creator>Junior</dc:creator>
  <cp:lastModifiedBy>Emerson Souza</cp:lastModifiedBy>
  <cp:revision>1</cp:revision>
  <dcterms:created xsi:type="dcterms:W3CDTF">2005-12-23T18:16:20Z</dcterms:created>
  <dcterms:modified xsi:type="dcterms:W3CDTF">2026-05-02T21:53:39Z</dcterms:modified>
</cp:coreProperties>
</file>