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9DCAF3-8912-451E-18DA-0B91951A2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8150E7-BC37-0A00-F74F-F3BA405A5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379B0E-C14E-C059-6805-FDC8B02B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75838B-EF32-29E1-2690-B0B633BD0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96E864-663C-E6A4-9EC6-40D022C60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3ADA00-C3AE-42A4-9A48-7516CD3A8D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04869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C3463-56AC-24C1-48BA-0D1BEC1CA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45280D-DEB6-FCDA-874F-D3B36C8CD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33DB68-8B64-16B8-59E7-DC83D0EA1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A0601C-10BD-2FE6-31A4-B86FE0FEA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0D9737-05DA-416E-E0AE-B4EDA729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0CCD06-2294-4989-A608-02E8C5A7E5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6688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FEF28-44DF-6173-4191-5BCEAE5FB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E836B2-73CE-21D0-3A76-FD7489E88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8449C2-F158-3EE3-7819-88574DE9E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0F7164-0EFD-414F-7AF2-37B20EF9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4442B4-7F59-A91A-0E5D-897DD6B40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83F9AC-F4AB-497D-9DE7-AA5B59296F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670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7FF3A-EB4E-55BA-3B9A-175D179E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B477A8-C742-E555-7759-BC6E74991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2D84DB-0697-C0FB-72C2-82BC39167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89D58D-1958-8495-42EF-50E9FF928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DC4C93-3DA2-3908-A2B5-A33DEE3EF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781A9F-1BE9-EE0A-9BED-50AA7C926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CB1C15-D570-4033-B31C-FE6F977F48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39104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9A2E9-9150-860B-5265-17A47D461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78C135-5193-77F7-EB22-50D0EE519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4757B5-F1DD-7BEC-0BFB-C0A90D559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D1F0E11-1787-16E4-6B9B-6EE31D08D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CFA4C69-D663-5FB7-CF01-C8429795E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DBAC67A-809A-5032-9C35-A2B0A188B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CF23604-B884-3AB3-90F4-5490C7318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72C8AFF-742A-32DB-1749-52EB52286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DDB163-6A5E-488A-AEDB-74737D25CD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53373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AA714-B533-AB69-B1C9-49B474E6D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EE0DBD-B45C-A06B-0FF0-DE58847FC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526833-A8A7-A6BC-CFA8-E8E6FBAA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B8CBFCB-051F-C85A-ED87-81F168014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A79C1F-A80B-47A5-8BAA-77EA82612D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5800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24203E-EB84-F032-A4A6-34D1AEE78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1A41A79-1748-9152-D7B0-761631F2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DE859F-D7D9-7488-FA06-B44890D7B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BB05D8-04DE-4788-A891-6F794337F9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71879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E9653-05F1-49B4-E4DD-594C14430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883435-743C-FE15-7681-FCED5F903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C524AE-DE62-E241-CE44-D95576B14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D8EFCD-995F-537D-213F-F3DCC541B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2C0304B-4E86-C57D-CF41-4D229DD26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097182-4CA1-8495-0E5E-8DCED5C5F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0E579C-AE89-438B-9080-E9D7536C38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95979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674C8A-8903-A1B7-C14E-8EDFD8903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C1AE765-4BE8-1567-9B48-B29EAAA20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A7E90B-146B-0617-16B0-E754A7C7A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30484F-5790-D852-6ABB-85AA754E5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155797-FEA5-626D-671E-9025508BC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43AB89-55ED-9D07-3C59-47713117B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5F4C4C-1AF7-40E3-A2A4-12AD00831C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6953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0DD5E6-9331-09F9-5FE6-E3033DF4C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F254B41-B8E5-28C4-1B86-BFCE0961A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F409CD-578E-8DD9-A8AD-C94F6C17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471E14-DDBA-1421-6FAB-354DD8DFD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A410A7-A0B7-AFEF-377F-1DDF6391F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EB874E-8363-400C-B75B-A2AEA026489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234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C3095F7-58BC-EC57-43BC-46EC88F3F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1E487C9-A1A8-B736-D6C4-0DB1535FD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5E55B7-00CD-60DA-7443-19AB2FA3F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38915F-5ED0-5AAA-EB24-CC6E32728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67B3D1-76E0-9301-49CD-44BF59123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49483-720A-44E3-AC60-5BE24CE31A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1288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3882A48-5A8A-D661-3646-F2B5D43BCC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85BB14F-9966-2C15-E178-449702F651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185B6C7-4911-066B-3BF3-44B848FF25B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24D0945-8373-7B21-7B79-EB3534C6CF7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ADB9A4D-F513-E0C3-E971-D757DE5CAD1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9BCC779-06CF-42F6-A606-FE925A34D3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7809F31-D119-5E86-9D26-6F7FE2E57AD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618 - É Nosso o Lar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D5FD0A8-2A4A-B41D-9AC6-80D99343789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5171D35-34F6-E7D7-D8EC-25EC839CAC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É nosso lar dos céus, </a:t>
            </a:r>
            <a:br>
              <a:rPr lang="en-US" altLang="pt-BR" sz="4000" i="1"/>
            </a:br>
            <a:r>
              <a:rPr lang="en-US" altLang="pt-BR" sz="4000" i="1"/>
              <a:t>no qual não entra o mal,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Morada, junto ao santo Deus, </a:t>
            </a:r>
            <a:br>
              <a:rPr lang="en-US" altLang="pt-BR" sz="4000" i="1"/>
            </a:br>
            <a:r>
              <a:rPr lang="en-US" altLang="pt-BR" sz="4000" i="1"/>
              <a:t>na glória divinal.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C61A074-FD2C-BCC2-BCE6-A4F485DAF4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 mão do amante Pai </a:t>
            </a:r>
            <a:br>
              <a:rPr lang="en-US" altLang="pt-BR" sz="4000" i="1"/>
            </a:br>
            <a:r>
              <a:rPr lang="en-US" altLang="pt-BR" sz="4000" i="1"/>
              <a:t>conduz-nos para o lar: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Bendito lar que sempre foi de Deus </a:t>
            </a:r>
            <a:br>
              <a:rPr lang="en-US" altLang="pt-BR" sz="4000" i="1"/>
            </a:br>
            <a:r>
              <a:rPr lang="en-US" altLang="pt-BR" sz="4000" i="1"/>
              <a:t>o seu lugar.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245713B-2188-F81F-13FB-00CAECA079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 sangue de Jesus já </a:t>
            </a:r>
            <a:br>
              <a:rPr lang="en-US" altLang="pt-BR" sz="4000" i="1"/>
            </a:br>
            <a:r>
              <a:rPr lang="en-US" altLang="pt-BR" sz="4000" i="1"/>
              <a:t>no-lo assegurou;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sua morte sobre a cruz, </a:t>
            </a:r>
            <a:br>
              <a:rPr lang="en-US" altLang="pt-BR" sz="4000" i="1"/>
            </a:br>
            <a:r>
              <a:rPr lang="en-US" altLang="pt-BR" sz="4000" i="1"/>
              <a:t>o título firmou.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DB1B60B-6500-0F71-081F-024D21FC8E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 o bom Consolador, </a:t>
            </a:r>
            <a:br>
              <a:rPr lang="en-US" altLang="pt-BR" sz="4000" i="1"/>
            </a:br>
            <a:r>
              <a:rPr lang="en-US" altLang="pt-BR" sz="4000" i="1"/>
              <a:t>penhor da redenção.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Pra o céu nos leva com amor, </a:t>
            </a:r>
            <a:br>
              <a:rPr lang="en-US" altLang="pt-BR" sz="4000" i="1"/>
            </a:br>
            <a:r>
              <a:rPr lang="en-US" altLang="pt-BR" sz="4000" i="1"/>
              <a:t>paz e satisfação.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1F61FD2-14C9-87E7-DE3E-86A2D37353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Consolador sem par aqui </a:t>
            </a:r>
            <a:br>
              <a:rPr lang="en-US" altLang="pt-BR" sz="4000" i="1"/>
            </a:br>
            <a:r>
              <a:rPr lang="en-US" altLang="pt-BR" sz="4000" i="1"/>
              <a:t>será pra nós,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Até ouvirmos nesse </a:t>
            </a:r>
            <a:br>
              <a:rPr lang="en-US" altLang="pt-BR" sz="4000" i="1"/>
            </a:br>
            <a:r>
              <a:rPr lang="en-US" altLang="pt-BR" sz="4000" i="1"/>
              <a:t>lar de Cristo a terna voz.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23803FB-0503-2631-9CA4-8063B0B9EE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Eternamente, então, </a:t>
            </a:r>
            <a:br>
              <a:rPr lang="en-US" altLang="pt-BR" sz="4000" i="1"/>
            </a:br>
            <a:r>
              <a:rPr lang="en-US" altLang="pt-BR" sz="4000" i="1"/>
              <a:t>folgando no Senhor,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 lar faremos, em canção, </a:t>
            </a:r>
            <a:br>
              <a:rPr lang="en-US" altLang="pt-BR" sz="4000" i="1"/>
            </a:br>
            <a:r>
              <a:rPr lang="en-US" altLang="pt-BR" sz="4000" i="1"/>
              <a:t>soar o seu louvor.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618 - É Nosso o Lar</vt:lpstr>
      <vt:lpstr>É nosso lar dos céus,  no qual não entra o mal,  Morada, junto ao santo Deus,  na glória divinal.    </vt:lpstr>
      <vt:lpstr>A mão do amante Pai  conduz-nos para o lar:  Bendito lar que sempre foi de Deus  o seu lugar.    </vt:lpstr>
      <vt:lpstr>O sangue de Jesus já  no-lo assegurou;  A sua morte sobre a cruz,  o título firmou.  </vt:lpstr>
      <vt:lpstr>E o bom Consolador,  penhor da redenção.  Pra o céu nos leva com amor,  paz e satisfação.  </vt:lpstr>
      <vt:lpstr>Consolador sem par aqui  será pra nós,  Até ouvirmos nesse  lar de Cristo a terna voz.  </vt:lpstr>
      <vt:lpstr>Eternamente, então,  folgando no Senhor,  No lar faremos, em canção,  soar o seu louvor.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618 - É Nosso o Lar</dc:title>
  <dc:creator>Junior</dc:creator>
  <cp:lastModifiedBy>Emerson Souza</cp:lastModifiedBy>
  <cp:revision>1</cp:revision>
  <dcterms:created xsi:type="dcterms:W3CDTF">2005-12-27T17:54:08Z</dcterms:created>
  <dcterms:modified xsi:type="dcterms:W3CDTF">2026-05-02T22:29:02Z</dcterms:modified>
</cp:coreProperties>
</file>