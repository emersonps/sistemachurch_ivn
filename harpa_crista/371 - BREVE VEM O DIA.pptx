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199E7-A14E-90FC-2C28-752590E01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33AD6E-634B-DC31-A89A-F63CE5E63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49411A-1D6A-E303-AE75-E7E2AF96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E57F13-7D86-6135-8D79-205CE1CB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FDB14B-4DE5-27CA-EA7E-F5A08F33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0EBC53-0851-4063-AF69-A0B5F5F581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029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2C0B7-D5FC-5BB2-2450-C1211FBA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19A67A-9616-5E48-4B51-D8E5A166C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4B5F8D-18DA-C645-FD8A-85CFEF9B5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978FB0-C214-5E25-129F-38387488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A4C8E5-A4A2-8FDE-6C68-1BC30E0C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81F2B-8343-436B-AB58-DA11853A6F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040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C5B81-F900-7352-88D3-DA366BB5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2B28DD-56A5-B483-831C-5C1CCE824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E029A3-CF01-2C21-141F-105FC128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D49EDC-4C45-C2A0-46E2-AD8205DB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414CA5-EF42-04F2-6C46-8E8A9E35E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117D53-C17F-4CD4-8045-A9432FE766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0906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A3B2F-C41D-340C-B0B4-2E152639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2A5AB8-9C5C-C726-CD6A-C1454DF9E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A6A74D-E27F-1C01-64E7-009A2B2CE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662090-DEFB-AF09-A648-E967B016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CA471C-AFBA-9DC8-BF03-1075B1D3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4497E9-95EF-467E-E3E3-7D6514D7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93DC0-426C-45E2-86A7-4CECF70143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189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29071-99E8-4D31-6B5F-948E5CDF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DFF241-93E0-B540-8DED-612C809F2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5BF8B9-78FD-C34F-97BF-839E1FA7C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46E25C-3A45-F344-A496-AC08A45A3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7F8F48-63E6-9E70-42F1-8E726F192C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27042C-0B6F-6C25-AF41-E1A1CE15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17F289-9264-36D7-94DF-D25F868D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B2E3B9-E36B-1790-1F4F-8264BAB2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DA3B6B-37B4-4799-84BD-C4D8486440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582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EAD4F-6EBD-5692-1C5A-0A0284CB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24B845-0F82-7BF0-6FD3-4268C650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AFB102-B024-4700-AD2A-B42393CE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EC5ED4-CA41-5377-6F8C-017C4709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29FDC-48C0-4A5B-B1F3-229649B57F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938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25F4A0-D0BC-A54D-5CF9-B91A9F02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76A51B-FD09-02DF-D38D-84EE66D4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16F45F-E9A0-596A-E2DE-C6B04308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7B440D-0280-4C2F-8311-FBB99EB7DE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305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06ECB-0AA1-340F-17E1-7A70F3FE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EC1915-E45F-6C2C-52A0-7F4000F19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274EB-FA1B-D36E-CD36-5027460A9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E5266F-EFB9-7C72-ED93-844F1BFA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126E4-DF8C-1698-9AB2-44BAC970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855DB2-5532-B61D-02C3-D9E92BE5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FA325A-8882-455C-8301-B9065DFDB1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69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353B0-D2F1-57EB-B022-05FE2B42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A09FC56-1381-BF6A-0B37-C2CEC9033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F35DE6-8F3E-00AB-7E52-9EA046D2B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E96A90-717D-7A50-2BFA-151A7A16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82CC25-B1D8-FDFD-4259-CD5297CE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957F1B-9C8B-1DF1-ECBD-F8DA619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0E6D6-6FEC-4AD9-868F-C567E9337C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563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080EA-FB50-9098-FFA6-B394BD783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E0F002-CF65-A434-B2C3-8D01D4BA8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025CF8-4AEE-13E2-7DE5-40F555033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AAB5A9-AD3B-DF2A-F4EC-3348E08F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E3DA54-8605-DB35-A7C1-6B184B59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ADFE3-8D48-4BCB-A92D-5528372118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328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51A587-A0BD-6836-D2DF-A57AAF708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379888-4A1C-765E-E481-B825AB471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AE969C-BBEE-0F2A-6C45-C14941586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DAE497-BDA4-ADCF-E296-3C66BDE5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06E920-7B70-A5BB-027B-3C55464D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FF7A3-33DA-471C-9C97-08EA5358B7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037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4AFFB9-6D3A-1453-0C28-7AFDDF679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6507A33-4BF0-A643-C8D9-0C0642807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C38448F-B11E-428E-5EE8-EC5D471BE0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4A35424-2EEA-E7D7-B1AC-63F2A460A4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2BEC0C-6086-99DA-7DC2-A3C65367C4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BE8F844-AF16-4F93-98C8-3EB2895107E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DCB05C0-CCC2-5499-3E39-BBD37EA14D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371</a:t>
            </a:r>
            <a:br>
              <a:rPr lang="pt-BR" altLang="pt-BR" sz="4400" b="1"/>
            </a:br>
            <a:r>
              <a:rPr lang="pt-BR" altLang="pt-BR" sz="4400" b="1"/>
              <a:t>BREVE VEM O DIA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A33FA9-F4AC-ECF6-7AF5-0A8C8804A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Breve vem o grande dia</a:t>
            </a:r>
            <a:br>
              <a:rPr lang="pt-BR" altLang="pt-BR" sz="3600"/>
            </a:br>
            <a:r>
              <a:rPr lang="pt-BR" altLang="pt-BR" sz="3600"/>
              <a:t>Em que lutas findarão;</a:t>
            </a:r>
            <a:br>
              <a:rPr lang="pt-BR" altLang="pt-BR" sz="3600"/>
            </a:br>
            <a:r>
              <a:rPr lang="pt-BR" altLang="pt-BR" sz="3600"/>
              <a:t>Todos males, agonias,</a:t>
            </a:r>
            <a:br>
              <a:rPr lang="pt-BR" altLang="pt-BR" sz="3600"/>
            </a:br>
            <a:r>
              <a:rPr lang="pt-BR" altLang="pt-BR" sz="3600"/>
              <a:t>Deste mundo cessarão.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F7946C4-C4D9-F749-B5F5-73F32A519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Cessará no céu o pranto, </a:t>
            </a:r>
            <a:br>
              <a:rPr lang="pt-BR" altLang="pt-BR" sz="3600" b="1" i="1"/>
            </a:br>
            <a:r>
              <a:rPr lang="pt-BR" altLang="pt-BR" sz="3600" b="1" i="1"/>
              <a:t>Pois não haverá mais dor, </a:t>
            </a:r>
            <a:br>
              <a:rPr lang="pt-BR" altLang="pt-BR" sz="3600" b="1" i="1"/>
            </a:br>
            <a:r>
              <a:rPr lang="pt-BR" altLang="pt-BR" sz="3600" b="1" i="1"/>
              <a:t>E ouvir-se-á o canto,</a:t>
            </a:r>
            <a:br>
              <a:rPr lang="pt-BR" altLang="pt-BR" sz="3600" b="1" i="1"/>
            </a:br>
            <a:r>
              <a:rPr lang="pt-BR" altLang="pt-BR" sz="3600" b="1" i="1"/>
              <a:t>Dos remidos do Senhor!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864F1DC-C332-AA7A-B170-AE218F3FE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Oh! que gozo, estar com Cristo, </a:t>
            </a:r>
            <a:br>
              <a:rPr lang="pt-BR" altLang="pt-BR" sz="3600"/>
            </a:br>
            <a:r>
              <a:rPr lang="pt-BR" altLang="pt-BR" sz="3600"/>
              <a:t>Escutando a Sua voz!</a:t>
            </a:r>
            <a:br>
              <a:rPr lang="pt-BR" altLang="pt-BR" sz="3600"/>
            </a:br>
            <a:r>
              <a:rPr lang="pt-BR" altLang="pt-BR" sz="3600"/>
              <a:t>Eu almejo hoje isto,</a:t>
            </a:r>
            <a:br>
              <a:rPr lang="pt-BR" altLang="pt-BR" sz="3600"/>
            </a:br>
            <a:r>
              <a:rPr lang="pt-BR" altLang="pt-BR" sz="3600"/>
              <a:t>E segui-Lo sempre após!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ABC0E95-E039-4436-5491-750BD6D97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Cessará no céu o pranto, </a:t>
            </a:r>
            <a:br>
              <a:rPr lang="pt-BR" altLang="pt-BR" sz="3600" b="1" i="1"/>
            </a:br>
            <a:r>
              <a:rPr lang="pt-BR" altLang="pt-BR" sz="3600" b="1" i="1"/>
              <a:t>Pois não haverá mais dor, </a:t>
            </a:r>
            <a:br>
              <a:rPr lang="pt-BR" altLang="pt-BR" sz="3600" b="1" i="1"/>
            </a:br>
            <a:r>
              <a:rPr lang="pt-BR" altLang="pt-BR" sz="3600" b="1" i="1"/>
              <a:t>E ouvir-se-á o canto,</a:t>
            </a:r>
            <a:br>
              <a:rPr lang="pt-BR" altLang="pt-BR" sz="3600" b="1" i="1"/>
            </a:br>
            <a:r>
              <a:rPr lang="pt-BR" altLang="pt-BR" sz="3600" b="1" i="1"/>
              <a:t>Dos remidos do Senhor!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6A2EB3-03C4-F9A6-1699-D7AAFBE88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Se Jesus Cristo é meu guia,</a:t>
            </a:r>
            <a:br>
              <a:rPr lang="pt-BR" altLang="pt-BR" sz="3600"/>
            </a:br>
            <a:r>
              <a:rPr lang="pt-BR" altLang="pt-BR" sz="3600"/>
              <a:t>O caminho hei de trilhar;</a:t>
            </a:r>
            <a:br>
              <a:rPr lang="pt-BR" altLang="pt-BR" sz="3600"/>
            </a:br>
            <a:r>
              <a:rPr lang="pt-BR" altLang="pt-BR" sz="3600"/>
              <a:t>Quem assim em Deus confia,</a:t>
            </a:r>
            <a:br>
              <a:rPr lang="pt-BR" altLang="pt-BR" sz="3600"/>
            </a:br>
            <a:r>
              <a:rPr lang="pt-BR" altLang="pt-BR" sz="3600"/>
              <a:t>Lá no céu há de chegar.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7BC0DD1-4B90-06F1-BA9F-3BC1F9D1A9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Cessará no céu o pranto, </a:t>
            </a:r>
            <a:br>
              <a:rPr lang="pt-BR" altLang="pt-BR" sz="3600" b="1" i="1"/>
            </a:br>
            <a:r>
              <a:rPr lang="pt-BR" altLang="pt-BR" sz="3600" b="1" i="1"/>
              <a:t>Pois não haverá mais dor, </a:t>
            </a:r>
            <a:br>
              <a:rPr lang="pt-BR" altLang="pt-BR" sz="3600" b="1" i="1"/>
            </a:br>
            <a:r>
              <a:rPr lang="pt-BR" altLang="pt-BR" sz="3600" b="1" i="1"/>
              <a:t>E ouvir-se-á o canto,</a:t>
            </a:r>
            <a:br>
              <a:rPr lang="pt-BR" altLang="pt-BR" sz="3600" b="1" i="1"/>
            </a:br>
            <a:r>
              <a:rPr lang="pt-BR" altLang="pt-BR" sz="3600" b="1" i="1"/>
              <a:t>Dos remidos do Senhor!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371 BREVE VEM O DIA</vt:lpstr>
      <vt:lpstr>Breve vem o grande dia Em que lutas findarão; Todos males, agonias, Deste mundo cessarão. </vt:lpstr>
      <vt:lpstr>Cessará no céu o pranto,  Pois não haverá mais dor,  E ouvir-se-á o canto, Dos remidos do Senhor!</vt:lpstr>
      <vt:lpstr>Oh! que gozo, estar com Cristo,  Escutando a Sua voz! Eu almejo hoje isto, E segui-Lo sempre após! </vt:lpstr>
      <vt:lpstr>Cessará no céu o pranto,  Pois não haverá mais dor,  E ouvir-se-á o canto, Dos remidos do Senhor!</vt:lpstr>
      <vt:lpstr>Se Jesus Cristo é meu guia, O caminho hei de trilhar; Quem assim em Deus confia, Lá no céu há de chegar. P.L.M. </vt:lpstr>
      <vt:lpstr>Cessará no céu o pranto,  Pois não haverá mais dor,  E ouvir-se-á o canto, Dos remidos do Senhor!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371 - BREVE VEM O DIA</dc:title>
  <dc:creator>Montagna</dc:creator>
  <cp:lastModifiedBy>Emerson Souza</cp:lastModifiedBy>
  <cp:revision>2</cp:revision>
  <dcterms:created xsi:type="dcterms:W3CDTF">2005-10-20T23:16:34Z</dcterms:created>
  <dcterms:modified xsi:type="dcterms:W3CDTF">2026-05-02T22:07:51Z</dcterms:modified>
</cp:coreProperties>
</file>