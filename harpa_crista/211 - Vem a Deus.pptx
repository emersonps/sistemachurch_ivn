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45DCDC-72F6-6F3C-77D9-960819B5A9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89C5F99-B1C1-DDC3-F82D-C3C76A702B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55FCCE-29AD-83A2-A3A2-697D5E3DD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6BCDAF-8765-2035-46E3-C6CFC4BFD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0FDC7E-0F83-6240-16B4-548CEC354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0627C-C6E8-4BE2-8840-04FC965060E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5310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4F7FD6-7A45-280A-529B-8CB3E11BA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5188C2-47E0-987F-9AC7-FC92CEE41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188DC6-6965-8F87-3A79-880E21B08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6B7D04-EA00-877D-32E0-82A40EBF5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BBB53D-B6B8-026C-CC54-16609A89D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D1B93D-F373-466E-9CB6-0619283E5E4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95308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83459C-0F2E-39F5-CE79-B96585107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A16BC56-B5DF-A5EA-01DA-E937B0B9B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FF5625-0D11-6C7E-332E-148D614FA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164199-C4E3-C6B5-0548-04770E563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BFA0F86-83A2-C9A1-DB92-DFAFE4398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2C7632-9BE9-44E1-8844-4278990CE5E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69891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EA6DD6-25D8-C7E6-4EBE-1CEEBE574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24D506-B5B4-A1BB-7819-AE932EDB7F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0594CB1-F9A2-61F0-2AA4-BC1DF1374A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639BE20-D28F-2203-B7BE-6772683C4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2B7A5FE-5356-232F-5201-110B3B4C9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274D9B0-3DA4-3E5F-FE17-D22E34A92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CF1259-959B-455B-A410-48F93C77FCD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88195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E411C0-3B75-CDD9-2B54-D6FE80523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68AC43F-3D57-DB2F-7927-510ED91C8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CB69065-7A80-764F-462C-D61FC47253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D154F40-77F6-2065-B18B-B6C7F009E7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E15D92E-3EB1-96D7-B91E-D808E8C8C1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49EABF-F0B8-8DE3-5D60-EB2B31953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AE8861-2D7C-5A0E-8A2B-C5F2AD7E2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BCF539A-3644-0F50-E580-6D638F7E5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E647A7-55E3-4771-8FBE-2E40C3B13AD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82865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0EFBF1-3CDF-3412-097D-BB3E6889C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4452454-A140-4F26-6539-11F214E79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B74114E-3509-4C6E-9E88-F3B2B27D2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2917AB8-2BC4-D3E6-A017-29634CBF5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7C5D10-5297-4678-B4EE-3A9B11335F2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74483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C68EB53-5000-AC40-18B7-0BA1F45B9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B750C05-9E11-083D-9113-F53E9B780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FC136F8-810E-07C3-4072-E6ADF6948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DF3FD0-8780-46AB-8E43-D4EF62971C4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19270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00730E-5ADE-7DC6-0FDD-D10991856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E7AF58-276A-6135-191D-4AE6C8163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746407-A7E3-5206-6AC5-898193A989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F102123-2A9B-5FCE-92FF-ABE7AFC75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6548786-4405-3A78-68B2-E66EB2418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F151F0F-2483-D8EC-B6D5-9D22A1148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F5D69C-C26B-4BC5-B635-96B94F58A88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15985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5F66D1-6128-FC37-1903-D9A7B4CD0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0216DD0-C1ED-C33E-3EBD-B41BA5ADA1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E4C8B12-B08C-DFEB-BC19-B000A82FF5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9DF6F81-B3E2-287A-D4CB-A971A378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D65EB3-AC8C-9B78-DFAB-E8A303D64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90FC87F-FD7F-4BED-5338-9DC302048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574818-78C9-4B20-BE38-C19ED219002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04549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01A951-F7A6-6956-14E9-3D792C7C1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FA1C0DC-E011-0D76-018A-E4698EB77C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617D04-AC32-2D5D-9D12-CF8604765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B0EA6D-CCBC-A8C5-E1C2-EE8C39687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68D927-B3C7-82EB-A509-505C74C50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31B38E-E1EF-4502-A067-CED32198AC0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68607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6641B99-BC8E-CD61-097F-858811C24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582E99A-7B0B-6C63-9FFF-B23E10D3E4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6DA04B-9D09-80F3-4700-94E3BD889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A1CC81-F4FE-F178-D9C6-912E83FD6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1E9A1C-EF35-03B8-F267-47089CB2C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FAC9E0-DE66-4405-A4D8-726B3774CAC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4503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A542C7E-4BFC-41FB-2E5D-E07F130E58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8C7E545-2F1D-137F-FBB4-F83066A746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98B2A36-FB58-785F-FFA7-7BC91FDECC0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74C2F6B-C731-945D-55EE-792439DC00C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7980A03-488E-0E83-8B35-1E2E7FC694C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4BA782F-853B-4888-B77C-5893757277F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0CF07A7-6D14-DDF2-BDD1-E5725332626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211</a:t>
            </a:r>
            <a:br>
              <a:rPr lang="en-US" altLang="pt-BR" sz="4000" b="1"/>
            </a:br>
            <a:r>
              <a:rPr lang="en-US" altLang="pt-BR" sz="4000" b="1"/>
              <a:t>VEM A DEUS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54FB4CF-4405-5F8A-5A73-3355B94B4CD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8F746AC0-07A8-8826-D96B-1FF18F4A0A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4000" i="1"/>
              <a:t>Vem, enquanto Deus te chama </a:t>
            </a:r>
            <a:br>
              <a:rPr lang="en-US" altLang="pt-BR" sz="4000" i="1"/>
            </a:br>
            <a:r>
              <a:rPr lang="en-US" altLang="pt-BR" sz="4000" i="1"/>
              <a:t>E tu sentes Seu amor, </a:t>
            </a:r>
            <a:br>
              <a:rPr lang="en-US" altLang="pt-BR" sz="4000" i="1"/>
            </a:br>
            <a:r>
              <a:rPr lang="en-US" altLang="pt-BR" sz="4000" i="1"/>
              <a:t>Pois do céu poder derrama </a:t>
            </a:r>
            <a:br>
              <a:rPr lang="en-US" altLang="pt-BR" sz="4000" i="1"/>
            </a:br>
            <a:r>
              <a:rPr lang="en-US" altLang="pt-BR" sz="4000" i="1"/>
              <a:t>Pra salvar o pecador!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F09DD3C-9EAE-D12F-615B-4E1D505A62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4000" b="1" i="1"/>
              <a:t>Vem a Deus, a Jesus, </a:t>
            </a:r>
            <a:br>
              <a:rPr lang="en-US" altLang="pt-BR" sz="4000" b="1" i="1"/>
            </a:br>
            <a:r>
              <a:rPr lang="en-US" altLang="pt-BR" sz="4000" b="1" i="1"/>
              <a:t>Entregar teu coração;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terás Sua luz... </a:t>
            </a:r>
            <a:br>
              <a:rPr lang="en-US" altLang="pt-BR" sz="4000" b="1" i="1"/>
            </a:br>
            <a:r>
              <a:rPr lang="en-US" altLang="pt-BR" sz="4000" b="1" i="1"/>
              <a:t>A perfeita salvação!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4973D98-5E20-C69C-17DE-E4369393BC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4000" i="1"/>
              <a:t>Se da vida tens o fardo </a:t>
            </a:r>
            <a:br>
              <a:rPr lang="en-US" altLang="pt-BR" sz="4000" i="1"/>
            </a:br>
            <a:r>
              <a:rPr lang="en-US" altLang="pt-BR" sz="4000" i="1"/>
              <a:t>E tu’alma triste está, </a:t>
            </a:r>
            <a:br>
              <a:rPr lang="en-US" altLang="pt-BR" sz="4000" i="1"/>
            </a:br>
            <a:r>
              <a:rPr lang="en-US" altLang="pt-BR" sz="4000" i="1"/>
              <a:t>Crê em Deus, não sejas tardo, </a:t>
            </a:r>
            <a:br>
              <a:rPr lang="en-US" altLang="pt-BR" sz="4000" i="1"/>
            </a:br>
            <a:r>
              <a:rPr lang="en-US" altLang="pt-BR" sz="4000" i="1"/>
              <a:t>Que Jesus te salvará!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4CB32C3-C82F-3682-3B8C-C5AA7339E4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4000" b="1" i="1"/>
              <a:t>Vem a Deus, a Jesus, </a:t>
            </a:r>
            <a:br>
              <a:rPr lang="en-US" altLang="pt-BR" sz="4000" b="1" i="1"/>
            </a:br>
            <a:r>
              <a:rPr lang="en-US" altLang="pt-BR" sz="4000" b="1" i="1"/>
              <a:t>Entregar teu coração;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terás Sua luz... </a:t>
            </a:r>
            <a:br>
              <a:rPr lang="en-US" altLang="pt-BR" sz="4000" b="1" i="1"/>
            </a:br>
            <a:r>
              <a:rPr lang="en-US" altLang="pt-BR" sz="4000" b="1" i="1"/>
              <a:t>A perfeita salvação!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E92B69D-0F65-7D0E-9148-6BA0BEA6A1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4000" i="1"/>
              <a:t>Neste mundo vais andando, </a:t>
            </a:r>
            <a:br>
              <a:rPr lang="en-US" altLang="pt-BR" sz="4000" i="1"/>
            </a:br>
            <a:r>
              <a:rPr lang="en-US" altLang="pt-BR" sz="4000" i="1"/>
              <a:t>Sem tranqüilidade e paz; </a:t>
            </a:r>
            <a:br>
              <a:rPr lang="en-US" altLang="pt-BR" sz="4000" i="1"/>
            </a:br>
            <a:r>
              <a:rPr lang="en-US" altLang="pt-BR" sz="4000" i="1"/>
              <a:t>- Volta a Deus, mas confiando, </a:t>
            </a:r>
            <a:br>
              <a:rPr lang="en-US" altLang="pt-BR" sz="4000" i="1"/>
            </a:br>
            <a:r>
              <a:rPr lang="en-US" altLang="pt-BR" sz="4000" i="1"/>
              <a:t>E feliz então serás.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5A4920A-D0E7-F4F4-0966-1AF542D937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4000" b="1" i="1"/>
              <a:t>Vem a Deus, a Jesus, </a:t>
            </a:r>
            <a:br>
              <a:rPr lang="en-US" altLang="pt-BR" sz="4000" b="1" i="1"/>
            </a:br>
            <a:r>
              <a:rPr lang="en-US" altLang="pt-BR" sz="4000" b="1" i="1"/>
              <a:t>Entregar teu coração;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terás Sua luz... </a:t>
            </a:r>
            <a:br>
              <a:rPr lang="en-US" altLang="pt-BR" sz="4000" b="1" i="1"/>
            </a:br>
            <a:r>
              <a:rPr lang="en-US" altLang="pt-BR" sz="4000" b="1" i="1"/>
              <a:t>A perfeita salvação!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B31EF11-F053-B84B-1F25-F64931D297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4000" i="1"/>
              <a:t>Vem a Cristo, que te espera, </a:t>
            </a:r>
            <a:br>
              <a:rPr lang="en-US" altLang="pt-BR" sz="4000" i="1"/>
            </a:br>
            <a:r>
              <a:rPr lang="en-US" altLang="pt-BR" sz="4000" i="1"/>
              <a:t>Não demores, pecador! </a:t>
            </a:r>
            <a:br>
              <a:rPr lang="en-US" altLang="pt-BR" sz="4000" i="1"/>
            </a:br>
            <a:r>
              <a:rPr lang="en-US" altLang="pt-BR" sz="4000" i="1"/>
              <a:t>Nos Seus braços Deus quisera Receber-te com amor!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EE63E7E-4805-5757-43DF-FB98D1F8FA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943600"/>
          </a:xfrm>
        </p:spPr>
        <p:txBody>
          <a:bodyPr/>
          <a:lstStyle/>
          <a:p>
            <a:r>
              <a:rPr lang="en-US" altLang="pt-BR" sz="4000" b="1" i="1"/>
              <a:t>Vem a Deus, a Jesus, </a:t>
            </a:r>
            <a:br>
              <a:rPr lang="en-US" altLang="pt-BR" sz="4000" b="1" i="1"/>
            </a:br>
            <a:r>
              <a:rPr lang="en-US" altLang="pt-BR" sz="4000" b="1" i="1"/>
              <a:t>Entregar teu coração;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terás Sua luz... </a:t>
            </a:r>
            <a:br>
              <a:rPr lang="en-US" altLang="pt-BR" sz="4000" b="1" i="1"/>
            </a:br>
            <a:r>
              <a:rPr lang="en-US" altLang="pt-BR" sz="4000" b="1" i="1"/>
              <a:t>A perfeita salvação!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211 VEM A DEUS </vt:lpstr>
      <vt:lpstr>Vem, enquanto Deus te chama  E tu sentes Seu amor,  Pois do céu poder derrama  Pra salvar o pecador! </vt:lpstr>
      <vt:lpstr>Vem a Deus, a Jesus,  Entregar teu coração;  E terás Sua luz...  A perfeita salvação! </vt:lpstr>
      <vt:lpstr>Se da vida tens o fardo  E tu’alma triste está,  Crê em Deus, não sejas tardo,  Que Jesus te salvará! </vt:lpstr>
      <vt:lpstr>Vem a Deus, a Jesus,  Entregar teu coração;  E terás Sua luz...  A perfeita salvação! </vt:lpstr>
      <vt:lpstr>Neste mundo vais andando,  Sem tranqüilidade e paz;  - Volta a Deus, mas confiando,  E feliz então serás. </vt:lpstr>
      <vt:lpstr>Vem a Deus, a Jesus,  Entregar teu coração;  E terás Sua luz...  A perfeita salvação! </vt:lpstr>
      <vt:lpstr>Vem a Cristo, que te espera,  Não demores, pecador!  Nos Seus braços Deus quisera Receber-te com amor! </vt:lpstr>
      <vt:lpstr>Vem a Deus, a Jesus,  Entregar teu coração;  E terás Sua luz...  A perfeita salvação!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211 VEM A DEUS </dc:title>
  <dc:creator>Junior</dc:creator>
  <cp:lastModifiedBy>Emerson Souza</cp:lastModifiedBy>
  <cp:revision>1</cp:revision>
  <dcterms:created xsi:type="dcterms:W3CDTF">2005-12-23T21:15:47Z</dcterms:created>
  <dcterms:modified xsi:type="dcterms:W3CDTF">2026-05-02T21:54:25Z</dcterms:modified>
</cp:coreProperties>
</file>