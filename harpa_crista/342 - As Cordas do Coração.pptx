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A0E4A-A7FB-746C-6917-A4B0845F9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BB7285-74C3-24F0-06E3-6BA9F6F41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2F11A4-51A5-7274-ED45-6E2528AC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EF19C7-C2F1-394B-AC72-63B70AAD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9E0AD5-30E7-D5AD-3796-7625A03E0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C17551-AC4B-4B3C-A75C-91DB1814F3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8102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16BC5-7855-F73F-DDCD-03DE073E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42962F-018D-C65B-6E66-586A4DEB5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D2A6ED-C0AE-82E6-BC1E-ACAFEB4FF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296960-B66E-BACC-B608-622D21B4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602359-F8FF-D852-5E44-7788412E3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ADECF5-25A1-4FED-B24A-1687BE9015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0775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4C2CF-4FD1-260B-808A-C874F0B5F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09B340-5AE4-760F-54B9-349AB219C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B136AB-789D-F79E-34F8-BF1DA5BA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C3278-7252-DCBA-8D46-7A31CCAF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5C660F-C2D1-EBD6-B855-88750B66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36E5D5-5FAE-48D8-979B-8210A714D1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346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14A70-5778-1124-263F-9EB567C1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0B6F14-3766-816D-F94B-73691BFD7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0AA8CA-4D37-9075-1DF0-17945511C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C27342-3E3B-39B6-D8E3-00012BF00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05817F-92D0-7868-21D1-F4A56E291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3EECFF-2358-AD41-8334-261949F9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4924DD-CDDC-4867-ACE6-2D3E541491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863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EC3E4-AD79-AA70-DAD9-11ECF6C1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F0AA09-2D16-371B-117C-068478EA8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4CC977-E14F-7DD8-2D64-DD7AA4D8D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9B98480-FC17-D575-E1E7-D75015308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015950-A66D-DE75-4C04-9C432FD0B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D8F6D61-7349-F458-E3DD-BA59D726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5076C97-5375-3F95-34B4-17AFA1D4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AD589E-4759-EAFF-E4D8-533F7D0F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81493C-4BBA-4BFE-8D5B-1EAC897DAC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524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82D77-F05D-1DA5-B1DF-BEDF9A56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F1DE87-E9BC-2396-D353-F1D68958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2C1395-20DD-18A2-6F04-99BDF619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A34C649-C100-2669-A37B-E435F225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425C67-FDD4-4923-A22A-98AAC30E2D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30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ED9066E-A4C5-BDA3-721A-E4EC35FB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EFD3F7-FE76-6818-3BAD-6B856799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AAE18F-2B03-659B-E48E-5CB11B4F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189E83-24A1-4B19-A81F-439F8377A4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805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6BA69-3806-6510-D0AE-475C361DC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A783DC-3775-7A22-64B0-5EA9D1192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3CB2D5-96C4-470C-49BA-D9B290D1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FBD0A9-2751-8E19-D58F-18D7916F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6511AA-8E36-DE94-7048-2E1220AE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6899EA-897A-1031-666B-2E7CCF12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F13710-8603-4669-AD13-26733F1C66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181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9D7CA-93C7-F26D-C3A5-490BD9EF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B86800-26ED-CB77-12FD-394C2818E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FC317A-ADF1-861A-13CA-AB1CF0525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A4D0AD-D58D-ACA8-9FA5-71B0B5DC8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6A0E97-4B5E-A743-6245-342E5FD7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748191-115A-1AA1-46E1-7EE45FA4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55052F-A1AB-4E14-8B25-E5D6FF8B55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769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80FDA-A6A8-6483-9408-19EC118F8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A3C943-893A-4E5B-9561-4BB0097F9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8248B1-8EDE-2AA0-4189-4ED0D760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DDDE84-C416-E669-9E74-C7B5D7B1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3DC96C-C2FA-BE36-47B3-FBD19C63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57EA32-2427-48E8-A6E8-3D85EF4BAB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247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41628A-F7B2-7AD0-3F2D-2AAF4BC82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0A673E-86C0-CB82-8335-C7AF6595D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D2AE70-D19B-4591-699B-4B455ED96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2A9127-2B9A-BF54-74E3-678C926BA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9ABD01-41C5-4043-2939-203082BB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9884D7-044B-411E-ACD1-49E36BB879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4784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054122-51A7-639B-6CE9-ADBB07AF6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4626CB8-3613-FA5B-DE6A-E4F205F39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90710C9-643D-E8E8-1676-52BE1D67D1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70774FC-0E97-8642-234D-F64F6FC3FE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D2FF595-BD37-D2F2-A3E5-14FBA7A7FC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D3458D3-2025-49CA-A17B-94CE8D7C2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0EDCF33-0303-90E6-944F-3C20E55EFC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342 – As Cordas do Coração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196BCEE-0371-150F-1692-9F13D164EC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FFB0E2E-453D-0C84-6C48-DE11EB826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867400"/>
          </a:xfrm>
        </p:spPr>
        <p:txBody>
          <a:bodyPr/>
          <a:lstStyle/>
          <a:p>
            <a:r>
              <a:rPr lang="en-US" altLang="pt-BR" sz="4000" i="1"/>
              <a:t>Do meu coração vibram as cordas,</a:t>
            </a:r>
            <a:br>
              <a:rPr lang="en-US" altLang="pt-BR" sz="4000" i="1"/>
            </a:br>
            <a:r>
              <a:rPr lang="en-US" altLang="pt-BR" sz="4000" i="1"/>
              <a:t>Afinadas pra o Mestre louvar:</a:t>
            </a:r>
            <a:br>
              <a:rPr lang="en-US" altLang="pt-BR" sz="4000" i="1"/>
            </a:br>
            <a:r>
              <a:rPr lang="en-US" altLang="pt-BR" sz="4000" i="1"/>
              <a:t>O pecado este som não outorga:</a:t>
            </a:r>
            <a:br>
              <a:rPr lang="en-US" altLang="pt-BR" sz="4000" i="1"/>
            </a:br>
            <a:r>
              <a:rPr lang="en-US" altLang="pt-BR" sz="4000" i="1"/>
              <a:t>Só o Gólgota as pode afinar.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C6491CC-6965-807D-FD2E-1E33E9F94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Aleluia! Glória a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 Gólgota a minh’alma afinou!</a:t>
            </a:r>
            <a:r>
              <a:rPr lang="en-US" altLang="pt-BR" sz="4000" i="1"/>
              <a:t> </a:t>
            </a:r>
            <a:r>
              <a:rPr lang="en-US" altLang="pt-BR" sz="4000" b="1" i="1"/>
              <a:t>Aleluia! Glória a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 Calvário a minh’alma afinou!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61E13E9-76B3-6597-4E12-9EF211E4D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867400"/>
          </a:xfrm>
        </p:spPr>
        <p:txBody>
          <a:bodyPr/>
          <a:lstStyle/>
          <a:p>
            <a:r>
              <a:rPr lang="en-US" altLang="pt-BR" sz="4000" i="1"/>
              <a:t>Também fomos no mundo afinados, Mas não era agradável o som; </a:t>
            </a:r>
            <a:br>
              <a:rPr lang="en-US" altLang="pt-BR" sz="4000" i="1"/>
            </a:br>
            <a:r>
              <a:rPr lang="en-US" altLang="pt-BR" sz="4000" i="1"/>
              <a:t>Mas no Gólgota já transformados. Temos nova harmonia e tom.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563FAED-8DDC-C0EF-535F-1AB4BFE3F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Aleluia! Glória a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 Gólgota a minh’alma afinou!</a:t>
            </a:r>
            <a:r>
              <a:rPr lang="en-US" altLang="pt-BR" sz="4000" i="1"/>
              <a:t> </a:t>
            </a:r>
            <a:r>
              <a:rPr lang="en-US" altLang="pt-BR" sz="4000" b="1" i="1"/>
              <a:t>Aleluia! Glória a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 Calvário a minh’alma afinou!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4611750-0EB1-3F33-CAA9-4F740306F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867400"/>
          </a:xfrm>
        </p:spPr>
        <p:txBody>
          <a:bodyPr/>
          <a:lstStyle/>
          <a:p>
            <a:r>
              <a:rPr lang="en-US" altLang="pt-BR" sz="4000" i="1"/>
              <a:t>É Jesus quem as almas afina, </a:t>
            </a:r>
            <a:br>
              <a:rPr lang="en-US" altLang="pt-BR" sz="4000" i="1"/>
            </a:br>
            <a:r>
              <a:rPr lang="en-US" altLang="pt-BR" sz="4000" i="1"/>
              <a:t>O instrumento Ele cuida mui bem, Cada dia o som mais refina, </a:t>
            </a:r>
            <a:br>
              <a:rPr lang="en-US" altLang="pt-BR" sz="4000" i="1"/>
            </a:br>
            <a:r>
              <a:rPr lang="en-US" altLang="pt-BR" sz="4000" i="1"/>
              <a:t>Té tocar os acordes de além.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DBFEDA5-4CBE-071F-0369-A661C84C0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Aleluia! Glória a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 Gólgota a minh’alma afinou!</a:t>
            </a:r>
            <a:r>
              <a:rPr lang="en-US" altLang="pt-BR" sz="4000" i="1"/>
              <a:t> </a:t>
            </a:r>
            <a:r>
              <a:rPr lang="en-US" altLang="pt-BR" sz="4000" b="1" i="1"/>
              <a:t>Aleluia! Glória a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 Calvário a minh’alma afinou!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12F2886-4B46-8A56-2BC7-33C988972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867400"/>
          </a:xfrm>
        </p:spPr>
        <p:txBody>
          <a:bodyPr/>
          <a:lstStyle/>
          <a:p>
            <a:r>
              <a:rPr lang="en-US" altLang="pt-BR" sz="4000" i="1"/>
              <a:t>Se provar esta afinação queres. </a:t>
            </a:r>
            <a:br>
              <a:rPr lang="en-US" altLang="pt-BR" sz="4000" i="1"/>
            </a:br>
            <a:r>
              <a:rPr lang="en-US" altLang="pt-BR" sz="4000" i="1"/>
              <a:t>Hoje chega-te á cruz com amor; Harmonia terás se estiveres </a:t>
            </a:r>
            <a:br>
              <a:rPr lang="en-US" altLang="pt-BR" sz="4000" i="1"/>
            </a:br>
            <a:r>
              <a:rPr lang="en-US" altLang="pt-BR" sz="4000" i="1"/>
              <a:t>Em Jesus, o teu afinador!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4E50399-EFF0-38C4-37F6-EA1546606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Aleluia! Glória a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 Gólgota a minh’alma afinou!</a:t>
            </a:r>
            <a:r>
              <a:rPr lang="en-US" altLang="pt-BR" sz="4000" i="1"/>
              <a:t> </a:t>
            </a:r>
            <a:r>
              <a:rPr lang="en-US" altLang="pt-BR" sz="4000" b="1" i="1"/>
              <a:t>Aleluia! Glória a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 Calvário a minh’alma afinou!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342 – As Cordas do Coração </vt:lpstr>
      <vt:lpstr>Do meu coração vibram as cordas, Afinadas pra o Mestre louvar: O pecado este som não outorga: Só o Gólgota as pode afinar.  </vt:lpstr>
      <vt:lpstr>Aleluia! Glória a Deus,  Que no Gólgota a minh’alma afinou! Aleluia! Glória a Deus,  Que no Calvário a minh’alma afinou!  </vt:lpstr>
      <vt:lpstr>Também fomos no mundo afinados, Mas não era agradável o som;  Mas no Gólgota já transformados. Temos nova harmonia e tom.  </vt:lpstr>
      <vt:lpstr>Aleluia! Glória a Deus,  Que no Gólgota a minh’alma afinou! Aleluia! Glória a Deus,  Que no Calvário a minh’alma afinou!  </vt:lpstr>
      <vt:lpstr>É Jesus quem as almas afina,  O instrumento Ele cuida mui bem, Cada dia o som mais refina,  Té tocar os acordes de além.  </vt:lpstr>
      <vt:lpstr>Aleluia! Glória a Deus,  Que no Gólgota a minh’alma afinou! Aleluia! Glória a Deus,  Que no Calvário a minh’alma afinou!  </vt:lpstr>
      <vt:lpstr>Se provar esta afinação queres.  Hoje chega-te á cruz com amor; Harmonia terás se estiveres  Em Jesus, o teu afinador!</vt:lpstr>
      <vt:lpstr>Aleluia! Glória a Deus,  Que no Gólgota a minh’alma afinou! Aleluia! Glória a Deus,  Que no Calvário a minh’alma afinou!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342 – As Cordas do Coração </dc:title>
  <dc:creator>Junior</dc:creator>
  <cp:lastModifiedBy>Emerson Souza</cp:lastModifiedBy>
  <cp:revision>1</cp:revision>
  <dcterms:created xsi:type="dcterms:W3CDTF">2005-12-26T21:40:52Z</dcterms:created>
  <dcterms:modified xsi:type="dcterms:W3CDTF">2026-05-02T22:05:25Z</dcterms:modified>
</cp:coreProperties>
</file>