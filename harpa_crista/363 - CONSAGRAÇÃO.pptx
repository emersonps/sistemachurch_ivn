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14" y="-2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318D85-C600-1A6B-9B11-BC8918E059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7076295-5F3D-5D85-623D-B7990F5939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AC8C862-4940-5CC3-F7F5-4B5357F81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96DEA97-0243-F372-1D97-3CD137664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8895F2-88D4-EE39-525A-36479290A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B37E06-3A4F-4C7A-B4BE-8A106CB7119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47627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21FEDD-B2F9-C23D-5C92-9C9F90485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55DCE9-0796-A978-308F-07485C048B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F010AB4-9EFD-20F3-1384-0C3ED9433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94A6CA4-20E4-A52C-2468-E3356BAA8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FB3C8AD-03E6-0A03-BA73-31837584D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7A7A9E-2B32-4DDB-A9AF-C5892EEFD6E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05223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7BA04-2EAC-3033-3F49-276839B2E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38F211A-4C6E-7CBD-AE6B-0C9AB23B68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AC3F08B-804B-E8D4-F1E9-68846B94A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9BE26A2-524A-6EBB-1257-68B6F2248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0E60038-1C5C-3C3E-B7F1-70E2DADB3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D72FBD0-24C2-4958-91EE-712CF18A19D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24073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871631-991D-960D-1725-9C5BF8182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B87B7F0-1703-87E5-4926-E17D7FB358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06DFF6B-D10C-8C5C-F032-61EF7152BC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EA86C08-27AE-B180-2DB9-A41E290F7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D7DF855-5E16-BC6C-8B56-786704433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28AD291-493D-FDD5-7984-65893EC79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B2E37F-84A1-48B4-B9BB-BF49162F2A2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67361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130E51-A3D4-53EA-06CC-1C923FB9B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BD95FD-471C-B05E-1DCD-E8F0E038F1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FE8C73A-16CC-5059-EE15-27A1C47B38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F8521FD-4428-B4D9-B781-B32E086A09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5591A07-B96C-06BE-03FD-20010F5E7C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EF9A9ED-0CDF-A97E-A6E8-3E835B143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108F048-E66E-5A1B-C59B-784CAF5AE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8ED4706-3845-4272-5CCF-FB869D912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5C657C-99F8-4EDF-81C8-BF697CB4607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44340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6F9215-8D28-52FF-F372-28075ACB5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1CF50A6-6CA2-7EAB-C688-DBE21D897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D83D762-67AE-D028-53E4-B06E6B721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A20D685-83C9-AB1E-37D2-CAE817524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14A400-A284-40A3-8EB9-ABC092EAE3A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03844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54B84D0-51F8-9C27-5D11-82EBB6CFF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720C041-DD74-49D5-16F6-ECBCEB544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E2D0140-EC35-0B22-53BC-1DFCA38B4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C2E682-7BB5-4ECB-913E-F6D1AE2D7D4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56191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55B33B-4679-E51B-462D-E57168DE9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DD9F4DC-545C-EBAB-3644-00284D483A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0D605AB-793C-92FA-8C4A-55DFD45257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DD589A7-25B9-B5D1-B2C0-C0C21B079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0A0BF01-1A33-970D-D26F-81704467D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957FB95-689D-8DB8-C144-58C50B7C5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A887B7-C85B-4FFE-8B2C-DF9746457EC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76981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B94749-8B9F-E6C2-7604-1821244FD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16848AE-2E70-AEC4-97E7-9F55B8AAD2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B7A84D9-17AA-334B-DD90-A457C3EDCD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DE96F95-619D-C281-5D35-9C72CD030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FC3D497-8A53-CE44-B373-00D6A3619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D2396A2-EB35-1031-DF75-6801B8EB1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08B456-5712-4451-B8D9-99E29D4E738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27407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95167E-7774-A4EC-992B-377640348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EF9D87D-8892-E9E9-AC41-41709D5D19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4C2C9EF-5F21-37F7-5115-C8298A404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3C0F7F5-D902-9EFC-AD3A-6271A407F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65097AE-BEAB-93DF-77F4-23A86D565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4DB506-F2F3-452D-9010-A9E8AEF06E0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66435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87867BF-94F1-96BB-C68D-905A98FFAE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1F077A7-6DF6-FDCE-9D17-38AE0EA721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24FBD16-0855-F9FA-E8FD-1F7A25519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BE60C0F-8181-BA16-91E1-5CAD14FCC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32BAB2D-4AC1-EB4B-CE39-0A5314A44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1CDFDC-33FD-45D1-83B0-B1E8A370218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45527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27BD4B2-C320-BE75-1F50-F18AF46028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2D421AE-896D-6C3F-25F7-4D18A3EFF6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A7033BB-0FA8-6E72-66C1-0F16B783802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B42394D-FE27-FF75-13CB-95CF61A4009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9ED5D79-C1BC-8E82-3FD5-3ADA4F19317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3EE13E3E-E6E2-4DC0-A99D-4E24DD84C5E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C22F1267-28C1-37E9-C72B-9C071FE803C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 b="1"/>
              <a:t>363</a:t>
            </a:r>
            <a:br>
              <a:rPr lang="pt-BR" altLang="pt-BR" sz="4400" b="1"/>
            </a:br>
            <a:r>
              <a:rPr lang="pt-BR" altLang="pt-BR" sz="4400" b="1"/>
              <a:t>CONSAGRAÇÃO</a:t>
            </a:r>
            <a:endParaRPr lang="en-US" altLang="pt-BR" sz="44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B138FBA1-8C66-8A53-E7F7-9BCD20F8A1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3600"/>
              <a:t>Amor e vida dou a Ti,</a:t>
            </a:r>
            <a:br>
              <a:rPr lang="pt-BR" altLang="pt-BR" sz="3600"/>
            </a:br>
            <a:r>
              <a:rPr lang="pt-BR" altLang="pt-BR" sz="3600"/>
              <a:t>Jesus, pois lá na cruz, por mim, </a:t>
            </a:r>
            <a:br>
              <a:rPr lang="pt-BR" altLang="pt-BR" sz="3600"/>
            </a:br>
            <a:r>
              <a:rPr lang="pt-BR" altLang="pt-BR" sz="3600"/>
              <a:t>Verteste sangue carmezim; </a:t>
            </a:r>
            <a:br>
              <a:rPr lang="pt-BR" altLang="pt-BR" sz="3600"/>
            </a:br>
            <a:r>
              <a:rPr lang="pt-BR" altLang="pt-BR" sz="3600"/>
              <a:t>Meu Deus e Salvador!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2970E6A9-9C0A-4BEF-CC0D-6F56A34E83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3600" b="1" i="1"/>
              <a:t>Amor e vida dou a Ti,</a:t>
            </a:r>
            <a:br>
              <a:rPr lang="pt-BR" altLang="pt-BR" sz="3600" b="1" i="1"/>
            </a:br>
            <a:r>
              <a:rPr lang="pt-BR" altLang="pt-BR" sz="3600" b="1" i="1"/>
              <a:t>Que foste à cruz sofrer por mim, </a:t>
            </a:r>
            <a:br>
              <a:rPr lang="pt-BR" altLang="pt-BR" sz="3600" b="1" i="1"/>
            </a:br>
            <a:r>
              <a:rPr lang="pt-BR" altLang="pt-BR" sz="3600" b="1" i="1"/>
              <a:t>Amor e vida dou a Ti,</a:t>
            </a:r>
            <a:br>
              <a:rPr lang="pt-BR" altLang="pt-BR" sz="3600" b="1" i="1"/>
            </a:br>
            <a:r>
              <a:rPr lang="pt-BR" altLang="pt-BR" sz="3600" b="1" i="1"/>
              <a:t>Jesus, meu Salvador!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2A023415-97CB-81FE-BCC0-1CD54C05CA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3600"/>
              <a:t>Tu me salvaste, isto sei; </a:t>
            </a:r>
            <a:br>
              <a:rPr lang="pt-BR" altLang="pt-BR" sz="3600"/>
            </a:br>
            <a:r>
              <a:rPr lang="pt-BR" altLang="pt-BR" sz="3600"/>
              <a:t>A minha fé em Ti porei; </a:t>
            </a:r>
            <a:br>
              <a:rPr lang="pt-BR" altLang="pt-BR" sz="3600"/>
            </a:br>
            <a:r>
              <a:rPr lang="pt-BR" altLang="pt-BR" sz="3600"/>
              <a:t>Feliz, agora viverei!</a:t>
            </a:r>
            <a:br>
              <a:rPr lang="pt-BR" altLang="pt-BR" sz="3600"/>
            </a:br>
            <a:r>
              <a:rPr lang="pt-BR" altLang="pt-BR" sz="3600"/>
              <a:t>Contigo, meu Jesus!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106E4F6C-0796-567F-667E-3707D42347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3600" b="1" i="1"/>
              <a:t>Amor e vida dou a Ti,</a:t>
            </a:r>
            <a:br>
              <a:rPr lang="pt-BR" altLang="pt-BR" sz="3600" b="1" i="1"/>
            </a:br>
            <a:r>
              <a:rPr lang="pt-BR" altLang="pt-BR" sz="3600" b="1" i="1"/>
              <a:t>Que foste à cruz sofrer por mim, </a:t>
            </a:r>
            <a:br>
              <a:rPr lang="pt-BR" altLang="pt-BR" sz="3600" b="1" i="1"/>
            </a:br>
            <a:r>
              <a:rPr lang="pt-BR" altLang="pt-BR" sz="3600" b="1" i="1"/>
              <a:t>Amor e vida dou a Ti,</a:t>
            </a:r>
            <a:br>
              <a:rPr lang="pt-BR" altLang="pt-BR" sz="3600" b="1" i="1"/>
            </a:br>
            <a:r>
              <a:rPr lang="pt-BR" altLang="pt-BR" sz="3600" b="1" i="1"/>
              <a:t>Jesus, meu Salvador!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D4D384C6-5BCD-165D-F41F-E4D9F05265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sz="3600"/>
              <a:t>Tu que morreste sobre a cruz,</a:t>
            </a:r>
            <a:br>
              <a:rPr lang="pt-BR" altLang="pt-BR" sz="3600"/>
            </a:br>
            <a:r>
              <a:rPr lang="pt-BR" altLang="pt-BR" sz="3600"/>
              <a:t>Concede-me, Senhor Jesus,</a:t>
            </a:r>
            <a:br>
              <a:rPr lang="pt-BR" altLang="pt-BR" sz="3600"/>
            </a:br>
            <a:r>
              <a:rPr lang="pt-BR" altLang="pt-BR" sz="3600"/>
              <a:t>Que sempre ande na Tua luz,</a:t>
            </a:r>
            <a:br>
              <a:rPr lang="pt-BR" altLang="pt-BR" sz="3600"/>
            </a:br>
            <a:r>
              <a:rPr lang="pt-BR" altLang="pt-BR" sz="3600"/>
              <a:t>Em santificação. P.L.M.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59ACCDC9-0EC4-C93C-3E81-0291882713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3600" b="1" i="1"/>
              <a:t>Amor e vida dou a Ti,</a:t>
            </a:r>
            <a:br>
              <a:rPr lang="pt-BR" altLang="pt-BR" sz="3600" b="1" i="1"/>
            </a:br>
            <a:r>
              <a:rPr lang="pt-BR" altLang="pt-BR" sz="3600" b="1" i="1"/>
              <a:t>Que foste à cruz sofrer por mim, </a:t>
            </a:r>
            <a:br>
              <a:rPr lang="pt-BR" altLang="pt-BR" sz="3600" b="1" i="1"/>
            </a:br>
            <a:r>
              <a:rPr lang="pt-BR" altLang="pt-BR" sz="3600" b="1" i="1"/>
              <a:t>Amor e vida dou a Ti,</a:t>
            </a:r>
            <a:br>
              <a:rPr lang="pt-BR" altLang="pt-BR" sz="3600" b="1" i="1"/>
            </a:br>
            <a:r>
              <a:rPr lang="pt-BR" altLang="pt-BR" sz="3600" b="1" i="1"/>
              <a:t>Jesus, meu Salvador!</a:t>
            </a:r>
            <a:endParaRPr lang="en-US" altLang="pt-BR" sz="3600" b="1"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180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363 CONSAGRAÇÃO</vt:lpstr>
      <vt:lpstr>Amor e vida dou a Ti, Jesus, pois lá na cruz, por mim,  Verteste sangue carmezim;  Meu Deus e Salvador! </vt:lpstr>
      <vt:lpstr>Amor e vida dou a Ti, Que foste à cruz sofrer por mim,  Amor e vida dou a Ti, Jesus, meu Salvador!</vt:lpstr>
      <vt:lpstr>Tu me salvaste, isto sei;  A minha fé em Ti porei;  Feliz, agora viverei! Contigo, meu Jesus! </vt:lpstr>
      <vt:lpstr>Amor e vida dou a Ti, Que foste à cruz sofrer por mim,  Amor e vida dou a Ti, Jesus, meu Salvador!</vt:lpstr>
      <vt:lpstr>Tu que morreste sobre a cruz, Concede-me, Senhor Jesus, Que sempre ande na Tua luz, Em santificação. P.L.M. </vt:lpstr>
      <vt:lpstr>Amor e vida dou a Ti, Que foste à cruz sofrer por mim,  Amor e vida dou a Ti, Jesus, meu Salvador!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363 - CONSAGRAÇÃO</dc:title>
  <dc:creator>Montagna</dc:creator>
  <cp:lastModifiedBy>Emerson Souza</cp:lastModifiedBy>
  <cp:revision>2</cp:revision>
  <dcterms:created xsi:type="dcterms:W3CDTF">2005-10-20T22:55:43Z</dcterms:created>
  <dcterms:modified xsi:type="dcterms:W3CDTF">2026-05-02T22:07:11Z</dcterms:modified>
</cp:coreProperties>
</file>