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3" r:id="rId7"/>
    <p:sldId id="265" r:id="rId8"/>
    <p:sldId id="260" r:id="rId9"/>
    <p:sldId id="266" r:id="rId10"/>
    <p:sldId id="261" r:id="rId11"/>
    <p:sldId id="262" r:id="rId1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3667E2-0262-40C0-3CE5-0F2F2EF02C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8A7FA8-AC68-54A5-2546-7BE228603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0BBB3D-52DB-E6B0-9BCF-F195D470C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A3E3E5-BB78-9C98-0DDE-6AECF983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C4180-6729-72EE-2A02-D0AE40D69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CB0552-7966-4755-92E8-680BEDBF8C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61253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8C8F8-1595-3E6F-2916-FEC0C8E2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B556453-E3EE-98CD-F3F4-CC8A8E57E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B66E04F-400A-0E3F-A989-FFA9B7373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D9FE8B-2006-2146-3178-32F314303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26B64B6-A418-0244-9597-FD135B77F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48F1E04-89E6-4108-951F-AB5B18076F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5109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FE2772-4103-30DB-A5CC-4A24C769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735F66-6773-3750-9FC8-83C16A900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798CC6-B90F-9C45-2A15-915A4F398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8EB445-6AE0-8AF9-776B-41C5A955A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A8E747-DECD-9AEE-F410-A044ACB99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D5A7E6-2BE9-4D11-998B-3D17A43DF9B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614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036B9-708C-F69D-ECA8-6EFF09037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02E22D-9F15-6E5D-E67E-3EA32D6FF0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A4C145B-D865-5BB9-A06C-D0D5BEA00B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EB0A74-8DAA-755B-F178-BCEF775FB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C58FD91-BD3D-B40B-6A2C-EE8694287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F4A33E-DACE-CCD7-00A9-71E06A507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D6842C-8A7E-4075-938E-476F0F65749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5675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E610A3-AF26-17EA-B34E-603C28F16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DDAC51-F4CF-385A-6DAB-577BA82034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7889A07-8CFA-2314-7E7D-48B60172A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549923-6784-68B2-C102-ED65FD45E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5DA8F94-FBC4-DC2F-37E7-B10F69551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C04A571-BCEF-D777-30CA-F97AC3D3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D291ADA-F338-EEEE-5638-03473FD27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62B778-4872-2010-8428-2F1761F0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B9EC50-4810-4506-B487-2F5E3DCA39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53012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950E55-83D9-09D1-7136-8453968DA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20E9B08-EFD3-5D70-A0DA-E590215A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B92DC1F-6949-C75D-9EFA-76B59A978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2E70B85-54A3-A867-4F64-6AEA45A61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A9A88A-FEAC-4C74-9C0D-7AC369629C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010530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CBE2CA6-A6A8-7177-BDD1-0C24DE5A2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1D05950-F10C-5818-2E3B-464E9C862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E0E16E-EBAC-F314-15D1-A080CFBCB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487B37-062C-458C-BABA-CC156D79D2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2174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1272E-F818-58ED-0CFA-455D56785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B93957-E9EC-CDF7-8D31-AE944790A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C934AA-B6B2-0883-BA55-CFE1E4F1C8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19D82B6-0447-CFF8-CCB5-9BA94D85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E2C9F27-3103-0334-A71A-31204880D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80FB3BA-8D46-B21D-04A7-2B477F2D6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4C823E-0195-4375-8B68-245351D1AF4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658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D25944-0CC9-796B-58C2-95E227B60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4BD8C9-C15B-E4E4-476A-768CF0087E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924C43-797A-22D6-DE93-B35D34BD0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5BD4DE-CFE9-2610-6DA4-D12B14AA0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402D83-2949-AE20-B49A-8161D0E08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552A606-4368-E460-177E-6B1FED39F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F0A763-C0FE-46F0-8132-4788F7FEC4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9779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C1FA7-4037-35AB-4359-5C40F0597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CB12B39-9D5D-1956-49B5-18A25CE0D9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3DE8CD-F3E6-7635-E31E-CF328AA2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740DB4-6AF9-42F6-586F-A41F6BE84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51F30A-B9AD-E4B9-6EF4-F0F32CED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3ECCED-BE6F-4610-8B8C-AC48D6DAEDC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5623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34ADF7E-FE05-70D7-DBDD-174D95996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D7A222B-CD99-62B8-6203-596E87F988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86E083-7E1C-9EF4-2A02-6B84A7CF1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48375E-EE02-138B-6E04-42BAA8A21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7FE04E-BDA6-49E5-5AE1-CFD26F94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321F17-AE03-4B9C-BB7F-6A722790B31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72669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3A5DB8C-4D5E-ECB2-0AD1-AC770763FC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30EBF17-4616-6720-BA9B-C2DA3E6179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AAE13D-3FFB-5A0D-9E7E-B8C6F59DFED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D72AE42-B222-2C28-10D4-2A8E50632EA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34BDE43-C5BB-5B17-506E-2911355DCED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16C124B-E186-4D2E-8493-7C521D407F7F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2299C9A-42F6-4051-A6EF-A078660EAE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1916113"/>
            <a:ext cx="8064500" cy="2160587"/>
          </a:xfrm>
        </p:spPr>
        <p:txBody>
          <a:bodyPr anchor="ctr"/>
          <a:lstStyle/>
          <a:p>
            <a:r>
              <a:rPr lang="pt-BR" altLang="pt-BR" sz="4400" b="1"/>
              <a:t>290</a:t>
            </a:r>
            <a:br>
              <a:rPr lang="pt-BR" altLang="pt-BR" sz="4400" b="1"/>
            </a:br>
            <a:r>
              <a:rPr lang="pt-BR" altLang="pt-BR" sz="4400" b="1"/>
              <a:t>TEU ESPÍRITO VEM DERRAMAR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EC96A7D-1C40-AA3A-18AF-2F736BFECC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6750"/>
          </a:xfrm>
        </p:spPr>
        <p:txBody>
          <a:bodyPr/>
          <a:lstStyle/>
          <a:p>
            <a:r>
              <a:rPr lang="pt-BR" altLang="pt-BR" sz="4000"/>
              <a:t>Ó Senhor, nós esperamos </a:t>
            </a:r>
            <a:br>
              <a:rPr lang="pt-BR" altLang="pt-BR" sz="4000"/>
            </a:br>
            <a:r>
              <a:rPr lang="pt-BR" altLang="pt-BR" sz="4000"/>
              <a:t>Que escutes a oração;</a:t>
            </a:r>
            <a:br>
              <a:rPr lang="pt-BR" altLang="pt-BR" sz="4000"/>
            </a:br>
            <a:r>
              <a:rPr lang="pt-BR" altLang="pt-BR" sz="4000"/>
              <a:t>Nós, Teus servos, já clamamos, </a:t>
            </a:r>
            <a:br>
              <a:rPr lang="pt-BR" altLang="pt-BR" sz="4000"/>
            </a:br>
            <a:r>
              <a:rPr lang="pt-BR" altLang="pt-BR" sz="4000"/>
              <a:t>Com humilde coração.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F59AAE3-A5EC-3CD2-F03B-341674F62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Teu Espírito, vem, derrama, </a:t>
            </a:r>
            <a:br>
              <a:rPr lang="pt-BR" altLang="pt-BR" sz="4000" b="1" i="1"/>
            </a:br>
            <a:r>
              <a:rPr lang="pt-BR" altLang="pt-BR" sz="4000" b="1" i="1"/>
              <a:t>Sobre cada coração!</a:t>
            </a:r>
            <a:br>
              <a:rPr lang="pt-BR" altLang="pt-BR" sz="4000" b="1" i="1"/>
            </a:br>
            <a:r>
              <a:rPr lang="pt-BR" altLang="pt-BR" sz="4000" b="1" i="1"/>
              <a:t>E no crente, que a Ti clama, </a:t>
            </a:r>
            <a:br>
              <a:rPr lang="pt-BR" altLang="pt-BR" sz="4000" b="1" i="1"/>
            </a:br>
            <a:r>
              <a:rPr lang="pt-BR" altLang="pt-BR" sz="4000" b="1" i="1"/>
              <a:t>Vem, confirma a petição.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EA73E5B0-C562-8D8B-FAD5-B6D69D410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6750"/>
          </a:xfrm>
        </p:spPr>
        <p:txBody>
          <a:bodyPr/>
          <a:lstStyle/>
          <a:p>
            <a:r>
              <a:rPr lang="pt-BR" altLang="pt-BR" sz="4000"/>
              <a:t>Deixa o fogo do Espírito, </a:t>
            </a:r>
            <a:br>
              <a:rPr lang="pt-BR" altLang="pt-BR" sz="4000"/>
            </a:br>
            <a:r>
              <a:rPr lang="pt-BR" altLang="pt-BR" sz="4000"/>
              <a:t>Sim, nos corações arder, </a:t>
            </a:r>
            <a:br>
              <a:rPr lang="pt-BR" altLang="pt-BR" sz="4000"/>
            </a:br>
            <a:r>
              <a:rPr lang="pt-BR" altLang="pt-BR" sz="4000"/>
              <a:t>P'ra que tudo que é finito, </a:t>
            </a:r>
            <a:br>
              <a:rPr lang="pt-BR" altLang="pt-BR" sz="4000"/>
            </a:br>
            <a:r>
              <a:rPr lang="pt-BR" altLang="pt-BR" sz="4000"/>
              <a:t>Jamais possa se reter.</a:t>
            </a:r>
            <a:br>
              <a:rPr lang="pt-BR" altLang="pt-BR" sz="4000"/>
            </a:b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B637E41-8BF7-C836-1A04-74CBA93D3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Teu Espírito, vem, derrama, </a:t>
            </a:r>
            <a:br>
              <a:rPr lang="pt-BR" altLang="pt-BR" sz="4000" b="1" i="1"/>
            </a:br>
            <a:r>
              <a:rPr lang="pt-BR" altLang="pt-BR" sz="4000" b="1" i="1"/>
              <a:t>Sobre cada coração!</a:t>
            </a:r>
            <a:br>
              <a:rPr lang="pt-BR" altLang="pt-BR" sz="4000" b="1" i="1"/>
            </a:br>
            <a:r>
              <a:rPr lang="pt-BR" altLang="pt-BR" sz="4000" b="1" i="1"/>
              <a:t>E no crente, que a Ti clama, </a:t>
            </a:r>
            <a:br>
              <a:rPr lang="pt-BR" altLang="pt-BR" sz="4000" b="1" i="1"/>
            </a:br>
            <a:r>
              <a:rPr lang="pt-BR" altLang="pt-BR" sz="4000" b="1" i="1"/>
              <a:t>Vem, confirma a petição.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2A978C8-EE7F-95F3-23C7-E8840A89DD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4000"/>
              <a:t>ó Senhor, me purifica,</a:t>
            </a:r>
            <a:br>
              <a:rPr lang="pt-BR" altLang="pt-BR" sz="4000"/>
            </a:br>
            <a:r>
              <a:rPr lang="pt-BR" altLang="pt-BR" sz="4000"/>
              <a:t>Tira o mal que está em mim, </a:t>
            </a:r>
            <a:br>
              <a:rPr lang="pt-BR" altLang="pt-BR" sz="4000"/>
            </a:br>
            <a:r>
              <a:rPr lang="pt-BR" altLang="pt-BR" sz="4000"/>
              <a:t>A minh' alma santifica,</a:t>
            </a:r>
            <a:br>
              <a:rPr lang="pt-BR" altLang="pt-BR" sz="4000"/>
            </a:br>
            <a:r>
              <a:rPr lang="pt-BR" altLang="pt-BR" sz="4000"/>
              <a:t>E me guarda até o fim.</a:t>
            </a:r>
            <a:endParaRPr lang="en-US" altLang="pt-BR"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2F0F3B6-7FDC-62DB-84F9-5596F2E5F8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Teu Espírito, vem, derrama, </a:t>
            </a:r>
            <a:br>
              <a:rPr lang="pt-BR" altLang="pt-BR" sz="4000" b="1" i="1"/>
            </a:br>
            <a:r>
              <a:rPr lang="pt-BR" altLang="pt-BR" sz="4000" b="1" i="1"/>
              <a:t>Sobre cada coração!</a:t>
            </a:r>
            <a:br>
              <a:rPr lang="pt-BR" altLang="pt-BR" sz="4000" b="1" i="1"/>
            </a:br>
            <a:r>
              <a:rPr lang="pt-BR" altLang="pt-BR" sz="4000" b="1" i="1"/>
              <a:t>E no crente, que a Ti clama, </a:t>
            </a:r>
            <a:br>
              <a:rPr lang="pt-BR" altLang="pt-BR" sz="4000" b="1" i="1"/>
            </a:br>
            <a:r>
              <a:rPr lang="pt-BR" altLang="pt-BR" sz="4000" b="1" i="1"/>
              <a:t>Vem, confirma a petição.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28F7F3A-90C4-CAE2-6034-4387B479C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746750"/>
          </a:xfrm>
        </p:spPr>
        <p:txBody>
          <a:bodyPr/>
          <a:lstStyle/>
          <a:p>
            <a:r>
              <a:rPr lang="pt-BR" altLang="pt-BR" sz="4000"/>
              <a:t>Dá-nos mais da Tua graça, </a:t>
            </a:r>
            <a:br>
              <a:rPr lang="pt-BR" altLang="pt-BR" sz="4000"/>
            </a:br>
            <a:r>
              <a:rPr lang="pt-BR" altLang="pt-BR" sz="4000"/>
              <a:t>E enche-nos do Teu poder,</a:t>
            </a:r>
            <a:br>
              <a:rPr lang="pt-BR" altLang="pt-BR" sz="4000"/>
            </a:br>
            <a:r>
              <a:rPr lang="pt-BR" altLang="pt-BR" sz="4000"/>
              <a:t>Do Teu templo, ó Deus, se faça </a:t>
            </a:r>
            <a:br>
              <a:rPr lang="pt-BR" altLang="pt-BR" sz="4000"/>
            </a:br>
            <a:r>
              <a:rPr lang="pt-BR" altLang="pt-BR" sz="4000"/>
              <a:t>A Tua voz se perceber.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977046D-EE0B-BFE7-0C08-5AC70B4F63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 b="1" i="1"/>
              <a:t>Teu Espírito, vem, derrama, </a:t>
            </a:r>
            <a:br>
              <a:rPr lang="pt-BR" altLang="pt-BR" sz="4000" b="1" i="1"/>
            </a:br>
            <a:r>
              <a:rPr lang="pt-BR" altLang="pt-BR" sz="4000" b="1" i="1"/>
              <a:t>Sobre cada coração!</a:t>
            </a:r>
            <a:br>
              <a:rPr lang="pt-BR" altLang="pt-BR" sz="4000" b="1" i="1"/>
            </a:br>
            <a:r>
              <a:rPr lang="pt-BR" altLang="pt-BR" sz="4000" b="1" i="1"/>
              <a:t>E no crente, que a Ti clama, </a:t>
            </a:r>
            <a:br>
              <a:rPr lang="pt-BR" altLang="pt-BR" sz="4000" b="1" i="1"/>
            </a:br>
            <a:r>
              <a:rPr lang="pt-BR" altLang="pt-BR" sz="4000" b="1" i="1"/>
              <a:t>Vem, confirma a petição.</a:t>
            </a:r>
            <a:endParaRPr lang="en-US" altLang="pt-BR" sz="4000" b="1" i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59507CA-70A2-7B41-2035-DB010D4FDA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18187"/>
          </a:xfrm>
        </p:spPr>
        <p:txBody>
          <a:bodyPr/>
          <a:lstStyle/>
          <a:p>
            <a:r>
              <a:rPr lang="pt-BR" altLang="pt-BR" sz="4000"/>
              <a:t>Dá-nos dons do Teu Espírito; </a:t>
            </a:r>
            <a:br>
              <a:rPr lang="pt-BR" altLang="pt-BR" sz="4000"/>
            </a:br>
            <a:r>
              <a:rPr lang="pt-BR" altLang="pt-BR" sz="4000"/>
              <a:t>Faz milagres, á Senhor,</a:t>
            </a:r>
            <a:br>
              <a:rPr lang="pt-BR" altLang="pt-BR" sz="4000"/>
            </a:br>
            <a:r>
              <a:rPr lang="pt-BR" altLang="pt-BR" sz="4000"/>
              <a:t>P'ra que tudo, que tens dito, </a:t>
            </a:r>
            <a:br>
              <a:rPr lang="pt-BR" altLang="pt-BR" sz="4000"/>
            </a:br>
            <a:r>
              <a:rPr lang="pt-BR" altLang="pt-BR" sz="4000"/>
              <a:t>Cumpra-se, meu Redentor.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369822E-9FCE-E0B8-D6B2-82E7A020B5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4000" b="1" i="1"/>
              <a:t>Dou-te graças, Rei da glória,</a:t>
            </a:r>
            <a:br>
              <a:rPr lang="pt-BR" altLang="pt-BR" sz="4000" b="1" i="1"/>
            </a:br>
            <a:r>
              <a:rPr lang="pt-BR" altLang="pt-BR" sz="4000" b="1" i="1"/>
              <a:t>Pois ouviste a petição;</a:t>
            </a:r>
            <a:br>
              <a:rPr lang="pt-BR" altLang="pt-BR" sz="4000" b="1" i="1"/>
            </a:br>
            <a:r>
              <a:rPr lang="pt-BR" altLang="pt-BR" sz="4000" b="1" i="1"/>
              <a:t>Belos hinos de vitória,</a:t>
            </a:r>
            <a:br>
              <a:rPr lang="pt-BR" altLang="pt-BR" sz="4000" b="1" i="1"/>
            </a:br>
            <a:r>
              <a:rPr lang="pt-BR" altLang="pt-BR" sz="4000" b="1" i="1"/>
              <a:t>Mais Tu deste ao coração.	</a:t>
            </a:r>
            <a:r>
              <a:rPr lang="pt-BR" altLang="pt-BR" sz="1600"/>
              <a:t>S.N.</a:t>
            </a:r>
            <a:endParaRPr lang="en-US" altLang="pt-BR"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294</Words>
  <Application>Microsoft Office PowerPoint</Application>
  <PresentationFormat>Apresentação na tela (4:3)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3" baseType="lpstr">
      <vt:lpstr>Arial</vt:lpstr>
      <vt:lpstr>Design padrão</vt:lpstr>
      <vt:lpstr>290 TEU ESPÍRITO VEM DERRAMAR</vt:lpstr>
      <vt:lpstr>Ó Senhor, nós esperamos  Que escutes a oração; Nós, Teus servos, já clamamos,  Com humilde coração. </vt:lpstr>
      <vt:lpstr>Teu Espírito, vem, derrama,  Sobre cada coração! E no crente, que a Ti clama,  Vem, confirma a petição.</vt:lpstr>
      <vt:lpstr>Deixa o fogo do Espírito,  Sim, nos corações arder,  P'ra que tudo que é finito,  Jamais possa se reter. </vt:lpstr>
      <vt:lpstr>Teu Espírito, vem, derrama,  Sobre cada coração! E no crente, que a Ti clama,  Vem, confirma a petição.</vt:lpstr>
      <vt:lpstr>ó Senhor, me purifica, Tira o mal que está em mim,  A minh' alma santifica, E me guarda até o fim.</vt:lpstr>
      <vt:lpstr>Teu Espírito, vem, derrama,  Sobre cada coração! E no crente, que a Ti clama,  Vem, confirma a petição.</vt:lpstr>
      <vt:lpstr>Dá-nos mais da Tua graça,  E enche-nos do Teu poder, Do Teu templo, ó Deus, se faça  A Tua voz se perceber. </vt:lpstr>
      <vt:lpstr>Teu Espírito, vem, derrama,  Sobre cada coração! E no crente, que a Ti clama,  Vem, confirma a petição.</vt:lpstr>
      <vt:lpstr>Dá-nos dons do Teu Espírito;  Faz milagres, á Senhor, P'ra que tudo, que tens dito,  Cumpra-se, meu Redentor. </vt:lpstr>
      <vt:lpstr>Dou-te graças, Rei da glória, Pois ouviste a petição; Belos hinos de vitória, Mais Tu deste ao coração. S.N.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290-TEU ESPÍRITO VEM DERRAMAR</dc:title>
  <dc:creator>Montagna</dc:creator>
  <cp:lastModifiedBy>Emerson Souza</cp:lastModifiedBy>
  <cp:revision>4</cp:revision>
  <dcterms:created xsi:type="dcterms:W3CDTF">2005-10-19T01:04:43Z</dcterms:created>
  <dcterms:modified xsi:type="dcterms:W3CDTF">2026-05-02T22:01:11Z</dcterms:modified>
</cp:coreProperties>
</file>