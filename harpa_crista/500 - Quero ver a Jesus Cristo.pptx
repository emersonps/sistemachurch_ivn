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4AD5C-6656-4CCB-34F5-7C135DD6C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7DD144-885E-3C93-DF50-14B395EBD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A573B9-9FC2-E86A-B74B-DF968A13C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EA87A7-C2F3-8DC9-ED22-ED7C5697A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E12EBB-0BAF-D623-8A29-772F90B4F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1EEAF7-76C8-4C98-8523-D0844E50BB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4384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CCB25-1078-9275-34C4-2F3335F87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606E5A-ABE5-97A2-0748-80755708D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1C2A9E-1053-F27B-A677-ADD3FF0F6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323BBC-8ED5-B493-F9E9-745847732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D6604F-9039-2EF5-5871-67BC92C8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DCF7B0-9F7C-44EC-ABE8-2E07B77370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4963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764F9-1B01-2BCB-3D5A-1587B250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007F61-FA1F-4692-5BBE-2C61C8BA9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BB7FE2-6482-375F-8469-E0F320343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2CBAB0-EB6C-8DF4-5099-5F94B5C20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28C4EC-5EF6-0873-17B0-731DEA808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37AE27-2310-47D7-8AD8-8CB88FAC34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1790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31A70-4789-6F72-C017-D5A7AB557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1CCDBB-82C0-2B7D-F582-B39BB0FA8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CD0DBA-161F-EAFF-F115-62BF1D868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1FBED4-FFDC-62B2-77E4-57A6A5F9B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4F1D84-9435-3166-3FA8-83B6C46A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0BFEFA-6028-EE74-8ACE-732BF786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73C256-4DC4-4CD2-AC98-68DABE0CB3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8743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235C5-A01F-908B-5F0A-AD23F4511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3C0F49-4DD5-138F-84ED-28A6ABE5F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EEA5E9-28EF-A5FA-8159-667ABB3CB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A23351-EAA3-57B7-431E-052658035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8B9575C-35FB-5AD5-1BCD-7B1615B3C2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763052A-981A-8266-8409-D06812E1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1153A74-33FE-427C-6C5A-29F0B37AB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AEF75BD-8AB0-DDB4-0156-88BA0E1F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AA8BDB-46AA-4762-827A-C78E68D059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1065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A23774-4087-8EAC-ADFD-ECB6D412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DCF2C8C-B130-FA82-982C-D7E7512C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795677-408D-4244-D24F-20F30A5F4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AA655C-E7FA-77AC-8CDA-0C882A68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0BFD6A-62EE-4570-9A2D-B7F8FE3AA7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6696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1C52C07-64EE-2997-4C02-A3CE33312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C6780A-8D54-A974-99EE-011826CEF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0BFAEF-718C-42F1-58AC-AACFD565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006209-17AE-4166-9D27-8D8DDC9C9F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669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FB0D6-1F91-2AA1-B36B-559DD5A88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88BB85-D4C9-D718-FD59-C1EE6F000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0CCE18-05EC-13CA-24D2-33B1C4D3A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E56410-3A81-A601-5D3D-58CE7245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1B3D4A-8E8A-AC17-06FD-F06294EBD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DB99A0-F059-C581-0A62-F5C9E92E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F4747B-12B6-4834-8B5E-E3F8DD1AD8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5528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179D9-6BF8-813F-C3C1-6EEEB4463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24E34E1-9D43-D012-4327-F26D1C78A7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77093E-2E9E-E177-FE16-2FDAF9B20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81FC6C-532B-DDDC-A32A-D8FF079AC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1CEEBA-1406-7BBD-CEDC-A8BB530D8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40A7FF-0DD8-1FC0-CD4F-97FAAE2DF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7A3093-35A5-4099-B49E-62AC4EC56F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324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373A7-4525-D615-E4E5-216B5CFA0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2ADA74E-023D-3BBC-98BE-F1E5F8FAF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F8E9B8-2AB9-63CA-8115-B86BFA073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13B530-BA32-6856-A929-9713308C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8E62C4-8C01-8544-C9BF-E1BAF4316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68A152-D146-483C-B15C-7A3C3B9151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883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EB148CC-19AE-6392-53D7-DED59B9BC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A4E7C3-F80F-AC08-E7E8-F6EA2C47E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F21F79-F381-8C25-5CB0-0AE6D519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39E514-1CF0-525B-E40E-45A803821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7D0C87-DEB5-2762-8133-3DD4F214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30E05E-B1BB-45F5-B14E-4A767AA6AA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669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50B7517-EDEB-00C3-50C0-00BED6C6CC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9F78146-E67E-47AC-4EAE-07C1F21CC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B4D766A-29C8-8E5C-BBC8-9CE9CFA3E4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7A0EF52-67C2-DB8F-461B-3D7323747B1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C68342-01B8-FA34-A6CC-DA730279177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D4EE3E3-4DCB-4B0F-AAA3-5DFF4FA430A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32D8D40-778E-79D5-A97C-8CCA91407F1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500</a:t>
            </a:r>
            <a:br>
              <a:rPr lang="pt-BR" altLang="pt-BR" sz="4000" b="1"/>
            </a:br>
            <a:r>
              <a:rPr lang="pt-BR" altLang="pt-BR" sz="4000" b="1"/>
              <a:t>QUERO VER A JESUS CRISTO</a:t>
            </a:r>
            <a:endParaRPr lang="en-US" altLang="pt-BR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E77AD0C-F670-9CB5-F68A-E1612950B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4450"/>
          </a:xfrm>
        </p:spPr>
        <p:txBody>
          <a:bodyPr/>
          <a:lstStyle/>
          <a:p>
            <a:r>
              <a:rPr lang="pt-BR" altLang="pt-BR" sz="3600"/>
              <a:t>Quero ver a Jesus Cristo, </a:t>
            </a:r>
            <a:br>
              <a:rPr lang="pt-BR" altLang="pt-BR" sz="3600"/>
            </a:br>
            <a:r>
              <a:rPr lang="pt-BR" altLang="pt-BR" sz="3600"/>
              <a:t>meu precioso Salvador, </a:t>
            </a:r>
            <a:br>
              <a:rPr lang="pt-BR" altLang="pt-BR" sz="3600"/>
            </a:br>
            <a:r>
              <a:rPr lang="pt-BR" altLang="pt-BR" sz="3600"/>
              <a:t>Ver a face do meu Mestre, </a:t>
            </a:r>
            <a:br>
              <a:rPr lang="pt-BR" altLang="pt-BR" sz="3600"/>
            </a:br>
            <a:r>
              <a:rPr lang="pt-BR" altLang="pt-BR" sz="3600"/>
              <a:t>que por mim sofreu na cruz;</a:t>
            </a:r>
            <a:br>
              <a:rPr lang="pt-BR" altLang="pt-BR" sz="3600"/>
            </a:br>
            <a:r>
              <a:rPr lang="pt-BR" altLang="pt-BR" sz="3600"/>
              <a:t>Quero ir ao céu sublime, </a:t>
            </a:r>
            <a:br>
              <a:rPr lang="pt-BR" altLang="pt-BR" sz="3600"/>
            </a:br>
            <a:r>
              <a:rPr lang="pt-BR" altLang="pt-BR" sz="3600"/>
              <a:t>ver o trono do Senhor, </a:t>
            </a:r>
            <a:br>
              <a:rPr lang="pt-BR" altLang="pt-BR" sz="3600"/>
            </a:br>
            <a:r>
              <a:rPr lang="pt-BR" altLang="pt-BR" sz="3600"/>
              <a:t>Viverei, sim, nessa pátria </a:t>
            </a:r>
            <a:br>
              <a:rPr lang="pt-BR" altLang="pt-BR" sz="3600"/>
            </a:br>
            <a:r>
              <a:rPr lang="pt-BR" altLang="pt-BR" sz="3600"/>
              <a:t>de eterno gozo e luz.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E0F798E-8640-FFFA-B8F2-231B5D0F22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Quero ver a desejada</a:t>
            </a:r>
            <a:br>
              <a:rPr lang="pt-BR" altLang="pt-BR" sz="3600" b="1" i="1"/>
            </a:br>
            <a:r>
              <a:rPr lang="pt-BR" altLang="pt-BR" sz="3600" b="1" i="1"/>
              <a:t>Pátria onde reina eterno amor; </a:t>
            </a:r>
            <a:br>
              <a:rPr lang="pt-BR" altLang="pt-BR" sz="3600" b="1" i="1"/>
            </a:br>
            <a:r>
              <a:rPr lang="pt-BR" altLang="pt-BR" sz="3600" b="1" i="1"/>
              <a:t>Quero ter feliz morada,</a:t>
            </a:r>
            <a:br>
              <a:rPr lang="pt-BR" altLang="pt-BR" sz="3600" b="1" i="1"/>
            </a:br>
            <a:r>
              <a:rPr lang="pt-BR" altLang="pt-BR" sz="3600" b="1" i="1"/>
              <a:t>Com Jesus, meu Salvador.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5ED55CD-4C50-14A3-152E-460CB0B2D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Quero dar a Jesus Cristo, </a:t>
            </a:r>
            <a:br>
              <a:rPr lang="pt-BR" altLang="pt-BR" sz="3600"/>
            </a:br>
            <a:r>
              <a:rPr lang="pt-BR" altLang="pt-BR" sz="3600"/>
              <a:t>sem reserva, meu amor. </a:t>
            </a:r>
            <a:br>
              <a:rPr lang="pt-BR" altLang="pt-BR" sz="3600"/>
            </a:br>
            <a:r>
              <a:rPr lang="pt-BR" altLang="pt-BR" sz="3600"/>
              <a:t>E também viver p'ra sempre </a:t>
            </a:r>
            <a:br>
              <a:rPr lang="pt-BR" altLang="pt-BR" sz="3600"/>
            </a:br>
            <a:r>
              <a:rPr lang="pt-BR" altLang="pt-BR" sz="3600"/>
              <a:t>entre o coro angelical; </a:t>
            </a:r>
            <a:br>
              <a:rPr lang="pt-BR" altLang="pt-BR" sz="3600"/>
            </a:br>
            <a:r>
              <a:rPr lang="pt-BR" altLang="pt-BR" sz="3600"/>
              <a:t>Quero ser um mensageiro </a:t>
            </a:r>
            <a:br>
              <a:rPr lang="pt-BR" altLang="pt-BR" sz="3600"/>
            </a:br>
            <a:r>
              <a:rPr lang="pt-BR" altLang="pt-BR" sz="3600"/>
              <a:t>conduzindo o pecador </a:t>
            </a:r>
            <a:br>
              <a:rPr lang="pt-BR" altLang="pt-BR" sz="3600"/>
            </a:br>
            <a:r>
              <a:rPr lang="pt-BR" altLang="pt-BR" sz="3600"/>
              <a:t>Para a cruz de Jesus Cristo, </a:t>
            </a:r>
            <a:br>
              <a:rPr lang="pt-BR" altLang="pt-BR" sz="3600"/>
            </a:br>
            <a:r>
              <a:rPr lang="pt-BR" altLang="pt-BR" sz="3600"/>
              <a:t>para a pátria celestial.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AF26CC3-6C43-EB15-D3C4-D70E5F149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Quero ver a desejada</a:t>
            </a:r>
            <a:br>
              <a:rPr lang="pt-BR" altLang="pt-BR" sz="3600" b="1" i="1"/>
            </a:br>
            <a:r>
              <a:rPr lang="pt-BR" altLang="pt-BR" sz="3600" b="1" i="1"/>
              <a:t>Pátria onde reina eterno amor; </a:t>
            </a:r>
            <a:br>
              <a:rPr lang="pt-BR" altLang="pt-BR" sz="3600" b="1" i="1"/>
            </a:br>
            <a:r>
              <a:rPr lang="pt-BR" altLang="pt-BR" sz="3600" b="1" i="1"/>
              <a:t>Quero ter feliz morada,</a:t>
            </a:r>
            <a:br>
              <a:rPr lang="pt-BR" altLang="pt-BR" sz="3600" b="1" i="1"/>
            </a:br>
            <a:r>
              <a:rPr lang="pt-BR" altLang="pt-BR" sz="3600" b="1" i="1"/>
              <a:t>Com Jesus, meu Salvador.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4A40E1E-A205-FFD9-C2B6-AA18A7B356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/>
              <a:t>Pela obra redentora </a:t>
            </a:r>
            <a:br>
              <a:rPr lang="pt-BR" altLang="pt-BR" sz="3600"/>
            </a:br>
            <a:r>
              <a:rPr lang="pt-BR" altLang="pt-BR" sz="3600"/>
              <a:t>de Jesus que me salvou, </a:t>
            </a:r>
            <a:br>
              <a:rPr lang="pt-BR" altLang="pt-BR" sz="3600"/>
            </a:br>
            <a:r>
              <a:rPr lang="pt-BR" altLang="pt-BR" sz="3600"/>
              <a:t>Viverei eternamente </a:t>
            </a:r>
            <a:br>
              <a:rPr lang="pt-BR" altLang="pt-BR" sz="3600"/>
            </a:br>
            <a:r>
              <a:rPr lang="pt-BR" altLang="pt-BR" sz="3600"/>
              <a:t>p'ra gozar o Seu amor; </a:t>
            </a:r>
            <a:br>
              <a:rPr lang="pt-BR" altLang="pt-BR" sz="3600"/>
            </a:br>
            <a:r>
              <a:rPr lang="pt-BR" altLang="pt-BR" sz="3600"/>
              <a:t>Pelo sangue do Cordeiro, </a:t>
            </a:r>
            <a:br>
              <a:rPr lang="pt-BR" altLang="pt-BR" sz="3600"/>
            </a:br>
            <a:r>
              <a:rPr lang="pt-BR" altLang="pt-BR" sz="3600"/>
              <a:t>redimido já estou</a:t>
            </a:r>
            <a:br>
              <a:rPr lang="pt-BR" altLang="pt-BR" sz="3600"/>
            </a:br>
            <a:r>
              <a:rPr lang="pt-BR" altLang="pt-BR" sz="3600"/>
              <a:t>Com as hostes redimidas </a:t>
            </a:r>
            <a:br>
              <a:rPr lang="pt-BR" altLang="pt-BR" sz="3600"/>
            </a:br>
            <a:r>
              <a:rPr lang="pt-BR" altLang="pt-BR" sz="3600"/>
              <a:t>louvarei ao meu Senhor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337DB9E-8BC3-16B4-FECE-9920B7D77A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Quero ver a desejada</a:t>
            </a:r>
            <a:br>
              <a:rPr lang="pt-BR" altLang="pt-BR" sz="3600" b="1" i="1"/>
            </a:br>
            <a:r>
              <a:rPr lang="pt-BR" altLang="pt-BR" sz="3600" b="1" i="1"/>
              <a:t>Pátria onde reina eterno amor; </a:t>
            </a:r>
            <a:br>
              <a:rPr lang="pt-BR" altLang="pt-BR" sz="3600" b="1" i="1"/>
            </a:br>
            <a:r>
              <a:rPr lang="pt-BR" altLang="pt-BR" sz="3600" b="1" i="1"/>
              <a:t>Quero ter feliz morada,</a:t>
            </a:r>
            <a:br>
              <a:rPr lang="pt-BR" altLang="pt-BR" sz="3600" b="1" i="1"/>
            </a:br>
            <a:r>
              <a:rPr lang="pt-BR" altLang="pt-BR" sz="3600" b="1" i="1"/>
              <a:t>Com Jesus, meu Salvador.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75DFCA5-2879-C7AE-D80A-5B9DBA0C7E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sz="3600"/>
              <a:t>Vou morar na minha pátria </a:t>
            </a:r>
            <a:br>
              <a:rPr lang="pt-BR" altLang="pt-BR" sz="3600"/>
            </a:br>
            <a:r>
              <a:rPr lang="pt-BR" altLang="pt-BR" sz="3600"/>
              <a:t>que Jesus foi preparar, </a:t>
            </a:r>
            <a:br>
              <a:rPr lang="pt-BR" altLang="pt-BR" sz="3600"/>
            </a:br>
            <a:r>
              <a:rPr lang="pt-BR" altLang="pt-BR" sz="3600"/>
              <a:t>Habitar entre os remidos </a:t>
            </a:r>
            <a:br>
              <a:rPr lang="pt-BR" altLang="pt-BR" sz="3600"/>
            </a:br>
            <a:r>
              <a:rPr lang="pt-BR" altLang="pt-BR" sz="3600"/>
              <a:t>pelo sangue do Senhor; </a:t>
            </a:r>
            <a:br>
              <a:rPr lang="pt-BR" altLang="pt-BR" sz="3600"/>
            </a:br>
            <a:r>
              <a:rPr lang="pt-BR" altLang="pt-BR" sz="3600"/>
              <a:t>Entre os anjos e os arcanjos </a:t>
            </a:r>
            <a:br>
              <a:rPr lang="pt-BR" altLang="pt-BR" sz="3600"/>
            </a:br>
            <a:r>
              <a:rPr lang="pt-BR" altLang="pt-BR" sz="3600"/>
              <a:t>lá no reino eu vou morar</a:t>
            </a:r>
            <a:br>
              <a:rPr lang="pt-BR" altLang="pt-BR" sz="3600"/>
            </a:br>
            <a:r>
              <a:rPr lang="pt-BR" altLang="pt-BR" sz="3600"/>
              <a:t>E dar glórias para sempre </a:t>
            </a:r>
            <a:br>
              <a:rPr lang="pt-BR" altLang="pt-BR" sz="3600"/>
            </a:br>
            <a:r>
              <a:rPr lang="pt-BR" altLang="pt-BR" sz="3600"/>
              <a:t>ao bondoso Salvador.</a:t>
            </a:r>
            <a:r>
              <a:rPr lang="pt-BR" altLang="pt-BR"/>
              <a:t> </a:t>
            </a: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4D75E53-8CFA-B339-5F65-537ACE1C27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600" b="1" i="1"/>
              <a:t>Quero ver a desejada</a:t>
            </a:r>
            <a:br>
              <a:rPr lang="pt-BR" altLang="pt-BR" sz="3600" b="1" i="1"/>
            </a:br>
            <a:r>
              <a:rPr lang="pt-BR" altLang="pt-BR" sz="3600" b="1" i="1"/>
              <a:t>Pátria onde reina eterno amor; </a:t>
            </a:r>
            <a:br>
              <a:rPr lang="pt-BR" altLang="pt-BR" sz="3600" b="1" i="1"/>
            </a:br>
            <a:r>
              <a:rPr lang="pt-BR" altLang="pt-BR" sz="3600" b="1" i="1"/>
              <a:t>Quero ter feliz morada,</a:t>
            </a:r>
            <a:br>
              <a:rPr lang="pt-BR" altLang="pt-BR" sz="3600" b="1" i="1"/>
            </a:br>
            <a:r>
              <a:rPr lang="pt-BR" altLang="pt-BR" sz="3600" b="1" i="1"/>
              <a:t>Com Jesus, meu Salvador.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500 QUERO VER A JESUS CRISTO</vt:lpstr>
      <vt:lpstr>Quero ver a Jesus Cristo,  meu precioso Salvador,  Ver a face do meu Mestre,  que por mim sofreu na cruz; Quero ir ao céu sublime,  ver o trono do Senhor,  Viverei, sim, nessa pátria  de eterno gozo e luz. </vt:lpstr>
      <vt:lpstr>Quero ver a desejada Pátria onde reina eterno amor;  Quero ter feliz morada, Com Jesus, meu Salvador.</vt:lpstr>
      <vt:lpstr>Quero dar a Jesus Cristo,  sem reserva, meu amor.  E também viver p'ra sempre  entre o coro angelical;  Quero ser um mensageiro  conduzindo o pecador  Para a cruz de Jesus Cristo,  para a pátria celestial. </vt:lpstr>
      <vt:lpstr>Quero ver a desejada Pátria onde reina eterno amor;  Quero ter feliz morada, Com Jesus, meu Salvador.</vt:lpstr>
      <vt:lpstr>Pela obra redentora  de Jesus que me salvou,  Viverei eternamente  p'ra gozar o Seu amor;  Pelo sangue do Cordeiro,  redimido já estou Com as hostes redimidas  louvarei ao meu Senhor </vt:lpstr>
      <vt:lpstr>Quero ver a desejada Pátria onde reina eterno amor;  Quero ter feliz morada, Com Jesus, meu Salvador.</vt:lpstr>
      <vt:lpstr>Vou morar na minha pátria  que Jesus foi preparar,  Habitar entre os remidos  pelo sangue do Senhor;  Entre os anjos e os arcanjos  lá no reino eu vou morar E dar glórias para sempre  ao bondoso Salvador. </vt:lpstr>
      <vt:lpstr>Quero ver a desejada Pátria onde reina eterno amor;  Quero ter feliz morada, Com Jesus, meu Salvador.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500 - QUERO VER A JESUS CRISTO</dc:title>
  <dc:creator>Montagna</dc:creator>
  <cp:lastModifiedBy>Emerson Souza</cp:lastModifiedBy>
  <cp:revision>2</cp:revision>
  <dcterms:created xsi:type="dcterms:W3CDTF">2005-10-21T10:09:14Z</dcterms:created>
  <dcterms:modified xsi:type="dcterms:W3CDTF">2026-05-02T22:18:48Z</dcterms:modified>
</cp:coreProperties>
</file>