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8DB816-8D3D-4E1B-CE9E-3618C350E3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787EAC-0732-24BB-A959-D34359A6F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3C672B-F311-AF88-2743-B45FB9DB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2D2F9-C62C-E4AC-8547-395319B8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D2D439-29ED-D1AD-927E-5850EABB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4A016D-6224-48BD-960C-A7E83089D6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6560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D9715-BF88-23D5-7B13-DB228913D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F2A9F8-910D-57AE-A70C-9A892804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A53D00-4780-5356-2A46-8AC8FE290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A7918B-E119-A7A3-897F-A407AB58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5020E66-181B-B86F-2CFB-0ECD1A9A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75A252-DCA2-43CF-A0A1-AE78BD6DC3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2240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0FC98-ABBC-9461-FE7A-1623A0361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7F1C33-42D5-1F3B-3A00-DF36C5B64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6042F6-881A-F638-87BC-1982A0FC5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472117-3810-95AA-5A2C-8F72D80D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D49B34-BA1F-2D37-D190-143F394F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B286B-D839-488F-954A-1250CB77AF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62011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4E334C-F187-30D9-6FAB-F43C9364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70787D-3C84-E087-6BD5-9B81F7EA7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3489DE-5220-9EE7-36F4-49DD6D824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8DF912B-1E9B-9522-9E2E-4B18669C0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C39671-3D8C-E83D-A030-86C8BDF6A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B7B51C-4001-9A85-6BBE-02CF1E39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08A6D8-C0A7-455C-A419-53BF2D91B7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93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AF3C26-F8FC-7BD3-14BB-E700D3C0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4661B6-5911-D102-D543-11DCD4B6C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29E238-A2A9-6307-6BF6-3C8C6AAD1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DC3D51F-0628-BF0C-008B-922B46FFFC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962F1E0-CCC4-F3E2-18F8-AD5D5A53A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F15FDC4-E372-C887-DAE6-D3ED3742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1B9B603-204F-AF00-007A-18FF4352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04251BA-FBF2-D572-EED5-6D989664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BC2AFF-90FB-44BD-A7AA-5F7466898B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851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0A152-1BFF-9185-7E61-813C2BF98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67C6F4-79BD-FFFE-9D23-53365F3F9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D68AEC-D703-C63F-C587-C2839089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1A69CD-4536-85A8-03A6-D83283E1D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7BFD15-6830-4CF1-915F-9E07C01339D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354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E0E847F-CF38-BC32-0563-4D4451D9D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1F657F8-9D9F-28E0-F1BE-DB1EBFA7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FC8AE4-27BF-2B9D-0DF2-3C6F17BE6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3E623-DE0E-4B27-BD92-8BAAA01C34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6158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78A1F-372F-308B-BF1F-BB975342E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D70BC3-FBAA-244E-6B99-7B84C0021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377FE5-28F4-3FCD-596B-5BF5F3232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2E4547-CEBF-0174-8C54-19C3CCAA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5216C2-5C2C-32DE-E18A-32E28D09D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DCD66ED-3262-D5C5-5D82-17CEDA8A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5822DE-5A0E-4733-B2BA-65C809EC8F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487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216988-5EEA-B50B-DF06-56B710D1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9EA171-DCF7-42E9-CE44-5A912A4612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4C9CD7-E71B-8897-C37E-742FE9469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900D54-B8B3-6E2B-EE6E-4A6018FEF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F72C89-E850-5847-95D2-6BAC15A23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9CBA80-5225-A86F-E740-312B74C4B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6D874B-8819-4BF2-B110-92FE296D90B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75586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287C8-AE09-67D0-E5FF-15AF41C9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B01E39-99C2-8069-0BD5-A45A441A5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3DA694-65D9-B996-640E-5B2F573BC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40A8BA-5898-2446-E7C6-55AF9A290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696DAD-C9DB-079B-1558-BFEBE0898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56B86F-DC67-4CDD-9DD8-99D2B21006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737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12E36C-AA4F-1486-82DA-CB605362DB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021914-E093-3C27-6BA7-38228E0DA4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E2445-9EBE-2DEB-9B0D-B68BC6E46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2DF76F6-72FB-804C-C148-A1E052DD4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33297F-1059-CC4F-CBF8-EB40416A6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2843B8-0562-4A1F-AB60-CD7336E38B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098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CACCEEF-14D5-D693-ABA1-F7055A7AA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96AE950-8EA1-B5FA-C1EA-17C0D7FA02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4228456-EB76-787F-15D0-08CE330454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4418E59-17AA-AB83-0FD8-E09F61DBF8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637DAC4-5F25-CD55-1011-BC6585230C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8B2FCB1-B746-4C6E-AC1D-671D7CC94809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448B423-FFDE-7047-ADDC-7C9D56584C7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230</a:t>
            </a:r>
            <a:br>
              <a:rPr lang="en-US" altLang="pt-BR" sz="4000" b="1"/>
            </a:br>
            <a:r>
              <a:rPr lang="en-US" altLang="pt-BR" sz="4000" b="1"/>
              <a:t>NÓS VOGAMOS NESTA NAU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3014787-83A7-9FCA-611E-02C93E9988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6DCA3498-4A78-E601-B19D-57490BA22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Nós vogamos, o mar vencemos, </a:t>
            </a:r>
            <a:br>
              <a:rPr lang="en-US" altLang="pt-BR" sz="4000" i="1"/>
            </a:br>
            <a:r>
              <a:rPr lang="en-US" altLang="pt-BR" sz="4000" i="1"/>
              <a:t>Nesta nau que nos conduz, </a:t>
            </a:r>
            <a:br>
              <a:rPr lang="en-US" altLang="pt-BR" sz="4000" i="1"/>
            </a:br>
            <a:r>
              <a:rPr lang="en-US" altLang="pt-BR" sz="4000" i="1"/>
              <a:t>Um naufrágio não tememos, </a:t>
            </a:r>
            <a:br>
              <a:rPr lang="en-US" altLang="pt-BR" sz="4000" i="1"/>
            </a:br>
            <a:r>
              <a:rPr lang="en-US" altLang="pt-BR" sz="4000" i="1"/>
              <a:t>Pois ao leme vai Jesus.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F67860B-FDD9-FFE4-8869-D1F17FBD09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amigo, pois te amamos,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tardar, que nós já vamos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F792FD2-DDB4-7F49-1581-C24185BC6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Para nossa feliz morada, </a:t>
            </a:r>
            <a:br>
              <a:rPr lang="en-US" altLang="pt-BR" sz="4000" i="1"/>
            </a:br>
            <a:r>
              <a:rPr lang="en-US" altLang="pt-BR" sz="4000" i="1"/>
              <a:t>Eis a hora de partir; </a:t>
            </a:r>
            <a:br>
              <a:rPr lang="en-US" altLang="pt-BR" sz="4000" i="1"/>
            </a:br>
            <a:r>
              <a:rPr lang="en-US" altLang="pt-BR" sz="4000" i="1"/>
              <a:t>Hoje mesmo se faz chamada; </a:t>
            </a:r>
            <a:br>
              <a:rPr lang="en-US" altLang="pt-BR" sz="4000" i="1"/>
            </a:br>
            <a:r>
              <a:rPr lang="en-US" altLang="pt-BR" sz="4000" i="1"/>
              <a:t>“Quem com Cristo quer seguir?”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39950E96-426C-CA5D-7F79-BE531CD96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amigo, pois te amamos,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tardar, que nós já vamos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849882F-62C8-1C0C-9A41-311CE455CE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Ao findar da travessia, </a:t>
            </a:r>
            <a:br>
              <a:rPr lang="en-US" altLang="pt-BR" sz="4000" i="1"/>
            </a:br>
            <a:r>
              <a:rPr lang="en-US" altLang="pt-BR" sz="4000" i="1"/>
              <a:t>No céu vamos ancorar; </a:t>
            </a:r>
            <a:br>
              <a:rPr lang="en-US" altLang="pt-BR" sz="4000" i="1"/>
            </a:br>
            <a:r>
              <a:rPr lang="en-US" altLang="pt-BR" sz="4000" i="1"/>
              <a:t>Com presteza, com alegria, </a:t>
            </a:r>
            <a:br>
              <a:rPr lang="en-US" altLang="pt-BR" sz="4000" i="1"/>
            </a:br>
            <a:r>
              <a:rPr lang="en-US" altLang="pt-BR" sz="4000" i="1"/>
              <a:t>Nós havemos de saltar.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F4B0681-7335-5DCA-5C72-9ADC04D974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amigo, pois te amamos,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tardar, que nós já vamos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F0638E9-F739-CF24-1260-7BE434BB3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i="1"/>
              <a:t>Ante nós, vemos a cidade, </a:t>
            </a:r>
            <a:br>
              <a:rPr lang="en-US" altLang="pt-BR" sz="4000" i="1"/>
            </a:br>
            <a:r>
              <a:rPr lang="en-US" altLang="pt-BR" sz="4000" i="1"/>
              <a:t>Cujo porto se abrirá. </a:t>
            </a:r>
            <a:br>
              <a:rPr lang="en-US" altLang="pt-BR" sz="4000" i="1"/>
            </a:br>
            <a:r>
              <a:rPr lang="en-US" altLang="pt-BR" sz="4000" i="1"/>
              <a:t>E Jesus cheio de bondade </a:t>
            </a:r>
            <a:br>
              <a:rPr lang="en-US" altLang="pt-BR" sz="4000" i="1"/>
            </a:br>
            <a:r>
              <a:rPr lang="en-US" altLang="pt-BR" sz="4000" i="1"/>
              <a:t>Aos chegados sorrirá.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AC7848A-7968-FB3A-552B-1CEF05553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248400"/>
          </a:xfrm>
        </p:spPr>
        <p:txBody>
          <a:bodyPr/>
          <a:lstStyle/>
          <a:p>
            <a:r>
              <a:rPr lang="en-US" altLang="pt-BR" sz="4000" b="1" i="1"/>
              <a:t>Vem amigo, pois te amamos,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Sem tardar, que nós já vamos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A tormenta não olhamos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rumamos para o céu.</a:t>
            </a:r>
            <a:r>
              <a:rPr lang="en-US" altLang="pt-BR" sz="4000" i="1"/>
              <a:t> 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230 NÓS VOGAMOS NESTA NAU </vt:lpstr>
      <vt:lpstr>Nós vogamos, o mar vencemos,  Nesta nau que nos conduz,  Um naufrágio não tememos,  Pois ao leme vai Jesus.  </vt:lpstr>
      <vt:lpstr>Vem amigo, pois te amamos,  Sem tardar, que nós já vamos  A tormenta não olhamos  E rumamos para o céu.  A tormenta não olhamos  E rumamos para o céu.  </vt:lpstr>
      <vt:lpstr>Para nossa feliz morada,  Eis a hora de partir;  Hoje mesmo se faz chamada;  “Quem com Cristo quer seguir?”  </vt:lpstr>
      <vt:lpstr>Vem amigo, pois te amamos,  Sem tardar, que nós já vamos  A tormenta não olhamos  E rumamos para o céu.  A tormenta não olhamos  E rumamos para o céu.  </vt:lpstr>
      <vt:lpstr>Ao findar da travessia,  No céu vamos ancorar;  Com presteza, com alegria,  Nós havemos de saltar.  </vt:lpstr>
      <vt:lpstr>Vem amigo, pois te amamos,  Sem tardar, que nós já vamos  A tormenta não olhamos  E rumamos para o céu.  A tormenta não olhamos  E rumamos para o céu.  </vt:lpstr>
      <vt:lpstr>Ante nós, vemos a cidade,  Cujo porto se abrirá.  E Jesus cheio de bondade  Aos chegados sorrirá.</vt:lpstr>
      <vt:lpstr>Vem amigo, pois te amamos,  Sem tardar, que nós já vamos  A tormenta não olhamos  E rumamos para o céu.  A tormenta não olhamos  E rumamos para o céu.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230 NÓS VOGAMOS NESTA NAU </dc:title>
  <dc:creator>Junior</dc:creator>
  <cp:lastModifiedBy>Emerson Souza</cp:lastModifiedBy>
  <cp:revision>1</cp:revision>
  <dcterms:created xsi:type="dcterms:W3CDTF">2005-12-23T22:56:34Z</dcterms:created>
  <dcterms:modified xsi:type="dcterms:W3CDTF">2026-05-02T21:56:06Z</dcterms:modified>
</cp:coreProperties>
</file>