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93FCC8-665D-C971-743B-A35493F39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33A7C3-2C63-BF0F-FD90-CD3B4AAE7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3ADF70-ED4A-E31D-9B49-E5F560FAE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9AEC5-181C-245B-1FD1-0E603C378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EB973-631F-4E30-8DF4-F3701EBC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3623D2-91B8-4EE8-882D-1CF1B505ED1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101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7EF0E-84DF-B293-0D65-04D4B3A9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37B084-3647-E913-DDDE-5500A1605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1AF8A8-4C92-EFA8-B2A1-CFE92CCD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DB1181-BDAB-CA74-B563-5E09B210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F296F6-A38C-94E3-21C0-AE47496C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875F7F-1710-413B-801B-2169B97C51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5719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A487E3-B563-8359-E993-68AB9353C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33475D-2F56-D54E-0CCE-BE0AA65F5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16573E-8F29-5C24-2D2A-AC0E5A899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FD50BF-5355-4AC8-011A-C1130737E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CE0AB4-17B8-69A0-A6FB-51DA9B69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23755F-7852-4E16-9820-07126EB67F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0422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B075C-7813-858B-E573-9C0152B2E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818797-A343-6F48-8EC5-2C63D606F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ADB184-96CB-44FB-BAEA-C302DD32E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B12E34-B8D9-9DE1-C5CA-9D8CFEFB3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953802-0E95-50D3-272C-BEB9EDB1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0CC74E-E676-C36E-4B74-BFC4A3D0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C9FD0-1F34-429C-91F4-1F298B511F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667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5F1037-F72A-3BDF-69B9-EE4254C60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027118-1BFA-661D-0FF9-BA202F7CE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74F52C-53EF-D330-7EE6-0D11DD8D4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56CE193-ED49-7388-089E-2C600BEAC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B86825-3A46-717D-64C7-A6F885182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04F83B-D906-27B0-5D0D-EBB14653D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8E49DA-42D3-4CFB-F9A3-C4959D5A5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31BA328-AB16-E6AA-94F9-1E9895BB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81866-0665-4436-93FA-5B607B70BA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3093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E476B-0F15-2890-8B82-908C0B1D7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44327C-F51C-8C79-3F0A-7E4F378AB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A6BE679-C3BB-C6F2-DAFD-84B466F00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D12674-5C6B-A46D-A6EC-336453D9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5021EA-E786-4DE1-B5B5-6342D0F278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685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F5947B-6BCF-4D0D-FB94-FC29F3EE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EEDDEC-F2D5-8F7A-5555-BF77262C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96EC36-7494-CFCD-3DC8-DFAB2D4B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CF051C-3DDA-43B0-B292-B4ACABD314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6017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9FC4D-1B40-A4ED-973C-0884EE10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8499C-5703-E41D-7497-C8F997599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BC4671-FC73-61F3-0F9A-A3D3D7E44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140FC-5358-DE53-7804-0273AFBDD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B7ACE7-4F91-08A5-D352-6E9D3F96B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4D3C312-6B53-4290-1F2B-C76DECA6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D3B0F-C215-4FFE-8C94-5946694A16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24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ADD12C-61D5-C2CE-ED85-C2C5B6DC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0557119-66BB-B7C2-353D-52818F77B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37F429-B7B6-31CE-4270-540A14342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A45A826-8112-3C8B-D719-5DEC14FB6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5D1CBC-10D4-821C-A901-A1C2CDF8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229F73-4E54-D0AA-E46C-AFB9A25B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C761F-CEFB-4885-9A1A-823500CFA6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198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E63B8-274D-D91C-7605-D828010E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C876559-EC54-CD3F-5B89-91FC27C2E0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BC3E38-E970-6EB6-2781-45BECA61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B5D996-8066-2BCD-2C7C-A2477FC6A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C0529-71A6-6053-9BE6-0D4C429A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BBA7E-54E0-4539-9FD6-6BB9B3E975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5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E284C7E-A3F1-1422-DCB5-90DE1A36C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3EF4594-D1E4-6146-5600-5185FFC3F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B4F5B3-7B99-0EA7-AA15-211FB3C57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19C2B5-EA60-CAD7-6AA9-31D919A8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556031-1865-B019-6A82-4B164D88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04FE71-403F-42EC-9192-0EE5252F3F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094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68D514-EB46-E422-D038-FE0132B65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5FB75AC-363B-1123-17A1-6737541066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BA07CD6-3DBC-D286-10D9-78C4D1FAA21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8B36588-4FF4-D847-6438-76ABEA56B86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351B276-E98C-2F6C-76AF-6A6B6636E1B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CB5351C-9194-45B4-9541-098F267B76A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AAEF6DB-3642-3875-9D33-E6F26F06DE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594 - Fé Persistente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EC6D570-65AA-A091-7C64-D5AD150E6E6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DC18881-9E09-FF51-129F-B239EF9FB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Almejo a fé que forte é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Diante do terror,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Que, calma, não recuará</a:t>
            </a:r>
            <a:r>
              <a:rPr lang="en-US" altLang="pt-BR" sz="4000"/>
              <a:t> </a:t>
            </a:r>
            <a:br>
              <a:rPr lang="en-US" altLang="pt-BR" sz="4000" i="1"/>
            </a:br>
            <a:r>
              <a:rPr lang="en-US" altLang="pt-BR" sz="4000" i="1"/>
              <a:t> mundo aterrador.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E0FF22-7BF2-1958-2240-D8CFBF978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fé que não me faz queixar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 dor da correção,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quanto o fogo mais arder,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Mais firma o coração.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6DEC2B5-222B-049F-8679-AFA5F8810E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 fé que sempre brilha mais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 negro furacão,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no perigo sente paz,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Audaz na escuridão.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8C4159E-99F2-4B4D-72CC-06BC5CD88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Ó Deus, me dá tamanha fé,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venha o que vier!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Então na lide provarei </a:t>
            </a:r>
            <a:br>
              <a:rPr lang="en-US" altLang="pt-BR" sz="4000" i="1"/>
            </a:br>
            <a:r>
              <a:rPr lang="en-US" altLang="pt-BR" sz="4000" i="1"/>
              <a:t>Celestial prazer.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594 - Fé Persistente</vt:lpstr>
      <vt:lpstr>Almejo a fé que forte é  Diante do terror,  Que, calma, não recuará   mundo aterrador.  </vt:lpstr>
      <vt:lpstr>A fé que não me faz queixar  Na dor da correção,  Mas quanto o fogo mais arder,  Mais firma o coração.  </vt:lpstr>
      <vt:lpstr>A fé que sempre brilha mais  No negro furacão,  Que no perigo sente paz,  Audaz na escuridão.  </vt:lpstr>
      <vt:lpstr>Ó Deus, me dá tamanha fé,  Que venha o que vier!  Então na lide provarei  Celestial prazer.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594 - Fé Persistente</dc:title>
  <dc:creator>Junior</dc:creator>
  <cp:lastModifiedBy>Emerson Souza</cp:lastModifiedBy>
  <cp:revision>1</cp:revision>
  <dcterms:created xsi:type="dcterms:W3CDTF">2005-12-27T02:23:27Z</dcterms:created>
  <dcterms:modified xsi:type="dcterms:W3CDTF">2026-05-02T22:26:58Z</dcterms:modified>
</cp:coreProperties>
</file>