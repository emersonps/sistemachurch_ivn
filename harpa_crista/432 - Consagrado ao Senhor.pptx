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71" r:id="rId3"/>
    <p:sldId id="257" r:id="rId4"/>
    <p:sldId id="258" r:id="rId5"/>
    <p:sldId id="267" r:id="rId6"/>
    <p:sldId id="259" r:id="rId7"/>
    <p:sldId id="268" r:id="rId8"/>
    <p:sldId id="260" r:id="rId9"/>
    <p:sldId id="264" r:id="rId10"/>
    <p:sldId id="261" r:id="rId11"/>
    <p:sldId id="265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2" autoAdjust="0"/>
    <p:restoredTop sz="94676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>
            <a:extLst>
              <a:ext uri="{FF2B5EF4-FFF2-40B4-BE49-F238E27FC236}">
                <a16:creationId xmlns:a16="http://schemas.microsoft.com/office/drawing/2014/main" id="{D5014557-E279-3FC9-6579-EA0FA033D918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21507" name="Group 3">
              <a:extLst>
                <a:ext uri="{FF2B5EF4-FFF2-40B4-BE49-F238E27FC236}">
                  <a16:creationId xmlns:a16="http://schemas.microsoft.com/office/drawing/2014/main" id="{C2ABBA18-197E-54AA-978F-0E457D1559BD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21508" name="Freeform 4">
                <a:extLst>
                  <a:ext uri="{FF2B5EF4-FFF2-40B4-BE49-F238E27FC236}">
                    <a16:creationId xmlns:a16="http://schemas.microsoft.com/office/drawing/2014/main" id="{B24DC00B-74B9-1C24-187C-0A31587571B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09" name="Freeform 5">
                <a:extLst>
                  <a:ext uri="{FF2B5EF4-FFF2-40B4-BE49-F238E27FC236}">
                    <a16:creationId xmlns:a16="http://schemas.microsoft.com/office/drawing/2014/main" id="{31846CB1-E806-18B0-E943-6CCB9092780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0" name="Freeform 6">
                <a:extLst>
                  <a:ext uri="{FF2B5EF4-FFF2-40B4-BE49-F238E27FC236}">
                    <a16:creationId xmlns:a16="http://schemas.microsoft.com/office/drawing/2014/main" id="{9D8B494B-0890-0FF3-C719-74C9C86D60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1" name="Freeform 7">
                <a:extLst>
                  <a:ext uri="{FF2B5EF4-FFF2-40B4-BE49-F238E27FC236}">
                    <a16:creationId xmlns:a16="http://schemas.microsoft.com/office/drawing/2014/main" id="{EB90DF26-532C-826B-F34F-EC5765D409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2" name="Freeform 8">
                <a:extLst>
                  <a:ext uri="{FF2B5EF4-FFF2-40B4-BE49-F238E27FC236}">
                    <a16:creationId xmlns:a16="http://schemas.microsoft.com/office/drawing/2014/main" id="{FDC9F0D1-14CD-FA6D-5A28-B5EF05E24FC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3" name="Freeform 9">
                <a:extLst>
                  <a:ext uri="{FF2B5EF4-FFF2-40B4-BE49-F238E27FC236}">
                    <a16:creationId xmlns:a16="http://schemas.microsoft.com/office/drawing/2014/main" id="{40817B49-621F-0172-2E9E-F48EDC99CE3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4" name="Freeform 10">
                <a:extLst>
                  <a:ext uri="{FF2B5EF4-FFF2-40B4-BE49-F238E27FC236}">
                    <a16:creationId xmlns:a16="http://schemas.microsoft.com/office/drawing/2014/main" id="{CE4B527B-FB51-4A4C-AF77-87A5D01A4F6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5" name="Freeform 11">
                <a:extLst>
                  <a:ext uri="{FF2B5EF4-FFF2-40B4-BE49-F238E27FC236}">
                    <a16:creationId xmlns:a16="http://schemas.microsoft.com/office/drawing/2014/main" id="{120F41B4-5B1E-8694-FBE2-2E9F50A3809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6" name="Freeform 12">
                <a:extLst>
                  <a:ext uri="{FF2B5EF4-FFF2-40B4-BE49-F238E27FC236}">
                    <a16:creationId xmlns:a16="http://schemas.microsoft.com/office/drawing/2014/main" id="{E01EBE98-2782-2923-C0A1-B45B57DE14A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7" name="Freeform 13">
                <a:extLst>
                  <a:ext uri="{FF2B5EF4-FFF2-40B4-BE49-F238E27FC236}">
                    <a16:creationId xmlns:a16="http://schemas.microsoft.com/office/drawing/2014/main" id="{818FFC0A-8F38-CFEE-3E3A-CC48962604D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8" name="Freeform 14">
                <a:extLst>
                  <a:ext uri="{FF2B5EF4-FFF2-40B4-BE49-F238E27FC236}">
                    <a16:creationId xmlns:a16="http://schemas.microsoft.com/office/drawing/2014/main" id="{418DC0A7-5D4C-BA5C-7677-E6945B57978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19" name="Freeform 15">
                <a:extLst>
                  <a:ext uri="{FF2B5EF4-FFF2-40B4-BE49-F238E27FC236}">
                    <a16:creationId xmlns:a16="http://schemas.microsoft.com/office/drawing/2014/main" id="{C83737FF-30EB-0EAA-A396-725A3AB3A61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20" name="Freeform 16">
                <a:extLst>
                  <a:ext uri="{FF2B5EF4-FFF2-40B4-BE49-F238E27FC236}">
                    <a16:creationId xmlns:a16="http://schemas.microsoft.com/office/drawing/2014/main" id="{B0284984-67F8-23A2-082F-9146F6B59AE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1521" name="Group 17">
              <a:extLst>
                <a:ext uri="{FF2B5EF4-FFF2-40B4-BE49-F238E27FC236}">
                  <a16:creationId xmlns:a16="http://schemas.microsoft.com/office/drawing/2014/main" id="{EBF5E985-9C59-3D37-FAF4-F9A38C637A4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21522" name="Rectangle 18">
                <a:extLst>
                  <a:ext uri="{FF2B5EF4-FFF2-40B4-BE49-F238E27FC236}">
                    <a16:creationId xmlns:a16="http://schemas.microsoft.com/office/drawing/2014/main" id="{D5194313-9B37-F4E0-D920-B1C2327150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3" name="Rectangle 19">
                <a:extLst>
                  <a:ext uri="{FF2B5EF4-FFF2-40B4-BE49-F238E27FC236}">
                    <a16:creationId xmlns:a16="http://schemas.microsoft.com/office/drawing/2014/main" id="{7C06046E-1069-E2C0-A73D-9FCD47239F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4" name="Rectangle 20">
                <a:extLst>
                  <a:ext uri="{FF2B5EF4-FFF2-40B4-BE49-F238E27FC236}">
                    <a16:creationId xmlns:a16="http://schemas.microsoft.com/office/drawing/2014/main" id="{A6B3EEA9-06EF-4503-4217-AF7D6820BA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5" name="Rectangle 21">
                <a:extLst>
                  <a:ext uri="{FF2B5EF4-FFF2-40B4-BE49-F238E27FC236}">
                    <a16:creationId xmlns:a16="http://schemas.microsoft.com/office/drawing/2014/main" id="{BAAECE0B-F0AD-9191-4D42-6DF2785CEF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6" name="Rectangle 22">
                <a:extLst>
                  <a:ext uri="{FF2B5EF4-FFF2-40B4-BE49-F238E27FC236}">
                    <a16:creationId xmlns:a16="http://schemas.microsoft.com/office/drawing/2014/main" id="{C8B94198-AB0C-C28A-D5D7-5D434A03F9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7" name="Rectangle 23">
                <a:extLst>
                  <a:ext uri="{FF2B5EF4-FFF2-40B4-BE49-F238E27FC236}">
                    <a16:creationId xmlns:a16="http://schemas.microsoft.com/office/drawing/2014/main" id="{8D9268FC-33CD-E2A1-020B-815BA1F671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8" name="Rectangle 24">
                <a:extLst>
                  <a:ext uri="{FF2B5EF4-FFF2-40B4-BE49-F238E27FC236}">
                    <a16:creationId xmlns:a16="http://schemas.microsoft.com/office/drawing/2014/main" id="{5A5281D3-1310-08BD-9599-6AFB970FF97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29" name="Rectangle 25">
                <a:extLst>
                  <a:ext uri="{FF2B5EF4-FFF2-40B4-BE49-F238E27FC236}">
                    <a16:creationId xmlns:a16="http://schemas.microsoft.com/office/drawing/2014/main" id="{6417A55F-20D7-50CF-6ED8-42A6634C55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0" name="Rectangle 26">
                <a:extLst>
                  <a:ext uri="{FF2B5EF4-FFF2-40B4-BE49-F238E27FC236}">
                    <a16:creationId xmlns:a16="http://schemas.microsoft.com/office/drawing/2014/main" id="{A7E871D6-6104-E6F3-70C0-68B68A4C75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1" name="Rectangle 27">
                <a:extLst>
                  <a:ext uri="{FF2B5EF4-FFF2-40B4-BE49-F238E27FC236}">
                    <a16:creationId xmlns:a16="http://schemas.microsoft.com/office/drawing/2014/main" id="{7C62E486-83CC-C498-AECC-1CE6D6FBBA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2" name="Rectangle 28">
                <a:extLst>
                  <a:ext uri="{FF2B5EF4-FFF2-40B4-BE49-F238E27FC236}">
                    <a16:creationId xmlns:a16="http://schemas.microsoft.com/office/drawing/2014/main" id="{8D336054-69A2-D2F0-FE6D-D93A331981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3" name="Rectangle 29">
                <a:extLst>
                  <a:ext uri="{FF2B5EF4-FFF2-40B4-BE49-F238E27FC236}">
                    <a16:creationId xmlns:a16="http://schemas.microsoft.com/office/drawing/2014/main" id="{7DC6A9D9-FBCE-FC27-737B-E3FA251B93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4" name="Rectangle 30">
                <a:extLst>
                  <a:ext uri="{FF2B5EF4-FFF2-40B4-BE49-F238E27FC236}">
                    <a16:creationId xmlns:a16="http://schemas.microsoft.com/office/drawing/2014/main" id="{069D5A43-73EB-E684-3950-F22264C9BA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5" name="Rectangle 31">
                <a:extLst>
                  <a:ext uri="{FF2B5EF4-FFF2-40B4-BE49-F238E27FC236}">
                    <a16:creationId xmlns:a16="http://schemas.microsoft.com/office/drawing/2014/main" id="{4F99F62C-BBCA-EDE8-D872-680D9D561A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6" name="Rectangle 32">
                <a:extLst>
                  <a:ext uri="{FF2B5EF4-FFF2-40B4-BE49-F238E27FC236}">
                    <a16:creationId xmlns:a16="http://schemas.microsoft.com/office/drawing/2014/main" id="{3BA9C8BE-65CB-518F-ED31-00D37E11362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7" name="Rectangle 33">
                <a:extLst>
                  <a:ext uri="{FF2B5EF4-FFF2-40B4-BE49-F238E27FC236}">
                    <a16:creationId xmlns:a16="http://schemas.microsoft.com/office/drawing/2014/main" id="{AC162252-2711-5031-9C68-B20671C38A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8" name="Rectangle 34">
                <a:extLst>
                  <a:ext uri="{FF2B5EF4-FFF2-40B4-BE49-F238E27FC236}">
                    <a16:creationId xmlns:a16="http://schemas.microsoft.com/office/drawing/2014/main" id="{2D13BCB4-32C1-4A24-82C3-4EA882D343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39" name="Rectangle 35">
                <a:extLst>
                  <a:ext uri="{FF2B5EF4-FFF2-40B4-BE49-F238E27FC236}">
                    <a16:creationId xmlns:a16="http://schemas.microsoft.com/office/drawing/2014/main" id="{04FD8146-A2CA-9597-DA4A-7C1A00491C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0" name="Rectangle 36">
                <a:extLst>
                  <a:ext uri="{FF2B5EF4-FFF2-40B4-BE49-F238E27FC236}">
                    <a16:creationId xmlns:a16="http://schemas.microsoft.com/office/drawing/2014/main" id="{970B61B5-33DF-4AEA-9D06-FDF60ECD5C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1" name="Rectangle 37">
                <a:extLst>
                  <a:ext uri="{FF2B5EF4-FFF2-40B4-BE49-F238E27FC236}">
                    <a16:creationId xmlns:a16="http://schemas.microsoft.com/office/drawing/2014/main" id="{83F62ED5-A288-4DA6-53CF-4E281E19B5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2" name="Rectangle 38">
                <a:extLst>
                  <a:ext uri="{FF2B5EF4-FFF2-40B4-BE49-F238E27FC236}">
                    <a16:creationId xmlns:a16="http://schemas.microsoft.com/office/drawing/2014/main" id="{8CA9B74A-12AC-787A-F9C7-0A9D2400A8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3" name="Rectangle 39">
                <a:extLst>
                  <a:ext uri="{FF2B5EF4-FFF2-40B4-BE49-F238E27FC236}">
                    <a16:creationId xmlns:a16="http://schemas.microsoft.com/office/drawing/2014/main" id="{36072EE1-9FEA-86A3-FA4D-55E183A255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4" name="Rectangle 40">
                <a:extLst>
                  <a:ext uri="{FF2B5EF4-FFF2-40B4-BE49-F238E27FC236}">
                    <a16:creationId xmlns:a16="http://schemas.microsoft.com/office/drawing/2014/main" id="{3505CFC4-ADE4-0171-0244-108E9BCE73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5" name="Rectangle 41">
                <a:extLst>
                  <a:ext uri="{FF2B5EF4-FFF2-40B4-BE49-F238E27FC236}">
                    <a16:creationId xmlns:a16="http://schemas.microsoft.com/office/drawing/2014/main" id="{3D6A0CF2-8FFF-4278-25B1-D62619C406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6" name="Rectangle 42">
                <a:extLst>
                  <a:ext uri="{FF2B5EF4-FFF2-40B4-BE49-F238E27FC236}">
                    <a16:creationId xmlns:a16="http://schemas.microsoft.com/office/drawing/2014/main" id="{CF9CB5E7-3F54-6C17-613B-27DEFCD96E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7" name="Rectangle 43">
                <a:extLst>
                  <a:ext uri="{FF2B5EF4-FFF2-40B4-BE49-F238E27FC236}">
                    <a16:creationId xmlns:a16="http://schemas.microsoft.com/office/drawing/2014/main" id="{1182BE35-13F3-359C-99B9-CA8EDEF7A6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8" name="Rectangle 44">
                <a:extLst>
                  <a:ext uri="{FF2B5EF4-FFF2-40B4-BE49-F238E27FC236}">
                    <a16:creationId xmlns:a16="http://schemas.microsoft.com/office/drawing/2014/main" id="{ABC77098-4BEA-D1AC-72D2-C16B38AC06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49" name="Rectangle 45">
                <a:extLst>
                  <a:ext uri="{FF2B5EF4-FFF2-40B4-BE49-F238E27FC236}">
                    <a16:creationId xmlns:a16="http://schemas.microsoft.com/office/drawing/2014/main" id="{EEADC5D3-3C51-D766-55BE-FBE5DA40FDC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0" name="Rectangle 46">
                <a:extLst>
                  <a:ext uri="{FF2B5EF4-FFF2-40B4-BE49-F238E27FC236}">
                    <a16:creationId xmlns:a16="http://schemas.microsoft.com/office/drawing/2014/main" id="{E9F6E90F-D878-89A9-13BF-611A94C499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1" name="Rectangle 47">
                <a:extLst>
                  <a:ext uri="{FF2B5EF4-FFF2-40B4-BE49-F238E27FC236}">
                    <a16:creationId xmlns:a16="http://schemas.microsoft.com/office/drawing/2014/main" id="{8B54DA31-78FB-AAC3-91D1-EF4D860991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2" name="Rectangle 48">
                <a:extLst>
                  <a:ext uri="{FF2B5EF4-FFF2-40B4-BE49-F238E27FC236}">
                    <a16:creationId xmlns:a16="http://schemas.microsoft.com/office/drawing/2014/main" id="{5258CB96-AE2E-E6A8-1FF4-66E85D7488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3" name="Rectangle 49">
                <a:extLst>
                  <a:ext uri="{FF2B5EF4-FFF2-40B4-BE49-F238E27FC236}">
                    <a16:creationId xmlns:a16="http://schemas.microsoft.com/office/drawing/2014/main" id="{29EBF11E-0BF9-71F4-A81B-E895E1779A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4" name="Rectangle 50">
                <a:extLst>
                  <a:ext uri="{FF2B5EF4-FFF2-40B4-BE49-F238E27FC236}">
                    <a16:creationId xmlns:a16="http://schemas.microsoft.com/office/drawing/2014/main" id="{C85A67BF-D2C0-8FE1-EE63-48754734C4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5" name="Rectangle 51">
                <a:extLst>
                  <a:ext uri="{FF2B5EF4-FFF2-40B4-BE49-F238E27FC236}">
                    <a16:creationId xmlns:a16="http://schemas.microsoft.com/office/drawing/2014/main" id="{F6BC453D-347E-8062-9202-68FFD8F408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6" name="Rectangle 52">
                <a:extLst>
                  <a:ext uri="{FF2B5EF4-FFF2-40B4-BE49-F238E27FC236}">
                    <a16:creationId xmlns:a16="http://schemas.microsoft.com/office/drawing/2014/main" id="{813DFB56-28A5-94DC-D02C-2E0BD03C9F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7" name="Rectangle 53">
                <a:extLst>
                  <a:ext uri="{FF2B5EF4-FFF2-40B4-BE49-F238E27FC236}">
                    <a16:creationId xmlns:a16="http://schemas.microsoft.com/office/drawing/2014/main" id="{7C49317E-15D4-1538-CFDC-4E9AC6DE29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8" name="Rectangle 54">
                <a:extLst>
                  <a:ext uri="{FF2B5EF4-FFF2-40B4-BE49-F238E27FC236}">
                    <a16:creationId xmlns:a16="http://schemas.microsoft.com/office/drawing/2014/main" id="{E90AF9C2-B496-7C07-827E-929699FA72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59" name="Rectangle 55">
                <a:extLst>
                  <a:ext uri="{FF2B5EF4-FFF2-40B4-BE49-F238E27FC236}">
                    <a16:creationId xmlns:a16="http://schemas.microsoft.com/office/drawing/2014/main" id="{97D2287A-018B-A536-6C6C-6B48AD1E6A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0" name="Rectangle 56">
                <a:extLst>
                  <a:ext uri="{FF2B5EF4-FFF2-40B4-BE49-F238E27FC236}">
                    <a16:creationId xmlns:a16="http://schemas.microsoft.com/office/drawing/2014/main" id="{4BE1F7C0-EF3F-C5C2-F706-9844F0DA373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1" name="Rectangle 57">
                <a:extLst>
                  <a:ext uri="{FF2B5EF4-FFF2-40B4-BE49-F238E27FC236}">
                    <a16:creationId xmlns:a16="http://schemas.microsoft.com/office/drawing/2014/main" id="{52DBDB20-D64F-5445-7881-4FAA58FC95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2" name="Rectangle 58">
                <a:extLst>
                  <a:ext uri="{FF2B5EF4-FFF2-40B4-BE49-F238E27FC236}">
                    <a16:creationId xmlns:a16="http://schemas.microsoft.com/office/drawing/2014/main" id="{A78BEC44-24AE-528E-F3FF-5F1111F151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3" name="Rectangle 59">
                <a:extLst>
                  <a:ext uri="{FF2B5EF4-FFF2-40B4-BE49-F238E27FC236}">
                    <a16:creationId xmlns:a16="http://schemas.microsoft.com/office/drawing/2014/main" id="{884FE93C-20DA-280D-18D5-561453371C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4" name="Rectangle 60">
                <a:extLst>
                  <a:ext uri="{FF2B5EF4-FFF2-40B4-BE49-F238E27FC236}">
                    <a16:creationId xmlns:a16="http://schemas.microsoft.com/office/drawing/2014/main" id="{7EB9D43C-530F-8C34-563A-C45E4D9E71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5" name="Rectangle 61">
                <a:extLst>
                  <a:ext uri="{FF2B5EF4-FFF2-40B4-BE49-F238E27FC236}">
                    <a16:creationId xmlns:a16="http://schemas.microsoft.com/office/drawing/2014/main" id="{D6D8F16F-80C2-1915-33A1-CAD11380D4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6" name="Rectangle 62">
                <a:extLst>
                  <a:ext uri="{FF2B5EF4-FFF2-40B4-BE49-F238E27FC236}">
                    <a16:creationId xmlns:a16="http://schemas.microsoft.com/office/drawing/2014/main" id="{A77CCBD3-6C34-9950-98CD-AF8B69E0ED8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7" name="Rectangle 63">
                <a:extLst>
                  <a:ext uri="{FF2B5EF4-FFF2-40B4-BE49-F238E27FC236}">
                    <a16:creationId xmlns:a16="http://schemas.microsoft.com/office/drawing/2014/main" id="{027EAFC2-A8B5-6B58-DA68-BF00F10B58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8" name="Rectangle 64">
                <a:extLst>
                  <a:ext uri="{FF2B5EF4-FFF2-40B4-BE49-F238E27FC236}">
                    <a16:creationId xmlns:a16="http://schemas.microsoft.com/office/drawing/2014/main" id="{D243FD9F-E373-F44B-F535-766806C1CB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69" name="Rectangle 65">
                <a:extLst>
                  <a:ext uri="{FF2B5EF4-FFF2-40B4-BE49-F238E27FC236}">
                    <a16:creationId xmlns:a16="http://schemas.microsoft.com/office/drawing/2014/main" id="{5F51185D-9322-D4DF-4887-EC64115490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0" name="Rectangle 66">
                <a:extLst>
                  <a:ext uri="{FF2B5EF4-FFF2-40B4-BE49-F238E27FC236}">
                    <a16:creationId xmlns:a16="http://schemas.microsoft.com/office/drawing/2014/main" id="{36A19409-6BE7-0902-E2F6-3072DA54BB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1" name="Rectangle 67">
                <a:extLst>
                  <a:ext uri="{FF2B5EF4-FFF2-40B4-BE49-F238E27FC236}">
                    <a16:creationId xmlns:a16="http://schemas.microsoft.com/office/drawing/2014/main" id="{1B0CD5DD-00C9-60F8-8E62-02F40FD9F7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2" name="Rectangle 68">
                <a:extLst>
                  <a:ext uri="{FF2B5EF4-FFF2-40B4-BE49-F238E27FC236}">
                    <a16:creationId xmlns:a16="http://schemas.microsoft.com/office/drawing/2014/main" id="{4261302E-B4DF-FB80-00DE-A783C62A58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3" name="Rectangle 69">
                <a:extLst>
                  <a:ext uri="{FF2B5EF4-FFF2-40B4-BE49-F238E27FC236}">
                    <a16:creationId xmlns:a16="http://schemas.microsoft.com/office/drawing/2014/main" id="{08A6810F-F5AB-8D9A-A5AA-A6BEBC7CE3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4" name="Rectangle 70">
                <a:extLst>
                  <a:ext uri="{FF2B5EF4-FFF2-40B4-BE49-F238E27FC236}">
                    <a16:creationId xmlns:a16="http://schemas.microsoft.com/office/drawing/2014/main" id="{711E4BA5-BFFC-0C8A-459F-A837430578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5" name="Rectangle 71">
                <a:extLst>
                  <a:ext uri="{FF2B5EF4-FFF2-40B4-BE49-F238E27FC236}">
                    <a16:creationId xmlns:a16="http://schemas.microsoft.com/office/drawing/2014/main" id="{8041D3C6-7109-C543-1ADE-F1BFFF4A88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6" name="Rectangle 72">
                <a:extLst>
                  <a:ext uri="{FF2B5EF4-FFF2-40B4-BE49-F238E27FC236}">
                    <a16:creationId xmlns:a16="http://schemas.microsoft.com/office/drawing/2014/main" id="{572E0FCC-B374-ACC8-AAFE-1B556C25AD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7" name="Rectangle 73">
                <a:extLst>
                  <a:ext uri="{FF2B5EF4-FFF2-40B4-BE49-F238E27FC236}">
                    <a16:creationId xmlns:a16="http://schemas.microsoft.com/office/drawing/2014/main" id="{06AAA72D-72D4-26DD-B84E-8CA9046C9B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8" name="Rectangle 74">
                <a:extLst>
                  <a:ext uri="{FF2B5EF4-FFF2-40B4-BE49-F238E27FC236}">
                    <a16:creationId xmlns:a16="http://schemas.microsoft.com/office/drawing/2014/main" id="{93910E7A-FBCC-8753-30BC-4302DB58ED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79" name="Rectangle 75">
                <a:extLst>
                  <a:ext uri="{FF2B5EF4-FFF2-40B4-BE49-F238E27FC236}">
                    <a16:creationId xmlns:a16="http://schemas.microsoft.com/office/drawing/2014/main" id="{1F3802F2-212F-5E9E-1089-48CD40FE3D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0" name="Rectangle 76">
                <a:extLst>
                  <a:ext uri="{FF2B5EF4-FFF2-40B4-BE49-F238E27FC236}">
                    <a16:creationId xmlns:a16="http://schemas.microsoft.com/office/drawing/2014/main" id="{6862C936-05BC-7B0E-F068-1DDCD9C1FF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1" name="Rectangle 77">
                <a:extLst>
                  <a:ext uri="{FF2B5EF4-FFF2-40B4-BE49-F238E27FC236}">
                    <a16:creationId xmlns:a16="http://schemas.microsoft.com/office/drawing/2014/main" id="{AD87F533-4FF3-1305-28E6-96302BAFF1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2" name="Rectangle 78">
                <a:extLst>
                  <a:ext uri="{FF2B5EF4-FFF2-40B4-BE49-F238E27FC236}">
                    <a16:creationId xmlns:a16="http://schemas.microsoft.com/office/drawing/2014/main" id="{5256D64E-49EA-1677-40E4-B0CB062D50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3" name="Rectangle 79">
                <a:extLst>
                  <a:ext uri="{FF2B5EF4-FFF2-40B4-BE49-F238E27FC236}">
                    <a16:creationId xmlns:a16="http://schemas.microsoft.com/office/drawing/2014/main" id="{38227CCB-9543-FAFB-BCE1-EC9A3E92B7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4" name="Rectangle 80">
                <a:extLst>
                  <a:ext uri="{FF2B5EF4-FFF2-40B4-BE49-F238E27FC236}">
                    <a16:creationId xmlns:a16="http://schemas.microsoft.com/office/drawing/2014/main" id="{4B2B1B5B-71E6-0F4D-4D44-80442F1135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5" name="Freeform 81">
                <a:extLst>
                  <a:ext uri="{FF2B5EF4-FFF2-40B4-BE49-F238E27FC236}">
                    <a16:creationId xmlns:a16="http://schemas.microsoft.com/office/drawing/2014/main" id="{0593FC45-1EB6-98AB-09F2-D5F613CAB12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586" name="Rectangle 82">
                <a:extLst>
                  <a:ext uri="{FF2B5EF4-FFF2-40B4-BE49-F238E27FC236}">
                    <a16:creationId xmlns:a16="http://schemas.microsoft.com/office/drawing/2014/main" id="{30B5E1A1-2FD4-2A67-9FF1-2037C195E8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7" name="Rectangle 83">
                <a:extLst>
                  <a:ext uri="{FF2B5EF4-FFF2-40B4-BE49-F238E27FC236}">
                    <a16:creationId xmlns:a16="http://schemas.microsoft.com/office/drawing/2014/main" id="{5D325575-17B7-825E-D52B-7D87BFA2072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8" name="Rectangle 84">
                <a:extLst>
                  <a:ext uri="{FF2B5EF4-FFF2-40B4-BE49-F238E27FC236}">
                    <a16:creationId xmlns:a16="http://schemas.microsoft.com/office/drawing/2014/main" id="{B5D2120B-6D15-2CC8-EA25-99628B86EB8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89" name="Rectangle 85">
                <a:extLst>
                  <a:ext uri="{FF2B5EF4-FFF2-40B4-BE49-F238E27FC236}">
                    <a16:creationId xmlns:a16="http://schemas.microsoft.com/office/drawing/2014/main" id="{3CA59BFA-8F13-2CF3-A2DE-6E979918F64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0" name="Rectangle 86">
                <a:extLst>
                  <a:ext uri="{FF2B5EF4-FFF2-40B4-BE49-F238E27FC236}">
                    <a16:creationId xmlns:a16="http://schemas.microsoft.com/office/drawing/2014/main" id="{85B9FDA5-BB6A-1540-EF7F-E8FC435FC3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1" name="Rectangle 87">
                <a:extLst>
                  <a:ext uri="{FF2B5EF4-FFF2-40B4-BE49-F238E27FC236}">
                    <a16:creationId xmlns:a16="http://schemas.microsoft.com/office/drawing/2014/main" id="{AE1669CA-0975-6E33-D86B-26C8438A0D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2" name="Rectangle 88">
                <a:extLst>
                  <a:ext uri="{FF2B5EF4-FFF2-40B4-BE49-F238E27FC236}">
                    <a16:creationId xmlns:a16="http://schemas.microsoft.com/office/drawing/2014/main" id="{07BB5F4C-15E7-AC54-A3AF-F27FE180AC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3" name="Rectangle 89">
                <a:extLst>
                  <a:ext uri="{FF2B5EF4-FFF2-40B4-BE49-F238E27FC236}">
                    <a16:creationId xmlns:a16="http://schemas.microsoft.com/office/drawing/2014/main" id="{AB51CD80-CC88-AF1F-7FED-63C47AA0BB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4" name="Rectangle 90">
                <a:extLst>
                  <a:ext uri="{FF2B5EF4-FFF2-40B4-BE49-F238E27FC236}">
                    <a16:creationId xmlns:a16="http://schemas.microsoft.com/office/drawing/2014/main" id="{658C266B-F7E6-4D19-0855-A3078A6418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5" name="Rectangle 91">
                <a:extLst>
                  <a:ext uri="{FF2B5EF4-FFF2-40B4-BE49-F238E27FC236}">
                    <a16:creationId xmlns:a16="http://schemas.microsoft.com/office/drawing/2014/main" id="{08ED22D0-CACF-0676-61A5-B0EF02D489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6" name="Rectangle 92">
                <a:extLst>
                  <a:ext uri="{FF2B5EF4-FFF2-40B4-BE49-F238E27FC236}">
                    <a16:creationId xmlns:a16="http://schemas.microsoft.com/office/drawing/2014/main" id="{634D6205-2815-0084-33F8-33E0D84EB4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7" name="Rectangle 93">
                <a:extLst>
                  <a:ext uri="{FF2B5EF4-FFF2-40B4-BE49-F238E27FC236}">
                    <a16:creationId xmlns:a16="http://schemas.microsoft.com/office/drawing/2014/main" id="{0C5D4BA1-CEE2-FACB-6CBE-07F16CCAA9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8" name="Rectangle 94">
                <a:extLst>
                  <a:ext uri="{FF2B5EF4-FFF2-40B4-BE49-F238E27FC236}">
                    <a16:creationId xmlns:a16="http://schemas.microsoft.com/office/drawing/2014/main" id="{11CC3F17-3958-C397-01DE-ECCB092F45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599" name="Rectangle 95">
                <a:extLst>
                  <a:ext uri="{FF2B5EF4-FFF2-40B4-BE49-F238E27FC236}">
                    <a16:creationId xmlns:a16="http://schemas.microsoft.com/office/drawing/2014/main" id="{0848F54B-DE06-743E-8C36-A8111DDCA9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0" name="Rectangle 96">
                <a:extLst>
                  <a:ext uri="{FF2B5EF4-FFF2-40B4-BE49-F238E27FC236}">
                    <a16:creationId xmlns:a16="http://schemas.microsoft.com/office/drawing/2014/main" id="{F5DD1061-79DB-2B9B-3E81-A84670ADAF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1" name="Rectangle 97">
                <a:extLst>
                  <a:ext uri="{FF2B5EF4-FFF2-40B4-BE49-F238E27FC236}">
                    <a16:creationId xmlns:a16="http://schemas.microsoft.com/office/drawing/2014/main" id="{584CDEC6-2E92-89C4-3F1A-5F19BE1ABE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2" name="Rectangle 98">
                <a:extLst>
                  <a:ext uri="{FF2B5EF4-FFF2-40B4-BE49-F238E27FC236}">
                    <a16:creationId xmlns:a16="http://schemas.microsoft.com/office/drawing/2014/main" id="{822E1765-7DAA-7F96-FD1F-0104C01449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3" name="Rectangle 99">
                <a:extLst>
                  <a:ext uri="{FF2B5EF4-FFF2-40B4-BE49-F238E27FC236}">
                    <a16:creationId xmlns:a16="http://schemas.microsoft.com/office/drawing/2014/main" id="{4CE9036D-7BE5-541E-5552-9DBD821A7C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4" name="Rectangle 100">
                <a:extLst>
                  <a:ext uri="{FF2B5EF4-FFF2-40B4-BE49-F238E27FC236}">
                    <a16:creationId xmlns:a16="http://schemas.microsoft.com/office/drawing/2014/main" id="{54D9F26C-4A4C-76C1-2B18-773856DEFB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5" name="Rectangle 101">
                <a:extLst>
                  <a:ext uri="{FF2B5EF4-FFF2-40B4-BE49-F238E27FC236}">
                    <a16:creationId xmlns:a16="http://schemas.microsoft.com/office/drawing/2014/main" id="{C94C0DF0-A7F9-7668-CF1D-5074242B2B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6" name="Rectangle 102">
                <a:extLst>
                  <a:ext uri="{FF2B5EF4-FFF2-40B4-BE49-F238E27FC236}">
                    <a16:creationId xmlns:a16="http://schemas.microsoft.com/office/drawing/2014/main" id="{023DB4C3-1BBB-F4EE-2801-9BB1FE66E1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7" name="Rectangle 103">
                <a:extLst>
                  <a:ext uri="{FF2B5EF4-FFF2-40B4-BE49-F238E27FC236}">
                    <a16:creationId xmlns:a16="http://schemas.microsoft.com/office/drawing/2014/main" id="{76B2FCA5-C4E2-77A8-D8F3-DDEDD24A37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8" name="Rectangle 104">
                <a:extLst>
                  <a:ext uri="{FF2B5EF4-FFF2-40B4-BE49-F238E27FC236}">
                    <a16:creationId xmlns:a16="http://schemas.microsoft.com/office/drawing/2014/main" id="{583AC860-6616-5B85-7811-B0BB479AF4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09" name="Rectangle 105">
                <a:extLst>
                  <a:ext uri="{FF2B5EF4-FFF2-40B4-BE49-F238E27FC236}">
                    <a16:creationId xmlns:a16="http://schemas.microsoft.com/office/drawing/2014/main" id="{E3C3FB5C-18DA-F53E-0B23-F05AA40D87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0" name="Rectangle 106">
                <a:extLst>
                  <a:ext uri="{FF2B5EF4-FFF2-40B4-BE49-F238E27FC236}">
                    <a16:creationId xmlns:a16="http://schemas.microsoft.com/office/drawing/2014/main" id="{F2438106-29BC-6777-4D64-26E55B9C1E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1" name="Rectangle 107">
                <a:extLst>
                  <a:ext uri="{FF2B5EF4-FFF2-40B4-BE49-F238E27FC236}">
                    <a16:creationId xmlns:a16="http://schemas.microsoft.com/office/drawing/2014/main" id="{86AD02F5-FC43-8B5D-19FF-741C93CB3B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2" name="Rectangle 108">
                <a:extLst>
                  <a:ext uri="{FF2B5EF4-FFF2-40B4-BE49-F238E27FC236}">
                    <a16:creationId xmlns:a16="http://schemas.microsoft.com/office/drawing/2014/main" id="{5C85E625-FE24-576B-306B-489A588F4D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3" name="Rectangle 109">
                <a:extLst>
                  <a:ext uri="{FF2B5EF4-FFF2-40B4-BE49-F238E27FC236}">
                    <a16:creationId xmlns:a16="http://schemas.microsoft.com/office/drawing/2014/main" id="{E528924A-C692-C17A-714F-94219B071DA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4" name="Rectangle 110">
                <a:extLst>
                  <a:ext uri="{FF2B5EF4-FFF2-40B4-BE49-F238E27FC236}">
                    <a16:creationId xmlns:a16="http://schemas.microsoft.com/office/drawing/2014/main" id="{8EEDF8EB-BF7E-A860-C8CE-CED681F12E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5" name="Rectangle 111">
                <a:extLst>
                  <a:ext uri="{FF2B5EF4-FFF2-40B4-BE49-F238E27FC236}">
                    <a16:creationId xmlns:a16="http://schemas.microsoft.com/office/drawing/2014/main" id="{F1B39BFC-CBEE-67E5-45AA-923A94354A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6" name="Rectangle 112">
                <a:extLst>
                  <a:ext uri="{FF2B5EF4-FFF2-40B4-BE49-F238E27FC236}">
                    <a16:creationId xmlns:a16="http://schemas.microsoft.com/office/drawing/2014/main" id="{072F8391-1BF2-79F0-43AE-B650202537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7" name="Rectangle 113">
                <a:extLst>
                  <a:ext uri="{FF2B5EF4-FFF2-40B4-BE49-F238E27FC236}">
                    <a16:creationId xmlns:a16="http://schemas.microsoft.com/office/drawing/2014/main" id="{833BE266-6A5C-FEA1-CD6F-504761C9E1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8" name="Rectangle 114">
                <a:extLst>
                  <a:ext uri="{FF2B5EF4-FFF2-40B4-BE49-F238E27FC236}">
                    <a16:creationId xmlns:a16="http://schemas.microsoft.com/office/drawing/2014/main" id="{08DB8697-9455-FDF5-878B-7E157564EE8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19" name="Rectangle 115">
                <a:extLst>
                  <a:ext uri="{FF2B5EF4-FFF2-40B4-BE49-F238E27FC236}">
                    <a16:creationId xmlns:a16="http://schemas.microsoft.com/office/drawing/2014/main" id="{CBA0D26F-4F8F-D9BF-2243-04924F8346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0" name="Rectangle 116">
                <a:extLst>
                  <a:ext uri="{FF2B5EF4-FFF2-40B4-BE49-F238E27FC236}">
                    <a16:creationId xmlns:a16="http://schemas.microsoft.com/office/drawing/2014/main" id="{B486FA4E-C278-8D08-B25D-70076C08A2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1" name="Rectangle 117">
                <a:extLst>
                  <a:ext uri="{FF2B5EF4-FFF2-40B4-BE49-F238E27FC236}">
                    <a16:creationId xmlns:a16="http://schemas.microsoft.com/office/drawing/2014/main" id="{D7022818-1C2E-528B-FA9D-F6805D82B4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2" name="Rectangle 118">
                <a:extLst>
                  <a:ext uri="{FF2B5EF4-FFF2-40B4-BE49-F238E27FC236}">
                    <a16:creationId xmlns:a16="http://schemas.microsoft.com/office/drawing/2014/main" id="{DA0B644E-F0D0-246D-E554-3BCB1E950B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3" name="Rectangle 119">
                <a:extLst>
                  <a:ext uri="{FF2B5EF4-FFF2-40B4-BE49-F238E27FC236}">
                    <a16:creationId xmlns:a16="http://schemas.microsoft.com/office/drawing/2014/main" id="{911B5134-E8FB-C6D0-632E-326324E16A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4" name="Rectangle 120">
                <a:extLst>
                  <a:ext uri="{FF2B5EF4-FFF2-40B4-BE49-F238E27FC236}">
                    <a16:creationId xmlns:a16="http://schemas.microsoft.com/office/drawing/2014/main" id="{5425983A-A38A-8920-3323-303DBDFA75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5" name="Rectangle 121">
                <a:extLst>
                  <a:ext uri="{FF2B5EF4-FFF2-40B4-BE49-F238E27FC236}">
                    <a16:creationId xmlns:a16="http://schemas.microsoft.com/office/drawing/2014/main" id="{1BBBC916-C67F-92FB-0BA6-86BA2F7178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6" name="Rectangle 122">
                <a:extLst>
                  <a:ext uri="{FF2B5EF4-FFF2-40B4-BE49-F238E27FC236}">
                    <a16:creationId xmlns:a16="http://schemas.microsoft.com/office/drawing/2014/main" id="{4CBF3812-14F8-6287-5B6C-DF10FA0644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7" name="Rectangle 123">
                <a:extLst>
                  <a:ext uri="{FF2B5EF4-FFF2-40B4-BE49-F238E27FC236}">
                    <a16:creationId xmlns:a16="http://schemas.microsoft.com/office/drawing/2014/main" id="{ACFA7EDF-DCCF-75FF-B25E-AECEEE132F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8" name="Rectangle 124">
                <a:extLst>
                  <a:ext uri="{FF2B5EF4-FFF2-40B4-BE49-F238E27FC236}">
                    <a16:creationId xmlns:a16="http://schemas.microsoft.com/office/drawing/2014/main" id="{EFC419EB-939E-5ED8-050F-7011C142A1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29" name="Rectangle 125">
                <a:extLst>
                  <a:ext uri="{FF2B5EF4-FFF2-40B4-BE49-F238E27FC236}">
                    <a16:creationId xmlns:a16="http://schemas.microsoft.com/office/drawing/2014/main" id="{C3D790CE-B9A7-7842-5AF2-8FF4C32E51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0" name="Rectangle 126">
                <a:extLst>
                  <a:ext uri="{FF2B5EF4-FFF2-40B4-BE49-F238E27FC236}">
                    <a16:creationId xmlns:a16="http://schemas.microsoft.com/office/drawing/2014/main" id="{0151A3D6-58AC-F811-1269-ED15C5A4CF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1" name="Rectangle 127">
                <a:extLst>
                  <a:ext uri="{FF2B5EF4-FFF2-40B4-BE49-F238E27FC236}">
                    <a16:creationId xmlns:a16="http://schemas.microsoft.com/office/drawing/2014/main" id="{EEE5D096-F336-A2FA-64CD-1C840F74E66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2" name="Rectangle 128">
                <a:extLst>
                  <a:ext uri="{FF2B5EF4-FFF2-40B4-BE49-F238E27FC236}">
                    <a16:creationId xmlns:a16="http://schemas.microsoft.com/office/drawing/2014/main" id="{A1152892-4CB9-3E39-5184-7FE19D81F2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3" name="Rectangle 129">
                <a:extLst>
                  <a:ext uri="{FF2B5EF4-FFF2-40B4-BE49-F238E27FC236}">
                    <a16:creationId xmlns:a16="http://schemas.microsoft.com/office/drawing/2014/main" id="{2048C29A-C51E-AF6F-D6F4-29D4E406D3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4" name="Rectangle 130">
                <a:extLst>
                  <a:ext uri="{FF2B5EF4-FFF2-40B4-BE49-F238E27FC236}">
                    <a16:creationId xmlns:a16="http://schemas.microsoft.com/office/drawing/2014/main" id="{26478B42-37D7-7CA2-0D3D-4ED9B64C033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5" name="Rectangle 131">
                <a:extLst>
                  <a:ext uri="{FF2B5EF4-FFF2-40B4-BE49-F238E27FC236}">
                    <a16:creationId xmlns:a16="http://schemas.microsoft.com/office/drawing/2014/main" id="{21BC3C7E-6CA0-0C81-5811-5A7A94634FD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6" name="Rectangle 132">
                <a:extLst>
                  <a:ext uri="{FF2B5EF4-FFF2-40B4-BE49-F238E27FC236}">
                    <a16:creationId xmlns:a16="http://schemas.microsoft.com/office/drawing/2014/main" id="{0A1C13A6-A425-0AA5-02BE-9A209A6D4C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7" name="Rectangle 133">
                <a:extLst>
                  <a:ext uri="{FF2B5EF4-FFF2-40B4-BE49-F238E27FC236}">
                    <a16:creationId xmlns:a16="http://schemas.microsoft.com/office/drawing/2014/main" id="{3952042C-2309-15DF-A9DD-B65A4E510E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8" name="Rectangle 134">
                <a:extLst>
                  <a:ext uri="{FF2B5EF4-FFF2-40B4-BE49-F238E27FC236}">
                    <a16:creationId xmlns:a16="http://schemas.microsoft.com/office/drawing/2014/main" id="{2221075D-37C8-A8D0-537D-9836640DA7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39" name="Rectangle 135">
                <a:extLst>
                  <a:ext uri="{FF2B5EF4-FFF2-40B4-BE49-F238E27FC236}">
                    <a16:creationId xmlns:a16="http://schemas.microsoft.com/office/drawing/2014/main" id="{25606E0B-A801-6238-865A-855BD1CC38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40" name="Rectangle 136">
                <a:extLst>
                  <a:ext uri="{FF2B5EF4-FFF2-40B4-BE49-F238E27FC236}">
                    <a16:creationId xmlns:a16="http://schemas.microsoft.com/office/drawing/2014/main" id="{4C541C77-E6DF-F1EC-3880-2E48BC81E8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41" name="Rectangle 137">
                <a:extLst>
                  <a:ext uri="{FF2B5EF4-FFF2-40B4-BE49-F238E27FC236}">
                    <a16:creationId xmlns:a16="http://schemas.microsoft.com/office/drawing/2014/main" id="{45FCB4CA-8A43-8F80-EB84-9FFFE31B87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42" name="Freeform 138">
                <a:extLst>
                  <a:ext uri="{FF2B5EF4-FFF2-40B4-BE49-F238E27FC236}">
                    <a16:creationId xmlns:a16="http://schemas.microsoft.com/office/drawing/2014/main" id="{B0E1E1EA-8232-A81B-10D2-27F6C3128967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3" name="Freeform 139">
                <a:extLst>
                  <a:ext uri="{FF2B5EF4-FFF2-40B4-BE49-F238E27FC236}">
                    <a16:creationId xmlns:a16="http://schemas.microsoft.com/office/drawing/2014/main" id="{CD25AB9C-7A24-7887-DB46-F6E03824478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4" name="Freeform 140">
                <a:extLst>
                  <a:ext uri="{FF2B5EF4-FFF2-40B4-BE49-F238E27FC236}">
                    <a16:creationId xmlns:a16="http://schemas.microsoft.com/office/drawing/2014/main" id="{1FB4FC12-F353-F386-92CC-E45C4BC745E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5" name="Freeform 141">
                <a:extLst>
                  <a:ext uri="{FF2B5EF4-FFF2-40B4-BE49-F238E27FC236}">
                    <a16:creationId xmlns:a16="http://schemas.microsoft.com/office/drawing/2014/main" id="{FDB0117A-0DF7-60E9-F34A-7CC91CFE113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6" name="Freeform 142">
                <a:extLst>
                  <a:ext uri="{FF2B5EF4-FFF2-40B4-BE49-F238E27FC236}">
                    <a16:creationId xmlns:a16="http://schemas.microsoft.com/office/drawing/2014/main" id="{481B25D5-0191-D565-CBD2-F3495C285F8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7" name="Freeform 143">
                <a:extLst>
                  <a:ext uri="{FF2B5EF4-FFF2-40B4-BE49-F238E27FC236}">
                    <a16:creationId xmlns:a16="http://schemas.microsoft.com/office/drawing/2014/main" id="{8C071A1C-6E4A-A611-6DA7-F586B554291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8" name="Freeform 144">
                <a:extLst>
                  <a:ext uri="{FF2B5EF4-FFF2-40B4-BE49-F238E27FC236}">
                    <a16:creationId xmlns:a16="http://schemas.microsoft.com/office/drawing/2014/main" id="{52919EC9-DB38-BA85-B1D0-0A085AB312A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49" name="Freeform 145">
                <a:extLst>
                  <a:ext uri="{FF2B5EF4-FFF2-40B4-BE49-F238E27FC236}">
                    <a16:creationId xmlns:a16="http://schemas.microsoft.com/office/drawing/2014/main" id="{E3753461-FDC1-F949-0A06-161050351C0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50" name="Freeform 146">
                <a:extLst>
                  <a:ext uri="{FF2B5EF4-FFF2-40B4-BE49-F238E27FC236}">
                    <a16:creationId xmlns:a16="http://schemas.microsoft.com/office/drawing/2014/main" id="{06DE6566-9C5D-7CD7-76E7-637EFE4DBC7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51" name="Rectangle 147">
                <a:extLst>
                  <a:ext uri="{FF2B5EF4-FFF2-40B4-BE49-F238E27FC236}">
                    <a16:creationId xmlns:a16="http://schemas.microsoft.com/office/drawing/2014/main" id="{A177129C-A6D3-FABD-15EE-D8A6353B05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52" name="Rectangle 148">
                <a:extLst>
                  <a:ext uri="{FF2B5EF4-FFF2-40B4-BE49-F238E27FC236}">
                    <a16:creationId xmlns:a16="http://schemas.microsoft.com/office/drawing/2014/main" id="{C233CCF6-E15A-2530-523F-23694AEAB6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1653" name="Freeform 149">
                <a:extLst>
                  <a:ext uri="{FF2B5EF4-FFF2-40B4-BE49-F238E27FC236}">
                    <a16:creationId xmlns:a16="http://schemas.microsoft.com/office/drawing/2014/main" id="{FF2537F9-79B4-DC04-93AA-77874DD2DE9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54" name="Freeform 150">
                <a:extLst>
                  <a:ext uri="{FF2B5EF4-FFF2-40B4-BE49-F238E27FC236}">
                    <a16:creationId xmlns:a16="http://schemas.microsoft.com/office/drawing/2014/main" id="{C57C02A7-7D73-0F3A-0E4A-EF6D9D478AB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55" name="Freeform 151">
                <a:extLst>
                  <a:ext uri="{FF2B5EF4-FFF2-40B4-BE49-F238E27FC236}">
                    <a16:creationId xmlns:a16="http://schemas.microsoft.com/office/drawing/2014/main" id="{835AB9D4-C855-4F1F-E513-2B4CC17AB86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1656" name="Oval 152">
                <a:extLst>
                  <a:ext uri="{FF2B5EF4-FFF2-40B4-BE49-F238E27FC236}">
                    <a16:creationId xmlns:a16="http://schemas.microsoft.com/office/drawing/2014/main" id="{F0D36180-F9A7-0CE8-8F43-B77501B51D5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1657" name="Rectangle 153">
            <a:extLst>
              <a:ext uri="{FF2B5EF4-FFF2-40B4-BE49-F238E27FC236}">
                <a16:creationId xmlns:a16="http://schemas.microsoft.com/office/drawing/2014/main" id="{4F45EB94-671E-1AF0-4011-13BDB7642137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21658" name="Rectangle 154">
            <a:extLst>
              <a:ext uri="{FF2B5EF4-FFF2-40B4-BE49-F238E27FC236}">
                <a16:creationId xmlns:a16="http://schemas.microsoft.com/office/drawing/2014/main" id="{98BD12EB-183A-7A58-BF61-D62440ED6BA5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21659" name="Rectangle 155">
            <a:extLst>
              <a:ext uri="{FF2B5EF4-FFF2-40B4-BE49-F238E27FC236}">
                <a16:creationId xmlns:a16="http://schemas.microsoft.com/office/drawing/2014/main" id="{C6E4CE5E-6229-E870-FF7E-98F08864F898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21660" name="Rectangle 156">
            <a:extLst>
              <a:ext uri="{FF2B5EF4-FFF2-40B4-BE49-F238E27FC236}">
                <a16:creationId xmlns:a16="http://schemas.microsoft.com/office/drawing/2014/main" id="{79D6D02D-3417-9856-C4E5-7FC8AB7A878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 altLang="pt-BR"/>
          </a:p>
        </p:txBody>
      </p:sp>
      <p:sp>
        <p:nvSpPr>
          <p:cNvPr id="21661" name="Rectangle 157">
            <a:extLst>
              <a:ext uri="{FF2B5EF4-FFF2-40B4-BE49-F238E27FC236}">
                <a16:creationId xmlns:a16="http://schemas.microsoft.com/office/drawing/2014/main" id="{563526C8-F877-2C7C-D0B1-1FC17975BA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CC4D8583-6BAF-48F6-9FC0-6E0EA36CA25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4BC1C-D17A-CC97-AF28-37124A6D8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8859C88-6AB6-ABEB-BB1E-50B02E198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483690-3757-BEFB-652F-FA80C1195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9E829-5D77-EDB7-5490-9FE75A58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B0C95F-4737-BFF5-7F2C-9F34F9D92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805517-09C5-4D16-8198-D4A61435D3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9411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6DCCE-4035-C7E0-7315-AAFC8DA9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4BA96C-736D-12F5-EBCF-F55DAFDF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7CC92-F492-E8EC-E81A-313B75EB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BD95D4-A995-BD27-5BF6-3B42C0329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658F87-CF54-F273-432A-03CAE8FDB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9FC1AD-B7B7-4802-BD87-A2F8277607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186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1DC2D-54F2-FE88-DF09-F98FDFB3D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013BE8-298A-1CC5-D221-503D6BCAB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716759E-D604-5792-81EC-D54EA3258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01B1C5-B2B8-1E9D-4126-C3185AC4F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AF7125-E62E-CA44-F651-266E5635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55AC8D-0E1D-FDD5-BED8-A4AD7675E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009849-EABD-4EE4-B7A3-B45771E3CF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486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E0185-7086-84C7-4942-61AED926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CAB2CA-8DBA-031F-3263-F94E30C2A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529613-1B4A-0E6E-A5A8-AB16744BEC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DC2EFB4-D917-0B1F-70BC-CE9488DBF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BE5200-6B91-9340-E380-B567460B0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3F51E0-C716-D9DA-C74E-A1E7AEA5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8EA0C88-869D-29D6-53FF-80F4CDD2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5727AA-C530-3164-949B-92B39AEDA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E1E8C-E6F2-4858-94D4-2A1A4CAAFA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7276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9D983-2736-E7E6-F450-CEB36FA6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7BCBA1-0D3A-F83A-6050-A967A1E8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87D483-080A-10BA-9538-2DDF46C8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67BEEC-3142-325E-42D5-45C6B8B0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2B23A-B66D-4FC1-A32E-E4E6B52777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77229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C97A8D1-801C-F1C6-1D2A-E15E2B50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E7A48A9-ACC7-1546-3F60-D3CC4BA0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D8AF2B-046D-28E8-01C7-350B8F1F6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23251D-6F8F-4AE0-98E6-D18759C9F1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657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2039A-4CE3-0F8F-75DE-BBD766F6E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B6BBC2-4E25-2311-546A-022DDB9F2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145689-2871-3FA3-4C5B-493C4981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1544AC-05B5-752D-B792-1286D24A2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AE27FB-3896-D106-0692-6E386262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F9CDD6-C95E-2ECB-C911-62A0AAE9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84716-8B49-45E4-B917-1AD300BB84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5561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5A764-909D-B214-D75A-2F5E4FBFD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11EC5C-2403-A385-246E-EE2817F47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D914E6-1298-D9BF-3F85-D62E80CFE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C0D207-8240-9BA1-BE8B-3A797396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08433-7B7B-6BC8-1EA6-24E186DE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99D063-EC64-C9F1-1F15-B72316B2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60DF43-ECAF-4A8B-91B2-E9FA8541346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EE90D-B116-CCC0-8C40-ED1AEB68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CC06926-2D5D-9870-718D-135C151A4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8AA44-645D-D56C-9F60-247F5D88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81322A-27C8-A700-6C7D-BF36D0CCC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F077BB-FE9B-D449-889F-58C52E46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99AF6-1EA8-4A95-8C08-D0E08094EB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043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7022F3-BEBB-803F-375E-C30C91617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CE3B6F-09CB-345E-1633-F511F6D53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DBB6CD-FE98-50B8-9EB7-A7E391B5D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259865-0812-2421-E58C-32A10C1F4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9DECEC-AC43-E153-10BE-ACDDD8B2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17860-468E-4C2B-A2A7-70BB85FEC7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853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90980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>
            <a:extLst>
              <a:ext uri="{FF2B5EF4-FFF2-40B4-BE49-F238E27FC236}">
                <a16:creationId xmlns:a16="http://schemas.microsoft.com/office/drawing/2014/main" id="{D81A3F42-EBFA-530A-4280-BDD5AC59165E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20483" name="Group 3">
              <a:extLst>
                <a:ext uri="{FF2B5EF4-FFF2-40B4-BE49-F238E27FC236}">
                  <a16:creationId xmlns:a16="http://schemas.microsoft.com/office/drawing/2014/main" id="{BFFB8C91-750B-0A93-1E90-75C742F64FA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20484" name="Freeform 4">
                <a:extLst>
                  <a:ext uri="{FF2B5EF4-FFF2-40B4-BE49-F238E27FC236}">
                    <a16:creationId xmlns:a16="http://schemas.microsoft.com/office/drawing/2014/main" id="{787A0228-72CD-0F1E-4696-7AEB483C8D4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5" name="Freeform 5">
                <a:extLst>
                  <a:ext uri="{FF2B5EF4-FFF2-40B4-BE49-F238E27FC236}">
                    <a16:creationId xmlns:a16="http://schemas.microsoft.com/office/drawing/2014/main" id="{DF5BD4FC-C3E8-7358-0AD0-42726E0646C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6" name="Freeform 6">
                <a:extLst>
                  <a:ext uri="{FF2B5EF4-FFF2-40B4-BE49-F238E27FC236}">
                    <a16:creationId xmlns:a16="http://schemas.microsoft.com/office/drawing/2014/main" id="{B7B55D62-6045-F7F6-0351-31C829B9866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7" name="Freeform 7">
                <a:extLst>
                  <a:ext uri="{FF2B5EF4-FFF2-40B4-BE49-F238E27FC236}">
                    <a16:creationId xmlns:a16="http://schemas.microsoft.com/office/drawing/2014/main" id="{91434466-1FDF-15FB-682F-D784516653A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8" name="Freeform 8">
                <a:extLst>
                  <a:ext uri="{FF2B5EF4-FFF2-40B4-BE49-F238E27FC236}">
                    <a16:creationId xmlns:a16="http://schemas.microsoft.com/office/drawing/2014/main" id="{E1582F8D-3D3C-381D-05C2-14546C513D6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89" name="Freeform 9">
                <a:extLst>
                  <a:ext uri="{FF2B5EF4-FFF2-40B4-BE49-F238E27FC236}">
                    <a16:creationId xmlns:a16="http://schemas.microsoft.com/office/drawing/2014/main" id="{BF47804F-C691-956B-CD10-FDE8AF09A31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0" name="Freeform 10">
                <a:extLst>
                  <a:ext uri="{FF2B5EF4-FFF2-40B4-BE49-F238E27FC236}">
                    <a16:creationId xmlns:a16="http://schemas.microsoft.com/office/drawing/2014/main" id="{C718B20A-C6F4-6312-BBAC-302D204BBC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1" name="Freeform 11">
                <a:extLst>
                  <a:ext uri="{FF2B5EF4-FFF2-40B4-BE49-F238E27FC236}">
                    <a16:creationId xmlns:a16="http://schemas.microsoft.com/office/drawing/2014/main" id="{CD4489B3-4E80-E7ED-7333-71D232B7ED1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2" name="Freeform 12">
                <a:extLst>
                  <a:ext uri="{FF2B5EF4-FFF2-40B4-BE49-F238E27FC236}">
                    <a16:creationId xmlns:a16="http://schemas.microsoft.com/office/drawing/2014/main" id="{D5CE05D9-F172-6D5E-BA65-7B5DDDF50CC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3" name="Freeform 13">
                <a:extLst>
                  <a:ext uri="{FF2B5EF4-FFF2-40B4-BE49-F238E27FC236}">
                    <a16:creationId xmlns:a16="http://schemas.microsoft.com/office/drawing/2014/main" id="{03269626-63C6-969E-E7DD-E654459A07D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4" name="Freeform 14">
                <a:extLst>
                  <a:ext uri="{FF2B5EF4-FFF2-40B4-BE49-F238E27FC236}">
                    <a16:creationId xmlns:a16="http://schemas.microsoft.com/office/drawing/2014/main" id="{E954D903-861E-A941-F3B3-7E27220E17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5" name="Freeform 15">
                <a:extLst>
                  <a:ext uri="{FF2B5EF4-FFF2-40B4-BE49-F238E27FC236}">
                    <a16:creationId xmlns:a16="http://schemas.microsoft.com/office/drawing/2014/main" id="{9B4D978E-C4A5-30D2-9361-93CF941D171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496" name="Freeform 16">
                <a:extLst>
                  <a:ext uri="{FF2B5EF4-FFF2-40B4-BE49-F238E27FC236}">
                    <a16:creationId xmlns:a16="http://schemas.microsoft.com/office/drawing/2014/main" id="{5820ED61-E66D-90B0-B75F-3CD555BB5E4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chemeClr val="bg2"/>
                        </a:gs>
                        <a:gs pos="100000">
                          <a:schemeClr val="bg1"/>
                        </a:gs>
                      </a:gsLst>
                      <a:lin ang="189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20497" name="Group 17">
              <a:extLst>
                <a:ext uri="{FF2B5EF4-FFF2-40B4-BE49-F238E27FC236}">
                  <a16:creationId xmlns:a16="http://schemas.microsoft.com/office/drawing/2014/main" id="{E2C75C8E-5296-F173-380C-F99E3579F881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20498" name="Rectangle 18">
                <a:extLst>
                  <a:ext uri="{FF2B5EF4-FFF2-40B4-BE49-F238E27FC236}">
                    <a16:creationId xmlns:a16="http://schemas.microsoft.com/office/drawing/2014/main" id="{764DBBCC-715B-CBAE-1DAB-F3CB45A3A40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2" y="388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499" name="Rectangle 19">
                <a:extLst>
                  <a:ext uri="{FF2B5EF4-FFF2-40B4-BE49-F238E27FC236}">
                    <a16:creationId xmlns:a16="http://schemas.microsoft.com/office/drawing/2014/main" id="{60B6F2B0-62EE-138B-FE49-124D42FD59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0" name="Rectangle 20">
                <a:extLst>
                  <a:ext uri="{FF2B5EF4-FFF2-40B4-BE49-F238E27FC236}">
                    <a16:creationId xmlns:a16="http://schemas.microsoft.com/office/drawing/2014/main" id="{DB6D3E9F-422B-65EE-AA1C-88764DD194C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" y="387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1" name="Rectangle 21">
                <a:extLst>
                  <a:ext uri="{FF2B5EF4-FFF2-40B4-BE49-F238E27FC236}">
                    <a16:creationId xmlns:a16="http://schemas.microsoft.com/office/drawing/2014/main" id="{3ECA6025-7015-A6F0-1BCE-C69FD64C10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2" name="Rectangle 22">
                <a:extLst>
                  <a:ext uri="{FF2B5EF4-FFF2-40B4-BE49-F238E27FC236}">
                    <a16:creationId xmlns:a16="http://schemas.microsoft.com/office/drawing/2014/main" id="{1FA89DA2-24AD-92F4-154F-FBD6EA434A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2" y="388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3" name="Rectangle 23">
                <a:extLst>
                  <a:ext uri="{FF2B5EF4-FFF2-40B4-BE49-F238E27FC236}">
                    <a16:creationId xmlns:a16="http://schemas.microsoft.com/office/drawing/2014/main" id="{34AA76CE-153A-170E-D2AB-938421B24C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2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4" name="Rectangle 24">
                <a:extLst>
                  <a:ext uri="{FF2B5EF4-FFF2-40B4-BE49-F238E27FC236}">
                    <a16:creationId xmlns:a16="http://schemas.microsoft.com/office/drawing/2014/main" id="{F294CB22-6566-24A2-6D90-F54D0FAE44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5" name="Rectangle 25">
                <a:extLst>
                  <a:ext uri="{FF2B5EF4-FFF2-40B4-BE49-F238E27FC236}">
                    <a16:creationId xmlns:a16="http://schemas.microsoft.com/office/drawing/2014/main" id="{600619AE-9AFE-C565-2259-194BDB948C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6" name="Rectangle 26">
                <a:extLst>
                  <a:ext uri="{FF2B5EF4-FFF2-40B4-BE49-F238E27FC236}">
                    <a16:creationId xmlns:a16="http://schemas.microsoft.com/office/drawing/2014/main" id="{A556EC75-668A-EB1D-3EC0-F5A66D9F7C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2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7" name="Rectangle 27">
                <a:extLst>
                  <a:ext uri="{FF2B5EF4-FFF2-40B4-BE49-F238E27FC236}">
                    <a16:creationId xmlns:a16="http://schemas.microsoft.com/office/drawing/2014/main" id="{3551EF31-5D14-405F-CDA1-70B5DE3BA9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2" y="387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8" name="Rectangle 28">
                <a:extLst>
                  <a:ext uri="{FF2B5EF4-FFF2-40B4-BE49-F238E27FC236}">
                    <a16:creationId xmlns:a16="http://schemas.microsoft.com/office/drawing/2014/main" id="{95C523B0-01DE-C28D-F2FB-0288D1C9B2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0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09" name="Rectangle 29">
                <a:extLst>
                  <a:ext uri="{FF2B5EF4-FFF2-40B4-BE49-F238E27FC236}">
                    <a16:creationId xmlns:a16="http://schemas.microsoft.com/office/drawing/2014/main" id="{147D1DDE-1F90-2BCF-1A4A-5795D49685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6" y="382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0" name="Rectangle 30">
                <a:extLst>
                  <a:ext uri="{FF2B5EF4-FFF2-40B4-BE49-F238E27FC236}">
                    <a16:creationId xmlns:a16="http://schemas.microsoft.com/office/drawing/2014/main" id="{A2C3C206-E545-54DF-682B-F86BC0EB086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1" name="Rectangle 31">
                <a:extLst>
                  <a:ext uri="{FF2B5EF4-FFF2-40B4-BE49-F238E27FC236}">
                    <a16:creationId xmlns:a16="http://schemas.microsoft.com/office/drawing/2014/main" id="{EC4E5C5C-F370-33CB-D615-515CB0E4F9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2" name="Rectangle 32">
                <a:extLst>
                  <a:ext uri="{FF2B5EF4-FFF2-40B4-BE49-F238E27FC236}">
                    <a16:creationId xmlns:a16="http://schemas.microsoft.com/office/drawing/2014/main" id="{096880F9-DAE7-5FEB-71CC-30DF539DBD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6" y="385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3" name="Rectangle 33">
                <a:extLst>
                  <a:ext uri="{FF2B5EF4-FFF2-40B4-BE49-F238E27FC236}">
                    <a16:creationId xmlns:a16="http://schemas.microsoft.com/office/drawing/2014/main" id="{012A8D9E-3D15-8C94-9D26-F060585555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4" name="Rectangle 34">
                <a:extLst>
                  <a:ext uri="{FF2B5EF4-FFF2-40B4-BE49-F238E27FC236}">
                    <a16:creationId xmlns:a16="http://schemas.microsoft.com/office/drawing/2014/main" id="{DE51702F-1752-A369-1BB0-21642331CC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5" name="Rectangle 35">
                <a:extLst>
                  <a:ext uri="{FF2B5EF4-FFF2-40B4-BE49-F238E27FC236}">
                    <a16:creationId xmlns:a16="http://schemas.microsoft.com/office/drawing/2014/main" id="{BEA5DF0A-FADD-89BC-CBB1-0AD146594FC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5" y="3791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6" name="Rectangle 36">
                <a:extLst>
                  <a:ext uri="{FF2B5EF4-FFF2-40B4-BE49-F238E27FC236}">
                    <a16:creationId xmlns:a16="http://schemas.microsoft.com/office/drawing/2014/main" id="{FAD5D2A2-9178-DA24-6BE7-4CC3770CD5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7" name="Rectangle 37">
                <a:extLst>
                  <a:ext uri="{FF2B5EF4-FFF2-40B4-BE49-F238E27FC236}">
                    <a16:creationId xmlns:a16="http://schemas.microsoft.com/office/drawing/2014/main" id="{3EE4C5A4-D433-F35E-CDD1-CACB7EE1CA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99" y="3683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8" name="Rectangle 38">
                <a:extLst>
                  <a:ext uri="{FF2B5EF4-FFF2-40B4-BE49-F238E27FC236}">
                    <a16:creationId xmlns:a16="http://schemas.microsoft.com/office/drawing/2014/main" id="{FE8B320F-343F-963C-84FD-BBFEB084F5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19" name="Rectangle 39">
                <a:extLst>
                  <a:ext uri="{FF2B5EF4-FFF2-40B4-BE49-F238E27FC236}">
                    <a16:creationId xmlns:a16="http://schemas.microsoft.com/office/drawing/2014/main" id="{379FBB66-157D-4D32-44F2-DE5F5E9F4F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5" y="37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0" name="Rectangle 40">
                <a:extLst>
                  <a:ext uri="{FF2B5EF4-FFF2-40B4-BE49-F238E27FC236}">
                    <a16:creationId xmlns:a16="http://schemas.microsoft.com/office/drawing/2014/main" id="{74CA8508-3C4A-9003-78C7-000C585547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1" name="Rectangle 41">
                <a:extLst>
                  <a:ext uri="{FF2B5EF4-FFF2-40B4-BE49-F238E27FC236}">
                    <a16:creationId xmlns:a16="http://schemas.microsoft.com/office/drawing/2014/main" id="{A487B04B-B536-6F24-76E0-0409402FD11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2" name="Rectangle 42">
                <a:extLst>
                  <a:ext uri="{FF2B5EF4-FFF2-40B4-BE49-F238E27FC236}">
                    <a16:creationId xmlns:a16="http://schemas.microsoft.com/office/drawing/2014/main" id="{94B9A3E4-7D26-F2E4-BDA0-201AD80BEC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3" name="Rectangle 43">
                <a:extLst>
                  <a:ext uri="{FF2B5EF4-FFF2-40B4-BE49-F238E27FC236}">
                    <a16:creationId xmlns:a16="http://schemas.microsoft.com/office/drawing/2014/main" id="{7616D0DE-F9A0-8AC8-4D24-12B78AC7EDA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4" name="Rectangle 44">
                <a:extLst>
                  <a:ext uri="{FF2B5EF4-FFF2-40B4-BE49-F238E27FC236}">
                    <a16:creationId xmlns:a16="http://schemas.microsoft.com/office/drawing/2014/main" id="{33506721-DBD1-DD00-726C-96EB201336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5" name="Rectangle 45">
                <a:extLst>
                  <a:ext uri="{FF2B5EF4-FFF2-40B4-BE49-F238E27FC236}">
                    <a16:creationId xmlns:a16="http://schemas.microsoft.com/office/drawing/2014/main" id="{148489D1-B9E6-4851-9591-F94FCFC1EE7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6" name="Rectangle 46">
                <a:extLst>
                  <a:ext uri="{FF2B5EF4-FFF2-40B4-BE49-F238E27FC236}">
                    <a16:creationId xmlns:a16="http://schemas.microsoft.com/office/drawing/2014/main" id="{0F5995E2-7628-95E5-17BE-15B1CDBC32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7" name="Rectangle 47">
                <a:extLst>
                  <a:ext uri="{FF2B5EF4-FFF2-40B4-BE49-F238E27FC236}">
                    <a16:creationId xmlns:a16="http://schemas.microsoft.com/office/drawing/2014/main" id="{19AB2444-71D3-A03C-9B73-2347812FD3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8" name="Rectangle 48">
                <a:extLst>
                  <a:ext uri="{FF2B5EF4-FFF2-40B4-BE49-F238E27FC236}">
                    <a16:creationId xmlns:a16="http://schemas.microsoft.com/office/drawing/2014/main" id="{D038D083-211C-FFD9-9CE7-DB7A6CDD80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29" name="Rectangle 49">
                <a:extLst>
                  <a:ext uri="{FF2B5EF4-FFF2-40B4-BE49-F238E27FC236}">
                    <a16:creationId xmlns:a16="http://schemas.microsoft.com/office/drawing/2014/main" id="{8C723C98-3FA8-ED46-1470-266103E40A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0" name="Rectangle 50">
                <a:extLst>
                  <a:ext uri="{FF2B5EF4-FFF2-40B4-BE49-F238E27FC236}">
                    <a16:creationId xmlns:a16="http://schemas.microsoft.com/office/drawing/2014/main" id="{E6807F99-DF82-2137-73AC-B8B91FC9A2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1" name="Rectangle 51">
                <a:extLst>
                  <a:ext uri="{FF2B5EF4-FFF2-40B4-BE49-F238E27FC236}">
                    <a16:creationId xmlns:a16="http://schemas.microsoft.com/office/drawing/2014/main" id="{05BEB074-D616-B4D8-B4BD-40A09F19F8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2" name="Rectangle 52">
                <a:extLst>
                  <a:ext uri="{FF2B5EF4-FFF2-40B4-BE49-F238E27FC236}">
                    <a16:creationId xmlns:a16="http://schemas.microsoft.com/office/drawing/2014/main" id="{7C1CA8F5-DB1E-6DF7-EE56-2387C0570A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3" name="Rectangle 53">
                <a:extLst>
                  <a:ext uri="{FF2B5EF4-FFF2-40B4-BE49-F238E27FC236}">
                    <a16:creationId xmlns:a16="http://schemas.microsoft.com/office/drawing/2014/main" id="{ECC5A957-CF72-8BCA-F4FB-0DF0F48FE4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4" name="Rectangle 54">
                <a:extLst>
                  <a:ext uri="{FF2B5EF4-FFF2-40B4-BE49-F238E27FC236}">
                    <a16:creationId xmlns:a16="http://schemas.microsoft.com/office/drawing/2014/main" id="{FF0FD4A6-42F7-F542-733D-DA1AD74A0AE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5" name="Rectangle 55">
                <a:extLst>
                  <a:ext uri="{FF2B5EF4-FFF2-40B4-BE49-F238E27FC236}">
                    <a16:creationId xmlns:a16="http://schemas.microsoft.com/office/drawing/2014/main" id="{5AFDF20B-23AA-C6A7-974B-5C7C6A1149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6" name="Rectangle 56">
                <a:extLst>
                  <a:ext uri="{FF2B5EF4-FFF2-40B4-BE49-F238E27FC236}">
                    <a16:creationId xmlns:a16="http://schemas.microsoft.com/office/drawing/2014/main" id="{1E0EA7C3-00A5-2DEF-C93A-4B3DD82344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7" name="Rectangle 57">
                <a:extLst>
                  <a:ext uri="{FF2B5EF4-FFF2-40B4-BE49-F238E27FC236}">
                    <a16:creationId xmlns:a16="http://schemas.microsoft.com/office/drawing/2014/main" id="{412E4D65-2C64-9201-04DB-5513319716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8" name="Rectangle 58">
                <a:extLst>
                  <a:ext uri="{FF2B5EF4-FFF2-40B4-BE49-F238E27FC236}">
                    <a16:creationId xmlns:a16="http://schemas.microsoft.com/office/drawing/2014/main" id="{CEEC2429-ECB9-2220-7782-68E07B7D24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9" name="Rectangle 59">
                <a:extLst>
                  <a:ext uri="{FF2B5EF4-FFF2-40B4-BE49-F238E27FC236}">
                    <a16:creationId xmlns:a16="http://schemas.microsoft.com/office/drawing/2014/main" id="{40429877-266B-46AF-2E31-1883F9E792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0" name="Rectangle 60">
                <a:extLst>
                  <a:ext uri="{FF2B5EF4-FFF2-40B4-BE49-F238E27FC236}">
                    <a16:creationId xmlns:a16="http://schemas.microsoft.com/office/drawing/2014/main" id="{895E8EE3-12CB-34FD-521D-8744AF12D3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1" name="Rectangle 61">
                <a:extLst>
                  <a:ext uri="{FF2B5EF4-FFF2-40B4-BE49-F238E27FC236}">
                    <a16:creationId xmlns:a16="http://schemas.microsoft.com/office/drawing/2014/main" id="{4496FC6B-8128-9AF4-26A2-A92FB2C396F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2" name="Rectangle 62">
                <a:extLst>
                  <a:ext uri="{FF2B5EF4-FFF2-40B4-BE49-F238E27FC236}">
                    <a16:creationId xmlns:a16="http://schemas.microsoft.com/office/drawing/2014/main" id="{77D6335B-12FF-156C-F06F-63FC831E2B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3" name="Rectangle 63">
                <a:extLst>
                  <a:ext uri="{FF2B5EF4-FFF2-40B4-BE49-F238E27FC236}">
                    <a16:creationId xmlns:a16="http://schemas.microsoft.com/office/drawing/2014/main" id="{D07DF18E-AA77-CB2E-81EE-8FD1967D84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4" name="Rectangle 64">
                <a:extLst>
                  <a:ext uri="{FF2B5EF4-FFF2-40B4-BE49-F238E27FC236}">
                    <a16:creationId xmlns:a16="http://schemas.microsoft.com/office/drawing/2014/main" id="{F37038C4-34DA-65AA-C6CE-0056F6A530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5" name="Rectangle 65">
                <a:extLst>
                  <a:ext uri="{FF2B5EF4-FFF2-40B4-BE49-F238E27FC236}">
                    <a16:creationId xmlns:a16="http://schemas.microsoft.com/office/drawing/2014/main" id="{31401347-3303-7A74-E530-60A2681FFE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6" name="Rectangle 66">
                <a:extLst>
                  <a:ext uri="{FF2B5EF4-FFF2-40B4-BE49-F238E27FC236}">
                    <a16:creationId xmlns:a16="http://schemas.microsoft.com/office/drawing/2014/main" id="{AC36AA02-408F-C7F0-4CA1-5D43EC87D4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7" name="Rectangle 67">
                <a:extLst>
                  <a:ext uri="{FF2B5EF4-FFF2-40B4-BE49-F238E27FC236}">
                    <a16:creationId xmlns:a16="http://schemas.microsoft.com/office/drawing/2014/main" id="{BDD74E3F-75FC-75AF-3567-D4B7C943F4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8" name="Rectangle 68">
                <a:extLst>
                  <a:ext uri="{FF2B5EF4-FFF2-40B4-BE49-F238E27FC236}">
                    <a16:creationId xmlns:a16="http://schemas.microsoft.com/office/drawing/2014/main" id="{697D2AA2-0578-AD4A-4F67-C58A86FDB2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9" name="Rectangle 69">
                <a:extLst>
                  <a:ext uri="{FF2B5EF4-FFF2-40B4-BE49-F238E27FC236}">
                    <a16:creationId xmlns:a16="http://schemas.microsoft.com/office/drawing/2014/main" id="{20545C69-D2DC-5F40-59D2-C30C776663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0" name="Rectangle 70">
                <a:extLst>
                  <a:ext uri="{FF2B5EF4-FFF2-40B4-BE49-F238E27FC236}">
                    <a16:creationId xmlns:a16="http://schemas.microsoft.com/office/drawing/2014/main" id="{03219D08-663E-5F9E-992E-4E70CF81A7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1" name="Rectangle 71">
                <a:extLst>
                  <a:ext uri="{FF2B5EF4-FFF2-40B4-BE49-F238E27FC236}">
                    <a16:creationId xmlns:a16="http://schemas.microsoft.com/office/drawing/2014/main" id="{557628F8-6B22-CB49-EEC5-1DB31EFB88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2" name="Rectangle 72">
                <a:extLst>
                  <a:ext uri="{FF2B5EF4-FFF2-40B4-BE49-F238E27FC236}">
                    <a16:creationId xmlns:a16="http://schemas.microsoft.com/office/drawing/2014/main" id="{F5798BF7-F99E-9993-8849-6D0B27CFDAF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3" name="Rectangle 73">
                <a:extLst>
                  <a:ext uri="{FF2B5EF4-FFF2-40B4-BE49-F238E27FC236}">
                    <a16:creationId xmlns:a16="http://schemas.microsoft.com/office/drawing/2014/main" id="{4A5F9979-C6B8-CF29-89F5-18E50515E2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4" name="Rectangle 74">
                <a:extLst>
                  <a:ext uri="{FF2B5EF4-FFF2-40B4-BE49-F238E27FC236}">
                    <a16:creationId xmlns:a16="http://schemas.microsoft.com/office/drawing/2014/main" id="{A43DD094-E166-8587-F9DF-B910B5E1B0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5" name="Rectangle 75">
                <a:extLst>
                  <a:ext uri="{FF2B5EF4-FFF2-40B4-BE49-F238E27FC236}">
                    <a16:creationId xmlns:a16="http://schemas.microsoft.com/office/drawing/2014/main" id="{49310FD0-31A6-2D3D-FDA9-B9D8D3C1E1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6" name="Rectangle 76">
                <a:extLst>
                  <a:ext uri="{FF2B5EF4-FFF2-40B4-BE49-F238E27FC236}">
                    <a16:creationId xmlns:a16="http://schemas.microsoft.com/office/drawing/2014/main" id="{EEA125B1-5215-4904-A8A6-1059C546CF9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7" name="Rectangle 77">
                <a:extLst>
                  <a:ext uri="{FF2B5EF4-FFF2-40B4-BE49-F238E27FC236}">
                    <a16:creationId xmlns:a16="http://schemas.microsoft.com/office/drawing/2014/main" id="{B74485C0-147B-89B1-B4AE-EE89A227346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8" name="Rectangle 78">
                <a:extLst>
                  <a:ext uri="{FF2B5EF4-FFF2-40B4-BE49-F238E27FC236}">
                    <a16:creationId xmlns:a16="http://schemas.microsoft.com/office/drawing/2014/main" id="{C7B9B532-DB99-727D-8421-A1650266A9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9" name="Rectangle 79">
                <a:extLst>
                  <a:ext uri="{FF2B5EF4-FFF2-40B4-BE49-F238E27FC236}">
                    <a16:creationId xmlns:a16="http://schemas.microsoft.com/office/drawing/2014/main" id="{1B087088-FC66-709C-6496-FC33A4F6A20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0" name="Rectangle 80">
                <a:extLst>
                  <a:ext uri="{FF2B5EF4-FFF2-40B4-BE49-F238E27FC236}">
                    <a16:creationId xmlns:a16="http://schemas.microsoft.com/office/drawing/2014/main" id="{8212C446-F50B-D2EE-4ED2-24FA1C948F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1" name="Freeform 81">
                <a:extLst>
                  <a:ext uri="{FF2B5EF4-FFF2-40B4-BE49-F238E27FC236}">
                    <a16:creationId xmlns:a16="http://schemas.microsoft.com/office/drawing/2014/main" id="{82ADDD64-FD3A-0E04-7394-EE37420D8EB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562" name="Rectangle 82">
                <a:extLst>
                  <a:ext uri="{FF2B5EF4-FFF2-40B4-BE49-F238E27FC236}">
                    <a16:creationId xmlns:a16="http://schemas.microsoft.com/office/drawing/2014/main" id="{EA226752-E287-CE9F-6F91-004D003B72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3" name="Rectangle 83">
                <a:extLst>
                  <a:ext uri="{FF2B5EF4-FFF2-40B4-BE49-F238E27FC236}">
                    <a16:creationId xmlns:a16="http://schemas.microsoft.com/office/drawing/2014/main" id="{F695E1E7-6A5B-2479-60DE-ECE780CD0F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4" name="Rectangle 84">
                <a:extLst>
                  <a:ext uri="{FF2B5EF4-FFF2-40B4-BE49-F238E27FC236}">
                    <a16:creationId xmlns:a16="http://schemas.microsoft.com/office/drawing/2014/main" id="{FBE7F8AD-4118-392C-FFD7-077E4FD89FF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5" name="Rectangle 85">
                <a:extLst>
                  <a:ext uri="{FF2B5EF4-FFF2-40B4-BE49-F238E27FC236}">
                    <a16:creationId xmlns:a16="http://schemas.microsoft.com/office/drawing/2014/main" id="{444B2036-2339-C503-CD4D-2FD67C171BA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6" name="Rectangle 86">
                <a:extLst>
                  <a:ext uri="{FF2B5EF4-FFF2-40B4-BE49-F238E27FC236}">
                    <a16:creationId xmlns:a16="http://schemas.microsoft.com/office/drawing/2014/main" id="{5BA19A46-B428-1B79-81AA-E15B3699A7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7" name="Rectangle 87">
                <a:extLst>
                  <a:ext uri="{FF2B5EF4-FFF2-40B4-BE49-F238E27FC236}">
                    <a16:creationId xmlns:a16="http://schemas.microsoft.com/office/drawing/2014/main" id="{97B3400A-2B98-42DF-590E-30C97E143AE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8" name="Rectangle 88">
                <a:extLst>
                  <a:ext uri="{FF2B5EF4-FFF2-40B4-BE49-F238E27FC236}">
                    <a16:creationId xmlns:a16="http://schemas.microsoft.com/office/drawing/2014/main" id="{E0408489-D9AD-7F9C-9E76-3F369DC6B49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9" name="Rectangle 89">
                <a:extLst>
                  <a:ext uri="{FF2B5EF4-FFF2-40B4-BE49-F238E27FC236}">
                    <a16:creationId xmlns:a16="http://schemas.microsoft.com/office/drawing/2014/main" id="{76E02283-E471-5C6F-0F0F-6F6449A612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0" name="Rectangle 90">
                <a:extLst>
                  <a:ext uri="{FF2B5EF4-FFF2-40B4-BE49-F238E27FC236}">
                    <a16:creationId xmlns:a16="http://schemas.microsoft.com/office/drawing/2014/main" id="{FC5C53F6-EB71-08FD-D5C7-960697E9F9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1" name="Rectangle 91">
                <a:extLst>
                  <a:ext uri="{FF2B5EF4-FFF2-40B4-BE49-F238E27FC236}">
                    <a16:creationId xmlns:a16="http://schemas.microsoft.com/office/drawing/2014/main" id="{0B5BDB22-4FD5-1B9D-9D07-93B1B07C4E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2" name="Rectangle 92">
                <a:extLst>
                  <a:ext uri="{FF2B5EF4-FFF2-40B4-BE49-F238E27FC236}">
                    <a16:creationId xmlns:a16="http://schemas.microsoft.com/office/drawing/2014/main" id="{F4C36D16-E9BC-CEF7-B0BE-561DC75A3D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3" name="Rectangle 93">
                <a:extLst>
                  <a:ext uri="{FF2B5EF4-FFF2-40B4-BE49-F238E27FC236}">
                    <a16:creationId xmlns:a16="http://schemas.microsoft.com/office/drawing/2014/main" id="{9664AAB0-0B6E-BFF2-A87B-2F94E6EAC99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4" name="Rectangle 94">
                <a:extLst>
                  <a:ext uri="{FF2B5EF4-FFF2-40B4-BE49-F238E27FC236}">
                    <a16:creationId xmlns:a16="http://schemas.microsoft.com/office/drawing/2014/main" id="{ECEB9B35-7F06-DED0-BC17-1A37F36DF3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7" y="2407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5" name="Rectangle 95">
                <a:extLst>
                  <a:ext uri="{FF2B5EF4-FFF2-40B4-BE49-F238E27FC236}">
                    <a16:creationId xmlns:a16="http://schemas.microsoft.com/office/drawing/2014/main" id="{94F3035A-5D61-1A83-0AB3-8C9AA46ABF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7" y="241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6" name="Rectangle 96">
                <a:extLst>
                  <a:ext uri="{FF2B5EF4-FFF2-40B4-BE49-F238E27FC236}">
                    <a16:creationId xmlns:a16="http://schemas.microsoft.com/office/drawing/2014/main" id="{728F3A16-A59F-69DA-55FF-94D795F9CF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7" name="Rectangle 97">
                <a:extLst>
                  <a:ext uri="{FF2B5EF4-FFF2-40B4-BE49-F238E27FC236}">
                    <a16:creationId xmlns:a16="http://schemas.microsoft.com/office/drawing/2014/main" id="{8FD5309D-784C-703F-BBBE-ED4406AF2A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3" y="239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8" name="Rectangle 98">
                <a:extLst>
                  <a:ext uri="{FF2B5EF4-FFF2-40B4-BE49-F238E27FC236}">
                    <a16:creationId xmlns:a16="http://schemas.microsoft.com/office/drawing/2014/main" id="{14692418-7263-7DC9-A817-B1641354B8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9" name="Rectangle 99">
                <a:extLst>
                  <a:ext uri="{FF2B5EF4-FFF2-40B4-BE49-F238E27FC236}">
                    <a16:creationId xmlns:a16="http://schemas.microsoft.com/office/drawing/2014/main" id="{931FA0B1-F0D6-CFB5-5DDE-0AD97FDEFB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4" y="2391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0" name="Rectangle 100">
                <a:extLst>
                  <a:ext uri="{FF2B5EF4-FFF2-40B4-BE49-F238E27FC236}">
                    <a16:creationId xmlns:a16="http://schemas.microsoft.com/office/drawing/2014/main" id="{AD791480-8E1A-5245-303E-6FDA48821C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1" name="Rectangle 101">
                <a:extLst>
                  <a:ext uri="{FF2B5EF4-FFF2-40B4-BE49-F238E27FC236}">
                    <a16:creationId xmlns:a16="http://schemas.microsoft.com/office/drawing/2014/main" id="{5FF9C336-3399-23FD-AE48-4A889FA28A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2" name="Rectangle 102">
                <a:extLst>
                  <a:ext uri="{FF2B5EF4-FFF2-40B4-BE49-F238E27FC236}">
                    <a16:creationId xmlns:a16="http://schemas.microsoft.com/office/drawing/2014/main" id="{35D12FC1-4CD9-563D-6F9A-BFEE5134C75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8" y="240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3" name="Rectangle 103">
                <a:extLst>
                  <a:ext uri="{FF2B5EF4-FFF2-40B4-BE49-F238E27FC236}">
                    <a16:creationId xmlns:a16="http://schemas.microsoft.com/office/drawing/2014/main" id="{67AF584C-B31E-9FD1-AB1D-A9E4CAEE236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4" name="Rectangle 104">
                <a:extLst>
                  <a:ext uri="{FF2B5EF4-FFF2-40B4-BE49-F238E27FC236}">
                    <a16:creationId xmlns:a16="http://schemas.microsoft.com/office/drawing/2014/main" id="{7F73FA59-0520-5760-5376-B37F3103FB7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5" name="Rectangle 105">
                <a:extLst>
                  <a:ext uri="{FF2B5EF4-FFF2-40B4-BE49-F238E27FC236}">
                    <a16:creationId xmlns:a16="http://schemas.microsoft.com/office/drawing/2014/main" id="{6C91D543-2388-3624-1F37-73DA1C8CE2C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6" name="Rectangle 106">
                <a:extLst>
                  <a:ext uri="{FF2B5EF4-FFF2-40B4-BE49-F238E27FC236}">
                    <a16:creationId xmlns:a16="http://schemas.microsoft.com/office/drawing/2014/main" id="{4A4D341E-E058-8DA0-BC87-7A2A4933AE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7" name="Rectangle 107">
                <a:extLst>
                  <a:ext uri="{FF2B5EF4-FFF2-40B4-BE49-F238E27FC236}">
                    <a16:creationId xmlns:a16="http://schemas.microsoft.com/office/drawing/2014/main" id="{86066ADC-823C-3F10-4E03-23F40CFFDFB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2" y="242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8" name="Rectangle 108">
                <a:extLst>
                  <a:ext uri="{FF2B5EF4-FFF2-40B4-BE49-F238E27FC236}">
                    <a16:creationId xmlns:a16="http://schemas.microsoft.com/office/drawing/2014/main" id="{7763A236-F5E4-1301-3D14-005655460BE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5" y="2549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9" name="Rectangle 109">
                <a:extLst>
                  <a:ext uri="{FF2B5EF4-FFF2-40B4-BE49-F238E27FC236}">
                    <a16:creationId xmlns:a16="http://schemas.microsoft.com/office/drawing/2014/main" id="{7143B4C4-CFF0-738F-D7F3-DB10B706058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4" y="2517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0" name="Rectangle 110">
                <a:extLst>
                  <a:ext uri="{FF2B5EF4-FFF2-40B4-BE49-F238E27FC236}">
                    <a16:creationId xmlns:a16="http://schemas.microsoft.com/office/drawing/2014/main" id="{312D39CE-CCBE-71D4-7FE8-7658315D17D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1" name="Rectangle 111">
                <a:extLst>
                  <a:ext uri="{FF2B5EF4-FFF2-40B4-BE49-F238E27FC236}">
                    <a16:creationId xmlns:a16="http://schemas.microsoft.com/office/drawing/2014/main" id="{3ACC7464-E381-D409-2B62-ABAAD7CD71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2" name="Rectangle 112">
                <a:extLst>
                  <a:ext uri="{FF2B5EF4-FFF2-40B4-BE49-F238E27FC236}">
                    <a16:creationId xmlns:a16="http://schemas.microsoft.com/office/drawing/2014/main" id="{D8FD20AF-CA81-7281-CC15-F08911BA2C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3" name="Rectangle 113">
                <a:extLst>
                  <a:ext uri="{FF2B5EF4-FFF2-40B4-BE49-F238E27FC236}">
                    <a16:creationId xmlns:a16="http://schemas.microsoft.com/office/drawing/2014/main" id="{ACAFC9C9-7140-D46C-F4D4-845BF88C46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4" name="Rectangle 114">
                <a:extLst>
                  <a:ext uri="{FF2B5EF4-FFF2-40B4-BE49-F238E27FC236}">
                    <a16:creationId xmlns:a16="http://schemas.microsoft.com/office/drawing/2014/main" id="{4F5FEAD0-5A72-CD73-A30B-59B8D79A95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5" name="Rectangle 115">
                <a:extLst>
                  <a:ext uri="{FF2B5EF4-FFF2-40B4-BE49-F238E27FC236}">
                    <a16:creationId xmlns:a16="http://schemas.microsoft.com/office/drawing/2014/main" id="{80E94004-FB35-BFBE-4A77-68CFC40F4FF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6" name="Rectangle 116">
                <a:extLst>
                  <a:ext uri="{FF2B5EF4-FFF2-40B4-BE49-F238E27FC236}">
                    <a16:creationId xmlns:a16="http://schemas.microsoft.com/office/drawing/2014/main" id="{23013642-24AD-114E-8895-D5F86ACB39D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7" name="Rectangle 117">
                <a:extLst>
                  <a:ext uri="{FF2B5EF4-FFF2-40B4-BE49-F238E27FC236}">
                    <a16:creationId xmlns:a16="http://schemas.microsoft.com/office/drawing/2014/main" id="{FDEF04EE-29AA-0D9C-8FEC-DF9ADF339D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8" name="Rectangle 118">
                <a:extLst>
                  <a:ext uri="{FF2B5EF4-FFF2-40B4-BE49-F238E27FC236}">
                    <a16:creationId xmlns:a16="http://schemas.microsoft.com/office/drawing/2014/main" id="{4576D093-ED5D-FCF7-1E26-AEF604076A3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9" name="Rectangle 119">
                <a:extLst>
                  <a:ext uri="{FF2B5EF4-FFF2-40B4-BE49-F238E27FC236}">
                    <a16:creationId xmlns:a16="http://schemas.microsoft.com/office/drawing/2014/main" id="{06BE47F9-6162-E014-15DA-F420DEB6A6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0" name="Rectangle 120">
                <a:extLst>
                  <a:ext uri="{FF2B5EF4-FFF2-40B4-BE49-F238E27FC236}">
                    <a16:creationId xmlns:a16="http://schemas.microsoft.com/office/drawing/2014/main" id="{0CC940EB-5B62-6E47-D2E5-D277A67773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1" name="Rectangle 121">
                <a:extLst>
                  <a:ext uri="{FF2B5EF4-FFF2-40B4-BE49-F238E27FC236}">
                    <a16:creationId xmlns:a16="http://schemas.microsoft.com/office/drawing/2014/main" id="{7FEEC1E5-CC90-E931-FA3C-AE411A9F9A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2" name="Rectangle 122">
                <a:extLst>
                  <a:ext uri="{FF2B5EF4-FFF2-40B4-BE49-F238E27FC236}">
                    <a16:creationId xmlns:a16="http://schemas.microsoft.com/office/drawing/2014/main" id="{AD0BB836-6874-A527-23D2-47B344160B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3" name="Rectangle 123">
                <a:extLst>
                  <a:ext uri="{FF2B5EF4-FFF2-40B4-BE49-F238E27FC236}">
                    <a16:creationId xmlns:a16="http://schemas.microsoft.com/office/drawing/2014/main" id="{37EAC589-D0F2-0F23-775D-A95E84C590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4" name="Rectangle 124">
                <a:extLst>
                  <a:ext uri="{FF2B5EF4-FFF2-40B4-BE49-F238E27FC236}">
                    <a16:creationId xmlns:a16="http://schemas.microsoft.com/office/drawing/2014/main" id="{D7B79BF0-5C98-97FA-79A4-A93B177993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5" name="Rectangle 125">
                <a:extLst>
                  <a:ext uri="{FF2B5EF4-FFF2-40B4-BE49-F238E27FC236}">
                    <a16:creationId xmlns:a16="http://schemas.microsoft.com/office/drawing/2014/main" id="{0B40C706-5C92-98E9-1ADB-B28F373330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6" name="Rectangle 126">
                <a:extLst>
                  <a:ext uri="{FF2B5EF4-FFF2-40B4-BE49-F238E27FC236}">
                    <a16:creationId xmlns:a16="http://schemas.microsoft.com/office/drawing/2014/main" id="{FFC03756-3450-A22A-8821-BC64A255CE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7" name="Rectangle 127">
                <a:extLst>
                  <a:ext uri="{FF2B5EF4-FFF2-40B4-BE49-F238E27FC236}">
                    <a16:creationId xmlns:a16="http://schemas.microsoft.com/office/drawing/2014/main" id="{3842E611-3010-3554-2F9C-385EDAC868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8" name="Rectangle 128">
                <a:extLst>
                  <a:ext uri="{FF2B5EF4-FFF2-40B4-BE49-F238E27FC236}">
                    <a16:creationId xmlns:a16="http://schemas.microsoft.com/office/drawing/2014/main" id="{EC96516C-3121-D45A-74E2-CDF175320D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9" name="Rectangle 129">
                <a:extLst>
                  <a:ext uri="{FF2B5EF4-FFF2-40B4-BE49-F238E27FC236}">
                    <a16:creationId xmlns:a16="http://schemas.microsoft.com/office/drawing/2014/main" id="{800C1898-B982-0E30-C7C5-4AB016F6B36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0" name="Rectangle 130">
                <a:extLst>
                  <a:ext uri="{FF2B5EF4-FFF2-40B4-BE49-F238E27FC236}">
                    <a16:creationId xmlns:a16="http://schemas.microsoft.com/office/drawing/2014/main" id="{DF7B5AB9-3815-D2CC-0FE4-54E6F6270C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1" name="Rectangle 131">
                <a:extLst>
                  <a:ext uri="{FF2B5EF4-FFF2-40B4-BE49-F238E27FC236}">
                    <a16:creationId xmlns:a16="http://schemas.microsoft.com/office/drawing/2014/main" id="{30E7FA94-BF3C-D59A-6043-1F8396D6A7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2" name="Rectangle 132">
                <a:extLst>
                  <a:ext uri="{FF2B5EF4-FFF2-40B4-BE49-F238E27FC236}">
                    <a16:creationId xmlns:a16="http://schemas.microsoft.com/office/drawing/2014/main" id="{27B42519-7637-41FD-E9E6-501A06FDEA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3" name="Rectangle 133">
                <a:extLst>
                  <a:ext uri="{FF2B5EF4-FFF2-40B4-BE49-F238E27FC236}">
                    <a16:creationId xmlns:a16="http://schemas.microsoft.com/office/drawing/2014/main" id="{6129DEF0-5D28-D33B-B260-0236D5DACC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4" name="Rectangle 134">
                <a:extLst>
                  <a:ext uri="{FF2B5EF4-FFF2-40B4-BE49-F238E27FC236}">
                    <a16:creationId xmlns:a16="http://schemas.microsoft.com/office/drawing/2014/main" id="{7E4B658E-CE8B-01DA-105E-5072ED1F14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5" name="Rectangle 135">
                <a:extLst>
                  <a:ext uri="{FF2B5EF4-FFF2-40B4-BE49-F238E27FC236}">
                    <a16:creationId xmlns:a16="http://schemas.microsoft.com/office/drawing/2014/main" id="{9F782760-844F-4B15-0E68-00F04B9650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6" name="Rectangle 136">
                <a:extLst>
                  <a:ext uri="{FF2B5EF4-FFF2-40B4-BE49-F238E27FC236}">
                    <a16:creationId xmlns:a16="http://schemas.microsoft.com/office/drawing/2014/main" id="{B5B6B1CB-861C-ACB7-FE11-E084BE93EF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7" name="Rectangle 137">
                <a:extLst>
                  <a:ext uri="{FF2B5EF4-FFF2-40B4-BE49-F238E27FC236}">
                    <a16:creationId xmlns:a16="http://schemas.microsoft.com/office/drawing/2014/main" id="{8A29EF6B-C388-9D17-02C9-AE5E67E057C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8" name="Freeform 138">
                <a:extLst>
                  <a:ext uri="{FF2B5EF4-FFF2-40B4-BE49-F238E27FC236}">
                    <a16:creationId xmlns:a16="http://schemas.microsoft.com/office/drawing/2014/main" id="{21BA24AF-F917-13F3-664D-EB238DDC961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19" name="Freeform 139">
                <a:extLst>
                  <a:ext uri="{FF2B5EF4-FFF2-40B4-BE49-F238E27FC236}">
                    <a16:creationId xmlns:a16="http://schemas.microsoft.com/office/drawing/2014/main" id="{6E6DA717-E194-FF9C-9278-5DBE885248E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0" name="Freeform 140">
                <a:extLst>
                  <a:ext uri="{FF2B5EF4-FFF2-40B4-BE49-F238E27FC236}">
                    <a16:creationId xmlns:a16="http://schemas.microsoft.com/office/drawing/2014/main" id="{29EDDCA2-DABE-0672-9788-D688031D6C3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1" name="Freeform 141">
                <a:extLst>
                  <a:ext uri="{FF2B5EF4-FFF2-40B4-BE49-F238E27FC236}">
                    <a16:creationId xmlns:a16="http://schemas.microsoft.com/office/drawing/2014/main" id="{B2B330B6-B5A3-75A4-008F-4B39B021DF7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2" name="Freeform 142">
                <a:extLst>
                  <a:ext uri="{FF2B5EF4-FFF2-40B4-BE49-F238E27FC236}">
                    <a16:creationId xmlns:a16="http://schemas.microsoft.com/office/drawing/2014/main" id="{D2E8211B-A602-A1D9-2673-72102887543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3" name="Freeform 143">
                <a:extLst>
                  <a:ext uri="{FF2B5EF4-FFF2-40B4-BE49-F238E27FC236}">
                    <a16:creationId xmlns:a16="http://schemas.microsoft.com/office/drawing/2014/main" id="{902EEBC7-9558-1F61-794B-A39900F8EAF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4" name="Freeform 144">
                <a:extLst>
                  <a:ext uri="{FF2B5EF4-FFF2-40B4-BE49-F238E27FC236}">
                    <a16:creationId xmlns:a16="http://schemas.microsoft.com/office/drawing/2014/main" id="{0A2A242C-ED4D-0989-41AC-96E67102235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5" name="Freeform 145">
                <a:extLst>
                  <a:ext uri="{FF2B5EF4-FFF2-40B4-BE49-F238E27FC236}">
                    <a16:creationId xmlns:a16="http://schemas.microsoft.com/office/drawing/2014/main" id="{46DC5463-E9DC-B006-172E-E36B7D8CA90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6" name="Freeform 146">
                <a:extLst>
                  <a:ext uri="{FF2B5EF4-FFF2-40B4-BE49-F238E27FC236}">
                    <a16:creationId xmlns:a16="http://schemas.microsoft.com/office/drawing/2014/main" id="{487B99BB-3F10-6AD3-F42C-6CDC3881840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27" name="Rectangle 147">
                <a:extLst>
                  <a:ext uri="{FF2B5EF4-FFF2-40B4-BE49-F238E27FC236}">
                    <a16:creationId xmlns:a16="http://schemas.microsoft.com/office/drawing/2014/main" id="{4324D693-3388-1432-7B9A-D430DE358CE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8" name="Rectangle 148">
                <a:extLst>
                  <a:ext uri="{FF2B5EF4-FFF2-40B4-BE49-F238E27FC236}">
                    <a16:creationId xmlns:a16="http://schemas.microsoft.com/office/drawing/2014/main" id="{11AD353B-ACF2-DBCB-5119-01092F9897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9" name="Freeform 149">
                <a:extLst>
                  <a:ext uri="{FF2B5EF4-FFF2-40B4-BE49-F238E27FC236}">
                    <a16:creationId xmlns:a16="http://schemas.microsoft.com/office/drawing/2014/main" id="{13B7EDD7-4EA9-EBAA-589C-79852DC263B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30" name="Freeform 150">
                <a:extLst>
                  <a:ext uri="{FF2B5EF4-FFF2-40B4-BE49-F238E27FC236}">
                    <a16:creationId xmlns:a16="http://schemas.microsoft.com/office/drawing/2014/main" id="{4A624A33-9CB0-3FE2-2A19-F9029D28F972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31" name="Freeform 151">
                <a:extLst>
                  <a:ext uri="{FF2B5EF4-FFF2-40B4-BE49-F238E27FC236}">
                    <a16:creationId xmlns:a16="http://schemas.microsoft.com/office/drawing/2014/main" id="{88C681C0-E178-A7BD-F4F8-1558E9129533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>
                  <a:gd name="T0" fmla="*/ 0 w 348"/>
                  <a:gd name="T1" fmla="*/ 0 h 1272"/>
                  <a:gd name="T2" fmla="*/ 287 w 348"/>
                  <a:gd name="T3" fmla="*/ 582 h 1272"/>
                  <a:gd name="T4" fmla="*/ 348 w 348"/>
                  <a:gd name="T5" fmla="*/ 1272 h 1272"/>
                  <a:gd name="T6" fmla="*/ 54 w 348"/>
                  <a:gd name="T7" fmla="*/ 676 h 1272"/>
                  <a:gd name="T8" fmla="*/ 0 w 348"/>
                  <a:gd name="T9" fmla="*/ 0 h 1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632" name="Oval 152">
                <a:extLst>
                  <a:ext uri="{FF2B5EF4-FFF2-40B4-BE49-F238E27FC236}">
                    <a16:creationId xmlns:a16="http://schemas.microsoft.com/office/drawing/2014/main" id="{83DA96BD-8D0A-ADF3-65EA-08CAB768ED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0633" name="Rectangle 153">
            <a:extLst>
              <a:ext uri="{FF2B5EF4-FFF2-40B4-BE49-F238E27FC236}">
                <a16:creationId xmlns:a16="http://schemas.microsoft.com/office/drawing/2014/main" id="{29FF7334-7425-4823-F782-2B8B9DA540C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20634" name="Rectangle 154">
            <a:extLst>
              <a:ext uri="{FF2B5EF4-FFF2-40B4-BE49-F238E27FC236}">
                <a16:creationId xmlns:a16="http://schemas.microsoft.com/office/drawing/2014/main" id="{EB7722BD-2660-71B7-8065-D2A6F0D136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0635" name="Rectangle 155">
            <a:extLst>
              <a:ext uri="{FF2B5EF4-FFF2-40B4-BE49-F238E27FC236}">
                <a16:creationId xmlns:a16="http://schemas.microsoft.com/office/drawing/2014/main" id="{EF674577-055F-C51F-AAA8-9DF18011F4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Arial" panose="020B0604020202020204" pitchFamily="34" charset="0"/>
              </a:defRPr>
            </a:lvl1pPr>
          </a:lstStyle>
          <a:p>
            <a:endParaRPr lang="en-US" altLang="pt-BR"/>
          </a:p>
        </p:txBody>
      </p:sp>
      <p:sp>
        <p:nvSpPr>
          <p:cNvPr id="20636" name="Rectangle 156">
            <a:extLst>
              <a:ext uri="{FF2B5EF4-FFF2-40B4-BE49-F238E27FC236}">
                <a16:creationId xmlns:a16="http://schemas.microsoft.com/office/drawing/2014/main" id="{C331E7FF-7023-07E6-81FD-C573C93253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panose="020B0604020202020204" pitchFamily="34" charset="0"/>
              </a:defRPr>
            </a:lvl1pPr>
          </a:lstStyle>
          <a:p>
            <a:fld id="{961D2692-7CF0-4F39-B738-197081CA59C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20637" name="Rectangle 157">
            <a:extLst>
              <a:ext uri="{FF2B5EF4-FFF2-40B4-BE49-F238E27FC236}">
                <a16:creationId xmlns:a16="http://schemas.microsoft.com/office/drawing/2014/main" id="{7471EBDA-1D9F-4AF4-6721-6F832F9C12B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2C5B6D7E-36F5-D503-CB9C-8C38FE3EFE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2636838"/>
            <a:ext cx="8540750" cy="1143000"/>
          </a:xfrm>
        </p:spPr>
        <p:txBody>
          <a:bodyPr/>
          <a:lstStyle/>
          <a:p>
            <a:r>
              <a:rPr lang="pt-BR" altLang="pt-BR" sz="3600" i="1"/>
              <a:t>432 – CONSAGRADO AO SENHOR</a:t>
            </a:r>
            <a:endParaRPr lang="en-US" altLang="pt-BR" sz="36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>
            <a:extLst>
              <a:ext uri="{FF2B5EF4-FFF2-40B4-BE49-F238E27FC236}">
                <a16:creationId xmlns:a16="http://schemas.microsoft.com/office/drawing/2014/main" id="{FB0A8458-35E1-EAC0-48AB-348DB5DE6D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228600"/>
            <a:ext cx="8540750" cy="5360988"/>
          </a:xfrm>
          <a:noFill/>
          <a:ln/>
        </p:spPr>
        <p:txBody>
          <a:bodyPr/>
          <a:lstStyle/>
          <a:p>
            <a:r>
              <a:rPr lang="pt-BR" altLang="pt-BR" sz="4600" b="1"/>
              <a:t>Minha vida seja sim,</a:t>
            </a:r>
            <a:br>
              <a:rPr lang="pt-BR" altLang="pt-BR" sz="4600" b="1"/>
            </a:br>
            <a:r>
              <a:rPr lang="pt-BR" altLang="pt-BR" sz="4600" b="1"/>
              <a:t>Consagrada a Ti, Senhor; </a:t>
            </a:r>
            <a:br>
              <a:rPr lang="pt-BR" altLang="pt-BR" sz="4600" b="1"/>
            </a:br>
            <a:r>
              <a:rPr lang="pt-BR" altLang="pt-BR" sz="4600" b="1"/>
              <a:t>Possas sempre Tu por mim,</a:t>
            </a:r>
            <a:br>
              <a:rPr lang="pt-BR" altLang="pt-BR" sz="4600" b="1"/>
            </a:br>
            <a:r>
              <a:rPr lang="pt-BR" altLang="pt-BR" sz="4600" b="1"/>
              <a:t>Operar o Teu amor.</a:t>
            </a:r>
            <a:br>
              <a:rPr lang="pt-BR" altLang="pt-BR" sz="4600" b="1"/>
            </a:br>
            <a:endParaRPr lang="pt-BR" altLang="pt-BR" sz="4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3F5FD3C-1977-98C9-1A4E-14A987E9728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476250"/>
            <a:ext cx="9144000" cy="5184775"/>
          </a:xfrm>
        </p:spPr>
        <p:txBody>
          <a:bodyPr/>
          <a:lstStyle/>
          <a:p>
            <a:r>
              <a:rPr lang="pt-BR" altLang="pt-BR" b="1"/>
              <a:t>A minha’alma lava Salvador</a:t>
            </a:r>
            <a:br>
              <a:rPr lang="pt-BR" altLang="pt-BR" b="1"/>
            </a:br>
            <a:r>
              <a:rPr lang="pt-BR" altLang="pt-BR" b="1"/>
              <a:t>No teu sangue puro, Carmezim;</a:t>
            </a:r>
            <a:br>
              <a:rPr lang="pt-BR" altLang="pt-BR" b="1"/>
            </a:br>
            <a:r>
              <a:rPr lang="pt-BR" altLang="pt-BR" sz="4800" b="1"/>
              <a:t>M</a:t>
            </a:r>
            <a:r>
              <a:rPr lang="pt-BR" altLang="pt-BR" b="1"/>
              <a:t>inha vida Toma para ser, Senhor,</a:t>
            </a:r>
            <a:br>
              <a:rPr lang="pt-BR" altLang="pt-BR" b="1"/>
            </a:br>
            <a:r>
              <a:rPr lang="pt-BR" altLang="pt-BR" b="1"/>
              <a:t>Tua para sempre, Sim.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236E97-27E9-B19E-F5C4-570F3307972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68313" y="1196975"/>
            <a:ext cx="8218487" cy="3659188"/>
          </a:xfrm>
        </p:spPr>
        <p:txBody>
          <a:bodyPr/>
          <a:lstStyle/>
          <a:p>
            <a:r>
              <a:rPr lang="pt-BR" altLang="pt-BR" sz="4600" b="1"/>
              <a:t>Que meus pés somente vão</a:t>
            </a:r>
            <a:br>
              <a:rPr lang="pt-BR" altLang="pt-BR" sz="4600" b="1"/>
            </a:br>
            <a:r>
              <a:rPr lang="pt-BR" altLang="pt-BR" sz="4600" b="1"/>
              <a:t>Onde os santos possam ir;</a:t>
            </a:r>
            <a:br>
              <a:rPr lang="pt-BR" altLang="pt-BR" sz="4600" b="1"/>
            </a:br>
            <a:r>
              <a:rPr lang="pt-BR" altLang="pt-BR" sz="4600" b="1"/>
              <a:t>Numa eternal canção,</a:t>
            </a:r>
            <a:br>
              <a:rPr lang="pt-BR" altLang="pt-BR" sz="4600" b="1"/>
            </a:br>
            <a:r>
              <a:rPr lang="pt-BR" altLang="pt-BR" sz="4600" b="1"/>
              <a:t>Minha voz se faça ouvir.</a:t>
            </a:r>
            <a:br>
              <a:rPr lang="pt-BR" altLang="pt-BR" sz="4600" b="1"/>
            </a:br>
            <a:endParaRPr lang="pt-BR" altLang="pt-BR" sz="4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>
            <a:extLst>
              <a:ext uri="{FF2B5EF4-FFF2-40B4-BE49-F238E27FC236}">
                <a16:creationId xmlns:a16="http://schemas.microsoft.com/office/drawing/2014/main" id="{9DC922CC-705C-E875-5AA1-3D4BEEEC000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5602287"/>
          </a:xfrm>
          <a:noFill/>
          <a:ln/>
        </p:spPr>
        <p:txBody>
          <a:bodyPr/>
          <a:lstStyle/>
          <a:p>
            <a:r>
              <a:rPr lang="pt-BR" altLang="pt-BR" b="1"/>
              <a:t>A minha’alma lava Salvador</a:t>
            </a:r>
            <a:br>
              <a:rPr lang="pt-BR" altLang="pt-BR" b="1"/>
            </a:br>
            <a:r>
              <a:rPr lang="pt-BR" altLang="pt-BR" b="1"/>
              <a:t>No teu sangue puro, Carmezim;</a:t>
            </a:r>
            <a:br>
              <a:rPr lang="pt-BR" altLang="pt-BR" b="1"/>
            </a:br>
            <a:r>
              <a:rPr lang="pt-BR" altLang="pt-BR" b="1"/>
              <a:t>Minha vida Toma para ser, Senhor,</a:t>
            </a:r>
            <a:br>
              <a:rPr lang="pt-BR" altLang="pt-BR" b="1"/>
            </a:br>
            <a:r>
              <a:rPr lang="pt-BR" altLang="pt-BR" b="1"/>
              <a:t>Tua para sempre, Sim.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C2E9E01-E568-367F-381D-AA73192B52B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692150"/>
            <a:ext cx="8362950" cy="3875088"/>
          </a:xfrm>
        </p:spPr>
        <p:txBody>
          <a:bodyPr/>
          <a:lstStyle/>
          <a:p>
            <a:r>
              <a:rPr lang="pt-BR" altLang="pt-BR" sz="4600" b="1"/>
              <a:t>Seja o meu tempo já,</a:t>
            </a:r>
            <a:br>
              <a:rPr lang="pt-BR" altLang="pt-BR" sz="4600" b="1"/>
            </a:br>
            <a:r>
              <a:rPr lang="pt-BR" altLang="pt-BR" sz="4600" b="1"/>
              <a:t>Consagrado em Teu labor;</a:t>
            </a:r>
            <a:br>
              <a:rPr lang="pt-BR" altLang="pt-BR" sz="4600" b="1"/>
            </a:br>
            <a:r>
              <a:rPr lang="pt-BR" altLang="pt-BR" sz="4600" b="1"/>
              <a:t>Que meus lábios, Jeová,</a:t>
            </a:r>
            <a:br>
              <a:rPr lang="pt-BR" altLang="pt-BR" sz="4600" b="1"/>
            </a:br>
            <a:r>
              <a:rPr lang="pt-BR" altLang="pt-BR" sz="4600" b="1"/>
              <a:t>Falem só do teu amor.</a:t>
            </a:r>
            <a:br>
              <a:rPr lang="pt-BR" altLang="pt-BR" sz="4600" b="1"/>
            </a:br>
            <a:endParaRPr lang="pt-BR" altLang="pt-BR" sz="4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E80C28B-51BD-81D8-7169-7FAD40E73D4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274638"/>
            <a:ext cx="9144000" cy="6394450"/>
          </a:xfrm>
        </p:spPr>
        <p:txBody>
          <a:bodyPr/>
          <a:lstStyle/>
          <a:p>
            <a:br>
              <a:rPr lang="pt-BR" altLang="pt-BR" sz="4800" b="1"/>
            </a:br>
            <a:endParaRPr lang="pt-BR" altLang="pt-BR" sz="4800" b="1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A2EA56BD-95D2-0574-3D4E-23FB67658569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549275"/>
            <a:ext cx="91440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b="1"/>
              <a:t>A minha’alma lava Salvador</a:t>
            </a:r>
            <a:br>
              <a:rPr lang="pt-BR" altLang="pt-BR" b="1"/>
            </a:br>
            <a:r>
              <a:rPr lang="pt-BR" altLang="pt-BR" b="1"/>
              <a:t>No teu sangue puro, Carmezim;</a:t>
            </a:r>
            <a:br>
              <a:rPr lang="pt-BR" altLang="pt-BR" b="1"/>
            </a:br>
            <a:r>
              <a:rPr lang="pt-BR" altLang="pt-BR" sz="4800" b="1"/>
              <a:t>M</a:t>
            </a:r>
            <a:r>
              <a:rPr lang="pt-BR" altLang="pt-BR" b="1"/>
              <a:t>inha vida Toma para ser, Senhor,</a:t>
            </a:r>
            <a:br>
              <a:rPr lang="pt-BR" altLang="pt-BR" b="1"/>
            </a:br>
            <a:r>
              <a:rPr lang="pt-BR" altLang="pt-BR" b="1"/>
              <a:t>Tua para sempre, Sim.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72DFDD3-818A-9BDB-9C12-0C52BBAAF3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1125538"/>
            <a:ext cx="8362950" cy="3514725"/>
          </a:xfrm>
        </p:spPr>
        <p:txBody>
          <a:bodyPr/>
          <a:lstStyle/>
          <a:p>
            <a:r>
              <a:rPr lang="pt-BR" altLang="pt-BR" b="1"/>
              <a:t>Toma ó Deus, o meu querer,</a:t>
            </a:r>
            <a:br>
              <a:rPr lang="pt-BR" altLang="pt-BR" b="1"/>
            </a:br>
            <a:r>
              <a:rPr lang="pt-BR" altLang="pt-BR" b="1"/>
              <a:t>Faze-o Teu, ó Salvador,</a:t>
            </a:r>
            <a:br>
              <a:rPr lang="pt-BR" altLang="pt-BR" b="1"/>
            </a:br>
            <a:r>
              <a:rPr lang="pt-BR" altLang="pt-BR" b="1"/>
              <a:t>Hoje habita no meu ser: </a:t>
            </a:r>
            <a:br>
              <a:rPr lang="pt-BR" altLang="pt-BR" b="1"/>
            </a:br>
            <a:r>
              <a:rPr lang="pt-BR" altLang="pt-BR" b="1"/>
              <a:t>Enche-me do teu fervor.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EDFDCBA4-6835-2266-5EB6-4D927709D3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549275"/>
            <a:ext cx="9144000" cy="4464050"/>
          </a:xfrm>
          <a:noFill/>
          <a:ln/>
        </p:spPr>
        <p:txBody>
          <a:bodyPr/>
          <a:lstStyle/>
          <a:p>
            <a:r>
              <a:rPr lang="pt-BR" altLang="pt-BR" b="1"/>
              <a:t>A minha’alma lava Salvador</a:t>
            </a:r>
            <a:br>
              <a:rPr lang="pt-BR" altLang="pt-BR" b="1"/>
            </a:br>
            <a:r>
              <a:rPr lang="pt-BR" altLang="pt-BR" b="1"/>
              <a:t>No teu sangue puro, Carmezim;</a:t>
            </a:r>
            <a:br>
              <a:rPr lang="pt-BR" altLang="pt-BR" b="1"/>
            </a:br>
            <a:r>
              <a:rPr lang="pt-BR" altLang="pt-BR" b="1"/>
              <a:t>Minha vida Toma para ser, Senhor,</a:t>
            </a:r>
            <a:br>
              <a:rPr lang="pt-BR" altLang="pt-BR" b="1"/>
            </a:br>
            <a:r>
              <a:rPr lang="pt-BR" altLang="pt-BR" b="1"/>
              <a:t>Tua para sempre, Sim.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D6BE33E-7A01-7ACA-30AE-0A2A3206C4A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95288" y="1282700"/>
            <a:ext cx="8362950" cy="3082925"/>
          </a:xfrm>
        </p:spPr>
        <p:txBody>
          <a:bodyPr/>
          <a:lstStyle/>
          <a:p>
            <a:r>
              <a:rPr lang="pt-BR" altLang="pt-BR" b="1"/>
              <a:t>Ó recebe-me, Senhor,</a:t>
            </a:r>
            <a:br>
              <a:rPr lang="pt-BR" altLang="pt-BR" b="1"/>
            </a:br>
            <a:r>
              <a:rPr lang="pt-BR" altLang="pt-BR" b="1"/>
              <a:t>Quando venho me prostrar </a:t>
            </a:r>
            <a:br>
              <a:rPr lang="pt-BR" altLang="pt-BR" b="1"/>
            </a:br>
            <a:r>
              <a:rPr lang="pt-BR" altLang="pt-BR" b="1"/>
              <a:t>A Teus pés, ó Salvador, </a:t>
            </a:r>
            <a:br>
              <a:rPr lang="pt-BR" altLang="pt-BR" b="1"/>
            </a:br>
            <a:r>
              <a:rPr lang="pt-BR" altLang="pt-BR" b="1"/>
              <a:t>Hoje vem me consagrar.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4D71AC97-5DC3-1969-9557-CE67CA34DD9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1125538"/>
            <a:ext cx="9144000" cy="4105275"/>
          </a:xfrm>
          <a:noFill/>
          <a:ln/>
        </p:spPr>
        <p:txBody>
          <a:bodyPr/>
          <a:lstStyle/>
          <a:p>
            <a:r>
              <a:rPr lang="pt-BR" altLang="pt-BR" b="1"/>
              <a:t>A minha’alma lava Salvador</a:t>
            </a:r>
            <a:br>
              <a:rPr lang="pt-BR" altLang="pt-BR" b="1"/>
            </a:br>
            <a:r>
              <a:rPr lang="pt-BR" altLang="pt-BR" b="1"/>
              <a:t>No teu sangue puro, Carmezim;</a:t>
            </a:r>
            <a:br>
              <a:rPr lang="pt-BR" altLang="pt-BR" b="1"/>
            </a:br>
            <a:r>
              <a:rPr lang="pt-BR" altLang="pt-BR" b="1"/>
              <a:t>Minha vida Toma para ser, Senhor,</a:t>
            </a:r>
            <a:br>
              <a:rPr lang="pt-BR" altLang="pt-BR" b="1"/>
            </a:br>
            <a:r>
              <a:rPr lang="pt-BR" altLang="pt-BR" b="1"/>
              <a:t>Tua para sempre, Sim.</a:t>
            </a:r>
            <a:br>
              <a:rPr lang="pt-BR" altLang="pt-BR" b="1"/>
            </a:br>
            <a:endParaRPr lang="pt-BR" altLang="pt-BR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ússola">
  <a:themeElements>
    <a:clrScheme name="Bússola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Bússola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ússola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ússola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ússola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11</TotalTime>
  <Words>282</Words>
  <Application>Microsoft Office PowerPoint</Application>
  <PresentationFormat>Apresentação na tela (4:3)</PresentationFormat>
  <Paragraphs>12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Tahoma</vt:lpstr>
      <vt:lpstr>Times New Roman</vt:lpstr>
      <vt:lpstr>Wingdings</vt:lpstr>
      <vt:lpstr>Bússola</vt:lpstr>
      <vt:lpstr>432 – CONSAGRADO AO SENHOR</vt:lpstr>
      <vt:lpstr>Minha vida seja sim, Consagrada a Ti, Senhor;  Possas sempre Tu por mim, Operar o Teu amor. </vt:lpstr>
      <vt:lpstr>A minha’alma lava Salvador No teu sangue puro, Carmezim; Minha vida Toma para ser, Senhor, Tua para sempre, Sim. </vt:lpstr>
      <vt:lpstr>Que meus pés somente vão Onde os santos possam ir; Numa eternal canção, Minha voz se faça ouvir. </vt:lpstr>
      <vt:lpstr>A minha’alma lava Salvador No teu sangue puro, Carmezim; Minha vida Toma para ser, Senhor, Tua para sempre, Sim. </vt:lpstr>
      <vt:lpstr>Seja o meu tempo já, Consagrado em Teu labor; Que meus lábios, Jeová, Falem só do teu amor. </vt:lpstr>
      <vt:lpstr> </vt:lpstr>
      <vt:lpstr>Toma ó Deus, o meu querer, Faze-o Teu, ó Salvador, Hoje habita no meu ser:  Enche-me do teu fervor. </vt:lpstr>
      <vt:lpstr>A minha’alma lava Salvador No teu sangue puro, Carmezim; Minha vida Toma para ser, Senhor, Tua para sempre, Sim. </vt:lpstr>
      <vt:lpstr>Ó recebe-me, Senhor, Quando venho me prostrar  A Teus pés, ó Salvador,  Hoje vem me consagrar.</vt:lpstr>
      <vt:lpstr>A minha’alma lava Salvador No teu sangue puro, Carmezim; Minha vida Toma para ser, Senhor, Tua para sempre, Sim. 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Minha vida seja assim Consagrada a Ti Senhor  Possa sempre Tu por mim, Operar o Teu amor. </dc:title>
  <dc:creator>Jose Antonio de Bem</dc:creator>
  <cp:lastModifiedBy>Emerson Souza</cp:lastModifiedBy>
  <cp:revision>2</cp:revision>
  <dcterms:created xsi:type="dcterms:W3CDTF">2004-09-26T18:33:27Z</dcterms:created>
  <dcterms:modified xsi:type="dcterms:W3CDTF">2026-05-02T22:13:08Z</dcterms:modified>
</cp:coreProperties>
</file>