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A9F8EB-A93C-A8C0-3430-77B706789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6C5829-73FE-3252-0A6C-455DE527F5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F34D52-F0E8-7751-8FB5-F63DAF9F8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7A3751-6849-A362-2F53-A043F559F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AB13CC-A91D-32D7-B38B-AB193E229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3D9E2F-EB3A-4D90-BD7C-D75319EB22C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59601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AC8400-CB7A-8C0F-D33B-CD6D0147A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CB36F8-6A3A-BE33-5A90-94C50B6B0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2CA229-0CC6-D703-E6A0-F23BA21C4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307136-B336-34F3-FD66-45A785D24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12D6EC-CCA5-E916-DA5B-6495331FB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C39B95-960E-40E4-9F7F-F628B7F315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04966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595FD-8C73-A8BE-BB2D-9B4F64A57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0776EE-B999-87A7-E7E1-E074FB168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66F7C5-260C-D3F7-B95E-E8A3BD968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49C034-CD13-F405-857C-360F8170E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AD2667-EFDA-E6F9-1995-97EE7F361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D628CB-A47F-4BCE-AB1E-251D942E9E4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8339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62C39-1A06-55AC-3702-2E1648A3F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779FD3-2592-147C-C0CE-8CB69BAF34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4402AC2-4284-D33D-4133-A70183BC0A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8A74005-94B0-5359-E995-733A65AEE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E865EBE-4B10-F937-70D2-9DBFF5F76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DD656EA-8726-EA14-E079-BC5DAE3DA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73A448-995F-44C6-9DEB-6C97700EA5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94400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883409-B189-9099-C041-28D7E8600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BA1157-61D6-EECC-D6DF-9767E9266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A36AD97-BF2D-9676-567B-BF59170EB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DEA5518-ABE2-D3A1-BB9D-A59B0592AC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4005BFE-23B4-D052-3306-DCECB1B631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9EF9A9B-3111-163C-46D6-DFEB4FDC8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08B8DEC-E306-689A-02AD-50C94A8D6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370D275-7700-8D19-F08E-3EA143DBF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32F897-8D9B-422B-AB3B-63882B8E9AE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92915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4ADAE8-8610-8379-D2EB-71BBA1C12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3F38A67-A2E5-181D-8005-62656723A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8F41C15-18AA-2833-47F8-B6A1DD212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7B18FD9-459A-B298-D06E-601C5EA4C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928B9C-515D-4648-A93B-13DA3DEEE9B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76378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551C3F8-E70D-2AA3-C1AF-102D2D588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0DE398C-4567-C375-DC6E-4576A83C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2CE0A8F-DCAE-C274-168B-D2D41EA45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543A4D-2E88-4460-A5D2-1ACA47922A5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7771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B3BF2D-7895-0C68-B72D-1AD656952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03318A-AAF9-6C54-AFB9-37646A203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E1A1C4-B143-9618-2062-5229FB7EA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F58913-8375-A94F-D034-3D62EF2FA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D21C212-36DF-A80B-A4AF-682BE336D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6B66903-927D-5716-52CB-874E0447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C4EE1E-7496-40BA-81D9-75A6A4704A1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1166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AC1C80-D0EF-B1A1-13DF-16E21CF40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F789C04-9AD4-ADF1-B848-775932AEFB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7254203-A6A6-15FE-C1BD-D28855451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1043726-DF6D-54FF-33A5-AA906167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06C1DE-A759-1DD5-1D03-B1AFF109A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23FD2C7-5341-F727-86A8-8D1079B2B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3E67B9-9B03-4658-9F27-FD61A9E22BB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11935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6E506-45F5-F943-D185-6F7A8C91F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C9550A5-620F-0D29-2CFE-2A554A0B9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0BBB1A-B304-0DD2-70D6-77425E074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ED72DB-90CA-BB65-6AB8-A31FCBEEC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DD1243-1B00-4B5B-ABCD-66BAE5C6C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E03B11-CA1B-49E3-BBCE-2198CD2453B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04547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630644B-ED42-BCCA-E825-AC8175651A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F9A9E9B-069A-F067-DF56-4830A80FCA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873A87-12BC-CD6B-5C14-D42D6954C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80663D-BE0C-7515-7E4E-8B7BD0AE7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81B3DF-30EC-EB62-FE1A-8CD9F5362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42D164-F7F8-4D58-929E-17FB38F2C35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85489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955293C-F859-DE27-33DA-BE11566A88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2D26838-8732-4843-D0C4-D131FDE65D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A1F0A5A-5AC9-87B3-BFEA-3F42CD1B9F6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E200062-AA28-F282-18D4-FEEB1D1693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D41314F-3C54-1106-44FF-4834E9EFA67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1E18CD7-89E8-4005-A1A8-65C7F5EE0E1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>
            <a:extLst>
              <a:ext uri="{FF2B5EF4-FFF2-40B4-BE49-F238E27FC236}">
                <a16:creationId xmlns:a16="http://schemas.microsoft.com/office/drawing/2014/main" id="{97E88AD4-C3A8-3943-9252-4490A8879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0" name="Rectangle 2">
            <a:extLst>
              <a:ext uri="{FF2B5EF4-FFF2-40B4-BE49-F238E27FC236}">
                <a16:creationId xmlns:a16="http://schemas.microsoft.com/office/drawing/2014/main" id="{907A1F77-5BF7-5D62-0CDB-64278EE3CF1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325</a:t>
            </a:r>
            <a:br>
              <a:rPr lang="pt-BR" altLang="pt-BR" sz="4400" b="1"/>
            </a:br>
            <a:r>
              <a:rPr lang="pt-BR" altLang="pt-BR" sz="4400" b="1"/>
              <a:t>A LUZ DO CÉU RAIOU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15D605DA-6984-D58C-C38C-EDF86D470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4" name="Rectangle 2">
            <a:extLst>
              <a:ext uri="{FF2B5EF4-FFF2-40B4-BE49-F238E27FC236}">
                <a16:creationId xmlns:a16="http://schemas.microsoft.com/office/drawing/2014/main" id="{2AACC8AD-D663-9549-1F81-55E2DD1EAB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Noutro tempo, sei como eu andei, </a:t>
            </a:r>
            <a:br>
              <a:rPr lang="pt-BR" altLang="pt-BR" sz="3600"/>
            </a:br>
            <a:r>
              <a:rPr lang="pt-BR" altLang="pt-BR" sz="3600"/>
              <a:t>Do pecado sob o véu,</a:t>
            </a:r>
            <a:br>
              <a:rPr lang="pt-BR" altLang="pt-BR" sz="3600"/>
            </a:br>
            <a:r>
              <a:rPr lang="pt-BR" altLang="pt-BR" sz="3600"/>
              <a:t>Mas do céu raiou e em mim entrou </a:t>
            </a:r>
            <a:br>
              <a:rPr lang="pt-BR" altLang="pt-BR" sz="3600"/>
            </a:br>
            <a:r>
              <a:rPr lang="pt-BR" altLang="pt-BR" sz="3600"/>
              <a:t>A luz do glorioso céu.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B516DAA3-4D56-8A0E-E0A7-1C3D58C33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Rectangle 2">
            <a:extLst>
              <a:ext uri="{FF2B5EF4-FFF2-40B4-BE49-F238E27FC236}">
                <a16:creationId xmlns:a16="http://schemas.microsoft.com/office/drawing/2014/main" id="{70FBACED-9AB3-4659-E8E4-39A05B2BE4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Em meu coração a luz raiou</a:t>
            </a:r>
            <a:br>
              <a:rPr lang="pt-BR" altLang="pt-BR" sz="3600" b="1" i="1"/>
            </a:br>
            <a:r>
              <a:rPr lang="pt-BR" altLang="pt-BR" sz="3600" b="1" i="1"/>
              <a:t>Desde a glória, pois Jesus me amou;</a:t>
            </a:r>
            <a:br>
              <a:rPr lang="pt-BR" altLang="pt-BR" sz="3600" b="1" i="1"/>
            </a:br>
            <a:r>
              <a:rPr lang="pt-BR" altLang="pt-BR" sz="3600" b="1" i="1"/>
              <a:t>E agora vivo sempre alegre, </a:t>
            </a:r>
            <a:br>
              <a:rPr lang="pt-BR" altLang="pt-BR" sz="3600" b="1" i="1"/>
            </a:br>
            <a:r>
              <a:rPr lang="pt-BR" altLang="pt-BR" sz="3600" b="1" i="1"/>
              <a:t>Depois que luz do céu raiou!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ECB0A5F6-B642-1203-D71C-D2F126916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2" name="Rectangle 2">
            <a:extLst>
              <a:ext uri="{FF2B5EF4-FFF2-40B4-BE49-F238E27FC236}">
                <a16:creationId xmlns:a16="http://schemas.microsoft.com/office/drawing/2014/main" id="{9DD3AB28-506B-B5FE-6AC0-E025907CA2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E poder me dá, que só vem de lá, </a:t>
            </a:r>
            <a:br>
              <a:rPr lang="pt-BR" altLang="pt-BR" sz="3600"/>
            </a:br>
            <a:r>
              <a:rPr lang="pt-BR" altLang="pt-BR" sz="3600"/>
              <a:t>De Jesus, que me salvou;</a:t>
            </a:r>
            <a:br>
              <a:rPr lang="pt-BR" altLang="pt-BR" sz="3600"/>
            </a:br>
            <a:r>
              <a:rPr lang="pt-BR" altLang="pt-BR" sz="3600"/>
              <a:t>E eu vivo aqui, a louvar a Deus, </a:t>
            </a:r>
            <a:br>
              <a:rPr lang="pt-BR" altLang="pt-BR" sz="3600"/>
            </a:br>
            <a:r>
              <a:rPr lang="pt-BR" altLang="pt-BR" sz="3600"/>
              <a:t>Que minh'alma libertou.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>
            <a:extLst>
              <a:ext uri="{FF2B5EF4-FFF2-40B4-BE49-F238E27FC236}">
                <a16:creationId xmlns:a16="http://schemas.microsoft.com/office/drawing/2014/main" id="{6B824911-7946-651F-9EB2-8DF3C0A82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94" name="Rectangle 2">
            <a:extLst>
              <a:ext uri="{FF2B5EF4-FFF2-40B4-BE49-F238E27FC236}">
                <a16:creationId xmlns:a16="http://schemas.microsoft.com/office/drawing/2014/main" id="{1C3C14AE-5C4B-E6B1-84D6-63D78F665E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Em meu coração a luz raiou</a:t>
            </a:r>
            <a:br>
              <a:rPr lang="pt-BR" altLang="pt-BR" sz="3600" b="1" i="1"/>
            </a:br>
            <a:r>
              <a:rPr lang="pt-BR" altLang="pt-BR" sz="3600" b="1" i="1"/>
              <a:t>Desde a glória, pois Jesus me amou;</a:t>
            </a:r>
            <a:br>
              <a:rPr lang="pt-BR" altLang="pt-BR" sz="3600" b="1" i="1"/>
            </a:br>
            <a:r>
              <a:rPr lang="pt-BR" altLang="pt-BR" sz="3600" b="1" i="1"/>
              <a:t>E agora vivo sempre alegre, </a:t>
            </a:r>
            <a:br>
              <a:rPr lang="pt-BR" altLang="pt-BR" sz="3600" b="1" i="1"/>
            </a:br>
            <a:r>
              <a:rPr lang="pt-BR" altLang="pt-BR" sz="3600" b="1" i="1"/>
              <a:t>Depois que luz do céu raiou!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>
            <a:extLst>
              <a:ext uri="{FF2B5EF4-FFF2-40B4-BE49-F238E27FC236}">
                <a16:creationId xmlns:a16="http://schemas.microsoft.com/office/drawing/2014/main" id="{BCF82D9E-E002-D4FB-166A-6AC09DA59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6" name="Rectangle 2">
            <a:extLst>
              <a:ext uri="{FF2B5EF4-FFF2-40B4-BE49-F238E27FC236}">
                <a16:creationId xmlns:a16="http://schemas.microsoft.com/office/drawing/2014/main" id="{B218956A-CD9D-56DF-A5D1-3EF67A311E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O descanso entrou e o lutar findou, </a:t>
            </a:r>
            <a:br>
              <a:rPr lang="pt-BR" altLang="pt-BR" sz="3600"/>
            </a:br>
            <a:r>
              <a:rPr lang="pt-BR" altLang="pt-BR" sz="3600"/>
              <a:t>Com Jesus, meu Salvador;</a:t>
            </a:r>
            <a:br>
              <a:rPr lang="pt-BR" altLang="pt-BR" sz="3600"/>
            </a:br>
            <a:r>
              <a:rPr lang="pt-BR" altLang="pt-BR" sz="3600"/>
              <a:t>Seu amor sem fim revelado a mim, </a:t>
            </a:r>
            <a:br>
              <a:rPr lang="pt-BR" altLang="pt-BR" sz="3600"/>
            </a:br>
            <a:r>
              <a:rPr lang="pt-BR" altLang="pt-BR" sz="3600"/>
              <a:t>Enche-me de paz e amor.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>
            <a:extLst>
              <a:ext uri="{FF2B5EF4-FFF2-40B4-BE49-F238E27FC236}">
                <a16:creationId xmlns:a16="http://schemas.microsoft.com/office/drawing/2014/main" id="{2FFF4F93-E158-FA8B-B8A4-4AA530552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18" name="Rectangle 2">
            <a:extLst>
              <a:ext uri="{FF2B5EF4-FFF2-40B4-BE49-F238E27FC236}">
                <a16:creationId xmlns:a16="http://schemas.microsoft.com/office/drawing/2014/main" id="{56E474BB-8EAE-1E5B-C9C4-87437EF043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Em meu coração a luz raiou</a:t>
            </a:r>
            <a:br>
              <a:rPr lang="pt-BR" altLang="pt-BR" sz="3600" b="1" i="1"/>
            </a:br>
            <a:r>
              <a:rPr lang="pt-BR" altLang="pt-BR" sz="3600" b="1" i="1"/>
              <a:t>Desde a glória, pois Jesus me amou;</a:t>
            </a:r>
            <a:br>
              <a:rPr lang="pt-BR" altLang="pt-BR" sz="3600" b="1" i="1"/>
            </a:br>
            <a:r>
              <a:rPr lang="pt-BR" altLang="pt-BR" sz="3600" b="1" i="1"/>
              <a:t>E agora vivo sempre alegre, </a:t>
            </a:r>
            <a:br>
              <a:rPr lang="pt-BR" altLang="pt-BR" sz="3600" b="1" i="1"/>
            </a:br>
            <a:r>
              <a:rPr lang="pt-BR" altLang="pt-BR" sz="3600" b="1" i="1"/>
              <a:t>Depois que luz do céu raiou!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>
            <a:extLst>
              <a:ext uri="{FF2B5EF4-FFF2-40B4-BE49-F238E27FC236}">
                <a16:creationId xmlns:a16="http://schemas.microsoft.com/office/drawing/2014/main" id="{77378406-A344-2FC0-7EC0-E05F166B5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0" name="Rectangle 2">
            <a:extLst>
              <a:ext uri="{FF2B5EF4-FFF2-40B4-BE49-F238E27FC236}">
                <a16:creationId xmlns:a16="http://schemas.microsoft.com/office/drawing/2014/main" id="{7700B14E-13FD-D4F7-8021-BBD85225C4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/>
              <a:t>Vou morar, então, na feliz Sião,</a:t>
            </a:r>
            <a:br>
              <a:rPr lang="pt-BR" altLang="pt-BR" sz="3600"/>
            </a:br>
            <a:r>
              <a:rPr lang="pt-BR" altLang="pt-BR" sz="3600"/>
              <a:t>Com meu Salvador Jesus,</a:t>
            </a:r>
            <a:br>
              <a:rPr lang="pt-BR" altLang="pt-BR" sz="3600"/>
            </a:br>
            <a:r>
              <a:rPr lang="pt-BR" altLang="pt-BR" sz="3600"/>
              <a:t>Para sempre ali, gozarei prazer</a:t>
            </a:r>
            <a:br>
              <a:rPr lang="pt-BR" altLang="pt-BR" sz="3600"/>
            </a:br>
            <a:r>
              <a:rPr lang="pt-BR" altLang="pt-BR" sz="3600"/>
              <a:t>Lá na gloriosa luz. H.E.N.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3">
            <a:extLst>
              <a:ext uri="{FF2B5EF4-FFF2-40B4-BE49-F238E27FC236}">
                <a16:creationId xmlns:a16="http://schemas.microsoft.com/office/drawing/2014/main" id="{649F9A7B-C4C4-2A88-47DD-FE9DF6163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2" name="Rectangle 2">
            <a:extLst>
              <a:ext uri="{FF2B5EF4-FFF2-40B4-BE49-F238E27FC236}">
                <a16:creationId xmlns:a16="http://schemas.microsoft.com/office/drawing/2014/main" id="{E60EB0F2-470C-F14F-9DC5-720CDDC08D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Em meu coração a luz raiou</a:t>
            </a:r>
            <a:br>
              <a:rPr lang="pt-BR" altLang="pt-BR" sz="3600" b="1" i="1"/>
            </a:br>
            <a:r>
              <a:rPr lang="pt-BR" altLang="pt-BR" sz="3600" b="1" i="1"/>
              <a:t>Desde a glória, pois Jesus me amou;</a:t>
            </a:r>
            <a:br>
              <a:rPr lang="pt-BR" altLang="pt-BR" sz="3600" b="1" i="1"/>
            </a:br>
            <a:r>
              <a:rPr lang="pt-BR" altLang="pt-BR" sz="3600" b="1" i="1"/>
              <a:t>E agora vivo sempre alegre, </a:t>
            </a:r>
            <a:br>
              <a:rPr lang="pt-BR" altLang="pt-BR" sz="3600" b="1" i="1"/>
            </a:br>
            <a:r>
              <a:rPr lang="pt-BR" altLang="pt-BR" sz="3600" b="1" i="1"/>
              <a:t>Depois que luz do céu raiou!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262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325 A LUZ DO CÉU RAIOU</vt:lpstr>
      <vt:lpstr>Noutro tempo, sei como eu andei,  Do pecado sob o véu, Mas do céu raiou e em mim entrou  A luz do glorioso céu. </vt:lpstr>
      <vt:lpstr>Em meu coração a luz raiou Desde a glória, pois Jesus me amou; E agora vivo sempre alegre,  Depois que luz do céu raiou!</vt:lpstr>
      <vt:lpstr>E poder me dá, que só vem de lá,  De Jesus, que me salvou; E eu vivo aqui, a louvar a Deus,  Que minh'alma libertou. </vt:lpstr>
      <vt:lpstr>Em meu coração a luz raiou Desde a glória, pois Jesus me amou; E agora vivo sempre alegre,  Depois que luz do céu raiou!</vt:lpstr>
      <vt:lpstr>O descanso entrou e o lutar findou,  Com Jesus, meu Salvador; Seu amor sem fim revelado a mim,  Enche-me de paz e amor. </vt:lpstr>
      <vt:lpstr>Em meu coração a luz raiou Desde a glória, pois Jesus me amou; E agora vivo sempre alegre,  Depois que luz do céu raiou!</vt:lpstr>
      <vt:lpstr>Vou morar, então, na feliz Sião, Com meu Salvador Jesus, Para sempre ali, gozarei prazer Lá na gloriosa luz. H.E.N. </vt:lpstr>
      <vt:lpstr>Em meu coração a luz raiou Desde a glória, pois Jesus me amou; E agora vivo sempre alegre,  Depois que luz do céu raiou!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325 - A LUZ DO CÉU RAIOU</dc:title>
  <dc:creator>Montagna</dc:creator>
  <cp:lastModifiedBy>Emerson Souza</cp:lastModifiedBy>
  <cp:revision>3</cp:revision>
  <dcterms:created xsi:type="dcterms:W3CDTF">2005-10-20T03:24:28Z</dcterms:created>
  <dcterms:modified xsi:type="dcterms:W3CDTF">2026-05-02T22:03:59Z</dcterms:modified>
</cp:coreProperties>
</file>