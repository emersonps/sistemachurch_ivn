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38B16-507D-322E-4603-F01B76222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CB851A-BE72-7FE3-B3F6-2FA6C6E2F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A6508C-ED61-5F1A-CB13-11D75CF19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47F01C-FB0A-961E-1467-3950FDDB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77AA48-6597-6C4D-EE45-87A11117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5B105-A1BC-457C-9FF9-1AC6BA90CA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427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EF9DA-352F-E8F8-796B-D47E8AF3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D8DA71-5575-A324-65D2-A94B99CB9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640697-96DB-5989-5C9F-CE1B82E5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010D30-CEC6-8A5B-CA0F-EE3A0B12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571EB6-E366-89C7-D753-52FCBE59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031EA3-F8F7-4484-8616-95F4FECBD8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8866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5224-9A39-C08F-D451-49EEBECCA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21D068-0886-292D-2EF1-85D6647CB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D5C636-A274-AB7D-D3BF-65F5F4F6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95150A-793E-F2D5-46BE-39B14210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17D95A-18EA-C717-DF17-4881F398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01EBE3-8EE0-4E0E-B468-36C9CE927C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420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8EBAF-5A20-ACA2-EE5B-23469E6E9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F89730-EB1F-081D-E385-87EC74461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B9A929-BE7A-01AB-3D78-7D180E910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1618E6-ED5F-C3EB-5A8C-BA9D8BA9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724CEC-E8E5-EA1E-40B2-0BE87BB4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64608D-C672-40A2-736E-3CAB8DB6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627E21-A430-46F0-8829-8F3E1A2D77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567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27CBD-34AE-5A53-0070-1D5B6B36A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B17433-2901-4194-7D04-2A0ABC37F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4C87B2-BCE8-4F96-7360-CBB7881D3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305FA00-CFF1-B13F-DE84-64CEA14C2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1D8CE8E-DEFC-7ED6-527F-146B04342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8E1B8DF-F728-74E8-F7B6-4ECA2C66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B1AAC8-D7A2-E34D-A060-0C5E85FC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4C91336-401D-1B3D-2268-09A16343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DA2FC4-50CD-4F51-AD60-625E87C725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515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DC72E-B569-D89D-D2A7-0ACAB48C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4EE3D71-C25D-9507-BA4B-28DB3856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32333B7-2B88-007E-B66F-8C474B96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B0D503-CD1D-2D10-C923-A5273E4D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0D6CD3-9BE0-4B5F-BC5F-AD6FF2574F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596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35CDBBB-151E-9900-0465-5D7F46B6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57B2DB-BBB8-92FD-851D-FC48B528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9A7DF2-AC3A-CE15-8F07-D8B803F8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B98C4-F37C-4BD2-A3B4-A1922B9660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142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552B4-4E67-E68F-52DA-900EE32A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74B17D-BFAA-418E-ACF8-E90C7E1A7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211B73-146A-8B80-D049-76A0E2132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F81DFF-ED1C-21D6-AADC-005AB3F8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00D16C-5E1A-6C01-226C-9AB72A08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69106E-E248-CF3D-2677-CC80DE71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6F16F-7931-4AFF-8F70-3F0D7DAA9A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134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DF2D2-2DA3-2DFC-0CCD-98D379F7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D4C11B-2EA9-AD79-5BAE-0EA0CE1F6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A1F6C2-C6FB-FC58-6D6D-4022BFE46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8993E4-C364-7F2F-0A76-30B49EFC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253013-985B-0AD4-DCCD-B23B48C8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618AEA-E848-49C1-3F5B-AE9DACE0C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60036D-F9B1-4FF6-BF40-712AFB84D6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863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B8888-B171-2482-A82A-656434DE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190D80-E61C-1C10-BE45-0C673AFE0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96043E-381A-A8C1-A5AF-A09693524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38F611-1DD8-0202-4BA3-87A42FB7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3FABC3-2043-3234-0D31-A3B374DE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A49A9D-B367-4A10-8C3B-5D76E8B609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279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E7A7C9-4411-A4CB-EF78-08CAAADBA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727780-8F0B-B8B0-8959-EA8137B9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12619F-40CB-92AA-D446-7D6FC4AB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7267D2-7C3F-2BE9-B038-826B7F2B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41B18C-156E-2F2B-E996-0F355A13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1D5AE7-B329-4E26-9080-CFE620D7D9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528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D1BE470-D98A-CE24-F619-FE478771A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4B4A9E-8160-21D5-F85B-B1AB2A41A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BD92C7E-C36E-BA4E-1F54-FED8D23A36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66F7291-A811-5DFF-8323-F8213FBEE9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1A726E3-E93C-E3DF-862D-9EF1F89DE7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719FA11-3DE8-42DC-A191-AEE76CC69AD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393F4DC-E622-B797-D455-52E6E24349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351</a:t>
            </a:r>
            <a:br>
              <a:rPr lang="pt-BR" altLang="pt-BR" sz="4000" b="1"/>
            </a:br>
            <a:r>
              <a:rPr lang="pt-BR" altLang="pt-BR" sz="4000" b="1"/>
              <a:t>A FELICIDADE DA SALVAÇÃO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365969A-BA87-6E07-0FE3-943D8534E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São felizes os que têm o alegre som</a:t>
            </a:r>
            <a:br>
              <a:rPr lang="pt-BR" altLang="pt-BR" sz="3200"/>
            </a:br>
            <a:r>
              <a:rPr lang="pt-BR" altLang="pt-BR" sz="3200"/>
              <a:t>Da salvação real do nosso Deus, </a:t>
            </a:r>
            <a:br>
              <a:rPr lang="pt-BR" altLang="pt-BR" sz="3200"/>
            </a:br>
            <a:r>
              <a:rPr lang="pt-BR" altLang="pt-BR" sz="3200"/>
              <a:t>Pois eles têm ouvido num suave tom, </a:t>
            </a:r>
            <a:br>
              <a:rPr lang="pt-BR" altLang="pt-BR" sz="3200"/>
            </a:br>
            <a:r>
              <a:rPr lang="pt-BR" altLang="pt-BR" sz="3200"/>
              <a:t>A multidão que canta Iá no céu.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07F1673-0511-7BA3-4B32-51511B006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 b="1" i="1"/>
              <a:t>Já os filhos de Deus bem alegres estão, </a:t>
            </a:r>
            <a:br>
              <a:rPr lang="pt-BR" altLang="pt-BR" sz="3200" b="1" i="1"/>
            </a:br>
            <a:r>
              <a:rPr lang="pt-BR" altLang="pt-BR" sz="3200" b="1" i="1"/>
              <a:t>Porém no céu prazer melhor terão, </a:t>
            </a:r>
            <a:br>
              <a:rPr lang="pt-BR" altLang="pt-BR" sz="3200" b="1" i="1"/>
            </a:br>
            <a:r>
              <a:rPr lang="pt-BR" altLang="pt-BR" sz="3200" b="1" i="1"/>
              <a:t>Os gozos do cristão, apenas gotas são</a:t>
            </a:r>
            <a:br>
              <a:rPr lang="pt-BR" altLang="pt-BR" sz="3200" b="1" i="1"/>
            </a:br>
            <a:r>
              <a:rPr lang="pt-BR" altLang="pt-BR" sz="3200" b="1" i="1"/>
              <a:t> Do mar de bênçãos, em Sido!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25E77B5-BFD3-D81A-4B2D-9C5AFEAD7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/>
              <a:t>Secam-se do mundo os mananciais por fim, </a:t>
            </a:r>
            <a:br>
              <a:rPr lang="pt-BR" altLang="pt-BR" sz="3200"/>
            </a:br>
            <a:r>
              <a:rPr lang="pt-BR" altLang="pt-BR" sz="3200"/>
              <a:t>Deixando aqui somente sequidão,</a:t>
            </a:r>
            <a:br>
              <a:rPr lang="pt-BR" altLang="pt-BR" sz="3200"/>
            </a:br>
            <a:r>
              <a:rPr lang="pt-BR" altLang="pt-BR" sz="3200"/>
              <a:t>Porém, as fontes divinais não são assim, </a:t>
            </a:r>
            <a:br>
              <a:rPr lang="pt-BR" altLang="pt-BR" sz="3200"/>
            </a:br>
            <a:r>
              <a:rPr lang="pt-BR" altLang="pt-BR" sz="3200"/>
              <a:t>Pois sempre águas vivas manarão. </a:t>
            </a:r>
            <a:br>
              <a:rPr lang="pt-BR" altLang="pt-BR" sz="3200"/>
            </a:br>
            <a:r>
              <a:rPr lang="pt-BR" altLang="pt-BR" sz="3200"/>
              <a:t>Santificado seja o nome Teu,</a:t>
            </a:r>
            <a:br>
              <a:rPr lang="pt-BR" altLang="pt-BR" sz="3200"/>
            </a:br>
            <a:r>
              <a:rPr lang="pt-BR" altLang="pt-BR" sz="3200"/>
              <a:t>O glorioso Deus de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351 A FELICIDADE DA SALVAÇÃO</vt:lpstr>
      <vt:lpstr>São felizes os que têm o alegre som Da salvação real do nosso Deus,  Pois eles têm ouvido num suave tom,  A multidão que canta Iá no céu. </vt:lpstr>
      <vt:lpstr>Já os filhos de Deus bem alegres estão,  Porém no céu prazer melhor terão,  Os gozos do cristão, apenas gotas são  Do mar de bênçãos, em Sido!</vt:lpstr>
      <vt:lpstr>Secam-se do mundo os mananciais por fim,  Deixando aqui somente sequidão, Porém, as fontes divinais não são assim,  Pois sempre águas vivas manarão.  Santificado seja o nome Teu, O glorioso Deus de amor!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351 - A FELICIDADE DA SALVAÇÃO</dc:title>
  <dc:creator>Montagna</dc:creator>
  <cp:lastModifiedBy>Emerson Souza</cp:lastModifiedBy>
  <cp:revision>2</cp:revision>
  <dcterms:created xsi:type="dcterms:W3CDTF">2005-10-20T04:30:33Z</dcterms:created>
  <dcterms:modified xsi:type="dcterms:W3CDTF">2026-05-02T22:06:11Z</dcterms:modified>
</cp:coreProperties>
</file>