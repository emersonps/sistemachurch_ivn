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EA711-F3AC-3D08-947A-25E68EE4C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4EBEA9-3B6C-2FE9-E890-57D76536C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134158-73EB-3540-A41D-290286D5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4E68DE-004B-8DF3-14AB-72A2CADC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B9D4CC-FA6E-FC55-F879-E2B9F783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5ED179-A4C6-491B-824B-9467A34809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14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33A81-7E82-8405-98CF-D9A44FB3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AFFE8E-0840-5E0A-7F7B-2199E2E47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4394DE-AD0F-6662-A2E5-E3114865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BD851-B7C4-D103-2F36-29F3D682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396678-51BD-DC6C-130D-2538FA7A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1AB72-8811-432D-BF84-E794E7BF10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217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1EA26-073E-E572-A553-20D940D9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FACC7-A395-0FAE-A2BF-D07423A2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FA41FE-0660-90D3-5ACB-76E50E18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55D4-C137-50A7-A7B5-CB7AAE0D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779F26-1F58-9A39-663C-8F444D7F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F136F-A443-4F41-9CEB-0A45A8FE45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1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BD097-1937-6CF0-E6BE-0B6BDFE1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56124-EA77-A24E-55FD-67A8D9ACD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25CD16-B825-B98B-72F9-DCFD7C769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16717A-641D-41A8-066C-B12C283E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9527D0-7C37-0CAD-8D83-EBA0B4A2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DF215C-3797-F854-1A16-47C0F62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303DF-2B4D-4283-8F79-59C38E6E87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580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F8899-39DB-B260-A2A1-C39C8C7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099EA2-9CC9-331D-2B81-3DDD8A10F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C79671-8D21-42BB-9FEA-4B8F9C17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1092BB-6396-AB93-2F85-57A2940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1D5E24-F783-CBC2-0577-EA6EA0EB7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46D28E-61E0-8E55-3C54-896C8BD1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72B541-5837-34F1-BF1B-3E1129BF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B22177-80AB-F29B-CBE4-FACB5EF3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B10BC-E89E-444C-8F47-2795EABDF2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279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1CC8F-DE10-566F-3478-26A78C33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AB2F1F-4900-E8B3-8DE1-9ACA6B50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ABBA43-7803-783E-DD6C-9B23E45B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1EC6CB-C825-D5B1-7EBA-266AD433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9965A4-C4F4-4DF7-9C59-5BCE077C0D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702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C34B3A-B6E2-15E1-92BA-79F21CCE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ED93AF-7BF6-B65C-937F-890A453D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7F931-8241-63FD-5F43-526C45F4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794EC-0E6C-4644-A748-DC930F4CCE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60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EAC6D-B5B1-59BF-1356-1977E05F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A3968-A683-2DE1-2D09-62C987581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8EEEB3-DB69-DF62-BDFB-FADC1DE1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40A0FD-CB9D-FEDE-792D-4D8C4BC0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ABBEA8-15EC-98EC-6408-3B0FED05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471983-136F-C538-C0B0-D53C5BFC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78B79-7866-4DA7-93A5-99BA4019C8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702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2E134-9192-5603-4F53-07497A9E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7BB278-6DFC-DFB0-4958-1D653812C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6B6C54-DB85-4730-F3F2-085A081BD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D563ED-0A8F-3958-9FD5-F058F0F1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6E9BF4-A09C-2076-6602-07695386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4FF35A-DC68-37A0-92CB-88BB73CB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577B51-C562-4503-8F63-B1F2FF77B3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58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B9B23-8945-6891-FF40-E27FED0D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4A03C6-F913-518B-4E5C-E377AF963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287A9C-3F4A-45CF-0833-2C95815E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3344D2-351D-C1EE-B699-DA9F8CC6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457826-536B-AA35-9FFC-763FCF0A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1F366-4506-4115-B604-61368A591E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899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967137-C434-64C2-412C-1805E48F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3C88AF-1B85-887B-2C46-1B0F94C00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3EA330-AC2B-C910-C8AC-67EC6F80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AC31A0-9217-6CA3-1153-53B647FD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4F5541-96AD-6A67-FA5D-27BCF6F7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76D4E-07AD-465E-A3E5-B3692B3B76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329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9483504-5619-7E0B-421A-C337E7E02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DF94D8-A29E-0C3E-D881-046FCF058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15443FB-95BB-2F2F-F9DC-783C118691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942717B-3CF6-64F2-905E-1434C9EC34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011FCE-979B-57D7-EAD8-F10110576C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99CD98-8A9D-47BB-9E37-7DC0EBF1293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2E28EA-F85A-7A63-4587-4722FA28B0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121</a:t>
            </a:r>
            <a:br>
              <a:rPr lang="en-US" altLang="pt-BR" sz="4400" b="1"/>
            </a:br>
            <a:r>
              <a:rPr lang="en-US" altLang="pt-BR" sz="4400" b="1"/>
              <a:t>MARAVILHOSO É JESUS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7A85363-90E7-D0CC-FC05-CD1E4B608D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BE12FBB-C87D-B98E-BD0C-28273A171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68963"/>
          </a:xfrm>
        </p:spPr>
        <p:txBody>
          <a:bodyPr/>
          <a:lstStyle/>
          <a:p>
            <a:r>
              <a:rPr lang="en-US" altLang="pt-BR" i="1"/>
              <a:t>Maravilhoso é Jesus, </a:t>
            </a:r>
            <a:br>
              <a:rPr lang="en-US" altLang="pt-BR" i="1"/>
            </a:br>
            <a:r>
              <a:rPr lang="en-US" altLang="pt-BR" i="1"/>
              <a:t>Da minha vida a luz, </a:t>
            </a:r>
            <a:br>
              <a:rPr lang="en-US" altLang="pt-BR" i="1"/>
            </a:br>
            <a:r>
              <a:rPr lang="en-US" altLang="pt-BR" i="1"/>
              <a:t>Pois me salvando, me perdoando, Para Sião me conduz.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583C210D-2EB7-D92E-1C22-E57BE50A4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211763"/>
          </a:xfrm>
        </p:spPr>
        <p:txBody>
          <a:bodyPr/>
          <a:lstStyle/>
          <a:p>
            <a:r>
              <a:rPr lang="en-US" altLang="pt-BR" b="1" i="1"/>
              <a:t>Maravilhoso, sim, maravilhoso!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pois salvou-me a mim!</a:t>
            </a:r>
            <a:r>
              <a:rPr lang="en-US" altLang="pt-BR" i="1"/>
              <a:t> </a:t>
            </a:r>
            <a:r>
              <a:rPr lang="en-US" altLang="pt-BR" b="1" i="1"/>
              <a:t>Maravilhoso e mui glorioso,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que vive em mim.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BF5C5F2B-AD12-291E-7A1A-D94ABB077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en-US" altLang="pt-BR" i="1"/>
              <a:t>Nunca podia saber, </a:t>
            </a:r>
            <a:br>
              <a:rPr lang="en-US" altLang="pt-BR" i="1"/>
            </a:br>
            <a:r>
              <a:rPr lang="en-US" altLang="pt-BR" i="1"/>
              <a:t>Qual é o grande prazer, </a:t>
            </a:r>
            <a:br>
              <a:rPr lang="en-US" altLang="pt-BR" i="1"/>
            </a:br>
            <a:r>
              <a:rPr lang="en-US" altLang="pt-BR" i="1"/>
              <a:t>Dum que perdido, arrependido, </a:t>
            </a:r>
            <a:br>
              <a:rPr lang="en-US" altLang="pt-BR" i="1"/>
            </a:br>
            <a:r>
              <a:rPr lang="en-US" altLang="pt-BR" i="1"/>
              <a:t>A graça vem receber.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BFAD1CA-A9FE-0B5B-1DE1-3A0D6B8B5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211763"/>
          </a:xfrm>
        </p:spPr>
        <p:txBody>
          <a:bodyPr/>
          <a:lstStyle/>
          <a:p>
            <a:r>
              <a:rPr lang="en-US" altLang="pt-BR" b="1" i="1"/>
              <a:t>Maravilhoso, sim, maravilhoso!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pois salvou-me a mim!</a:t>
            </a:r>
            <a:r>
              <a:rPr lang="en-US" altLang="pt-BR" i="1"/>
              <a:t> </a:t>
            </a:r>
            <a:r>
              <a:rPr lang="en-US" altLang="pt-BR" b="1" i="1"/>
              <a:t>Maravilhoso e mui glorioso,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que vive em mim.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109537A-0B1E-C39A-5176-6DDD63178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i="1"/>
              <a:t>Ele nas trevas me achou, Eternamente me amou; </a:t>
            </a:r>
            <a:br>
              <a:rPr lang="en-US" altLang="pt-BR" i="1"/>
            </a:br>
            <a:r>
              <a:rPr lang="en-US" altLang="pt-BR" i="1"/>
              <a:t>Vida abundante, gozo bastante. Tenho por quem me salvou.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F9DC21D-1D61-F56A-643E-8E7A973EE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211763"/>
          </a:xfrm>
        </p:spPr>
        <p:txBody>
          <a:bodyPr/>
          <a:lstStyle/>
          <a:p>
            <a:r>
              <a:rPr lang="en-US" altLang="pt-BR" b="1" i="1"/>
              <a:t>Maravilhoso, sim, maravilhoso!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pois salvou-me a mim!</a:t>
            </a:r>
            <a:r>
              <a:rPr lang="en-US" altLang="pt-BR" i="1"/>
              <a:t> </a:t>
            </a:r>
            <a:r>
              <a:rPr lang="en-US" altLang="pt-BR" b="1" i="1"/>
              <a:t>Maravilhoso e mui glorioso,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que vive em mim.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9DECBB28-97AE-C907-43DA-F00F8A0F6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257800"/>
          </a:xfrm>
        </p:spPr>
        <p:txBody>
          <a:bodyPr/>
          <a:lstStyle/>
          <a:p>
            <a:r>
              <a:rPr lang="en-US" altLang="pt-BR" i="1"/>
              <a:t>Cristo é tudo pra mim, </a:t>
            </a:r>
            <a:br>
              <a:rPr lang="en-US" altLang="pt-BR" i="1"/>
            </a:br>
            <a:r>
              <a:rPr lang="en-US" altLang="pt-BR" i="1"/>
              <a:t>Também será para ti; </a:t>
            </a:r>
            <a:br>
              <a:rPr lang="en-US" altLang="pt-BR" i="1"/>
            </a:br>
            <a:r>
              <a:rPr lang="en-US" altLang="pt-BR" i="1"/>
              <a:t>Vou caminhando, sempre </a:t>
            </a:r>
            <a:br>
              <a:rPr lang="en-US" altLang="pt-BR" i="1"/>
            </a:br>
            <a:r>
              <a:rPr lang="en-US" altLang="pt-BR" i="1"/>
              <a:t>O louvando, </a:t>
            </a:r>
            <a:br>
              <a:rPr lang="en-US" altLang="pt-BR" i="1"/>
            </a:br>
            <a:r>
              <a:rPr lang="en-US" altLang="pt-BR" i="1"/>
              <a:t>Pois Ele salvou-me a mim!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5BD3B17-424D-DB64-0E56-075D491EB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211763"/>
          </a:xfrm>
        </p:spPr>
        <p:txBody>
          <a:bodyPr/>
          <a:lstStyle/>
          <a:p>
            <a:r>
              <a:rPr lang="en-US" altLang="pt-BR" b="1" i="1"/>
              <a:t>Maravilhoso, sim, maravilhoso!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pois salvou-me a mim!</a:t>
            </a:r>
            <a:r>
              <a:rPr lang="en-US" altLang="pt-BR" i="1"/>
              <a:t> </a:t>
            </a:r>
            <a:r>
              <a:rPr lang="en-US" altLang="pt-BR" b="1" i="1"/>
              <a:t>Maravilhoso e mui glorioso,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É Cristo, que vive em mim.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121 MARAVILHOSO É JESUS </vt:lpstr>
      <vt:lpstr>Maravilhoso é Jesus,  Da minha vida a luz,  Pois me salvando, me perdoando, Para Sião me conduz. </vt:lpstr>
      <vt:lpstr>Maravilhoso, sim, maravilhoso!  É Cristo, pois salvou-me a mim! Maravilhoso e mui glorioso,  É Cristo, que vive em mim. </vt:lpstr>
      <vt:lpstr>Nunca podia saber,  Qual é o grande prazer,  Dum que perdido, arrependido,  A graça vem receber.   </vt:lpstr>
      <vt:lpstr>Maravilhoso, sim, maravilhoso!  É Cristo, pois salvou-me a mim! Maravilhoso e mui glorioso,  É Cristo, que vive em mim. </vt:lpstr>
      <vt:lpstr>Ele nas trevas me achou, Eternamente me amou;  Vida abundante, gozo bastante. Tenho por quem me salvou. </vt:lpstr>
      <vt:lpstr>Maravilhoso, sim, maravilhoso!  É Cristo, pois salvou-me a mim! Maravilhoso e mui glorioso,  É Cristo, que vive em mim. </vt:lpstr>
      <vt:lpstr>Cristo é tudo pra mim,  Também será para ti;  Vou caminhando, sempre  O louvando,  Pois Ele salvou-me a mim! </vt:lpstr>
      <vt:lpstr>Maravilhoso, sim, maravilhoso!  É Cristo, pois salvou-me a mim! Maravilhoso e mui glorioso,  É Cristo, que vive em mim.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121 MARAVILHOSO É JESUS </dc:title>
  <dc:creator>Junior</dc:creator>
  <cp:lastModifiedBy>Emerson Souza</cp:lastModifiedBy>
  <cp:revision>1</cp:revision>
  <dcterms:created xsi:type="dcterms:W3CDTF">2005-12-04T21:28:54Z</dcterms:created>
  <dcterms:modified xsi:type="dcterms:W3CDTF">2026-05-02T21:46:50Z</dcterms:modified>
</cp:coreProperties>
</file>