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6E7FC-FEC5-7893-AF5B-8C8BD8C93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6D7396-4D47-47E6-716F-A40219960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1CA708-D627-F9EB-C1B5-D58B16DF4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FDB051-0098-2CD7-60ED-4F633B3D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D133E7-780E-E47D-ACB9-0B3D0C1D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CFD070-A26D-4E59-A200-5AE9AC5397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2534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066B7-3035-A12B-F2E2-01EA509F8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C2BCC0-3581-FE23-5A15-9CB22EDC4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DD8955-3C30-9080-D448-96CBA55D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5A5D9A-4F29-96F9-0C50-EA5D0307C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0B2CC8-F052-EFFC-9327-5C318CEC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6C62A-5443-4AB6-9124-DBC7CB73BE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238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8D37A-94F7-8C63-C9CB-AD130B65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CA23F3-745F-6D6F-6788-9FD69C4B0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A68E5B-9E2E-F62C-6036-15E83CFE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405392-C115-C73A-55E4-024ADD30C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4D21B6-AD28-3ECC-C217-F6A9F7A03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AEF65D-1329-42BA-A86C-FE4176F3DC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210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CC75A-B80E-FD28-4598-7D60B4E5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E575C3-E756-10F9-822C-74B8E0AD9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2BFD18F-246D-90B6-E2B1-3FA0A8FB6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4C32CD-388F-FD8D-70B1-6A48DF548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155CA3-09C4-E9D6-FFE1-5CF6C1C24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BDB16D-5D7F-9BAA-0962-19CEBA5D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A29231-E8C4-4833-8812-B3D60F4FFB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4977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ABD19-4452-EB0C-A0F6-52580AEEE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2559DF-EB5A-9918-3BF2-3FD7617CD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F3C6D7-5C6A-D8A1-E534-3D9410C7D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391899-19FA-99AA-AEF8-F1E61A2B2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574FBD9-6071-5C45-6562-AF7273D359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5CD86D1-5A95-3D4F-B7E8-17F8E8F02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41980F6-8C39-988E-E3CF-079369DA1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DF6175B-2FDA-A79B-ADF4-3234809A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1C1F0B-4E63-401A-BBB4-144FF9FE1F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164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2AE4A-A74E-5698-E371-AA0893C50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FA28AA4-AC06-F6D6-92F3-BEEA5728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E17E7F-A399-7403-3027-D49364746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78B5B97-46B5-E929-2D8D-1D4703E2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58FE8D-B198-441E-8DD5-8AA1098FB7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4444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D8A154-EC67-D41E-8722-0DB2C2CA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696FBB-6BD6-D3F5-33C0-AB4256A8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73F9F1-2A68-6B9D-51FF-8D4B77C3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0B005B-1AFD-4B0F-ADD8-8FB52CDCDF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8369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6797F-A178-3AD8-70C2-B765B357F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C24897-024E-EDFB-CAB1-ACF57228D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8A4D2C-9D7B-E759-B0C1-8E6344639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4412CB-AF05-5513-3CF5-C67F0FE5B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2B2D7B-0089-5C67-7E0E-857EBA74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063339-C030-BA33-D797-583FE8162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9F93B0-0152-4FE9-B333-8D7F0A3950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7536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AC152-72D4-C7DA-E81F-6B67A1A64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E7203FB-1A08-433D-622D-D986F3A82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A1A10B-AF37-9174-EEE4-54A53EA83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0B197E-3D2F-4AD3-D227-FC26213D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8DDFA7-5E77-EE13-1784-C62D43610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3E830C-EC3D-3418-4E05-458590BE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F4049D-A514-48F6-8735-95113024B1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0493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BBD50-F128-057F-177B-67D05E7E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77E46D-7FFC-EEA9-C3EC-D82D6B1AA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86B843-799F-A194-9B34-0DF667C88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DB2479-24D2-0A71-908C-B347BF15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5CEB02-29B1-B253-67E1-EB8CA785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635962-FC57-407C-9F1A-977F13EBE0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065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54E38F-3A7F-6987-E2E6-E85238D65D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7D775CD-9F11-2F14-C032-8BF056460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9E74EE-70C5-DE48-7FAD-476F0D5CA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876AD9-3142-0A06-D490-9E64E6E17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9AE92B-9ABF-594D-0D27-13170403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97C52A-B402-459D-8F55-E09984653B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990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2E085D4-D317-D25D-44DB-7CA23E2DE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05E1B48-DD4E-785D-3344-6ABF3D8AA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88F15B5-6583-ECC9-3325-B15262EA7C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3B1EAEB-204D-690B-B257-30AFC39192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10572B5-5B9A-FDC8-A5BC-8CDAC83E617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E843C3E-956F-46D7-8A13-04272762AD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5B384DE-A7D1-AB0D-9E6A-052DC829472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rgbClr val="CCCCFF"/>
                </a:solidFill>
              </a:rPr>
              <a:t>27</a:t>
            </a:r>
            <a:br>
              <a:rPr lang="pt-BR" altLang="pt-BR" sz="4400">
                <a:solidFill>
                  <a:srgbClr val="CCCCFF"/>
                </a:solidFill>
              </a:rPr>
            </a:br>
            <a:r>
              <a:rPr lang="pt-BR" altLang="pt-BR" sz="4400">
                <a:solidFill>
                  <a:srgbClr val="CCCCFF"/>
                </a:solidFill>
              </a:rPr>
              <a:t>Amor que Vence</a:t>
            </a:r>
            <a:endParaRPr lang="en-US" altLang="pt-BR" sz="4400">
              <a:solidFill>
                <a:srgbClr val="CCCCFF"/>
              </a:solidFill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30AC8F7-33CC-F3B5-FFE6-FF51A16A4A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F196BE5-1274-8496-517B-2B2F88294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229600" cy="6019800"/>
          </a:xfrm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Amor, que por amor desceste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Amor que por amor morreste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Oh! Quanta dor não padeceste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Meu coração pra conquistar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 meu amor ganhar.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EB3D411B-9386-24C6-8F1B-66DDE78E37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897562"/>
          </a:xfrm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Amor, que com a mor seguias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A mim, que sem amor Tu vias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Ah! Quanto amor por mim sentias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Meu Salvador, meu bom Jesus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Sofrendo sobre a cruz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59FA7A50-77DE-A650-5CEE-58C2C6DE3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897562"/>
          </a:xfrm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Amor, que tudo me perdoas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Amor, que até mesmo abençoas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Um réu de quem te afeiçoas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Por Ti vencido, ó Salvador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Eis-me a Teus pés Senhor!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6AB104A3-FECD-94DB-B1F9-684090B9F9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897562"/>
          </a:xfrm>
        </p:spPr>
        <p:txBody>
          <a:bodyPr/>
          <a:lstStyle/>
          <a:p>
            <a:r>
              <a:rPr lang="pt-BR" altLang="pt-BR">
                <a:solidFill>
                  <a:srgbClr val="CCCCFF"/>
                </a:solidFill>
              </a:rPr>
              <a:t>Amor, que nunca, nunca muda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Que nos Teus braços me seguras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Cercando-me de mil venturas!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Aceita agora, Salvador</a:t>
            </a:r>
            <a:br>
              <a:rPr lang="pt-BR" altLang="pt-BR">
                <a:solidFill>
                  <a:srgbClr val="CCCCFF"/>
                </a:solidFill>
              </a:rPr>
            </a:br>
            <a:r>
              <a:rPr lang="pt-BR" altLang="pt-BR">
                <a:solidFill>
                  <a:srgbClr val="CCCCFF"/>
                </a:solidFill>
              </a:rPr>
              <a:t>O meu humilde amor.</a:t>
            </a:r>
            <a:endParaRPr lang="en-US" altLang="pt-BR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136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27 Amor que Vence</vt:lpstr>
      <vt:lpstr>Amor, que por amor desceste Amor que por amor morreste Oh! Quanta dor não padeceste Meu coração pra conquistar E meu amor ganhar.</vt:lpstr>
      <vt:lpstr>Amor, que com a mor seguias A mim, que sem amor Tu vias Ah! Quanto amor por mim sentias Meu Salvador, meu bom Jesus Sofrendo sobre a cruz</vt:lpstr>
      <vt:lpstr>Amor, que tudo me perdoas Amor, que até mesmo abençoas Um réu de quem te afeiçoas Por Ti vencido, ó Salvador Eis-me a Teus pés Senhor!</vt:lpstr>
      <vt:lpstr>Amor, que nunca, nunca muda Que nos Teus braços me seguras Cercando-me de mil venturas! Aceita agora, Salvador O meu humilde amor.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 Amor que Vence</dc:title>
  <dc:creator>Junior</dc:creator>
  <cp:lastModifiedBy>Emerson Souza</cp:lastModifiedBy>
  <cp:revision>2</cp:revision>
  <dcterms:created xsi:type="dcterms:W3CDTF">2005-08-21T22:09:37Z</dcterms:created>
  <dcterms:modified xsi:type="dcterms:W3CDTF">2026-05-02T21:39:17Z</dcterms:modified>
</cp:coreProperties>
</file>