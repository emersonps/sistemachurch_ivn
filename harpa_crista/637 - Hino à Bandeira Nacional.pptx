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45FF8-D3A9-2D67-808E-932299EA8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4C0B36-AB83-EE1D-4A81-6E11A0813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A06500-4F51-425A-FBDB-0EA5AA58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77B4A4-8C8D-14A0-3575-EE75E718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4B5E5-675B-58D7-0D63-CB75E612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4F1DC-9FD9-43B7-B847-03F1CC992B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585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5A0D7-949C-9700-A765-8BFACC28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0A3D2-879C-198F-4CBB-9F426FF6A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77FF0B-078B-59F4-B8C6-19102265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D181CA-2C53-8126-1047-E09BF300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3A2514-BEC3-FB75-5099-C1CE633B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21310-21AB-4E80-B629-5F0E843F00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953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BD777-CD1F-7DF1-3DE0-7A103BE1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3B28AE-9AE4-9EC1-6346-E30F38CE0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7EB38A-4F0F-9132-4787-ADD93C5F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849954-CD40-7797-EC2C-258EB1AB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D7E659-7CF3-DF90-3250-7011FA87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8D970-3AF0-4C6B-B6ED-4F2320B03E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362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8D422-2612-69BE-70F7-F33B12C3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FCDDE-1FCE-62B2-99D9-53B355D92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66BC8F-C5AB-069F-4FAE-6838CCF9C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DCB0E5-E6CD-E95F-EB59-BCE98B6C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7F5EA7-9AF9-E57F-1185-44D5DF30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69D90-4B00-39C9-D25F-3915D9D0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F7693-FCE3-4126-9294-781DACD621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602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0D458-6699-2783-F99C-7B336A2F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52E5A2-F79B-3A6E-9733-E2871B95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56CD75-C3D2-E319-F321-1C3C3D588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B4C118-BE72-598D-F975-759692F9A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E95CAA-C327-3297-48B9-4784BB46F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CF360B-3014-32E0-CA0A-01F870C7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2D7D4E8-C935-0D96-3A09-5517E9E4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87619A-2D14-1F90-3280-38A2D617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371537-9D0F-4933-A70C-2649BCDA95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494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06E4B-947C-624C-2A76-E8F87CB6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A0962CF-0AD2-569D-82D0-BD9441A8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D02C71-F6BF-E93A-33B9-99983DE9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4D468E-AF87-16EE-9D0B-7CAB5D55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F40FA7-F0B0-4D41-BA97-A304160C16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542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CA4CC8-899E-CCE2-446B-51977549E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F7FEFE-9244-879A-B7FB-4ABE2DBF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4C9600-CB2E-3D06-A1B8-4019CC6D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F7768-D222-416D-9DCD-FD38C7868A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351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F9160-E8D2-CCF1-D285-477C9B5D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841179-5315-3DE8-60EE-416C1C71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AD2CF6-0DF0-10C2-10C7-F2E5382F3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272080-41CF-072C-3317-07ECBF28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E93AB3-90C3-2451-410E-0D218827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7AB02A-99D9-33D9-AC77-6338E02D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AF7895-79D5-44C5-B4A9-38F3D4FC56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672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E3524-EEBF-B30D-4215-F0F98008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CDEF78-1C61-4437-0247-B0C4539FB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B21D4B-A366-868A-8CED-A4412E255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CF9123-EB39-5F04-FF54-6F56FE26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4FF42C-EA9F-F546-6995-E847EAE4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1CF0E5-BE6F-4963-3251-F63DA929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15128A-1224-43BF-95EA-DF5FC3551B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602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953BE-C873-9EFC-B03D-38D9F20A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81A51B-D1ED-6043-7B32-2C3AF6352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655E99-BD78-D716-1D64-3595C4BE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D56820-6D08-D952-EDF2-1CB1EB36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F95637-08D8-1058-D3B5-11D47AE4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74DA0-0F8F-4D73-AB59-6ACB4A6529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779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39FFEF-A3A5-904D-ECCB-D6DC1BD63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C665C2-F179-C3F1-F0B8-01E23B743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11647-F2D3-F0E5-7168-5A100382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EBF313-35E5-E6E8-5579-BD86896B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3B34B1-83F4-CA75-7C61-C1C13D67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112DA-3F09-4C22-8F86-904E0D1BEE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500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507AF9-9E55-1BAD-2AEC-4D4140F8E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7760A8-CD62-F11E-513B-E65C0B14E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50F98D-2EBE-72CB-B3EF-E9837ABDCEC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28F1AE3-E966-7F30-AD71-B07DB5927C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3BAC62-71BD-0142-6C9A-D43DD7C178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634AF99-FC38-445C-9BF3-6C9A0106B88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26703D-D7CB-3869-419D-F8A92BE99B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637 – Hino à Bandeira Nacional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A32C5B7-947E-B76B-24BB-2D95A2B026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30844D5-A5EB-4204-7BE0-7862EF98E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Salve lindo pendão da esperança! Salve, símbolo augusto da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Tua nobre presença à lembrança </a:t>
            </a:r>
            <a:br>
              <a:rPr lang="en-US" altLang="pt-BR" sz="4000" i="1"/>
            </a:br>
            <a:r>
              <a:rPr lang="en-US" altLang="pt-BR" sz="4000" i="1"/>
              <a:t>A grandeza da Pátria nos traz.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4361EB6-1D70-498A-087A-B041639B9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Recebe o afeto que se encerra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nosso peito juvenil,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Querido símbolo da terra,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amada terra do Brasil!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271A25-76A4-141A-0334-A5BA790F5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 Em teu seio formoso retratas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Este céu de puríssimo azul, </a:t>
            </a:r>
            <a:br>
              <a:rPr lang="en-US" altLang="pt-BR" sz="4000" i="1"/>
            </a:br>
            <a:r>
              <a:rPr lang="en-US" altLang="pt-BR" sz="4000" i="1"/>
              <a:t>A verdura sem-par destas matas,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 esplendor do Cruzeiro do Sul.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818EE43-6323-BCEE-565F-42B1357FD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Recebe o afeto que se encerra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nosso peito juvenil,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Querido símbolo da terra,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amada terra do Brasil!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82B9A6C-6FF5-7AAB-8B4C-37265776C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Contemplando teu vulto sagrado,</a:t>
            </a:r>
            <a:r>
              <a:rPr lang="en-US" altLang="pt-BR" sz="4000"/>
              <a:t> </a:t>
            </a:r>
            <a:r>
              <a:rPr lang="en-US" altLang="pt-BR" sz="4000" i="1"/>
              <a:t>Compreendemos o nosso dever,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 Brasil. por seus filhos amado,</a:t>
            </a:r>
            <a:r>
              <a:rPr lang="en-US" altLang="pt-BR" sz="4000"/>
              <a:t> </a:t>
            </a:r>
            <a:r>
              <a:rPr lang="en-US" altLang="pt-BR" sz="4000" i="1"/>
              <a:t>Poderoso e feliz há de ser.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D258BA6-6929-6791-BD6C-F0E577B7F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Recebe o afeto que se encerra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nosso peito juvenil,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Querido símbolo da terra,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amada terra do Brasil!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5604595-130B-5C23-60EE-4572A7D08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Sobre a imensa nação brasileira,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 momentos de festa ou de dor,</a:t>
            </a:r>
            <a:r>
              <a:rPr lang="en-US" altLang="pt-BR" sz="4000"/>
              <a:t> </a:t>
            </a:r>
            <a:r>
              <a:rPr lang="en-US" altLang="pt-BR" sz="4000" i="1"/>
              <a:t>Paira sempre, sagrada bandeira,</a:t>
            </a:r>
            <a:r>
              <a:rPr lang="en-US" altLang="pt-BR" sz="4000"/>
              <a:t> </a:t>
            </a:r>
            <a:r>
              <a:rPr lang="en-US" altLang="pt-BR" sz="4000" i="1"/>
              <a:t>Pavilhão da justiça e do amor!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FF3E84C-C6D5-3700-176F-F4A809279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Recebe o afeto que se encerra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nosso peito juvenil,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Querido símbolo da terra,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amada terra do Brasil!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637 – Hino à Bandeira Nacional</vt:lpstr>
      <vt:lpstr>Salve lindo pendão da esperança! Salve, símbolo augusto da paz!  Tua nobre presença à lembrança  A grandeza da Pátria nos traz.    </vt:lpstr>
      <vt:lpstr>Recebe o afeto que se encerra  Em nosso peito juvenil,  Querido símbolo da terra,  Da amada terra do Brasil!    </vt:lpstr>
      <vt:lpstr> Em teu seio formoso retratas  Este céu de puríssimo azul,  A verdura sem-par destas matas,  E o esplendor do Cruzeiro do Sul.    </vt:lpstr>
      <vt:lpstr>Recebe o afeto que se encerra  Em nosso peito juvenil,  Querido símbolo da terra,  Da amada terra do Brasil!    </vt:lpstr>
      <vt:lpstr>Contemplando teu vulto sagrado, Compreendemos o nosso dever,  E o Brasil. por seus filhos amado, Poderoso e feliz há de ser.    </vt:lpstr>
      <vt:lpstr>Recebe o afeto que se encerra  Em nosso peito juvenil,  Querido símbolo da terra,  Da amada terra do Brasil!    </vt:lpstr>
      <vt:lpstr>Sobre a imensa nação brasileira,  Nos momentos de festa ou de dor, Paira sempre, sagrada bandeira, Pavilhão da justiça e do amor!</vt:lpstr>
      <vt:lpstr>Recebe o afeto que se encerra  Em nosso peito juvenil,  Querido símbolo da terra,  Da amada terra do Brasil!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637 – Hino à Bandeira Nacional</dc:title>
  <dc:creator>Junior</dc:creator>
  <cp:lastModifiedBy>Emerson Souza</cp:lastModifiedBy>
  <cp:revision>1</cp:revision>
  <dcterms:created xsi:type="dcterms:W3CDTF">2005-12-27T18:20:01Z</dcterms:created>
  <dcterms:modified xsi:type="dcterms:W3CDTF">2026-05-02T22:30:39Z</dcterms:modified>
</cp:coreProperties>
</file>