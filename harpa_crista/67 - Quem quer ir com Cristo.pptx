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79B15-94A5-2BEC-C5EE-FF0C2461C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D858DE-F70A-AA4C-FC00-06399CAB7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0B77BE-EEF9-D483-0D68-DE0FE6EC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5E148-BCFE-2AF2-87CF-28E8BBDA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5A985E-054A-5F2E-39A2-BE2896B3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E32202-8650-4594-8226-4144A662D5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261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BFE18-2C85-9FCE-D18F-F24728CE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B4F507-E381-F2D2-BC0F-A98ED66D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ADB3E-534A-021B-276F-770ED9FB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AD712-9C20-25FF-C91E-380C5C6B8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62A501-D0B5-ACE0-D3BA-6EE56678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4CF64-E321-46CA-B3AB-060C2A5B14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04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926FD-77A9-59CB-D1B6-BB5FEEEF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A87A14-6C6F-1C1F-C51A-284BB8D3C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91D7BD-1059-270E-6B8C-A6EF7D75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759C07-BDDB-0B08-9C37-4F6689A9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362C18-6079-D3E1-8503-7D88AA9A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CA11D-4BFD-4CCA-9FCC-5F75E58B16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2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D3537-31D2-7083-ED85-33BFBF3E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D4781-46E3-CBCD-E6E9-80913ABE6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B804EF-760D-DFFD-46DE-13321DF1D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EAD374-ADD7-DDA8-2E9B-876AE00F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C85769-6585-FEA9-C12F-6AB7CC84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CA2E1F-2A0C-D7DA-D9AF-D06978C4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D7DA44-9EFD-4086-93B7-21ACF845DC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892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C986D-E017-0FA2-6D6B-4189B17D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E1E93E-759F-1B94-8A8A-6616B436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216734-C929-F763-CA5B-49D7223F7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4EC216-F522-CC41-1967-9EDC019DE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3C70D7-846B-743A-C498-C1690075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561205-5FBD-9F53-2CA3-20B65C83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66453A-9259-D3E9-D84D-2A219C82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1E0F46-B99A-BF28-DAC0-6CC3334E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106A2-6373-43DE-B625-A015BF8F66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60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03507-385E-D571-46F3-C2447AC1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7CDD72-D431-AADD-4544-E55517FB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B9179-8E76-8FEC-FF2C-68476040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D5F5EF-A526-24AE-5EE2-E608BD4C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F790A-1F1E-4550-AFF4-B46D80BF8E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27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43524B-4D98-7CA0-23BE-991388D4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CDC138-011C-CD8A-8FEF-AD479D86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EA8647-2D09-B335-5311-1AB95BA9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08DD02-2DCD-4350-A3A5-13C8D7BC7B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095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397C8-0B96-73E5-6C8B-30CBCC76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287CE4-DB0A-DD75-66A8-57BF13DEC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7CED75-1DE2-6437-63E7-0F6E5169D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4BFE64-4371-EEFD-09B9-05AD7F40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077A8C-A491-83F3-A3BA-11425860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07CA6-C5DC-CD58-96D4-8782ABD0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5F014-7CBC-420F-9CC5-8E3D369086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976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72375-C3C5-3A4F-90B2-1AFDE041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D1A4B2-C841-CC08-028F-FA96B87A4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578F81-7E32-053B-8F51-9B2FB58AB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0F3D01-3C9D-0833-950A-59CEA6BF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ED676C-194E-401A-CA40-CEADE552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8E488F-F1E5-971F-6A93-1FBAE0F1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B60B8-FE30-4E9F-9D25-18E61B6EC4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949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A57FF-51AB-AB2E-7ADB-A74FAEFC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4F687C-2096-0BBB-262F-9D97490EE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C114FE-733B-915F-70CF-251BA90F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1434B-CFF6-417B-9E03-6F275758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F338A7-0AEF-1B6C-3530-9F5B034F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69092-762F-444E-91E1-62F8DA69FE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36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C7479B-CE9A-4C04-53BE-2327F2ACA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C3A85F-1E8A-7B19-AE75-C9E5A22BF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907179-6477-356D-910A-D4F1E4C3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EB298F-5F9F-2C1B-081F-365E15F9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601E11-D56C-DF23-5BF3-0A30F420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82C77-9C7D-492D-BBA4-7801604CB9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303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B7B786-E1FA-B280-C978-DB63A9B5E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023357-BA71-71F2-EA63-E8E8DF7E5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416D53-BD7B-4542-66E0-6E4624BF87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5BFAAC-8192-5F36-D753-17907E18C2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953FCA-CB5A-D424-D230-9F2AFD78A2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3148CB4-30C6-4DD0-9459-5E9708542C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0D73B40-CC33-F03B-D8F2-4D8E806D97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67</a:t>
            </a:r>
            <a:br>
              <a:rPr lang="en-US" altLang="pt-BR" sz="4000" b="1" i="1"/>
            </a:br>
            <a:r>
              <a:rPr lang="en-US" altLang="pt-BR" sz="4000" b="1" i="1"/>
              <a:t>QUEM QUER IR COM CRISTO?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D3A6247-E4AA-482A-80B2-7874D33F2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i="1"/>
              <a:t>Quem quer hoje mesmo </a:t>
            </a:r>
            <a:br>
              <a:rPr lang="en-US" altLang="pt-BR" sz="4000" i="1"/>
            </a:br>
            <a:r>
              <a:rPr lang="en-US" altLang="pt-BR" sz="4000" i="1"/>
              <a:t>A Jesus seguir?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pendão alçando, ao combate ir?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quer, humilhado, sempre </a:t>
            </a:r>
            <a:br>
              <a:rPr lang="en-US" altLang="pt-BR" sz="4000" i="1"/>
            </a:br>
            <a:r>
              <a:rPr lang="en-US" altLang="pt-BR" sz="4000" i="1"/>
              <a:t>O servir,</a:t>
            </a:r>
            <a:r>
              <a:rPr lang="en-US" altLang="pt-BR" sz="4000"/>
              <a:t> </a:t>
            </a:r>
            <a:r>
              <a:rPr lang="en-US" altLang="pt-BR" sz="4000" i="1"/>
              <a:t>E obedecê-Lo. </a:t>
            </a:r>
            <a:br>
              <a:rPr lang="en-US" altLang="pt-BR" sz="4000" i="1"/>
            </a:br>
            <a:r>
              <a:rPr lang="en-US" altLang="pt-BR" sz="4000" i="1"/>
              <a:t>Seu querer cumprir?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90FA15-E5AA-7EDC-9EAE-27924543D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b="1" i="1"/>
              <a:t>Quem quer ir com Cristo, </a:t>
            </a:r>
            <a:br>
              <a:rPr lang="en-US" altLang="pt-BR" sz="3600" b="1" i="1"/>
            </a:br>
            <a:r>
              <a:rPr lang="en-US" altLang="pt-BR" sz="3600" b="1" i="1"/>
              <a:t>Quem responderá,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Presto, sem demora, “eu, Senhor, irei”?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Onde for o Mestre, tu também irás?</a:t>
            </a:r>
            <a:r>
              <a:rPr lang="en-US" altLang="pt-BR" sz="3600"/>
              <a:t> </a:t>
            </a:r>
            <a:r>
              <a:rPr lang="en-US" altLang="pt-BR" sz="3600" b="1" i="1"/>
              <a:t>Quem dirá agora: “eu Te seguirei”?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0AE20B-67D0-7202-7568-BFA2A2CC6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i="1"/>
              <a:t>Quem seguir a Cristo quer, </a:t>
            </a:r>
            <a:br>
              <a:rPr lang="en-US" altLang="pt-BR" sz="4000" i="1"/>
            </a:br>
            <a:r>
              <a:rPr lang="en-US" altLang="pt-BR" sz="4000" i="1"/>
              <a:t>Com mui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Dando-Lhe tributo, dando-Lhe louvor;</a:t>
            </a:r>
            <a:r>
              <a:rPr lang="en-US" altLang="pt-BR" sz="4000"/>
              <a:t> </a:t>
            </a:r>
            <a:r>
              <a:rPr lang="en-US" altLang="pt-BR" sz="4000" i="1"/>
              <a:t>De Sua nobre causa, sendo defensor,</a:t>
            </a:r>
            <a:r>
              <a:rPr lang="en-US" altLang="pt-BR" sz="4000"/>
              <a:t> </a:t>
            </a:r>
            <a:r>
              <a:rPr lang="en-US" altLang="pt-BR" sz="4000" i="1"/>
              <a:t>E na santa vinha, ser trabalhador?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7E1B143-A459-2692-2840-6E6F68953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b="1" i="1"/>
              <a:t>Quem quer ir com Cristo, </a:t>
            </a:r>
            <a:br>
              <a:rPr lang="en-US" altLang="pt-BR" sz="3600" b="1" i="1"/>
            </a:br>
            <a:r>
              <a:rPr lang="en-US" altLang="pt-BR" sz="3600" b="1" i="1"/>
              <a:t>Quem responderá,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Presto, sem demora, “eu, Senhor, irei”?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Onde for o Mestre, tu também irás?</a:t>
            </a:r>
            <a:r>
              <a:rPr lang="en-US" altLang="pt-BR" sz="3600"/>
              <a:t> </a:t>
            </a:r>
            <a:r>
              <a:rPr lang="en-US" altLang="pt-BR" sz="3600" b="1" i="1"/>
              <a:t>Quem dirá agora: “eu Te seguirei”?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A00A955-BAEB-991D-A9FB-63F9F7E25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i="1"/>
              <a:t>Queres tu segui-Lo, sem vacilação,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fugir dos braços da vil tentação?</a:t>
            </a:r>
            <a:r>
              <a:rPr lang="en-US" altLang="pt-BR" sz="4000"/>
              <a:t> </a:t>
            </a:r>
            <a:r>
              <a:rPr lang="en-US" altLang="pt-BR" sz="4000" i="1"/>
              <a:t>Sempre confiando na Sua proteção,</a:t>
            </a:r>
            <a:r>
              <a:rPr lang="en-US" altLang="pt-BR" sz="4000"/>
              <a:t> </a:t>
            </a:r>
            <a:r>
              <a:rPr lang="en-US" altLang="pt-BR" sz="4000" i="1"/>
              <a:t>Por fé desfrutando Sua salvação.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858B5C8-3D97-6410-E99C-AD034213F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b="1" i="1"/>
              <a:t>Quem quer ir com Cristo, </a:t>
            </a:r>
            <a:br>
              <a:rPr lang="en-US" altLang="pt-BR" sz="3600" b="1" i="1"/>
            </a:br>
            <a:r>
              <a:rPr lang="en-US" altLang="pt-BR" sz="3600" b="1" i="1"/>
              <a:t>Quem responderá,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Presto, sem demora, “eu, Senhor, irei”?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Onde for o Mestre, tu também irás?</a:t>
            </a:r>
            <a:r>
              <a:rPr lang="en-US" altLang="pt-BR" sz="3600"/>
              <a:t> </a:t>
            </a:r>
            <a:r>
              <a:rPr lang="en-US" altLang="pt-BR" sz="3600" b="1" i="1"/>
              <a:t>Quem dirá agora: “eu Te seguirei”?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67 QUEM QUER IR COM CRISTO? </vt:lpstr>
      <vt:lpstr>Quem quer hoje mesmo  A Jesus seguir?  Seu pendão alçando, ao combate ir?  Quem quer, humilhado, sempre  O servir, E obedecê-Lo.  Seu querer cumprir?   </vt:lpstr>
      <vt:lpstr>Quem quer ir com Cristo,  Quem responderá,  Presto, sem demora, “eu, Senhor, irei”?  Onde for o Mestre, tu também irás? Quem dirá agora: “eu Te seguirei”? </vt:lpstr>
      <vt:lpstr>Quem seguir a Cristo quer,  Com mui amor,  Dando-Lhe tributo, dando-Lhe louvor; De Sua nobre causa, sendo defensor, E na santa vinha, ser trabalhador?   </vt:lpstr>
      <vt:lpstr>Quem quer ir com Cristo,  Quem responderá,  Presto, sem demora, “eu, Senhor, irei”?  Onde for o Mestre, tu também irás? Quem dirá agora: “eu Te seguirei”? </vt:lpstr>
      <vt:lpstr>Queres tu segui-Lo, sem vacilação,  E fugir dos braços da vil tentação? Sempre confiando na Sua proteção, Por fé desfrutando Sua salvação.</vt:lpstr>
      <vt:lpstr>Quem quer ir com Cristo,  Quem responderá,  Presto, sem demora, “eu, Senhor, irei”?  Onde for o Mestre, tu também irás? Quem dirá agora: “eu Te seguirei”?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67 QUEM QUER IR COM CRISTO? </dc:title>
  <dc:creator>Junior</dc:creator>
  <cp:lastModifiedBy>Emerson Souza</cp:lastModifiedBy>
  <cp:revision>1</cp:revision>
  <dcterms:created xsi:type="dcterms:W3CDTF">2005-12-23T12:19:32Z</dcterms:created>
  <dcterms:modified xsi:type="dcterms:W3CDTF">2026-05-02T21:42:22Z</dcterms:modified>
</cp:coreProperties>
</file>