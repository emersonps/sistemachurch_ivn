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46" d="100"/>
          <a:sy n="46" d="100"/>
        </p:scale>
        <p:origin x="-1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DDD70-A8ED-859D-67DE-43DB150CC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DC3313-98D4-16CD-C24D-87228994A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6E049B-ECEE-4F0D-E446-F54799CE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BC8297-039B-817A-88B4-53C4398C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DA4603-CF11-34A6-408E-24A216F7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F0C95-6724-4D49-A2B6-8A03CCA4C2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371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BC215-D2D3-EC71-C715-6A4E6D3D5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81AC2F-94CA-DB70-6B2D-64CBB7F91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E2FB00-9F84-7E6D-6C03-B07A5292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FB2849-EB58-CF10-425A-A1F9B4AE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F3377C-C25A-704F-742E-1A1F6AEC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1AB93E-6534-48DF-B1E8-42036F3C70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054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A1EC7-3D68-C41A-900A-6FAAC01D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F0970A-519F-6019-5C9E-BC6437A99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1C61D9-278F-B355-4B29-39B85BD3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931BC9-A651-D702-6D19-C74A7A0E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A3E262-9D4F-3F3D-7C42-DE17F09A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AF655-49A9-4224-8870-A36DD5D14D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631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94EF5-0FE8-B67A-2EA6-4873A76E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629BB-E118-CE75-0C93-0C9B54519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00B3B1-ECD3-6502-A73F-A2217AD48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2F49AD-61EA-A676-66A0-0FDDCD90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C46D58-60AF-EF9F-D1A5-07E1A037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854607-91B8-41E2-97E1-B1FBDA70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CDC2C-F8D6-4C80-877C-AB1420F3B6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43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C9998-5AB2-2572-BBE9-633D623B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849937-0121-6FE2-1216-9781E22BF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290FD2-3F68-9624-4EB3-1A152235C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EC2F36-D934-881F-5B89-4ECD28E22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9EC5A1-23B6-7144-B049-92E6CC2E6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87D8A1-6929-D9A6-5F4B-7CFF3307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2E7CFC-5797-2E34-D0F8-EDE962A7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D73F7E-DA61-8015-EF50-8D606FE5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60E3D9-21D8-42C4-9A79-74DB309E2C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340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A914A-5DD0-D551-8C84-42CF6CC5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17105D-D3EC-694F-DCC1-D075072D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D8ACFA-B12D-8009-B143-2F1207B3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BFB4C20-5F2F-90BD-2931-0EF3F6B2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AC4640-DF47-4996-B850-5B3CC78615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177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6D6D13-D0C0-4DEA-CD27-E75A98C4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1EC0E2B-D0AD-7065-A0D4-F22EE0B9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376F16-5E4B-AF6D-B42F-249F0CB2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1DA7A-67B2-49E1-9E35-80FC0078FB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4110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00DC9-FE35-DC7F-14BC-61E24084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5B7D1-F84D-89A9-ADE9-F130CC272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AFDE80-C608-F87B-9C7C-B0997A05E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D65AB2-2C13-EE28-E170-7B555930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3037B6-CB57-C5EE-330B-60E43BEA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30FA0D-1746-4AEB-BDCD-8A90FB2A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DBC85F-5D47-4AE7-A608-A274A20943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9713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602CE-9438-FDCC-2635-93C018EA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B823F0-7F2D-60DA-2DA2-9C57BD351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921643-7209-DD1C-FAAA-A02667872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7DE49A-88AB-370F-CF7F-DB1933BC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C1EC8E-F0FA-CC22-B8A6-AA9095F4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388FD1-168A-BC01-4149-BCA70CA5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987CBD-39DD-4BF5-A1AF-E9F08F8AC6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898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55882-6E8C-8241-0506-1C105AF7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CF27C9-0145-092F-F2F2-9936FB5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5EC211-2099-D161-A35E-A2044596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13E08-948E-1F88-7B7C-F8575F38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0CE941-43A7-5037-4490-DC3A7635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E997D-26FB-4609-8562-BB1D6F8943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096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E4D561-93D6-C585-05C3-B47CE3F8D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2873CE-EEAB-A872-A318-32BE2D8F2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48E93C-0759-0CFD-711B-7B3A1246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9D000F-1DAA-B67A-C4F9-42951000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BC0DF4-39D2-E150-84D7-EC16EDCC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589E4-BF57-464A-9560-E7F3F7B129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476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48EA045-3CE6-E88F-7DDD-73ECDB2D1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ACCB7F-83EF-9C84-C93D-D28333F6B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0465A6-F025-863E-0010-D01D1F0402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BC948C-F053-40E3-FFBC-5FD85BB439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065FD06-D93C-384C-4BE0-9F1AA7CC2F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B56A87E-F194-4599-A049-CA30077A83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BF4D3D2-2BB8-C6BD-EA57-ED8723F857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i="1">
                <a:solidFill>
                  <a:schemeClr val="bg1"/>
                </a:solidFill>
                <a:latin typeface="Times New Roman" panose="02020603050405020304" pitchFamily="18" charset="0"/>
              </a:rPr>
              <a:t>291</a:t>
            </a:r>
            <a:br>
              <a:rPr lang="pt-BR" altLang="pt-BR" sz="4000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pt-BR" altLang="pt-BR" sz="4000" i="1">
                <a:solidFill>
                  <a:schemeClr val="bg1"/>
                </a:solidFill>
                <a:latin typeface="Times New Roman" panose="02020603050405020304" pitchFamily="18" charset="0"/>
              </a:rPr>
              <a:t>A MENSAGEM DA CRUZ</a:t>
            </a:r>
            <a:endParaRPr lang="en-US" altLang="pt-BR" sz="4000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03CDACF-B44F-8046-654C-1C554BFCF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4038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RUDE CRUZ SE ERIGIU</a:t>
            </a:r>
            <a:r>
              <a:rPr lang="en-US" altLang="pt-BR" sz="3600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DELA O DIA FUGIU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COMO EMBLEMA DE VERGONHA E DOR;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MAS CONTEMPLO ESTA CRUZ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PORQUE NELA JESUS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DEU A VIDA POR MIM, PECADOR.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D62F6F97-D02F-37DF-80F9-7C5F4527C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SIM EU AMO A MENSAGEM DA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MORRER EU A VOU PROCLAMAR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LEVAREI EU TAMBÉM MINHA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POR UMA COROA TROCAR.</a:t>
            </a:r>
            <a:b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endParaRPr lang="en-US" altLang="pt-BR" sz="36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975ABBC-86EF-D4EF-7E3D-9735EBB8C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915400" cy="452596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DESDE A GLÓRIA DOS CÉUS, 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O CORDEIRO DE DEUS.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AO CALVÁRIO HUMILHANTE BAIXOU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ESSA CRUZ TEM PRA MIM 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ATRATIVOS SEM FIM,</a:t>
            </a:r>
          </a:p>
          <a:p>
            <a:pPr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PORQUE NELA JESUS ME SALVOU.</a:t>
            </a:r>
            <a:b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endParaRPr lang="en-US" altLang="pt-BR" sz="36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4313D2E3-8AD0-7425-266D-6AFFEE405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352800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SIM EU AMO A MENSAGEM DA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MORRER EU A VOU PROCLAMAR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LEVAREI EU TAMBÉM MINHA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POR UMA COROA TROCAR.</a:t>
            </a:r>
            <a:b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endParaRPr lang="en-US" altLang="pt-BR" sz="36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ADCC613A-5714-4856-AA12-DB7609B29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452596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NESTA CRUZ PADECEU 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E POR MIM JÁ MORREU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MEU JESUS PARA DAR-ME O PERDÃO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E EU ME ALEGRO NA CRUZ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DELA VEM GRAÇA E LUZ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PARA MINHA SANTIFICAÇÃO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E8FA71AC-5152-6356-3847-3FED46A82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SIM EU AMO A MENSAGEM DA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MORRER EU A VOU PROCLAMAR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LEVAREI EU TAMBÉM MINHA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POR UMA COROA TROCAR.</a:t>
            </a:r>
            <a:b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endParaRPr lang="en-US" altLang="pt-BR" sz="36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335183F-D316-A7AC-05CA-4EAA10C0E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610600" cy="452596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EU AQUI COM JESUS 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A VERGONHA DA CRUZ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QUERO SEMPRE LEVAR E SOFRER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CRISTO VEM ME BUSCAR,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E COM ELE, NO LAR,</a:t>
            </a:r>
          </a:p>
          <a:p>
            <a:pPr>
              <a:buFontTx/>
              <a:buNone/>
            </a:pPr>
            <a: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  <a:t>UMA PARTE DA GLÓRIA HEI DE 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E86F693A-A64D-E24B-429D-FF52DC57E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SIM EU AMO A MENSAGEM DA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MORRER EU A VOU PROCLAMAR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LEVAREI EU TAMBÉM MINHA CRUZ</a:t>
            </a:r>
          </a:p>
          <a:p>
            <a:pPr algn="ctr">
              <a:buFontTx/>
              <a:buNone/>
            </a:pPr>
            <a:r>
              <a:rPr lang="en-US" altLang="pt-BR" sz="3600" b="1" i="1">
                <a:solidFill>
                  <a:schemeClr val="bg1"/>
                </a:solidFill>
                <a:latin typeface="Times New Roman" panose="02020603050405020304" pitchFamily="18" charset="0"/>
              </a:rPr>
              <a:t>TÉ POR UMA COROA TROCAR.</a:t>
            </a:r>
            <a:br>
              <a:rPr lang="en-US" altLang="pt-BR" sz="3600" b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endParaRPr lang="en-US" altLang="pt-BR" sz="36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228</Words>
  <Application>Microsoft Office PowerPoint</Application>
  <PresentationFormat>Apresentação na tela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Design padrão</vt:lpstr>
      <vt:lpstr>291 A MENSAGEM DA CRUZ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291 A MENSAGEM DA CRUZ</dc:title>
  <dc:creator>Junior</dc:creator>
  <cp:lastModifiedBy>Emerson Souza</cp:lastModifiedBy>
  <cp:revision>2</cp:revision>
  <dcterms:created xsi:type="dcterms:W3CDTF">2005-07-02T19:06:26Z</dcterms:created>
  <dcterms:modified xsi:type="dcterms:W3CDTF">2026-05-02T22:01:15Z</dcterms:modified>
</cp:coreProperties>
</file>