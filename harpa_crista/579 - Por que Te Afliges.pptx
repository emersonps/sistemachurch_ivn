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113B40-323C-EF74-0ECB-880898F79A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05ADED5-0A22-71B7-1923-E2893E5753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6994B9E-89BC-5928-121C-A128BA436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B5FCEB6-2F7E-E72E-B07C-DCF94875F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BD44494-2CB9-548E-1FD7-FB473212A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36CA7B-B566-4B44-A445-75513FFE8B7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17701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1689FE-7CC2-B0ED-D21D-87E610B69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207EE8B-7541-96B1-C033-B9B7313713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C4522DF-7B64-9E4B-B444-0CCED0661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F3AF332-79C5-71B7-14DC-C1CB43445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59D82FB-A6AF-0B3F-E858-F74BB5DD9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0D3FB1-191F-4DFB-BA34-69E351D40D8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57888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13A779-A9B4-A89C-B320-25600B336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B55912B-BEB6-5807-945A-847696465B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ED0966F-5B2F-81DF-92A0-27C856E59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DCA853F-AC2C-3105-53CA-F2D809AAF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CFF86BC-CB26-3AD6-A612-2CC50139D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5BEE8D-1195-4711-9840-A5E4F635920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25452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3D18B4-9DD0-CF8B-1EB0-F2BCA4E76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1D82BBD-1DEE-7281-80E6-16EED5E74B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2696268-B823-1A12-7F26-FA4267C9BA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6ACE2C5-A0B9-B9A6-9337-70051DC72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1802FF0-E59F-06C9-6C1A-250F8874E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A86CC25-357B-EB68-5831-B0DA28931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DB03D5-075D-4D0B-B13D-1CA9FBDA2EE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468060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62E309-A186-D615-967D-88807E1F8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17F5CFF-7093-1D3B-0C2A-BB2726FFAC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089F9BB-F9AB-DA58-8048-D313238A5D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992F40E-8855-4B83-8939-0903A47150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5900A9B-7DEE-1001-F6E9-1DAA05B97D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1E7A791-1DEE-C1A0-9994-D41A6E9C0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C2F5707-0FA4-EFE4-A625-A174B334B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A131941-CDCB-C251-C29A-367161D6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D98DB9-00D3-49F4-89C3-F0DD89FB550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73291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985782-0075-E2B0-1F24-B3CE259A4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E18AE2F-2412-C7B9-0EB3-40C2723EB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F99883F-BD51-E618-22D9-B17F9C89A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7DA327F-7EAE-AB7D-90EA-F35654D24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5E0F3B-3450-4031-99C7-2844EF4B7D3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81422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CFF22CE-9122-EF1E-98E6-62E6E2969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6E574AB-B999-CE78-FC3F-137E6BDCD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519ED54-CCA0-143F-0FCC-79E14A174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1C78CE-EF52-469F-9BE3-5ED0E4E961A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63004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3B9F58-F0D2-34CB-EB6F-B0789C49C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E028B89-95E8-4698-98C7-2C9EBACA8C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926FC13-40F5-284D-CC9A-27DC24F136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ADCBE65-8FD9-D4A4-F1E1-7F617FC80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5B9E39D-AE2D-DEFF-B978-E2F3E9830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29525A6-14CB-D4BC-8CFB-99C7C20EE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242833-712C-4E9E-AFC0-B01ADC0B41A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12701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271752-8E09-474D-C1D6-1CA448EF5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283F8BA-EF22-4BB0-FFBE-4CFF333684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AC91DF8-4524-170F-BA94-883F62BE76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6E73D08-0429-75BE-B17D-7C0AFDDFD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86B951A-70A0-D088-9951-9985189FC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16C4829-32D3-86BE-6952-CD59A1061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F5F9DF-29BF-4F62-A5EE-8FBBF3D2F90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40839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AB95BF-2511-C1E7-38FE-E1D536D04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EB4807F-7FF4-F7A0-46B6-A6866EEAF6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21C8E3-0F27-DF1B-A5E3-07F604FDC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23727A2-9985-E8B6-D990-BB6E45AC3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A57889C-DE32-1E76-5D24-271556EA0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E2C2A06-FD19-4927-B604-FB937C9EFA6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28733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9417088-8CC8-4F51-B322-8F89797698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24C1B1D-3595-D08B-94A6-6FCF481F81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6288DE6-5964-9F7C-FEDA-49B032D56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B91F0F8-6272-C85F-690A-5E5464AA1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A9F06BD-1645-7B79-C550-C5F41A965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08220D-2B76-40B5-8C82-B7A545BD0BF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94682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02028C5-C1EA-0139-82A9-88E9F21D5B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1140B3B-356F-28A4-9B46-BC212EF7A9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857F2718-9B73-4CFD-1382-365583BF99D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A444EE3F-1E2A-2DA7-A1C7-F4DB114EBEC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74E13260-2222-EF40-6741-58965CD19D0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D0B456BB-67D0-4CF2-8C44-43699D0DBBA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31440D91-B922-06DD-64F3-0ADF0F45DFE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209800"/>
            <a:ext cx="9144000" cy="1470025"/>
          </a:xfrm>
        </p:spPr>
        <p:txBody>
          <a:bodyPr anchor="ctr"/>
          <a:lstStyle/>
          <a:p>
            <a:r>
              <a:rPr lang="en-US" altLang="pt-BR" sz="3600" b="1"/>
              <a:t>579 – Por que Te Afliges</a:t>
            </a:r>
            <a:r>
              <a:rPr lang="en-US" altLang="pt-BR" sz="36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C1E31445-949F-0829-EE3E-2EB69194F51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ACB05294-D725-9AAD-6582-1D102A4F32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3600" i="1"/>
              <a:t>Oh! por que te afliges, pobre coração? </a:t>
            </a:r>
            <a:br>
              <a:rPr lang="en-US" altLang="pt-BR" sz="3600" i="1"/>
            </a:br>
            <a:r>
              <a:rPr lang="en-US" altLang="pt-BR" sz="3600" i="1"/>
              <a:t>Pois o teu Jesus quer dar consolação. </a:t>
            </a:r>
            <a:br>
              <a:rPr lang="en-US" altLang="pt-BR" sz="3600" i="1"/>
            </a:br>
            <a:r>
              <a:rPr lang="en-US" altLang="pt-BR" sz="3600" i="1"/>
              <a:t>São demais as cargas? </a:t>
            </a:r>
            <a:br>
              <a:rPr lang="en-US" altLang="pt-BR" sz="3600" i="1"/>
            </a:br>
            <a:r>
              <a:rPr lang="en-US" altLang="pt-BR" sz="3600" i="1"/>
              <a:t>É cruel a dor?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i="1"/>
              <a:t>Olha para o céu e vê teu lar de amor.  </a:t>
            </a:r>
            <a:endParaRPr lang="en-US" altLang="pt-BR" sz="3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FF16DD01-8510-CF98-FFB6-D90EABF636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3600" i="1"/>
              <a:t>Pesa na consciência teu pecado vil? </a:t>
            </a:r>
            <a:br>
              <a:rPr lang="en-US" altLang="pt-BR" sz="3600" i="1"/>
            </a:br>
            <a:r>
              <a:rPr lang="en-US" altLang="pt-BR" sz="3600" i="1"/>
              <a:t>Olha para a cruz, Jesus é tão gentil! </a:t>
            </a:r>
            <a:br>
              <a:rPr lang="en-US" altLang="pt-BR" sz="3600" i="1"/>
            </a:br>
            <a:r>
              <a:rPr lang="en-US" altLang="pt-BR" sz="3600" i="1"/>
              <a:t>Seu precioso sangue Ele já verteu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i="1"/>
              <a:t>Para dar perdão e abrir caminho ao céu.</a:t>
            </a:r>
            <a:r>
              <a:rPr lang="en-US" altLang="pt-BR" sz="3600"/>
              <a:t> </a:t>
            </a:r>
            <a:r>
              <a:rPr lang="en-US" altLang="pt-BR" sz="3600" i="1"/>
              <a:t>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1520255-A417-7F58-A190-FF72A19366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3600" i="1"/>
              <a:t>Quando te comprimem garras de temor,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i="1"/>
              <a:t>Quando em aflições, confia no Senhor.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i="1"/>
              <a:t>Ele te protege, triste coração!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i="1"/>
              <a:t>Ele te conduz ao céu com sua mão!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</Words>
  <Application>Microsoft Office PowerPoint</Application>
  <PresentationFormat>Apresentação na tela (4:3)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6" baseType="lpstr">
      <vt:lpstr>Arial</vt:lpstr>
      <vt:lpstr>Design padrão</vt:lpstr>
      <vt:lpstr>579 – Por que Te Afliges </vt:lpstr>
      <vt:lpstr>Oh! por que te afliges, pobre coração?  Pois o teu Jesus quer dar consolação.  São demais as cargas?  É cruel a dor?  Olha para o céu e vê teu lar de amor.  </vt:lpstr>
      <vt:lpstr>Pesa na consciência teu pecado vil?  Olha para a cruz, Jesus é tão gentil!  Seu precioso sangue Ele já verteu  Para dar perdão e abrir caminho ao céu.  </vt:lpstr>
      <vt:lpstr>Quando te comprimem garras de temor,  Quando em aflições, confia no Senhor.  Ele te protege, triste coração!  Ele te conduz ao céu com sua mão!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579 – Por que Te Afliges </dc:title>
  <dc:creator>Junior</dc:creator>
  <cp:lastModifiedBy>Emerson Souza</cp:lastModifiedBy>
  <cp:revision>1</cp:revision>
  <dcterms:created xsi:type="dcterms:W3CDTF">2005-12-27T01:51:38Z</dcterms:created>
  <dcterms:modified xsi:type="dcterms:W3CDTF">2026-05-02T22:25:43Z</dcterms:modified>
</cp:coreProperties>
</file>