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5" r:id="rId8"/>
    <p:sldId id="260" r:id="rId9"/>
    <p:sldId id="26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1FEA2-A158-8A03-EC33-08320C3D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AA26C8-AE59-0BFC-FFC3-29091ED89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165637-4DB4-1701-4904-1C3CD035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ABB8C8-2F10-D4C4-A4C7-306206C6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99358F-1FCE-497C-9938-6C47C7F1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1378F6-8FE1-4E93-9F41-0EB803902D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592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63F23-4CD1-EB33-5D8D-FB00F651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EF9075-EA99-9458-BFF2-146FD8C09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B2FE4E-02E1-B7D8-9AB6-DEC0FF21C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CB59E6-EA08-2A62-C596-070027DB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27CF68-B3CC-FC86-E61B-47223996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1D3BD6-CA4D-48CA-AD24-E6CCA95681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484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65545-A433-297F-30E5-05291165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075581-AAB9-CB61-C28F-849A883F4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D8B444-C6EB-CEBA-2587-C6D10C0A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ECC8BB-39B5-B43B-7312-D3B394F1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B91A9-3DA3-416C-5751-50F3CC4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B551D1-2C6D-4E91-ACF0-D944BECEC8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363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5D500-8D05-3259-B75C-E0155053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0D9A8E-19A5-258D-C57A-B44192285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F2687D-8F4A-7399-DEDE-CD7760307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5E83E6-9184-923D-305D-A9BC5F80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FA9F35-4A27-172C-E5D4-2706C295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643A27-6221-69D5-0711-9B7FE2F8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31B1DB-7114-42F6-9F62-CEA31C638E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845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69CD9-524A-B590-3E5D-2F7FA1A6D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E528B5-2540-324C-978A-2A969DD0D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A7F4F7-8783-ACAA-0F57-075B24F85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B40639A-5224-FB4C-7AFB-8D45AEF08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F7FE5C3-27C9-7324-4431-54726EF67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BA09B40-FC69-8F99-8D05-6A43C239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0E0175-2DC1-6765-6D4A-0FB599E9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9536899-2E8D-0911-1C7D-A0FB1DE6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360F11-263E-4191-9309-38D6825D24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655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7B70A-C7B4-8224-234B-E9048BE4C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B05EE25-27F9-BB91-1ECA-2B87B8CC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79972E-8DBB-5DF1-E7E1-8A1C8D14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DAF670-B3B3-7F33-507E-877C0C6EF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A1F712-B206-4D7F-A3A9-33D0320724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843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609E98-A06E-1A12-9F4F-E6C4277B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9964BA-308B-464F-009D-8362D8C26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0CF956-24A7-13AE-0A7A-117FC7FC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361C0-B521-4651-A53D-C51B1A08E0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703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D1CEF-E462-CAEA-65E2-C81CDA266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DBEDE9-2F47-9795-714F-7BFCBC9A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4271FF-879D-A499-CD66-B624332E9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1316EF-B698-DC49-6648-9F610DEE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88DBD1-500D-F44F-47E7-766B92696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2F3D0B-D93D-5BB6-FBE6-4E0740A2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11F2-E626-4568-B007-FA2F34EDC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206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22E42-7BF6-A7BF-2535-35BBDFAA9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493F817-D426-97A6-3189-6B26D9E26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2D2867-EFF1-C358-A914-9FE1A8C77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926277-F73C-7E43-203C-D3FE421D7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0534E6-7DC0-3854-950E-952FA239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CC2506-BC7C-29B0-2F02-A89DCC80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995154-9512-4ED8-89EE-C60E8F6679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88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21EC8-3EF5-170A-A194-E7BBEFA5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3E1CAF-F08F-6F51-B0F0-77457A0AF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70FACB-2E85-D79B-7E6A-EB54B602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25B8E9-3783-74B3-432C-754556C4C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D864B5-0C2D-3467-9DB7-62D4D654A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49F94D-FD0E-4322-8C20-B28368C6BC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4548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EA3D20-A252-9DB8-D9D3-46D727ABE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7746EF-4CD9-B217-9733-C0E60B890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3C996B-FA18-8AF5-D4F2-DAFDF28B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1A000D-6237-4DDF-2468-D7749779C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AB0E58-303F-8ADA-9DFC-BE693D54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03C583-24A1-41E8-A2D5-C82830A2BC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332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11BF92B-DC61-4787-63C3-15B17E738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C27854-8C5A-55A4-5A5D-98129FA92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9E630C-588B-0B1D-CFD7-DE30F2A646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F3C809-9088-EDFE-7AA8-7AADB4A882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5C0A2AA-ECF1-39B3-F586-63DDA7271D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11C7575-B4B8-4A2E-87CE-F47476AE7A4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E74A6D4-ECAA-C75D-2B1F-B9D6ECF6B6D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215</a:t>
            </a:r>
            <a:br>
              <a:rPr lang="en-US" altLang="pt-BR" sz="4000" b="1"/>
            </a:br>
            <a:r>
              <a:rPr lang="en-US" altLang="pt-BR" sz="4000" b="1"/>
              <a:t>VER-NOS-EMOS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15B57F3-EABF-13D7-E354-12C8B89305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F445850-DFAB-26C8-FE0A-17E30F3F1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Neste mundo a vera Igreja,</a:t>
            </a:r>
            <a:br>
              <a:rPr lang="en-US" altLang="pt-BR" sz="4000" i="1"/>
            </a:br>
            <a:r>
              <a:rPr lang="en-US" altLang="pt-BR" sz="4000" i="1"/>
              <a:t>Peregrina vai andar, </a:t>
            </a:r>
            <a:br>
              <a:rPr lang="en-US" altLang="pt-BR" sz="4000" i="1"/>
            </a:br>
            <a:r>
              <a:rPr lang="en-US" altLang="pt-BR" sz="4000" i="1"/>
              <a:t>Anelando que esteja </a:t>
            </a:r>
            <a:br>
              <a:rPr lang="en-US" altLang="pt-BR" sz="4000" i="1"/>
            </a:br>
            <a:r>
              <a:rPr lang="en-US" altLang="pt-BR" sz="4000" i="1"/>
              <a:t>No seu verdadeiro lar.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BA6C26D-6E76-3760-C7DB-62AF20B32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Ver-nos-emos, ver-nos-emos,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 na terra divinal;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Ver-nos-emos, ver-nos-emos,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 junto ao rio sem igual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6BBB6D5-A94E-29F6-EC79-EEEF5F8C0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Nada aqui é permanente, </a:t>
            </a:r>
            <a:br>
              <a:rPr lang="en-US" altLang="pt-BR" sz="4000" i="1"/>
            </a:br>
            <a:r>
              <a:rPr lang="en-US" altLang="pt-BR" sz="4000" i="1"/>
              <a:t>Tudo tem que terminar, </a:t>
            </a:r>
            <a:br>
              <a:rPr lang="en-US" altLang="pt-BR" sz="4000" i="1"/>
            </a:br>
            <a:r>
              <a:rPr lang="en-US" altLang="pt-BR" sz="4000" i="1"/>
              <a:t>Mas olhamos para a frente, </a:t>
            </a:r>
            <a:br>
              <a:rPr lang="en-US" altLang="pt-BR" sz="4000" i="1"/>
            </a:br>
            <a:r>
              <a:rPr lang="en-US" altLang="pt-BR" sz="4000" i="1"/>
              <a:t>Para o nosso eterno lar.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64C075A-EDB7-73B4-252F-EF9088A3F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Ver-nos-emos, ver-nos-emos,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 na terra divinal;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Ver-nos-emos, ver-nos-emos,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 junto ao rio sem igual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4A32CE0-C312-0538-7DD2-D2AB7F011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Os remidos cá enterram </a:t>
            </a:r>
            <a:br>
              <a:rPr lang="en-US" altLang="pt-BR" sz="4000" i="1"/>
            </a:br>
            <a:r>
              <a:rPr lang="en-US" altLang="pt-BR" sz="4000" i="1"/>
              <a:t>Seus amados ao morrer, </a:t>
            </a:r>
            <a:br>
              <a:rPr lang="en-US" altLang="pt-BR" sz="4000" i="1"/>
            </a:br>
            <a:r>
              <a:rPr lang="en-US" altLang="pt-BR" sz="4000" i="1"/>
              <a:t>Mas um dia, sim, esperam </a:t>
            </a:r>
            <a:br>
              <a:rPr lang="en-US" altLang="pt-BR" sz="4000" i="1"/>
            </a:br>
            <a:r>
              <a:rPr lang="en-US" altLang="pt-BR" sz="4000" i="1"/>
              <a:t>Que no céu os hão de ver.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6BF2C05-CE4F-2C8D-FB73-9002B7131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Ver-nos-emos, ver-nos-emos,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 na terra divinal;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Ver-nos-emos, ver-nos-emos,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 junto ao rio sem igual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5B9369C-B5D8-25C7-4A53-0D37657B4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Com Jesus, o Rei, nos ares, </a:t>
            </a:r>
            <a:br>
              <a:rPr lang="en-US" altLang="pt-BR" sz="4000" i="1"/>
            </a:br>
            <a:r>
              <a:rPr lang="en-US" altLang="pt-BR" sz="4000" i="1"/>
              <a:t>Breve havemos nós de estar, </a:t>
            </a:r>
            <a:br>
              <a:rPr lang="en-US" altLang="pt-BR" sz="4000" i="1"/>
            </a:br>
            <a:r>
              <a:rPr lang="en-US" altLang="pt-BR" sz="4000" i="1"/>
              <a:t>E com anjos, aos milhares, </a:t>
            </a:r>
            <a:br>
              <a:rPr lang="en-US" altLang="pt-BR" sz="4000" i="1"/>
            </a:br>
            <a:r>
              <a:rPr lang="en-US" altLang="pt-BR" sz="4000" i="1"/>
              <a:t>Sua glória contemplar.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F05657D-0FAB-EE93-A488-EE2910F58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b="1" i="1"/>
              <a:t>Ver-nos-emos, ver-nos-emos,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 na terra divinal;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Ver-nos-emos, ver-nos-emos,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Ver-nos-emos junto ao rio sem igual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215 VER-NOS-EMOS </vt:lpstr>
      <vt:lpstr>Neste mundo a vera Igreja, Peregrina vai andar,  Anelando que esteja  No seu verdadeiro lar. </vt:lpstr>
      <vt:lpstr>Ver-nos-emos, ver-nos-emos,  Ver-nos-emos na terra divinal;  Ver-nos-emos, ver-nos-emos,  Ver-nos-emos junto ao rio sem igual </vt:lpstr>
      <vt:lpstr>Nada aqui é permanente,  Tudo tem que terminar,  Mas olhamos para a frente,  Para o nosso eterno lar.   </vt:lpstr>
      <vt:lpstr>Ver-nos-emos, ver-nos-emos,  Ver-nos-emos na terra divinal;  Ver-nos-emos, ver-nos-emos,  Ver-nos-emos junto ao rio sem igual </vt:lpstr>
      <vt:lpstr>Os remidos cá enterram  Seus amados ao morrer,  Mas um dia, sim, esperam  Que no céu os hão de ver. </vt:lpstr>
      <vt:lpstr>Ver-nos-emos, ver-nos-emos,  Ver-nos-emos na terra divinal;  Ver-nos-emos, ver-nos-emos,  Ver-nos-emos junto ao rio sem igual </vt:lpstr>
      <vt:lpstr>Com Jesus, o Rei, nos ares,  Breve havemos nós de estar,  E com anjos, aos milhares,  Sua glória contemplar. </vt:lpstr>
      <vt:lpstr>Ver-nos-emos, ver-nos-emos,  Ver-nos-emos na terra divinal;  Ver-nos-emos, ver-nos-emos,  Ver-nos-emos junto ao rio sem igual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215 VER-NOS-EMOS </dc:title>
  <dc:creator>Junior</dc:creator>
  <cp:lastModifiedBy>Emerson Souza</cp:lastModifiedBy>
  <cp:revision>1</cp:revision>
  <dcterms:created xsi:type="dcterms:W3CDTF">2005-12-23T21:44:08Z</dcterms:created>
  <dcterms:modified xsi:type="dcterms:W3CDTF">2026-05-02T21:54:48Z</dcterms:modified>
</cp:coreProperties>
</file>