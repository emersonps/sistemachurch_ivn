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DA922A-89F0-3C7C-0A08-B5FCDBE48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1FA50-DE13-356A-2E59-5E7FB65C0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577F9F-323A-922A-1EC2-97F7F373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62CBF5-8236-E47B-CA79-39DB2787E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162F8E-FF82-F07D-FE66-E5FCD522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49BC5-A606-49E0-A5AC-9D17E80838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1123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93653-7896-CFD4-C92A-967B37AB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AB8320-AC85-A082-02DB-EB82377FE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366358-7CC5-AFAC-80F1-39330B36B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8C8BBB-C5CD-F306-21F8-57D66201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4CBFC6-7248-9AF9-9E31-D82D13813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2D83E1-0BDF-482F-A6EA-A96FB537E5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4062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B2922-EE25-057D-1930-BC7804F2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ECA9C3-33B5-4683-317F-9C08E9C6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338FE2-6C89-6BCF-E2C5-FC57680B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2854C9-F846-B2E0-70EA-2E5AE0D4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6A47CC-08CF-8300-2CAB-5E530913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06810-FE10-4A16-8443-D5AC30740C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5829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85C9B-65CE-51D0-6D48-707E481EC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065420-FB9B-8F9D-C746-FD11B0EEA6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4916F5-A601-9EE0-8F53-4F56D78A0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401DCF-87E1-84B2-8147-D54E3D19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71ADFF-D0F8-D77E-6E3F-69CAB7978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B96E30-5911-8B4A-66F6-638DF11AA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F4051-64D4-4C2C-865E-FDBA942B43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1819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02D82-7E1C-5F15-26DC-48A59BB4C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E2EE63-FE21-05FC-DDAA-EA7796252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47973B-0D96-A2B4-182C-B018413CF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19713F-EE50-E887-FFBD-834633741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93967D-FB13-BBEA-159B-F644C3A67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E4B791-1D93-9A6F-43FA-BFF78B26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AB1CEB7-F74E-6F71-F1EF-3DF3AF4F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EDDBB6-158A-DC7D-ED53-77344088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2C536-3564-4524-91C5-EA1067C2CD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176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F0DB5-C63E-90BA-4362-B2CC0B6A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980EB64-3F33-52CF-9433-309D10E9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E11697-C0FA-F559-7301-9BF40DEE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F1D37F-5BD0-87D1-1C37-371D4C60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218253-A893-4794-91E6-CF5EA35C24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5503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123E0A-D1FA-589C-4BA3-10B713DC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C3886AF-5EDA-9434-0D6A-A65C71B5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27BA37-03F5-4A75-808F-AB4F4862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A8FE7-2E22-4B2B-9CC0-B04010EB58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027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CC46A-837E-5DC0-4103-2D2E037C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906EEF-4E1C-C255-EB65-3E30C34CC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ADC58A-E6EB-16C9-EA73-8CE14104C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A1DFED-75FE-2E9A-B61C-083F4D0DC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BAD391-2E25-FAA2-4122-70655F83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62F1E4-F5A4-003C-60EB-AADBD1E7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FC25C9-5537-47CC-AC91-1D8D0B091E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0186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E4F6E-856C-AE9B-7E79-2FBEC5B9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09B431E-D90B-D9EB-6727-89FF4C8A1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04D5D55-8734-9AA5-5672-3C8515323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2EA80A-02D5-5986-B5A7-92B16D80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8A4D6B-C43A-B5E0-41BC-DEB475500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682021-7D64-9154-E78B-C6E96F01C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FABFCA-DB06-4712-A717-DA0B18DF8C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6607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1519E-290C-1DCB-9C2F-E497E9F0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64F90A-AC0E-69E8-7D2C-1417436BC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F9E170-29C6-D626-6F80-6C6429421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C7CE83-F895-9C0F-405D-7CACC61C6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A6378B-263E-041B-61EC-7343AEF9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E329FA-45E8-45DB-85FE-FD0BD520CA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980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78551D-7614-6C43-217C-3B1E9ED38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E3160F-1C3E-0ADE-4AC8-2202CA357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EF36F5-BD36-2C47-F227-9528A496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E43638-6D5E-0C24-800A-85DEB88A0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B344FE-1147-564D-DAC0-53EE7A001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576501-F639-4F3E-BD09-6389CAC59D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147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8C3618-6E0C-CAD6-8077-CF957A7F6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A9B2006-BB2D-7FBD-64F4-00D1F2566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3C3053C-9C17-634E-76B5-C1DE7E1FB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F0B1D3D-7D37-21E8-984B-4860676DFDA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7F66032-38FC-AA51-2821-7B1EEBF269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C36B97D-C221-4D4F-BCD9-AE0EB317BC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AFC955E-98E9-CE9C-4ED1-390E69A707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460</a:t>
            </a:r>
            <a:br>
              <a:rPr lang="pt-BR" altLang="pt-BR" sz="4400" b="1"/>
            </a:br>
            <a:r>
              <a:rPr lang="pt-BR" altLang="pt-BR" sz="4400" b="1"/>
              <a:t>DIZE-O A CRISTO</a:t>
            </a:r>
            <a:r>
              <a:rPr lang="en-US" altLang="pt-BR" sz="44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57055C6-0AD2-06E8-7317-58008E2260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4000"/>
              <a:t>Se estás cansado e abatido, </a:t>
            </a:r>
            <a:br>
              <a:rPr lang="pt-BR" altLang="pt-BR" sz="4000"/>
            </a:br>
            <a:r>
              <a:rPr lang="pt-BR" altLang="pt-BR" sz="4000"/>
              <a:t>Dize-o a Cristo; Dize-o a Cristo; </a:t>
            </a:r>
            <a:br>
              <a:rPr lang="pt-BR" altLang="pt-BR" sz="4000"/>
            </a:br>
            <a:r>
              <a:rPr lang="pt-BR" altLang="pt-BR" sz="4000"/>
              <a:t>Se te sentes débil, confundido, </a:t>
            </a:r>
            <a:br>
              <a:rPr lang="pt-BR" altLang="pt-BR" sz="4000"/>
            </a:br>
            <a:r>
              <a:rPr lang="pt-BR" altLang="pt-BR" sz="4000"/>
              <a:t>Dize-o ao teu Salvador.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BA06371-A5F2-75D4-02DB-74B96C330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 b="1" i="1"/>
              <a:t>Dize-o a Cristo; dize-o a Cristo; </a:t>
            </a:r>
            <a:br>
              <a:rPr lang="pt-BR" altLang="pt-BR" sz="4000" b="1" i="1"/>
            </a:br>
            <a:r>
              <a:rPr lang="pt-BR" altLang="pt-BR" sz="4000" b="1" i="1"/>
              <a:t>Que é o amigo mais fiel;</a:t>
            </a:r>
            <a:br>
              <a:rPr lang="pt-BR" altLang="pt-BR" sz="4000" b="1" i="1"/>
            </a:br>
            <a:r>
              <a:rPr lang="pt-BR" altLang="pt-BR" sz="4000" b="1" i="1"/>
              <a:t>Não há outro amigo como Cristo, </a:t>
            </a:r>
            <a:br>
              <a:rPr lang="pt-BR" altLang="pt-BR" sz="4000" b="1" i="1"/>
            </a:br>
            <a:r>
              <a:rPr lang="pt-BR" altLang="pt-BR" sz="4000" b="1" i="1"/>
              <a:t>Dize-o ao Emanuel.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B20BEAD-B818-84F2-6CBA-4EE2DF174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/>
              <a:t>Quando estás de tentação cercado, </a:t>
            </a:r>
            <a:br>
              <a:rPr lang="pt-BR" altLang="pt-BR" sz="4000"/>
            </a:br>
            <a:r>
              <a:rPr lang="pt-BR" altLang="pt-BR" sz="4000"/>
              <a:t>Olha p'ra Cristo; olha p'ra Cristo; </a:t>
            </a:r>
            <a:br>
              <a:rPr lang="pt-BR" altLang="pt-BR" sz="4000"/>
            </a:br>
            <a:r>
              <a:rPr lang="pt-BR" altLang="pt-BR" sz="4000"/>
              <a:t>Quando rugem hostes do pecado, </a:t>
            </a:r>
            <a:br>
              <a:rPr lang="pt-BR" altLang="pt-BR" sz="4000"/>
            </a:br>
            <a:r>
              <a:rPr lang="pt-BR" altLang="pt-BR" sz="4000"/>
              <a:t>Olha p'ra teu Salvador.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62D244-6047-69BA-EF38-2DC9BDFEF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 b="1" i="1"/>
              <a:t>Dize-o a Cristo; dize-o a Cristo; </a:t>
            </a:r>
            <a:br>
              <a:rPr lang="pt-BR" altLang="pt-BR" sz="4000" b="1" i="1"/>
            </a:br>
            <a:r>
              <a:rPr lang="pt-BR" altLang="pt-BR" sz="4000" b="1" i="1"/>
              <a:t>Que é o amigo mais fiel;</a:t>
            </a:r>
            <a:br>
              <a:rPr lang="pt-BR" altLang="pt-BR" sz="4000" b="1" i="1"/>
            </a:br>
            <a:r>
              <a:rPr lang="pt-BR" altLang="pt-BR" sz="4000" b="1" i="1"/>
              <a:t>Não há outro amigo como Cristo, </a:t>
            </a:r>
            <a:br>
              <a:rPr lang="pt-BR" altLang="pt-BR" sz="4000" b="1" i="1"/>
            </a:br>
            <a:r>
              <a:rPr lang="pt-BR" altLang="pt-BR" sz="4000" b="1" i="1"/>
              <a:t>Dize-o ao Emanuel.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131D584-A902-AE70-4719-51B04D1E5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/>
              <a:t>Se saíram outros já da senda, </a:t>
            </a:r>
            <a:br>
              <a:rPr lang="pt-BR" altLang="pt-BR" sz="4000"/>
            </a:br>
            <a:r>
              <a:rPr lang="pt-BR" altLang="pt-BR" sz="4000"/>
              <a:t>Segue a Cristo; segue a Cristo; </a:t>
            </a:r>
            <a:br>
              <a:rPr lang="pt-BR" altLang="pt-BR" sz="4000"/>
            </a:br>
            <a:r>
              <a:rPr lang="pt-BR" altLang="pt-BR" sz="4000"/>
              <a:t>Se aumenta em torno a contenda, </a:t>
            </a:r>
            <a:br>
              <a:rPr lang="pt-BR" altLang="pt-BR" sz="4000"/>
            </a:br>
            <a:r>
              <a:rPr lang="pt-BR" altLang="pt-BR" sz="4000"/>
              <a:t>Segue a teu Salvador.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C26641A-99D8-D853-6D5F-E13D7BD97C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 b="1" i="1"/>
              <a:t>Dize-o a Cristo; dize-o a Cristo; </a:t>
            </a:r>
            <a:br>
              <a:rPr lang="pt-BR" altLang="pt-BR" sz="4000" b="1" i="1"/>
            </a:br>
            <a:r>
              <a:rPr lang="pt-BR" altLang="pt-BR" sz="4000" b="1" i="1"/>
              <a:t>Que é o amigo mais fiel;</a:t>
            </a:r>
            <a:br>
              <a:rPr lang="pt-BR" altLang="pt-BR" sz="4000" b="1" i="1"/>
            </a:br>
            <a:r>
              <a:rPr lang="pt-BR" altLang="pt-BR" sz="4000" b="1" i="1"/>
              <a:t>Não há outro amigo como Cristo, </a:t>
            </a:r>
            <a:br>
              <a:rPr lang="pt-BR" altLang="pt-BR" sz="4000" b="1" i="1"/>
            </a:br>
            <a:r>
              <a:rPr lang="pt-BR" altLang="pt-BR" sz="4000" b="1" i="1"/>
              <a:t>Dize-o ao Emanuel.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E1581B8-ED87-B610-24C3-6AB907792A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/>
              <a:t>Ao chegares ao fim da jornada,</a:t>
            </a:r>
            <a:br>
              <a:rPr lang="pt-BR" altLang="pt-BR" sz="4000"/>
            </a:br>
            <a:r>
              <a:rPr lang="pt-BR" altLang="pt-BR" sz="4000"/>
              <a:t>Confia em Cristo; confia em Cristo;</a:t>
            </a:r>
            <a:br>
              <a:rPr lang="pt-BR" altLang="pt-BR" sz="4000"/>
            </a:br>
            <a:r>
              <a:rPr lang="pt-BR" altLang="pt-BR" sz="4000"/>
              <a:t>Dar-te-á no céu feliz entrada,</a:t>
            </a:r>
            <a:r>
              <a:rPr lang="en-US" altLang="pt-BR" sz="4000"/>
              <a:t> </a:t>
            </a:r>
            <a:r>
              <a:rPr lang="pt-BR" altLang="pt-BR" sz="4000"/>
              <a:t>Confia em teu Salvador.</a:t>
            </a:r>
            <a:r>
              <a:rPr lang="pt-BR" altLang="pt-BR"/>
              <a:t> 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40EA67C-870C-2715-6124-AA45D2D1ED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 b="1" i="1"/>
              <a:t>Dize-o a Cristo; dize-o a Cristo; </a:t>
            </a:r>
            <a:br>
              <a:rPr lang="pt-BR" altLang="pt-BR" sz="4000" b="1" i="1"/>
            </a:br>
            <a:r>
              <a:rPr lang="pt-BR" altLang="pt-BR" sz="4000" b="1" i="1"/>
              <a:t>Que é o amigo mais fiel;</a:t>
            </a:r>
            <a:br>
              <a:rPr lang="pt-BR" altLang="pt-BR" sz="4000" b="1" i="1"/>
            </a:br>
            <a:r>
              <a:rPr lang="pt-BR" altLang="pt-BR" sz="4000" b="1" i="1"/>
              <a:t>Não há outro amigo como Cristo, </a:t>
            </a:r>
            <a:br>
              <a:rPr lang="pt-BR" altLang="pt-BR" sz="4000" b="1" i="1"/>
            </a:br>
            <a:r>
              <a:rPr lang="pt-BR" altLang="pt-BR" sz="4000" b="1" i="1"/>
              <a:t>Dize-o ao Emanuel.</a:t>
            </a:r>
            <a:endParaRPr lang="en-US" altLang="pt-BR" sz="4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460 DIZE-O A CRISTO </vt:lpstr>
      <vt:lpstr>Se estás cansado e abatido,  Dize-o a Cristo; Dize-o a Cristo;  Se te sentes débil, confundido,  Dize-o ao teu Salvador. </vt:lpstr>
      <vt:lpstr>Dize-o a Cristo; dize-o a Cristo;  Que é o amigo mais fiel; Não há outro amigo como Cristo,  Dize-o ao Emanuel.</vt:lpstr>
      <vt:lpstr>Quando estás de tentação cercado,  Olha p'ra Cristo; olha p'ra Cristo;  Quando rugem hostes do pecado,  Olha p'ra teu Salvador. </vt:lpstr>
      <vt:lpstr>Dize-o a Cristo; dize-o a Cristo;  Que é o amigo mais fiel; Não há outro amigo como Cristo,  Dize-o ao Emanuel.</vt:lpstr>
      <vt:lpstr>Se saíram outros já da senda,  Segue a Cristo; segue a Cristo;  Se aumenta em torno a contenda,  Segue a teu Salvador. </vt:lpstr>
      <vt:lpstr>Dize-o a Cristo; dize-o a Cristo;  Que é o amigo mais fiel; Não há outro amigo como Cristo,  Dize-o ao Emanuel.</vt:lpstr>
      <vt:lpstr>Ao chegares ao fim da jornada, Confia em Cristo; confia em Cristo; Dar-te-á no céu feliz entrada, Confia em teu Salvador. </vt:lpstr>
      <vt:lpstr>Dize-o a Cristo; dize-o a Cristo;  Que é o amigo mais fiel; Não há outro amigo como Cristo,  Dize-o ao Emanuel.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460 - DIZE-O A CRISTO </dc:title>
  <dc:creator>Montagna</dc:creator>
  <cp:lastModifiedBy>Emerson Souza</cp:lastModifiedBy>
  <cp:revision>2</cp:revision>
  <dcterms:created xsi:type="dcterms:W3CDTF">2005-10-21T09:44:07Z</dcterms:created>
  <dcterms:modified xsi:type="dcterms:W3CDTF">2026-05-02T22:15:37Z</dcterms:modified>
</cp:coreProperties>
</file>