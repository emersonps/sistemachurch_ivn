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BDFCF-95D5-10A9-08B0-4BC27F77F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808FFD-1D30-5093-7BF6-EB880F709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BB74FD-664F-4357-84A1-E01EDB71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83BEBF-AD27-4B4A-3EDD-78E98756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D877B5-AED0-DD95-7523-54E13B85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A906F9-8688-434D-ABA8-5BB91D701A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757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627D6-18FE-56AD-E96B-0624D111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B5FE2-9631-8319-D8BD-25672573F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9D0C23-E687-0DEF-F497-77FA60F0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FFE47B-B082-A564-A826-23594869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FF057-DAD0-F4B8-4451-B051CA4F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B83DA8-D789-4821-BE2B-0F2B99FD08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650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8346F-1A4A-B615-96D5-D1CC792C1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F47B5E-0E31-B9C4-7594-D09134D46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B0E6C8-6797-5DB5-E324-2765B55E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29692B-4297-1FC2-4BD6-82DFBF6B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E9DDD5-195F-4361-3EDD-B22C50F54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E8A0C-48CB-411C-8CCC-A0CAAE3627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674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66AA1-3BC0-93D2-5705-B911111F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9CC28A-F624-310A-505F-59EF826F4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CF77EB-9EBA-FA91-3C32-591D5497E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9E75F3-A2B4-4D9A-D407-FC6D59AF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17D6FD-2E23-5931-44FD-B701275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E1023F-F1F1-EDB7-5BFB-E0DEA7F9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75C286-DE9D-4366-BF36-0171BC3F37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3954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E3FD7-79C0-DB21-5B45-1DB0510D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F2ABFF-8325-6EB6-8D4D-CAD753B4E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4ACFEB-4181-5D6B-56A8-48E307044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E96F66-3929-4E5B-A809-704B88C99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CDBF19-48A2-7137-3D40-DED68062B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365C546-2281-D9FA-5095-863F6CA3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5BC5EE5-DD78-A350-0EE9-1120A213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C3A15A-C6CB-45C6-DD82-7845F395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08E541-4A4C-4390-873E-9525A664B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2520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FF747-01BC-2150-8419-A89A36D5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773ABB-7603-67CC-10DF-1E847958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EFB4BA-D0B2-5351-04B1-1F1E84B3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899250-4619-F146-B4DF-7A4F7C37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976B0-0EE6-4F90-A4D5-7B5FAAB14B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838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10322C-0E55-31BA-8269-A99FBBCC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DC2A5A-0AF9-32A0-06C9-BDA8853A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FA1329-6FD3-CCFF-F831-ED444BA5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DD9A71-E23B-4341-8067-B59FEA3BDA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090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8C3C0-2FFD-A179-8D52-9E6B11B43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AC60E3-1372-3760-37D7-F1DC8DABF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E20DB9-88BC-15C7-2D75-FB578B801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F7BE09-4A4E-10B2-5921-B59DA701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DDD432-2009-E27D-3C96-C98DDCB3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112282-2120-9567-E879-88511ED5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7541-FC6B-4C54-9FB1-830646F554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026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9D868-B92B-47E9-AFD8-E784F4536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2FB946-F27E-BF33-8D96-301AF8818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736688-B214-A0A0-526B-32CB6AFE0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7AC4F4-9202-497C-8DB3-A3614850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E69920-085A-FD05-2414-95E683F9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C68451-CD7C-5D1D-B106-3A08D78E3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DB7C90-2C8A-499B-8D7C-507FC61EBB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640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75345-D55E-EAC5-85CB-B435B5A9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333C81-BFBA-2379-6D84-81A4F0227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7F3AF9-BB54-155C-11D0-C97DC50D7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B57EC9-91C1-43BE-EBA6-E4E9893A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AD4B58-B62A-743C-6291-7120CA3D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35F3EB-D9EA-43AA-8C03-EF98DC2396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176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367DBB-2DEC-A67F-276F-AC2E56CCC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42DB3A-5792-3C5F-0FDF-93E2D359D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9CB168-7459-50DB-D578-76AFD366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75C3E6-9247-73D5-338A-1885A578C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7CACAF-B8D1-DA27-613B-F28DCC91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72AB8-1E33-4B92-A190-DD87A7E845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039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B2D2A8-51C3-E664-78B9-63349A635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A67D0CB-FF47-A43E-866D-0C22DFB75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051CBBF-6159-FBE2-2750-186947B3C6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B38E1D0-FF26-9695-8EFE-F02DA62E50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A8825E6-9391-F6C3-D595-8AA6B13EE2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1250FD0-AF82-4194-9DA1-A27D685F3E8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85DE263-A1C4-CC68-D80A-35FB6E2B75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533 – Honras Sejam Ao Cordeiro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A3C8F1C-E36F-F0D9-4F7C-6045895025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864030E-9467-1EF9-A5DF-8C439EACF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Cristo, nosso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Adoramos-te, Senhor!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Gratos, damos-te louvor,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Honras sejam ao Cordeiro!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788E40F-AB6D-A375-8D7E-BC1DF4D422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Ele foi que padeceu,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por nós na cruz morreu!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que assim por nós se deu,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Honras sejam ao Cordeiro!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F1687F-B30A-7481-7AED-CD1DD9A62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 Sofredor que ali penou,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Vencedor que triunfou!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Salvador que nos amou,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Honras sejam ao Cordeiro!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6B739CF-337C-6B18-2364-14D022146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 Digno és Tu, Senhor, que a ti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Demos nosso culto aqui!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Como os teus, nos céus, ali </a:t>
            </a:r>
            <a:br>
              <a:rPr lang="en-US" altLang="pt-BR" sz="4000" i="1"/>
            </a:br>
            <a:r>
              <a:rPr lang="en-US" altLang="pt-BR" sz="4000" i="1"/>
              <a:t>Honras sejam ao Cordeiro!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533 – Honras Sejam Ao Cordeiro</vt:lpstr>
      <vt:lpstr>Cristo, nosso Salvador,  Adoramos-te, Senhor!  Gratos, damos-te louvor,  Honras sejam ao Cordeiro!  </vt:lpstr>
      <vt:lpstr>Ele foi que padeceu,  Que por nós na cruz morreu!  E que assim por nós se deu,  Honras sejam ao Cordeiro!  </vt:lpstr>
      <vt:lpstr> Sofredor que ali penou,  Vencedor que triunfou!  Salvador que nos amou,  Honras sejam ao Cordeiro!  </vt:lpstr>
      <vt:lpstr> Digno és Tu, Senhor, que a ti  Demos nosso culto aqui!  Como os teus, nos céus, ali  Honras sejam ao Cordeiro!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533 – Honras Sejam Ao Cordeiro</dc:title>
  <dc:creator>Junior</dc:creator>
  <cp:lastModifiedBy>Emerson Souza</cp:lastModifiedBy>
  <cp:revision>1</cp:revision>
  <dcterms:created xsi:type="dcterms:W3CDTF">2005-12-26T23:11:46Z</dcterms:created>
  <dcterms:modified xsi:type="dcterms:W3CDTF">2026-05-02T22:21:45Z</dcterms:modified>
</cp:coreProperties>
</file>