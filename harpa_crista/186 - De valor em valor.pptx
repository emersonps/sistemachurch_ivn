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E09514-B8A6-CE0F-DA84-85648FBEA8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72B0F03-5634-0CDF-71ED-C3B199E8B2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C730AD-1491-2D68-D741-2222FC2CA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A8D453-4562-8F30-2F2F-C393C8181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BC0999-9F43-E400-4DF0-D28732B95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E6FC09-1D20-46EA-AE70-EF66DD6CDD9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95801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C2B5B7-D13B-8145-0E2D-C326D2F5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D0C3AA-BE46-7EB0-D9C0-B2345B78D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08E3D9-F0AA-8A82-2258-7B73FF6BA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4E03610-7288-EE37-C322-08CF01C71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5F3504-00DA-36A5-8462-3667A64A3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326E04-F0BF-4470-AC1A-4A58CDE9B4D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55645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370C1C-AA37-A36A-33F8-9EED7F079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96CDB3E-68A5-F512-EDC5-3DCC6D7DF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50FCBA-5720-DC7A-3DAA-94C1FB698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A78EBBC-4A7E-510C-ACC3-9710212E4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94D9B6-6B47-C13E-EBDE-DDFCCE112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BE3F5B-CEA0-49FA-BCF0-F5E8E09F13D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20911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539A62-C0B4-F64E-DADE-2B9BDE23C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9B828C-8955-E840-E509-D791478216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FEE12A6-3E75-9398-F0DE-8ADFEC22BD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0730902-D8E3-DF6D-75B0-73A58B160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22B1EE0-A97A-822E-5C99-E3D6DF48D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0DE68C8-7258-EBFD-5742-C11E3CBEA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3CEFF9-215E-4CC0-9554-17FB4391B16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94803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78A10B-C9B8-06BF-D187-7A6D712BC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BB82E9F-98AD-47CC-2B08-25D216618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BA19F7A-B7C8-DB79-32B2-8C590940DC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5FEAF6A-AFF0-00A6-AEAD-C92EB7AB82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6577322-E0DA-A0FD-49D1-019F9E7D85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58AE67E-1F1D-A834-D11B-A9EC4285B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A29B8F3-567F-376C-83FA-0C54B3AD0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B66174F-2858-737A-34AD-4CC21AB31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3EFDBF-DF93-4057-B042-79F186130D0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17731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2B0AA3-1628-45C5-5554-C4ACD1E4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B76B9A9-C246-9BAB-A654-F9696E4E7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F611CDC-082F-F34C-BE2B-A49D42CD5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818C382-5A20-0CFE-7159-D72EB31B9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94F3C-BFCA-4153-9893-7D22758FE97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24868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DF724A0-1584-1A3E-1D8A-CDC1DBBEF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2A99DBD-0B55-58A4-0DB7-22CF1FDAE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44D5513-8A18-FD66-0677-5FBF48CB0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099AB0-3F67-452A-95CE-97E6691762C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944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616435-4815-275F-9217-65C74508C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B35920-5F9B-864E-77C0-D72DA9811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3CA4790-2573-0D0A-1E3B-FCB8C24C2B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D04AD27-5E0B-9B74-332A-E92F814D0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6F38C3-4960-B964-E7B8-1288AE874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87A2CF1-AA87-E7D2-F32D-C815C351D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E3A929-9A24-4CEC-A12C-B61741BFD01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70453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954507-A3EB-E4C5-11F6-D09F3137F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E354C24-9C5F-1504-FBC9-5996A8ACC1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2057AB9-4AA2-07F1-F1C9-D689F55221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5D9BB2B-99B2-9AC1-550B-9129C85EC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0C366C8-D97E-5BE6-9F15-CD91FD73E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8789CED-4DD9-14E0-17D9-11F84F17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1BC9D3-4377-429A-97C8-0A5BDB6F447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44113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9BAD87-39CB-818B-C100-38F7B3387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88ADC1A-0B37-93C1-5473-F94445D6D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C67343-7128-7744-E4F2-956C5A803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6C7466-804C-10D8-6256-D3210FEC1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DCC5C3-CFB1-21C3-0688-1AD6D18D8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837C4F-C9CF-4021-8DF1-6AFAD478E32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9890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1B08D76-2BFE-1CF4-AA1B-C448E7FF82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61C60F-DD3A-FDD8-61B8-E59C611648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A4E14E5-8EB1-6941-A537-F429C2AB2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859B53-B35A-7124-482F-6B609954B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C80C0E-6D67-BA4C-A294-DA044DB35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BECFCC-D3B2-42B2-80C8-87F1A04F98F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0840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DFF5F19-FF61-3EA1-5E43-B85CFE8B66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EDFA759-9CCD-16CF-D376-92701ED0AC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063FD11-EFB1-9741-2335-A0001ABC29D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BF6E5D7-929A-F588-FEA6-BD90C8CB014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F97B002-604F-C44D-9E3C-3E32B78CDBB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5772268-1AD4-40D3-93C8-D4951BD7F2E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C91E86E-C0E0-ABD2-A809-5E9E1A686EC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057400"/>
            <a:ext cx="9144000" cy="1470025"/>
          </a:xfrm>
        </p:spPr>
        <p:txBody>
          <a:bodyPr anchor="ctr"/>
          <a:lstStyle/>
          <a:p>
            <a:r>
              <a:rPr lang="en-US" altLang="pt-BR" sz="4400" b="1"/>
              <a:t>186</a:t>
            </a:r>
            <a:br>
              <a:rPr lang="en-US" altLang="pt-BR" sz="4400" b="1"/>
            </a:br>
            <a:r>
              <a:rPr lang="en-US" altLang="pt-BR" sz="4400" b="1"/>
              <a:t>DE VALOR EM VALOR</a:t>
            </a:r>
            <a:r>
              <a:rPr lang="en-US" altLang="pt-BR" sz="44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1E139822-42CA-331A-633E-F2A36D6794A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9B089999-2EFD-6360-5422-8CE8ADDD14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Pela fé que uma vez me foi dada, </a:t>
            </a:r>
            <a:br>
              <a:rPr lang="en-US" altLang="pt-BR" sz="4000" i="1"/>
            </a:br>
            <a:r>
              <a:rPr lang="en-US" altLang="pt-BR" sz="4000" i="1"/>
              <a:t>Pra seguir o Cordeiro de Deus, </a:t>
            </a:r>
            <a:br>
              <a:rPr lang="en-US" altLang="pt-BR" sz="4000" i="1"/>
            </a:br>
            <a:r>
              <a:rPr lang="en-US" altLang="pt-BR" sz="4000" i="1"/>
              <a:t>Pela graça de Deus enviada, </a:t>
            </a:r>
            <a:br>
              <a:rPr lang="en-US" altLang="pt-BR" sz="4000" i="1"/>
            </a:br>
            <a:r>
              <a:rPr lang="en-US" altLang="pt-BR" sz="4000" i="1"/>
              <a:t>Andarei, com valor, para os céus.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81FEE4D-B9ED-28F4-8AA9-9C149F009A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b="1" i="1"/>
              <a:t>Quero andar de valor em valor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seguir a Jesus, meu Senhor;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Té que um dia receba no céu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 coroa, que me dará Deus.</a:t>
            </a:r>
            <a:r>
              <a:rPr lang="en-US" altLang="pt-BR" sz="4000" i="1"/>
              <a:t> </a:t>
            </a:r>
            <a:endParaRPr lang="en-US" altLang="pt-BR" sz="4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DFC177F-C5FC-3198-F2FF-1EB99B4617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De Deus, quero vestir a armadura, </a:t>
            </a:r>
            <a:br>
              <a:rPr lang="en-US" altLang="pt-BR" sz="4000" i="1"/>
            </a:br>
            <a:r>
              <a:rPr lang="en-US" altLang="pt-BR" sz="4000" i="1"/>
              <a:t>Pra lutar com coragem e valor. </a:t>
            </a:r>
            <a:br>
              <a:rPr lang="en-US" altLang="pt-BR" sz="4000" i="1"/>
            </a:br>
            <a:r>
              <a:rPr lang="en-US" altLang="pt-BR" sz="4000" i="1"/>
              <a:t>Pois aqui a peleja é dura, </a:t>
            </a:r>
            <a:br>
              <a:rPr lang="en-US" altLang="pt-BR" sz="4000" i="1"/>
            </a:br>
            <a:r>
              <a:rPr lang="en-US" altLang="pt-BR" sz="4000" i="1"/>
              <a:t>Contra as hostes do vil tentador.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11EE87F-7377-7286-2BE1-907E549C28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b="1" i="1"/>
              <a:t>Quero andar de valor em valor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seguir a Jesus, meu Senhor;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Té que um dia receba no céu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 coroa, que me dará Deus.</a:t>
            </a:r>
            <a:r>
              <a:rPr lang="en-US" altLang="pt-BR" sz="4000" i="1"/>
              <a:t> </a:t>
            </a:r>
            <a:endParaRPr lang="en-US" altLang="pt-BR" sz="4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C1EB057-66C5-701D-B395-2CC6D96380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Em Jesus eu farei mil proezas </a:t>
            </a:r>
            <a:br>
              <a:rPr lang="en-US" altLang="pt-BR" sz="4000" i="1"/>
            </a:br>
            <a:r>
              <a:rPr lang="en-US" altLang="pt-BR" sz="4000" i="1"/>
              <a:t>No combate da fé e do amor; </a:t>
            </a:r>
            <a:br>
              <a:rPr lang="en-US" altLang="pt-BR" sz="4000" i="1"/>
            </a:br>
            <a:r>
              <a:rPr lang="en-US" altLang="pt-BR" sz="4000" i="1"/>
              <a:t>NEle tenho vigor e destreza, </a:t>
            </a:r>
            <a:br>
              <a:rPr lang="en-US" altLang="pt-BR" sz="4000" i="1"/>
            </a:br>
            <a:r>
              <a:rPr lang="en-US" altLang="pt-BR" sz="4000" i="1"/>
              <a:t>P’ra lutar e pra ser vencedor!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2DF0F205-3FC0-8221-A543-FD3C2774F8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b="1" i="1"/>
              <a:t>Quero andar de valor em valor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seguir a Jesus, meu Senhor;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Té que um dia receba no céu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 coroa, que me dará Deus.</a:t>
            </a:r>
            <a:r>
              <a:rPr lang="en-US" altLang="pt-BR" sz="4000" i="1"/>
              <a:t> </a:t>
            </a:r>
            <a:endParaRPr lang="en-US" altLang="pt-BR" sz="4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9A7F3F13-26D5-6253-C0D4-C9298D62EB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Eu direi, ao findar esta liça: </a:t>
            </a:r>
            <a:br>
              <a:rPr lang="en-US" altLang="pt-BR" sz="4000" i="1"/>
            </a:br>
            <a:r>
              <a:rPr lang="en-US" altLang="pt-BR" sz="4000" i="1"/>
              <a:t>Combati o combate de amor </a:t>
            </a:r>
            <a:br>
              <a:rPr lang="en-US" altLang="pt-BR" sz="4000" i="1"/>
            </a:br>
            <a:r>
              <a:rPr lang="en-US" altLang="pt-BR" sz="4000" i="1"/>
              <a:t>E coroa terei de justiça. </a:t>
            </a:r>
            <a:br>
              <a:rPr lang="en-US" altLang="pt-BR" sz="4000" i="1"/>
            </a:br>
            <a:r>
              <a:rPr lang="en-US" altLang="pt-BR" sz="4000" i="1"/>
              <a:t>Que no céu me dará o Senhor.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B4F3C7B-2A40-33C3-C7D1-194145DB0B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b="1" i="1"/>
              <a:t>Quero andar de valor em valor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seguir a Jesus, meu Senhor;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Té que um dia receba no céu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 coroa, que me dará Deus.</a:t>
            </a:r>
            <a:r>
              <a:rPr lang="en-US" altLang="pt-BR" sz="4000" i="1"/>
              <a:t> </a:t>
            </a:r>
            <a:endParaRPr lang="en-US" altLang="pt-BR"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186 DE VALOR EM VALOR </vt:lpstr>
      <vt:lpstr>Pela fé que uma vez me foi dada,  Pra seguir o Cordeiro de Deus,  Pela graça de Deus enviada,  Andarei, com valor, para os céus. </vt:lpstr>
      <vt:lpstr>Quero andar de valor em valor  E seguir a Jesus, meu Senhor;  Té que um dia receba no céu  A coroa, que me dará Deus. </vt:lpstr>
      <vt:lpstr>De Deus, quero vestir a armadura,  Pra lutar com coragem e valor.  Pois aqui a peleja é dura,  Contra as hostes do vil tentador.</vt:lpstr>
      <vt:lpstr>Quero andar de valor em valor  E seguir a Jesus, meu Senhor;  Té que um dia receba no céu  A coroa, que me dará Deus. </vt:lpstr>
      <vt:lpstr>Em Jesus eu farei mil proezas  No combate da fé e do amor;  NEle tenho vigor e destreza,  P’ra lutar e pra ser vencedor! </vt:lpstr>
      <vt:lpstr>Quero andar de valor em valor  E seguir a Jesus, meu Senhor;  Té que um dia receba no céu  A coroa, que me dará Deus. </vt:lpstr>
      <vt:lpstr>Eu direi, ao findar esta liça:  Combati o combate de amor  E coroa terei de justiça.  Que no céu me dará o Senhor. </vt:lpstr>
      <vt:lpstr>Quero andar de valor em valor  E seguir a Jesus, meu Senhor;  Té que um dia receba no céu  A coroa, que me dará Deus.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186 DE VALOR EM VALOR </dc:title>
  <dc:creator>Junior</dc:creator>
  <cp:lastModifiedBy>Emerson Souza</cp:lastModifiedBy>
  <cp:revision>1</cp:revision>
  <dcterms:created xsi:type="dcterms:W3CDTF">2005-12-23T17:14:22Z</dcterms:created>
  <dcterms:modified xsi:type="dcterms:W3CDTF">2026-05-02T21:52:21Z</dcterms:modified>
</cp:coreProperties>
</file>