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3096C-A47A-1365-281C-32AB239A8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3842A6-1692-AA5C-C16E-CAC60977E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0350C3-75D2-C2B4-21CD-170F42EB0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9A01A-A9BF-5EF7-5C94-2E12741F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77900D-2142-4A40-C537-8003D544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ED80B4-DEFB-435F-9D2E-B68527C07A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64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626CF-7107-882C-1F44-10D63E9B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A23D0E-650B-DA38-5723-C9BBB11E6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EEBF85-D6B0-B368-1A0E-48B9C337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BB93E0-6BE7-1EE5-6F8A-036B6DC85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2883C5-388F-E048-0FAB-F8760722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6E4EDD-BEC9-4015-9820-A7512D331A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056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F773B-0D4F-0D8F-1706-0F16571F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DA0AE2-95E8-50AE-D1BF-45BC7FC93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CAB66A-3ABF-4E9F-C039-3DF6B874B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04CFA9-8445-38F4-F5D2-79F66105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4F69C8-66B7-C3D8-9D27-9F25440B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9FC0E-9D95-46C1-BE42-7A460274D9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679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58C75-3921-6BAD-86D5-B4322753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D74C60-561F-16AC-F30E-BFD22B180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179645-0F7B-0B0D-A540-3D863D7DC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A18AE9-C13A-B881-F0D3-CA734E6C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A1B1C5-F288-D075-D76B-C457CC8C5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9DE770-6BE7-63CE-3643-94794BC8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F15C40-49C0-43B2-895B-CD6218B55E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6474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A838D-A09B-26C1-2706-3E1894B8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2A9AD5-A619-D227-1E65-4A5444EA3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420F7D-1754-63CD-E073-E2C962615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FA09DA0-6A44-6506-6320-5993E0B02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058184C-61E9-7D17-44A2-8F2B66142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BEF3E0-8ED8-444A-696E-C9181034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C6CB5AF-D1BD-2731-82B3-73EACFC1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679DEC4-765B-3DA9-ED84-45F361DF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82CFA6-F224-433E-B0F5-BEF1965E3C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05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838A5-47BD-07E3-727C-6FA5BB0A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27AEE8-EC84-B402-7225-217BB0E9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F52155-A4EC-FA23-5E97-BC214150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B6425F-1FD6-F0C3-4F24-A7492008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2F3345-4535-4EE8-9470-C0191E03F9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414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644C8DA-B5E3-8AF9-78E8-24429119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D4ACBBE-377E-8156-A8BA-0E1E17A3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7C586F-4CB9-D587-B934-CDE09316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03EA14-61CC-44EE-B941-178D1C5B43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246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2000F-FF7D-F596-460C-2D8C8EFD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A86F07-B8FB-3A76-64C0-D9831DA9B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C4705D-E82D-AAD0-898C-21517D32C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7027F8-F2F5-5BCE-B321-C776A4EEA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2F982B-2C96-A9D4-42A0-AC040B1B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230BBF-15EB-F971-4FBE-73D6B4751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6F3A1D-664A-4945-9741-64D00B16B3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7662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2963E-1D1B-CFA9-C6D1-44830409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B77842C-7D59-4F46-840A-1D951B5F7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9860D5-F2B1-D974-9644-A920941E1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F66F07-3254-DB3F-8FBB-13E2EF38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84F701-86E8-34D0-BF63-5105B5E0F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E2A924-885C-B5BC-0CDE-D85931A2B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2875F1-1976-4B55-8507-548EEC6C85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089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25140-5E56-C885-0248-314292FE0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A1832B-5F56-EFD1-5B52-1B1B3AD97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37ED71-1664-8357-D524-C3FA2455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AD4CFF-9B02-D54E-7832-96948F75B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C45C7B-7B1E-AC6A-D69B-E7F69355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57B2EA-E5F2-4D3F-8652-536C231690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470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963262-C0A2-E60B-6DA6-AE7A4CC59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E457B6-8D10-4DF7-D586-5A8618381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8276A9-2E3C-8EB1-FBF9-FAC50F56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F78588-6009-9BBE-535E-0B2ECCD5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1B8888-797B-20E5-7DC3-4F7535A26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CB9ABF-CCFA-4ED5-8660-7416C709F5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6195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3B67C86-8861-4508-39CB-EDA842113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81E1BC3-1AD8-DA4B-FA21-CEBB7762B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F7C9C2-7947-FA32-BE0F-E7DD59F179B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147030A-DF76-C730-AFCA-CC1EE703FF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7A556AB-3D94-C4C9-2549-5A97C23828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3AD4F39-6C82-4A7A-BF4B-DA6F48C956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F8B5EBF-3EAE-C504-12E3-7CE6F834A0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2133600"/>
            <a:ext cx="7772400" cy="1470025"/>
          </a:xfrm>
        </p:spPr>
        <p:txBody>
          <a:bodyPr anchor="ctr"/>
          <a:lstStyle/>
          <a:p>
            <a:r>
              <a:rPr lang="en-US" altLang="pt-BR" sz="4400" b="1">
                <a:solidFill>
                  <a:srgbClr val="E4F8F8"/>
                </a:solidFill>
              </a:rPr>
              <a:t>58</a:t>
            </a:r>
            <a:br>
              <a:rPr lang="en-US" altLang="pt-BR" sz="4400" b="1">
                <a:solidFill>
                  <a:srgbClr val="E4F8F8"/>
                </a:solidFill>
              </a:rPr>
            </a:br>
            <a:r>
              <a:rPr lang="en-US" altLang="pt-BR" sz="4400" b="1">
                <a:solidFill>
                  <a:srgbClr val="E4F8F8"/>
                </a:solidFill>
              </a:rPr>
              <a:t>NÃO 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>
            <a:extLst>
              <a:ext uri="{FF2B5EF4-FFF2-40B4-BE49-F238E27FC236}">
                <a16:creationId xmlns:a16="http://schemas.microsoft.com/office/drawing/2014/main" id="{60271FCD-1B98-43BE-84F4-8285B054A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956175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E4F8F8"/>
                </a:solidFill>
              </a:rPr>
              <a:t>"Não temas!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Contigo, Eu sempre estarei!"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Oh! rica promessa do bondoso Rei;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Qual estrela que brilha,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Lá na escuridão,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Esta linda promessa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Brilha no meu coração.</a:t>
            </a:r>
            <a:br>
              <a:rPr lang="en-US" altLang="pt-BR" sz="4000">
                <a:solidFill>
                  <a:srgbClr val="E4F8F8"/>
                </a:solidFill>
              </a:rPr>
            </a:br>
            <a:endParaRPr lang="en-US" altLang="pt-BR" sz="4000">
              <a:solidFill>
                <a:srgbClr val="E4F8F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>
            <a:extLst>
              <a:ext uri="{FF2B5EF4-FFF2-40B4-BE49-F238E27FC236}">
                <a16:creationId xmlns:a16="http://schemas.microsoft.com/office/drawing/2014/main" id="{6274C164-A87D-0690-8EC8-D308DC50C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459412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E4F8F8"/>
                </a:solidFill>
              </a:rPr>
              <a:t>Comigo estar! Comigo estar! Sim, Jesus me promete,</a:t>
            </a:r>
            <a:br>
              <a:rPr lang="en-US" altLang="pt-BR" sz="4000" b="1" i="1">
                <a:solidFill>
                  <a:srgbClr val="E4F8F8"/>
                </a:solidFill>
              </a:rPr>
            </a:br>
            <a:r>
              <a:rPr lang="en-US" altLang="pt-BR" sz="4000" b="1" i="1">
                <a:solidFill>
                  <a:srgbClr val="E4F8F8"/>
                </a:solidFill>
              </a:rPr>
              <a:t>Sempre comigo estar.</a:t>
            </a:r>
            <a:br>
              <a:rPr lang="en-US" altLang="pt-BR" sz="4000" b="1" i="1">
                <a:solidFill>
                  <a:srgbClr val="E4F8F8"/>
                </a:solidFill>
              </a:rPr>
            </a:br>
            <a:r>
              <a:rPr lang="en-US" altLang="pt-BR" sz="4000" b="1" i="1">
                <a:solidFill>
                  <a:srgbClr val="E4F8F8"/>
                </a:solidFill>
              </a:rPr>
              <a:t>Comigo estar! Comigo estar! Sim, Jesus me promete,</a:t>
            </a:r>
            <a:br>
              <a:rPr lang="en-US" altLang="pt-BR" sz="4000" b="1" i="1">
                <a:solidFill>
                  <a:srgbClr val="E4F8F8"/>
                </a:solidFill>
              </a:rPr>
            </a:br>
            <a:r>
              <a:rPr lang="en-US" altLang="pt-BR" sz="4000" b="1" i="1">
                <a:solidFill>
                  <a:srgbClr val="E4F8F8"/>
                </a:solidFill>
              </a:rPr>
              <a:t>Sempre comigo estar.</a:t>
            </a:r>
            <a:br>
              <a:rPr lang="en-US" altLang="pt-BR" sz="4000" b="1" i="1">
                <a:solidFill>
                  <a:srgbClr val="E4F8F8"/>
                </a:solidFill>
              </a:rPr>
            </a:br>
            <a:endParaRPr lang="en-US" altLang="pt-BR" sz="4000" b="1" i="1">
              <a:solidFill>
                <a:srgbClr val="E4F8F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>
            <a:extLst>
              <a:ext uri="{FF2B5EF4-FFF2-40B4-BE49-F238E27FC236}">
                <a16:creationId xmlns:a16="http://schemas.microsoft.com/office/drawing/2014/main" id="{EF050667-933F-E761-60BA-9135B9792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5040313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E4F8F8"/>
                </a:solidFill>
              </a:rPr>
              <a:t>Os lírios mais alvos,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Ei-los murchos estão!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Os dias mais belos,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Quão depressa vão!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Cristo, o lírio dos vales, nunca mudará: Cristo, a luz celeste,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Sempre comigo estará!</a:t>
            </a:r>
            <a:br>
              <a:rPr lang="en-US" altLang="pt-BR" sz="4000">
                <a:solidFill>
                  <a:srgbClr val="E4F8F8"/>
                </a:solidFill>
              </a:rPr>
            </a:br>
            <a:endParaRPr lang="en-US" altLang="pt-BR" sz="4000">
              <a:solidFill>
                <a:srgbClr val="E4F8F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BBF02500-9EDC-BAD2-B548-665CF28D0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5040313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E4F8F8"/>
                </a:solidFill>
              </a:rPr>
              <a:t>Comigo estar! Comigo estar! Sim, Jesus me promete,</a:t>
            </a:r>
            <a:br>
              <a:rPr lang="en-US" altLang="pt-BR" b="1" i="1">
                <a:solidFill>
                  <a:srgbClr val="E4F8F8"/>
                </a:solidFill>
              </a:rPr>
            </a:br>
            <a:r>
              <a:rPr lang="en-US" altLang="pt-BR" b="1" i="1">
                <a:solidFill>
                  <a:srgbClr val="E4F8F8"/>
                </a:solidFill>
              </a:rPr>
              <a:t>Sempre comigo estar.</a:t>
            </a:r>
            <a:br>
              <a:rPr lang="en-US" altLang="pt-BR" b="1" i="1">
                <a:solidFill>
                  <a:srgbClr val="E4F8F8"/>
                </a:solidFill>
              </a:rPr>
            </a:br>
            <a:r>
              <a:rPr lang="en-US" altLang="pt-BR" b="1" i="1">
                <a:solidFill>
                  <a:srgbClr val="E4F8F8"/>
                </a:solidFill>
              </a:rPr>
              <a:t>Comigo estar! Comigo estar! Sim, Jesus me promete,</a:t>
            </a:r>
            <a:br>
              <a:rPr lang="en-US" altLang="pt-BR" b="1" i="1">
                <a:solidFill>
                  <a:srgbClr val="E4F8F8"/>
                </a:solidFill>
              </a:rPr>
            </a:br>
            <a:r>
              <a:rPr lang="en-US" altLang="pt-BR" b="1" i="1">
                <a:solidFill>
                  <a:srgbClr val="E4F8F8"/>
                </a:solidFill>
              </a:rPr>
              <a:t>Sempre comigo estar.</a:t>
            </a:r>
            <a:br>
              <a:rPr lang="en-US" altLang="pt-BR" b="1" i="1">
                <a:solidFill>
                  <a:srgbClr val="E4F8F8"/>
                </a:solidFill>
              </a:rPr>
            </a:br>
            <a:endParaRPr lang="en-US" altLang="pt-BR" b="1" i="1">
              <a:solidFill>
                <a:srgbClr val="E4F8F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8C317941-CB46-C057-3C13-A9001F1BD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9144000" cy="5832475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E4F8F8"/>
                </a:solidFill>
              </a:rPr>
              <a:t>E, se pelas águas tiver de passar,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Seus braços eternos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Hão de me guardar;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Sim, mesmo no fogo,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Que vem me provar,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Meu Senhor me promete </a:t>
            </a: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Sempre comigo estar! </a:t>
            </a:r>
            <a:br>
              <a:rPr lang="en-US" altLang="pt-BR" sz="4000">
                <a:solidFill>
                  <a:srgbClr val="E4F8F8"/>
                </a:solidFill>
              </a:rPr>
            </a:br>
            <a:br>
              <a:rPr lang="en-US" altLang="pt-BR" sz="4000">
                <a:solidFill>
                  <a:srgbClr val="E4F8F8"/>
                </a:solidFill>
              </a:rPr>
            </a:br>
            <a:r>
              <a:rPr lang="en-US" altLang="pt-BR" sz="4000">
                <a:solidFill>
                  <a:srgbClr val="E4F8F8"/>
                </a:solidFill>
              </a:rPr>
              <a:t>							</a:t>
            </a:r>
            <a:r>
              <a:rPr lang="en-US" altLang="pt-BR" sz="1800">
                <a:solidFill>
                  <a:srgbClr val="E4F8F8"/>
                </a:solidFill>
              </a:rPr>
              <a:t>H.M.W.</a:t>
            </a:r>
            <a:br>
              <a:rPr lang="en-US" altLang="pt-BR" sz="1800">
                <a:solidFill>
                  <a:srgbClr val="E4F8F8"/>
                </a:solidFill>
              </a:rPr>
            </a:br>
            <a:endParaRPr lang="en-US" altLang="pt-BR" sz="1800">
              <a:solidFill>
                <a:srgbClr val="E4F8F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A87713B8-B942-5547-C176-3B5B8E0A4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5327650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E4F8F8"/>
                </a:solidFill>
              </a:rPr>
              <a:t>Comigo estar! Comigo estar! Sim, Jesus me promete,</a:t>
            </a:r>
            <a:br>
              <a:rPr lang="en-US" altLang="pt-BR" b="1" i="1">
                <a:solidFill>
                  <a:srgbClr val="E4F8F8"/>
                </a:solidFill>
              </a:rPr>
            </a:br>
            <a:r>
              <a:rPr lang="en-US" altLang="pt-BR" b="1" i="1">
                <a:solidFill>
                  <a:srgbClr val="E4F8F8"/>
                </a:solidFill>
              </a:rPr>
              <a:t>Sempre comigo estar.</a:t>
            </a:r>
            <a:br>
              <a:rPr lang="en-US" altLang="pt-BR" b="1" i="1">
                <a:solidFill>
                  <a:srgbClr val="E4F8F8"/>
                </a:solidFill>
              </a:rPr>
            </a:br>
            <a:r>
              <a:rPr lang="en-US" altLang="pt-BR" b="1" i="1">
                <a:solidFill>
                  <a:srgbClr val="E4F8F8"/>
                </a:solidFill>
              </a:rPr>
              <a:t>Comigo estar! Comigo estar! Sim, Jesus me promete,</a:t>
            </a:r>
            <a:br>
              <a:rPr lang="en-US" altLang="pt-BR" b="1" i="1">
                <a:solidFill>
                  <a:srgbClr val="E4F8F8"/>
                </a:solidFill>
              </a:rPr>
            </a:br>
            <a:r>
              <a:rPr lang="en-US" altLang="pt-BR" b="1" i="1">
                <a:solidFill>
                  <a:srgbClr val="E4F8F8"/>
                </a:solidFill>
              </a:rPr>
              <a:t>Sempre comigo estar.</a:t>
            </a:r>
            <a:br>
              <a:rPr lang="en-US" altLang="pt-BR" b="1" i="1">
                <a:solidFill>
                  <a:srgbClr val="E4F8F8"/>
                </a:solidFill>
              </a:rPr>
            </a:br>
            <a:endParaRPr lang="en-US" altLang="pt-BR" b="1" i="1">
              <a:solidFill>
                <a:srgbClr val="E4F8F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58 NÃO TEMAS</vt:lpstr>
      <vt:lpstr>"Não temas!  Contigo, Eu sempre estarei!"  Oh! rica promessa do bondoso Rei; Qual estrela que brilha,  Lá na escuridão,  Esta linda promessa  Brilha no meu coração. </vt:lpstr>
      <vt:lpstr>Comigo estar! Comigo estar! Sim, Jesus me promete, Sempre comigo estar. Comigo estar! Comigo estar! Sim, Jesus me promete, Sempre comigo estar. </vt:lpstr>
      <vt:lpstr>Os lírios mais alvos,  Ei-los murchos estão!  Os dias mais belos,  Quão depressa vão!  Cristo, o lírio dos vales, nunca mudará: Cristo, a luz celeste,  Sempre comigo estará! </vt:lpstr>
      <vt:lpstr>Comigo estar! Comigo estar! Sim, Jesus me promete, Sempre comigo estar. Comigo estar! Comigo estar! Sim, Jesus me promete, Sempre comigo estar. </vt:lpstr>
      <vt:lpstr>E, se pelas águas tiver de passar, Seus braços eternos  Hão de me guardar; Sim, mesmo no fogo,  Que vem me provar, Meu Senhor me promete  Sempre comigo estar!          H.M.W. </vt:lpstr>
      <vt:lpstr>Comigo estar! Comigo estar! Sim, Jesus me promete, Sempre comigo estar. Comigo estar! Comigo estar! Sim, Jesus me promete, Sempre comigo estar.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 </dc:title>
  <dc:creator>Montagna</dc:creator>
  <cp:lastModifiedBy>Emerson Souza</cp:lastModifiedBy>
  <cp:revision>2</cp:revision>
  <dcterms:created xsi:type="dcterms:W3CDTF">2005-10-15T23:53:23Z</dcterms:created>
  <dcterms:modified xsi:type="dcterms:W3CDTF">2026-05-02T21:41:40Z</dcterms:modified>
</cp:coreProperties>
</file>