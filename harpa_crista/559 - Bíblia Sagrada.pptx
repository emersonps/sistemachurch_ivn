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716DA-62BD-30D6-FFF5-75FC8908C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E1CEB4-2F78-9DB4-46BC-91CFE4928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2EC33-B99D-AFF1-4BD7-92BB6402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8B33C0-E3D2-BBF4-EA4A-6B736261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809EA0-480F-6B58-7C40-DAC63EF3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D4053-6713-4DC4-8503-73E8EFDA46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86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24040-9E5D-A61C-1D9E-22004B6C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279736-47FB-5173-0525-E01A187C9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1DECD5-4CC8-DD3E-7903-2BBA26C8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202C1-E1B6-552B-68A8-EBF858D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A450C2-88FD-787C-D2E2-680CF482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32F1AE-4C1E-4729-A10D-471A91CC5D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67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D5598-FCB9-8FBF-97BB-D9005489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B1C383-3956-4D9E-0CF9-3A66BA7C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5A2622-2AEB-D6E6-23E2-E72844F7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116993-137F-9B27-EFE6-37D7A285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FA033-BD29-FCFF-B5C0-129B2ADD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12995-14E0-427A-A456-268CAA29C3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079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4FBB9-E8BE-203A-D0DA-E17707BC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A326E1-6BA7-3A0B-27AF-123947630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238187-A106-0198-9264-B4D8E4B33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E37AF5-EC99-25F6-AE37-2B28B073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C35CEB-2130-8BEE-6153-BB90D77E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7742CA-D96B-7FC1-C35C-9BF4133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32EF9-53FA-4D27-81A9-F28DC3AA15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23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7AD96-6AE3-5E8C-79C7-1AE9368C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8C0499-847E-1E6F-2BB7-6643CD704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409CFB-8AF8-9D96-6446-E85037ED2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B2838D-9393-7990-32DB-3E70E698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358F99-FDBC-3183-1E82-8800367C6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435827-5CE6-83C5-5631-C752A25B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F0E675-157A-1EFE-7D1E-7812B163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DAD90B-A9CF-F8E4-4B1B-A1BD6469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6C62C9-42DA-4C06-A737-A9B68A4C70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2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DB821-E82F-A8C8-6CE3-A5515E4B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DEDAA7-AC1F-4925-65C4-7BCA6F3C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C20D859-E02A-BD20-7643-86A018D2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CB9890-757B-7F28-4713-2AE1914B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E43FC9-58F6-4A0A-B1E9-A1AF8EB0BE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838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F0EFD8-B7E7-5FAE-7590-79D5A925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8D886D-F3B6-204A-1B55-ECA6836C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5BD3E3-AB68-111A-59FE-41548B72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538D6-43D4-4227-AB58-49D941A009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25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7A8C9-63F5-F096-81FB-4FFF0F53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828268-816C-416C-AA31-2E48B25EA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BD6F1FD-1732-2D6E-B357-450A277BA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95D137-743C-0E07-6C05-5F06550E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0A446F-D6CD-746A-DFAC-5538F90C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432602-AF89-7E2B-33E1-BBBB9151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82446A-7D60-4442-A24C-7C93DF6DBE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403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A4DC4-BD07-08AB-76D0-FB9F6357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500C19-58EB-D1A4-9ACE-432E4F81F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A949CA-DE42-0593-1122-0D02137F2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EA67E9-C806-087C-E070-EF7309F2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AA8550-614F-594E-26C6-287CF5F3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80E034-38DB-0704-990C-F48A8D0F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080F93-5122-4DAF-9228-575AF9F4C3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054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07471-F3B4-2025-53F1-13AC51BD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7090AB-2A10-9092-F137-E112EC6F6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7DA80E-9C8C-EB35-0998-D28DDF6B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63075F-A98C-3E30-9590-AA750ED1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E6294A-3178-FA4F-72BE-89792BDB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8E739D-7192-4932-B36C-E1C8861196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923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68BDAB-3068-3E9B-A65C-0C892759A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BE86E-809F-49B3-1B79-B0A8EC7A3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10F0D3-D79E-409D-11C8-3CF2CF91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490A7-CF17-D1FB-C459-F1954C58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BCF3BA-66A6-6DCE-8071-CB4635D1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282F26-9E7F-4E8D-9E9A-E2FCB433F6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825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416919-2D5E-57DF-3D80-AAF6CA96E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FE71467-C575-92FF-DAE6-17B524E89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F64566C-B10B-85CB-69D7-0F6134E8FD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2E173E9-40DD-B5F4-E84A-A382974980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CE4D00-B136-0FF9-3ACD-E7457385C0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756E97-005A-41CD-8C07-65103A0806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CC5408F-9605-9E37-0BAF-49565C5B45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559 - Bíblia Sagrada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56187FD-508F-8040-64FB-28845122CB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C30CD73-3875-FEDD-C570-82B22C699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Bíblia Sagrada,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a Palavra de Deus: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o mapa da jornada </a:t>
            </a:r>
            <a:br>
              <a:rPr lang="en-US" altLang="pt-BR" sz="4000" i="1"/>
            </a:br>
            <a:r>
              <a:rPr lang="en-US" altLang="pt-BR" sz="4000" i="1"/>
              <a:t>Dos que seguem para o Céu. </a:t>
            </a:r>
            <a:br>
              <a:rPr lang="en-US" altLang="pt-BR" sz="4000" i="1"/>
            </a:br>
            <a:r>
              <a:rPr lang="en-US" altLang="pt-BR" sz="4000" i="1"/>
              <a:t>És a carta enviada, </a:t>
            </a:r>
            <a:br>
              <a:rPr lang="en-US" altLang="pt-BR" sz="4000" i="1"/>
            </a:br>
            <a:r>
              <a:rPr lang="en-US" altLang="pt-BR" sz="4000" i="1"/>
              <a:t>Que o Atalaia tem na mão: </a:t>
            </a:r>
            <a:br>
              <a:rPr lang="en-US" altLang="pt-BR" sz="4000" i="1"/>
            </a:br>
            <a:r>
              <a:rPr lang="en-US" altLang="pt-BR" sz="4000" i="1"/>
              <a:t>És as velas da jangada </a:t>
            </a:r>
            <a:br>
              <a:rPr lang="en-US" altLang="pt-BR" sz="4000" i="1"/>
            </a:br>
            <a:r>
              <a:rPr lang="en-US" altLang="pt-BR" sz="4000" i="1"/>
              <a:t>Dos que levam a salvação.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368AEAF-B3E0-D865-5D91-53C971A48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Livro de amor,</a:t>
            </a:r>
            <a:br>
              <a:rPr lang="en-US" altLang="pt-BR" sz="4000" b="1" i="1"/>
            </a:br>
            <a:r>
              <a:rPr lang="en-US" altLang="pt-BR" sz="4000"/>
              <a:t> </a:t>
            </a:r>
            <a:r>
              <a:rPr lang="en-US" altLang="pt-BR" sz="4000" b="1" i="1"/>
              <a:t>Livro que nos dá prazer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Espírito e no saber.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Livro bendito!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Só em ti pode habitar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Palavra de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dos lábios do Senhor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Saiu para em ti falar.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7191557-DEE9-D10D-DFB2-856C4C371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Bíblia Sagrada, </a:t>
            </a:r>
            <a:br>
              <a:rPr lang="en-US" altLang="pt-BR" sz="4000" i="1"/>
            </a:br>
            <a:r>
              <a:rPr lang="en-US" altLang="pt-BR" sz="4000" i="1"/>
              <a:t>És o livro de fulgor, </a:t>
            </a:r>
            <a:br>
              <a:rPr lang="en-US" altLang="pt-BR" sz="4000" i="1"/>
            </a:br>
            <a:r>
              <a:rPr lang="en-US" altLang="pt-BR" sz="4000" i="1"/>
              <a:t>És a jóia rejeitada </a:t>
            </a:r>
            <a:br>
              <a:rPr lang="en-US" altLang="pt-BR" sz="4000" i="1"/>
            </a:br>
            <a:r>
              <a:rPr lang="en-US" altLang="pt-BR" sz="4000" i="1"/>
              <a:t>Pelo vituperador.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o livro para a senda, </a:t>
            </a:r>
            <a:br>
              <a:rPr lang="en-US" altLang="pt-BR" sz="4000" i="1"/>
            </a:br>
            <a:r>
              <a:rPr lang="en-US" altLang="pt-BR" sz="4000" i="1"/>
              <a:t>Contra o horror da corrução. </a:t>
            </a:r>
            <a:br>
              <a:rPr lang="en-US" altLang="pt-BR" sz="4000" i="1"/>
            </a:br>
            <a:r>
              <a:rPr lang="en-US" altLang="pt-BR" sz="4000" i="1"/>
              <a:t>És o livro que nos manda </a:t>
            </a:r>
            <a:br>
              <a:rPr lang="en-US" altLang="pt-BR" sz="4000" i="1"/>
            </a:br>
            <a:r>
              <a:rPr lang="en-US" altLang="pt-BR" sz="4000" i="1"/>
              <a:t>Falar desta salvação. 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5B113AF-2962-B8F4-EDDC-724842D7D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Além do véu,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Estás, livro do Senhor,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Livro do Céu,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transforma o pecador.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Livro Sagrado!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Bem-aventurados sao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Os que cantam o louvor,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registras com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Pela nossa salvação.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DFBB18D-9A76-6313-AC2E-927FC6AEC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Bíblia Sagrada,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a luz do meu Brasil, </a:t>
            </a:r>
            <a:br>
              <a:rPr lang="en-US" altLang="pt-BR" sz="4000" i="1"/>
            </a:br>
            <a:r>
              <a:rPr lang="en-US" altLang="pt-BR" sz="4000" i="1"/>
              <a:t>És a lança e a espada </a:t>
            </a:r>
            <a:br>
              <a:rPr lang="en-US" altLang="pt-BR" sz="4000" i="1"/>
            </a:br>
            <a:r>
              <a:rPr lang="en-US" altLang="pt-BR" sz="4000" i="1"/>
              <a:t>Deste povo varonil.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dos dedos, o brilhante,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És do jardim, a linda flor, </a:t>
            </a:r>
            <a:br>
              <a:rPr lang="en-US" altLang="pt-BR" sz="4000" i="1"/>
            </a:br>
            <a:r>
              <a:rPr lang="en-US" altLang="pt-BR" sz="4000" i="1"/>
              <a:t>És a luz mais radiante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nos mostra o Salvador.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FCC5C9F-ED30-5260-D8F2-697CE805D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Tu vens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Livro santo de Jesus.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Dos altos céus,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Revelaste a nós 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Livro que faia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 poder do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Livro que nos revelou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559 - Bíblia Sagrada </vt:lpstr>
      <vt:lpstr>Bíblia Sagrada,  És a Palavra de Deus:  És o mapa da jornada  Dos que seguem para o Céu.  És a carta enviada,  Que o Atalaia tem na mão:  És as velas da jangada  Dos que levam a salvação.    </vt:lpstr>
      <vt:lpstr>Livro de amor,  Livro que nos dá prazer  No Salvador,  No Espírito e no saber.  Livro bendito!  Só em ti pode habitar  A Palavra de amor,  Que dos lábios do Senhor  Saiu para em ti falar.  </vt:lpstr>
      <vt:lpstr>Bíblia Sagrada,  És o livro de fulgor,  És a jóia rejeitada  Pelo vituperador.  És o livro para a senda,  Contra o horror da corrução.  És o livro que nos manda  Falar desta salvação. </vt:lpstr>
      <vt:lpstr>Além do véu,  Estás, livro do Senhor,  Livro do Céu,  Que transforma o pecador.  Livro Sagrado!  Bem-aventurados sao  Os que cantam o louvor,  Que registras com amor,  Pela nossa salvação.  </vt:lpstr>
      <vt:lpstr>Bíblia Sagrada,  És a luz do meu Brasil,  És a lança e a espada  Deste povo varonil.  És dos dedos, o brilhante,  És do jardim, a linda flor,  És a luz mais radiante  Que nos mostra o Salvador.  </vt:lpstr>
      <vt:lpstr>Tu vens de Deus,  Livro santo de Jesus.  Dos altos céus,  Revelaste a nós a Cruz.  Livro que faia  Do poder do Salvador,  Livro que nos revelou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559 - Bíblia Sagrada </dc:title>
  <dc:creator>Junior</dc:creator>
  <cp:lastModifiedBy>Emerson Souza</cp:lastModifiedBy>
  <cp:revision>1</cp:revision>
  <dcterms:created xsi:type="dcterms:W3CDTF">2005-12-27T00:45:19Z</dcterms:created>
  <dcterms:modified xsi:type="dcterms:W3CDTF">2026-05-02T22:23:55Z</dcterms:modified>
</cp:coreProperties>
</file>