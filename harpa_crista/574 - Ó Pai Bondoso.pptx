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D6A33-19DD-46FA-F658-2C11AC0E0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085810-BC36-E1F0-57E9-06A3ED3A5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3A5988-EC16-C167-D299-546F8442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53DFBD-C4C3-D224-4046-379ED849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43060B-AD93-77B1-7F91-75BFF4EA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71C3E-6B02-4163-92D1-C833CBFAF7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324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D88A1-CC86-4A37-A554-32BAF29B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EF2D3-4398-C974-E911-25B8A983E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A0755-F606-B21F-0966-136CF77A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99ED0-556F-FE30-6B1F-91F5C603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C5CC16-B4CD-F8E5-56E4-6D199450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BDFF4-882D-407E-8DE9-70C3370099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460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6A036-B1CC-0474-2AE4-C9F138B50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E62D20-3B1D-900E-DB1E-A4DF0B483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76A7BE-07F0-8D6C-5F0E-40E7DC2C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1B188C-7212-6D33-8632-780D9F6C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3E238A-7EBF-74B9-657A-0A50DB41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38EA8B-B372-4322-89FD-74D4FCC0F0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971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1C9DE-BA33-E71B-FFEA-C6FD7710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A23D72-EED4-A6EE-542C-1D96412F0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717FFF-3F85-2B3E-35B4-4B0FD5543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77B651-83D5-F29D-0799-4F132DD0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74881B-0963-32B1-DD42-97E67E5F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CC9884-7320-4296-6E48-07BBFD16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7159FB-C125-4EDF-AF61-94E1E67958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718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6581D-F473-B705-E2BD-0542E7CD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095C5F-3DC9-498E-E79D-3EE788A54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D7C8C9-734A-9D0A-89FD-B68B494D0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92C7D2-3CAC-D014-DF55-27E1B0E7F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E40A99-B635-60E4-792E-F4F19F690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3D818A8-6ABC-294A-20D0-E02CE6EB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39508A-914D-3A15-602D-69D768AE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9B1A31-D55C-F960-44C4-C3FE19DF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19412-8D72-4259-B9DD-E051F6B6D0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027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F3A2C-ADE4-2927-3BE4-A0A5615D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AEB3E5-C431-830F-E0E4-B177A2D2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EC8A25-2CAD-009D-C571-4F12F90A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9234E8-F5CE-15CB-D11C-7C5887AE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B7838E-CDE6-42EE-AF69-B5C1642EA2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3164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85C0A0-A42A-F771-AA84-56B62BAD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B612F4-2F7F-F807-BB52-80F6B4C96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9A9CF9-C7E3-85DC-3F20-9F1FC15C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8EBFD4-4DC4-4456-9D29-9D0A98FD72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219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25B4E-C714-4B69-EBB2-743ADEB8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8E119-4311-0E56-58D9-48C9B33A8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7F984A-0DDE-8C55-0B3E-BDFA81EDC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D8FE3A-B892-C15F-3EDC-B6C6CA2A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4D2130-2040-DBEE-DFBB-82A43DF69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BB04FF-A09A-6C03-F55D-2848F811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BCE0C-3A0C-4823-B499-FBB71615C9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148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F33F3-23DA-AD49-7985-792E1EA4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6F3BC9-7135-1184-49AD-0B669846F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A76732-AD91-6F66-078E-8BB8F4128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F911CE-1801-CA98-B593-391CA511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325736-F0D4-D3CA-8F5E-5DB2B42A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28BBE3-CA93-AB4C-8F8C-EACF31C3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7BFAD-33EF-45B1-9D3C-32DBECCBD2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156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EC1A1-FC2A-62D4-BE3C-8C29D38BF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336BDF-639E-8BE1-0B10-5E555E7C4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7CE20A-8B38-1CA6-6EE6-8F4953DA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F77003-1DBA-25E1-1798-72F66372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BB497-B5B4-235A-EA52-D48B49DD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2A127-E190-468A-920A-7342C5679A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6310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B74DDF-4891-716C-E188-8A133AAAC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87BD5A-E5C5-E066-94FC-926493E63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160596-13F6-A401-FAAA-DAEB36B7E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C6ECE9-5596-84C7-6618-923DCF63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7843DF-0093-4953-95A0-2DB51166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C0419B-5F8C-45E8-AD5C-EB96FC6246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840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DD839D-CBB6-DF43-5E87-E89DC5AD9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350BEF4-587B-6048-4BED-45381EE43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63D3AA-AF86-0459-1039-8A20A019B2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CC0A6A8-F617-83B3-33E5-43802F98E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DE54651-5660-A235-7A4C-615CF61B7A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420EB35-B446-4126-846C-13251BA8D54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EF4012D-49A0-1FEC-693B-EBB0EFCA01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477000"/>
          </a:xfrm>
        </p:spPr>
        <p:txBody>
          <a:bodyPr anchor="ctr"/>
          <a:lstStyle/>
          <a:p>
            <a:r>
              <a:rPr lang="en-US" altLang="pt-BR" sz="4400" b="1" i="1"/>
              <a:t>574 - Ó Pai Bondoso</a:t>
            </a:r>
            <a:r>
              <a:rPr lang="en-US" altLang="pt-BR" sz="4400"/>
              <a:t> </a:t>
            </a:r>
            <a:r>
              <a:rPr lang="en-US" altLang="pt-BR" sz="4400" i="1"/>
              <a:t> </a:t>
            </a:r>
            <a:r>
              <a:rPr lang="en-US" altLang="pt-BR" sz="4400"/>
              <a:t> </a:t>
            </a:r>
            <a:br>
              <a:rPr lang="en-US" altLang="pt-BR" sz="4400"/>
            </a:br>
            <a:br>
              <a:rPr lang="en-US" altLang="pt-BR" sz="4400"/>
            </a:br>
            <a:r>
              <a:rPr lang="en-US" altLang="pt-BR" sz="4400" i="1"/>
              <a:t>Ó Pai bondoso, vem nos guiar!</a:t>
            </a:r>
            <a:r>
              <a:rPr lang="en-US" altLang="pt-BR" sz="4400"/>
              <a:t> </a:t>
            </a:r>
            <a:br>
              <a:rPr lang="en-US" altLang="pt-BR" sz="4400"/>
            </a:br>
            <a:r>
              <a:rPr lang="en-US" altLang="pt-BR" sz="4400" i="1"/>
              <a:t>No novo ano vem nos guardar!</a:t>
            </a:r>
            <a:r>
              <a:rPr lang="en-US" altLang="pt-BR" sz="44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574 - Ó Pai Bondoso     Ó Pai bondoso, vem nos guiar!  No novo ano vem nos guardar!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574 - Ó Pai Bondoso     Ó Pai bondoso, vem nos guiar!  No novo ano vem nos guardar! </dc:title>
  <dc:creator>Junior</dc:creator>
  <cp:lastModifiedBy>Emerson Souza</cp:lastModifiedBy>
  <cp:revision>1</cp:revision>
  <dcterms:created xsi:type="dcterms:W3CDTF">2005-12-27T01:39:18Z</dcterms:created>
  <dcterms:modified xsi:type="dcterms:W3CDTF">2026-05-02T22:25:19Z</dcterms:modified>
</cp:coreProperties>
</file>