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65" r:id="rId6"/>
    <p:sldId id="266" r:id="rId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BD"/>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9" autoAdjust="0"/>
    <p:restoredTop sz="94718" autoAdjust="0"/>
  </p:normalViewPr>
  <p:slideViewPr>
    <p:cSldViewPr>
      <p:cViewPr varScale="1">
        <p:scale>
          <a:sx n="66" d="100"/>
          <a:sy n="66" d="100"/>
        </p:scale>
        <p:origin x="-546"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739455-6CC7-E037-48F8-029D8AB89C57}"/>
              </a:ext>
            </a:extLst>
          </p:cNvPr>
          <p:cNvSpPr>
            <a:spLocks noGrp="1"/>
          </p:cNvSpPr>
          <p:nvPr>
            <p:ph type="ctrTitle"/>
          </p:nvPr>
        </p:nvSpPr>
        <p:spPr>
          <a:xfrm>
            <a:off x="1143000" y="1122363"/>
            <a:ext cx="6858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EAC7CDA6-F1C8-8087-E615-A86F90AC419C}"/>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B25A6B98-5AE2-EF9E-258E-1A9235672507}"/>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34243984-6270-E17D-B5A2-DE5EF901C410}"/>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986F9A3D-F883-A8C3-2DB5-1B24939FC15C}"/>
              </a:ext>
            </a:extLst>
          </p:cNvPr>
          <p:cNvSpPr>
            <a:spLocks noGrp="1"/>
          </p:cNvSpPr>
          <p:nvPr>
            <p:ph type="sldNum" sz="quarter" idx="12"/>
          </p:nvPr>
        </p:nvSpPr>
        <p:spPr/>
        <p:txBody>
          <a:bodyPr/>
          <a:lstStyle>
            <a:lvl1pPr>
              <a:defRPr/>
            </a:lvl1pPr>
          </a:lstStyle>
          <a:p>
            <a:fld id="{7FBE9930-817F-4850-886F-4CE1EECD0D33}" type="slidenum">
              <a:rPr lang="en-US" altLang="pt-BR"/>
              <a:pPr/>
              <a:t>‹nº›</a:t>
            </a:fld>
            <a:endParaRPr lang="en-US" altLang="pt-BR"/>
          </a:p>
        </p:txBody>
      </p:sp>
    </p:spTree>
    <p:extLst>
      <p:ext uri="{BB962C8B-B14F-4D97-AF65-F5344CB8AC3E}">
        <p14:creationId xmlns:p14="http://schemas.microsoft.com/office/powerpoint/2010/main" val="2643818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A7036-7D71-4B5A-158D-7038E3FBD1DD}"/>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E2E5C7F8-B1CA-CBCB-9D5D-0B7DA97FB2D6}"/>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3BA6F8E4-71FF-C538-FEFB-F57DC650A544}"/>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CC630DD5-89E9-A120-8F0E-459D4745F6A1}"/>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F38728A4-8994-AB15-B0A8-83CC89DF2531}"/>
              </a:ext>
            </a:extLst>
          </p:cNvPr>
          <p:cNvSpPr>
            <a:spLocks noGrp="1"/>
          </p:cNvSpPr>
          <p:nvPr>
            <p:ph type="sldNum" sz="quarter" idx="12"/>
          </p:nvPr>
        </p:nvSpPr>
        <p:spPr/>
        <p:txBody>
          <a:bodyPr/>
          <a:lstStyle>
            <a:lvl1pPr>
              <a:defRPr/>
            </a:lvl1pPr>
          </a:lstStyle>
          <a:p>
            <a:fld id="{C8C94B52-3D16-441D-943B-B0F4FAF4F690}" type="slidenum">
              <a:rPr lang="en-US" altLang="pt-BR"/>
              <a:pPr/>
              <a:t>‹nº›</a:t>
            </a:fld>
            <a:endParaRPr lang="en-US" altLang="pt-BR"/>
          </a:p>
        </p:txBody>
      </p:sp>
    </p:spTree>
    <p:extLst>
      <p:ext uri="{BB962C8B-B14F-4D97-AF65-F5344CB8AC3E}">
        <p14:creationId xmlns:p14="http://schemas.microsoft.com/office/powerpoint/2010/main" val="29974984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2D3833-E041-B98B-4729-2160750070CD}"/>
              </a:ext>
            </a:extLst>
          </p:cNvPr>
          <p:cNvSpPr>
            <a:spLocks noGrp="1"/>
          </p:cNvSpPr>
          <p:nvPr>
            <p:ph type="title"/>
          </p:nvPr>
        </p:nvSpPr>
        <p:spPr>
          <a:xfrm>
            <a:off x="623888" y="1709738"/>
            <a:ext cx="78867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206435B4-3244-05C4-1D3A-FC5EB6BB300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2363AEC0-889F-8549-CB3A-EC4B5E266A32}"/>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BB8F0285-1F5C-BE88-B451-753D0D472BB8}"/>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5C4E44F6-1BB9-EC42-B2B6-CD30C3FFFA5A}"/>
              </a:ext>
            </a:extLst>
          </p:cNvPr>
          <p:cNvSpPr>
            <a:spLocks noGrp="1"/>
          </p:cNvSpPr>
          <p:nvPr>
            <p:ph type="sldNum" sz="quarter" idx="12"/>
          </p:nvPr>
        </p:nvSpPr>
        <p:spPr/>
        <p:txBody>
          <a:bodyPr/>
          <a:lstStyle>
            <a:lvl1pPr>
              <a:defRPr/>
            </a:lvl1pPr>
          </a:lstStyle>
          <a:p>
            <a:fld id="{B221A084-936A-494E-842E-3E6B1D76538E}" type="slidenum">
              <a:rPr lang="en-US" altLang="pt-BR"/>
              <a:pPr/>
              <a:t>‹nº›</a:t>
            </a:fld>
            <a:endParaRPr lang="en-US" altLang="pt-BR"/>
          </a:p>
        </p:txBody>
      </p:sp>
    </p:spTree>
    <p:extLst>
      <p:ext uri="{BB962C8B-B14F-4D97-AF65-F5344CB8AC3E}">
        <p14:creationId xmlns:p14="http://schemas.microsoft.com/office/powerpoint/2010/main" val="3337906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15B853-6468-0C33-983D-294569975F34}"/>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2B5632C9-E3D5-4D46-775C-8F6A6786F6CD}"/>
              </a:ext>
            </a:extLst>
          </p:cNvPr>
          <p:cNvSpPr>
            <a:spLocks noGrp="1"/>
          </p:cNvSpPr>
          <p:nvPr>
            <p:ph sz="half" idx="1"/>
          </p:nvPr>
        </p:nvSpPr>
        <p:spPr>
          <a:xfrm>
            <a:off x="457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0BCDBFAF-01C2-76CD-8F7E-0DE5C12C7B94}"/>
              </a:ext>
            </a:extLst>
          </p:cNvPr>
          <p:cNvSpPr>
            <a:spLocks noGrp="1"/>
          </p:cNvSpPr>
          <p:nvPr>
            <p:ph sz="half" idx="2"/>
          </p:nvPr>
        </p:nvSpPr>
        <p:spPr>
          <a:xfrm>
            <a:off x="4648200" y="1600200"/>
            <a:ext cx="4038600" cy="4525963"/>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6D8967D0-CB2E-EC8F-1314-5F5691ACCB47}"/>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F7C82216-D668-9F90-7D7E-6285F11A52E4}"/>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FDA184BB-1B53-479D-C3FB-6D0CEBDE2B9F}"/>
              </a:ext>
            </a:extLst>
          </p:cNvPr>
          <p:cNvSpPr>
            <a:spLocks noGrp="1"/>
          </p:cNvSpPr>
          <p:nvPr>
            <p:ph type="sldNum" sz="quarter" idx="12"/>
          </p:nvPr>
        </p:nvSpPr>
        <p:spPr/>
        <p:txBody>
          <a:bodyPr/>
          <a:lstStyle>
            <a:lvl1pPr>
              <a:defRPr/>
            </a:lvl1pPr>
          </a:lstStyle>
          <a:p>
            <a:fld id="{A2B72DC3-54E2-43FE-BB85-735F26739989}" type="slidenum">
              <a:rPr lang="en-US" altLang="pt-BR"/>
              <a:pPr/>
              <a:t>‹nº›</a:t>
            </a:fld>
            <a:endParaRPr lang="en-US" altLang="pt-BR"/>
          </a:p>
        </p:txBody>
      </p:sp>
    </p:spTree>
    <p:extLst>
      <p:ext uri="{BB962C8B-B14F-4D97-AF65-F5344CB8AC3E}">
        <p14:creationId xmlns:p14="http://schemas.microsoft.com/office/powerpoint/2010/main" val="3155589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DFFB26-31ED-651A-44EC-25D9E2BD4FA9}"/>
              </a:ext>
            </a:extLst>
          </p:cNvPr>
          <p:cNvSpPr>
            <a:spLocks noGrp="1"/>
          </p:cNvSpPr>
          <p:nvPr>
            <p:ph type="title"/>
          </p:nvPr>
        </p:nvSpPr>
        <p:spPr>
          <a:xfrm>
            <a:off x="630238" y="365125"/>
            <a:ext cx="78867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4A164615-6112-C1A4-41BC-0D93A49F8721}"/>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581BFEC3-A36C-6811-4C37-65F278F94826}"/>
              </a:ext>
            </a:extLst>
          </p:cNvPr>
          <p:cNvSpPr>
            <a:spLocks noGrp="1"/>
          </p:cNvSpPr>
          <p:nvPr>
            <p:ph sz="half" idx="2"/>
          </p:nvPr>
        </p:nvSpPr>
        <p:spPr>
          <a:xfrm>
            <a:off x="630238" y="2505075"/>
            <a:ext cx="386873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F15FFE9F-9D89-E9D7-6050-DD7E87F75D07}"/>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312D53F-14C1-0813-1859-9FA72E87C8AA}"/>
              </a:ext>
            </a:extLst>
          </p:cNvPr>
          <p:cNvSpPr>
            <a:spLocks noGrp="1"/>
          </p:cNvSpPr>
          <p:nvPr>
            <p:ph sz="quarter" idx="4"/>
          </p:nvPr>
        </p:nvSpPr>
        <p:spPr>
          <a:xfrm>
            <a:off x="4629150" y="2505075"/>
            <a:ext cx="38877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ACC3E726-05A4-3678-09B0-F1E3DD9DBD78}"/>
              </a:ext>
            </a:extLst>
          </p:cNvPr>
          <p:cNvSpPr>
            <a:spLocks noGrp="1"/>
          </p:cNvSpPr>
          <p:nvPr>
            <p:ph type="dt" sz="half" idx="10"/>
          </p:nvPr>
        </p:nvSpPr>
        <p:spPr/>
        <p:txBody>
          <a:bodyPr/>
          <a:lstStyle>
            <a:lvl1pPr>
              <a:defRPr/>
            </a:lvl1pPr>
          </a:lstStyle>
          <a:p>
            <a:endParaRPr lang="en-US" altLang="pt-BR"/>
          </a:p>
        </p:txBody>
      </p:sp>
      <p:sp>
        <p:nvSpPr>
          <p:cNvPr id="8" name="Espaço Reservado para Rodapé 7">
            <a:extLst>
              <a:ext uri="{FF2B5EF4-FFF2-40B4-BE49-F238E27FC236}">
                <a16:creationId xmlns:a16="http://schemas.microsoft.com/office/drawing/2014/main" id="{02DACB48-6BD6-4E9C-7C46-279DB7FD1978}"/>
              </a:ext>
            </a:extLst>
          </p:cNvPr>
          <p:cNvSpPr>
            <a:spLocks noGrp="1"/>
          </p:cNvSpPr>
          <p:nvPr>
            <p:ph type="ftr" sz="quarter" idx="11"/>
          </p:nvPr>
        </p:nvSpPr>
        <p:spPr/>
        <p:txBody>
          <a:bodyPr/>
          <a:lstStyle>
            <a:lvl1pPr>
              <a:defRPr/>
            </a:lvl1pPr>
          </a:lstStyle>
          <a:p>
            <a:endParaRPr lang="en-US" altLang="pt-BR"/>
          </a:p>
        </p:txBody>
      </p:sp>
      <p:sp>
        <p:nvSpPr>
          <p:cNvPr id="9" name="Espaço Reservado para Número de Slide 8">
            <a:extLst>
              <a:ext uri="{FF2B5EF4-FFF2-40B4-BE49-F238E27FC236}">
                <a16:creationId xmlns:a16="http://schemas.microsoft.com/office/drawing/2014/main" id="{489BE51E-ABBE-0BD8-A459-111E7FC82C2A}"/>
              </a:ext>
            </a:extLst>
          </p:cNvPr>
          <p:cNvSpPr>
            <a:spLocks noGrp="1"/>
          </p:cNvSpPr>
          <p:nvPr>
            <p:ph type="sldNum" sz="quarter" idx="12"/>
          </p:nvPr>
        </p:nvSpPr>
        <p:spPr/>
        <p:txBody>
          <a:bodyPr/>
          <a:lstStyle>
            <a:lvl1pPr>
              <a:defRPr/>
            </a:lvl1pPr>
          </a:lstStyle>
          <a:p>
            <a:fld id="{78437E37-0999-4B41-B793-7B251A690A77}" type="slidenum">
              <a:rPr lang="en-US" altLang="pt-BR"/>
              <a:pPr/>
              <a:t>‹nº›</a:t>
            </a:fld>
            <a:endParaRPr lang="en-US" altLang="pt-BR"/>
          </a:p>
        </p:txBody>
      </p:sp>
    </p:spTree>
    <p:extLst>
      <p:ext uri="{BB962C8B-B14F-4D97-AF65-F5344CB8AC3E}">
        <p14:creationId xmlns:p14="http://schemas.microsoft.com/office/powerpoint/2010/main" val="5792191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8E8D67-50AF-BE3C-F9BC-DE9800731E8E}"/>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553C51FE-1257-EF33-F170-36D60D8137F6}"/>
              </a:ext>
            </a:extLst>
          </p:cNvPr>
          <p:cNvSpPr>
            <a:spLocks noGrp="1"/>
          </p:cNvSpPr>
          <p:nvPr>
            <p:ph type="dt" sz="half" idx="10"/>
          </p:nvPr>
        </p:nvSpPr>
        <p:spPr/>
        <p:txBody>
          <a:bodyPr/>
          <a:lstStyle>
            <a:lvl1pPr>
              <a:defRPr/>
            </a:lvl1pPr>
          </a:lstStyle>
          <a:p>
            <a:endParaRPr lang="en-US" altLang="pt-BR"/>
          </a:p>
        </p:txBody>
      </p:sp>
      <p:sp>
        <p:nvSpPr>
          <p:cNvPr id="4" name="Espaço Reservado para Rodapé 3">
            <a:extLst>
              <a:ext uri="{FF2B5EF4-FFF2-40B4-BE49-F238E27FC236}">
                <a16:creationId xmlns:a16="http://schemas.microsoft.com/office/drawing/2014/main" id="{F94595BE-28AC-F80E-6B1A-072F9022D6FB}"/>
              </a:ext>
            </a:extLst>
          </p:cNvPr>
          <p:cNvSpPr>
            <a:spLocks noGrp="1"/>
          </p:cNvSpPr>
          <p:nvPr>
            <p:ph type="ftr" sz="quarter" idx="11"/>
          </p:nvPr>
        </p:nvSpPr>
        <p:spPr/>
        <p:txBody>
          <a:bodyPr/>
          <a:lstStyle>
            <a:lvl1pPr>
              <a:defRPr/>
            </a:lvl1pPr>
          </a:lstStyle>
          <a:p>
            <a:endParaRPr lang="en-US" altLang="pt-BR"/>
          </a:p>
        </p:txBody>
      </p:sp>
      <p:sp>
        <p:nvSpPr>
          <p:cNvPr id="5" name="Espaço Reservado para Número de Slide 4">
            <a:extLst>
              <a:ext uri="{FF2B5EF4-FFF2-40B4-BE49-F238E27FC236}">
                <a16:creationId xmlns:a16="http://schemas.microsoft.com/office/drawing/2014/main" id="{C3F8E0BD-59EB-CC11-0176-7C84F608F698}"/>
              </a:ext>
            </a:extLst>
          </p:cNvPr>
          <p:cNvSpPr>
            <a:spLocks noGrp="1"/>
          </p:cNvSpPr>
          <p:nvPr>
            <p:ph type="sldNum" sz="quarter" idx="12"/>
          </p:nvPr>
        </p:nvSpPr>
        <p:spPr/>
        <p:txBody>
          <a:bodyPr/>
          <a:lstStyle>
            <a:lvl1pPr>
              <a:defRPr/>
            </a:lvl1pPr>
          </a:lstStyle>
          <a:p>
            <a:fld id="{D782870B-8588-48CD-B27F-0C5A778171B7}" type="slidenum">
              <a:rPr lang="en-US" altLang="pt-BR"/>
              <a:pPr/>
              <a:t>‹nº›</a:t>
            </a:fld>
            <a:endParaRPr lang="en-US" altLang="pt-BR"/>
          </a:p>
        </p:txBody>
      </p:sp>
    </p:spTree>
    <p:extLst>
      <p:ext uri="{BB962C8B-B14F-4D97-AF65-F5344CB8AC3E}">
        <p14:creationId xmlns:p14="http://schemas.microsoft.com/office/powerpoint/2010/main" val="11464087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6706AF51-1671-90DE-C90A-B1A7ECB1B805}"/>
              </a:ext>
            </a:extLst>
          </p:cNvPr>
          <p:cNvSpPr>
            <a:spLocks noGrp="1"/>
          </p:cNvSpPr>
          <p:nvPr>
            <p:ph type="dt" sz="half" idx="10"/>
          </p:nvPr>
        </p:nvSpPr>
        <p:spPr/>
        <p:txBody>
          <a:bodyPr/>
          <a:lstStyle>
            <a:lvl1pPr>
              <a:defRPr/>
            </a:lvl1pPr>
          </a:lstStyle>
          <a:p>
            <a:endParaRPr lang="en-US" altLang="pt-BR"/>
          </a:p>
        </p:txBody>
      </p:sp>
      <p:sp>
        <p:nvSpPr>
          <p:cNvPr id="3" name="Espaço Reservado para Rodapé 2">
            <a:extLst>
              <a:ext uri="{FF2B5EF4-FFF2-40B4-BE49-F238E27FC236}">
                <a16:creationId xmlns:a16="http://schemas.microsoft.com/office/drawing/2014/main" id="{C6CE4BD1-39D8-3E2E-BD01-56A45835247B}"/>
              </a:ext>
            </a:extLst>
          </p:cNvPr>
          <p:cNvSpPr>
            <a:spLocks noGrp="1"/>
          </p:cNvSpPr>
          <p:nvPr>
            <p:ph type="ftr" sz="quarter" idx="11"/>
          </p:nvPr>
        </p:nvSpPr>
        <p:spPr/>
        <p:txBody>
          <a:bodyPr/>
          <a:lstStyle>
            <a:lvl1pPr>
              <a:defRPr/>
            </a:lvl1pPr>
          </a:lstStyle>
          <a:p>
            <a:endParaRPr lang="en-US" altLang="pt-BR"/>
          </a:p>
        </p:txBody>
      </p:sp>
      <p:sp>
        <p:nvSpPr>
          <p:cNvPr id="4" name="Espaço Reservado para Número de Slide 3">
            <a:extLst>
              <a:ext uri="{FF2B5EF4-FFF2-40B4-BE49-F238E27FC236}">
                <a16:creationId xmlns:a16="http://schemas.microsoft.com/office/drawing/2014/main" id="{78F37D74-E001-ECFF-F7E9-0C37FAC22595}"/>
              </a:ext>
            </a:extLst>
          </p:cNvPr>
          <p:cNvSpPr>
            <a:spLocks noGrp="1"/>
          </p:cNvSpPr>
          <p:nvPr>
            <p:ph type="sldNum" sz="quarter" idx="12"/>
          </p:nvPr>
        </p:nvSpPr>
        <p:spPr/>
        <p:txBody>
          <a:bodyPr/>
          <a:lstStyle>
            <a:lvl1pPr>
              <a:defRPr/>
            </a:lvl1pPr>
          </a:lstStyle>
          <a:p>
            <a:fld id="{0AA6EA68-6AA4-4A26-A28D-0621925A2D24}" type="slidenum">
              <a:rPr lang="en-US" altLang="pt-BR"/>
              <a:pPr/>
              <a:t>‹nº›</a:t>
            </a:fld>
            <a:endParaRPr lang="en-US" altLang="pt-BR"/>
          </a:p>
        </p:txBody>
      </p:sp>
    </p:spTree>
    <p:extLst>
      <p:ext uri="{BB962C8B-B14F-4D97-AF65-F5344CB8AC3E}">
        <p14:creationId xmlns:p14="http://schemas.microsoft.com/office/powerpoint/2010/main" val="3633187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725DB-0C9F-2F3E-454D-030713F9B5E2}"/>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5D9522C9-F3C6-EB42-262F-9CEED85D502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34979AC5-2664-5B9C-32BA-C778F454AAC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0F047FE2-69B9-1122-2110-A29455CBFD07}"/>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777E4392-7270-9CE0-ED6F-D8DDD0A9789E}"/>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D92F6474-470C-16B9-950B-117E0530AED0}"/>
              </a:ext>
            </a:extLst>
          </p:cNvPr>
          <p:cNvSpPr>
            <a:spLocks noGrp="1"/>
          </p:cNvSpPr>
          <p:nvPr>
            <p:ph type="sldNum" sz="quarter" idx="12"/>
          </p:nvPr>
        </p:nvSpPr>
        <p:spPr/>
        <p:txBody>
          <a:bodyPr/>
          <a:lstStyle>
            <a:lvl1pPr>
              <a:defRPr/>
            </a:lvl1pPr>
          </a:lstStyle>
          <a:p>
            <a:fld id="{4DC1D87E-4091-49B0-8C0C-8F26FF21B3E1}" type="slidenum">
              <a:rPr lang="en-US" altLang="pt-BR"/>
              <a:pPr/>
              <a:t>‹nº›</a:t>
            </a:fld>
            <a:endParaRPr lang="en-US" altLang="pt-BR"/>
          </a:p>
        </p:txBody>
      </p:sp>
    </p:spTree>
    <p:extLst>
      <p:ext uri="{BB962C8B-B14F-4D97-AF65-F5344CB8AC3E}">
        <p14:creationId xmlns:p14="http://schemas.microsoft.com/office/powerpoint/2010/main" val="2240687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4692D9-8E2F-8800-DA4D-EFFFE0724A6D}"/>
              </a:ext>
            </a:extLst>
          </p:cNvPr>
          <p:cNvSpPr>
            <a:spLocks noGrp="1"/>
          </p:cNvSpPr>
          <p:nvPr>
            <p:ph type="title"/>
          </p:nvPr>
        </p:nvSpPr>
        <p:spPr>
          <a:xfrm>
            <a:off x="630238" y="457200"/>
            <a:ext cx="2949575"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30D25801-6D46-1AF2-17E6-1118C63AE12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A651181-4343-CC80-EDE2-B697E6C8564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C714027D-B9F4-B650-616C-8D69C8AD30A3}"/>
              </a:ext>
            </a:extLst>
          </p:cNvPr>
          <p:cNvSpPr>
            <a:spLocks noGrp="1"/>
          </p:cNvSpPr>
          <p:nvPr>
            <p:ph type="dt" sz="half" idx="10"/>
          </p:nvPr>
        </p:nvSpPr>
        <p:spPr/>
        <p:txBody>
          <a:bodyPr/>
          <a:lstStyle>
            <a:lvl1pPr>
              <a:defRPr/>
            </a:lvl1pPr>
          </a:lstStyle>
          <a:p>
            <a:endParaRPr lang="en-US" altLang="pt-BR"/>
          </a:p>
        </p:txBody>
      </p:sp>
      <p:sp>
        <p:nvSpPr>
          <p:cNvPr id="6" name="Espaço Reservado para Rodapé 5">
            <a:extLst>
              <a:ext uri="{FF2B5EF4-FFF2-40B4-BE49-F238E27FC236}">
                <a16:creationId xmlns:a16="http://schemas.microsoft.com/office/drawing/2014/main" id="{199C1122-F5D7-F0AF-E631-C9EE9CF7227F}"/>
              </a:ext>
            </a:extLst>
          </p:cNvPr>
          <p:cNvSpPr>
            <a:spLocks noGrp="1"/>
          </p:cNvSpPr>
          <p:nvPr>
            <p:ph type="ftr" sz="quarter" idx="11"/>
          </p:nvPr>
        </p:nvSpPr>
        <p:spPr/>
        <p:txBody>
          <a:bodyPr/>
          <a:lstStyle>
            <a:lvl1pPr>
              <a:defRPr/>
            </a:lvl1pPr>
          </a:lstStyle>
          <a:p>
            <a:endParaRPr lang="en-US" altLang="pt-BR"/>
          </a:p>
        </p:txBody>
      </p:sp>
      <p:sp>
        <p:nvSpPr>
          <p:cNvPr id="7" name="Espaço Reservado para Número de Slide 6">
            <a:extLst>
              <a:ext uri="{FF2B5EF4-FFF2-40B4-BE49-F238E27FC236}">
                <a16:creationId xmlns:a16="http://schemas.microsoft.com/office/drawing/2014/main" id="{6341F887-A7E9-F3F8-CBAA-80253AC6A7D7}"/>
              </a:ext>
            </a:extLst>
          </p:cNvPr>
          <p:cNvSpPr>
            <a:spLocks noGrp="1"/>
          </p:cNvSpPr>
          <p:nvPr>
            <p:ph type="sldNum" sz="quarter" idx="12"/>
          </p:nvPr>
        </p:nvSpPr>
        <p:spPr/>
        <p:txBody>
          <a:bodyPr/>
          <a:lstStyle>
            <a:lvl1pPr>
              <a:defRPr/>
            </a:lvl1pPr>
          </a:lstStyle>
          <a:p>
            <a:fld id="{0D24786D-C287-4F09-A74A-AE8C166785B6}" type="slidenum">
              <a:rPr lang="en-US" altLang="pt-BR"/>
              <a:pPr/>
              <a:t>‹nº›</a:t>
            </a:fld>
            <a:endParaRPr lang="en-US" altLang="pt-BR"/>
          </a:p>
        </p:txBody>
      </p:sp>
    </p:spTree>
    <p:extLst>
      <p:ext uri="{BB962C8B-B14F-4D97-AF65-F5344CB8AC3E}">
        <p14:creationId xmlns:p14="http://schemas.microsoft.com/office/powerpoint/2010/main" val="1006132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430552-B768-5CFD-B0CD-66D28C25142D}"/>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75018F85-57F0-2676-6800-512539C4F994}"/>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95B357A5-DA89-A21B-E1F0-1DFA3CF97ADA}"/>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60D3C3AC-99CE-D277-E855-5EB78141A660}"/>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5FD17CFD-18DE-61B2-7843-833AA33A4C5E}"/>
              </a:ext>
            </a:extLst>
          </p:cNvPr>
          <p:cNvSpPr>
            <a:spLocks noGrp="1"/>
          </p:cNvSpPr>
          <p:nvPr>
            <p:ph type="sldNum" sz="quarter" idx="12"/>
          </p:nvPr>
        </p:nvSpPr>
        <p:spPr/>
        <p:txBody>
          <a:bodyPr/>
          <a:lstStyle>
            <a:lvl1pPr>
              <a:defRPr/>
            </a:lvl1pPr>
          </a:lstStyle>
          <a:p>
            <a:fld id="{AF1C3E70-E894-45C6-AC24-11B358D7818E}" type="slidenum">
              <a:rPr lang="en-US" altLang="pt-BR"/>
              <a:pPr/>
              <a:t>‹nº›</a:t>
            </a:fld>
            <a:endParaRPr lang="en-US" altLang="pt-BR"/>
          </a:p>
        </p:txBody>
      </p:sp>
    </p:spTree>
    <p:extLst>
      <p:ext uri="{BB962C8B-B14F-4D97-AF65-F5344CB8AC3E}">
        <p14:creationId xmlns:p14="http://schemas.microsoft.com/office/powerpoint/2010/main" val="1785646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11F5194-E576-B00E-2C44-6BE31537F7A9}"/>
              </a:ext>
            </a:extLst>
          </p:cNvPr>
          <p:cNvSpPr>
            <a:spLocks noGrp="1"/>
          </p:cNvSpPr>
          <p:nvPr>
            <p:ph type="title" orient="vert"/>
          </p:nvPr>
        </p:nvSpPr>
        <p:spPr>
          <a:xfrm>
            <a:off x="6629400" y="274638"/>
            <a:ext cx="2057400" cy="5851525"/>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009CAC58-8988-22D7-4F82-685A64E1CD69}"/>
              </a:ext>
            </a:extLst>
          </p:cNvPr>
          <p:cNvSpPr>
            <a:spLocks noGrp="1"/>
          </p:cNvSpPr>
          <p:nvPr>
            <p:ph type="body" orient="vert" idx="1"/>
          </p:nvPr>
        </p:nvSpPr>
        <p:spPr>
          <a:xfrm>
            <a:off x="457200" y="274638"/>
            <a:ext cx="6019800" cy="585152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841E8A59-A6A6-CC26-013D-070615735E12}"/>
              </a:ext>
            </a:extLst>
          </p:cNvPr>
          <p:cNvSpPr>
            <a:spLocks noGrp="1"/>
          </p:cNvSpPr>
          <p:nvPr>
            <p:ph type="dt" sz="half" idx="10"/>
          </p:nvPr>
        </p:nvSpPr>
        <p:spPr/>
        <p:txBody>
          <a:bodyPr/>
          <a:lstStyle>
            <a:lvl1pPr>
              <a:defRPr/>
            </a:lvl1pPr>
          </a:lstStyle>
          <a:p>
            <a:endParaRPr lang="en-US" altLang="pt-BR"/>
          </a:p>
        </p:txBody>
      </p:sp>
      <p:sp>
        <p:nvSpPr>
          <p:cNvPr id="5" name="Espaço Reservado para Rodapé 4">
            <a:extLst>
              <a:ext uri="{FF2B5EF4-FFF2-40B4-BE49-F238E27FC236}">
                <a16:creationId xmlns:a16="http://schemas.microsoft.com/office/drawing/2014/main" id="{5C131AB6-F803-1E61-20E3-359BC6B69D62}"/>
              </a:ext>
            </a:extLst>
          </p:cNvPr>
          <p:cNvSpPr>
            <a:spLocks noGrp="1"/>
          </p:cNvSpPr>
          <p:nvPr>
            <p:ph type="ftr" sz="quarter" idx="11"/>
          </p:nvPr>
        </p:nvSpPr>
        <p:spPr/>
        <p:txBody>
          <a:bodyPr/>
          <a:lstStyle>
            <a:lvl1pPr>
              <a:defRPr/>
            </a:lvl1pPr>
          </a:lstStyle>
          <a:p>
            <a:endParaRPr lang="en-US" altLang="pt-BR"/>
          </a:p>
        </p:txBody>
      </p:sp>
      <p:sp>
        <p:nvSpPr>
          <p:cNvPr id="6" name="Espaço Reservado para Número de Slide 5">
            <a:extLst>
              <a:ext uri="{FF2B5EF4-FFF2-40B4-BE49-F238E27FC236}">
                <a16:creationId xmlns:a16="http://schemas.microsoft.com/office/drawing/2014/main" id="{88EC0ACA-E0E0-ADA1-33BB-9A0F3D226275}"/>
              </a:ext>
            </a:extLst>
          </p:cNvPr>
          <p:cNvSpPr>
            <a:spLocks noGrp="1"/>
          </p:cNvSpPr>
          <p:nvPr>
            <p:ph type="sldNum" sz="quarter" idx="12"/>
          </p:nvPr>
        </p:nvSpPr>
        <p:spPr/>
        <p:txBody>
          <a:bodyPr/>
          <a:lstStyle>
            <a:lvl1pPr>
              <a:defRPr/>
            </a:lvl1pPr>
          </a:lstStyle>
          <a:p>
            <a:fld id="{A7A29DD5-BB52-46D7-A6CE-4679ADEEC11B}" type="slidenum">
              <a:rPr lang="en-US" altLang="pt-BR"/>
              <a:pPr/>
              <a:t>‹nº›</a:t>
            </a:fld>
            <a:endParaRPr lang="en-US" altLang="pt-BR"/>
          </a:p>
        </p:txBody>
      </p:sp>
    </p:spTree>
    <p:extLst>
      <p:ext uri="{BB962C8B-B14F-4D97-AF65-F5344CB8AC3E}">
        <p14:creationId xmlns:p14="http://schemas.microsoft.com/office/powerpoint/2010/main" val="25036031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EA9E8A4-F66F-87BA-8A78-AE6E8C8B918D}"/>
              </a:ext>
            </a:extLst>
          </p:cNvPr>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pt-BR"/>
              <a:t>Clique para editar o estilo do título mestre</a:t>
            </a:r>
          </a:p>
        </p:txBody>
      </p:sp>
      <p:sp>
        <p:nvSpPr>
          <p:cNvPr id="1027" name="Rectangle 3">
            <a:extLst>
              <a:ext uri="{FF2B5EF4-FFF2-40B4-BE49-F238E27FC236}">
                <a16:creationId xmlns:a16="http://schemas.microsoft.com/office/drawing/2014/main" id="{98880CA3-DB10-3F62-A5D5-5ED2F47E4D39}"/>
              </a:ext>
            </a:extLst>
          </p:cNvPr>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pt-BR"/>
              <a:t>Clique para editar os estilos do texto mestre</a:t>
            </a:r>
          </a:p>
          <a:p>
            <a:pPr lvl="1"/>
            <a:r>
              <a:rPr lang="en-US" altLang="pt-BR"/>
              <a:t>Segundo nível</a:t>
            </a:r>
          </a:p>
          <a:p>
            <a:pPr lvl="2"/>
            <a:r>
              <a:rPr lang="en-US" altLang="pt-BR"/>
              <a:t>Terceiro nível</a:t>
            </a:r>
          </a:p>
          <a:p>
            <a:pPr lvl="3"/>
            <a:r>
              <a:rPr lang="en-US" altLang="pt-BR"/>
              <a:t>Quarto nível</a:t>
            </a:r>
          </a:p>
          <a:p>
            <a:pPr lvl="4"/>
            <a:r>
              <a:rPr lang="en-US" altLang="pt-BR"/>
              <a:t>Quinto nível</a:t>
            </a:r>
          </a:p>
        </p:txBody>
      </p:sp>
      <p:sp>
        <p:nvSpPr>
          <p:cNvPr id="1028" name="Rectangle 4">
            <a:extLst>
              <a:ext uri="{FF2B5EF4-FFF2-40B4-BE49-F238E27FC236}">
                <a16:creationId xmlns:a16="http://schemas.microsoft.com/office/drawing/2014/main" id="{82D90CFA-CDB7-1A18-2B98-52BEFDB857A8}"/>
              </a:ext>
            </a:extLst>
          </p:cNvPr>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ltLang="pt-BR"/>
          </a:p>
        </p:txBody>
      </p:sp>
      <p:sp>
        <p:nvSpPr>
          <p:cNvPr id="1029" name="Rectangle 5">
            <a:extLst>
              <a:ext uri="{FF2B5EF4-FFF2-40B4-BE49-F238E27FC236}">
                <a16:creationId xmlns:a16="http://schemas.microsoft.com/office/drawing/2014/main" id="{597D25E2-E505-6086-9B25-E907E4F0443B}"/>
              </a:ext>
            </a:extLst>
          </p:cNvPr>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endParaRPr lang="en-US" altLang="pt-BR"/>
          </a:p>
        </p:txBody>
      </p:sp>
      <p:sp>
        <p:nvSpPr>
          <p:cNvPr id="1030" name="Rectangle 6">
            <a:extLst>
              <a:ext uri="{FF2B5EF4-FFF2-40B4-BE49-F238E27FC236}">
                <a16:creationId xmlns:a16="http://schemas.microsoft.com/office/drawing/2014/main" id="{AE0070B6-54E7-0A41-71F7-FAE73C460F80}"/>
              </a:ext>
            </a:extLst>
          </p:cNvPr>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4D1FD063-FDD4-4853-96C2-A5EEEB7D99F1}" type="slidenum">
              <a:rPr lang="en-US" altLang="pt-BR"/>
              <a:pPr/>
              <a:t>‹nº›</a:t>
            </a:fld>
            <a:endParaRPr lang="en-US" alt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08B3ACB-B2C1-77EC-04B0-F8458BEBC1CD}"/>
              </a:ext>
            </a:extLst>
          </p:cNvPr>
          <p:cNvSpPr>
            <a:spLocks noGrp="1" noChangeArrowheads="1"/>
          </p:cNvSpPr>
          <p:nvPr>
            <p:ph type="ctrTitle"/>
          </p:nvPr>
        </p:nvSpPr>
        <p:spPr>
          <a:xfrm>
            <a:off x="685800" y="2130425"/>
            <a:ext cx="7772400" cy="1470025"/>
          </a:xfrm>
        </p:spPr>
        <p:txBody>
          <a:bodyPr anchor="ctr"/>
          <a:lstStyle/>
          <a:p>
            <a:r>
              <a:rPr lang="en-US" altLang="pt-BR" sz="4400" b="1">
                <a:solidFill>
                  <a:srgbClr val="FFFFBD"/>
                </a:solidFill>
              </a:rPr>
              <a:t>13</a:t>
            </a:r>
            <a:br>
              <a:rPr lang="en-US" altLang="pt-BR" sz="4400">
                <a:solidFill>
                  <a:srgbClr val="FFFFBD"/>
                </a:solidFill>
              </a:rPr>
            </a:br>
            <a:r>
              <a:rPr lang="en-US" altLang="pt-BR" sz="4400">
                <a:solidFill>
                  <a:srgbClr val="FFFFBD"/>
                </a:solidFill>
              </a:rPr>
              <a:t>JESUS COMPROU-ME</a:t>
            </a:r>
          </a:p>
        </p:txBody>
      </p:sp>
      <p:sp>
        <p:nvSpPr>
          <p:cNvPr id="2051" name="Rectangle 3">
            <a:extLst>
              <a:ext uri="{FF2B5EF4-FFF2-40B4-BE49-F238E27FC236}">
                <a16:creationId xmlns:a16="http://schemas.microsoft.com/office/drawing/2014/main" id="{03D394AE-B31C-57B7-19BF-12462422E5BA}"/>
              </a:ext>
            </a:extLst>
          </p:cNvPr>
          <p:cNvSpPr>
            <a:spLocks noGrp="1" noChangeArrowheads="1"/>
          </p:cNvSpPr>
          <p:nvPr>
            <p:ph type="subTitle" idx="1"/>
          </p:nvPr>
        </p:nvSpPr>
        <p:spPr>
          <a:xfrm>
            <a:off x="1371600" y="3886200"/>
            <a:ext cx="6400800" cy="1752600"/>
          </a:xfrm>
        </p:spPr>
        <p:txBody>
          <a:bodyPr/>
          <a:lstStyle/>
          <a:p>
            <a:endParaRPr lang="pt-BR" altLang="pt-BR" sz="3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4">
            <a:extLst>
              <a:ext uri="{FF2B5EF4-FFF2-40B4-BE49-F238E27FC236}">
                <a16:creationId xmlns:a16="http://schemas.microsoft.com/office/drawing/2014/main" id="{DC0897F1-3069-1F34-09F1-5E2FF3D628A1}"/>
              </a:ext>
            </a:extLst>
          </p:cNvPr>
          <p:cNvSpPr>
            <a:spLocks noGrp="1" noChangeArrowheads="1"/>
          </p:cNvSpPr>
          <p:nvPr>
            <p:ph type="title"/>
          </p:nvPr>
        </p:nvSpPr>
        <p:spPr>
          <a:xfrm>
            <a:off x="0" y="304800"/>
            <a:ext cx="9144000" cy="5638800"/>
          </a:xfrm>
        </p:spPr>
        <p:txBody>
          <a:bodyPr/>
          <a:lstStyle/>
          <a:p>
            <a:r>
              <a:rPr lang="en-US" altLang="pt-BR" i="1">
                <a:solidFill>
                  <a:srgbClr val="FFFFBD"/>
                </a:solidFill>
              </a:rPr>
              <a:t>Jesus comprou-me do mundo aqui,</a:t>
            </a:r>
            <a:r>
              <a:rPr lang="en-US" altLang="pt-BR">
                <a:solidFill>
                  <a:srgbClr val="FFFFBD"/>
                </a:solidFill>
              </a:rPr>
              <a:t> </a:t>
            </a:r>
            <a:r>
              <a:rPr lang="en-US" altLang="pt-BR" i="1">
                <a:solidFill>
                  <a:srgbClr val="FFFFBD"/>
                </a:solidFill>
              </a:rPr>
              <a:t>Palavras doces são para mim;</a:t>
            </a:r>
            <a:r>
              <a:rPr lang="en-US" altLang="pt-BR">
                <a:solidFill>
                  <a:srgbClr val="FFFFBD"/>
                </a:solidFill>
              </a:rPr>
              <a:t> </a:t>
            </a:r>
            <a:r>
              <a:rPr lang="en-US" altLang="pt-BR" i="1">
                <a:solidFill>
                  <a:srgbClr val="FFFFBD"/>
                </a:solidFill>
              </a:rPr>
              <a:t>Jesus comprou-me e vai me dar</a:t>
            </a:r>
            <a:r>
              <a:rPr lang="en-US" altLang="pt-BR">
                <a:solidFill>
                  <a:srgbClr val="FFFFBD"/>
                </a:solidFill>
              </a:rPr>
              <a:t> </a:t>
            </a:r>
            <a:r>
              <a:rPr lang="en-US" altLang="pt-BR" i="1">
                <a:solidFill>
                  <a:srgbClr val="FFFFBD"/>
                </a:solidFill>
              </a:rPr>
              <a:t>Eterno gozo, celeste lar.</a:t>
            </a:r>
            <a:r>
              <a:rPr lang="en-US" altLang="pt-BR">
                <a:solidFill>
                  <a:srgbClr val="FFFFBD"/>
                </a:solidFill>
              </a:rPr>
              <a:t> </a:t>
            </a:r>
            <a:br>
              <a:rPr lang="en-US" altLang="pt-BR">
                <a:solidFill>
                  <a:srgbClr val="FFFFBD"/>
                </a:solidFill>
              </a:rPr>
            </a:br>
            <a:r>
              <a:rPr lang="en-US" altLang="pt-BR" i="1">
                <a:solidFill>
                  <a:srgbClr val="FFFFBD"/>
                </a:solidFill>
              </a:rPr>
              <a:t>Jesus comprou-me e vai me dar</a:t>
            </a:r>
            <a:r>
              <a:rPr lang="en-US" altLang="pt-BR">
                <a:solidFill>
                  <a:srgbClr val="FFFFBD"/>
                </a:solidFill>
              </a:rPr>
              <a:t> </a:t>
            </a:r>
            <a:r>
              <a:rPr lang="en-US" altLang="pt-BR" i="1">
                <a:solidFill>
                  <a:srgbClr val="FFFFBD"/>
                </a:solidFill>
              </a:rPr>
              <a:t>Eterno gozo, celeste lar.</a:t>
            </a:r>
            <a:r>
              <a:rPr lang="en-US" altLang="pt-BR">
                <a:solidFill>
                  <a:srgbClr val="FFFFBD"/>
                </a:solidFill>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8C603F9-3625-4845-06FF-3742A7E43A21}"/>
              </a:ext>
            </a:extLst>
          </p:cNvPr>
          <p:cNvSpPr>
            <a:spLocks noGrp="1" noChangeArrowheads="1"/>
          </p:cNvSpPr>
          <p:nvPr>
            <p:ph type="title"/>
          </p:nvPr>
        </p:nvSpPr>
        <p:spPr>
          <a:xfrm>
            <a:off x="0" y="304800"/>
            <a:ext cx="9144000" cy="5638800"/>
          </a:xfrm>
        </p:spPr>
        <p:txBody>
          <a:bodyPr/>
          <a:lstStyle/>
          <a:p>
            <a:r>
              <a:rPr lang="en-US" altLang="pt-BR" i="1">
                <a:solidFill>
                  <a:srgbClr val="FFFFBD"/>
                </a:solidFill>
              </a:rPr>
              <a:t>Jesus comprou-me da escravidão,</a:t>
            </a:r>
            <a:r>
              <a:rPr lang="en-US" altLang="pt-BR">
                <a:solidFill>
                  <a:srgbClr val="FFFFBD"/>
                </a:solidFill>
              </a:rPr>
              <a:t> </a:t>
            </a:r>
            <a:r>
              <a:rPr lang="en-US" altLang="pt-BR" i="1">
                <a:solidFill>
                  <a:srgbClr val="FFFFBD"/>
                </a:solidFill>
              </a:rPr>
              <a:t>A paz eu gozo por Seu perdão;</a:t>
            </a:r>
            <a:r>
              <a:rPr lang="en-US" altLang="pt-BR">
                <a:solidFill>
                  <a:srgbClr val="FFFFBD"/>
                </a:solidFill>
              </a:rPr>
              <a:t> </a:t>
            </a:r>
            <a:br>
              <a:rPr lang="en-US" altLang="pt-BR">
                <a:solidFill>
                  <a:srgbClr val="FFFFBD"/>
                </a:solidFill>
              </a:rPr>
            </a:br>
            <a:r>
              <a:rPr lang="en-US" altLang="pt-BR" i="1">
                <a:solidFill>
                  <a:srgbClr val="FFFFBD"/>
                </a:solidFill>
              </a:rPr>
              <a:t>Sou desprezado um pouco aqui,</a:t>
            </a:r>
            <a:r>
              <a:rPr lang="en-US" altLang="pt-BR">
                <a:solidFill>
                  <a:srgbClr val="FFFFBD"/>
                </a:solidFill>
              </a:rPr>
              <a:t> </a:t>
            </a:r>
            <a:r>
              <a:rPr lang="en-US" altLang="pt-BR" i="1">
                <a:solidFill>
                  <a:srgbClr val="FFFFBD"/>
                </a:solidFill>
              </a:rPr>
              <a:t>Mas eu espero gozar ali.</a:t>
            </a:r>
            <a:r>
              <a:rPr lang="en-US" altLang="pt-BR">
                <a:solidFill>
                  <a:srgbClr val="FFFFBD"/>
                </a:solidFill>
              </a:rPr>
              <a:t> </a:t>
            </a:r>
            <a:br>
              <a:rPr lang="en-US" altLang="pt-BR">
                <a:solidFill>
                  <a:srgbClr val="FFFFBD"/>
                </a:solidFill>
              </a:rPr>
            </a:br>
            <a:r>
              <a:rPr lang="en-US" altLang="pt-BR" i="1">
                <a:solidFill>
                  <a:srgbClr val="FFFFBD"/>
                </a:solidFill>
              </a:rPr>
              <a:t>Sou desprezado um pouco aqui,</a:t>
            </a:r>
            <a:r>
              <a:rPr lang="en-US" altLang="pt-BR">
                <a:solidFill>
                  <a:srgbClr val="FFFFBD"/>
                </a:solidFill>
              </a:rPr>
              <a:t> </a:t>
            </a:r>
            <a:r>
              <a:rPr lang="en-US" altLang="pt-BR" i="1">
                <a:solidFill>
                  <a:srgbClr val="FFFFBD"/>
                </a:solidFill>
              </a:rPr>
              <a:t>Mas eu espero gozar ali.</a:t>
            </a:r>
            <a:r>
              <a:rPr lang="en-US" altLang="pt-BR">
                <a:solidFill>
                  <a:srgbClr val="FFFFBD"/>
                </a:solidFill>
              </a:rPr>
              <a:t>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772BA6F6-E51F-6942-16B5-2BEC9E454A06}"/>
              </a:ext>
            </a:extLst>
          </p:cNvPr>
          <p:cNvSpPr>
            <a:spLocks noGrp="1" noChangeArrowheads="1"/>
          </p:cNvSpPr>
          <p:nvPr>
            <p:ph type="title"/>
          </p:nvPr>
        </p:nvSpPr>
        <p:spPr>
          <a:xfrm>
            <a:off x="0" y="304800"/>
            <a:ext cx="9144000" cy="5638800"/>
          </a:xfrm>
        </p:spPr>
        <p:txBody>
          <a:bodyPr/>
          <a:lstStyle/>
          <a:p>
            <a:r>
              <a:rPr lang="en-US" altLang="pt-BR" i="1">
                <a:solidFill>
                  <a:srgbClr val="FFFFBD"/>
                </a:solidFill>
              </a:rPr>
              <a:t>Jesus comprou-me, e eu fiquei</a:t>
            </a:r>
            <a:r>
              <a:rPr lang="en-US" altLang="pt-BR">
                <a:solidFill>
                  <a:srgbClr val="FFFFBD"/>
                </a:solidFill>
              </a:rPr>
              <a:t> </a:t>
            </a:r>
            <a:br>
              <a:rPr lang="en-US" altLang="pt-BR">
                <a:solidFill>
                  <a:srgbClr val="FFFFBD"/>
                </a:solidFill>
              </a:rPr>
            </a:br>
            <a:r>
              <a:rPr lang="en-US" altLang="pt-BR" i="1">
                <a:solidFill>
                  <a:srgbClr val="FFFFBD"/>
                </a:solidFill>
              </a:rPr>
              <a:t>P'ra sempre livre da dura lei!</a:t>
            </a:r>
            <a:r>
              <a:rPr lang="en-US" altLang="pt-BR">
                <a:solidFill>
                  <a:srgbClr val="FFFFBD"/>
                </a:solidFill>
              </a:rPr>
              <a:t> </a:t>
            </a:r>
            <a:br>
              <a:rPr lang="en-US" altLang="pt-BR">
                <a:solidFill>
                  <a:srgbClr val="FFFFBD"/>
                </a:solidFill>
              </a:rPr>
            </a:br>
            <a:r>
              <a:rPr lang="en-US" altLang="pt-BR" i="1">
                <a:solidFill>
                  <a:srgbClr val="FFFFBD"/>
                </a:solidFill>
              </a:rPr>
              <a:t>Agora espero até Ele vir,</a:t>
            </a:r>
            <a:r>
              <a:rPr lang="en-US" altLang="pt-BR">
                <a:solidFill>
                  <a:srgbClr val="FFFFBD"/>
                </a:solidFill>
              </a:rPr>
              <a:t> </a:t>
            </a:r>
            <a:br>
              <a:rPr lang="en-US" altLang="pt-BR">
                <a:solidFill>
                  <a:srgbClr val="FFFFBD"/>
                </a:solidFill>
              </a:rPr>
            </a:br>
            <a:r>
              <a:rPr lang="en-US" altLang="pt-BR" i="1">
                <a:solidFill>
                  <a:srgbClr val="FFFFBD"/>
                </a:solidFill>
              </a:rPr>
              <a:t>P'ra que me leve ao Seu porvir.</a:t>
            </a:r>
            <a:r>
              <a:rPr lang="en-US" altLang="pt-BR">
                <a:solidFill>
                  <a:srgbClr val="FFFFBD"/>
                </a:solidFill>
              </a:rPr>
              <a:t> </a:t>
            </a:r>
            <a:r>
              <a:rPr lang="en-US" altLang="pt-BR" i="1">
                <a:solidFill>
                  <a:srgbClr val="FFFFBD"/>
                </a:solidFill>
              </a:rPr>
              <a:t>Agora espero até Ele vir,</a:t>
            </a:r>
            <a:r>
              <a:rPr lang="en-US" altLang="pt-BR">
                <a:solidFill>
                  <a:srgbClr val="FFFFBD"/>
                </a:solidFill>
              </a:rPr>
              <a:t> </a:t>
            </a:r>
            <a:br>
              <a:rPr lang="en-US" altLang="pt-BR">
                <a:solidFill>
                  <a:srgbClr val="FFFFBD"/>
                </a:solidFill>
              </a:rPr>
            </a:br>
            <a:r>
              <a:rPr lang="en-US" altLang="pt-BR" i="1">
                <a:solidFill>
                  <a:srgbClr val="FFFFBD"/>
                </a:solidFill>
              </a:rPr>
              <a:t>P'ra que me leve ao Seu porvir.</a:t>
            </a:r>
            <a:r>
              <a:rPr lang="en-US" altLang="pt-BR">
                <a:solidFill>
                  <a:srgbClr val="FFFFBD"/>
                </a:solidFill>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04D870D7-44A6-E0BD-5CD4-2D4C1A7EA0A0}"/>
              </a:ext>
            </a:extLst>
          </p:cNvPr>
          <p:cNvSpPr>
            <a:spLocks noGrp="1" noChangeArrowheads="1"/>
          </p:cNvSpPr>
          <p:nvPr>
            <p:ph type="title"/>
          </p:nvPr>
        </p:nvSpPr>
        <p:spPr>
          <a:xfrm>
            <a:off x="0" y="304800"/>
            <a:ext cx="9144000" cy="5638800"/>
          </a:xfrm>
        </p:spPr>
        <p:txBody>
          <a:bodyPr/>
          <a:lstStyle/>
          <a:p>
            <a:r>
              <a:rPr lang="en-US" altLang="pt-BR" i="1">
                <a:solidFill>
                  <a:srgbClr val="FFFFBD"/>
                </a:solidFill>
              </a:rPr>
              <a:t>Ó</a:t>
            </a:r>
            <a:r>
              <a:rPr lang="en-US" altLang="pt-BR" b="1" i="1">
                <a:solidFill>
                  <a:srgbClr val="FFFFBD"/>
                </a:solidFill>
              </a:rPr>
              <a:t> </a:t>
            </a:r>
            <a:r>
              <a:rPr lang="en-US" altLang="pt-BR" i="1">
                <a:solidFill>
                  <a:srgbClr val="FFFFBD"/>
                </a:solidFill>
              </a:rPr>
              <a:t>vinde, amigos, e junto a nós,</a:t>
            </a:r>
            <a:r>
              <a:rPr lang="en-US" altLang="pt-BR">
                <a:solidFill>
                  <a:srgbClr val="FFFFBD"/>
                </a:solidFill>
              </a:rPr>
              <a:t> </a:t>
            </a:r>
            <a:r>
              <a:rPr lang="en-US" altLang="pt-BR" i="1">
                <a:solidFill>
                  <a:srgbClr val="FFFFBD"/>
                </a:solidFill>
              </a:rPr>
              <a:t>Ouvi depressa do céu a voz;</a:t>
            </a:r>
            <a:r>
              <a:rPr lang="en-US" altLang="pt-BR">
                <a:solidFill>
                  <a:srgbClr val="FFFFBD"/>
                </a:solidFill>
              </a:rPr>
              <a:t> </a:t>
            </a:r>
            <a:br>
              <a:rPr lang="en-US" altLang="pt-BR">
                <a:solidFill>
                  <a:srgbClr val="FFFFBD"/>
                </a:solidFill>
              </a:rPr>
            </a:br>
            <a:r>
              <a:rPr lang="en-US" altLang="pt-BR" i="1">
                <a:solidFill>
                  <a:srgbClr val="FFFFBD"/>
                </a:solidFill>
              </a:rPr>
              <a:t>- O que demora não chegará,</a:t>
            </a:r>
            <a:r>
              <a:rPr lang="en-US" altLang="pt-BR">
                <a:solidFill>
                  <a:srgbClr val="FFFFBD"/>
                </a:solidFill>
              </a:rPr>
              <a:t> </a:t>
            </a:r>
            <a:r>
              <a:rPr lang="en-US" altLang="pt-BR" i="1">
                <a:solidFill>
                  <a:srgbClr val="FFFFBD"/>
                </a:solidFill>
              </a:rPr>
              <a:t>Porque se perde e morrerá.</a:t>
            </a:r>
            <a:br>
              <a:rPr lang="en-US" altLang="pt-BR" i="1">
                <a:solidFill>
                  <a:srgbClr val="FFFFBD"/>
                </a:solidFill>
              </a:rPr>
            </a:br>
            <a:r>
              <a:rPr lang="en-US" altLang="pt-BR">
                <a:solidFill>
                  <a:srgbClr val="FFFFBD"/>
                </a:solidFill>
              </a:rPr>
              <a:t> </a:t>
            </a:r>
            <a:r>
              <a:rPr lang="en-US" altLang="pt-BR" i="1">
                <a:solidFill>
                  <a:srgbClr val="FFFFBD"/>
                </a:solidFill>
              </a:rPr>
              <a:t>- O que demora não chegará,</a:t>
            </a:r>
            <a:r>
              <a:rPr lang="en-US" altLang="pt-BR">
                <a:solidFill>
                  <a:srgbClr val="FFFFBD"/>
                </a:solidFill>
              </a:rPr>
              <a:t> </a:t>
            </a:r>
            <a:r>
              <a:rPr lang="en-US" altLang="pt-BR" i="1">
                <a:solidFill>
                  <a:srgbClr val="FFFFBD"/>
                </a:solidFill>
              </a:rPr>
              <a:t>Porque se perde e morrerá.</a:t>
            </a:r>
            <a:r>
              <a:rPr lang="en-US" altLang="pt-BR">
                <a:solidFill>
                  <a:srgbClr val="FFFFBD"/>
                </a:solidFill>
              </a:rPr>
              <a:t> </a:t>
            </a:r>
            <a:r>
              <a:rPr lang="en-US" altLang="pt-BR" i="1">
                <a:solidFill>
                  <a:srgbClr val="FFFFBD"/>
                </a:solidFill>
              </a:rPr>
              <a:t> </a:t>
            </a:r>
            <a:r>
              <a:rPr lang="en-US" altLang="pt-BR">
                <a:solidFill>
                  <a:srgbClr val="FFFFBD"/>
                </a:solidFill>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532FB54-299D-789B-D2DD-F3202B78BB20}"/>
              </a:ext>
            </a:extLst>
          </p:cNvPr>
          <p:cNvSpPr>
            <a:spLocks noGrp="1" noChangeArrowheads="1"/>
          </p:cNvSpPr>
          <p:nvPr>
            <p:ph type="title"/>
          </p:nvPr>
        </p:nvSpPr>
        <p:spPr>
          <a:xfrm>
            <a:off x="0" y="304800"/>
            <a:ext cx="9144000" cy="5638800"/>
          </a:xfrm>
        </p:spPr>
        <p:txBody>
          <a:bodyPr/>
          <a:lstStyle/>
          <a:p>
            <a:r>
              <a:rPr lang="en-US" altLang="pt-BR" i="1">
                <a:solidFill>
                  <a:srgbClr val="FFFFBD"/>
                </a:solidFill>
              </a:rPr>
              <a:t>Jesus comprou-me e me dará</a:t>
            </a:r>
            <a:r>
              <a:rPr lang="en-US" altLang="pt-BR">
                <a:solidFill>
                  <a:srgbClr val="FFFFBD"/>
                </a:solidFill>
              </a:rPr>
              <a:t> </a:t>
            </a:r>
            <a:r>
              <a:rPr lang="en-US" altLang="pt-BR" i="1">
                <a:solidFill>
                  <a:srgbClr val="FFFFBD"/>
                </a:solidFill>
              </a:rPr>
              <a:t>Lugar às mesas, que esperam lá.</a:t>
            </a:r>
            <a:r>
              <a:rPr lang="en-US" altLang="pt-BR">
                <a:solidFill>
                  <a:srgbClr val="FFFFBD"/>
                </a:solidFill>
              </a:rPr>
              <a:t> </a:t>
            </a:r>
            <a:r>
              <a:rPr lang="en-US" altLang="pt-BR" i="1">
                <a:solidFill>
                  <a:srgbClr val="FFFFBD"/>
                </a:solidFill>
              </a:rPr>
              <a:t>Ouve o convite, ó pecador,</a:t>
            </a:r>
            <a:r>
              <a:rPr lang="en-US" altLang="pt-BR">
                <a:solidFill>
                  <a:srgbClr val="FFFFBD"/>
                </a:solidFill>
              </a:rPr>
              <a:t> </a:t>
            </a:r>
            <a:br>
              <a:rPr lang="en-US" altLang="pt-BR">
                <a:solidFill>
                  <a:srgbClr val="FFFFBD"/>
                </a:solidFill>
              </a:rPr>
            </a:br>
            <a:r>
              <a:rPr lang="en-US" altLang="pt-BR" i="1">
                <a:solidFill>
                  <a:srgbClr val="FFFFBD"/>
                </a:solidFill>
              </a:rPr>
              <a:t>Pois Jesus Cristo é o Salvador.</a:t>
            </a:r>
            <a:r>
              <a:rPr lang="en-US" altLang="pt-BR">
                <a:solidFill>
                  <a:srgbClr val="FFFFBD"/>
                </a:solidFill>
              </a:rPr>
              <a:t> </a:t>
            </a:r>
            <a:r>
              <a:rPr lang="en-US" altLang="pt-BR" i="1">
                <a:solidFill>
                  <a:srgbClr val="FFFFBD"/>
                </a:solidFill>
              </a:rPr>
              <a:t>Ouve o convite, ó pecador,</a:t>
            </a:r>
            <a:r>
              <a:rPr lang="en-US" altLang="pt-BR">
                <a:solidFill>
                  <a:srgbClr val="FFFFBD"/>
                </a:solidFill>
              </a:rPr>
              <a:t> </a:t>
            </a:r>
            <a:br>
              <a:rPr lang="en-US" altLang="pt-BR">
                <a:solidFill>
                  <a:srgbClr val="FFFFBD"/>
                </a:solidFill>
              </a:rPr>
            </a:br>
            <a:r>
              <a:rPr lang="en-US" altLang="pt-BR" i="1">
                <a:solidFill>
                  <a:srgbClr val="FFFFBD"/>
                </a:solidFill>
              </a:rPr>
              <a:t>Pois Jesus Cristo é o Salvador.</a:t>
            </a:r>
            <a:r>
              <a:rPr lang="en-US" altLang="pt-BR">
                <a:solidFill>
                  <a:srgbClr val="FFFFBD"/>
                </a:solidFill>
              </a:rPr>
              <a:t> </a:t>
            </a:r>
            <a:r>
              <a:rPr lang="en-US" altLang="pt-BR" i="1">
                <a:solidFill>
                  <a:srgbClr val="FFFFBD"/>
                </a:solidFill>
              </a:rPr>
              <a:t> </a:t>
            </a:r>
            <a:r>
              <a:rPr lang="en-US" altLang="pt-BR">
                <a:solidFill>
                  <a:srgbClr val="FFFFBD"/>
                </a:solidFill>
              </a:rPr>
              <a:t> </a:t>
            </a:r>
          </a:p>
        </p:txBody>
      </p:sp>
    </p:spTree>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214</Words>
  <Application>Microsoft Office PowerPoint</Application>
  <PresentationFormat>Apresentação na tela (4:3)</PresentationFormat>
  <Paragraphs>6</Paragraphs>
  <Slides>6</Slides>
  <Notes>0</Notes>
  <HiddenSlides>0</HiddenSlides>
  <MMClips>0</MMClips>
  <ScaleCrop>false</ScaleCrop>
  <HeadingPairs>
    <vt:vector size="6" baseType="variant">
      <vt:variant>
        <vt:lpstr>Fontes usadas</vt:lpstr>
      </vt:variant>
      <vt:variant>
        <vt:i4>1</vt:i4>
      </vt:variant>
      <vt:variant>
        <vt:lpstr>Tema</vt:lpstr>
      </vt:variant>
      <vt:variant>
        <vt:i4>1</vt:i4>
      </vt:variant>
      <vt:variant>
        <vt:lpstr>Títulos de slides</vt:lpstr>
      </vt:variant>
      <vt:variant>
        <vt:i4>6</vt:i4>
      </vt:variant>
    </vt:vector>
  </HeadingPairs>
  <TitlesOfParts>
    <vt:vector size="8" baseType="lpstr">
      <vt:lpstr>Arial</vt:lpstr>
      <vt:lpstr>Design padrão</vt:lpstr>
      <vt:lpstr>13 JESUS COMPROU-ME</vt:lpstr>
      <vt:lpstr>Jesus comprou-me do mundo aqui, Palavras doces são para mim; Jesus comprou-me e vai me dar Eterno gozo, celeste lar.  Jesus comprou-me e vai me dar Eterno gozo, celeste lar. </vt:lpstr>
      <vt:lpstr>Jesus comprou-me da escravidão, A paz eu gozo por Seu perdão;  Sou desprezado um pouco aqui, Mas eu espero gozar ali.  Sou desprezado um pouco aqui, Mas eu espero gozar ali. </vt:lpstr>
      <vt:lpstr>Jesus comprou-me, e eu fiquei  P'ra sempre livre da dura lei!  Agora espero até Ele vir,  P'ra que me leve ao Seu porvir. Agora espero até Ele vir,  P'ra que me leve ao Seu porvir. </vt:lpstr>
      <vt:lpstr>Ó vinde, amigos, e junto a nós, Ouvi depressa do céu a voz;  - O que demora não chegará, Porque se perde e morrerá.  - O que demora não chegará, Porque se perde e morrerá.   </vt:lpstr>
      <vt:lpstr>Jesus comprou-me e me dará Lugar às mesas, que esperam lá. Ouve o convite, ó pecador,  Pois Jesus Cristo é o Salvador. Ouve o convite, ó pecador,  Pois Jesus Cristo é o Salvador.   </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13 JESUS COMPROU-ME</dc:title>
  <dc:creator>Junior</dc:creator>
  <cp:lastModifiedBy>Emerson Souza</cp:lastModifiedBy>
  <cp:revision>2</cp:revision>
  <dcterms:created xsi:type="dcterms:W3CDTF">2005-12-22T20:12:57Z</dcterms:created>
  <dcterms:modified xsi:type="dcterms:W3CDTF">2026-05-02T21:38:07Z</dcterms:modified>
</cp:coreProperties>
</file>