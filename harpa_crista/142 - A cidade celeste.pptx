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7A12F1-BE60-4D95-1CFE-4D58B2DC12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3C7CF55-93D8-180E-E008-E0594ED909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AC71214-E8BB-C630-7A18-B1DCBCF40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05F7B5E-17CF-0399-6B4E-84BCB6F42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0B0FB03-74E2-6C2D-650B-51163F2D5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E56F35E-BFB0-4F2D-A2A6-319E21E12C5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05673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00F3CE-6359-2E3D-4700-29AFB9AE6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F4AF6A7-EA9C-895D-CCCD-8F220D57C2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95D9410-64E5-9147-867C-4C5EA2467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C832101-6174-2DE5-CDB9-22B1B561E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3B76502-1069-99C9-3188-9D9152CCA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7CC061B-2C7A-472E-A91F-3E3B4A62DB7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292584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2EED95-5726-284D-E120-90C06B3B6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DD3A3F6-3644-E67F-A5EB-E028204E9A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D837D46-FAD7-900C-6E36-6FB3093E0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F7D7450-B0C8-5933-65F1-ADB0E62ED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31C0AAE-AB0B-9BE6-B24C-CDAF7F20D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D1EF2FB-07D6-4E84-81E4-4BC601A8342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91225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17BB8C-5E6B-A05E-758F-1AFB9EB4B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9E25C5F-AD0D-789A-389C-3CD69CE8C3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CD872A9-AA04-E105-75C0-8CD54077AF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753AE9C-7C02-8AA0-FFAA-63C9279E2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E49335E-6D0E-7D7B-50D1-8D5FCE78F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05F1847-A44A-2E65-30C4-27A1A1B85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430C45F-5C6C-4474-9F08-8454140AAC4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36517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1EE830-7BA3-B304-E0B1-39E634FDE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D5B4BD7-7859-BE17-33AE-8E645B1FE9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245D2F2-6578-7607-0B90-734C1F3566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8160630-AFD1-C0E6-7649-816EACAC22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72E3116-4016-B0C6-6DCF-1A9E95DA33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B1C1B85-A130-2A85-B708-6D8FCA125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2E52B7B3-3610-B11D-1CE3-D0A5AF5126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7A1E554-29CA-1B3B-3A53-059325AEB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5652CC5-4EE8-4807-B780-724DD8FC266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39078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114E8B-487A-A3AC-F1AA-34D71716F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BFFEF3D-ACED-78E5-0F85-030315841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1379170-9759-2C0E-2D4B-D180E6DAD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7795322-7AEE-BD8A-6222-F6078F90E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E1B3DA4-50CC-404A-9CEE-EDBC20A99F7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87709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653F494-3DB0-C251-C111-C7D7843F4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0AAD302-445F-E3DA-48F8-875B3E438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B8DAD73-3247-F3D4-04C7-01D5FDA72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6D4B460-6DBB-4109-9EB5-9FD1A67A47D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500021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E83E05-5676-0A99-3CCA-E5BA1106A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A841F5B-FEDA-4FB6-507D-EE2939546F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38B844F-5561-A04B-1DD8-7C4E9D3B54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BE9507F-C78F-1DE7-9151-24EEF3E37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3D8AE6-5D42-00C2-9B7B-B845E664D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58AC6A4-D1BD-3AA7-A53F-3F48039A9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79C30E-9A76-48CA-8DD9-44454376484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1825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1625D7-81AD-465F-4A04-752A276428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76942F5-34A7-8965-DCAE-1144D42923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7475F2F-6082-0351-CDF3-C5A07042AB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88C518F-59D1-EEBC-240B-3E2778117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82E6852-557C-D3FC-CAF9-1282144C0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8F1A8BC-DC5F-89B4-4802-17D56125B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BCE484F-AAC2-4E6D-9942-5D7908AD0F2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421880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D94C4A-239F-57F3-5802-713F93C41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AE2D415-0081-903D-B968-E78BE751DD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24E8284-80CB-EA3D-1995-A3FEAF024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CE6A68D-41EF-8947-3CA6-2658E3F28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9D6A891-2D8F-F0C6-8CB7-9B13A7553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28D6C87-FF31-43A6-9F13-C4131639D56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432713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66DC78A-7CF7-794E-080D-4E5215A873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338B30F-C4D8-0E16-C794-13E0C02214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43B0982-713B-3CA9-B2BF-6EF6B7390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B3764C6-B6EE-A0E6-8C99-872237649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1A9D607-CABF-A1F3-5873-9B1466945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DACC6D2-9E0F-43FB-B6B2-29BB4ED6E6F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33823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D52694D-C1AF-C48A-5A6B-6F3652F1CC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8AA64CB9-0982-9106-ED86-03FB05A690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DC01364D-3BAA-4844-FA42-714F0DC95F6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EAAFA364-AD0F-5DDD-E6D6-A9A40F73E4F8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9577A3B2-ADD7-A23D-22B3-4B28673ADD1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D033F20D-FD73-49A5-9D55-D8D07C9ED18A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735961F4-2E86-219F-F81A-F21BBF74D1B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400" b="1"/>
              <a:t>142</a:t>
            </a:r>
            <a:br>
              <a:rPr lang="en-US" altLang="pt-BR" sz="4400" b="1"/>
            </a:br>
            <a:r>
              <a:rPr lang="en-US" altLang="pt-BR" sz="4400" b="1"/>
              <a:t>A CIDADE CELESTE</a:t>
            </a:r>
            <a:r>
              <a:rPr lang="en-US" altLang="pt-BR" sz="44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EAEE0B0A-F885-EEB7-43A3-CB02C485970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35D0F8AF-EDD3-3483-AA62-EDED5E8741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553200"/>
          </a:xfrm>
        </p:spPr>
        <p:txBody>
          <a:bodyPr/>
          <a:lstStyle/>
          <a:p>
            <a:r>
              <a:rPr lang="en-US" altLang="pt-BR" sz="3800" i="1"/>
              <a:t>Ó Sião celeste, repouso dos santos, </a:t>
            </a:r>
            <a:br>
              <a:rPr lang="en-US" altLang="pt-BR" sz="3800" i="1"/>
            </a:br>
            <a:r>
              <a:rPr lang="en-US" altLang="pt-BR" sz="3800" i="1"/>
              <a:t>O teu arquiteto se chama o SENHOR; Em ti entraremos, com gozo e canto, Com os que adoram o bom Salvador, </a:t>
            </a:r>
            <a:br>
              <a:rPr lang="en-US" altLang="pt-BR" sz="3800" i="1"/>
            </a:br>
            <a:r>
              <a:rPr lang="en-US" altLang="pt-BR" sz="3800" i="1"/>
              <a:t>Em bela planície estás situada, </a:t>
            </a:r>
            <a:br>
              <a:rPr lang="en-US" altLang="pt-BR" sz="3800" i="1"/>
            </a:br>
            <a:r>
              <a:rPr lang="en-US" altLang="pt-BR" sz="3800" i="1"/>
              <a:t>E que majestosa rainha és tu! </a:t>
            </a:r>
            <a:br>
              <a:rPr lang="en-US" altLang="pt-BR" sz="3800" i="1"/>
            </a:br>
            <a:r>
              <a:rPr lang="en-US" altLang="pt-BR" sz="3800" i="1"/>
              <a:t>De pedras preciosas estás adornada; Demonstras a glória de Cristo Jesus. </a:t>
            </a:r>
            <a:br>
              <a:rPr lang="en-US" altLang="pt-BR" sz="3800" i="1"/>
            </a:br>
            <a:r>
              <a:rPr lang="en-US" altLang="pt-BR" sz="3800" i="1"/>
              <a:t>De Cristo Jesus. de Cristo Jesus. Demonstras a glória de Cristo Jesus.</a:t>
            </a:r>
            <a:r>
              <a:rPr lang="en-US" altLang="pt-BR" sz="3800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D65D8AA8-0AB2-7443-C583-72124D68EE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553200"/>
          </a:xfrm>
        </p:spPr>
        <p:txBody>
          <a:bodyPr/>
          <a:lstStyle/>
          <a:p>
            <a:r>
              <a:rPr lang="en-US" altLang="pt-BR" sz="3800" i="1"/>
              <a:t>Teus belos caminhos tratados com zelo, E as tuas torres, que vistas farão! </a:t>
            </a:r>
            <a:br>
              <a:rPr lang="en-US" altLang="pt-BR" sz="3800" i="1"/>
            </a:br>
            <a:r>
              <a:rPr lang="en-US" altLang="pt-BR" sz="3800" i="1"/>
              <a:t>De todos os palácios, </a:t>
            </a:r>
            <a:br>
              <a:rPr lang="en-US" altLang="pt-BR" sz="3800" i="1"/>
            </a:br>
            <a:r>
              <a:rPr lang="en-US" altLang="pt-BR" sz="3800" i="1"/>
              <a:t>Grandioso é o modelo; </a:t>
            </a:r>
            <a:br>
              <a:rPr lang="en-US" altLang="pt-BR" sz="3800" i="1"/>
            </a:br>
            <a:r>
              <a:rPr lang="en-US" altLang="pt-BR" sz="3800" i="1"/>
              <a:t>Em ti nós teremos a consolação; </a:t>
            </a:r>
            <a:br>
              <a:rPr lang="en-US" altLang="pt-BR" sz="3800" i="1"/>
            </a:br>
            <a:r>
              <a:rPr lang="en-US" altLang="pt-BR" sz="3800" i="1"/>
              <a:t>As portas do muro são todas formosas; </a:t>
            </a:r>
            <a:br>
              <a:rPr lang="en-US" altLang="pt-BR" sz="3800" i="1"/>
            </a:br>
            <a:r>
              <a:rPr lang="en-US" altLang="pt-BR" sz="3800" i="1"/>
              <a:t>A praça é calçada de ouro que luz; </a:t>
            </a:r>
            <a:br>
              <a:rPr lang="en-US" altLang="pt-BR" sz="3800" i="1"/>
            </a:br>
            <a:r>
              <a:rPr lang="en-US" altLang="pt-BR" sz="3800" i="1"/>
              <a:t>Em ti essas coisas são mui gloriosas, </a:t>
            </a:r>
            <a:br>
              <a:rPr lang="en-US" altLang="pt-BR" sz="3800" i="1"/>
            </a:br>
            <a:r>
              <a:rPr lang="en-US" altLang="pt-BR" sz="3800" i="1"/>
              <a:t>E és toda cheia da paz de Jesus! </a:t>
            </a:r>
            <a:br>
              <a:rPr lang="en-US" altLang="pt-BR" sz="3800" i="1"/>
            </a:br>
            <a:r>
              <a:rPr lang="en-US" altLang="pt-BR" sz="3800" i="1"/>
              <a:t>Da paz de Jesus, da paz de Jesus. </a:t>
            </a:r>
            <a:br>
              <a:rPr lang="en-US" altLang="pt-BR" sz="3800" i="1"/>
            </a:br>
            <a:r>
              <a:rPr lang="en-US" altLang="pt-BR" sz="3800" i="1"/>
              <a:t>E és toda cheia da paz de Jesus.</a:t>
            </a:r>
            <a:r>
              <a:rPr lang="en-US" altLang="pt-BR" sz="3800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F1C462B-4C47-8DFF-37E6-7EEAA58EF5B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9144000" cy="6324600"/>
          </a:xfrm>
        </p:spPr>
        <p:txBody>
          <a:bodyPr/>
          <a:lstStyle/>
          <a:p>
            <a:r>
              <a:rPr lang="en-US" altLang="pt-BR" sz="3800" i="1"/>
              <a:t>Jamais haverá em ti noite alguma, </a:t>
            </a:r>
            <a:br>
              <a:rPr lang="en-US" altLang="pt-BR" sz="3800" i="1"/>
            </a:br>
            <a:r>
              <a:rPr lang="en-US" altLang="pt-BR" sz="3800" i="1"/>
              <a:t>Teu grande luzeiro perpétuo será; </a:t>
            </a:r>
            <a:br>
              <a:rPr lang="en-US" altLang="pt-BR" sz="3800" i="1"/>
            </a:br>
            <a:r>
              <a:rPr lang="en-US" altLang="pt-BR" sz="3800" i="1"/>
              <a:t>Sem a luz do sol, nem d’estrelas ou lua. A glória de Cristo te alumiará. </a:t>
            </a:r>
            <a:br>
              <a:rPr lang="en-US" altLang="pt-BR" sz="3800" i="1"/>
            </a:br>
            <a:r>
              <a:rPr lang="en-US" altLang="pt-BR" sz="3800" i="1"/>
              <a:t>E neste esplendor, de um sol verdadeiro, Os santos e anjos do céu entrarão, </a:t>
            </a:r>
            <a:br>
              <a:rPr lang="en-US" altLang="pt-BR" sz="3800" i="1"/>
            </a:br>
            <a:r>
              <a:rPr lang="en-US" altLang="pt-BR" sz="3800" i="1"/>
              <a:t>E virá na frente Jesus, o Cordeiro; </a:t>
            </a:r>
            <a:br>
              <a:rPr lang="en-US" altLang="pt-BR" sz="3800" i="1"/>
            </a:br>
            <a:r>
              <a:rPr lang="en-US" altLang="pt-BR" sz="3800" i="1"/>
              <a:t>Com Ele pra sempre ali reinarão. </a:t>
            </a:r>
            <a:br>
              <a:rPr lang="en-US" altLang="pt-BR" sz="3800" i="1"/>
            </a:br>
            <a:r>
              <a:rPr lang="en-US" altLang="pt-BR" sz="3800" i="1"/>
              <a:t>Ali reinarão, ali reinarão, </a:t>
            </a:r>
            <a:br>
              <a:rPr lang="en-US" altLang="pt-BR" sz="3800" i="1"/>
            </a:br>
            <a:r>
              <a:rPr lang="en-US" altLang="pt-BR" sz="3800" i="1"/>
              <a:t>Com Ele pra sempre ali reinarão.</a:t>
            </a:r>
            <a:r>
              <a:rPr lang="en-US" altLang="pt-BR" sz="3800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261982B4-212A-06D1-2CAD-4ACEA74A3F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791200"/>
          </a:xfrm>
        </p:spPr>
        <p:txBody>
          <a:bodyPr/>
          <a:lstStyle/>
          <a:p>
            <a:r>
              <a:rPr lang="en-US" altLang="pt-BR" sz="3800" i="1"/>
              <a:t>Oh! que grande festa nos é concedida, Com a mesa posta, espera o Senhor, </a:t>
            </a:r>
            <a:br>
              <a:rPr lang="en-US" altLang="pt-BR" sz="3800" i="1"/>
            </a:br>
            <a:r>
              <a:rPr lang="en-US" altLang="pt-BR" sz="3800" i="1"/>
              <a:t>A todos inscritos no livro da vida, </a:t>
            </a:r>
            <a:br>
              <a:rPr lang="en-US" altLang="pt-BR" sz="3800" i="1"/>
            </a:br>
            <a:r>
              <a:rPr lang="en-US" altLang="pt-BR" sz="3800" i="1"/>
              <a:t>E que já da morte não têm mais temor; De todos os que foram </a:t>
            </a:r>
            <a:br>
              <a:rPr lang="en-US" altLang="pt-BR" sz="3800" i="1"/>
            </a:br>
            <a:r>
              <a:rPr lang="en-US" altLang="pt-BR" sz="3800" i="1"/>
              <a:t>Por Cristo comprados, </a:t>
            </a:r>
            <a:br>
              <a:rPr lang="en-US" altLang="pt-BR" sz="3800" i="1"/>
            </a:br>
            <a:r>
              <a:rPr lang="en-US" altLang="pt-BR" sz="3800" i="1"/>
              <a:t>O lindo cortejo composto será; </a:t>
            </a:r>
            <a:br>
              <a:rPr lang="en-US" altLang="pt-BR" sz="3800" i="1"/>
            </a:br>
            <a:r>
              <a:rPr lang="en-US" altLang="pt-BR" sz="3800" i="1"/>
              <a:t>E Deus, que há dado o Seu filho amado, Com Cristo na glória, os consolará, </a:t>
            </a:r>
            <a:br>
              <a:rPr lang="en-US" altLang="pt-BR" sz="3800" i="1"/>
            </a:br>
            <a:r>
              <a:rPr lang="en-US" altLang="pt-BR" sz="3800" i="1"/>
              <a:t>Os consolará, os consolará, </a:t>
            </a:r>
            <a:br>
              <a:rPr lang="en-US" altLang="pt-BR" sz="3800" i="1"/>
            </a:br>
            <a:r>
              <a:rPr lang="en-US" altLang="pt-BR" sz="3800" i="1"/>
              <a:t>Com Cristo na glória, os consolará.</a:t>
            </a:r>
            <a:r>
              <a:rPr lang="en-US" altLang="pt-BR" sz="3800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354</Words>
  <Application>Microsoft Office PowerPoint</Application>
  <PresentationFormat>Apresentação na tela (4:3)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7" baseType="lpstr">
      <vt:lpstr>Arial</vt:lpstr>
      <vt:lpstr>Design padrão</vt:lpstr>
      <vt:lpstr>142 A CIDADE CELESTE </vt:lpstr>
      <vt:lpstr>Ó Sião celeste, repouso dos santos,  O teu arquiteto se chama o SENHOR; Em ti entraremos, com gozo e canto, Com os que adoram o bom Salvador,  Em bela planície estás situada,  E que majestosa rainha és tu!  De pedras preciosas estás adornada; Demonstras a glória de Cristo Jesus.  De Cristo Jesus. de Cristo Jesus. Demonstras a glória de Cristo Jesus. </vt:lpstr>
      <vt:lpstr>Teus belos caminhos tratados com zelo, E as tuas torres, que vistas farão!  De todos os palácios,  Grandioso é o modelo;  Em ti nós teremos a consolação;  As portas do muro são todas formosas;  A praça é calçada de ouro que luz;  Em ti essas coisas são mui gloriosas,  E és toda cheia da paz de Jesus!  Da paz de Jesus, da paz de Jesus.  E és toda cheia da paz de Jesus. </vt:lpstr>
      <vt:lpstr>Jamais haverá em ti noite alguma,  Teu grande luzeiro perpétuo será;  Sem a luz do sol, nem d’estrelas ou lua. A glória de Cristo te alumiará.  E neste esplendor, de um sol verdadeiro, Os santos e anjos do céu entrarão,  E virá na frente Jesus, o Cordeiro;  Com Ele pra sempre ali reinarão.  Ali reinarão, ali reinarão,  Com Ele pra sempre ali reinarão. </vt:lpstr>
      <vt:lpstr>Oh! que grande festa nos é concedida, Com a mesa posta, espera o Senhor,  A todos inscritos no livro da vida,  E que já da morte não têm mais temor; De todos os que foram  Por Cristo comprados,  O lindo cortejo composto será;  E Deus, que há dado o Seu filho amado, Com Cristo na glória, os consolará,  Os consolará, os consolará,  Com Cristo na glória, os consolará.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142 A CIDADE CELESTE </dc:title>
  <dc:creator>Junior</dc:creator>
  <cp:lastModifiedBy>Emerson Souza</cp:lastModifiedBy>
  <cp:revision>1</cp:revision>
  <dcterms:created xsi:type="dcterms:W3CDTF">2005-12-23T15:21:23Z</dcterms:created>
  <dcterms:modified xsi:type="dcterms:W3CDTF">2026-05-02T21:48:38Z</dcterms:modified>
</cp:coreProperties>
</file>