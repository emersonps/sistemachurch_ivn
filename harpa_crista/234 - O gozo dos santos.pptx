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41224-09FA-5E5D-4122-F38E9791B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2A700C-7C63-40CC-4F84-76CCDD86CC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F68102-4EA0-A342-FA7A-EC78EFCD7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F51DFD-74E1-E0C8-7EF8-772F13DE1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C53FF1-84F4-4DCC-6E65-F48A2AAD1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5B6819-2DD7-4B0D-95F3-DFA1517DBD5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49235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967C73-74F3-49A9-4104-04CE12750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DC40BB-0341-841C-D57B-BFF17A158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D05081-CB9E-53E6-47E3-2A5EB19E8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BDE234-9FB4-3A07-09A4-635B6A787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053121-50EF-326F-E6B9-FA795AA6A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7EAC06-D2DC-4E51-AC09-539BBF95CE4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62664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9CDA51-AA4E-BB3F-FDE8-9DB4C00A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721656C-8893-7F9D-1B77-0051CCB90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766C21-703A-220C-E5C6-848A53558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B23DE6-6B0A-FD49-7EA9-A5240F52A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E10ACF-FC9A-C29E-6531-923B9E936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18B317-8FBC-45D1-8978-96342220B8E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68636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BD09A3-5A66-FEAD-0EFD-C2307CC5A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0F82C2-BCEB-233B-28FB-87659C7F9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2E3D5E8-BF2E-AEF3-C716-F368B8613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822742-700B-2F6C-CE0F-14F0CD28D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9097310-A1E9-DB9F-9BE9-2E543C264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944DA4-1AE6-6EC2-88BF-36FB1819D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B0F589-2BCA-4849-A433-5C72A8AE2C7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75291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85AD2E-1BCF-65EF-5324-B9AD12115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9057703-DC6E-1079-46FD-E3113DEDF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29AF46B-9619-3153-3DA8-D532AC91A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6F9162D-3797-D3E3-7BB1-964C2FF6A9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797AE4B-21BD-7708-6B80-3D5BEE8609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5FDF02D-2CA1-EF9C-B000-200E84414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8B11741-21D0-CEE1-177A-967722682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BD1142E-9797-DA11-0CD8-AA2842372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213FA1-3777-42D4-851C-0B02CDB71D0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62792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99688C-241F-B565-7939-B7279EE8A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2EC4340-5D51-F8F2-A8BC-5E8903336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CD5EE0C-6EC9-1DC2-CD70-9A6888BF5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C2E5316-41BB-8D4D-C7C2-040D6D9F4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7F26D9-5F9D-4C8E-972D-F362FF02EE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64504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24F1C53-AD65-71FA-D122-42BE63396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8D1550A-FC13-AE75-82BB-A878683CD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9EFAF9-90B4-C8ED-E045-612EA186C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C99467-7EDA-4FCA-A5D1-4DA521A539A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43583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634B62-AAC8-350D-2A90-50FD5BBC0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796DB8-921A-3E2A-DC4E-9D9317E09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7CD646F-D563-D845-E3B9-E72520F56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DE30DB6-0701-1D95-AD18-E32580A7C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4C0590-7D60-9CEB-F9DA-C20555670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4084C7-E15D-5970-0A0C-CBCD39EF4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66D4C6-4E7C-4D76-B3A4-930A5366F6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35418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E8AAEB-9243-A8B9-FAA8-A22F9AD40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2C0BDCD-9857-5BD4-3CB8-004CDD8594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514A413-4008-848E-5671-EA42159254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C4FB97-1E37-C8C7-2137-8488EBA3A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4CD9BF-849C-F7D6-1D2B-4382267DD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9C861CD-3031-E261-1759-7094EA92C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702F7B-8C9C-40E6-A713-453A2DF8FEB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77180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1DD433-D90C-16BC-F685-89591F425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25592C-2346-113A-2401-D6FE7FC89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6AD21E-112D-F241-EE5C-34934D6EF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04694A-8F61-0645-7456-58EDA08B4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491C8E-DD22-4611-2C0F-C06BCFD22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1CDC68-55DF-4DBC-8A5C-A454BA2EAA8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80843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F5025F4-6C29-DA0B-E59C-090DF73608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8C42417-F06C-799A-F610-D67DCA12E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EFF6CD-6731-0D3F-AC21-592419A42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5E4124-DB12-62D2-9B42-CAA6E1E44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16EA8F-1385-72A1-2B43-A8060A8A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D2188A-57F2-4828-A5AF-1F242F94B1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3111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6886D88-91D8-B7A9-7C3E-A90DEB10E6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9035240-CF0C-3410-929F-1308DF09BA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7FD5E38-AB40-63B1-4419-D7CD212FCCF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EEA7E86-F2FE-23D5-45FD-15960145B00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9A26DD3-276A-CE4F-E35C-FB3CDA84798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9016EB4-3CC9-479E-9248-594A97D7DFA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49EB205-86B9-D179-3FA1-8E17A6EBA56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234</a:t>
            </a:r>
            <a:br>
              <a:rPr lang="en-US" altLang="pt-BR" sz="4000" b="1"/>
            </a:br>
            <a:r>
              <a:rPr lang="en-US" altLang="pt-BR" sz="4000" b="1"/>
              <a:t>O GOZO DOS SANTOS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0CB0764-2EEA-BD68-D7FC-A3F9CC36586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ED90654E-3041-8D96-F218-A7CB076BBF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800" i="1"/>
              <a:t>O gozo dos santos é o amor de Jesus. Grande é este amor que paz nos produz! </a:t>
            </a:r>
            <a:br>
              <a:rPr lang="en-US" altLang="pt-BR" sz="3800" i="1"/>
            </a:br>
            <a:r>
              <a:rPr lang="en-US" altLang="pt-BR" sz="3800" i="1"/>
              <a:t>A fonte da vida, que nos dá vigor, </a:t>
            </a:r>
            <a:br>
              <a:rPr lang="en-US" altLang="pt-BR" sz="3800" i="1"/>
            </a:br>
            <a:r>
              <a:rPr lang="en-US" altLang="pt-BR" sz="3800" i="1"/>
              <a:t>É o sangue de Cristo vertido em dor!  </a:t>
            </a:r>
            <a:endParaRPr lang="en-US" altLang="pt-BR" sz="3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464C953-B953-7106-CE59-BE79611360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Oh! Vê ali na cruz a graça de Jesus,</a:t>
            </a:r>
            <a:r>
              <a:rPr lang="en-US" altLang="pt-BR" sz="4000" i="1"/>
              <a:t> </a:t>
            </a:r>
            <a:r>
              <a:rPr lang="en-US" altLang="pt-BR" sz="4000" b="1" i="1"/>
              <a:t>Amor potente, que gozo produz!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E7466AF-5F1A-BEF2-41D9-2BAF4BC985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800" i="1"/>
              <a:t>Ó vê, "eis o Homem" que padece ali, Coberto de sangue, ferido por ti. </a:t>
            </a:r>
            <a:br>
              <a:rPr lang="en-US" altLang="pt-BR" sz="3800" i="1"/>
            </a:br>
            <a:r>
              <a:rPr lang="en-US" altLang="pt-BR" sz="3800" i="1"/>
              <a:t>Estampa na face tão enorme dor </a:t>
            </a:r>
            <a:br>
              <a:rPr lang="en-US" altLang="pt-BR" sz="3800" i="1"/>
            </a:br>
            <a:r>
              <a:rPr lang="en-US" altLang="pt-BR" sz="3800" i="1"/>
              <a:t>De ‘spinhos coroa possui meu Senhor!  </a:t>
            </a:r>
            <a:endParaRPr lang="en-US" altLang="pt-BR" sz="3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31612B1-90F7-7DC9-E6C8-DF28F070F4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Oh! Vê ali na cruz a graça de Jesus,</a:t>
            </a:r>
            <a:r>
              <a:rPr lang="en-US" altLang="pt-BR" sz="4000" i="1"/>
              <a:t> </a:t>
            </a:r>
            <a:r>
              <a:rPr lang="en-US" altLang="pt-BR" sz="4000" b="1" i="1"/>
              <a:t>Amor potente, que gozo produz!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478703D-49E7-8E85-BDC5-0A77E5C6F8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600" i="1"/>
              <a:t>Com cravos, furados tem os pés e as mãos; </a:t>
            </a:r>
            <a:br>
              <a:rPr lang="en-US" altLang="pt-BR" sz="3600" i="1"/>
            </a:br>
            <a:r>
              <a:rPr lang="en-US" altLang="pt-BR" sz="3600" i="1"/>
              <a:t>Pregado no lenho, em grande aflição; Aberto Seu lado co'a lança Cruel </a:t>
            </a:r>
            <a:br>
              <a:rPr lang="en-US" altLang="pt-BR" sz="3600" i="1"/>
            </a:br>
            <a:r>
              <a:rPr lang="en-US" altLang="pt-BR" sz="3600" i="1"/>
              <a:t>Sai água e sangue do Emanuel!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977E9F1-B1AE-2368-DE51-BE069C183D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Oh! Vê ali na cruz a graça de Jesus,</a:t>
            </a:r>
            <a:r>
              <a:rPr lang="en-US" altLang="pt-BR" sz="4000" i="1"/>
              <a:t> </a:t>
            </a:r>
            <a:r>
              <a:rPr lang="en-US" altLang="pt-BR" sz="4000" b="1" i="1"/>
              <a:t>Amor potente, que gozo produz!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D41FD2B-7AD0-D62E-239F-BE021AAB84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800" i="1"/>
              <a:t>Por Cristo Cumprida foi a obra de amor, </a:t>
            </a:r>
            <a:br>
              <a:rPr lang="en-US" altLang="pt-BR" sz="3800" i="1"/>
            </a:br>
            <a:r>
              <a:rPr lang="en-US" altLang="pt-BR" sz="3800" i="1"/>
              <a:t>Morreu qual Cordeiro, por ti pecador; Confiando agora na obra da Cruz, </a:t>
            </a:r>
            <a:br>
              <a:rPr lang="en-US" altLang="pt-BR" sz="3800" i="1"/>
            </a:br>
            <a:r>
              <a:rPr lang="en-US" altLang="pt-BR" sz="3800" i="1"/>
              <a:t>A vida nós temos por Cristo Jesus.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99EDD0F-5DC5-19EB-E88E-817D787520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Oh! Vê ali na cruz a graça de Jesus,</a:t>
            </a:r>
            <a:r>
              <a:rPr lang="en-US" altLang="pt-BR" sz="4000" i="1"/>
              <a:t> </a:t>
            </a:r>
            <a:r>
              <a:rPr lang="en-US" altLang="pt-BR" sz="4000" b="1" i="1"/>
              <a:t>Amor potente, que gozo produz!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234 O GOZO DOS SANTOS </vt:lpstr>
      <vt:lpstr>O gozo dos santos é o amor de Jesus. Grande é este amor que paz nos produz!  A fonte da vida, que nos dá vigor,  É o sangue de Cristo vertido em dor!  </vt:lpstr>
      <vt:lpstr>Oh! Vê ali na cruz a graça de Jesus, Amor potente, que gozo produz!  </vt:lpstr>
      <vt:lpstr>Ó vê, "eis o Homem" que padece ali, Coberto de sangue, ferido por ti.  Estampa na face tão enorme dor  De ‘spinhos coroa possui meu Senhor!  </vt:lpstr>
      <vt:lpstr>Oh! Vê ali na cruz a graça de Jesus, Amor potente, que gozo produz!  </vt:lpstr>
      <vt:lpstr>Com cravos, furados tem os pés e as mãos;  Pregado no lenho, em grande aflição; Aberto Seu lado co'a lança Cruel  Sai água e sangue do Emanuel!</vt:lpstr>
      <vt:lpstr>Oh! Vê ali na cruz a graça de Jesus, Amor potente, que gozo produz!  </vt:lpstr>
      <vt:lpstr>Por Cristo Cumprida foi a obra de amor,  Morreu qual Cordeiro, por ti pecador; Confiando agora na obra da Cruz,  A vida nós temos por Cristo Jesus. </vt:lpstr>
      <vt:lpstr>Oh! Vê ali na cruz a graça de Jesus, Amor potente, que gozo produz!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234 O GOZO DOS SANTOS </dc:title>
  <dc:creator>Junior</dc:creator>
  <cp:lastModifiedBy>Emerson Souza</cp:lastModifiedBy>
  <cp:revision>1</cp:revision>
  <dcterms:created xsi:type="dcterms:W3CDTF">2005-12-23T23:10:09Z</dcterms:created>
  <dcterms:modified xsi:type="dcterms:W3CDTF">2026-05-02T21:56:26Z</dcterms:modified>
</cp:coreProperties>
</file>