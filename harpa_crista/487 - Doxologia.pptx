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14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F48F91-6CF6-F800-9A3F-1AA1EC72C0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8DCA1A5-83A9-89CA-18CF-3362364B04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D9FFC7-1342-9113-BDD8-FBEB584D3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ABED70E-6F1E-547E-F986-28F55D5BB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91DB73-BA9C-0E24-48A2-3FF2D638D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ED49A6-5316-4391-95A0-D51D6B876B2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07010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E5F7B5-C3C3-88C1-69C8-14D435A82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A61F77-5FCA-8263-407E-725A55E9C3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1117E69-874B-2DAB-6221-FD330FF17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41F247-0ECF-B298-F646-85BEA3794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63BFB7B-16BF-B2A7-8F80-73B649FDB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B0ABA3-5BC7-4427-A89E-3D7363C21D1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11981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94708-4E40-A413-D759-5AD40ABD9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1306AB1-BB67-1C46-75EB-929EBB1D3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AC852B2-865E-A20D-B459-CEB050640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EF2E7D0-A339-0FFA-F62B-6F3392F67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68A8989-6D21-8F7D-3D64-FDB7DC300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9A3054-6C22-4C78-9E58-AE14D4D18AA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49481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A33FD-A89B-1C52-05DD-6D1DDDEB7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93C72DD-D936-2DE2-56E4-BEE410B06B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B837033-C3D3-5316-FF2B-E6291060E5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3158F06-5572-F370-5C22-B6D7E9B13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5BA5CC8-BF7F-0D80-0E5C-06683B9F3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91442EA-457B-5660-D58B-9C3DE85AF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1898CD-126B-4B0F-BE01-30A14FE47EB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1960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2A5EFC-51FE-FABB-115D-3B9102C0C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DC05A3C-777E-3E96-1547-17E57A6F90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C212A6C-AECB-CB39-B511-78C3074F70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9342633-2E53-E97A-6437-2EA8443F7B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E6018BD-77DC-A5CF-8A15-0EF897DFC7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5EEE5DB-4831-59AF-1886-5DC94B055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7E47E90-48F4-10D1-3B7F-D583FA49B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93389DE-8C3B-5E48-4B1B-711D62B51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F7A241-5F33-4207-9290-6FF214699C0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01640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AD4BA1-3B08-17CE-9BE8-0B094925E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5BCE603-CEAD-AEB8-FEB7-F30047334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5CE324B-9CF2-EAC8-E7A7-2DD9DE72E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6EAD5FA-8538-8EC5-46FF-B9716932C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7172F4-44AC-4550-BBD4-FF9C46B99FE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51054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B90FEDF-AE55-3673-3664-C4F031B6F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3E4352B-F6D0-640B-680E-0871101A6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704D221-5693-9551-CDB9-24E89602A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58E1B6-8D78-472C-B908-85FF97E7A83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20699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9C429-373D-223C-0E0C-87DE5AA73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3F108B2-BDE2-D03A-C5FC-2E34A29DD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AE49F11-19E4-7F27-8624-1E73D19D25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D3FEA6-959A-A550-B25E-B9DF2758D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71FDB1F-8F52-29C1-FA48-6332A21D8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22777B-A8E2-D6A1-D60C-65606917E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0B2DFC-C61E-4A01-BD93-61FA3618992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75063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197B22-399D-A491-94F0-A3F4D8A9C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7788FA4-1F23-139A-23AF-327D4A3B37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A627AE-3C92-E85F-873B-D3A11761BA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1E7321E-85B1-1ACB-AAA7-0D5F9A772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9B9FA9F-12C8-509E-BFD1-22654FF12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3FACE49-417D-0067-152F-7F2819E92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71783F-C0DD-4470-B826-03E95DE5F8B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59958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1D4F17-D309-B40D-8CF6-6661BAC63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147C669-6193-035A-29C9-EC5833EE3F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05B5B9C-F7B8-5808-06C9-5561CC80D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1E151D-FEB3-8A95-F255-4C77E2E91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A06F0D-3181-3F5F-BE34-468A0789D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EA10B2-7B53-4E6D-8DF8-173151538B2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18286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4DB8B53-50BC-B5F9-D468-32C09D1F6A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C9FEF16-4C75-0FF0-607E-41D4CF2CEC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10B9737-0FA7-FC56-B430-597E80626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10F780-9E27-531F-5DA1-BB04D6147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A895FA-CBFD-80E8-A803-768781835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6DD7A7-B3B0-4B93-99D9-34389322C41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04901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C1B8F64-81C6-8CDC-6F2A-8402CFCC99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B955201-7823-A07A-29AB-28C27B8C7E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18292D5-8EF7-5DC1-27D5-5B71A88D34D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7D760BD-6A04-1A66-36AF-28D853654CE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7C0CBB8-5331-B807-101A-86FF84DA5DE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27D9ED8-EE42-429F-AD99-215D41B3A95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9A88DF1-8B25-3847-8BDA-E5B06652991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400" b="1"/>
              <a:t>487 - Doxologia</a:t>
            </a:r>
            <a:r>
              <a:rPr lang="en-US" altLang="pt-BR" sz="44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A1DCA260-A86B-1E85-E3C7-2FD594203B5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BA60AE15-CE2D-D00F-2D12-371FEB37A0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i="1"/>
              <a:t>Glória! Glória! Glória seja ao grande Deus onipotente</a:t>
            </a:r>
            <a:r>
              <a:rPr lang="en-US" altLang="pt-BR"/>
              <a:t> </a:t>
            </a:r>
            <a:r>
              <a:rPr lang="en-US" altLang="pt-BR" i="1"/>
              <a:t>Ao Teu nome damos glória porque és onisciente;</a:t>
            </a:r>
            <a:r>
              <a:rPr lang="en-US" altLang="pt-BR"/>
              <a:t> </a:t>
            </a:r>
            <a:r>
              <a:rPr lang="en-US" altLang="pt-BR" i="1"/>
              <a:t>Aleluia! Aleluia a Deus Pai onipresente.  </a:t>
            </a:r>
            <a:endParaRPr lang="en-US" alt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DD9CB1E-9B3A-D8EF-584C-D5E1AFBEDC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i="1"/>
              <a:t>2 Glória! Glória! Glória a Jesus, o Salvador amado,</a:t>
            </a:r>
            <a:r>
              <a:rPr lang="en-US" altLang="pt-BR"/>
              <a:t> </a:t>
            </a:r>
            <a:r>
              <a:rPr lang="en-US" altLang="pt-BR" i="1"/>
              <a:t>Ao Teu nome damos glória, porque tens nos libertado</a:t>
            </a:r>
            <a:r>
              <a:rPr lang="en-US" altLang="pt-BR"/>
              <a:t> </a:t>
            </a:r>
            <a:r>
              <a:rPr lang="en-US" altLang="pt-BR" i="1"/>
              <a:t>Aleluia! Aleluia a Jesus ressuscitado.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F77B4F2-95E4-56E1-8BE3-982B883BB6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i="1"/>
              <a:t>3 Glória! Glória! Glória seja dada ao Espírito Santo,</a:t>
            </a:r>
            <a:r>
              <a:rPr lang="en-US" altLang="pt-BR"/>
              <a:t> </a:t>
            </a:r>
            <a:r>
              <a:rPr lang="en-US" altLang="pt-BR" i="1"/>
              <a:t>Ao Teu nome damos glória, entoamos este canto;</a:t>
            </a:r>
            <a:r>
              <a:rPr lang="en-US" altLang="pt-BR"/>
              <a:t> </a:t>
            </a:r>
            <a:r>
              <a:rPr lang="en-US" altLang="pt-BR" i="1"/>
              <a:t>Aleluia! Aleluia ao Deus trino, ao Deus Santo.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Design padrão</vt:lpstr>
      <vt:lpstr>487 - Doxologia </vt:lpstr>
      <vt:lpstr>Glória! Glória! Glória seja ao grande Deus onipotente Ao Teu nome damos glória porque és onisciente; Aleluia! Aleluia a Deus Pai onipresente.  </vt:lpstr>
      <vt:lpstr>2 Glória! Glória! Glória a Jesus, o Salvador amado, Ao Teu nome damos glória, porque tens nos libertado Aleluia! Aleluia a Jesus ressuscitado.  </vt:lpstr>
      <vt:lpstr>3 Glória! Glória! Glória seja dada ao Espírito Santo, Ao Teu nome damos glória, entoamos este canto; Aleluia! Aleluia ao Deus trino, ao Deus Santo.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487 - Doxologia </dc:title>
  <dc:creator>Junior</dc:creator>
  <cp:lastModifiedBy>Emerson Souza</cp:lastModifiedBy>
  <cp:revision>1</cp:revision>
  <dcterms:created xsi:type="dcterms:W3CDTF">2005-12-24T22:27:11Z</dcterms:created>
  <dcterms:modified xsi:type="dcterms:W3CDTF">2026-05-02T22:17:45Z</dcterms:modified>
</cp:coreProperties>
</file>