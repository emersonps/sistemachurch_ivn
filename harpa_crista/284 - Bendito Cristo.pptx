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14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4AB-E365-F46B-3D2E-73B764FCE7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766E79-ECF1-05FB-6104-501AEF9B4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DBBE58-7A2E-64A1-E809-380322E19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510CB94-5DBA-2E4F-FB10-78EC1214D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E376A75-4381-1E9E-342C-C8BDDD69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CD1021F-A6BD-43F1-A986-EABD26E0E4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42764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E05CB-C688-39DB-086B-DE72BB15C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7ECBA0A-0215-3054-65B6-38D7BEB308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6A3D0E0-7542-BA63-CCB2-CAAC844E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68E372-4B53-8B5E-DB5D-CED25A4CCC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9C9B82C-3EB1-6777-2053-141670263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6347D-E906-406E-BDCF-81668F4B6E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58910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FD76B-9D58-E58F-CDBB-FB96BF056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840CA0A-063D-3CE2-C02A-79AB6E0AC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4C8B9C-0E39-71A7-5D73-1398B2810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ABEC38-C580-8AC2-F1B6-E2824E768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BF0C04-9421-EAE6-6B2E-817FF50AD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184E4A-6725-4F05-919A-6B52980954F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2850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928C2B-D9B7-53D2-85BB-25891EBDA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48E5BD4-6B2F-DBAF-BDEA-B87681398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59CC7A-9630-EC03-318E-E93906DA7F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F33F020-F842-0C23-00DE-5B746C453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7DE185-9A31-556D-26FE-3B534A502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306D500-7C33-796A-3593-233655A58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32CE92-EFF9-4A3F-BA38-1AB28A0BDA2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49821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9E1246-D01B-4FE8-351D-54EE3FEA4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2CEA644-A9E3-934D-075F-7C3AF01D5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0A0D081-6F9E-E8BA-409D-A67C8E2AA9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C266A8E-0FB6-E397-561B-8FA8461675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54E7B2A-18AC-A591-5D82-E7B9872C69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9E4F544-C8CA-3B08-0910-0E50672ED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8B08CDC-6FD2-D8CE-FA6D-0D54CA6BD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875F3A7-82AC-91B6-B130-77E661B74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C6FC285-511E-42E7-AEC3-D8594671793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6949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14C2FD-65BA-8C68-D544-EC55CFB64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496C46-4CAC-D8C5-BEA7-8775B8385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CB422A9-D794-77E4-7D50-B5E5D6F2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AF7AADF-761F-1889-488F-45D9FD9C1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3AEA71A-D1A5-4D87-8FCA-CCBAEA5FF2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99069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2FFF1C5-8126-116C-7D13-29A298475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5CFB56-C1AC-236E-F2CE-5F23BA67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52C3C2-8027-5127-5FC2-47A9E5CDC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FC4242-DC6B-4771-A1FF-4E1C457369A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658809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BCBE4F-7BF4-3CFC-EB46-C9CADF5F6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EE046EB-C3C0-E616-E22D-87DF0BFE1A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D390EF1-2897-1CF6-59D9-1A708CD3F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B815860-C15B-360A-FADD-48E1211C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DEE0A03-F452-FD75-FB46-D88EE3FF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ECAC62-575B-67AA-AB18-39F1D29AB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6370A8A-3A12-49CB-950B-292E8D2C70E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82865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546730-AAD5-BB0D-3835-2F628EA28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C97B777-6644-09A2-3966-30A752CBCE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07D515-1020-8A98-468E-7CFA399436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0E7DDBD-8675-358C-E2AC-363769526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86B3ED9-8291-CCED-C3E6-03A47320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ECE04E0-E7B9-4068-15B7-2338D65BC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19F5E34-3C04-4F6D-8F2A-CA8E4231A08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00814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5B2C95-1600-16C5-F57A-2DFE7BF1E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B6627FA-F1C2-56FD-13CE-A43FA65B7E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D030F-9A9C-76C4-268F-3BF786B10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7FE7E2-5818-D63E-9BA6-98B4ECA34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F2C8024-8071-D7AC-466C-79177B3E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B060AE-3CFE-4FC7-B085-A99D2F321E6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06346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332074-1974-36F5-BF6F-BAA23BB160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5810244-01FC-62B2-CC23-954D64225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A2ACE7-2121-6A87-89ED-1645251F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7624BE-40CB-CC0A-6BB9-234020F9D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A2F6FB2-5B20-694F-2E67-C0CD93BC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2783CB-E1D7-420C-8084-33EFC3A4D2E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70886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1F221A38-CD18-55E4-7AC1-5BCFDA883A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CDBFB1E-7D36-EDF0-8B5D-4E1C6CEECD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24D33D91-E8C1-D6C2-1C06-1EC84FA381F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485C64E-D9E5-2E18-6748-E1372A2350E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891FA0E-C32D-6D6F-1D6C-794738852A2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778D514A-2CD6-4781-B5FA-66FB028724D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7E0BBAD7-CB95-5CF9-6D72-96F938B4F1B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 anchor="ctr"/>
          <a:lstStyle/>
          <a:p>
            <a:r>
              <a:rPr lang="en-US" altLang="pt-BR" sz="4400" b="1"/>
              <a:t>284</a:t>
            </a:r>
            <a:br>
              <a:rPr lang="en-US" altLang="pt-BR" sz="4400" b="1"/>
            </a:br>
            <a:r>
              <a:rPr lang="en-US" altLang="pt-BR" sz="4400" b="1"/>
              <a:t>BENDITO CRISTO, EIS-ME AQUI</a:t>
            </a:r>
            <a:r>
              <a:rPr lang="en-US" altLang="pt-BR" sz="44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BEF7FA2-A13B-EE02-8DF0-1D2FB1FFB84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9DE0BFDC-6B2D-E9B1-C734-5DD7392BDA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Tal como sou, vou decidir, </a:t>
            </a:r>
            <a:br>
              <a:rPr lang="en-US" altLang="pt-BR" i="1"/>
            </a:br>
            <a:r>
              <a:rPr lang="en-US" altLang="pt-BR" i="1"/>
              <a:t>Que a outro eu não posso ir; </a:t>
            </a:r>
            <a:br>
              <a:rPr lang="en-US" altLang="pt-BR" i="1"/>
            </a:br>
            <a:r>
              <a:rPr lang="en-US" altLang="pt-BR" i="1"/>
              <a:t>Pois me convidas para vir, </a:t>
            </a:r>
            <a:br>
              <a:rPr lang="en-US" altLang="pt-BR" i="1"/>
            </a:br>
            <a:r>
              <a:rPr lang="en-US" altLang="pt-BR" i="1"/>
              <a:t>Bendito Cristo, eis-me aqui.  </a:t>
            </a:r>
            <a:endParaRPr lang="en-US" alt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09F4869-6CD6-4919-244C-2DFD9FBFD4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Tal como sou, sem demorar, </a:t>
            </a:r>
            <a:br>
              <a:rPr lang="en-US" altLang="pt-BR" i="1"/>
            </a:br>
            <a:r>
              <a:rPr lang="en-US" altLang="pt-BR" i="1"/>
              <a:t>Do mal, querendo me livrar; </a:t>
            </a:r>
            <a:br>
              <a:rPr lang="en-US" altLang="pt-BR" i="1"/>
            </a:br>
            <a:r>
              <a:rPr lang="en-US" altLang="pt-BR" i="1"/>
              <a:t>Só podes Tu me perdoar: </a:t>
            </a:r>
            <a:br>
              <a:rPr lang="en-US" altLang="pt-BR" i="1"/>
            </a:br>
            <a:r>
              <a:rPr lang="en-US" altLang="pt-BR" i="1"/>
              <a:t>Bendito Cristo, eis-me aqui.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7541204-457B-B2EE-1C11-7ED54396AC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Tal como sou, em aflição, </a:t>
            </a:r>
            <a:br>
              <a:rPr lang="en-US" altLang="pt-BR" i="1"/>
            </a:br>
            <a:r>
              <a:rPr lang="en-US" altLang="pt-BR" i="1"/>
              <a:t>Exposto à morte, e perdição, Buscando vida e perdão, </a:t>
            </a:r>
            <a:br>
              <a:rPr lang="en-US" altLang="pt-BR" i="1"/>
            </a:br>
            <a:r>
              <a:rPr lang="en-US" altLang="pt-BR" i="1"/>
              <a:t>Bendito Cristo, eis-me aqui.  </a:t>
            </a:r>
            <a:endParaRPr lang="en-US" alt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C36A980-F05C-9644-1184-71BAB059D3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172200"/>
          </a:xfrm>
        </p:spPr>
        <p:txBody>
          <a:bodyPr/>
          <a:lstStyle/>
          <a:p>
            <a:r>
              <a:rPr lang="en-US" altLang="pt-BR" i="1"/>
              <a:t>Tal como sou, Teu grande amor </a:t>
            </a:r>
            <a:br>
              <a:rPr lang="en-US" altLang="pt-BR" i="1"/>
            </a:br>
            <a:r>
              <a:rPr lang="en-US" altLang="pt-BR" i="1"/>
              <a:t>Me vence, e busco Teu favor, Servir-Te quero com valor, </a:t>
            </a:r>
            <a:br>
              <a:rPr lang="en-US" altLang="pt-BR" i="1"/>
            </a:br>
            <a:r>
              <a:rPr lang="en-US" altLang="pt-BR" i="1"/>
              <a:t>Bendito Cristo, eis-me aqui.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</Words>
  <Application>Microsoft Office PowerPoint</Application>
  <PresentationFormat>Apresentação na tela (4:3)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7" baseType="lpstr">
      <vt:lpstr>Arial</vt:lpstr>
      <vt:lpstr>Design padrão</vt:lpstr>
      <vt:lpstr>284 BENDITO CRISTO, EIS-ME AQUI </vt:lpstr>
      <vt:lpstr>Tal como sou, vou decidir,  Que a outro eu não posso ir;  Pois me convidas para vir,  Bendito Cristo, eis-me aqui.  </vt:lpstr>
      <vt:lpstr>Tal como sou, sem demorar,  Do mal, querendo me livrar;  Só podes Tu me perdoar:  Bendito Cristo, eis-me aqui.</vt:lpstr>
      <vt:lpstr>Tal como sou, em aflição,  Exposto à morte, e perdição, Buscando vida e perdão,  Bendito Cristo, eis-me aqui.  </vt:lpstr>
      <vt:lpstr>Tal como sou, Teu grande amor  Me vence, e busco Teu favor, Servir-Te quero com valor,  Bendito Cristo, eis-me aqui.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284 BENDITO CRISTO, EIS-ME AQUI </dc:title>
  <dc:creator>Junior</dc:creator>
  <cp:lastModifiedBy>Emerson Souza</cp:lastModifiedBy>
  <cp:revision>1</cp:revision>
  <dcterms:created xsi:type="dcterms:W3CDTF">2005-12-24T11:42:14Z</dcterms:created>
  <dcterms:modified xsi:type="dcterms:W3CDTF">2026-05-02T22:00:40Z</dcterms:modified>
</cp:coreProperties>
</file>