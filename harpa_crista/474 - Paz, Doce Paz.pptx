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BEB554-FB0E-B668-6E17-9476BD4396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901EDC-5FAE-9D2E-D937-65BA5B9EAF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27A545-F1FA-94F2-100F-60B0C5DBC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AD56CB-06A7-1347-E652-54B992668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9C5374-DA08-5942-F679-1EFA1D908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087981-862E-47B0-9411-7B16595322D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63928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EE6BFC-84FC-163E-6C5F-7E719389D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27725A-F863-4B05-A6CC-921357502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C8816E-05BA-E009-9924-2E36E0182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68675E-2D52-00D1-B0DE-F8AB770EB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9CE6CD-9C9B-750F-D27F-33328F0EB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CC6EC0-A439-4C5F-9F74-D70B97ED04B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08864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64F713-3DD1-7B70-BAAD-948FB5C9B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7173888-F732-013F-E831-03515EA83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AB33BC-94E3-0922-FC76-4F65A7EF2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41A60C-834A-5060-654E-827CF1738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92C394-B476-AA7A-FFB5-BE4950CD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7B94D-0A91-457F-8DCC-7E25861AACE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90278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B72835-F3DB-3CF4-BC33-B3A5C7C02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DAD0F5-B3E5-2984-9ED0-FE76FFFF02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D366457-C890-9457-A357-362F696A18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E45AA65-FE7D-6EA4-B282-1CDC69701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493D1A3-483B-DE92-83EE-286565AFA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1810AEA-1B7A-7070-E4F2-2B6301CBE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88E788-3129-4CDB-8E4E-DBAABDCAB4E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98840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2EBDD2-34D6-933A-BBB2-24DF9C35A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AD12D3D-C14B-A11E-4749-877015C1B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8D9AA0F-42D6-EDAF-CDAA-BD9F30F1E3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DC8CDA7-DF64-716B-22C2-18171089B2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AED419B-5E02-25AB-589C-1B3BBD7878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DF38EC1-01F7-F741-1CE5-F8B01B2CC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B7BAF62-C4BB-FEA4-5858-AC36F31F7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CF82DF0-4051-9699-060D-27BBBE08A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139AAA-4B8F-4AA6-9A20-1E73D5F489B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13823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D87E2-97AE-14DA-21BD-A7AB46D9B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1CBB2FF-FEC1-7558-2D62-A575FB213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EC90563-EBD4-95B6-F714-9345CD69A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D842A40-AC2F-3E7C-F608-E10107F42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D2E74C-82F8-4DCB-8173-8ACE4129DC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78962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51F5408-081B-9C7A-DF59-822974814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919414A-5515-36F7-69C3-3CB7D609B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3EE8F2E-4A33-AADD-3ECF-21DD85DD6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C3AF7E-6D9B-46AC-8322-FF9D693396A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2628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EF61FE-DB3D-FA2B-209D-B2CB5B16C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007B73-B06B-FA55-95DE-51575CE84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62191E0-F0DE-EB0C-EC09-3BC85ADD3C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5DBE51F-C4C8-4B48-427B-C31F8C97A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313F0-B3F0-5A34-177A-182C4DF3C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3570D6F-2BE4-DB5C-F254-446C11C7E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E24043-8820-47A7-B562-1B073CCCDC0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21033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E70314-0D8E-0D93-0085-230775F2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23A4B7A-3D0F-567E-3793-1517EA64B2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D5820AD-1205-CBE6-5CF3-E5044B4FD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7AC0204-5BEE-D2CA-B24D-02952E63C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59A3AE-5BB8-E0E3-5A0C-E267D10CB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FA5CCA1-32E4-CFA8-DF66-BAF220992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B7C70C-7226-4BED-B38A-DADBB73BB5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93011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BCFBAF-3108-21F2-B89C-87CD1460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D21940D-459E-3621-E7ED-53D8C13E88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545234-232F-4B82-1FC0-91B709274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32F09D-73F0-7854-E58F-09C3F2D7D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24FFE1-8516-2C3F-C71A-FD9E0DEB4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C42B76-F0A0-4167-AF48-8138A0FFD1C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10462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3BCDA77-C1A5-3F23-14E6-6B106296E0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871126E-1A53-EBE7-CE33-719671BA0A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C94CA8-8E28-8116-29A3-10E183153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298E58-6798-48A4-B857-4271FAB21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B1AA62-523F-ABDB-F87C-DB62141A0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06DDB3-BF79-4A25-8433-5BF6D729D99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4246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219E383-D166-30B0-613A-E39B0BF81F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B85CFBC-3C64-8C34-835D-C5D91E3E58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7E133FD-2528-DB59-E1D7-B4A1167D1ED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2BD9BF8-60C3-C208-213B-7E0881A06B6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5174EBF-47D4-E8E0-4F55-5D9008994BD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82C676E-0155-452A-A1FB-721EFA14F25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9597D3E-BC68-24A2-CEF7-243F4164716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474 - Paz, Doce Paz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F4D423C-11B9-EA8B-8293-6A7FBFA28BF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B4803C8C-98A0-7598-CD5A-142081B3AB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i="1"/>
              <a:t>Paz, doce paz! </a:t>
            </a:r>
            <a:br>
              <a:rPr lang="en-US" altLang="pt-BR" sz="4000" i="1"/>
            </a:br>
            <a:r>
              <a:rPr lang="en-US" altLang="pt-BR" sz="4000" i="1"/>
              <a:t>Que brota, lá da cruz;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Nos trouxe paz o sangue de Jesus.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ABF2435-6C7E-E0AA-FD4B-7385E28E99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i="1"/>
              <a:t>Paz, doce paz! </a:t>
            </a:r>
            <a:br>
              <a:rPr lang="en-US" altLang="pt-BR" sz="4000" i="1"/>
            </a:br>
            <a:r>
              <a:rPr lang="en-US" altLang="pt-BR" sz="4000" i="1"/>
              <a:t>Andar no Teu querer, </a:t>
            </a:r>
            <a:br>
              <a:rPr lang="en-US" altLang="pt-BR" sz="4000" i="1"/>
            </a:br>
            <a:r>
              <a:rPr lang="en-US" altLang="pt-BR" sz="4000" i="1"/>
              <a:t>De Cristo, a nós a paz vai nos trazer.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0778F7D-1E2F-583D-272F-FDE5ADF664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i="1"/>
              <a:t>Paz, doce paz! </a:t>
            </a:r>
            <a:br>
              <a:rPr lang="en-US" altLang="pt-BR" sz="4000" i="1"/>
            </a:br>
            <a:r>
              <a:rPr lang="en-US" altLang="pt-BR" sz="4000" i="1"/>
              <a:t>Pra todo o pecador! </a:t>
            </a:r>
            <a:br>
              <a:rPr lang="en-US" altLang="pt-BR" sz="4000" i="1"/>
            </a:br>
            <a:r>
              <a:rPr lang="en-US" altLang="pt-BR" sz="4000" i="1"/>
              <a:t>Descanso e paz tereis no Salvador.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8E83A02-C52A-E0A1-805F-2AFC0A897B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i="1"/>
              <a:t>Paz, doce paz! </a:t>
            </a:r>
            <a:br>
              <a:rPr lang="en-US" altLang="pt-BR" sz="4000" i="1"/>
            </a:br>
            <a:r>
              <a:rPr lang="en-US" altLang="pt-BR" sz="4000" i="1"/>
              <a:t>Paz na separação,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paz de Cristo dá consolação!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94B663AA-C599-1140-34E2-8B31F98094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i="1"/>
              <a:t>Paz, doce paz! </a:t>
            </a:r>
            <a:br>
              <a:rPr lang="en-US" altLang="pt-BR" sz="4000" i="1"/>
            </a:br>
            <a:r>
              <a:rPr lang="en-US" altLang="pt-BR" sz="4000" i="1"/>
              <a:t>Enquanto ao meu porvir, </a:t>
            </a:r>
            <a:br>
              <a:rPr lang="en-US" altLang="pt-BR" sz="4000" i="1"/>
            </a:br>
            <a:r>
              <a:rPr lang="en-US" altLang="pt-BR" sz="4000" i="1"/>
              <a:t>Jesus, paz, sempre me fará fruir.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B3595897-175A-EB92-60F8-89B2663634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r>
              <a:rPr lang="en-US" altLang="pt-BR" sz="4000" i="1"/>
              <a:t>Paz, doce paz! </a:t>
            </a:r>
            <a:br>
              <a:rPr lang="en-US" altLang="pt-BR" sz="4000" i="1"/>
            </a:br>
            <a:r>
              <a:rPr lang="en-US" altLang="pt-BR" sz="4000" i="1"/>
              <a:t>Não temo a morte, a 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Jesus venceu a morte e seu terror.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>
            <a:extLst>
              <a:ext uri="{FF2B5EF4-FFF2-40B4-BE49-F238E27FC236}">
                <a16:creationId xmlns:a16="http://schemas.microsoft.com/office/drawing/2014/main" id="{DFD019F0-038B-34D8-7BE9-CEFA3281C1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Paz, doce paz! </a:t>
            </a:r>
            <a:br>
              <a:rPr lang="en-US" altLang="pt-BR" sz="4000" i="1"/>
            </a:br>
            <a:r>
              <a:rPr lang="en-US" altLang="pt-BR" sz="4000" i="1"/>
              <a:t>Não tardará Jesus,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nos dará celeste paz e luz. Amém.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</Words>
  <Application>Microsoft Office PowerPoint</Application>
  <PresentationFormat>Apresentação na tela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0" baseType="lpstr">
      <vt:lpstr>Arial</vt:lpstr>
      <vt:lpstr>Design padrão</vt:lpstr>
      <vt:lpstr>474 - Paz, Doce Paz </vt:lpstr>
      <vt:lpstr>Paz, doce paz!  Que brota, lá da cruz;  Nos trouxe paz o sangue de Jesus.  </vt:lpstr>
      <vt:lpstr>Paz, doce paz!  Andar no Teu querer,  De Cristo, a nós a paz vai nos trazer.  </vt:lpstr>
      <vt:lpstr>Paz, doce paz!  Pra todo o pecador!  Descanso e paz tereis no Salvador.  </vt:lpstr>
      <vt:lpstr>Paz, doce paz!  Paz na separação,  A paz de Cristo dá consolação!  </vt:lpstr>
      <vt:lpstr>Paz, doce paz!  Enquanto ao meu porvir,  Jesus, paz, sempre me fará fruir.  </vt:lpstr>
      <vt:lpstr>Paz, doce paz!  Não temo a morte, a dor,  Jesus venceu a morte e seu terror.  </vt:lpstr>
      <vt:lpstr>Paz, doce paz!  Não tardará Jesus,  E nos dará celeste paz e luz. Amém.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474 - Paz, Doce Paz </dc:title>
  <dc:creator>Junior</dc:creator>
  <cp:lastModifiedBy>Emerson Souza</cp:lastModifiedBy>
  <cp:revision>1</cp:revision>
  <dcterms:created xsi:type="dcterms:W3CDTF">2005-12-25T23:03:55Z</dcterms:created>
  <dcterms:modified xsi:type="dcterms:W3CDTF">2026-05-02T22:16:45Z</dcterms:modified>
</cp:coreProperties>
</file>