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177EF4-8236-72BD-8514-0E37F78A28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67335A-052B-27EC-16F6-A24D9AD8F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FAD773-EFFB-B7D0-5701-90F777D9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4B2B10-249F-2C88-E92D-ED6BA70C6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25EFA3-F20B-88B3-98EA-0C3EF6A23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23B6F5-D602-4CF0-8F65-E68F4A9411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4328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D7B98-B98C-6395-7BC1-AF60AB7BC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B6B57E-FF65-9688-16B4-E658C7B07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56F12A-2340-A001-2CB1-DBB59FFF0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C95562-3E07-4F7A-5AD0-1981FA9D0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D480E3-2252-9687-19EA-6A0966E01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9209D0-75D5-44E5-8E0D-33027B4AB5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5917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8667AD-F10A-A3E9-E262-F8DB0B4B0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0CE213-C81D-23BD-7888-CBFF47D95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DA71DA-22AE-5353-20D2-DA0AF4629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C6D7B5-31B9-8070-3F13-B455417AB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860305-A5FB-C4B3-9786-09354A135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2F40F1-2E8F-466E-AE50-04669662E2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17161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775FD2-2F85-5A84-FAB2-39FFC1B63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321AA8-4163-E9D8-C40D-81485EA802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D0CCE1-10CA-688A-83A1-CF8183291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80543A9-E3CF-31B6-C4BD-BBE7993BC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A7703D-5C9D-7172-7D84-678298C5E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9243AEE-848F-C7D4-BC65-24F0A4014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A58F32-24BF-4D9C-9485-D9D32ADE00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4001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B95824-8E70-FEED-D551-BBB2F4B11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9EBF23-56EB-D3B3-1E27-E63181B9F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9549A9C-0D55-9D11-480C-9A775ECF7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966A92B-A4E1-4991-0811-ED367A170E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65C288B-1DF9-831B-02CD-5FFCAC4A59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DCC1652-39F8-E1D4-C7EA-F72EDBAC8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B13F4A1-8F57-9777-C193-DA1C1D529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88971F0-D5A3-60BC-D74C-D6B50585B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98FCB4-D64D-41FA-9FCC-37ED1713AB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00818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57D7AB-F350-DE96-06DE-65CC6FC5E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5EC5762-30D4-4959-7874-853DAC1C9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AFC99FD-F4A6-6E53-0D13-6F3F7B0D2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D7F6F0F-F5E8-CD9B-3157-6501E505B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BA6F97-BFB8-4282-BD07-BED5839A78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8516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39AB47E-31CB-B0A5-C404-14B65A584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A68C36D-980D-BCE1-C5DC-33B14B656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0C6F79-BEA0-F47C-06FC-9B80484FD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ED5136-95E2-46AF-B719-78B21816FFB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2147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200E25-EF78-3BA4-9A7B-9E4CD2207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21BC00-FD12-2577-04A0-D58CFFB6C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CC9747-9DDA-29AA-04EB-4A3474E8F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B56371C-67E9-085A-9440-055F7FF2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847026-152D-5EF8-0874-FB38E6CEF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672195-5780-3D1C-8A0E-D88AF0CF9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815D34-0FA6-4960-AC1E-2D7FA857CA8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83045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59520C-8F76-8951-8894-C6E59DB73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3746425-468A-FFCF-6A0A-4F75793ABF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3A9E95E-B196-F6AF-BE7A-A86F2BFA2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D9D65E-A7F5-33BD-64EE-086C5AB3B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586D7C-F321-7238-7A1D-89A2A21A7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345D0D-FF9B-F5FB-1E4C-B210E1B50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F2B2EC-E1B7-4CCC-A8CB-837AA17D7E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14809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7081B7-25AC-89A2-FCD4-DBA0A55E9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83F8156-411E-89D7-B46D-0683F00A6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DE2DDE-4631-E2E7-D3D0-03381CD26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47125A-1703-1AC8-A3BB-44B96B9D8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3E4C0C-1244-47C6-2D1B-199B11209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8CE1B6-7133-4D7A-AC25-85D054A5E6C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96954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DB93BDB-D2C7-3137-8D08-1F47B3E3AB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83D7078-F14C-78C2-29CA-0B3D58174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CFDDF5-C166-535F-2B26-B7EBBC670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777CB3-484E-10FA-6926-14B581415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23F85B-7F40-CFE2-9A62-5CB519A2E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3617CB-D5AA-4C3D-B9C7-E766E8B194E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34517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12AF48D-020C-78F3-3C15-96E2A471B1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33CFACE-E098-F371-6F53-DCB905FAFF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2A053F5-342A-A559-2A59-69B2AA99093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6225214-764E-0C09-D170-0B05CCE9284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816A30E-D0DB-5F06-44DC-01370AE524C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43C2C09-780A-40A2-B3F5-8959E42DDF0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2AC73BB-023A-9D9C-3EE9-B3DE2C8D546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54</a:t>
            </a:r>
            <a:br>
              <a:rPr lang="en-US" altLang="pt-BR" sz="4000" b="1" i="1"/>
            </a:br>
            <a:r>
              <a:rPr lang="en-US" altLang="pt-BR" sz="4000" b="1" i="1"/>
              <a:t>LOUVEMOS AO REDENTOR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5080BCC-91D9-EB3C-2FBD-F60A1B0B086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E65DF55-DE69-87FB-18E6-662A036A0C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410200"/>
          </a:xfrm>
        </p:spPr>
        <p:txBody>
          <a:bodyPr/>
          <a:lstStyle/>
          <a:p>
            <a:r>
              <a:rPr lang="en-US" altLang="pt-BR" sz="4000" i="1"/>
              <a:t>Minh’alma, louva ao Redentor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Jesus, teu Rei, teu Salvador,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sobre a cruz, em teu lugar,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Seu sangue deu p'ra te salvar!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1AB9AF3-E412-8F0F-48F1-EA72A480D0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410200"/>
          </a:xfrm>
        </p:spPr>
        <p:txBody>
          <a:bodyPr/>
          <a:lstStyle/>
          <a:p>
            <a:r>
              <a:rPr lang="en-US" altLang="pt-BR" sz="4000" b="1" i="1"/>
              <a:t>Sim, sobre a cruz, em meu lugar,</a:t>
            </a:r>
            <a:r>
              <a:rPr lang="en-US" altLang="pt-BR" sz="4000"/>
              <a:t> </a:t>
            </a:r>
            <a:r>
              <a:rPr lang="en-US" altLang="pt-BR" sz="4000" b="1" i="1"/>
              <a:t>Jesus morreu p’ra me salvar!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Salvo e seguro nEle estou,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Pois com Seu sangue me livrou.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FD59765-70F9-CA11-B905-F85767F2AA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410200"/>
          </a:xfrm>
        </p:spPr>
        <p:txBody>
          <a:bodyPr/>
          <a:lstStyle/>
          <a:p>
            <a:r>
              <a:rPr lang="en-US" altLang="pt-BR" sz="4000" i="1"/>
              <a:t>Oh! quão perdido e longe andei,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Longe de Deus e Sua lei!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terno e paciente amor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Seguiu-me sempre, o Salvador!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201A949-79C8-5D2B-9611-EF523E362E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410200"/>
          </a:xfrm>
        </p:spPr>
        <p:txBody>
          <a:bodyPr/>
          <a:lstStyle/>
          <a:p>
            <a:r>
              <a:rPr lang="en-US" altLang="pt-BR" sz="4000" b="1" i="1"/>
              <a:t>Sim, sobre a cruz, em meu lugar,</a:t>
            </a:r>
            <a:r>
              <a:rPr lang="en-US" altLang="pt-BR" sz="4000"/>
              <a:t> </a:t>
            </a:r>
            <a:r>
              <a:rPr lang="en-US" altLang="pt-BR" sz="4000" b="1" i="1"/>
              <a:t>Jesus morreu p’ra me salvar!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Salvo e seguro nEle estou,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Pois com Seu sangue me livrou.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A9B9572-7652-93B0-11BD-132FB8F32F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410200"/>
          </a:xfrm>
        </p:spPr>
        <p:txBody>
          <a:bodyPr/>
          <a:lstStyle/>
          <a:p>
            <a:r>
              <a:rPr lang="en-US" altLang="pt-BR" sz="4000" i="1"/>
              <a:t>Bendito dia, quando, enfim,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Vi Cristo sobre a cruz, por mim!</a:t>
            </a:r>
            <a:r>
              <a:rPr lang="en-US" altLang="pt-BR" sz="4000"/>
              <a:t> </a:t>
            </a:r>
            <a:r>
              <a:rPr lang="en-US" altLang="pt-BR" sz="4000" i="1"/>
              <a:t>Vencido pelo Seu amor,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Rendi-me logo ao Salvador.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5B9C0C0-0888-8F6A-583C-C28E739B58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410200"/>
          </a:xfrm>
        </p:spPr>
        <p:txBody>
          <a:bodyPr/>
          <a:lstStyle/>
          <a:p>
            <a:r>
              <a:rPr lang="en-US" altLang="pt-BR" sz="4000" b="1" i="1"/>
              <a:t>Sim, sobre a cruz, em meu lugar,</a:t>
            </a:r>
            <a:r>
              <a:rPr lang="en-US" altLang="pt-BR" sz="4000"/>
              <a:t> </a:t>
            </a:r>
            <a:r>
              <a:rPr lang="en-US" altLang="pt-BR" sz="4000" b="1" i="1"/>
              <a:t>Jesus morreu p’ra me salvar!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Salvo e seguro nEle estou,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Pois com Seu sangue me livrou.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058998D-6204-39AA-9EC8-669D42C3D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410200"/>
          </a:xfrm>
        </p:spPr>
        <p:txBody>
          <a:bodyPr/>
          <a:lstStyle/>
          <a:p>
            <a:r>
              <a:rPr lang="en-US" altLang="pt-BR" sz="4000" i="1"/>
              <a:t>Vem, alma aflita, descansar;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Eis Cristo pronto a perdoar!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Confia nEle, de coração,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teu será o gran perdão.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57030EE-41C1-0D2C-F0E5-13BEF360F1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410200"/>
          </a:xfrm>
        </p:spPr>
        <p:txBody>
          <a:bodyPr/>
          <a:lstStyle/>
          <a:p>
            <a:r>
              <a:rPr lang="en-US" altLang="pt-BR" sz="4000" b="1" i="1"/>
              <a:t>Sim, sobre a cruz, em meu lugar,</a:t>
            </a:r>
            <a:r>
              <a:rPr lang="en-US" altLang="pt-BR" sz="4000"/>
              <a:t> </a:t>
            </a:r>
            <a:r>
              <a:rPr lang="en-US" altLang="pt-BR" sz="4000" b="1" i="1"/>
              <a:t>Jesus morreu p’ra me salvar!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Salvo e seguro nEle estou,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Pois com Seu sangue me livrou.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54 LOUVEMOS AO REDENTOR </vt:lpstr>
      <vt:lpstr>Minh’alma, louva ao Redentor  Jesus, teu Rei, teu Salvador,  Que sobre a cruz, em teu lugar,  Seu sangue deu p'ra te salvar! </vt:lpstr>
      <vt:lpstr>Sim, sobre a cruz, em meu lugar, Jesus morreu p’ra me salvar!  Salvo e seguro nEle estou,  Pois com Seu sangue me livrou.   </vt:lpstr>
      <vt:lpstr>Oh! quão perdido e longe andei,  Longe de Deus e Sua lei!  Com terno e paciente amor  Seguiu-me sempre, o Salvador!   </vt:lpstr>
      <vt:lpstr>Sim, sobre a cruz, em meu lugar, Jesus morreu p’ra me salvar!  Salvo e seguro nEle estou,  Pois com Seu sangue me livrou.   </vt:lpstr>
      <vt:lpstr>Bendito dia, quando, enfim,  Vi Cristo sobre a cruz, por mim! Vencido pelo Seu amor,  Rendi-me logo ao Salvador. </vt:lpstr>
      <vt:lpstr>Sim, sobre a cruz, em meu lugar, Jesus morreu p’ra me salvar!  Salvo e seguro nEle estou,  Pois com Seu sangue me livrou.   </vt:lpstr>
      <vt:lpstr>Vem, alma aflita, descansar;  Eis Cristo pronto a perdoar!  Confia nEle, de coração,  E teu será o gran perdão. </vt:lpstr>
      <vt:lpstr>Sim, sobre a cruz, em meu lugar, Jesus morreu p’ra me salvar!  Salvo e seguro nEle estou,  Pois com Seu sangue me livrou.  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54 LOUVEMOS AO REDENTOR </dc:title>
  <dc:creator>Junior</dc:creator>
  <cp:lastModifiedBy>Emerson Souza</cp:lastModifiedBy>
  <cp:revision>1</cp:revision>
  <dcterms:created xsi:type="dcterms:W3CDTF">2005-12-23T02:23:59Z</dcterms:created>
  <dcterms:modified xsi:type="dcterms:W3CDTF">2026-05-02T21:41:25Z</dcterms:modified>
</cp:coreProperties>
</file>