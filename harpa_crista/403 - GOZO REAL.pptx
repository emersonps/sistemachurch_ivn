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165C4-99BF-25AF-53C0-9216618DE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73FC20-D083-E8FD-003C-E68C90E80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0A92BC-FABB-42BC-AB6E-BC6C41EA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995B05-3422-EFA0-B889-37A0F01F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4E823B-CDE2-0638-3D25-70AFFBC1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CF5113-816D-43E0-913C-2EF003AB83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913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75430-C64D-3DB5-8E3A-3F9F285D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734A33-74C6-8795-1102-37021224F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5F79EF-51D1-5E6B-FA42-AF884272A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370A16-B0D2-5B01-98AF-3D13A782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5F398D-C0ED-98E5-114A-2CFD1209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A3603-8CCD-4A39-8D30-CDFD359284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436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CE339-D43F-A578-19E0-023939B6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3FF698-98E2-6296-2E74-7996B9D0E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7FE5AF-BFBA-89EE-09A0-68340500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E108FA-3A88-A37F-391E-3C2983CD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EAF112-0AF6-342C-29B3-C492748F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5118DD-50FB-477F-A7B2-440BBCD6E2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441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A20D6-928B-6B01-282D-8F7AC306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7EEAA6-AC2E-66D9-1F18-339287508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9D9CEC-932A-8C41-2373-DFB20F05A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6DDD1E-ED01-E7E9-C09D-1CAC6F3B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774231-13AC-7903-ABC0-9D81A36B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A13B5C-0359-092E-E392-83CC2552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70310C-EFDE-48D6-8A60-AEF4A07F83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966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AB3EA-7ECF-4C35-1E0F-8C3C07D0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7F8C58-B084-1926-745F-ABECCB69F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EEFCF8-FD04-3B13-5D65-6D5A0315C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6DF4A1-4F5B-2239-432F-058CA343F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4158AB-5E58-3008-1192-6E0A739A4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7A99A9-8D3B-10A8-1C68-A59A359F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9423146-775B-6336-0695-4B1A3C9E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50666E-72D8-F5E0-29B4-0668864C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CA571F-CF59-473A-9A0C-3DF9267C39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1944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4CDC1-77F0-0628-D0E3-5B4B7E4F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C3863D-106F-E328-810E-0FBB485A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8367C4-289D-8080-2B1B-5878F837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AE40EC-1458-857F-B059-6F3AD0AB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5BE16B-0677-4AC4-B2E5-D24EA6C418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338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AD4420-B794-19DD-C611-5A4EE8DE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317B7E-D071-3A06-B647-347D54210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D94B07-C551-3B49-A56D-A4CA47F5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65480-D91A-42FF-8CE2-F89EDA7A9D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53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0A87D-F85D-3D43-2636-024360FA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3CAB7-262B-AB9C-7B7D-6A5F084F6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684927-10F3-4268-37CE-758C5BF6E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6E03D0-0DFC-08F3-2E30-E5872ECD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DF4353-AF88-3979-6EFA-D638F65B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D94BA7-BA7D-3F8B-A2E4-3A0310B1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90A4A8-C1B6-4595-869F-94F4DC0F4D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43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5A05E-BE2A-A75A-5B86-1E70BF0FB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46CA587-BD85-1F91-CC39-02EA141CA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FB21F1-26AA-4D59-D8D5-80F9EDBCF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8759ED-FCDA-BE63-E919-4B610AFE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A39C1E-E998-EE15-5B60-894F8CBF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470CC-A828-1FEE-4DF1-98A48255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7AE2F-02AD-4327-84EA-B8136FD255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2511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9377C-4BC5-C15E-78E6-4C648E08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40E15F-C31B-2DFC-78E7-6BD46EF0C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158E9D-54DC-B961-F861-001A97B4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83E5B8-D128-5801-C190-21536AA1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7D1BED-F56A-3AE6-0588-7D69E1A4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A5CC1-89D0-4E15-BB5B-F0D69E7C37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65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934D23-64F8-7B15-F476-1735C6CFE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C9C2E9-941F-A6DD-BFE2-7015D742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D0CB1E-6BAD-4CA9-EB05-5F18FEE0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451806-07BC-9CFB-CD9F-4496B63E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7F64D3-A0A0-0A08-8885-8E8F37D6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1F7E5-33D6-4A74-B411-2178BF178C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654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7C4C53-F76B-E779-D09E-1408EE7E1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F8123C-6D4F-153F-93CD-0B5C0FCB52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A5FFB8A-B6A7-5857-04B5-D8D70F66EC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1BA9C4-0506-5E33-14E8-A89AECD1C3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77FDD8-33F7-9880-91BD-BE2E9F3339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16A505-57FE-4243-ADB2-16EAFA5330B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7F65BA4-F0FA-F93D-4798-3BF2039447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403</a:t>
            </a:r>
            <a:br>
              <a:rPr lang="pt-BR" altLang="pt-BR" sz="4400" b="1"/>
            </a:br>
            <a:r>
              <a:rPr lang="pt-BR" altLang="pt-BR" sz="4400" b="1"/>
              <a:t>GOZO REAL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A8BDE5B-8422-3842-238B-485397944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Oh! Que gozo real sinto no meu ser, </a:t>
            </a:r>
            <a:br>
              <a:rPr lang="pt-BR" altLang="pt-BR" sz="3600"/>
            </a:br>
            <a:r>
              <a:rPr lang="pt-BR" altLang="pt-BR" sz="3600"/>
              <a:t>Já tenho de Deus perdão!</a:t>
            </a:r>
            <a:br>
              <a:rPr lang="pt-BR" altLang="pt-BR" sz="3600"/>
            </a:br>
            <a:r>
              <a:rPr lang="pt-BR" altLang="pt-BR" sz="3600"/>
              <a:t>Pois Jesus nos diz: </a:t>
            </a:r>
            <a:br>
              <a:rPr lang="pt-BR" altLang="pt-BR" sz="3600"/>
            </a:br>
            <a:r>
              <a:rPr lang="pt-BR" altLang="pt-BR" sz="3600"/>
              <a:t>Que qualquer que crer Recebe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218B30B-F26E-3081-76DC-1DF8C294A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5962650"/>
          </a:xfrm>
        </p:spPr>
        <p:txBody>
          <a:bodyPr/>
          <a:lstStyle/>
          <a:p>
            <a:r>
              <a:rPr lang="pt-BR" altLang="pt-BR" sz="3600" b="1" i="1"/>
              <a:t>Se tu crês, ó vem o passo dar,</a:t>
            </a:r>
            <a:br>
              <a:rPr lang="pt-BR" altLang="pt-BR" sz="3600" b="1" i="1"/>
            </a:br>
            <a:r>
              <a:rPr lang="pt-BR" altLang="pt-BR" sz="3600" b="1" i="1"/>
              <a:t>Vem o passo dar, sim, </a:t>
            </a:r>
            <a:br>
              <a:rPr lang="pt-BR" altLang="pt-BR" sz="3600" b="1" i="1"/>
            </a:br>
            <a:r>
              <a:rPr lang="pt-BR" altLang="pt-BR" sz="3600" b="1" i="1"/>
              <a:t>vem o passo dar! </a:t>
            </a:r>
            <a:br>
              <a:rPr lang="pt-BR" altLang="pt-BR" sz="3600" b="1" i="1"/>
            </a:br>
            <a:r>
              <a:rPr lang="pt-BR" altLang="pt-BR" sz="3600" b="1" i="1"/>
              <a:t>Se tu crês, ó vem o passo dar, </a:t>
            </a:r>
            <a:br>
              <a:rPr lang="pt-BR" altLang="pt-BR" sz="3600" b="1" i="1"/>
            </a:br>
            <a:r>
              <a:rPr lang="pt-BR" altLang="pt-BR" sz="3600" b="1" i="1"/>
              <a:t>Pois Jesus te quer salvar.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80AB0CC-01D6-8D46-9BC7-38333F006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Por amor foi Cristo, meu Redentor, </a:t>
            </a:r>
            <a:br>
              <a:rPr lang="pt-BR" altLang="pt-BR" sz="3600"/>
            </a:br>
            <a:r>
              <a:rPr lang="pt-BR" altLang="pt-BR" sz="3600"/>
              <a:t>Da glória, aqui desceu;</a:t>
            </a:r>
            <a:br>
              <a:rPr lang="pt-BR" altLang="pt-BR" sz="3600"/>
            </a:br>
            <a:r>
              <a:rPr lang="pt-BR" altLang="pt-BR" sz="3600"/>
              <a:t>E transforma a vida dum pecador, </a:t>
            </a:r>
            <a:br>
              <a:rPr lang="pt-BR" altLang="pt-BR" sz="3600"/>
            </a:br>
            <a:r>
              <a:rPr lang="pt-BR" altLang="pt-BR" sz="3600"/>
              <a:t>Na graça que nos deu.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98247DE-489A-C64A-E54C-48A79E39E7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5962650"/>
          </a:xfrm>
        </p:spPr>
        <p:txBody>
          <a:bodyPr/>
          <a:lstStyle/>
          <a:p>
            <a:r>
              <a:rPr lang="pt-BR" altLang="pt-BR" sz="3600" b="1" i="1"/>
              <a:t>Se tu crês, ó vem o passo dar,</a:t>
            </a:r>
            <a:br>
              <a:rPr lang="pt-BR" altLang="pt-BR" sz="3600" b="1" i="1"/>
            </a:br>
            <a:r>
              <a:rPr lang="pt-BR" altLang="pt-BR" sz="3600" b="1" i="1"/>
              <a:t>Vem o passo dar, sim, </a:t>
            </a:r>
            <a:br>
              <a:rPr lang="pt-BR" altLang="pt-BR" sz="3600" b="1" i="1"/>
            </a:br>
            <a:r>
              <a:rPr lang="pt-BR" altLang="pt-BR" sz="3600" b="1" i="1"/>
              <a:t>vem o passo dar! </a:t>
            </a:r>
            <a:br>
              <a:rPr lang="pt-BR" altLang="pt-BR" sz="3600" b="1" i="1"/>
            </a:br>
            <a:r>
              <a:rPr lang="pt-BR" altLang="pt-BR" sz="3600" b="1" i="1"/>
              <a:t>Se tu crês, ó vem o passo dar, </a:t>
            </a:r>
            <a:br>
              <a:rPr lang="pt-BR" altLang="pt-BR" sz="3600" b="1" i="1"/>
            </a:br>
            <a:r>
              <a:rPr lang="pt-BR" altLang="pt-BR" sz="3600" b="1" i="1"/>
              <a:t>Pois Jesus te quer salvar.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D0E965-39E6-80B5-D3DB-EDE52790A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Que mercê, que amor o Senhor mostrou </a:t>
            </a:r>
            <a:br>
              <a:rPr lang="pt-BR" altLang="pt-BR" sz="3600"/>
            </a:br>
            <a:r>
              <a:rPr lang="pt-BR" altLang="pt-BR" sz="3600"/>
              <a:t>Morrendo na dura cruz;</a:t>
            </a:r>
            <a:br>
              <a:rPr lang="pt-BR" altLang="pt-BR" sz="3600"/>
            </a:br>
            <a:r>
              <a:rPr lang="pt-BR" altLang="pt-BR" sz="3600"/>
              <a:t>Sangue divinal por nós derramou,</a:t>
            </a:r>
            <a:br>
              <a:rPr lang="pt-BR" altLang="pt-BR" sz="3600"/>
            </a:br>
            <a:r>
              <a:rPr lang="pt-BR" altLang="pt-BR" sz="3600"/>
              <a:t>O Salvador Jesus!	</a:t>
            </a:r>
            <a:br>
              <a:rPr lang="pt-BR" altLang="pt-BR" sz="3600"/>
            </a:br>
            <a:r>
              <a:rPr lang="pt-BR" altLang="pt-BR" sz="14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F91A2FE-B3E7-688A-5CF7-E9681D963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5962650"/>
          </a:xfrm>
        </p:spPr>
        <p:txBody>
          <a:bodyPr/>
          <a:lstStyle/>
          <a:p>
            <a:r>
              <a:rPr lang="pt-BR" altLang="pt-BR" sz="3600" b="1" i="1"/>
              <a:t>Se tu crês, ó vem o passo dar,</a:t>
            </a:r>
            <a:br>
              <a:rPr lang="pt-BR" altLang="pt-BR" sz="3600" b="1" i="1"/>
            </a:br>
            <a:r>
              <a:rPr lang="pt-BR" altLang="pt-BR" sz="3600" b="1" i="1"/>
              <a:t>Vem o passo dar, sim, </a:t>
            </a:r>
            <a:br>
              <a:rPr lang="pt-BR" altLang="pt-BR" sz="3600" b="1" i="1"/>
            </a:br>
            <a:r>
              <a:rPr lang="pt-BR" altLang="pt-BR" sz="3600" b="1" i="1"/>
              <a:t>vem o passo dar! </a:t>
            </a:r>
            <a:br>
              <a:rPr lang="pt-BR" altLang="pt-BR" sz="3600" b="1" i="1"/>
            </a:br>
            <a:r>
              <a:rPr lang="pt-BR" altLang="pt-BR" sz="3600" b="1" i="1"/>
              <a:t>Se tu crês, ó vem o passo dar, </a:t>
            </a:r>
            <a:br>
              <a:rPr lang="pt-BR" altLang="pt-BR" sz="3600" b="1" i="1"/>
            </a:br>
            <a:r>
              <a:rPr lang="pt-BR" altLang="pt-BR" sz="3600" b="1" i="1"/>
              <a:t>Pois Jesus te quer salvar.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403 GOZO REAL</vt:lpstr>
      <vt:lpstr>Oh! Que gozo real sinto no meu ser,  Já tenho de Deus perdão! Pois Jesus nos diz:  Que qualquer que crer Recebe salvação. </vt:lpstr>
      <vt:lpstr>Se tu crês, ó vem o passo dar, Vem o passo dar, sim,  vem o passo dar!  Se tu crês, ó vem o passo dar,  Pois Jesus te quer salvar.</vt:lpstr>
      <vt:lpstr>Por amor foi Cristo, meu Redentor,  Da glória, aqui desceu; E transforma a vida dum pecador,  Na graça que nos deu. </vt:lpstr>
      <vt:lpstr>Se tu crês, ó vem o passo dar, Vem o passo dar, sim,  vem o passo dar!  Se tu crês, ó vem o passo dar,  Pois Jesus te quer salvar.</vt:lpstr>
      <vt:lpstr>Que mercê, que amor o Senhor mostrou  Morrendo na dura cruz; Sangue divinal por nós derramou, O Salvador Jesus!  P.L.M. </vt:lpstr>
      <vt:lpstr>Se tu crês, ó vem o passo dar, Vem o passo dar, sim,  vem o passo dar!  Se tu crês, ó vem o passo dar,  Pois Jesus te quer salvar.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403 - GOZO REAL</dc:title>
  <dc:creator>Montagna</dc:creator>
  <cp:lastModifiedBy>Emerson Souza</cp:lastModifiedBy>
  <cp:revision>2</cp:revision>
  <dcterms:created xsi:type="dcterms:W3CDTF">2005-10-19T01:17:18Z</dcterms:created>
  <dcterms:modified xsi:type="dcterms:W3CDTF">2026-05-02T22:10:29Z</dcterms:modified>
</cp:coreProperties>
</file>