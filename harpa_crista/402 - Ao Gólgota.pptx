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0" autoAdjust="0"/>
    <p:restoredTop sz="94580" autoAdjust="0"/>
  </p:normalViewPr>
  <p:slideViewPr>
    <p:cSldViewPr>
      <p:cViewPr varScale="1">
        <p:scale>
          <a:sx n="63" d="100"/>
          <a:sy n="63" d="100"/>
        </p:scale>
        <p:origin x="-114" y="-18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A4751D-0BDD-72FC-6F99-F4B589647F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1899427-6816-CCE9-E9AF-243198CE88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748D314-6036-C5AF-D3FF-66804C908E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396BE22-0EA0-9C53-763C-A802FB65E8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9A1A1E4-4E7F-1459-6EA6-A89A2B6D2A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A070888-EB26-4DE0-A3DC-C31C5C64CD54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8535786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0C7EEB9-D494-BE17-E47A-AEC7EE154E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2E64B28-7120-7F06-B275-30629EDB80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E4F983B-4EC2-643C-D342-D8985B64AE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079D067-A659-114F-A372-7CD6A3EE4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6A12186-A2A1-DBD3-3E53-E8E74820F2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EAA226B-1E1C-418F-80C3-CCEEFC64D35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4227472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B5BC30-B57F-4152-0801-DFDAB37463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EBE48CC-461B-BB16-6B5E-101A436C97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203ABBE-B548-6756-6726-49C06005DB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2919F89-7CC4-048C-2932-41637DC17E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18B74CB-CDE1-438C-54AD-7F7E9F617E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BC9644F-E606-4AB3-873F-4A7E74EA6AD2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8182141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A4E32C7-F076-9729-5A97-B34E7540E0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F8C7E62-230F-B428-71E3-8AC693D9B3D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43BCEA78-CB95-041A-3290-C8C31FD120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8E605EB-03DA-918E-7486-C594770DFE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0756D90-665A-6030-97F9-0F815C66B7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1C5D92F-E15C-7A0F-2775-481F31FEB1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0784C1A-0821-4088-BE31-6D232D53DF0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999793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8B39FC5-6494-870D-4676-91FE63E324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C893C79-D471-855C-B967-29BB38F9F1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5094B667-C7C4-2F10-AFE2-EA582BAE8F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BB7EC62E-55AF-F779-119A-F7ECFDAFAC5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12CF6C29-B898-35BE-B920-8691CA56436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C4B7E586-0880-0D96-69BA-E2E8D3A6BA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676F4393-2C52-40F3-EA9A-1AF7A4A968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0AAECC0F-3E3D-C941-A713-448D9D8F97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21159A5-C98B-444D-A5B7-85D6B3D1627D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8094704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13F8376-AF63-91DF-6402-79CC2E7258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CF5A01F2-2B92-1D07-0E7D-B06968B55A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A9DBD780-B673-9D0F-87D9-6AEC90B41D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A7BB8BE9-1CE3-9010-0059-ECEC029240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B640D35-5859-45D0-87D8-C1E967B8781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828463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02795148-F70C-54EC-36D7-75D0C9A88C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1A7EAFE7-B487-3533-51D2-09BB3823CB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66BCF044-9663-3FD7-E582-5090CE12C6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2C3B97B-686A-4BCB-A8D1-EAB8395F637B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8247307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DA12C44-AC91-3549-149E-57A6BD7BC6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0A4346B-FA87-1BBF-F994-C25F255662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76A90583-4D4F-2F86-DF6B-2F73EBA7ED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9CB387C-7BCE-7E0B-EE3C-00C7083DA8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621605F-7E70-4124-30F3-E2BEBA0C3F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1C9D5AF-6CFF-864D-CF38-4FD9301380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11B28F5-9FA6-4E8F-826B-8151DBEF1664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45528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4436BC3-4643-B596-5A4A-8C936A7820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F7E4901A-86EA-5B7A-1357-2B136132FF8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FE727DB-E2D9-BAAD-68F9-70F429DA3C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24B1015-BD08-1873-57C8-57104C05B7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35E6DEA-EF8A-28A5-730D-EBFF48F1E8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FB1D754-1407-7639-D85A-BBE28A43C2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6DC5BE4-3CA2-445F-B2BA-E4B82319AE61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0660763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468C24B-0DEE-C893-BD86-9E3D68DE8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AFE108F0-0021-32AE-5EB6-71CF1F5CBB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BF714B6-ABA7-2949-C558-899A983326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9B58132-C49F-7C76-27B6-56EB9F8115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40B30AD-682A-C8ED-7D96-4A2D66821A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F73D984-3363-4462-B9D2-1262ADAB921A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9190480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FDBA13A1-7574-C288-6CF6-92307678249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8DE1ECBB-8952-B46E-8AA0-3DB16CE44E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E2ED3D5-EA18-C2E2-6675-096F081F83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A2314F9-5A6A-898B-3C51-80292DAA49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EFE2BD6-EC51-0B70-B209-5A27612318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3551982-541D-4439-9636-A039D537425D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220408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C2C5A4E9-CEDB-7E1F-ED83-5DE93FEDFED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A82FBB51-3D66-A134-404C-84DC775778B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B0C84CD3-6195-C7FA-58F6-9AD1352F3542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149E5553-6B64-B7CC-C9D0-0096025D8257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D3F1CDD3-C29C-7207-D076-E36DC96D8EA7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F15912AD-3FB2-4CAB-939A-F0C9A66804BE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E742B427-0710-D3FC-87A7-763BF9AD2C05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r>
              <a:rPr lang="en-US" altLang="pt-BR" sz="4400" b="1"/>
              <a:t>402 - Ao Gólgota</a:t>
            </a:r>
            <a:r>
              <a:rPr lang="en-US" altLang="pt-BR" sz="4400"/>
              <a:t> </a:t>
            </a: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E7F04D48-7202-A44A-5F1D-D06E6C4E6357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pt-BR" altLang="pt-BR" sz="3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>
            <a:extLst>
              <a:ext uri="{FF2B5EF4-FFF2-40B4-BE49-F238E27FC236}">
                <a16:creationId xmlns:a16="http://schemas.microsoft.com/office/drawing/2014/main" id="{942D816D-972F-C1B1-8737-B41EBD6775C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324600"/>
          </a:xfrm>
        </p:spPr>
        <p:txBody>
          <a:bodyPr/>
          <a:lstStyle/>
          <a:p>
            <a:r>
              <a:rPr lang="en-US" altLang="pt-BR" sz="4000" i="1"/>
              <a:t>Ao Gólgota ascende alma minha,</a:t>
            </a:r>
            <a:br>
              <a:rPr lang="en-US" altLang="pt-BR" sz="4000" i="1"/>
            </a:br>
            <a:r>
              <a:rPr lang="en-US" altLang="pt-BR" sz="4000" i="1"/>
              <a:t>Contempla ali teu Senhor,</a:t>
            </a:r>
            <a:br>
              <a:rPr lang="en-US" altLang="pt-BR" sz="4000" i="1"/>
            </a:br>
            <a:r>
              <a:rPr lang="en-US" altLang="pt-BR" sz="4000" i="1"/>
              <a:t>Também a agonia que tinha,</a:t>
            </a:r>
            <a:br>
              <a:rPr lang="en-US" altLang="pt-BR" sz="4000" i="1"/>
            </a:br>
            <a:r>
              <a:rPr lang="en-US" altLang="pt-BR" sz="4000" i="1"/>
              <a:t>Sofrendo por ti com amor;</a:t>
            </a:r>
            <a:br>
              <a:rPr lang="en-US" altLang="pt-BR" sz="4000" i="1"/>
            </a:br>
            <a:r>
              <a:rPr lang="en-US" altLang="pt-BR" sz="4000" i="1"/>
              <a:t>Não vês uma rubra torrente</a:t>
            </a:r>
            <a:br>
              <a:rPr lang="en-US" altLang="pt-BR" sz="4000" i="1"/>
            </a:br>
            <a:r>
              <a:rPr lang="en-US" altLang="pt-BR" sz="4000" i="1"/>
              <a:t>Cobrindo a terra de horror?</a:t>
            </a:r>
            <a:br>
              <a:rPr lang="en-US" altLang="pt-BR" sz="4000" i="1"/>
            </a:br>
            <a:r>
              <a:rPr lang="en-US" altLang="pt-BR" sz="4000" i="1"/>
              <a:t>E o sangue de Cristo inocente</a:t>
            </a:r>
            <a:br>
              <a:rPr lang="en-US" altLang="pt-BR" sz="4000" i="1"/>
            </a:br>
            <a:r>
              <a:rPr lang="en-US" altLang="pt-BR" sz="4000" i="1"/>
              <a:t>Vertido por mim, pecador.  </a:t>
            </a:r>
            <a:endParaRPr lang="en-US" altLang="pt-BR" sz="4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14BB55D6-0FCB-A313-1B04-AE5282F8159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324600"/>
          </a:xfrm>
        </p:spPr>
        <p:txBody>
          <a:bodyPr/>
          <a:lstStyle/>
          <a:p>
            <a:r>
              <a:rPr lang="en-US" altLang="pt-BR" sz="4000" i="1"/>
              <a:t>Minh'alma, te lava contente </a:t>
            </a:r>
            <a:br>
              <a:rPr lang="en-US" altLang="pt-BR" sz="4000" i="1"/>
            </a:br>
            <a:r>
              <a:rPr lang="en-US" altLang="pt-BR" sz="4000" i="1"/>
              <a:t>No sangue do teu Redentor! </a:t>
            </a:r>
            <a:br>
              <a:rPr lang="en-US" altLang="pt-BR" sz="4000" i="1"/>
            </a:br>
            <a:r>
              <a:rPr lang="en-US" altLang="pt-BR" sz="4000" i="1"/>
              <a:t>É Cristo a senda somente. </a:t>
            </a:r>
            <a:br>
              <a:rPr lang="en-US" altLang="pt-BR" sz="4000" i="1"/>
            </a:br>
            <a:r>
              <a:rPr lang="en-US" altLang="pt-BR" sz="4000" i="1"/>
              <a:t>Que leva ao repouso de amor; </a:t>
            </a:r>
            <a:br>
              <a:rPr lang="en-US" altLang="pt-BR" sz="4000" i="1"/>
            </a:br>
            <a:r>
              <a:rPr lang="en-US" altLang="pt-BR" sz="4000" i="1"/>
              <a:t>Jubila no onipotente </a:t>
            </a:r>
            <a:br>
              <a:rPr lang="en-US" altLang="pt-BR" sz="4000" i="1"/>
            </a:br>
            <a:r>
              <a:rPr lang="en-US" altLang="pt-BR" sz="4000" i="1"/>
              <a:t>Por toda a Sua mercê, </a:t>
            </a:r>
            <a:br>
              <a:rPr lang="en-US" altLang="pt-BR" sz="4000" i="1"/>
            </a:br>
            <a:r>
              <a:rPr lang="en-US" altLang="pt-BR" sz="4000" i="1"/>
              <a:t>Também pelo dom excelente </a:t>
            </a:r>
            <a:br>
              <a:rPr lang="en-US" altLang="pt-BR" sz="4000" i="1"/>
            </a:br>
            <a:r>
              <a:rPr lang="en-US" altLang="pt-BR" sz="4000" i="1"/>
              <a:t>De Cristo em todo o que crê!  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37DC9411-0301-B5BE-BC1B-1C1252FCDCA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324600"/>
          </a:xfrm>
        </p:spPr>
        <p:txBody>
          <a:bodyPr/>
          <a:lstStyle/>
          <a:p>
            <a:r>
              <a:rPr lang="en-US" altLang="pt-BR" sz="4000" i="1"/>
              <a:t>Minh’alma, ó sobe p'ra o alto</a:t>
            </a:r>
            <a:br>
              <a:rPr lang="en-US" altLang="pt-BR" sz="4000" i="1"/>
            </a:br>
            <a:r>
              <a:rPr lang="en-US" altLang="pt-BR" sz="4000" i="1"/>
              <a:t> Ali ouvirás o falar </a:t>
            </a:r>
            <a:br>
              <a:rPr lang="en-US" altLang="pt-BR" sz="4000" i="1"/>
            </a:br>
            <a:r>
              <a:rPr lang="en-US" altLang="pt-BR" sz="4000" i="1"/>
              <a:t>D'Aquele a quem eu exalto; </a:t>
            </a:r>
            <a:br>
              <a:rPr lang="en-US" altLang="pt-BR" sz="4000" i="1"/>
            </a:br>
            <a:r>
              <a:rPr lang="en-US" altLang="pt-BR" sz="4000" i="1"/>
              <a:t>Não sabes que vê teu penar? </a:t>
            </a:r>
            <a:br>
              <a:rPr lang="en-US" altLang="pt-BR" sz="4000" i="1"/>
            </a:br>
            <a:r>
              <a:rPr lang="en-US" altLang="pt-BR" sz="4000" i="1"/>
              <a:t>Na graça divina medita, </a:t>
            </a:r>
            <a:br>
              <a:rPr lang="en-US" altLang="pt-BR" sz="4000" i="1"/>
            </a:br>
            <a:r>
              <a:rPr lang="en-US" altLang="pt-BR" sz="4000" i="1"/>
              <a:t>Que tens em Jesus, teu Senhor; Recebe a glória bendita </a:t>
            </a:r>
            <a:br>
              <a:rPr lang="en-US" altLang="pt-BR" sz="4000" i="1"/>
            </a:br>
            <a:r>
              <a:rPr lang="en-US" altLang="pt-BR" sz="4000" i="1"/>
              <a:t>Orando a Deus, com fervor!  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367C1592-02E4-9180-8F27-2E9A5AF5E8F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324600"/>
          </a:xfrm>
        </p:spPr>
        <p:txBody>
          <a:bodyPr/>
          <a:lstStyle/>
          <a:p>
            <a:r>
              <a:rPr lang="en-US" altLang="pt-BR" sz="4000" i="1"/>
              <a:t>Hosanas ao onisciente! </a:t>
            </a:r>
            <a:br>
              <a:rPr lang="en-US" altLang="pt-BR" sz="4000" i="1"/>
            </a:br>
            <a:r>
              <a:rPr lang="en-US" altLang="pt-BR" sz="4000" i="1"/>
              <a:t>Jesus veio aqui pra salvar </a:t>
            </a:r>
            <a:br>
              <a:rPr lang="en-US" altLang="pt-BR" sz="4000" i="1"/>
            </a:br>
            <a:r>
              <a:rPr lang="en-US" altLang="pt-BR" sz="4000" i="1"/>
              <a:t>Minh'alma da "velha serpente” </a:t>
            </a:r>
            <a:br>
              <a:rPr lang="en-US" altLang="pt-BR" sz="4000" i="1"/>
            </a:br>
            <a:r>
              <a:rPr lang="en-US" altLang="pt-BR" sz="4000" i="1"/>
              <a:t>Que anda no mundo a tentar; </a:t>
            </a:r>
            <a:br>
              <a:rPr lang="en-US" altLang="pt-BR" sz="4000" i="1"/>
            </a:br>
            <a:r>
              <a:rPr lang="en-US" altLang="pt-BR" sz="4000" i="1"/>
              <a:t>Hosanas a Deus entoemos </a:t>
            </a:r>
            <a:br>
              <a:rPr lang="en-US" altLang="pt-BR" sz="4000" i="1"/>
            </a:br>
            <a:r>
              <a:rPr lang="en-US" altLang="pt-BR" sz="4000" i="1"/>
              <a:t>Por Sua Palavra de amor; </a:t>
            </a:r>
            <a:br>
              <a:rPr lang="en-US" altLang="pt-BR" sz="4000" i="1"/>
            </a:br>
            <a:r>
              <a:rPr lang="en-US" altLang="pt-BR" sz="4000" i="1"/>
              <a:t>Hosanas e glória rendemos, </a:t>
            </a:r>
            <a:br>
              <a:rPr lang="en-US" altLang="pt-BR" sz="4000" i="1"/>
            </a:br>
            <a:r>
              <a:rPr lang="en-US" altLang="pt-BR" sz="4000" i="1"/>
              <a:t>A Cristo Jesus, o Senhor.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215</Words>
  <Application>Microsoft Office PowerPoint</Application>
  <PresentationFormat>Apresentação na tela (4:3)</PresentationFormat>
  <Paragraphs>5</Paragraphs>
  <Slides>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</vt:i4>
      </vt:variant>
    </vt:vector>
  </HeadingPairs>
  <TitlesOfParts>
    <vt:vector size="7" baseType="lpstr">
      <vt:lpstr>Arial</vt:lpstr>
      <vt:lpstr>Design padrão</vt:lpstr>
      <vt:lpstr>402 - Ao Gólgota </vt:lpstr>
      <vt:lpstr>Ao Gólgota ascende alma minha, Contempla ali teu Senhor, Também a agonia que tinha, Sofrendo por ti com amor; Não vês uma rubra torrente Cobrindo a terra de horror? E o sangue de Cristo inocente Vertido por mim, pecador.  </vt:lpstr>
      <vt:lpstr>Minh'alma, te lava contente  No sangue do teu Redentor!  É Cristo a senda somente.  Que leva ao repouso de amor;  Jubila no onipotente  Por toda a Sua mercê,  Também pelo dom excelente  De Cristo em todo o que crê!  </vt:lpstr>
      <vt:lpstr>Minh’alma, ó sobe p'ra o alto  Ali ouvirás o falar  D'Aquele a quem eu exalto;  Não sabes que vê teu penar?  Na graça divina medita,  Que tens em Jesus, teu Senhor; Recebe a glória bendita  Orando a Deus, com fervor!  </vt:lpstr>
      <vt:lpstr>Hosanas ao onisciente!  Jesus veio aqui pra salvar  Minh'alma da "velha serpente”  Que anda no mundo a tentar;  Hosanas a Deus entoemos  Por Sua Palavra de amor;  Hosanas e glória rendemos,  A Cristo Jesus, o Senhor.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402 - Ao Gólgota </dc:title>
  <dc:creator>Junior</dc:creator>
  <cp:lastModifiedBy>Emerson Souza</cp:lastModifiedBy>
  <cp:revision>1</cp:revision>
  <dcterms:created xsi:type="dcterms:W3CDTF">2005-12-26T20:15:17Z</dcterms:created>
  <dcterms:modified xsi:type="dcterms:W3CDTF">2026-05-02T22:10:24Z</dcterms:modified>
</cp:coreProperties>
</file>