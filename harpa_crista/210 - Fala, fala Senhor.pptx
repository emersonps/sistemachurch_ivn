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5800"/>
    <a:srgbClr val="FFFFE7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95" autoAdjust="0"/>
  </p:normalViewPr>
  <p:slideViewPr>
    <p:cSldViewPr>
      <p:cViewPr varScale="1">
        <p:scale>
          <a:sx n="70" d="100"/>
          <a:sy n="70" d="100"/>
        </p:scale>
        <p:origin x="-43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DAB17-E852-5229-06F3-E3045DC97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082158-4484-998C-C8EF-73AFF8B40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89684-6310-33BA-4BEF-DB60A684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D1648A-B1A0-D6FB-D5CE-BD152301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D0E7E-E105-CC29-3419-3BD41284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AB6308-2D68-42FC-A2D0-8A1D684D53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187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F3759-D171-0A05-0075-FD3E42D2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98857-6A6C-DA4F-4C03-F65FDF7A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926B95-0E89-6A61-D3DF-61D9719C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0CB1E1-BC69-5FD9-BB6E-099E08E0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A46D57-4463-F71C-8E26-BBB56AD6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3E65E-A122-45D5-86F5-60685AF273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532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BF7F7-E7C0-03B0-5E2E-3238F6C6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30EF68-71A1-6012-7299-969AD1084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8D6A4A-1B7E-1296-C849-446FD6BE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12BDD1-1BBB-F674-2D80-2954C354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EDA71-EEE3-00F2-8F0E-7D426B64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9AECBA-CF8E-4FA4-A92C-A96C3BD84E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870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FF19B-B50C-7A15-F6FA-078D0C51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D9F15-4985-1D15-4707-8CA6B3B6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4715B4-87CE-5FB8-8AF0-96F4DD9F7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9915DA-365D-4F6D-5815-62E14733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57B010-CA6A-294B-14E3-7C492711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000BA1-EA69-0661-7414-60EB7171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9388A-950F-448D-9508-4D46E01B15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50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EBEC4-9BFF-8C79-DB35-25BE8325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AED141-6B95-6220-D783-6B4B5C354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D5B5AA-688E-31BF-F66A-775AEB66F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124DD9-881C-A867-8420-2739C0426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4BB8F8-32D2-9FCE-8815-A23B49E1B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139942-C82A-2C94-2240-7487B921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FF5958-147E-82FD-1B52-8FC6A7FD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4A03D8-7CF8-A17E-42B6-C6D8C7A2C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790C1-0C69-4F58-8CDE-8F033439C5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886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03C0C-F686-28DD-5EAC-E5C33EC6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1C5CD3-FD94-3323-5CC6-71FD33BE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8C2FDC0-CDE8-85C1-66EE-E3891390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DD01F8-1F14-0424-A693-2A27C77B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1D6AB9-31DE-4A6C-AC7B-1CA1BC7B29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452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72619D-D575-3936-5B86-ED0B79E6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C101AD-AAB0-3C34-636F-635BA499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60EE3E-15C6-C81F-EB75-08B53A28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79383-F15E-462C-9B8D-99C83BFF75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9881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A24E8-7EA3-F645-14DD-1B8523FF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D5B01C-1FF4-16C9-134F-36B71196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AAD384-C932-6E1F-23FB-8C397B5C5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39E01C-7EB1-EEC8-A981-0AABB071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7B2BF4-EAE4-92DC-E12C-8E5DEA3C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3763CF-D4EF-8E4B-3A61-2195FBFD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41B975-9F12-4494-876C-03E6A1F5E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340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8BF7C-EA5A-3282-0CD1-D01904B6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A290D1-94E1-EE17-4FB0-32C68C06F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6E4A30-2D92-DED6-8EC3-E41751D25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DCCC2E-A175-39EA-0726-FD342EF0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B0625C-F6E4-31AB-1586-31EC9F9C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580016-3A7B-8558-B0A9-0D66B847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6F675F-1F53-4A86-8AA7-9EC1D14265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774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32522-C2F3-01B3-6E23-458863C5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25C174-2B17-58AB-76FA-E6C90CE50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AC560A-1F3A-2AB9-23F1-419FD8D1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83C54C-FF06-F2CA-7485-57FBDA9B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3D7753-7DBE-4D43-5B6C-FB1DAE55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6077E-C958-4C49-B5C3-8C293600D8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133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9B1C91-E411-2C26-B56A-0235C90AE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BC6635-BC3F-56BE-78E1-D55633BC8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980AE8-8F2F-691B-1E89-BBDADA8A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39B2F8-3B73-CA0B-5980-9FEC552B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C5DF5-4681-5E7A-1BF5-AA3ED3C8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A1F865-71AD-4021-BE0F-6396AFC117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293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5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44FAF2-4704-79D1-A4E0-3EE2E2695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BEBE4C-A097-4EAB-303C-A28CCF020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50C6EA-82B0-FFDE-7129-ED1F8DB2918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3EBFD5-1AC6-2F9B-8601-A72387FCD4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6B499E-DE95-F493-3169-DA7C8D2AF2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80B717A-2F7F-4375-9EF8-D1D6133D032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C462918-ECEE-5921-F4FF-B711869398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FFFFE7"/>
                </a:solidFill>
              </a:rPr>
              <a:t>210</a:t>
            </a:r>
            <a:br>
              <a:rPr lang="en-US" altLang="pt-BR" sz="4000" b="1">
                <a:solidFill>
                  <a:srgbClr val="FFFFE7"/>
                </a:solidFill>
              </a:rPr>
            </a:br>
            <a:r>
              <a:rPr lang="en-US" altLang="pt-BR" sz="4000" b="1">
                <a:solidFill>
                  <a:srgbClr val="FFFFE7"/>
                </a:solidFill>
              </a:rPr>
              <a:t>FALA, FALA, SENHOR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2CEE375-15B0-FF30-2C46-1D0282B79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91200"/>
          </a:xfrm>
        </p:spPr>
        <p:txBody>
          <a:bodyPr/>
          <a:lstStyle/>
          <a:p>
            <a:r>
              <a:rPr lang="en-US" altLang="pt-BR" sz="4000" i="1">
                <a:solidFill>
                  <a:srgbClr val="FFFFE7"/>
                </a:solidFill>
              </a:rPr>
              <a:t>Fala, fala, Senhor, nesta hora,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Que ansioso te quero ouvir;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Teu falar dá valor e restaura,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E mais sábio me faz no porvir.  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BFF6748-4BA9-E94E-EF98-550E364D4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912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E7"/>
                </a:solidFill>
              </a:rPr>
              <a:t>Oh! Bendito o Teu nome eterno,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Que Tu falas a quem escutar,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De saúde e repouso superno,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De alegria e paz eternal.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8C579E-49FD-5F64-B483-869909A44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91200"/>
          </a:xfrm>
        </p:spPr>
        <p:txBody>
          <a:bodyPr/>
          <a:lstStyle/>
          <a:p>
            <a:r>
              <a:rPr lang="en-US" altLang="pt-BR" sz="4000" i="1">
                <a:solidFill>
                  <a:srgbClr val="FFFFE7"/>
                </a:solidFill>
              </a:rPr>
              <a:t>Fala, fala, Senhor, que conservo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Tuas palavras de vida e vigor;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Estou pronto a seguir-Te com zelo, Pelas Tuas veredas de amor.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30ACE09-EE51-88FD-DF07-45DC63DFA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912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E7"/>
                </a:solidFill>
              </a:rPr>
              <a:t>Oh! Bendito o Teu nome eterno,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Que Tu falas a quem escutar,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De saúde e repouso superno,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De alegria e paz eternal.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EBDF55A-A57D-00E7-64FA-4251B666E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91200"/>
          </a:xfrm>
        </p:spPr>
        <p:txBody>
          <a:bodyPr/>
          <a:lstStyle/>
          <a:p>
            <a:r>
              <a:rPr lang="en-US" altLang="pt-BR" sz="4000" i="1">
                <a:solidFill>
                  <a:srgbClr val="FFFFE7"/>
                </a:solidFill>
              </a:rPr>
              <a:t>Fala, fala, Senhor, que eu ouço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Tuas palavras com todo fervor,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Pois conduzem ao eterno repouso,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i="1">
                <a:solidFill>
                  <a:srgbClr val="FFFFE7"/>
                </a:solidFill>
              </a:rPr>
              <a:t>São conselhos mui ricos de amor.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4F6AC44-17F9-3049-B911-3DC620E76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912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FE7"/>
                </a:solidFill>
              </a:rPr>
              <a:t>Oh! Bendito o Teu nome eterno,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Que Tu falas a quem escutar,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De saúde e repouso superno,</a:t>
            </a:r>
            <a:r>
              <a:rPr lang="en-US" altLang="pt-BR" sz="4000" i="1">
                <a:solidFill>
                  <a:srgbClr val="FFFFE7"/>
                </a:solidFill>
              </a:rPr>
              <a:t> </a:t>
            </a:r>
            <a:br>
              <a:rPr lang="en-US" altLang="pt-BR" sz="4000" i="1">
                <a:solidFill>
                  <a:srgbClr val="FFFFE7"/>
                </a:solidFill>
              </a:rPr>
            </a:br>
            <a:r>
              <a:rPr lang="en-US" altLang="pt-BR" sz="4000" b="1" i="1">
                <a:solidFill>
                  <a:srgbClr val="FFFFE7"/>
                </a:solidFill>
              </a:rPr>
              <a:t>De alegria e paz eternal.</a:t>
            </a:r>
            <a:r>
              <a:rPr lang="en-US" altLang="pt-BR" sz="4000">
                <a:solidFill>
                  <a:srgbClr val="FFFFE7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210 FALA, FALA, SENHOR </vt:lpstr>
      <vt:lpstr>Fala, fala, Senhor, nesta hora,  Que ansioso te quero ouvir;  Teu falar dá valor e restaura,  E mais sábio me faz no porvir.   </vt:lpstr>
      <vt:lpstr>Oh! Bendito o Teu nome eterno,  Que Tu falas a quem escutar,  De saúde e repouso superno,  De alegria e paz eternal. </vt:lpstr>
      <vt:lpstr>Fala, fala, Senhor, que conservo  Tuas palavras de vida e vigor;  Estou pronto a seguir-Te com zelo, Pelas Tuas veredas de amor. </vt:lpstr>
      <vt:lpstr>Oh! Bendito o Teu nome eterno,  Que Tu falas a quem escutar,  De saúde e repouso superno,  De alegria e paz eternal. </vt:lpstr>
      <vt:lpstr>Fala, fala, Senhor, que eu ouço  Tuas palavras com todo fervor,  Pois conduzem ao eterno repouso,  São conselhos mui ricos de amor. </vt:lpstr>
      <vt:lpstr>Oh! Bendito o Teu nome eterno,  Que Tu falas a quem escutar,  De saúde e repouso superno,  De alegria e paz eternal.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210 FALA, FALA, SENHOR </dc:title>
  <dc:creator>Junior</dc:creator>
  <cp:lastModifiedBy>Emerson Souza</cp:lastModifiedBy>
  <cp:revision>3</cp:revision>
  <dcterms:created xsi:type="dcterms:W3CDTF">2005-12-23T21:07:48Z</dcterms:created>
  <dcterms:modified xsi:type="dcterms:W3CDTF">2026-05-02T21:54:19Z</dcterms:modified>
</cp:coreProperties>
</file>