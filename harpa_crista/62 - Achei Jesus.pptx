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576B5-2A87-B1A7-8C15-07C839BC3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B96D5C-080F-1E62-97EB-70B8D87BD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C95159-8835-B24C-F157-2C8F48BBC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E719F9-9DC2-BD1F-228E-A08052EB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4A04A3-2863-881B-A070-7002BE3D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C260E2-09A7-40C7-9C3D-5ABF600798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913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93412-CE05-C82C-E530-03F6E75E4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70D07-14DC-C292-5D7E-1DF51BD3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EA7577-97F7-C70B-0CB8-8DD5D2FA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0A51E1-3B75-1192-1C75-E56D5E48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1D76FA-593E-78EF-F43C-A90B0E83F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AEF9E5-53E9-4B34-B352-95153D1AAD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775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7E3AD-A834-9F61-0CBE-FD4066BE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DB4854-9043-BAC1-3DF1-73FF3894E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D74410-5955-DDDB-159F-F26622B3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8A61E1-57A5-7FCB-E59D-65A86E8A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12D937-CD44-E8D4-24C2-80653461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E9777F-499D-4044-8853-0FB6ED0FF1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2263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9B2E8-EE04-8288-B1C3-93328EB5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BF4F06-9C3D-9F83-67DC-84B4099A5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E3CDA7-9299-C275-F513-B5B286C39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B2D246-5D2A-821A-4EAE-2DD90245B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8E50EE-C342-FC30-289E-11B82824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21CB0B-8DDF-D49D-0599-9886FECC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330F4D-A022-41C5-8437-B7FA5B2C03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494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6F451-2759-405B-496E-BE994ECE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8E4B8B-9E7C-248E-5086-092FFA94B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1DA201-9DB3-4385-27D9-261564017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6E5B1BB-6834-2298-7D4F-ABD60B204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E756CA-42E3-997B-D811-175BDA3B4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7A1D63C-3806-65AC-892B-E596E74C1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59ABAC-5176-506B-38D2-57F3564E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6939FA0-10C9-8D35-7C81-0750E204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C7C69C-4ED2-4CBF-973A-1D9DC7C819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979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AB737-8807-B1B1-9603-E84D22C65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B0DB2C-650F-B5BB-0202-B00FC045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402910B-0441-0515-9021-ABCF8DBE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1A6A5D-143D-51D0-866C-17F96A14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BE8D1-33BE-4A1E-9D76-B665CBD90A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668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B2C4E5-CAF5-5EE4-D70C-A56581BE3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C82D4A-A39E-C718-E2B1-960E8F7D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7542F2-8D77-CB2A-1720-903D2BD1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80634D-B6E0-448E-A4B2-7EF7870E5E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757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771E4-C806-6C92-2B05-684BE80C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85CC20-6A95-6BD3-09EF-FC271F8C7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794B2E-C158-41B5-958E-7843CE510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54CB5C-EB45-0817-A33A-2DFABCEE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F6109B-0DEC-7047-9986-EECBDE58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E2242B-8EA3-FA1B-5823-1C51DE7C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8E85DE-1A8D-47CD-B171-BFA15B2EEB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1114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49E3D-2715-B45D-0A37-4072C3B9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EEA81DF-3297-017D-49EA-C469CB217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007CA2-C645-1130-A2F7-0C15CEE01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3722134-25A3-308F-8AC1-17811D0F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E49DB6-665E-3AA0-8C3D-1E0226C2E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0FC531-C18E-CA94-0DE9-DAC4D8EB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27A8C5-CB16-40FB-8BF4-2043C502B5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365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60C32-28E8-751E-EEE4-A90ED318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768812-8177-96CA-4D3B-94BBDBD4A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44B084-6AAD-197E-C2D8-C67FD2E3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4A24B8-23E5-B1EF-CDAE-0C0466FF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7EA6EE-CFC3-982D-D8D4-169E3BE5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5599E0-1209-462B-BD27-A5926BBE29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363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3144F1-AE26-5F8C-A558-B1599D06F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C020CF-8760-55F5-5617-CB1DEDCD9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8051E3-ED2B-D992-9B77-CCDA2BA94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6C8E05-0E85-789B-99F1-43252923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4BE94B-3E57-F2F1-E5A5-B48010C3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3D6EAD-766A-451C-B96D-2D37345292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3292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B5F98D1-770D-14C1-A5BB-2CB49CCC1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0813ACD-FF75-1EE0-8AE1-ECA7FB873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90F9D9E-A9D0-8F0F-DE3A-BB8D81A780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73916EC-EE3E-E932-CE0E-637781F5E3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3B0D4D9-CFB3-D88D-4DA1-3B0D7932FE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9CD0B6B-DEDF-4F5E-9586-0BE0A4B9C64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EC31762-8C5E-F7B8-DF9C-BB74494A98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800" b="1" i="1"/>
              <a:t>62</a:t>
            </a:r>
            <a:br>
              <a:rPr lang="en-US" altLang="pt-BR" sz="3800" b="1" i="1"/>
            </a:br>
            <a:r>
              <a:rPr lang="en-US" altLang="pt-BR" sz="3800" b="1" i="1"/>
              <a:t>ACHEI JESUS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  <a:r>
              <a:rPr lang="en-US" altLang="pt-BR" sz="38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7732220-5DAC-EC8A-5164-F77E6BEAF1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6A888D5C-D082-59AA-98F6-286ED8EB3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86400"/>
          </a:xfrm>
        </p:spPr>
        <p:txBody>
          <a:bodyPr/>
          <a:lstStyle/>
          <a:p>
            <a:r>
              <a:rPr lang="en-US" altLang="pt-BR" sz="3800" i="1"/>
              <a:t>Achei Jesus, achei Jesus,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Oh! gozo incomparável!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Pois salvo estou, já tenho luz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 paz inexplicável!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Os meus pecados expiou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O sangue do Cordeiro;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As minhas trevas dissipou;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De Deus eu sou herdeiro!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CE35E00-5B7E-479F-A745-BAB1B75580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86400"/>
          </a:xfrm>
        </p:spPr>
        <p:txBody>
          <a:bodyPr/>
          <a:lstStyle/>
          <a:p>
            <a:r>
              <a:rPr lang="en-US" altLang="pt-BR" sz="3800" i="1"/>
              <a:t>Jesus mui longe me buscou,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Perdido me encontrava!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 do pecado me salvou,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O qual me atormentava,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Pertenço ao meu bom Redentor,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Ao meu melhor amigo,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Que me livrou de toda a dor,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 sempre está comigo.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756A265-C165-0833-37B7-2A1F831C0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86400"/>
          </a:xfrm>
        </p:spPr>
        <p:txBody>
          <a:bodyPr/>
          <a:lstStyle/>
          <a:p>
            <a:r>
              <a:rPr lang="en-US" altLang="pt-BR" sz="3800" i="1"/>
              <a:t>Oh! Que prazer, oh! Que prazer!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Jesus é meu amado!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Do Salvador eu quero ser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Um servo consagrado;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Pois já me deu a salvação,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Que nos foi prometida,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Ao meu cansado coração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Encheu de nova vida.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123E63F-D31D-FDCD-15D0-1B59E46C1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86400"/>
          </a:xfrm>
        </p:spPr>
        <p:txBody>
          <a:bodyPr/>
          <a:lstStyle/>
          <a:p>
            <a:r>
              <a:rPr lang="en-US" altLang="pt-BR" sz="4000" i="1"/>
              <a:t>Desejo a meu Jesus louvar,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doce harmonia;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Crista, tudo fui achar,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tudo carecia;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sem cessar, 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 ama ternamente;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que direi a tal amor?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"Te amo eternamente!"</a:t>
            </a:r>
            <a:r>
              <a:rPr lang="en-US" altLang="pt-BR" sz="4000"/>
              <a:t>  </a:t>
            </a:r>
            <a:br>
              <a:rPr lang="en-US" altLang="pt-BR" sz="4000"/>
            </a:br>
            <a:r>
              <a:rPr lang="en-US" altLang="pt-BR" sz="4000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62 ACHEI JESUS   </vt:lpstr>
      <vt:lpstr>Achei Jesus, achei Jesus,  Oh! gozo incomparável!  Pois salvo estou, já tenho luz  E paz inexplicável!  Os meus pecados expiou  O sangue do Cordeiro;  As minhas trevas dissipou;  De Deus eu sou herdeiro! </vt:lpstr>
      <vt:lpstr>Jesus mui longe me buscou,  Perdido me encontrava!  E do pecado me salvou,  O qual me atormentava,  Pertenço ao meu bom Redentor,  Ao meu melhor amigo,  Que me livrou de toda a dor,  E sempre está comigo.   </vt:lpstr>
      <vt:lpstr>Oh! Que prazer, oh! Que prazer!  Jesus é meu amado!  Do Salvador eu quero ser  Um servo consagrado;  Pois já me deu a salvação,  Que nos foi prometida,  Ao meu cansado coração  Encheu de nova vida.   </vt:lpstr>
      <vt:lpstr>Desejo a meu Jesus louvar,  Em doce harmonia;  Em Crista, tudo fui achar,  Pois tudo carecia;  E sem cessar, o Salvador,  Me ama ternamente;  O que direi a tal amor?  "Te amo eternamente!"  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 ACHEI JESUS   </dc:title>
  <dc:creator>Junior</dc:creator>
  <cp:lastModifiedBy>Emerson Souza</cp:lastModifiedBy>
  <cp:revision>1</cp:revision>
  <dcterms:created xsi:type="dcterms:W3CDTF">2005-12-23T02:41:13Z</dcterms:created>
  <dcterms:modified xsi:type="dcterms:W3CDTF">2026-05-02T21:41:59Z</dcterms:modified>
</cp:coreProperties>
</file>