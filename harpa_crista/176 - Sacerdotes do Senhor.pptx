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94865-58C4-067B-3485-3EAC9DCD0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BEE31D-30A3-2711-DB84-6286E6F1D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F84765-F97E-1280-CC82-8E668FDD2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444C0D-2E4B-DE8E-8FB4-E9D78CA2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4078C6-11EF-427C-49F7-3335BEDF8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2E5E9D-9D9A-4AE8-A708-5BD8A94105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492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66101-0BE1-C723-5C15-03FFED222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491AFF-4DDB-48ED-4BA1-8211575AB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D5D6F6-C303-D566-8D8C-E994CD7B5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9F98CF-2FDD-3A16-EF0D-0A4F7FC0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DB214D-499F-DDB0-A322-73F862A0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D9E5E-5B67-460A-9043-471F02FFE0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716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464B6-27B2-0B3A-B588-D4E254A23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A54B2E-CE92-7B9B-3251-B981F275C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C2C1EB-177A-BEE6-A6F9-6BBD6355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2A90E1-C8DD-C69C-5B05-5B592A57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C7E6C7-2F23-E8A5-846D-D0DA0BB8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5692B-A0D5-42C3-8F82-014185C24F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9852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F1E6B-0A2F-2ACB-B605-5FAA56E5E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C7C4D-F261-9ACF-65A2-58D25CFEA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20DFAB9-FF28-EF89-F6DF-DDB0A49D5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CE39AF-0EDE-22CE-2689-26A00830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3A08A3-64E2-3B9B-4648-3566774C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D38730-8902-83DE-C199-03CD70CE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F4483E-1CA1-44EF-AD8C-1F9A5FDBD8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96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F7A6C-F088-AAD7-7C3B-1DA8C7AC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BD653E-5233-2E2B-0BED-64CEC47BC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849293-EA8A-E949-0D16-DD3422A6F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003F302-E404-C3D1-8A23-DA635D14F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1513677-E1E6-35BD-49F6-8F7B83920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83064C7-92BC-43EF-B1DE-AEB76481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EDD7BD-6A75-60F8-FFAB-6F193E77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413B0F-1474-AD68-C07E-248E58AA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7D3BA9-DB6E-44AB-AA15-8C58CCFF67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1755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1A880-1A88-828E-BF04-9FA8D127E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1FF781-EAF8-2090-C6E2-82538C61E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886D11-B8C8-8852-092F-AE9E118E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89EE8F-D703-ABE1-12E0-F980A5F0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1C9830-BF10-45C8-B962-E499F3E813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045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70A217-99C9-C883-5E51-4188FCFE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375264-9696-0D88-C73A-D16F0935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24941A-3A9F-CA9A-35EF-807EDBB3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E9CEA3-5D09-43C2-A877-3BD2C8B0C6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968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2C491-4306-928E-4FFB-B20BEB4FB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01AD28-FCCE-EBA7-26F6-4544B8C16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9473AA-EF87-7AC7-28B9-4830F2188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639D90-52B7-AA6C-D844-B32B29F8C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BFF337-2978-FC96-438E-7839BA36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FD1664-6AEC-2F5D-C526-E08515D14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DDD263-FC31-4D01-ADCF-AD9882CD84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643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7F90F-12D5-AE6F-8584-66B59DA8B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5EE0C77-95EF-79AF-F7E6-C3F22B7E9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5954E4-90AE-C4E4-8027-A020C669B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294BC1-68C7-B922-33BC-7D007C0E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5BC649-D0A9-AD3F-47B6-057F2043B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861D57-3B3F-9B3B-32EB-9C220D27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B5BA02-1B29-46BC-ACEB-4ED034A11C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607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B75CF-968D-2444-2FA3-0D86EEA4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0DB646-7B84-4019-7B79-EB2C154C5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566665-7EE1-4140-D4D2-BCF63F90C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32C135-7028-685E-FEA5-22C92118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F1DB80-B6F9-FCB1-D32D-9DDD7FC5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DC0725-81AE-471D-A161-2CA2F84430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927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72F30F-E567-7037-6C53-E7050EDD5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878274-A3C6-DDF6-3006-4F6066ED5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0A4962-5158-4B07-2027-471AAE42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373A9E-EE2B-9BB1-29C9-2434C3F9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AD5F5A-E5B6-8B2A-7F32-7F530161E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11B624-8DC3-4BF2-84FB-45FAE6ECE3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76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94B6362-7632-DF5E-0751-54829C18F2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801B11-DB09-073A-81FB-0322CCF05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BFCDAE4-664A-512F-53C0-606A151D527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0BF2D9E-AC57-1FC1-ABAD-E55693A62E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D99E32-DDA5-4000-8D65-C2E15BA50E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8E25D20-36A6-4829-8352-3592273A39D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8BF324F-8F10-215A-15F6-E0ED29B686D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8915400" cy="1524000"/>
          </a:xfrm>
        </p:spPr>
        <p:txBody>
          <a:bodyPr anchor="ctr"/>
          <a:lstStyle/>
          <a:p>
            <a:r>
              <a:rPr lang="en-US" altLang="pt-BR" sz="4000" b="1"/>
              <a:t>176</a:t>
            </a:r>
            <a:br>
              <a:rPr lang="en-US" altLang="pt-BR" sz="4000" b="1"/>
            </a:br>
            <a:r>
              <a:rPr lang="en-US" altLang="pt-BR" sz="4000" b="1"/>
              <a:t>SACERDOTES DO SENHOR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AB4AE74-1AAB-32F2-79A3-E86DE801A5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2286B20-BE65-B085-F51A-8C85A6D4D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Ao Senhor que nos tem feito Sacerdotes verdadeiros, </a:t>
            </a:r>
            <a:br>
              <a:rPr lang="en-US" altLang="pt-BR" sz="4000" i="1"/>
            </a:br>
            <a:r>
              <a:rPr lang="en-US" altLang="pt-BR" sz="4000" i="1"/>
              <a:t>Demos-Lhe louvor e glória, </a:t>
            </a:r>
            <a:br>
              <a:rPr lang="en-US" altLang="pt-BR" sz="4000" i="1"/>
            </a:br>
            <a:r>
              <a:rPr lang="en-US" altLang="pt-BR" sz="4000" i="1"/>
              <a:t>Sem cessar; </a:t>
            </a:r>
            <a:br>
              <a:rPr lang="en-US" altLang="pt-BR" sz="4000" i="1"/>
            </a:br>
            <a:r>
              <a:rPr lang="en-US" altLang="pt-BR" sz="4000" i="1"/>
              <a:t>Pois Seu sangue é perfeito, </a:t>
            </a:r>
            <a:br>
              <a:rPr lang="en-US" altLang="pt-BR" sz="4000" i="1"/>
            </a:br>
            <a:r>
              <a:rPr lang="en-US" altLang="pt-BR" sz="4000" i="1"/>
              <a:t>Regenera por inteiro, </a:t>
            </a:r>
            <a:br>
              <a:rPr lang="en-US" altLang="pt-BR" sz="4000" i="1"/>
            </a:br>
            <a:r>
              <a:rPr lang="en-US" altLang="pt-BR" sz="4000" i="1"/>
              <a:t>Toda a alma, que quer se salvar.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1D07C83-A520-6A2E-748E-2B2A9FC1D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Todos, tendo a mesma mente,</a:t>
            </a:r>
            <a:r>
              <a:rPr lang="en-US" altLang="pt-BR" sz="4000" i="1"/>
              <a:t> </a:t>
            </a:r>
            <a:r>
              <a:rPr lang="en-US" altLang="pt-BR" sz="4000" b="1" i="1"/>
              <a:t>Jubilosos e contentes,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Demos glória, suma honra </a:t>
            </a:r>
            <a:br>
              <a:rPr lang="en-US" altLang="pt-BR" sz="4000" b="1" i="1"/>
            </a:br>
            <a:r>
              <a:rPr lang="en-US" altLang="pt-BR" sz="4000" b="1" i="1"/>
              <a:t>Ao Redentor: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Sobre a cruz foi traspassado;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sangue derramado,</a:t>
            </a:r>
            <a:r>
              <a:rPr lang="en-US" altLang="pt-BR" sz="4000" i="1"/>
              <a:t> </a:t>
            </a:r>
            <a:r>
              <a:rPr lang="en-US" altLang="pt-BR" sz="4000" b="1" i="1"/>
              <a:t>Resgatou-nos o bom Salvador.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DC785AE-0886-5D97-1979-1F46AB5AC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Ele é o alfa e o Ômega. </a:t>
            </a:r>
            <a:br>
              <a:rPr lang="en-US" altLang="pt-BR" sz="4000" i="1"/>
            </a:br>
            <a:r>
              <a:rPr lang="en-US" altLang="pt-BR" sz="4000" i="1"/>
              <a:t>O primeiro e o Ultimo, </a:t>
            </a:r>
            <a:br>
              <a:rPr lang="en-US" altLang="pt-BR" sz="4000" i="1"/>
            </a:br>
            <a:r>
              <a:rPr lang="en-US" altLang="pt-BR" sz="4000" i="1"/>
              <a:t>E o Rei dos reis, de todos o Senhor; Ele é quem nos achega Sua graça, Seu arrimo, Pelo divinal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5780C5E-36C3-C2FA-2AE1-49F973916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Todos, tendo a mesma mente,</a:t>
            </a:r>
            <a:r>
              <a:rPr lang="en-US" altLang="pt-BR" sz="4000" i="1"/>
              <a:t> </a:t>
            </a:r>
            <a:r>
              <a:rPr lang="en-US" altLang="pt-BR" sz="4000" b="1" i="1"/>
              <a:t>Jubilosos e contentes,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Demos glória, suma honra </a:t>
            </a:r>
            <a:br>
              <a:rPr lang="en-US" altLang="pt-BR" sz="4000" b="1" i="1"/>
            </a:br>
            <a:r>
              <a:rPr lang="en-US" altLang="pt-BR" sz="4000" b="1" i="1"/>
              <a:t>Ao Redentor: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Sobre a cruz foi traspassado;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sangue derramado,</a:t>
            </a:r>
            <a:r>
              <a:rPr lang="en-US" altLang="pt-BR" sz="4000" i="1"/>
              <a:t> </a:t>
            </a:r>
            <a:r>
              <a:rPr lang="en-US" altLang="pt-BR" sz="4000" b="1" i="1"/>
              <a:t>Resgatou-nos o bom Salvador.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01A26F6-DD4D-1CD7-5BAE-188394441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Com Jesus, o nosso Esposo. </a:t>
            </a:r>
            <a:br>
              <a:rPr lang="en-US" altLang="pt-BR" sz="4000" i="1"/>
            </a:br>
            <a:r>
              <a:rPr lang="en-US" altLang="pt-BR" sz="4000" i="1"/>
              <a:t>Lá no céu, nós entraremos. </a:t>
            </a:r>
            <a:br>
              <a:rPr lang="en-US" altLang="pt-BR" sz="4000" i="1"/>
            </a:br>
            <a:r>
              <a:rPr lang="en-US" altLang="pt-BR" sz="4000" i="1"/>
              <a:t>Todos juntos, sim, no Reino Seu, </a:t>
            </a:r>
            <a:br>
              <a:rPr lang="en-US" altLang="pt-BR" sz="4000" i="1"/>
            </a:br>
            <a:r>
              <a:rPr lang="en-US" altLang="pt-BR" sz="4000" i="1"/>
              <a:t>De amor; </a:t>
            </a:r>
            <a:br>
              <a:rPr lang="en-US" altLang="pt-BR" sz="4000" i="1"/>
            </a:br>
            <a:r>
              <a:rPr lang="en-US" altLang="pt-BR" sz="4000" i="1"/>
              <a:t>Vê-Lo-emos glorioso, </a:t>
            </a:r>
            <a:br>
              <a:rPr lang="en-US" altLang="pt-BR" sz="4000" i="1"/>
            </a:br>
            <a:r>
              <a:rPr lang="en-US" altLang="pt-BR" sz="4000" i="1"/>
              <a:t>E com Ele cantaremos Novos hinos, Cheios de fervor.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5DFCA31-4FF1-FFB0-331D-BCB00626B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Todos, tendo a mesma mente,</a:t>
            </a:r>
            <a:r>
              <a:rPr lang="en-US" altLang="pt-BR" sz="4000" i="1"/>
              <a:t> </a:t>
            </a:r>
            <a:r>
              <a:rPr lang="en-US" altLang="pt-BR" sz="4000" b="1" i="1"/>
              <a:t>Jubilosos e contentes,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Demos glória, suma honra </a:t>
            </a:r>
            <a:br>
              <a:rPr lang="en-US" altLang="pt-BR" sz="4000" b="1" i="1"/>
            </a:br>
            <a:r>
              <a:rPr lang="en-US" altLang="pt-BR" sz="4000" b="1" i="1"/>
              <a:t>Ao Redentor: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Sobre a cruz foi traspassado;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sangue derramado,</a:t>
            </a:r>
            <a:r>
              <a:rPr lang="en-US" altLang="pt-BR" sz="4000" i="1"/>
              <a:t> </a:t>
            </a:r>
            <a:r>
              <a:rPr lang="en-US" altLang="pt-BR" sz="4000" b="1" i="1"/>
              <a:t>Resgatou-nos o bom Salvador.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176 SACERDOTES DO SENHOR </vt:lpstr>
      <vt:lpstr>Ao Senhor que nos tem feito Sacerdotes verdadeiros,  Demos-Lhe louvor e glória,  Sem cessar;  Pois Seu sangue é perfeito,  Regenera por inteiro,  Toda a alma, que quer se salvar. </vt:lpstr>
      <vt:lpstr>Todos, tendo a mesma mente, Jubilosos e contentes,  Demos glória, suma honra  Ao Redentor:  Sobre a cruz foi traspassado;  Com Seu sangue derramado, Resgatou-nos o bom Salvador. </vt:lpstr>
      <vt:lpstr>Ele é o alfa e o Ômega.  O primeiro e o Ultimo,  E o Rei dos reis, de todos o Senhor; Ele é quem nos achega Sua graça, Seu arrimo, Pelo divinal Consolador. </vt:lpstr>
      <vt:lpstr>Todos, tendo a mesma mente, Jubilosos e contentes,  Demos glória, suma honra  Ao Redentor:  Sobre a cruz foi traspassado;  Com Seu sangue derramado, Resgatou-nos o bom Salvador. </vt:lpstr>
      <vt:lpstr>Com Jesus, o nosso Esposo.  Lá no céu, nós entraremos.  Todos juntos, sim, no Reino Seu,  De amor;  Vê-Lo-emos glorioso,  E com Ele cantaremos Novos hinos, Cheios de fervor. </vt:lpstr>
      <vt:lpstr>Todos, tendo a mesma mente, Jubilosos e contentes,  Demos glória, suma honra  Ao Redentor:  Sobre a cruz foi traspassado;  Com Seu sangue derramado, Resgatou-nos o bom Salvador.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176 SACERDOTES DO SENHOR </dc:title>
  <dc:creator>Junior</dc:creator>
  <cp:lastModifiedBy>Emerson Souza</cp:lastModifiedBy>
  <cp:revision>1</cp:revision>
  <dcterms:created xsi:type="dcterms:W3CDTF">2005-12-23T16:24:41Z</dcterms:created>
  <dcterms:modified xsi:type="dcterms:W3CDTF">2026-05-02T21:51:30Z</dcterms:modified>
</cp:coreProperties>
</file>