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EEBB6D-7B51-983F-4E0A-10A22A5219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87484D-7A8E-AE93-AD45-5571194A4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DC8581-AAC0-6F2D-C106-7C937BF24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6A21DA-D54A-0B16-5F53-421CE8804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E60405-0B9A-6796-3268-876BBED4E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9282CE-C6AD-4CED-B2EB-2CC6D06B6C4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61548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3BA4B7-B967-631B-A38E-2C33085FF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198147-8EF3-435C-9507-61938ED5E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5B7126-DA1E-2BFC-BA65-CB5EBE91A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22B464-844C-60C1-BBF5-92C9CCAF1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A86649-A7AB-A3E2-23D6-1859255B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DEF92A-AE3B-45F6-8B54-D9EB45FB564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41255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2E6A4D-3988-2C71-EA6F-95218FFF7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E99C8D7-D6F5-D467-B19E-FD3C3F106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9039D9-9D18-E8B2-2309-E52E9BAD2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43E498-C5BE-7DA6-942A-4E63D3048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213436-E69A-677E-C9A6-296EA54E4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75BC47-38E4-4314-AD1A-EAFF5B19BCC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56046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771F2B-9D5C-2A90-ABD0-F5636DC14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BF8D86-82B3-74A3-8EB8-37ADC2C2BA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68DA155-C577-BAC7-EB54-3C8F702B8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883BF12-59C7-0388-49EC-43BBF411F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9DFC5D4-776C-D0B6-B8F1-5D2E8BF88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DD00F43-DEAB-81FC-C657-9A426E2FF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B8AAB9-A4CA-4C89-BCC7-BC5DBC90237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19543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D61566-FF1F-A54C-B72A-3E1B843A9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7AEC4B4-E125-38E8-F6C1-1669A2A8B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4AAE85C-A487-9BCC-1F4A-0B66A8DD4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1729D55-C06B-ACFF-B824-B4D549D349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095EB90-6C0B-32AE-B3B2-6A578BFE31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7D19ABC-A01A-4AF5-C231-8522CBCC3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C5C6B89-36CF-8FB7-A53A-EE77DA74F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1841FF0-3046-051C-1301-1F8FB4D13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4ACD3C-FBC2-47CC-A158-66A80F1345E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99591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5BF94D-AF57-6D06-29DC-AE59ACD01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3C89D55-345E-A16D-ABE3-F76D4C3A9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2187C1A-F06A-9C6E-762F-CF37A21DF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D906F5E-D34F-C6A7-1FDA-8AF76ADC3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185A65-9D08-4A03-A25A-659BE3B799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169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BA95AF1-1349-EC8F-1F6E-625C53AB5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0DE206F-8A36-0890-6741-8E2B0AC0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C81E1BE-9B63-C0B4-2DE4-00197890F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AFAD8D-8254-4958-AE60-776EF274FA7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45239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118AFE-696B-7088-0357-F2196F393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42DBE3-8A2B-8F59-2779-1DE56F21A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95B4EA1-FAA7-105C-2688-90A481E786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C82B7E7-AC84-363D-1695-18124CBBD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FBBC983-A5D8-0428-3530-92AEE7022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574769-2453-1971-B170-1A1120620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9F8411-8AA8-40FB-A1A6-290BD2BE3C0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90342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201582-6909-7124-C977-F9AC84137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A9B1CDD-6E16-523D-7B32-5824B4E696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58D58F8-A003-B520-5FE1-C0CCBEB7A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6A46CA-A75C-A9F5-C091-3B1CD3E4A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8A2B11-45C8-C21E-A077-3F3E1FA37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D0C2CED-374D-9D7D-B782-9FF0A0336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1D523F-C47B-4EE8-B290-9722882090F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41451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77F59-65F3-011A-4EED-AD4FC94F0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46CF987-9287-6432-8D94-C6A80F1FE2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9220A9-E7BC-95B3-64BC-E0C639125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0FB5BD-1F69-FE56-9C26-E409BC251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14F674-DD8E-B5B3-A2E9-E6F05E099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994706-0919-47EF-B274-F60A1C3C1D4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55239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6AF3E21-CC20-2F77-2692-635A255DA5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8C5A5FF-6FC3-074D-670D-64004AFA6D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4E82A4-C0BA-05E6-BF84-A07C11627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05143D-726E-0FEF-2F34-E3E97D723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368B4A-4709-00ED-B87F-DDD3C47B1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16C3FE-D380-4C7D-96A2-0D469823E2F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75822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68A97C5-250D-62D7-7764-AEB0C20DFF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50E10D9-558C-4351-37F6-F87D538DB9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8264718-B946-15FE-BB57-5A4558B5F1E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74DA42A-C4F4-EC07-612E-F6129CDFF33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C62156A-B085-A13D-E91A-1D7528B4ED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648A7AA-0DFE-4C77-8573-1CBCE2224B9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89AA628-FC47-CA3F-DEA0-64719B0F6EF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228</a:t>
            </a:r>
            <a:br>
              <a:rPr lang="en-US" altLang="pt-BR" sz="4000" b="1"/>
            </a:br>
            <a:r>
              <a:rPr lang="en-US" altLang="pt-BR" sz="4000" b="1"/>
              <a:t>ESTE MUNDO NÃO COMPREENDE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95D4ACA-4DA7-924B-93D8-67D7D64C653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93D2F77C-D60B-E577-78DC-CC6C989E3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Este mundo não compreende.</a:t>
            </a:r>
            <a:br>
              <a:rPr lang="en-US" altLang="pt-BR" sz="4000" i="1"/>
            </a:br>
            <a:r>
              <a:rPr lang="en-US" altLang="pt-BR" sz="4000" i="1"/>
              <a:t>Quão alegre é o meu viver,</a:t>
            </a:r>
            <a:br>
              <a:rPr lang="en-US" altLang="pt-BR" sz="4000" i="1"/>
            </a:br>
            <a:r>
              <a:rPr lang="en-US" altLang="pt-BR" sz="4000" i="1"/>
              <a:t>Mas a Cristo quem atende,</a:t>
            </a:r>
            <a:br>
              <a:rPr lang="en-US" altLang="pt-BR" sz="4000" i="1"/>
            </a:br>
            <a:r>
              <a:rPr lang="en-US" altLang="pt-BR" sz="4000" i="1"/>
              <a:t>Do céu pode o gozo ter. </a:t>
            </a:r>
            <a:br>
              <a:rPr lang="en-US" altLang="pt-BR" sz="4000" i="1"/>
            </a:b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B6BC265-E58D-FB4F-B6CA-67FF6854BE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Mesmo quando em aflição,</a:t>
            </a:r>
            <a:br>
              <a:rPr lang="en-US" altLang="pt-BR" sz="4000" b="1" i="1"/>
            </a:br>
            <a:r>
              <a:rPr lang="en-US" altLang="pt-BR" sz="4000" b="1" i="1"/>
              <a:t>Gozo a paz de Deus;</a:t>
            </a:r>
            <a:br>
              <a:rPr lang="en-US" altLang="pt-BR" sz="4000" b="1" i="1"/>
            </a:br>
            <a:r>
              <a:rPr lang="en-US" altLang="pt-BR" sz="4000" b="1" i="1"/>
              <a:t>Cristo ao meu coração,</a:t>
            </a:r>
            <a:br>
              <a:rPr lang="en-US" altLang="pt-BR" sz="4000" b="1" i="1"/>
            </a:br>
            <a:r>
              <a:rPr lang="en-US" altLang="pt-BR" sz="4000" b="1" i="1"/>
              <a:t>Gozo traz dos céus,</a:t>
            </a:r>
            <a:br>
              <a:rPr lang="en-US" altLang="pt-BR" sz="4000" b="1" i="1"/>
            </a:br>
            <a:r>
              <a:rPr lang="en-US" altLang="pt-BR" sz="4000" b="1" i="1"/>
              <a:t>Se com Cristo aqui viver,</a:t>
            </a:r>
            <a:br>
              <a:rPr lang="en-US" altLang="pt-BR" sz="4000" b="1" i="1"/>
            </a:br>
            <a:r>
              <a:rPr lang="en-US" altLang="pt-BR" sz="4000" b="1" i="1"/>
              <a:t>Tão glorioso é,</a:t>
            </a:r>
            <a:br>
              <a:rPr lang="en-US" altLang="pt-BR" sz="4000" b="1" i="1"/>
            </a:br>
            <a:r>
              <a:rPr lang="en-US" altLang="pt-BR" sz="4000" b="1" i="1"/>
              <a:t>Maior glória hei de ter,</a:t>
            </a:r>
            <a:br>
              <a:rPr lang="en-US" altLang="pt-BR" sz="4000" b="1" i="1"/>
            </a:br>
            <a:r>
              <a:rPr lang="en-US" altLang="pt-BR" sz="4000" b="1" i="1"/>
              <a:t>Se eu guardar sempre a fé.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CCAC55E-63C8-3C69-92E7-EDCA62C60F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O que me faz mui ditoso,</a:t>
            </a:r>
            <a:br>
              <a:rPr lang="en-US" altLang="pt-BR" sz="4000" i="1"/>
            </a:br>
            <a:r>
              <a:rPr lang="en-US" altLang="pt-BR" sz="4000" i="1"/>
              <a:t>Oh, provém do amor de Deus!</a:t>
            </a:r>
            <a:br>
              <a:rPr lang="en-US" altLang="pt-BR" sz="4000" i="1"/>
            </a:br>
            <a:r>
              <a:rPr lang="en-US" altLang="pt-BR" sz="4000" i="1"/>
              <a:t>Mas será maior meu gozo,</a:t>
            </a:r>
            <a:br>
              <a:rPr lang="en-US" altLang="pt-BR" sz="4000" i="1"/>
            </a:br>
            <a:r>
              <a:rPr lang="en-US" altLang="pt-BR" sz="4000" i="1"/>
              <a:t>Quando for morar nos céus. </a:t>
            </a:r>
            <a:br>
              <a:rPr lang="en-US" altLang="pt-BR" sz="4000" i="1"/>
            </a:br>
            <a:endParaRPr lang="en-US" altLang="pt-BR"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CFA2201-8BEE-C68D-7371-FFBBDC8353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Mesmo quando em aflição,</a:t>
            </a:r>
            <a:br>
              <a:rPr lang="en-US" altLang="pt-BR" sz="4000" b="1" i="1"/>
            </a:br>
            <a:r>
              <a:rPr lang="en-US" altLang="pt-BR" sz="4000" b="1" i="1"/>
              <a:t>Gozo a paz de Deus;</a:t>
            </a:r>
            <a:br>
              <a:rPr lang="en-US" altLang="pt-BR" sz="4000" b="1" i="1"/>
            </a:br>
            <a:r>
              <a:rPr lang="en-US" altLang="pt-BR" sz="4000" b="1" i="1"/>
              <a:t>Cristo ao meu coração,</a:t>
            </a:r>
            <a:br>
              <a:rPr lang="en-US" altLang="pt-BR" sz="4000" b="1" i="1"/>
            </a:br>
            <a:r>
              <a:rPr lang="en-US" altLang="pt-BR" sz="4000" b="1" i="1"/>
              <a:t>Gozo traz dos céus,</a:t>
            </a:r>
            <a:br>
              <a:rPr lang="en-US" altLang="pt-BR" sz="4000" b="1" i="1"/>
            </a:br>
            <a:r>
              <a:rPr lang="en-US" altLang="pt-BR" sz="4000" b="1" i="1"/>
              <a:t>Se com Cristo aqui viver,</a:t>
            </a:r>
            <a:br>
              <a:rPr lang="en-US" altLang="pt-BR" sz="4000" b="1" i="1"/>
            </a:br>
            <a:r>
              <a:rPr lang="en-US" altLang="pt-BR" sz="4000" b="1" i="1"/>
              <a:t>Tão glorioso é,</a:t>
            </a:r>
            <a:br>
              <a:rPr lang="en-US" altLang="pt-BR" sz="4000" b="1" i="1"/>
            </a:br>
            <a:r>
              <a:rPr lang="en-US" altLang="pt-BR" sz="4000" b="1" i="1"/>
              <a:t>Maior glória hei de ter,</a:t>
            </a:r>
            <a:br>
              <a:rPr lang="en-US" altLang="pt-BR" sz="4000" b="1" i="1"/>
            </a:br>
            <a:r>
              <a:rPr lang="en-US" altLang="pt-BR" sz="4000" b="1" i="1"/>
              <a:t>Se eu guardar sempre a fé.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4DFB802-369B-2CDB-C1FC-D9D5E5F401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Sinto meu ser transformado,</a:t>
            </a:r>
            <a:br>
              <a:rPr lang="en-US" altLang="pt-BR" sz="4000" i="1"/>
            </a:br>
            <a:r>
              <a:rPr lang="en-US" altLang="pt-BR" sz="4000" i="1"/>
              <a:t>Pela graça do Senhor;</a:t>
            </a:r>
            <a:br>
              <a:rPr lang="en-US" altLang="pt-BR" sz="4000" i="1"/>
            </a:br>
            <a:r>
              <a:rPr lang="en-US" altLang="pt-BR" sz="4000" i="1"/>
              <a:t>Cada dia mais chegado.</a:t>
            </a:r>
            <a:br>
              <a:rPr lang="en-US" altLang="pt-BR" sz="4000" i="1"/>
            </a:br>
            <a:r>
              <a:rPr lang="en-US" altLang="pt-BR" sz="4000" i="1"/>
              <a:t>Eu à pátria, estou, de amor.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7A77B6F-A787-F2BC-3092-F428AE14BF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Mesmo quando em aflição,</a:t>
            </a:r>
            <a:br>
              <a:rPr lang="en-US" altLang="pt-BR" sz="4000" b="1" i="1"/>
            </a:br>
            <a:r>
              <a:rPr lang="en-US" altLang="pt-BR" sz="4000" b="1" i="1"/>
              <a:t>Gozo a paz de Deus;</a:t>
            </a:r>
            <a:br>
              <a:rPr lang="en-US" altLang="pt-BR" sz="4000" b="1" i="1"/>
            </a:br>
            <a:r>
              <a:rPr lang="en-US" altLang="pt-BR" sz="4000" b="1" i="1"/>
              <a:t>Cristo ao meu coração,</a:t>
            </a:r>
            <a:br>
              <a:rPr lang="en-US" altLang="pt-BR" sz="4000" b="1" i="1"/>
            </a:br>
            <a:r>
              <a:rPr lang="en-US" altLang="pt-BR" sz="4000" b="1" i="1"/>
              <a:t>Gozo traz dos céus,</a:t>
            </a:r>
            <a:br>
              <a:rPr lang="en-US" altLang="pt-BR" sz="4000" b="1" i="1"/>
            </a:br>
            <a:r>
              <a:rPr lang="en-US" altLang="pt-BR" sz="4000" b="1" i="1"/>
              <a:t>Se com Cristo aqui viver,</a:t>
            </a:r>
            <a:br>
              <a:rPr lang="en-US" altLang="pt-BR" sz="4000" b="1" i="1"/>
            </a:br>
            <a:r>
              <a:rPr lang="en-US" altLang="pt-BR" sz="4000" b="1" i="1"/>
              <a:t>Tão glorioso é,</a:t>
            </a:r>
            <a:br>
              <a:rPr lang="en-US" altLang="pt-BR" sz="4000" b="1" i="1"/>
            </a:br>
            <a:r>
              <a:rPr lang="en-US" altLang="pt-BR" sz="4000" b="1" i="1"/>
              <a:t>Maior glória hei de ter,</a:t>
            </a:r>
            <a:br>
              <a:rPr lang="en-US" altLang="pt-BR" sz="4000" b="1" i="1"/>
            </a:br>
            <a:r>
              <a:rPr lang="en-US" altLang="pt-BR" sz="4000" b="1" i="1"/>
              <a:t>Se eu guardar sempre a fé.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228 ESTE MUNDO NÃO COMPREENDE </vt:lpstr>
      <vt:lpstr>Este mundo não compreende. Quão alegre é o meu viver, Mas a Cristo quem atende, Do céu pode o gozo ter.  </vt:lpstr>
      <vt:lpstr>Mesmo quando em aflição, Gozo a paz de Deus; Cristo ao meu coração, Gozo traz dos céus, Se com Cristo aqui viver, Tão glorioso é, Maior glória hei de ter, Se eu guardar sempre a fé.</vt:lpstr>
      <vt:lpstr>O que me faz mui ditoso, Oh, provém do amor de Deus! Mas será maior meu gozo, Quando for morar nos céus.  </vt:lpstr>
      <vt:lpstr>Mesmo quando em aflição, Gozo a paz de Deus; Cristo ao meu coração, Gozo traz dos céus, Se com Cristo aqui viver, Tão glorioso é, Maior glória hei de ter, Se eu guardar sempre a fé.</vt:lpstr>
      <vt:lpstr>Sinto meu ser transformado, Pela graça do Senhor; Cada dia mais chegado. Eu à pátria, estou, de amor.</vt:lpstr>
      <vt:lpstr>Mesmo quando em aflição, Gozo a paz de Deus; Cristo ao meu coração, Gozo traz dos céus, Se com Cristo aqui viver, Tão glorioso é, Maior glória hei de ter, Se eu guardar sempre a fé.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228 ESTE MUNDO NÃO COMPREENDE </dc:title>
  <dc:creator>Junior</dc:creator>
  <cp:lastModifiedBy>Emerson Souza</cp:lastModifiedBy>
  <cp:revision>1</cp:revision>
  <dcterms:created xsi:type="dcterms:W3CDTF">2005-12-23T22:49:26Z</dcterms:created>
  <dcterms:modified xsi:type="dcterms:W3CDTF">2026-05-02T21:55:55Z</dcterms:modified>
</cp:coreProperties>
</file>