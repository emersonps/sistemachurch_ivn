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3C6FE-DCFC-2A92-0660-BF5A640C4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9A4314-3A31-3681-C1E3-0799886D8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690B13-93F8-40C2-F029-83F6EAD1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8C04C9-52ED-F6E8-D4FE-D39DFF7C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5FA01F-D88E-E24E-E1FB-B99DE26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2E575A-E446-46D9-B3AF-7E188121B1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312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1D8A5-6B8E-969B-745F-E2D8242A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462C6-2025-F9DE-7DBC-A96A2C4DC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FD192F-2092-C883-C233-1D6D7506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D16858-18D8-D4C5-954F-07C49A21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F004C3-AE3D-2278-62FA-BE68F785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8C6C7-67A1-426F-9278-BEA3508546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805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DE2FA-5608-B19F-A0C3-D14B61EF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A34B8C-9267-FB12-0238-90B4F3ED6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82B413-4FC3-9B0A-33CA-28DE6011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123FD9-3B32-E732-D897-FB227334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FD7739-C9AB-6FA5-B72C-0C516657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F6F73-4DD4-4FD1-A273-D949AE4CC9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9492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4F1C8-E68E-7153-DB62-C9434441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023332-FF64-867C-3B6D-BAF6880AE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0DDE10-4FBD-CAA1-A085-B6F05D5BE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D6C8AF-F4F9-23DC-083F-C5D8F3FB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2D0BCD-826D-CEBA-4F27-A89DD650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81F7A2-C8EB-6338-E510-685ED824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8CF0D-CF58-4DCF-8CA8-6FB5071544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338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A9B37-1156-6C24-67AF-27973972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724818-71D0-389E-03D0-710D95B1A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E9F33A-9E14-AD54-AFA6-044577764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B3990B-513B-B962-9FF2-C3ACA7AC0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336815-931B-6FCE-DA53-AD205090B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56B569-1470-468B-73BE-139C771E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761A647-6FC3-434F-CCF3-D7F8686D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35C9A0-CA1A-F603-EE8C-30C732DC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CB7B6-5E83-4CAF-9C31-4D19EEAF89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54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FF8FD-7734-1B47-DEC5-E7E610D5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991B88-D88A-8C30-EEF2-785687DC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72FF66-2302-3473-2813-9C3DE598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6FF1FC-ECFF-F338-12DF-F248283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97B38-4AED-4DAC-8461-409C95ED8B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072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A8EEAB7-F4B9-8417-4F47-FEDBFE24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A141955-9053-FBE7-901E-9B51F35A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A43C75-D7F2-60AB-7319-CA9B4FC9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F84DE-07E1-4C39-94B5-5994CC48A1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376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C556E-6130-7C65-0D96-878F190D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6D8B55-DA7D-7CFB-91C6-A12937DC1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24F4BA-E8CA-039E-39EF-73562488F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67ACF-1788-0BC0-6A3E-BD37AE64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5E7230-422B-8104-AF98-A03DD199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DB6B4E-9B8A-CF32-4BC3-ACE727CE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A396B-BFCE-4774-A1FD-82AEBDE2D6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159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6F447-2D2D-C774-DD28-DF6E7A13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3F924F-F9A3-4575-E5FC-DAC764F83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A6D40A-499C-D3EA-9B23-46F0F0115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B184C-79CA-4258-1984-43291312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68C908-713C-D6CE-08F7-C3E190C9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7FE3AB-0D41-96A3-8AF9-50E862D9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DCFE2-0891-4949-A07E-AF6EE525D0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84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2CB07-8988-08FF-CC11-0418C0FE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826BBB-A65D-4F51-879E-1A07A7E0C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9B51E1-280C-0EE8-D8B4-D540778A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B1133B-787D-0C6F-5F32-193224E3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236BDE-6A71-37C6-403B-77027402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6FF786-E608-4CE3-8F02-DC62118767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252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ED7BE1-C393-2808-9682-084BDDE38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177EDE-A79A-ACFF-2473-BD5810CF1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9B8BB-52BD-E83F-889A-FBF33116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32B354-3B98-CBBE-BA9E-81988C75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C69A7C-8BC9-5A27-ECF1-D519C65B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B476AB-570D-4217-BC40-A82F23FB49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428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72D7F4E-EEDF-D702-98BD-373761284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5F2F0B-C733-A334-5F97-D130F3C4E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75F97FF-35C6-3290-9BDE-77C19F7E1B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693CBB-9D41-E23A-972F-3A2DAD4242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D2FDD2-720E-5B46-EEB1-3BBEDB315C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4DC3ADB-B457-4B27-9157-A5043925D01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F99D77D-3A2D-2D91-FD0E-0135784E6D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226</a:t>
            </a:r>
            <a:br>
              <a:rPr lang="en-US" altLang="pt-BR" sz="4000" b="1"/>
            </a:br>
            <a:r>
              <a:rPr lang="en-US" altLang="pt-BR" sz="4000" b="1"/>
              <a:t>CRISTO, TEU SANTO AMOR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E90F763-387B-7FD5-0CAC-CF97F7423F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2F97274-EEEB-57E4-9961-05C7C5DCF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Cristo, Teu Santo amor deste para mim Nada pra Ti, Senhor, negarei aqui; </a:t>
            </a:r>
            <a:br>
              <a:rPr lang="en-US" altLang="pt-BR" sz="4000" i="1"/>
            </a:br>
            <a:r>
              <a:rPr lang="en-US" altLang="pt-BR" sz="4000" i="1"/>
              <a:t>Me prostro em gratidão, </a:t>
            </a:r>
            <a:br>
              <a:rPr lang="en-US" altLang="pt-BR" sz="4000" i="1"/>
            </a:br>
            <a:r>
              <a:rPr lang="en-US" altLang="pt-BR" sz="4000" i="1"/>
              <a:t>Cumpro com prontidão, </a:t>
            </a:r>
            <a:br>
              <a:rPr lang="en-US" altLang="pt-BR" sz="4000" i="1"/>
            </a:br>
            <a:r>
              <a:rPr lang="en-US" altLang="pt-BR" sz="4000" i="1"/>
              <a:t>Me guia Tua mão, oh! me rendo a Ti.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BBA97CB-847A-F307-357E-EE67F2D83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Perante o trono estou, </a:t>
            </a:r>
            <a:br>
              <a:rPr lang="en-US" altLang="pt-BR" sz="4000" i="1"/>
            </a:br>
            <a:r>
              <a:rPr lang="en-US" altLang="pt-BR" sz="4000" i="1"/>
              <a:t>Pede Tu, por mim, </a:t>
            </a:r>
            <a:br>
              <a:rPr lang="en-US" altLang="pt-BR" sz="4000" i="1"/>
            </a:br>
            <a:r>
              <a:rPr lang="en-US" altLang="pt-BR" sz="4000" i="1"/>
              <a:t>Ao nosso Pai eu vou, só Jesus, por Ti; A cruz hei de levar, </a:t>
            </a:r>
            <a:br>
              <a:rPr lang="en-US" altLang="pt-BR" sz="4000" i="1"/>
            </a:br>
            <a:r>
              <a:rPr lang="en-US" altLang="pt-BR" sz="4000" i="1"/>
              <a:t>Teu nome proclamar, </a:t>
            </a:r>
            <a:br>
              <a:rPr lang="en-US" altLang="pt-BR" sz="4000" i="1"/>
            </a:br>
            <a:r>
              <a:rPr lang="en-US" altLang="pt-BR" sz="4000" i="1"/>
              <a:t>Um hino a Deus cantar, sim, </a:t>
            </a:r>
            <a:br>
              <a:rPr lang="en-US" altLang="pt-BR" sz="4000" i="1"/>
            </a:br>
            <a:r>
              <a:rPr lang="en-US" altLang="pt-BR" sz="4000" i="1"/>
              <a:t>Jesus, por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794789A-6648-82BD-11CF-60140D0D0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Um coração de amor, quero, </a:t>
            </a:r>
            <a:br>
              <a:rPr lang="en-US" altLang="pt-BR" sz="4000" i="1"/>
            </a:br>
            <a:r>
              <a:rPr lang="en-US" altLang="pt-BR" sz="4000" i="1"/>
              <a:t>Ó meu Jesus, </a:t>
            </a:r>
            <a:br>
              <a:rPr lang="en-US" altLang="pt-BR" sz="4000" i="1"/>
            </a:br>
            <a:r>
              <a:rPr lang="en-US" altLang="pt-BR" sz="4000" i="1"/>
              <a:t>Ao Teu igual, Senhor, </a:t>
            </a:r>
            <a:br>
              <a:rPr lang="en-US" altLang="pt-BR" sz="4000" i="1"/>
            </a:br>
            <a:r>
              <a:rPr lang="en-US" altLang="pt-BR" sz="4000" i="1"/>
              <a:t>Espalhando a luz; </a:t>
            </a:r>
            <a:br>
              <a:rPr lang="en-US" altLang="pt-BR" sz="4000" i="1"/>
            </a:br>
            <a:r>
              <a:rPr lang="en-US" altLang="pt-BR" sz="4000" i="1"/>
              <a:t>A Ti eu vou servir, O tempo redimir, </a:t>
            </a:r>
            <a:br>
              <a:rPr lang="en-US" altLang="pt-BR" sz="4000" i="1"/>
            </a:br>
            <a:r>
              <a:rPr lang="en-US" altLang="pt-BR" sz="4000" i="1"/>
              <a:t>As almas conduzir, quero eu a Ti.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5B87F78-FF52-74B1-CB29-AB7810BE2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Tudo que tenho ou sou, </a:t>
            </a:r>
            <a:br>
              <a:rPr lang="en-US" altLang="pt-BR" sz="4000" i="1"/>
            </a:br>
            <a:r>
              <a:rPr lang="en-US" altLang="pt-BR" sz="4000" i="1"/>
              <a:t>É por Teu favor; </a:t>
            </a:r>
            <a:br>
              <a:rPr lang="en-US" altLang="pt-BR" sz="4000" i="1"/>
            </a:br>
            <a:r>
              <a:rPr lang="en-US" altLang="pt-BR" sz="4000" i="1"/>
              <a:t>Alegre sempre vou, junto ali, Senhor; Teu rosto, sim, verei, </a:t>
            </a:r>
            <a:br>
              <a:rPr lang="en-US" altLang="pt-BR" sz="4000" i="1"/>
            </a:br>
            <a:r>
              <a:rPr lang="en-US" altLang="pt-BR" sz="4000" i="1"/>
              <a:t>Contigo eu estarei, </a:t>
            </a:r>
            <a:br>
              <a:rPr lang="en-US" altLang="pt-BR" sz="4000" i="1"/>
            </a:br>
            <a:r>
              <a:rPr lang="en-US" altLang="pt-BR" sz="4000" i="1"/>
              <a:t>E sempre viverei, ia no céu por 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226 CRISTO, TEU SANTO AMOR </vt:lpstr>
      <vt:lpstr>Cristo, Teu Santo amor deste para mim Nada pra Ti, Senhor, negarei aqui;  Me prostro em gratidão,  Cumpro com prontidão,  Me guia Tua mão, oh! me rendo a Ti.  </vt:lpstr>
      <vt:lpstr>Perante o trono estou,  Pede Tu, por mim,  Ao nosso Pai eu vou, só Jesus, por Ti; A cruz hei de levar,  Teu nome proclamar,  Um hino a Deus cantar, sim,  Jesus, por Ti.</vt:lpstr>
      <vt:lpstr>Um coração de amor, quero,  Ó meu Jesus,  Ao Teu igual, Senhor,  Espalhando a luz;  A Ti eu vou servir, O tempo redimir,  As almas conduzir, quero eu a Ti.  </vt:lpstr>
      <vt:lpstr>Tudo que tenho ou sou,  É por Teu favor;  Alegre sempre vou, junto ali, Senhor; Teu rosto, sim, verei,  Contigo eu estarei,  E sempre viverei, ia no céu por Ti!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226 CRISTO, TEU SANTO AMOR </dc:title>
  <dc:creator>Junior</dc:creator>
  <cp:lastModifiedBy>Emerson Souza</cp:lastModifiedBy>
  <cp:revision>1</cp:revision>
  <dcterms:created xsi:type="dcterms:W3CDTF">2005-12-23T22:47:06Z</dcterms:created>
  <dcterms:modified xsi:type="dcterms:W3CDTF">2026-05-02T21:55:46Z</dcterms:modified>
</cp:coreProperties>
</file>