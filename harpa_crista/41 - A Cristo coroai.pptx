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7E164-32B2-D8FB-57CC-2D91C1DC6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47DF6A-89EF-B102-7BE7-D4717D3D5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4262B-0D40-10D8-6465-4885844B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E3B87F-1E47-0DFA-0013-6651FE99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4B3D05-D438-C641-2EE0-06F65D1D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E4DE0E-E419-4D1A-AFEC-773103B5B3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31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2252-1D80-6686-9321-3240B111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75A8D-E9D0-6140-E440-193B2BDA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682F13-E547-DAF2-B820-048467CE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A6B485-BD62-4FBA-DF83-84033052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FCD4A0-02C5-0824-FA2E-1D2A4091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12E7EB-D5C3-4E01-856F-9721EBD009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95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F0B87-8802-3CBD-BEE1-0EA6E46BC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F78BA8-1607-265C-4600-439D14B03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F2800C-F7BD-1F38-D509-3217141F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D8306E-CAC8-4659-099B-CC6A9D25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492469-7A0E-FCC8-68FF-B95A2068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00789-6DBB-4E27-843E-BE8F2D49DC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819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07110-4721-58A8-BE26-9425674A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A88F44-61F6-AA73-A2EF-9C26CDF60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1DE2D1-FB29-A5AA-2110-09AABB0B4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331FB3-849A-C3AA-1518-7D8AF1B4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404EDD-68E6-A2F7-13D8-0979F2D15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39A3CF-5F80-1B09-308A-BF79D0C7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EB2C6-531F-4468-B68B-257A929FC9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7570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466F8-CFD9-6F0A-A412-4C289B5B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F93ECB-A1CD-358C-302D-0FE42CC1F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79244C-709A-57FB-C15D-85D4C9D4D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977EBD-F189-3C66-E1B6-0068847AB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08E28A-535D-DCF1-EAF9-AD3B782A5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4182AD-545E-E93B-0F43-A71FF162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59C0430-E334-8F41-8895-15DDA9E16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FD752B-6207-CB36-24D4-2DCB12C3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2B9A90-491C-4591-8C8F-704E4C849A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461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A223C-20CD-5300-60F0-E13A86C2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C3579A-80CB-4162-3F35-3B2FEEDF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F303F1-BC4E-4DB0-8BAF-D1DE51A7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601F8E9-BC56-E0E7-7490-37980C65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AE7154-979C-42C2-8909-C4234BE1A6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069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F34682C-59F8-7A0A-7B5F-53B2C900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CF8221-CC3B-0D85-3567-B350FE14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3E3B19-79DA-597A-2B2B-390CE3F0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74F20-DCA6-4A30-9063-B029384828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997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385E-CC5B-07D2-0AFA-630572DB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6FB7B3-6148-FE96-9929-EDD99E782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BD2635-C896-C77D-0E8A-06279D4A5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02747F-9E35-3B5A-BCB4-BDD77BE1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30EC38-D6EF-C6B0-4076-D145D83E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C23045-3670-A5B9-17C9-5C1C1C94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41F25-043B-46E9-9C85-8EEBD50E7F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147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1750B-ABF5-F0E9-7088-40947FE8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2A144F-DE08-B02C-384F-DE6354D1B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A71860-EDF4-501C-CC9D-55EF69144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2295C4-6AD2-7CCB-F153-6339C52B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A71449-B28A-F2F2-FDDF-188EAF3B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B34EC5-73FB-CE46-C653-609768C1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41ED84-4A08-498B-9279-85F50EA6FE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98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C50CE-ED1A-8F18-CF8E-48E2C59B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E611AE-FAB8-ECA7-3305-49F5F2BCB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A9BADE-10F4-C1E0-7E51-A9436BA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DE0FE8-CADD-5E93-0779-A25C60EFE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44F6C2-9DA2-3D69-7B5B-F75F7D145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2138E-4AF3-4B77-AA9E-C2D38D6E75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353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C6D879-C6BA-A6FD-841F-7F7A90A73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B27F71-CCE5-4461-16FF-0B72C0C5E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8CA229-1B2C-C63D-2398-E124BB78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598CF-364F-9506-C796-A0246C7B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D6D776-DC7C-A767-F3CF-0B1467C1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3D32C6-C11F-4C4F-B064-B40C2118EA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318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FFACF89-693E-E5C6-E03E-8B8DC9941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C82C334-5967-8277-3495-D948FC908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649A37-CB6C-D324-1F34-23140685D6C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29845E-A670-3B43-46CC-FF963FB3E1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C858546-B3D3-1BA9-33D3-7112429392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B11EC8-A1E4-4FAE-9401-CFF6E09B54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9235863-5DA6-486D-8AA1-7D25799A7C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41</a:t>
            </a:r>
            <a:br>
              <a:rPr lang="en-US" altLang="pt-BR" sz="4000"/>
            </a:br>
            <a:r>
              <a:rPr lang="en-US" altLang="pt-BR" sz="4000"/>
              <a:t>A CRISTO COROAI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E49B720-6A1C-AB58-83BF-CE22E4AEA0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A8E1F8D-2558-58AC-04AB-C00813A89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A Cristo coroai! Que por nós encarnou, </a:t>
            </a:r>
            <a:br>
              <a:rPr lang="en-US" altLang="pt-BR" sz="4000" i="1"/>
            </a:br>
            <a:r>
              <a:rPr lang="en-US" altLang="pt-BR" sz="4000" i="1"/>
              <a:t>E Deus, o Santo Deus e Pai, </a:t>
            </a:r>
            <a:br>
              <a:rPr lang="en-US" altLang="pt-BR" sz="4000" i="1"/>
            </a:br>
            <a:r>
              <a:rPr lang="en-US" altLang="pt-BR" sz="4000" i="1"/>
              <a:t>Aos homens revelou. </a:t>
            </a:r>
            <a:br>
              <a:rPr lang="en-US" altLang="pt-BR" sz="4000" i="1"/>
            </a:br>
            <a:r>
              <a:rPr lang="en-US" altLang="pt-BR" sz="4000" i="1"/>
              <a:t>Eis Sua compaixão! Eis Sua mansidão! </a:t>
            </a:r>
            <a:br>
              <a:rPr lang="en-US" altLang="pt-BR" sz="4000" i="1"/>
            </a:br>
            <a:r>
              <a:rPr lang="en-US" altLang="pt-BR" sz="4000" i="1"/>
              <a:t>Quem vê a Cristo, vê ao Pai; </a:t>
            </a:r>
            <a:br>
              <a:rPr lang="en-US" altLang="pt-BR" sz="4000" i="1"/>
            </a:br>
            <a:r>
              <a:rPr lang="en-US" altLang="pt-BR" sz="4000" i="1"/>
              <a:t>sim, vê Seu coração.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5A86DD9-33E4-A92C-CE36-73C5483E4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A Cristo coroai! De tudo o Criador, </a:t>
            </a:r>
            <a:br>
              <a:rPr lang="en-US" altLang="pt-BR" sz="4000" i="1"/>
            </a:br>
            <a:r>
              <a:rPr lang="en-US" altLang="pt-BR" sz="4000" i="1"/>
              <a:t>O Filho do eterno Deus, </a:t>
            </a:r>
            <a:br>
              <a:rPr lang="en-US" altLang="pt-BR" sz="4000" i="1"/>
            </a:br>
            <a:r>
              <a:rPr lang="en-US" altLang="pt-BR" sz="4000" i="1"/>
              <a:t>Do mundo, o Salvador,</a:t>
            </a:r>
            <a:br>
              <a:rPr lang="en-US" altLang="pt-BR" sz="4000" i="1"/>
            </a:br>
            <a:r>
              <a:rPr lang="en-US" altLang="pt-BR" sz="4000" i="1"/>
              <a:t> Jesus Emanuel, o grande Redentor! Em busca dos perdidos, </a:t>
            </a:r>
            <a:br>
              <a:rPr lang="en-US" altLang="pt-BR" sz="4000" i="1"/>
            </a:br>
            <a:r>
              <a:rPr lang="en-US" altLang="pt-BR" sz="4000" i="1"/>
              <a:t>Vem o nosso bom Pastor.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EBA043-7109-24BB-FDE8-43BF41700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A Cristo coroai! </a:t>
            </a:r>
            <a:br>
              <a:rPr lang="en-US" altLang="pt-BR" sz="4000" i="1"/>
            </a:br>
            <a:r>
              <a:rPr lang="en-US" altLang="pt-BR" sz="4000" i="1"/>
              <a:t>Que sobre a cruz, ganhou </a:t>
            </a:r>
            <a:br>
              <a:rPr lang="en-US" altLang="pt-BR" sz="4000" i="1"/>
            </a:br>
            <a:r>
              <a:rPr lang="en-US" altLang="pt-BR" sz="4000" i="1"/>
              <a:t>Por nós eterna redenção </a:t>
            </a:r>
            <a:br>
              <a:rPr lang="en-US" altLang="pt-BR" sz="4000" i="1"/>
            </a:br>
            <a:r>
              <a:rPr lang="en-US" altLang="pt-BR" sz="4000" i="1"/>
              <a:t>E para o céu voltou! </a:t>
            </a:r>
            <a:br>
              <a:rPr lang="en-US" altLang="pt-BR" sz="4000" i="1"/>
            </a:br>
            <a:r>
              <a:rPr lang="en-US" altLang="pt-BR" sz="4000" i="1"/>
              <a:t>Ele é o Rei dos reis! O Príncipe da paz! Jesus, da morte, o vencedor, </a:t>
            </a:r>
            <a:br>
              <a:rPr lang="en-US" altLang="pt-BR" sz="4000" i="1"/>
            </a:br>
            <a:r>
              <a:rPr lang="en-US" altLang="pt-BR" sz="4000" i="1"/>
              <a:t>Que a Salvação nos traz.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4692E7B-6E3A-0DAB-4F9E-1B274AF4F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A Cristo coroai! De todos o Senhor, </a:t>
            </a:r>
            <a:br>
              <a:rPr lang="en-US" altLang="pt-BR" sz="4000" i="1"/>
            </a:br>
            <a:r>
              <a:rPr lang="en-US" altLang="pt-BR" sz="4000" i="1"/>
              <a:t>A quem a multidão </a:t>
            </a:r>
            <a:br>
              <a:rPr lang="en-US" altLang="pt-BR" sz="4000" i="1"/>
            </a:br>
            <a:r>
              <a:rPr lang="en-US" altLang="pt-BR" sz="4000" i="1"/>
              <a:t>Dos céus aclama com fervor! </a:t>
            </a:r>
            <a:br>
              <a:rPr lang="en-US" altLang="pt-BR" sz="4000" i="1"/>
            </a:br>
            <a:r>
              <a:rPr lang="en-US" altLang="pt-BR" sz="4000" i="1"/>
              <a:t>Eis o Cordeiro ali, </a:t>
            </a:r>
            <a:br>
              <a:rPr lang="en-US" altLang="pt-BR" sz="4000" i="1"/>
            </a:br>
            <a:r>
              <a:rPr lang="en-US" altLang="pt-BR" sz="4000" i="1"/>
              <a:t>Que sobre o trono está! </a:t>
            </a:r>
            <a:br>
              <a:rPr lang="en-US" altLang="pt-BR" sz="4000" i="1"/>
            </a:br>
            <a:r>
              <a:rPr lang="en-US" altLang="pt-BR" sz="4000" i="1"/>
              <a:t>Que vive e reina lá por nós, </a:t>
            </a:r>
            <a:br>
              <a:rPr lang="en-US" altLang="pt-BR" sz="4000" i="1"/>
            </a:br>
            <a:r>
              <a:rPr lang="en-US" altLang="pt-BR" sz="4000" i="1"/>
              <a:t>E cedo voltará.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41 A CRISTO COROAI </vt:lpstr>
      <vt:lpstr>A Cristo coroai! Que por nós encarnou,  E Deus, o Santo Deus e Pai,  Aos homens revelou.  Eis Sua compaixão! Eis Sua mansidão!  Quem vê a Cristo, vê ao Pai;  sim, vê Seu coração. </vt:lpstr>
      <vt:lpstr>A Cristo coroai! De tudo o Criador,  O Filho do eterno Deus,  Do mundo, o Salvador,  Jesus Emanuel, o grande Redentor! Em busca dos perdidos,  Vem o nosso bom Pastor.   </vt:lpstr>
      <vt:lpstr>A Cristo coroai!  Que sobre a cruz, ganhou  Por nós eterna redenção  E para o céu voltou!  Ele é o Rei dos reis! O Príncipe da paz! Jesus, da morte, o vencedor,  Que a Salvação nos traz.   </vt:lpstr>
      <vt:lpstr>A Cristo coroai! De todos o Senhor,  A quem a multidão  Dos céus aclama com fervor!  Eis o Cordeiro ali,  Que sobre o trono está!  Que vive e reina lá por nós,  E cedo voltará.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 A CRISTO COROAI </dc:title>
  <dc:creator>Junior</dc:creator>
  <cp:lastModifiedBy>Emerson Souza</cp:lastModifiedBy>
  <cp:revision>1</cp:revision>
  <dcterms:created xsi:type="dcterms:W3CDTF">2005-12-23T01:30:09Z</dcterms:created>
  <dcterms:modified xsi:type="dcterms:W3CDTF">2026-05-02T21:40:22Z</dcterms:modified>
</cp:coreProperties>
</file>