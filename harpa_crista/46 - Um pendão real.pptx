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5" r:id="rId1"/>
  </p:sldMasterIdLst>
  <p:notesMasterIdLst>
    <p:notesMasterId r:id="rId11"/>
  </p:notesMasterIdLst>
  <p:sldIdLst>
    <p:sldId id="265" r:id="rId2"/>
    <p:sldId id="256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711" autoAdjust="0"/>
  </p:normalViewPr>
  <p:slideViewPr>
    <p:cSldViewPr>
      <p:cViewPr varScale="1">
        <p:scale>
          <a:sx n="66" d="100"/>
          <a:sy n="66" d="100"/>
        </p:scale>
        <p:origin x="-114" y="-30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8DBBE4AF-4859-9AE2-8991-2A2B10516D6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pt-BR"/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A6B0EABF-07BE-49EE-B72C-0938EAF11F42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pt-BR"/>
          </a:p>
        </p:txBody>
      </p:sp>
      <p:sp>
        <p:nvSpPr>
          <p:cNvPr id="22532" name="Rectangle 4">
            <a:extLst>
              <a:ext uri="{FF2B5EF4-FFF2-40B4-BE49-F238E27FC236}">
                <a16:creationId xmlns:a16="http://schemas.microsoft.com/office/drawing/2014/main" id="{74CA3949-138C-D06A-3C93-1E6F7E0A5D2B}"/>
              </a:ext>
            </a:extLst>
          </p:cNvPr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2533" name="Rectangle 5">
            <a:extLst>
              <a:ext uri="{FF2B5EF4-FFF2-40B4-BE49-F238E27FC236}">
                <a16:creationId xmlns:a16="http://schemas.microsoft.com/office/drawing/2014/main" id="{1CB3CB07-D968-8C50-1F6C-7021330E1444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22534" name="Rectangle 6">
            <a:extLst>
              <a:ext uri="{FF2B5EF4-FFF2-40B4-BE49-F238E27FC236}">
                <a16:creationId xmlns:a16="http://schemas.microsoft.com/office/drawing/2014/main" id="{884A2418-53F6-DF37-8ACB-CE367B9F7D37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pt-BR"/>
          </a:p>
        </p:txBody>
      </p:sp>
      <p:sp>
        <p:nvSpPr>
          <p:cNvPr id="22535" name="Rectangle 7">
            <a:extLst>
              <a:ext uri="{FF2B5EF4-FFF2-40B4-BE49-F238E27FC236}">
                <a16:creationId xmlns:a16="http://schemas.microsoft.com/office/drawing/2014/main" id="{9CCF7ABA-142E-1461-0935-4D3D416DE9C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06EB5C8-50E9-4257-8FEC-B046C1DC7468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9354870D-04FC-DC00-9508-54B01383F9E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5E02095-710E-4313-8DE5-BA753D41CDF7}" type="slidenum">
              <a:rPr lang="en-US" altLang="pt-BR"/>
              <a:pPr/>
              <a:t>1</a:t>
            </a:fld>
            <a:endParaRPr lang="en-US" altLang="pt-BR"/>
          </a:p>
        </p:txBody>
      </p:sp>
      <p:sp>
        <p:nvSpPr>
          <p:cNvPr id="23554" name="Rectangle 2">
            <a:extLst>
              <a:ext uri="{FF2B5EF4-FFF2-40B4-BE49-F238E27FC236}">
                <a16:creationId xmlns:a16="http://schemas.microsoft.com/office/drawing/2014/main" id="{32195519-819B-3AD3-7ED3-3825C33D80C7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2E6B0EA9-5275-8F07-EA29-F4EC0FF17C2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pt-BR" altLang="pt-B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90" name="Group 2">
            <a:extLst>
              <a:ext uri="{FF2B5EF4-FFF2-40B4-BE49-F238E27FC236}">
                <a16:creationId xmlns:a16="http://schemas.microsoft.com/office/drawing/2014/main" id="{66639ED7-FB51-F4A2-63BC-113011CE9E57}"/>
              </a:ext>
            </a:extLst>
          </p:cNvPr>
          <p:cNvGrpSpPr>
            <a:grpSpLocks/>
          </p:cNvGrpSpPr>
          <p:nvPr/>
        </p:nvGrpSpPr>
        <p:grpSpPr bwMode="auto">
          <a:xfrm>
            <a:off x="3175" y="4267200"/>
            <a:ext cx="9140825" cy="2590800"/>
            <a:chOff x="2" y="2688"/>
            <a:chExt cx="5758" cy="1632"/>
          </a:xfrm>
        </p:grpSpPr>
        <p:sp>
          <p:nvSpPr>
            <p:cNvPr id="12291" name="Freeform 3">
              <a:extLst>
                <a:ext uri="{FF2B5EF4-FFF2-40B4-BE49-F238E27FC236}">
                  <a16:creationId xmlns:a16="http://schemas.microsoft.com/office/drawing/2014/main" id="{88E76A6E-8295-2554-82EA-EB026DAC33FD}"/>
                </a:ext>
              </a:extLst>
            </p:cNvPr>
            <p:cNvSpPr>
              <a:spLocks/>
            </p:cNvSpPr>
            <p:nvPr/>
          </p:nvSpPr>
          <p:spPr bwMode="hidden">
            <a:xfrm>
              <a:off x="2" y="2688"/>
              <a:ext cx="5758" cy="1632"/>
            </a:xfrm>
            <a:custGeom>
              <a:avLst/>
              <a:gdLst>
                <a:gd name="T0" fmla="*/ 5740 w 5740"/>
                <a:gd name="T1" fmla="*/ 4316 h 4316"/>
                <a:gd name="T2" fmla="*/ 0 w 5740"/>
                <a:gd name="T3" fmla="*/ 4316 h 4316"/>
                <a:gd name="T4" fmla="*/ 0 w 5740"/>
                <a:gd name="T5" fmla="*/ 0 h 4316"/>
                <a:gd name="T6" fmla="*/ 5740 w 5740"/>
                <a:gd name="T7" fmla="*/ 0 h 4316"/>
                <a:gd name="T8" fmla="*/ 5740 w 5740"/>
                <a:gd name="T9" fmla="*/ 4316 h 4316"/>
                <a:gd name="T10" fmla="*/ 5740 w 5740"/>
                <a:gd name="T11" fmla="*/ 4316 h 43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4316">
                  <a:moveTo>
                    <a:pt x="5740" y="4316"/>
                  </a:moveTo>
                  <a:lnTo>
                    <a:pt x="0" y="4316"/>
                  </a:lnTo>
                  <a:lnTo>
                    <a:pt x="0" y="0"/>
                  </a:lnTo>
                  <a:lnTo>
                    <a:pt x="5740" y="0"/>
                  </a:lnTo>
                  <a:lnTo>
                    <a:pt x="5740" y="4316"/>
                  </a:lnTo>
                  <a:lnTo>
                    <a:pt x="5740" y="431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accent2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grpSp>
          <p:nvGrpSpPr>
            <p:cNvPr id="12292" name="Group 4">
              <a:extLst>
                <a:ext uri="{FF2B5EF4-FFF2-40B4-BE49-F238E27FC236}">
                  <a16:creationId xmlns:a16="http://schemas.microsoft.com/office/drawing/2014/main" id="{7F0F5AE0-E3AC-5179-B1E1-7C5A0AACB0D0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3528" y="3715"/>
              <a:ext cx="792" cy="521"/>
              <a:chOff x="3527" y="3715"/>
              <a:chExt cx="792" cy="521"/>
            </a:xfrm>
          </p:grpSpPr>
          <p:sp>
            <p:nvSpPr>
              <p:cNvPr id="12293" name="Oval 5">
                <a:extLst>
                  <a:ext uri="{FF2B5EF4-FFF2-40B4-BE49-F238E27FC236}">
                    <a16:creationId xmlns:a16="http://schemas.microsoft.com/office/drawing/2014/main" id="{D377E159-9A93-28FD-49AF-4C15B454E431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3686" y="3810"/>
                <a:ext cx="532" cy="327"/>
              </a:xfrm>
              <a:prstGeom prst="ellipse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0980"/>
                      <a:invGamma/>
                    </a:schemeClr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294" name="Oval 6">
                <a:extLst>
                  <a:ext uri="{FF2B5EF4-FFF2-40B4-BE49-F238E27FC236}">
                    <a16:creationId xmlns:a16="http://schemas.microsoft.com/office/drawing/2014/main" id="{B1112F0E-B919-6CA5-7A2F-F51AF8E9163A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3726" y="3840"/>
                <a:ext cx="452" cy="275"/>
              </a:xfrm>
              <a:prstGeom prst="ellipse">
                <a:avLst/>
              </a:prstGeom>
              <a:gradFill rotWithShape="0">
                <a:gsLst>
                  <a:gs pos="0">
                    <a:schemeClr val="accent2">
                      <a:gamma/>
                      <a:shade val="90980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295" name="Oval 7">
                <a:extLst>
                  <a:ext uri="{FF2B5EF4-FFF2-40B4-BE49-F238E27FC236}">
                    <a16:creationId xmlns:a16="http://schemas.microsoft.com/office/drawing/2014/main" id="{E498027F-AD06-20E0-ACE0-DE2A7B6F98D9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3782" y="3872"/>
                <a:ext cx="344" cy="207"/>
              </a:xfrm>
              <a:prstGeom prst="ellipse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296" name="Oval 8">
                <a:extLst>
                  <a:ext uri="{FF2B5EF4-FFF2-40B4-BE49-F238E27FC236}">
                    <a16:creationId xmlns:a16="http://schemas.microsoft.com/office/drawing/2014/main" id="{E895DFA0-4DE5-62FB-5FD4-48AE379722CF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3822" y="3896"/>
                <a:ext cx="262" cy="159"/>
              </a:xfrm>
              <a:prstGeom prst="ellipse">
                <a:avLst/>
              </a:prstGeom>
              <a:gradFill rotWithShape="0">
                <a:gsLst>
                  <a:gs pos="0">
                    <a:schemeClr val="accent2">
                      <a:gamma/>
                      <a:shade val="96863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297" name="Oval 9">
                <a:extLst>
                  <a:ext uri="{FF2B5EF4-FFF2-40B4-BE49-F238E27FC236}">
                    <a16:creationId xmlns:a16="http://schemas.microsoft.com/office/drawing/2014/main" id="{3466995D-9C0B-52AD-D0D8-9C961D8D470F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3856" y="3922"/>
                <a:ext cx="192" cy="107"/>
              </a:xfrm>
              <a:prstGeom prst="ellipse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298" name="Freeform 10">
                <a:extLst>
                  <a:ext uri="{FF2B5EF4-FFF2-40B4-BE49-F238E27FC236}">
                    <a16:creationId xmlns:a16="http://schemas.microsoft.com/office/drawing/2014/main" id="{48D9906D-8BC8-1DAE-80CC-EF4F8728C5FD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3575" y="3715"/>
                <a:ext cx="383" cy="161"/>
              </a:xfrm>
              <a:custGeom>
                <a:avLst/>
                <a:gdLst>
                  <a:gd name="T0" fmla="*/ 376 w 382"/>
                  <a:gd name="T1" fmla="*/ 12 h 161"/>
                  <a:gd name="T2" fmla="*/ 257 w 382"/>
                  <a:gd name="T3" fmla="*/ 24 h 161"/>
                  <a:gd name="T4" fmla="*/ 149 w 382"/>
                  <a:gd name="T5" fmla="*/ 54 h 161"/>
                  <a:gd name="T6" fmla="*/ 101 w 382"/>
                  <a:gd name="T7" fmla="*/ 77 h 161"/>
                  <a:gd name="T8" fmla="*/ 59 w 382"/>
                  <a:gd name="T9" fmla="*/ 101 h 161"/>
                  <a:gd name="T10" fmla="*/ 24 w 382"/>
                  <a:gd name="T11" fmla="*/ 131 h 161"/>
                  <a:gd name="T12" fmla="*/ 0 w 382"/>
                  <a:gd name="T13" fmla="*/ 161 h 161"/>
                  <a:gd name="T14" fmla="*/ 0 w 382"/>
                  <a:gd name="T15" fmla="*/ 137 h 161"/>
                  <a:gd name="T16" fmla="*/ 29 w 382"/>
                  <a:gd name="T17" fmla="*/ 107 h 161"/>
                  <a:gd name="T18" fmla="*/ 65 w 382"/>
                  <a:gd name="T19" fmla="*/ 83 h 161"/>
                  <a:gd name="T20" fmla="*/ 155 w 382"/>
                  <a:gd name="T21" fmla="*/ 36 h 161"/>
                  <a:gd name="T22" fmla="*/ 257 w 382"/>
                  <a:gd name="T23" fmla="*/ 12 h 161"/>
                  <a:gd name="T24" fmla="*/ 376 w 382"/>
                  <a:gd name="T25" fmla="*/ 0 h 161"/>
                  <a:gd name="T26" fmla="*/ 376 w 382"/>
                  <a:gd name="T27" fmla="*/ 0 h 161"/>
                  <a:gd name="T28" fmla="*/ 382 w 382"/>
                  <a:gd name="T29" fmla="*/ 0 h 161"/>
                  <a:gd name="T30" fmla="*/ 382 w 382"/>
                  <a:gd name="T31" fmla="*/ 12 h 161"/>
                  <a:gd name="T32" fmla="*/ 376 w 382"/>
                  <a:gd name="T33" fmla="*/ 12 h 161"/>
                  <a:gd name="T34" fmla="*/ 376 w 382"/>
                  <a:gd name="T35" fmla="*/ 12 h 161"/>
                  <a:gd name="T36" fmla="*/ 376 w 382"/>
                  <a:gd name="T37" fmla="*/ 12 h 1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382" h="161">
                    <a:moveTo>
                      <a:pt x="376" y="12"/>
                    </a:moveTo>
                    <a:lnTo>
                      <a:pt x="257" y="24"/>
                    </a:lnTo>
                    <a:lnTo>
                      <a:pt x="149" y="54"/>
                    </a:lnTo>
                    <a:lnTo>
                      <a:pt x="101" y="77"/>
                    </a:lnTo>
                    <a:lnTo>
                      <a:pt x="59" y="101"/>
                    </a:lnTo>
                    <a:lnTo>
                      <a:pt x="24" y="131"/>
                    </a:lnTo>
                    <a:lnTo>
                      <a:pt x="0" y="161"/>
                    </a:lnTo>
                    <a:lnTo>
                      <a:pt x="0" y="137"/>
                    </a:lnTo>
                    <a:lnTo>
                      <a:pt x="29" y="107"/>
                    </a:lnTo>
                    <a:lnTo>
                      <a:pt x="65" y="83"/>
                    </a:lnTo>
                    <a:lnTo>
                      <a:pt x="155" y="36"/>
                    </a:lnTo>
                    <a:lnTo>
                      <a:pt x="257" y="12"/>
                    </a:lnTo>
                    <a:lnTo>
                      <a:pt x="376" y="0"/>
                    </a:lnTo>
                    <a:lnTo>
                      <a:pt x="376" y="0"/>
                    </a:lnTo>
                    <a:lnTo>
                      <a:pt x="382" y="0"/>
                    </a:lnTo>
                    <a:lnTo>
                      <a:pt x="382" y="12"/>
                    </a:lnTo>
                    <a:lnTo>
                      <a:pt x="376" y="12"/>
                    </a:lnTo>
                    <a:lnTo>
                      <a:pt x="376" y="12"/>
                    </a:lnTo>
                    <a:lnTo>
                      <a:pt x="376" y="1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>
                      <a:gamma/>
                      <a:shade val="94118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299" name="Freeform 11">
                <a:extLst>
                  <a:ext uri="{FF2B5EF4-FFF2-40B4-BE49-F238E27FC236}">
                    <a16:creationId xmlns:a16="http://schemas.microsoft.com/office/drawing/2014/main" id="{A0D9955B-4543-3C48-BDFC-50D5E5682C22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3695" y="4170"/>
                <a:ext cx="444" cy="66"/>
              </a:xfrm>
              <a:custGeom>
                <a:avLst/>
                <a:gdLst>
                  <a:gd name="T0" fmla="*/ 257 w 443"/>
                  <a:gd name="T1" fmla="*/ 54 h 66"/>
                  <a:gd name="T2" fmla="*/ 353 w 443"/>
                  <a:gd name="T3" fmla="*/ 48 h 66"/>
                  <a:gd name="T4" fmla="*/ 443 w 443"/>
                  <a:gd name="T5" fmla="*/ 24 h 66"/>
                  <a:gd name="T6" fmla="*/ 443 w 443"/>
                  <a:gd name="T7" fmla="*/ 36 h 66"/>
                  <a:gd name="T8" fmla="*/ 353 w 443"/>
                  <a:gd name="T9" fmla="*/ 60 h 66"/>
                  <a:gd name="T10" fmla="*/ 257 w 443"/>
                  <a:gd name="T11" fmla="*/ 66 h 66"/>
                  <a:gd name="T12" fmla="*/ 186 w 443"/>
                  <a:gd name="T13" fmla="*/ 60 h 66"/>
                  <a:gd name="T14" fmla="*/ 120 w 443"/>
                  <a:gd name="T15" fmla="*/ 48 h 66"/>
                  <a:gd name="T16" fmla="*/ 60 w 443"/>
                  <a:gd name="T17" fmla="*/ 36 h 66"/>
                  <a:gd name="T18" fmla="*/ 0 w 443"/>
                  <a:gd name="T19" fmla="*/ 12 h 66"/>
                  <a:gd name="T20" fmla="*/ 0 w 443"/>
                  <a:gd name="T21" fmla="*/ 0 h 66"/>
                  <a:gd name="T22" fmla="*/ 54 w 443"/>
                  <a:gd name="T23" fmla="*/ 24 h 66"/>
                  <a:gd name="T24" fmla="*/ 120 w 443"/>
                  <a:gd name="T25" fmla="*/ 36 h 66"/>
                  <a:gd name="T26" fmla="*/ 186 w 443"/>
                  <a:gd name="T27" fmla="*/ 48 h 66"/>
                  <a:gd name="T28" fmla="*/ 257 w 443"/>
                  <a:gd name="T29" fmla="*/ 54 h 66"/>
                  <a:gd name="T30" fmla="*/ 257 w 443"/>
                  <a:gd name="T31" fmla="*/ 54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443" h="66">
                    <a:moveTo>
                      <a:pt x="257" y="54"/>
                    </a:moveTo>
                    <a:lnTo>
                      <a:pt x="353" y="48"/>
                    </a:lnTo>
                    <a:lnTo>
                      <a:pt x="443" y="24"/>
                    </a:lnTo>
                    <a:lnTo>
                      <a:pt x="443" y="36"/>
                    </a:lnTo>
                    <a:lnTo>
                      <a:pt x="353" y="60"/>
                    </a:lnTo>
                    <a:lnTo>
                      <a:pt x="257" y="66"/>
                    </a:lnTo>
                    <a:lnTo>
                      <a:pt x="186" y="60"/>
                    </a:lnTo>
                    <a:lnTo>
                      <a:pt x="120" y="48"/>
                    </a:lnTo>
                    <a:lnTo>
                      <a:pt x="60" y="36"/>
                    </a:lnTo>
                    <a:lnTo>
                      <a:pt x="0" y="12"/>
                    </a:lnTo>
                    <a:lnTo>
                      <a:pt x="0" y="0"/>
                    </a:lnTo>
                    <a:lnTo>
                      <a:pt x="54" y="24"/>
                    </a:lnTo>
                    <a:lnTo>
                      <a:pt x="120" y="36"/>
                    </a:lnTo>
                    <a:lnTo>
                      <a:pt x="186" y="48"/>
                    </a:lnTo>
                    <a:lnTo>
                      <a:pt x="257" y="54"/>
                    </a:lnTo>
                    <a:lnTo>
                      <a:pt x="257" y="5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>
                      <a:gamma/>
                      <a:shade val="84706"/>
                      <a:invGamma/>
                    </a:schemeClr>
                  </a:gs>
                  <a:gs pos="100000">
                    <a:schemeClr val="accent2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300" name="Freeform 12">
                <a:extLst>
                  <a:ext uri="{FF2B5EF4-FFF2-40B4-BE49-F238E27FC236}">
                    <a16:creationId xmlns:a16="http://schemas.microsoft.com/office/drawing/2014/main" id="{341BB16C-CE60-73BA-96B7-623EFC1AEBD6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3527" y="3906"/>
                <a:ext cx="89" cy="216"/>
              </a:xfrm>
              <a:custGeom>
                <a:avLst/>
                <a:gdLst>
                  <a:gd name="T0" fmla="*/ 12 w 89"/>
                  <a:gd name="T1" fmla="*/ 66 h 216"/>
                  <a:gd name="T2" fmla="*/ 18 w 89"/>
                  <a:gd name="T3" fmla="*/ 108 h 216"/>
                  <a:gd name="T4" fmla="*/ 36 w 89"/>
                  <a:gd name="T5" fmla="*/ 144 h 216"/>
                  <a:gd name="T6" fmla="*/ 60 w 89"/>
                  <a:gd name="T7" fmla="*/ 180 h 216"/>
                  <a:gd name="T8" fmla="*/ 89 w 89"/>
                  <a:gd name="T9" fmla="*/ 216 h 216"/>
                  <a:gd name="T10" fmla="*/ 72 w 89"/>
                  <a:gd name="T11" fmla="*/ 216 h 216"/>
                  <a:gd name="T12" fmla="*/ 42 w 89"/>
                  <a:gd name="T13" fmla="*/ 180 h 216"/>
                  <a:gd name="T14" fmla="*/ 18 w 89"/>
                  <a:gd name="T15" fmla="*/ 144 h 216"/>
                  <a:gd name="T16" fmla="*/ 6 w 89"/>
                  <a:gd name="T17" fmla="*/ 108 h 216"/>
                  <a:gd name="T18" fmla="*/ 0 w 89"/>
                  <a:gd name="T19" fmla="*/ 66 h 216"/>
                  <a:gd name="T20" fmla="*/ 0 w 89"/>
                  <a:gd name="T21" fmla="*/ 30 h 216"/>
                  <a:gd name="T22" fmla="*/ 12 w 89"/>
                  <a:gd name="T23" fmla="*/ 0 h 216"/>
                  <a:gd name="T24" fmla="*/ 30 w 89"/>
                  <a:gd name="T25" fmla="*/ 0 h 216"/>
                  <a:gd name="T26" fmla="*/ 18 w 89"/>
                  <a:gd name="T27" fmla="*/ 30 h 216"/>
                  <a:gd name="T28" fmla="*/ 12 w 89"/>
                  <a:gd name="T29" fmla="*/ 66 h 216"/>
                  <a:gd name="T30" fmla="*/ 12 w 89"/>
                  <a:gd name="T31" fmla="*/ 66 h 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89" h="216">
                    <a:moveTo>
                      <a:pt x="12" y="66"/>
                    </a:moveTo>
                    <a:lnTo>
                      <a:pt x="18" y="108"/>
                    </a:lnTo>
                    <a:lnTo>
                      <a:pt x="36" y="144"/>
                    </a:lnTo>
                    <a:lnTo>
                      <a:pt x="60" y="180"/>
                    </a:lnTo>
                    <a:lnTo>
                      <a:pt x="89" y="216"/>
                    </a:lnTo>
                    <a:lnTo>
                      <a:pt x="72" y="216"/>
                    </a:lnTo>
                    <a:lnTo>
                      <a:pt x="42" y="180"/>
                    </a:lnTo>
                    <a:lnTo>
                      <a:pt x="18" y="144"/>
                    </a:lnTo>
                    <a:lnTo>
                      <a:pt x="6" y="108"/>
                    </a:lnTo>
                    <a:lnTo>
                      <a:pt x="0" y="66"/>
                    </a:lnTo>
                    <a:lnTo>
                      <a:pt x="0" y="30"/>
                    </a:lnTo>
                    <a:lnTo>
                      <a:pt x="12" y="0"/>
                    </a:lnTo>
                    <a:lnTo>
                      <a:pt x="30" y="0"/>
                    </a:lnTo>
                    <a:lnTo>
                      <a:pt x="18" y="30"/>
                    </a:lnTo>
                    <a:lnTo>
                      <a:pt x="12" y="66"/>
                    </a:lnTo>
                    <a:lnTo>
                      <a:pt x="12" y="6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87843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301" name="Freeform 13">
                <a:extLst>
                  <a:ext uri="{FF2B5EF4-FFF2-40B4-BE49-F238E27FC236}">
                    <a16:creationId xmlns:a16="http://schemas.microsoft.com/office/drawing/2014/main" id="{AF03DE55-CA85-1249-CCE3-8140F25A7455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3569" y="3745"/>
                <a:ext cx="750" cy="461"/>
              </a:xfrm>
              <a:custGeom>
                <a:avLst/>
                <a:gdLst>
                  <a:gd name="T0" fmla="*/ 382 w 747"/>
                  <a:gd name="T1" fmla="*/ 443 h 461"/>
                  <a:gd name="T2" fmla="*/ 311 w 747"/>
                  <a:gd name="T3" fmla="*/ 437 h 461"/>
                  <a:gd name="T4" fmla="*/ 245 w 747"/>
                  <a:gd name="T5" fmla="*/ 425 h 461"/>
                  <a:gd name="T6" fmla="*/ 185 w 747"/>
                  <a:gd name="T7" fmla="*/ 407 h 461"/>
                  <a:gd name="T8" fmla="*/ 131 w 747"/>
                  <a:gd name="T9" fmla="*/ 383 h 461"/>
                  <a:gd name="T10" fmla="*/ 83 w 747"/>
                  <a:gd name="T11" fmla="*/ 347 h 461"/>
                  <a:gd name="T12" fmla="*/ 53 w 747"/>
                  <a:gd name="T13" fmla="*/ 311 h 461"/>
                  <a:gd name="T14" fmla="*/ 30 w 747"/>
                  <a:gd name="T15" fmla="*/ 269 h 461"/>
                  <a:gd name="T16" fmla="*/ 24 w 747"/>
                  <a:gd name="T17" fmla="*/ 227 h 461"/>
                  <a:gd name="T18" fmla="*/ 30 w 747"/>
                  <a:gd name="T19" fmla="*/ 185 h 461"/>
                  <a:gd name="T20" fmla="*/ 53 w 747"/>
                  <a:gd name="T21" fmla="*/ 143 h 461"/>
                  <a:gd name="T22" fmla="*/ 83 w 747"/>
                  <a:gd name="T23" fmla="*/ 107 h 461"/>
                  <a:gd name="T24" fmla="*/ 131 w 747"/>
                  <a:gd name="T25" fmla="*/ 77 h 461"/>
                  <a:gd name="T26" fmla="*/ 185 w 747"/>
                  <a:gd name="T27" fmla="*/ 47 h 461"/>
                  <a:gd name="T28" fmla="*/ 245 w 747"/>
                  <a:gd name="T29" fmla="*/ 30 h 461"/>
                  <a:gd name="T30" fmla="*/ 311 w 747"/>
                  <a:gd name="T31" fmla="*/ 18 h 461"/>
                  <a:gd name="T32" fmla="*/ 382 w 747"/>
                  <a:gd name="T33" fmla="*/ 12 h 461"/>
                  <a:gd name="T34" fmla="*/ 478 w 747"/>
                  <a:gd name="T35" fmla="*/ 18 h 461"/>
                  <a:gd name="T36" fmla="*/ 562 w 747"/>
                  <a:gd name="T37" fmla="*/ 41 h 461"/>
                  <a:gd name="T38" fmla="*/ 562 w 747"/>
                  <a:gd name="T39" fmla="*/ 36 h 461"/>
                  <a:gd name="T40" fmla="*/ 562 w 747"/>
                  <a:gd name="T41" fmla="*/ 30 h 461"/>
                  <a:gd name="T42" fmla="*/ 478 w 747"/>
                  <a:gd name="T43" fmla="*/ 6 h 461"/>
                  <a:gd name="T44" fmla="*/ 382 w 747"/>
                  <a:gd name="T45" fmla="*/ 0 h 461"/>
                  <a:gd name="T46" fmla="*/ 305 w 747"/>
                  <a:gd name="T47" fmla="*/ 6 h 461"/>
                  <a:gd name="T48" fmla="*/ 233 w 747"/>
                  <a:gd name="T49" fmla="*/ 18 h 461"/>
                  <a:gd name="T50" fmla="*/ 167 w 747"/>
                  <a:gd name="T51" fmla="*/ 41 h 461"/>
                  <a:gd name="T52" fmla="*/ 113 w 747"/>
                  <a:gd name="T53" fmla="*/ 65 h 461"/>
                  <a:gd name="T54" fmla="*/ 65 w 747"/>
                  <a:gd name="T55" fmla="*/ 101 h 461"/>
                  <a:gd name="T56" fmla="*/ 30 w 747"/>
                  <a:gd name="T57" fmla="*/ 137 h 461"/>
                  <a:gd name="T58" fmla="*/ 6 w 747"/>
                  <a:gd name="T59" fmla="*/ 179 h 461"/>
                  <a:gd name="T60" fmla="*/ 0 w 747"/>
                  <a:gd name="T61" fmla="*/ 227 h 461"/>
                  <a:gd name="T62" fmla="*/ 6 w 747"/>
                  <a:gd name="T63" fmla="*/ 275 h 461"/>
                  <a:gd name="T64" fmla="*/ 30 w 747"/>
                  <a:gd name="T65" fmla="*/ 317 h 461"/>
                  <a:gd name="T66" fmla="*/ 65 w 747"/>
                  <a:gd name="T67" fmla="*/ 359 h 461"/>
                  <a:gd name="T68" fmla="*/ 113 w 747"/>
                  <a:gd name="T69" fmla="*/ 395 h 461"/>
                  <a:gd name="T70" fmla="*/ 167 w 747"/>
                  <a:gd name="T71" fmla="*/ 419 h 461"/>
                  <a:gd name="T72" fmla="*/ 233 w 747"/>
                  <a:gd name="T73" fmla="*/ 443 h 461"/>
                  <a:gd name="T74" fmla="*/ 305 w 747"/>
                  <a:gd name="T75" fmla="*/ 455 h 461"/>
                  <a:gd name="T76" fmla="*/ 382 w 747"/>
                  <a:gd name="T77" fmla="*/ 461 h 461"/>
                  <a:gd name="T78" fmla="*/ 448 w 747"/>
                  <a:gd name="T79" fmla="*/ 455 h 461"/>
                  <a:gd name="T80" fmla="*/ 508 w 747"/>
                  <a:gd name="T81" fmla="*/ 449 h 461"/>
                  <a:gd name="T82" fmla="*/ 609 w 747"/>
                  <a:gd name="T83" fmla="*/ 413 h 461"/>
                  <a:gd name="T84" fmla="*/ 657 w 747"/>
                  <a:gd name="T85" fmla="*/ 389 h 461"/>
                  <a:gd name="T86" fmla="*/ 693 w 747"/>
                  <a:gd name="T87" fmla="*/ 359 h 461"/>
                  <a:gd name="T88" fmla="*/ 723 w 747"/>
                  <a:gd name="T89" fmla="*/ 329 h 461"/>
                  <a:gd name="T90" fmla="*/ 747 w 747"/>
                  <a:gd name="T91" fmla="*/ 293 h 461"/>
                  <a:gd name="T92" fmla="*/ 741 w 747"/>
                  <a:gd name="T93" fmla="*/ 287 h 461"/>
                  <a:gd name="T94" fmla="*/ 729 w 747"/>
                  <a:gd name="T95" fmla="*/ 281 h 461"/>
                  <a:gd name="T96" fmla="*/ 711 w 747"/>
                  <a:gd name="T97" fmla="*/ 317 h 461"/>
                  <a:gd name="T98" fmla="*/ 681 w 747"/>
                  <a:gd name="T99" fmla="*/ 347 h 461"/>
                  <a:gd name="T100" fmla="*/ 645 w 747"/>
                  <a:gd name="T101" fmla="*/ 377 h 461"/>
                  <a:gd name="T102" fmla="*/ 604 w 747"/>
                  <a:gd name="T103" fmla="*/ 401 h 461"/>
                  <a:gd name="T104" fmla="*/ 502 w 747"/>
                  <a:gd name="T105" fmla="*/ 431 h 461"/>
                  <a:gd name="T106" fmla="*/ 442 w 747"/>
                  <a:gd name="T107" fmla="*/ 443 h 461"/>
                  <a:gd name="T108" fmla="*/ 382 w 747"/>
                  <a:gd name="T109" fmla="*/ 443 h 461"/>
                  <a:gd name="T110" fmla="*/ 382 w 747"/>
                  <a:gd name="T111" fmla="*/ 443 h 4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747" h="461">
                    <a:moveTo>
                      <a:pt x="382" y="443"/>
                    </a:moveTo>
                    <a:lnTo>
                      <a:pt x="311" y="437"/>
                    </a:lnTo>
                    <a:lnTo>
                      <a:pt x="245" y="425"/>
                    </a:lnTo>
                    <a:lnTo>
                      <a:pt x="185" y="407"/>
                    </a:lnTo>
                    <a:lnTo>
                      <a:pt x="131" y="383"/>
                    </a:lnTo>
                    <a:lnTo>
                      <a:pt x="83" y="347"/>
                    </a:lnTo>
                    <a:lnTo>
                      <a:pt x="53" y="311"/>
                    </a:lnTo>
                    <a:lnTo>
                      <a:pt x="30" y="269"/>
                    </a:lnTo>
                    <a:lnTo>
                      <a:pt x="24" y="227"/>
                    </a:lnTo>
                    <a:lnTo>
                      <a:pt x="30" y="185"/>
                    </a:lnTo>
                    <a:lnTo>
                      <a:pt x="53" y="143"/>
                    </a:lnTo>
                    <a:lnTo>
                      <a:pt x="83" y="107"/>
                    </a:lnTo>
                    <a:lnTo>
                      <a:pt x="131" y="77"/>
                    </a:lnTo>
                    <a:lnTo>
                      <a:pt x="185" y="47"/>
                    </a:lnTo>
                    <a:lnTo>
                      <a:pt x="245" y="30"/>
                    </a:lnTo>
                    <a:lnTo>
                      <a:pt x="311" y="18"/>
                    </a:lnTo>
                    <a:lnTo>
                      <a:pt x="382" y="12"/>
                    </a:lnTo>
                    <a:lnTo>
                      <a:pt x="478" y="18"/>
                    </a:lnTo>
                    <a:lnTo>
                      <a:pt x="562" y="41"/>
                    </a:lnTo>
                    <a:lnTo>
                      <a:pt x="562" y="36"/>
                    </a:lnTo>
                    <a:lnTo>
                      <a:pt x="562" y="30"/>
                    </a:lnTo>
                    <a:lnTo>
                      <a:pt x="478" y="6"/>
                    </a:lnTo>
                    <a:lnTo>
                      <a:pt x="382" y="0"/>
                    </a:lnTo>
                    <a:lnTo>
                      <a:pt x="305" y="6"/>
                    </a:lnTo>
                    <a:lnTo>
                      <a:pt x="233" y="18"/>
                    </a:lnTo>
                    <a:lnTo>
                      <a:pt x="167" y="41"/>
                    </a:lnTo>
                    <a:lnTo>
                      <a:pt x="113" y="65"/>
                    </a:lnTo>
                    <a:lnTo>
                      <a:pt x="65" y="101"/>
                    </a:lnTo>
                    <a:lnTo>
                      <a:pt x="30" y="137"/>
                    </a:lnTo>
                    <a:lnTo>
                      <a:pt x="6" y="179"/>
                    </a:lnTo>
                    <a:lnTo>
                      <a:pt x="0" y="227"/>
                    </a:lnTo>
                    <a:lnTo>
                      <a:pt x="6" y="275"/>
                    </a:lnTo>
                    <a:lnTo>
                      <a:pt x="30" y="317"/>
                    </a:lnTo>
                    <a:lnTo>
                      <a:pt x="65" y="359"/>
                    </a:lnTo>
                    <a:lnTo>
                      <a:pt x="113" y="395"/>
                    </a:lnTo>
                    <a:lnTo>
                      <a:pt x="167" y="419"/>
                    </a:lnTo>
                    <a:lnTo>
                      <a:pt x="233" y="443"/>
                    </a:lnTo>
                    <a:lnTo>
                      <a:pt x="305" y="455"/>
                    </a:lnTo>
                    <a:lnTo>
                      <a:pt x="382" y="461"/>
                    </a:lnTo>
                    <a:lnTo>
                      <a:pt x="448" y="455"/>
                    </a:lnTo>
                    <a:lnTo>
                      <a:pt x="508" y="449"/>
                    </a:lnTo>
                    <a:lnTo>
                      <a:pt x="609" y="413"/>
                    </a:lnTo>
                    <a:lnTo>
                      <a:pt x="657" y="389"/>
                    </a:lnTo>
                    <a:lnTo>
                      <a:pt x="693" y="359"/>
                    </a:lnTo>
                    <a:lnTo>
                      <a:pt x="723" y="329"/>
                    </a:lnTo>
                    <a:lnTo>
                      <a:pt x="747" y="293"/>
                    </a:lnTo>
                    <a:lnTo>
                      <a:pt x="741" y="287"/>
                    </a:lnTo>
                    <a:lnTo>
                      <a:pt x="729" y="281"/>
                    </a:lnTo>
                    <a:lnTo>
                      <a:pt x="711" y="317"/>
                    </a:lnTo>
                    <a:lnTo>
                      <a:pt x="681" y="347"/>
                    </a:lnTo>
                    <a:lnTo>
                      <a:pt x="645" y="377"/>
                    </a:lnTo>
                    <a:lnTo>
                      <a:pt x="604" y="401"/>
                    </a:lnTo>
                    <a:lnTo>
                      <a:pt x="502" y="431"/>
                    </a:lnTo>
                    <a:lnTo>
                      <a:pt x="442" y="443"/>
                    </a:lnTo>
                    <a:lnTo>
                      <a:pt x="382" y="443"/>
                    </a:lnTo>
                    <a:lnTo>
                      <a:pt x="382" y="443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0980"/>
                      <a:invGamma/>
                    </a:schemeClr>
                  </a:gs>
                </a:gsLst>
                <a:path path="rect">
                  <a:fillToRect l="50000" t="50000" r="50000" b="50000"/>
                </a:path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302" name="Freeform 14">
                <a:extLst>
                  <a:ext uri="{FF2B5EF4-FFF2-40B4-BE49-F238E27FC236}">
                    <a16:creationId xmlns:a16="http://schemas.microsoft.com/office/drawing/2014/main" id="{63B259F4-1FBC-F4A3-A9CB-36A037959105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4037" y="3721"/>
                <a:ext cx="96" cy="30"/>
              </a:xfrm>
              <a:custGeom>
                <a:avLst/>
                <a:gdLst>
                  <a:gd name="T0" fmla="*/ 0 w 96"/>
                  <a:gd name="T1" fmla="*/ 0 h 30"/>
                  <a:gd name="T2" fmla="*/ 0 w 96"/>
                  <a:gd name="T3" fmla="*/ 12 h 30"/>
                  <a:gd name="T4" fmla="*/ 48 w 96"/>
                  <a:gd name="T5" fmla="*/ 18 h 30"/>
                  <a:gd name="T6" fmla="*/ 96 w 96"/>
                  <a:gd name="T7" fmla="*/ 30 h 30"/>
                  <a:gd name="T8" fmla="*/ 96 w 96"/>
                  <a:gd name="T9" fmla="*/ 24 h 30"/>
                  <a:gd name="T10" fmla="*/ 96 w 96"/>
                  <a:gd name="T11" fmla="*/ 18 h 30"/>
                  <a:gd name="T12" fmla="*/ 48 w 96"/>
                  <a:gd name="T13" fmla="*/ 12 h 30"/>
                  <a:gd name="T14" fmla="*/ 0 w 96"/>
                  <a:gd name="T15" fmla="*/ 0 h 30"/>
                  <a:gd name="T16" fmla="*/ 0 w 96"/>
                  <a:gd name="T17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6" h="30">
                    <a:moveTo>
                      <a:pt x="0" y="0"/>
                    </a:moveTo>
                    <a:lnTo>
                      <a:pt x="0" y="12"/>
                    </a:lnTo>
                    <a:lnTo>
                      <a:pt x="48" y="18"/>
                    </a:lnTo>
                    <a:lnTo>
                      <a:pt x="96" y="30"/>
                    </a:lnTo>
                    <a:lnTo>
                      <a:pt x="96" y="24"/>
                    </a:lnTo>
                    <a:lnTo>
                      <a:pt x="96" y="18"/>
                    </a:lnTo>
                    <a:lnTo>
                      <a:pt x="48" y="12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87843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303" name="Oval 15">
                <a:extLst>
                  <a:ext uri="{FF2B5EF4-FFF2-40B4-BE49-F238E27FC236}">
                    <a16:creationId xmlns:a16="http://schemas.microsoft.com/office/drawing/2014/main" id="{3897B1F9-F90C-69BC-B8CA-7E4E02A620A2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3910" y="3948"/>
                <a:ext cx="84" cy="53"/>
              </a:xfrm>
              <a:prstGeom prst="ellipse">
                <a:avLst/>
              </a:prstGeom>
              <a:gradFill rotWithShape="0">
                <a:gsLst>
                  <a:gs pos="0">
                    <a:schemeClr val="accent2">
                      <a:gamma/>
                      <a:shade val="94118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grpSp>
          <p:nvGrpSpPr>
            <p:cNvPr id="12304" name="Group 16">
              <a:extLst>
                <a:ext uri="{FF2B5EF4-FFF2-40B4-BE49-F238E27FC236}">
                  <a16:creationId xmlns:a16="http://schemas.microsoft.com/office/drawing/2014/main" id="{8EFA068C-5FAF-DEAC-BE24-85F20E1E9A50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1776" y="3631"/>
              <a:ext cx="1626" cy="683"/>
              <a:chOff x="1776" y="3631"/>
              <a:chExt cx="1626" cy="683"/>
            </a:xfrm>
          </p:grpSpPr>
          <p:sp>
            <p:nvSpPr>
              <p:cNvPr id="12305" name="Oval 17">
                <a:extLst>
                  <a:ext uri="{FF2B5EF4-FFF2-40B4-BE49-F238E27FC236}">
                    <a16:creationId xmlns:a16="http://schemas.microsoft.com/office/drawing/2014/main" id="{729F0EB0-A0BC-DCA1-EFB1-6D92B7B0AADA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2268" y="3934"/>
                <a:ext cx="638" cy="377"/>
              </a:xfrm>
              <a:prstGeom prst="ellipse">
                <a:avLst/>
              </a:prstGeom>
              <a:gradFill rotWithShape="0">
                <a:gsLst>
                  <a:gs pos="0">
                    <a:schemeClr val="accent2">
                      <a:gamma/>
                      <a:shade val="87843"/>
                      <a:invGamma/>
                    </a:schemeClr>
                  </a:gs>
                  <a:gs pos="100000">
                    <a:schemeClr val="accent2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306" name="Oval 18">
                <a:extLst>
                  <a:ext uri="{FF2B5EF4-FFF2-40B4-BE49-F238E27FC236}">
                    <a16:creationId xmlns:a16="http://schemas.microsoft.com/office/drawing/2014/main" id="{925C5217-D0AA-4CE1-365B-398985AB8806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2314" y="3958"/>
                <a:ext cx="543" cy="332"/>
              </a:xfrm>
              <a:prstGeom prst="ellipse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87843"/>
                      <a:invGamma/>
                    </a:schemeClr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307" name="Oval 19">
                <a:extLst>
                  <a:ext uri="{FF2B5EF4-FFF2-40B4-BE49-F238E27FC236}">
                    <a16:creationId xmlns:a16="http://schemas.microsoft.com/office/drawing/2014/main" id="{7BCC968C-2C43-2655-2BE4-5C2FB36494E5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2341" y="3979"/>
                <a:ext cx="501" cy="299"/>
              </a:xfrm>
              <a:prstGeom prst="ellipse">
                <a:avLst/>
              </a:prstGeom>
              <a:gradFill rotWithShape="0">
                <a:gsLst>
                  <a:gs pos="0">
                    <a:schemeClr val="accent2">
                      <a:gamma/>
                      <a:shade val="90980"/>
                      <a:invGamma/>
                    </a:schemeClr>
                  </a:gs>
                  <a:gs pos="100000">
                    <a:schemeClr val="accent2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308" name="Oval 20">
                <a:extLst>
                  <a:ext uri="{FF2B5EF4-FFF2-40B4-BE49-F238E27FC236}">
                    <a16:creationId xmlns:a16="http://schemas.microsoft.com/office/drawing/2014/main" id="{667E02F1-263D-66C7-9C4E-DC7D277F3CBF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2368" y="3997"/>
                <a:ext cx="444" cy="258"/>
              </a:xfrm>
              <a:prstGeom prst="ellipse">
                <a:avLst/>
              </a:prstGeom>
              <a:gradFill rotWithShape="0">
                <a:gsLst>
                  <a:gs pos="0">
                    <a:schemeClr val="accent2">
                      <a:gamma/>
                      <a:shade val="87843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309" name="Oval 21">
                <a:extLst>
                  <a:ext uri="{FF2B5EF4-FFF2-40B4-BE49-F238E27FC236}">
                    <a16:creationId xmlns:a16="http://schemas.microsoft.com/office/drawing/2014/main" id="{CD85590B-E1C5-4C47-676F-2E440C0A85A1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2385" y="4005"/>
                <a:ext cx="413" cy="240"/>
              </a:xfrm>
              <a:prstGeom prst="ellipse">
                <a:avLst/>
              </a:prstGeom>
              <a:gradFill rotWithShape="0">
                <a:gsLst>
                  <a:gs pos="0">
                    <a:schemeClr val="accent2">
                      <a:gamma/>
                      <a:shade val="94118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310" name="Oval 22">
                <a:extLst>
                  <a:ext uri="{FF2B5EF4-FFF2-40B4-BE49-F238E27FC236}">
                    <a16:creationId xmlns:a16="http://schemas.microsoft.com/office/drawing/2014/main" id="{34A73649-D490-5EC3-7A70-76A8CE1DBE16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2437" y="4026"/>
                <a:ext cx="306" cy="192"/>
              </a:xfrm>
              <a:prstGeom prst="ellipse">
                <a:avLst/>
              </a:prstGeom>
              <a:gradFill rotWithShape="0">
                <a:gsLst>
                  <a:gs pos="0">
                    <a:schemeClr val="accent2">
                      <a:gamma/>
                      <a:shade val="87843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311" name="Oval 23">
                <a:extLst>
                  <a:ext uri="{FF2B5EF4-FFF2-40B4-BE49-F238E27FC236}">
                    <a16:creationId xmlns:a16="http://schemas.microsoft.com/office/drawing/2014/main" id="{258F51C7-4DAC-E954-8863-F896BE8DA9DC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2476" y="4056"/>
                <a:ext cx="227" cy="135"/>
              </a:xfrm>
              <a:prstGeom prst="ellipse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0980"/>
                      <a:invGamma/>
                    </a:schemeClr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312" name="Oval 24">
                <a:extLst>
                  <a:ext uri="{FF2B5EF4-FFF2-40B4-BE49-F238E27FC236}">
                    <a16:creationId xmlns:a16="http://schemas.microsoft.com/office/drawing/2014/main" id="{38BD98B6-65B0-CA5B-6DAE-D823ED1F5C68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2542" y="4097"/>
                <a:ext cx="90" cy="60"/>
              </a:xfrm>
              <a:prstGeom prst="ellipse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098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313" name="Freeform 25">
                <a:extLst>
                  <a:ext uri="{FF2B5EF4-FFF2-40B4-BE49-F238E27FC236}">
                    <a16:creationId xmlns:a16="http://schemas.microsoft.com/office/drawing/2014/main" id="{AE1E2D9E-A3E0-304B-0575-AFAAF42E03CB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2585" y="3822"/>
                <a:ext cx="449" cy="186"/>
              </a:xfrm>
              <a:custGeom>
                <a:avLst/>
                <a:gdLst>
                  <a:gd name="T0" fmla="*/ 6 w 448"/>
                  <a:gd name="T1" fmla="*/ 6 h 186"/>
                  <a:gd name="T2" fmla="*/ 78 w 448"/>
                  <a:gd name="T3" fmla="*/ 12 h 186"/>
                  <a:gd name="T4" fmla="*/ 150 w 448"/>
                  <a:gd name="T5" fmla="*/ 18 h 186"/>
                  <a:gd name="T6" fmla="*/ 215 w 448"/>
                  <a:gd name="T7" fmla="*/ 36 h 186"/>
                  <a:gd name="T8" fmla="*/ 275 w 448"/>
                  <a:gd name="T9" fmla="*/ 60 h 186"/>
                  <a:gd name="T10" fmla="*/ 329 w 448"/>
                  <a:gd name="T11" fmla="*/ 84 h 186"/>
                  <a:gd name="T12" fmla="*/ 377 w 448"/>
                  <a:gd name="T13" fmla="*/ 114 h 186"/>
                  <a:gd name="T14" fmla="*/ 419 w 448"/>
                  <a:gd name="T15" fmla="*/ 150 h 186"/>
                  <a:gd name="T16" fmla="*/ 448 w 448"/>
                  <a:gd name="T17" fmla="*/ 186 h 186"/>
                  <a:gd name="T18" fmla="*/ 448 w 448"/>
                  <a:gd name="T19" fmla="*/ 162 h 186"/>
                  <a:gd name="T20" fmla="*/ 413 w 448"/>
                  <a:gd name="T21" fmla="*/ 126 h 186"/>
                  <a:gd name="T22" fmla="*/ 371 w 448"/>
                  <a:gd name="T23" fmla="*/ 96 h 186"/>
                  <a:gd name="T24" fmla="*/ 323 w 448"/>
                  <a:gd name="T25" fmla="*/ 66 h 186"/>
                  <a:gd name="T26" fmla="*/ 269 w 448"/>
                  <a:gd name="T27" fmla="*/ 48 h 186"/>
                  <a:gd name="T28" fmla="*/ 144 w 448"/>
                  <a:gd name="T29" fmla="*/ 12 h 186"/>
                  <a:gd name="T30" fmla="*/ 78 w 448"/>
                  <a:gd name="T31" fmla="*/ 6 h 186"/>
                  <a:gd name="T32" fmla="*/ 6 w 448"/>
                  <a:gd name="T33" fmla="*/ 0 h 186"/>
                  <a:gd name="T34" fmla="*/ 0 w 448"/>
                  <a:gd name="T35" fmla="*/ 0 h 186"/>
                  <a:gd name="T36" fmla="*/ 0 w 448"/>
                  <a:gd name="T37" fmla="*/ 0 h 186"/>
                  <a:gd name="T38" fmla="*/ 0 w 448"/>
                  <a:gd name="T39" fmla="*/ 6 h 186"/>
                  <a:gd name="T40" fmla="*/ 0 w 448"/>
                  <a:gd name="T41" fmla="*/ 6 h 186"/>
                  <a:gd name="T42" fmla="*/ 6 w 448"/>
                  <a:gd name="T43" fmla="*/ 6 h 186"/>
                  <a:gd name="T44" fmla="*/ 6 w 448"/>
                  <a:gd name="T45" fmla="*/ 6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48" h="186">
                    <a:moveTo>
                      <a:pt x="6" y="6"/>
                    </a:moveTo>
                    <a:lnTo>
                      <a:pt x="78" y="12"/>
                    </a:lnTo>
                    <a:lnTo>
                      <a:pt x="150" y="18"/>
                    </a:lnTo>
                    <a:lnTo>
                      <a:pt x="215" y="36"/>
                    </a:lnTo>
                    <a:lnTo>
                      <a:pt x="275" y="60"/>
                    </a:lnTo>
                    <a:lnTo>
                      <a:pt x="329" y="84"/>
                    </a:lnTo>
                    <a:lnTo>
                      <a:pt x="377" y="114"/>
                    </a:lnTo>
                    <a:lnTo>
                      <a:pt x="419" y="150"/>
                    </a:lnTo>
                    <a:lnTo>
                      <a:pt x="448" y="186"/>
                    </a:lnTo>
                    <a:lnTo>
                      <a:pt x="448" y="162"/>
                    </a:lnTo>
                    <a:lnTo>
                      <a:pt x="413" y="126"/>
                    </a:lnTo>
                    <a:lnTo>
                      <a:pt x="371" y="96"/>
                    </a:lnTo>
                    <a:lnTo>
                      <a:pt x="323" y="66"/>
                    </a:lnTo>
                    <a:lnTo>
                      <a:pt x="269" y="48"/>
                    </a:lnTo>
                    <a:lnTo>
                      <a:pt x="144" y="12"/>
                    </a:lnTo>
                    <a:lnTo>
                      <a:pt x="78" y="6"/>
                    </a:lnTo>
                    <a:lnTo>
                      <a:pt x="6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6" y="6"/>
                    </a:lnTo>
                    <a:lnTo>
                      <a:pt x="6" y="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>
                      <a:gamma/>
                      <a:shade val="90980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314" name="Freeform 26">
                <a:extLst>
                  <a:ext uri="{FF2B5EF4-FFF2-40B4-BE49-F238E27FC236}">
                    <a16:creationId xmlns:a16="http://schemas.microsoft.com/office/drawing/2014/main" id="{7FBBBA8F-CC3C-898C-57B9-823A6F34D022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2142" y="3852"/>
                <a:ext cx="892" cy="462"/>
              </a:xfrm>
              <a:custGeom>
                <a:avLst/>
                <a:gdLst>
                  <a:gd name="T0" fmla="*/ 23 w 890"/>
                  <a:gd name="T1" fmla="*/ 276 h 462"/>
                  <a:gd name="T2" fmla="*/ 29 w 890"/>
                  <a:gd name="T3" fmla="*/ 222 h 462"/>
                  <a:gd name="T4" fmla="*/ 59 w 890"/>
                  <a:gd name="T5" fmla="*/ 174 h 462"/>
                  <a:gd name="T6" fmla="*/ 95 w 890"/>
                  <a:gd name="T7" fmla="*/ 132 h 462"/>
                  <a:gd name="T8" fmla="*/ 149 w 890"/>
                  <a:gd name="T9" fmla="*/ 96 h 462"/>
                  <a:gd name="T10" fmla="*/ 209 w 890"/>
                  <a:gd name="T11" fmla="*/ 60 h 462"/>
                  <a:gd name="T12" fmla="*/ 281 w 890"/>
                  <a:gd name="T13" fmla="*/ 36 h 462"/>
                  <a:gd name="T14" fmla="*/ 364 w 890"/>
                  <a:gd name="T15" fmla="*/ 24 h 462"/>
                  <a:gd name="T16" fmla="*/ 448 w 890"/>
                  <a:gd name="T17" fmla="*/ 18 h 462"/>
                  <a:gd name="T18" fmla="*/ 532 w 890"/>
                  <a:gd name="T19" fmla="*/ 24 h 462"/>
                  <a:gd name="T20" fmla="*/ 609 w 890"/>
                  <a:gd name="T21" fmla="*/ 36 h 462"/>
                  <a:gd name="T22" fmla="*/ 681 w 890"/>
                  <a:gd name="T23" fmla="*/ 60 h 462"/>
                  <a:gd name="T24" fmla="*/ 741 w 890"/>
                  <a:gd name="T25" fmla="*/ 96 h 462"/>
                  <a:gd name="T26" fmla="*/ 795 w 890"/>
                  <a:gd name="T27" fmla="*/ 132 h 462"/>
                  <a:gd name="T28" fmla="*/ 831 w 890"/>
                  <a:gd name="T29" fmla="*/ 174 h 462"/>
                  <a:gd name="T30" fmla="*/ 861 w 890"/>
                  <a:gd name="T31" fmla="*/ 222 h 462"/>
                  <a:gd name="T32" fmla="*/ 867 w 890"/>
                  <a:gd name="T33" fmla="*/ 276 h 462"/>
                  <a:gd name="T34" fmla="*/ 855 w 890"/>
                  <a:gd name="T35" fmla="*/ 330 h 462"/>
                  <a:gd name="T36" fmla="*/ 831 w 890"/>
                  <a:gd name="T37" fmla="*/ 378 h 462"/>
                  <a:gd name="T38" fmla="*/ 783 w 890"/>
                  <a:gd name="T39" fmla="*/ 426 h 462"/>
                  <a:gd name="T40" fmla="*/ 723 w 890"/>
                  <a:gd name="T41" fmla="*/ 462 h 462"/>
                  <a:gd name="T42" fmla="*/ 765 w 890"/>
                  <a:gd name="T43" fmla="*/ 462 h 462"/>
                  <a:gd name="T44" fmla="*/ 819 w 890"/>
                  <a:gd name="T45" fmla="*/ 426 h 462"/>
                  <a:gd name="T46" fmla="*/ 855 w 890"/>
                  <a:gd name="T47" fmla="*/ 378 h 462"/>
                  <a:gd name="T48" fmla="*/ 884 w 890"/>
                  <a:gd name="T49" fmla="*/ 330 h 462"/>
                  <a:gd name="T50" fmla="*/ 890 w 890"/>
                  <a:gd name="T51" fmla="*/ 276 h 462"/>
                  <a:gd name="T52" fmla="*/ 884 w 890"/>
                  <a:gd name="T53" fmla="*/ 222 h 462"/>
                  <a:gd name="T54" fmla="*/ 855 w 890"/>
                  <a:gd name="T55" fmla="*/ 168 h 462"/>
                  <a:gd name="T56" fmla="*/ 813 w 890"/>
                  <a:gd name="T57" fmla="*/ 120 h 462"/>
                  <a:gd name="T58" fmla="*/ 759 w 890"/>
                  <a:gd name="T59" fmla="*/ 84 h 462"/>
                  <a:gd name="T60" fmla="*/ 693 w 890"/>
                  <a:gd name="T61" fmla="*/ 48 h 462"/>
                  <a:gd name="T62" fmla="*/ 621 w 890"/>
                  <a:gd name="T63" fmla="*/ 24 h 462"/>
                  <a:gd name="T64" fmla="*/ 538 w 890"/>
                  <a:gd name="T65" fmla="*/ 6 h 462"/>
                  <a:gd name="T66" fmla="*/ 448 w 890"/>
                  <a:gd name="T67" fmla="*/ 0 h 462"/>
                  <a:gd name="T68" fmla="*/ 358 w 890"/>
                  <a:gd name="T69" fmla="*/ 6 h 462"/>
                  <a:gd name="T70" fmla="*/ 275 w 890"/>
                  <a:gd name="T71" fmla="*/ 24 h 462"/>
                  <a:gd name="T72" fmla="*/ 197 w 890"/>
                  <a:gd name="T73" fmla="*/ 48 h 462"/>
                  <a:gd name="T74" fmla="*/ 131 w 890"/>
                  <a:gd name="T75" fmla="*/ 84 h 462"/>
                  <a:gd name="T76" fmla="*/ 77 w 890"/>
                  <a:gd name="T77" fmla="*/ 120 h 462"/>
                  <a:gd name="T78" fmla="*/ 35 w 890"/>
                  <a:gd name="T79" fmla="*/ 168 h 462"/>
                  <a:gd name="T80" fmla="*/ 12 w 890"/>
                  <a:gd name="T81" fmla="*/ 222 h 462"/>
                  <a:gd name="T82" fmla="*/ 0 w 890"/>
                  <a:gd name="T83" fmla="*/ 276 h 462"/>
                  <a:gd name="T84" fmla="*/ 6 w 890"/>
                  <a:gd name="T85" fmla="*/ 330 h 462"/>
                  <a:gd name="T86" fmla="*/ 35 w 890"/>
                  <a:gd name="T87" fmla="*/ 378 h 462"/>
                  <a:gd name="T88" fmla="*/ 71 w 890"/>
                  <a:gd name="T89" fmla="*/ 426 h 462"/>
                  <a:gd name="T90" fmla="*/ 125 w 890"/>
                  <a:gd name="T91" fmla="*/ 462 h 462"/>
                  <a:gd name="T92" fmla="*/ 167 w 890"/>
                  <a:gd name="T93" fmla="*/ 462 h 462"/>
                  <a:gd name="T94" fmla="*/ 107 w 890"/>
                  <a:gd name="T95" fmla="*/ 426 h 462"/>
                  <a:gd name="T96" fmla="*/ 59 w 890"/>
                  <a:gd name="T97" fmla="*/ 378 h 462"/>
                  <a:gd name="T98" fmla="*/ 35 w 890"/>
                  <a:gd name="T99" fmla="*/ 330 h 462"/>
                  <a:gd name="T100" fmla="*/ 23 w 890"/>
                  <a:gd name="T101" fmla="*/ 276 h 462"/>
                  <a:gd name="T102" fmla="*/ 23 w 890"/>
                  <a:gd name="T103" fmla="*/ 276 h 4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890" h="462">
                    <a:moveTo>
                      <a:pt x="23" y="276"/>
                    </a:moveTo>
                    <a:lnTo>
                      <a:pt x="29" y="222"/>
                    </a:lnTo>
                    <a:lnTo>
                      <a:pt x="59" y="174"/>
                    </a:lnTo>
                    <a:lnTo>
                      <a:pt x="95" y="132"/>
                    </a:lnTo>
                    <a:lnTo>
                      <a:pt x="149" y="96"/>
                    </a:lnTo>
                    <a:lnTo>
                      <a:pt x="209" y="60"/>
                    </a:lnTo>
                    <a:lnTo>
                      <a:pt x="281" y="36"/>
                    </a:lnTo>
                    <a:lnTo>
                      <a:pt x="364" y="24"/>
                    </a:lnTo>
                    <a:lnTo>
                      <a:pt x="448" y="18"/>
                    </a:lnTo>
                    <a:lnTo>
                      <a:pt x="532" y="24"/>
                    </a:lnTo>
                    <a:lnTo>
                      <a:pt x="609" y="36"/>
                    </a:lnTo>
                    <a:lnTo>
                      <a:pt x="681" y="60"/>
                    </a:lnTo>
                    <a:lnTo>
                      <a:pt x="741" y="96"/>
                    </a:lnTo>
                    <a:lnTo>
                      <a:pt x="795" y="132"/>
                    </a:lnTo>
                    <a:lnTo>
                      <a:pt x="831" y="174"/>
                    </a:lnTo>
                    <a:lnTo>
                      <a:pt x="861" y="222"/>
                    </a:lnTo>
                    <a:lnTo>
                      <a:pt x="867" y="276"/>
                    </a:lnTo>
                    <a:lnTo>
                      <a:pt x="855" y="330"/>
                    </a:lnTo>
                    <a:lnTo>
                      <a:pt x="831" y="378"/>
                    </a:lnTo>
                    <a:lnTo>
                      <a:pt x="783" y="426"/>
                    </a:lnTo>
                    <a:lnTo>
                      <a:pt x="723" y="462"/>
                    </a:lnTo>
                    <a:lnTo>
                      <a:pt x="765" y="462"/>
                    </a:lnTo>
                    <a:lnTo>
                      <a:pt x="819" y="426"/>
                    </a:lnTo>
                    <a:lnTo>
                      <a:pt x="855" y="378"/>
                    </a:lnTo>
                    <a:lnTo>
                      <a:pt x="884" y="330"/>
                    </a:lnTo>
                    <a:lnTo>
                      <a:pt x="890" y="276"/>
                    </a:lnTo>
                    <a:lnTo>
                      <a:pt x="884" y="222"/>
                    </a:lnTo>
                    <a:lnTo>
                      <a:pt x="855" y="168"/>
                    </a:lnTo>
                    <a:lnTo>
                      <a:pt x="813" y="120"/>
                    </a:lnTo>
                    <a:lnTo>
                      <a:pt x="759" y="84"/>
                    </a:lnTo>
                    <a:lnTo>
                      <a:pt x="693" y="48"/>
                    </a:lnTo>
                    <a:lnTo>
                      <a:pt x="621" y="24"/>
                    </a:lnTo>
                    <a:lnTo>
                      <a:pt x="538" y="6"/>
                    </a:lnTo>
                    <a:lnTo>
                      <a:pt x="448" y="0"/>
                    </a:lnTo>
                    <a:lnTo>
                      <a:pt x="358" y="6"/>
                    </a:lnTo>
                    <a:lnTo>
                      <a:pt x="275" y="24"/>
                    </a:lnTo>
                    <a:lnTo>
                      <a:pt x="197" y="48"/>
                    </a:lnTo>
                    <a:lnTo>
                      <a:pt x="131" y="84"/>
                    </a:lnTo>
                    <a:lnTo>
                      <a:pt x="77" y="120"/>
                    </a:lnTo>
                    <a:lnTo>
                      <a:pt x="35" y="168"/>
                    </a:lnTo>
                    <a:lnTo>
                      <a:pt x="12" y="222"/>
                    </a:lnTo>
                    <a:lnTo>
                      <a:pt x="0" y="276"/>
                    </a:lnTo>
                    <a:lnTo>
                      <a:pt x="6" y="330"/>
                    </a:lnTo>
                    <a:lnTo>
                      <a:pt x="35" y="378"/>
                    </a:lnTo>
                    <a:lnTo>
                      <a:pt x="71" y="426"/>
                    </a:lnTo>
                    <a:lnTo>
                      <a:pt x="125" y="462"/>
                    </a:lnTo>
                    <a:lnTo>
                      <a:pt x="167" y="462"/>
                    </a:lnTo>
                    <a:lnTo>
                      <a:pt x="107" y="426"/>
                    </a:lnTo>
                    <a:lnTo>
                      <a:pt x="59" y="378"/>
                    </a:lnTo>
                    <a:lnTo>
                      <a:pt x="35" y="330"/>
                    </a:lnTo>
                    <a:lnTo>
                      <a:pt x="23" y="276"/>
                    </a:lnTo>
                    <a:lnTo>
                      <a:pt x="23" y="27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84706"/>
                      <a:invGamma/>
                    </a:schemeClr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315" name="Freeform 27">
                <a:extLst>
                  <a:ext uri="{FF2B5EF4-FFF2-40B4-BE49-F238E27FC236}">
                    <a16:creationId xmlns:a16="http://schemas.microsoft.com/office/drawing/2014/main" id="{9C56B95A-2E50-B3B3-500C-DB554D332C21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2082" y="3828"/>
                <a:ext cx="407" cy="486"/>
              </a:xfrm>
              <a:custGeom>
                <a:avLst/>
                <a:gdLst>
                  <a:gd name="T0" fmla="*/ 18 w 406"/>
                  <a:gd name="T1" fmla="*/ 300 h 486"/>
                  <a:gd name="T2" fmla="*/ 24 w 406"/>
                  <a:gd name="T3" fmla="*/ 246 h 486"/>
                  <a:gd name="T4" fmla="*/ 48 w 406"/>
                  <a:gd name="T5" fmla="*/ 198 h 486"/>
                  <a:gd name="T6" fmla="*/ 83 w 406"/>
                  <a:gd name="T7" fmla="*/ 150 h 486"/>
                  <a:gd name="T8" fmla="*/ 131 w 406"/>
                  <a:gd name="T9" fmla="*/ 108 h 486"/>
                  <a:gd name="T10" fmla="*/ 185 w 406"/>
                  <a:gd name="T11" fmla="*/ 72 h 486"/>
                  <a:gd name="T12" fmla="*/ 251 w 406"/>
                  <a:gd name="T13" fmla="*/ 42 h 486"/>
                  <a:gd name="T14" fmla="*/ 329 w 406"/>
                  <a:gd name="T15" fmla="*/ 24 h 486"/>
                  <a:gd name="T16" fmla="*/ 406 w 406"/>
                  <a:gd name="T17" fmla="*/ 6 h 486"/>
                  <a:gd name="T18" fmla="*/ 406 w 406"/>
                  <a:gd name="T19" fmla="*/ 0 h 486"/>
                  <a:gd name="T20" fmla="*/ 323 w 406"/>
                  <a:gd name="T21" fmla="*/ 12 h 486"/>
                  <a:gd name="T22" fmla="*/ 245 w 406"/>
                  <a:gd name="T23" fmla="*/ 36 h 486"/>
                  <a:gd name="T24" fmla="*/ 179 w 406"/>
                  <a:gd name="T25" fmla="*/ 66 h 486"/>
                  <a:gd name="T26" fmla="*/ 119 w 406"/>
                  <a:gd name="T27" fmla="*/ 102 h 486"/>
                  <a:gd name="T28" fmla="*/ 72 w 406"/>
                  <a:gd name="T29" fmla="*/ 144 h 486"/>
                  <a:gd name="T30" fmla="*/ 30 w 406"/>
                  <a:gd name="T31" fmla="*/ 192 h 486"/>
                  <a:gd name="T32" fmla="*/ 6 w 406"/>
                  <a:gd name="T33" fmla="*/ 246 h 486"/>
                  <a:gd name="T34" fmla="*/ 0 w 406"/>
                  <a:gd name="T35" fmla="*/ 300 h 486"/>
                  <a:gd name="T36" fmla="*/ 6 w 406"/>
                  <a:gd name="T37" fmla="*/ 348 h 486"/>
                  <a:gd name="T38" fmla="*/ 30 w 406"/>
                  <a:gd name="T39" fmla="*/ 396 h 486"/>
                  <a:gd name="T40" fmla="*/ 66 w 406"/>
                  <a:gd name="T41" fmla="*/ 444 h 486"/>
                  <a:gd name="T42" fmla="*/ 107 w 406"/>
                  <a:gd name="T43" fmla="*/ 486 h 486"/>
                  <a:gd name="T44" fmla="*/ 131 w 406"/>
                  <a:gd name="T45" fmla="*/ 486 h 486"/>
                  <a:gd name="T46" fmla="*/ 83 w 406"/>
                  <a:gd name="T47" fmla="*/ 450 h 486"/>
                  <a:gd name="T48" fmla="*/ 48 w 406"/>
                  <a:gd name="T49" fmla="*/ 402 h 486"/>
                  <a:gd name="T50" fmla="*/ 24 w 406"/>
                  <a:gd name="T51" fmla="*/ 354 h 486"/>
                  <a:gd name="T52" fmla="*/ 18 w 406"/>
                  <a:gd name="T53" fmla="*/ 300 h 486"/>
                  <a:gd name="T54" fmla="*/ 18 w 406"/>
                  <a:gd name="T55" fmla="*/ 300 h 4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406" h="486">
                    <a:moveTo>
                      <a:pt x="18" y="300"/>
                    </a:moveTo>
                    <a:lnTo>
                      <a:pt x="24" y="246"/>
                    </a:lnTo>
                    <a:lnTo>
                      <a:pt x="48" y="198"/>
                    </a:lnTo>
                    <a:lnTo>
                      <a:pt x="83" y="150"/>
                    </a:lnTo>
                    <a:lnTo>
                      <a:pt x="131" y="108"/>
                    </a:lnTo>
                    <a:lnTo>
                      <a:pt x="185" y="72"/>
                    </a:lnTo>
                    <a:lnTo>
                      <a:pt x="251" y="42"/>
                    </a:lnTo>
                    <a:lnTo>
                      <a:pt x="329" y="24"/>
                    </a:lnTo>
                    <a:lnTo>
                      <a:pt x="406" y="6"/>
                    </a:lnTo>
                    <a:lnTo>
                      <a:pt x="406" y="0"/>
                    </a:lnTo>
                    <a:lnTo>
                      <a:pt x="323" y="12"/>
                    </a:lnTo>
                    <a:lnTo>
                      <a:pt x="245" y="36"/>
                    </a:lnTo>
                    <a:lnTo>
                      <a:pt x="179" y="66"/>
                    </a:lnTo>
                    <a:lnTo>
                      <a:pt x="119" y="102"/>
                    </a:lnTo>
                    <a:lnTo>
                      <a:pt x="72" y="144"/>
                    </a:lnTo>
                    <a:lnTo>
                      <a:pt x="30" y="192"/>
                    </a:lnTo>
                    <a:lnTo>
                      <a:pt x="6" y="246"/>
                    </a:lnTo>
                    <a:lnTo>
                      <a:pt x="0" y="300"/>
                    </a:lnTo>
                    <a:lnTo>
                      <a:pt x="6" y="348"/>
                    </a:lnTo>
                    <a:lnTo>
                      <a:pt x="30" y="396"/>
                    </a:lnTo>
                    <a:lnTo>
                      <a:pt x="66" y="444"/>
                    </a:lnTo>
                    <a:lnTo>
                      <a:pt x="107" y="486"/>
                    </a:lnTo>
                    <a:lnTo>
                      <a:pt x="131" y="486"/>
                    </a:lnTo>
                    <a:lnTo>
                      <a:pt x="83" y="450"/>
                    </a:lnTo>
                    <a:lnTo>
                      <a:pt x="48" y="402"/>
                    </a:lnTo>
                    <a:lnTo>
                      <a:pt x="24" y="354"/>
                    </a:lnTo>
                    <a:lnTo>
                      <a:pt x="18" y="300"/>
                    </a:lnTo>
                    <a:lnTo>
                      <a:pt x="18" y="30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098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316" name="Freeform 28">
                <a:extLst>
                  <a:ext uri="{FF2B5EF4-FFF2-40B4-BE49-F238E27FC236}">
                    <a16:creationId xmlns:a16="http://schemas.microsoft.com/office/drawing/2014/main" id="{F638DC1C-E233-BFAB-01E5-6FAAB2B4E959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2987" y="4044"/>
                <a:ext cx="108" cy="252"/>
              </a:xfrm>
              <a:custGeom>
                <a:avLst/>
                <a:gdLst>
                  <a:gd name="T0" fmla="*/ 89 w 107"/>
                  <a:gd name="T1" fmla="*/ 84 h 252"/>
                  <a:gd name="T2" fmla="*/ 83 w 107"/>
                  <a:gd name="T3" fmla="*/ 132 h 252"/>
                  <a:gd name="T4" fmla="*/ 65 w 107"/>
                  <a:gd name="T5" fmla="*/ 174 h 252"/>
                  <a:gd name="T6" fmla="*/ 36 w 107"/>
                  <a:gd name="T7" fmla="*/ 216 h 252"/>
                  <a:gd name="T8" fmla="*/ 0 w 107"/>
                  <a:gd name="T9" fmla="*/ 252 h 252"/>
                  <a:gd name="T10" fmla="*/ 18 w 107"/>
                  <a:gd name="T11" fmla="*/ 252 h 252"/>
                  <a:gd name="T12" fmla="*/ 53 w 107"/>
                  <a:gd name="T13" fmla="*/ 216 h 252"/>
                  <a:gd name="T14" fmla="*/ 83 w 107"/>
                  <a:gd name="T15" fmla="*/ 174 h 252"/>
                  <a:gd name="T16" fmla="*/ 101 w 107"/>
                  <a:gd name="T17" fmla="*/ 132 h 252"/>
                  <a:gd name="T18" fmla="*/ 107 w 107"/>
                  <a:gd name="T19" fmla="*/ 84 h 252"/>
                  <a:gd name="T20" fmla="*/ 101 w 107"/>
                  <a:gd name="T21" fmla="*/ 42 h 252"/>
                  <a:gd name="T22" fmla="*/ 89 w 107"/>
                  <a:gd name="T23" fmla="*/ 0 h 252"/>
                  <a:gd name="T24" fmla="*/ 65 w 107"/>
                  <a:gd name="T25" fmla="*/ 0 h 252"/>
                  <a:gd name="T26" fmla="*/ 83 w 107"/>
                  <a:gd name="T27" fmla="*/ 42 h 252"/>
                  <a:gd name="T28" fmla="*/ 89 w 107"/>
                  <a:gd name="T29" fmla="*/ 84 h 252"/>
                  <a:gd name="T30" fmla="*/ 89 w 107"/>
                  <a:gd name="T31" fmla="*/ 84 h 2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07" h="252">
                    <a:moveTo>
                      <a:pt x="89" y="84"/>
                    </a:moveTo>
                    <a:lnTo>
                      <a:pt x="83" y="132"/>
                    </a:lnTo>
                    <a:lnTo>
                      <a:pt x="65" y="174"/>
                    </a:lnTo>
                    <a:lnTo>
                      <a:pt x="36" y="216"/>
                    </a:lnTo>
                    <a:lnTo>
                      <a:pt x="0" y="252"/>
                    </a:lnTo>
                    <a:lnTo>
                      <a:pt x="18" y="252"/>
                    </a:lnTo>
                    <a:lnTo>
                      <a:pt x="53" y="216"/>
                    </a:lnTo>
                    <a:lnTo>
                      <a:pt x="83" y="174"/>
                    </a:lnTo>
                    <a:lnTo>
                      <a:pt x="101" y="132"/>
                    </a:lnTo>
                    <a:lnTo>
                      <a:pt x="107" y="84"/>
                    </a:lnTo>
                    <a:lnTo>
                      <a:pt x="101" y="42"/>
                    </a:lnTo>
                    <a:lnTo>
                      <a:pt x="89" y="0"/>
                    </a:lnTo>
                    <a:lnTo>
                      <a:pt x="65" y="0"/>
                    </a:lnTo>
                    <a:lnTo>
                      <a:pt x="83" y="42"/>
                    </a:lnTo>
                    <a:lnTo>
                      <a:pt x="89" y="84"/>
                    </a:lnTo>
                    <a:lnTo>
                      <a:pt x="89" y="8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81961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317" name="Freeform 29">
                <a:extLst>
                  <a:ext uri="{FF2B5EF4-FFF2-40B4-BE49-F238E27FC236}">
                    <a16:creationId xmlns:a16="http://schemas.microsoft.com/office/drawing/2014/main" id="{ACF900D9-FE7A-A5F8-1D7F-3C109925D26B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2068" y="3685"/>
                <a:ext cx="835" cy="150"/>
              </a:xfrm>
              <a:custGeom>
                <a:avLst/>
                <a:gdLst>
                  <a:gd name="T0" fmla="*/ 518 w 835"/>
                  <a:gd name="T1" fmla="*/ 18 h 150"/>
                  <a:gd name="T2" fmla="*/ 597 w 835"/>
                  <a:gd name="T3" fmla="*/ 24 h 150"/>
                  <a:gd name="T4" fmla="*/ 682 w 835"/>
                  <a:gd name="T5" fmla="*/ 30 h 150"/>
                  <a:gd name="T6" fmla="*/ 755 w 835"/>
                  <a:gd name="T7" fmla="*/ 42 h 150"/>
                  <a:gd name="T8" fmla="*/ 828 w 835"/>
                  <a:gd name="T9" fmla="*/ 60 h 150"/>
                  <a:gd name="T10" fmla="*/ 835 w 835"/>
                  <a:gd name="T11" fmla="*/ 42 h 150"/>
                  <a:gd name="T12" fmla="*/ 761 w 835"/>
                  <a:gd name="T13" fmla="*/ 24 h 150"/>
                  <a:gd name="T14" fmla="*/ 688 w 835"/>
                  <a:gd name="T15" fmla="*/ 12 h 150"/>
                  <a:gd name="T16" fmla="*/ 603 w 835"/>
                  <a:gd name="T17" fmla="*/ 6 h 150"/>
                  <a:gd name="T18" fmla="*/ 518 w 835"/>
                  <a:gd name="T19" fmla="*/ 0 h 150"/>
                  <a:gd name="T20" fmla="*/ 372 w 835"/>
                  <a:gd name="T21" fmla="*/ 12 h 150"/>
                  <a:gd name="T22" fmla="*/ 232 w 835"/>
                  <a:gd name="T23" fmla="*/ 36 h 150"/>
                  <a:gd name="T24" fmla="*/ 110 w 835"/>
                  <a:gd name="T25" fmla="*/ 78 h 150"/>
                  <a:gd name="T26" fmla="*/ 0 w 835"/>
                  <a:gd name="T27" fmla="*/ 132 h 150"/>
                  <a:gd name="T28" fmla="*/ 19 w 835"/>
                  <a:gd name="T29" fmla="*/ 150 h 150"/>
                  <a:gd name="T30" fmla="*/ 122 w 835"/>
                  <a:gd name="T31" fmla="*/ 96 h 150"/>
                  <a:gd name="T32" fmla="*/ 244 w 835"/>
                  <a:gd name="T33" fmla="*/ 54 h 150"/>
                  <a:gd name="T34" fmla="*/ 378 w 835"/>
                  <a:gd name="T35" fmla="*/ 30 h 150"/>
                  <a:gd name="T36" fmla="*/ 518 w 835"/>
                  <a:gd name="T37" fmla="*/ 18 h 150"/>
                  <a:gd name="T38" fmla="*/ 518 w 835"/>
                  <a:gd name="T39" fmla="*/ 18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835" h="150">
                    <a:moveTo>
                      <a:pt x="518" y="18"/>
                    </a:moveTo>
                    <a:lnTo>
                      <a:pt x="597" y="24"/>
                    </a:lnTo>
                    <a:lnTo>
                      <a:pt x="682" y="30"/>
                    </a:lnTo>
                    <a:lnTo>
                      <a:pt x="755" y="42"/>
                    </a:lnTo>
                    <a:lnTo>
                      <a:pt x="828" y="60"/>
                    </a:lnTo>
                    <a:lnTo>
                      <a:pt x="835" y="42"/>
                    </a:lnTo>
                    <a:lnTo>
                      <a:pt x="761" y="24"/>
                    </a:lnTo>
                    <a:lnTo>
                      <a:pt x="688" y="12"/>
                    </a:lnTo>
                    <a:lnTo>
                      <a:pt x="603" y="6"/>
                    </a:lnTo>
                    <a:lnTo>
                      <a:pt x="518" y="0"/>
                    </a:lnTo>
                    <a:lnTo>
                      <a:pt x="372" y="12"/>
                    </a:lnTo>
                    <a:lnTo>
                      <a:pt x="232" y="36"/>
                    </a:lnTo>
                    <a:lnTo>
                      <a:pt x="110" y="78"/>
                    </a:lnTo>
                    <a:lnTo>
                      <a:pt x="0" y="132"/>
                    </a:lnTo>
                    <a:lnTo>
                      <a:pt x="19" y="150"/>
                    </a:lnTo>
                    <a:lnTo>
                      <a:pt x="122" y="96"/>
                    </a:lnTo>
                    <a:lnTo>
                      <a:pt x="244" y="54"/>
                    </a:lnTo>
                    <a:lnTo>
                      <a:pt x="378" y="30"/>
                    </a:lnTo>
                    <a:lnTo>
                      <a:pt x="518" y="18"/>
                    </a:lnTo>
                    <a:lnTo>
                      <a:pt x="518" y="18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318" name="Freeform 30">
                <a:extLst>
                  <a:ext uri="{FF2B5EF4-FFF2-40B4-BE49-F238E27FC236}">
                    <a16:creationId xmlns:a16="http://schemas.microsoft.com/office/drawing/2014/main" id="{D5016902-DE61-9EC8-D61B-F330DE7D5B8D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1867" y="3853"/>
                <a:ext cx="171" cy="461"/>
              </a:xfrm>
              <a:custGeom>
                <a:avLst/>
                <a:gdLst>
                  <a:gd name="T0" fmla="*/ 31 w 171"/>
                  <a:gd name="T1" fmla="*/ 263 h 461"/>
                  <a:gd name="T2" fmla="*/ 43 w 171"/>
                  <a:gd name="T3" fmla="*/ 191 h 461"/>
                  <a:gd name="T4" fmla="*/ 67 w 171"/>
                  <a:gd name="T5" fmla="*/ 131 h 461"/>
                  <a:gd name="T6" fmla="*/ 116 w 171"/>
                  <a:gd name="T7" fmla="*/ 72 h 461"/>
                  <a:gd name="T8" fmla="*/ 171 w 171"/>
                  <a:gd name="T9" fmla="*/ 18 h 461"/>
                  <a:gd name="T10" fmla="*/ 153 w 171"/>
                  <a:gd name="T11" fmla="*/ 0 h 461"/>
                  <a:gd name="T12" fmla="*/ 86 w 171"/>
                  <a:gd name="T13" fmla="*/ 60 h 461"/>
                  <a:gd name="T14" fmla="*/ 43 w 171"/>
                  <a:gd name="T15" fmla="*/ 120 h 461"/>
                  <a:gd name="T16" fmla="*/ 13 w 171"/>
                  <a:gd name="T17" fmla="*/ 191 h 461"/>
                  <a:gd name="T18" fmla="*/ 0 w 171"/>
                  <a:gd name="T19" fmla="*/ 263 h 461"/>
                  <a:gd name="T20" fmla="*/ 6 w 171"/>
                  <a:gd name="T21" fmla="*/ 317 h 461"/>
                  <a:gd name="T22" fmla="*/ 25 w 171"/>
                  <a:gd name="T23" fmla="*/ 365 h 461"/>
                  <a:gd name="T24" fmla="*/ 49 w 171"/>
                  <a:gd name="T25" fmla="*/ 413 h 461"/>
                  <a:gd name="T26" fmla="*/ 86 w 171"/>
                  <a:gd name="T27" fmla="*/ 461 h 461"/>
                  <a:gd name="T28" fmla="*/ 122 w 171"/>
                  <a:gd name="T29" fmla="*/ 461 h 461"/>
                  <a:gd name="T30" fmla="*/ 86 w 171"/>
                  <a:gd name="T31" fmla="*/ 413 h 461"/>
                  <a:gd name="T32" fmla="*/ 55 w 171"/>
                  <a:gd name="T33" fmla="*/ 365 h 461"/>
                  <a:gd name="T34" fmla="*/ 37 w 171"/>
                  <a:gd name="T35" fmla="*/ 317 h 461"/>
                  <a:gd name="T36" fmla="*/ 31 w 171"/>
                  <a:gd name="T37" fmla="*/ 263 h 461"/>
                  <a:gd name="T38" fmla="*/ 31 w 171"/>
                  <a:gd name="T39" fmla="*/ 263 h 4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71" h="461">
                    <a:moveTo>
                      <a:pt x="31" y="263"/>
                    </a:moveTo>
                    <a:lnTo>
                      <a:pt x="43" y="191"/>
                    </a:lnTo>
                    <a:lnTo>
                      <a:pt x="67" y="131"/>
                    </a:lnTo>
                    <a:lnTo>
                      <a:pt x="116" y="72"/>
                    </a:lnTo>
                    <a:lnTo>
                      <a:pt x="171" y="18"/>
                    </a:lnTo>
                    <a:lnTo>
                      <a:pt x="153" y="0"/>
                    </a:lnTo>
                    <a:lnTo>
                      <a:pt x="86" y="60"/>
                    </a:lnTo>
                    <a:lnTo>
                      <a:pt x="43" y="120"/>
                    </a:lnTo>
                    <a:lnTo>
                      <a:pt x="13" y="191"/>
                    </a:lnTo>
                    <a:lnTo>
                      <a:pt x="0" y="263"/>
                    </a:lnTo>
                    <a:lnTo>
                      <a:pt x="6" y="317"/>
                    </a:lnTo>
                    <a:lnTo>
                      <a:pt x="25" y="365"/>
                    </a:lnTo>
                    <a:lnTo>
                      <a:pt x="49" y="413"/>
                    </a:lnTo>
                    <a:lnTo>
                      <a:pt x="86" y="461"/>
                    </a:lnTo>
                    <a:lnTo>
                      <a:pt x="122" y="461"/>
                    </a:lnTo>
                    <a:lnTo>
                      <a:pt x="86" y="413"/>
                    </a:lnTo>
                    <a:lnTo>
                      <a:pt x="55" y="365"/>
                    </a:lnTo>
                    <a:lnTo>
                      <a:pt x="37" y="317"/>
                    </a:lnTo>
                    <a:lnTo>
                      <a:pt x="31" y="263"/>
                    </a:lnTo>
                    <a:lnTo>
                      <a:pt x="31" y="263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319" name="Freeform 31">
                <a:extLst>
                  <a:ext uri="{FF2B5EF4-FFF2-40B4-BE49-F238E27FC236}">
                    <a16:creationId xmlns:a16="http://schemas.microsoft.com/office/drawing/2014/main" id="{FE9E828E-33FA-CEC0-B6D5-9D8C38614685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2951" y="3751"/>
                <a:ext cx="360" cy="563"/>
              </a:xfrm>
              <a:custGeom>
                <a:avLst/>
                <a:gdLst>
                  <a:gd name="T0" fmla="*/ 360 w 360"/>
                  <a:gd name="T1" fmla="*/ 365 h 563"/>
                  <a:gd name="T2" fmla="*/ 353 w 360"/>
                  <a:gd name="T3" fmla="*/ 305 h 563"/>
                  <a:gd name="T4" fmla="*/ 335 w 360"/>
                  <a:gd name="T5" fmla="*/ 251 h 563"/>
                  <a:gd name="T6" fmla="*/ 305 w 360"/>
                  <a:gd name="T7" fmla="*/ 204 h 563"/>
                  <a:gd name="T8" fmla="*/ 262 w 360"/>
                  <a:gd name="T9" fmla="*/ 156 h 563"/>
                  <a:gd name="T10" fmla="*/ 213 w 360"/>
                  <a:gd name="T11" fmla="*/ 108 h 563"/>
                  <a:gd name="T12" fmla="*/ 159 w 360"/>
                  <a:gd name="T13" fmla="*/ 66 h 563"/>
                  <a:gd name="T14" fmla="*/ 92 w 360"/>
                  <a:gd name="T15" fmla="*/ 30 h 563"/>
                  <a:gd name="T16" fmla="*/ 19 w 360"/>
                  <a:gd name="T17" fmla="*/ 0 h 563"/>
                  <a:gd name="T18" fmla="*/ 0 w 360"/>
                  <a:gd name="T19" fmla="*/ 12 h 563"/>
                  <a:gd name="T20" fmla="*/ 67 w 360"/>
                  <a:gd name="T21" fmla="*/ 42 h 563"/>
                  <a:gd name="T22" fmla="*/ 134 w 360"/>
                  <a:gd name="T23" fmla="*/ 78 h 563"/>
                  <a:gd name="T24" fmla="*/ 189 w 360"/>
                  <a:gd name="T25" fmla="*/ 114 h 563"/>
                  <a:gd name="T26" fmla="*/ 238 w 360"/>
                  <a:gd name="T27" fmla="*/ 162 h 563"/>
                  <a:gd name="T28" fmla="*/ 274 w 360"/>
                  <a:gd name="T29" fmla="*/ 210 h 563"/>
                  <a:gd name="T30" fmla="*/ 299 w 360"/>
                  <a:gd name="T31" fmla="*/ 257 h 563"/>
                  <a:gd name="T32" fmla="*/ 317 w 360"/>
                  <a:gd name="T33" fmla="*/ 311 h 563"/>
                  <a:gd name="T34" fmla="*/ 323 w 360"/>
                  <a:gd name="T35" fmla="*/ 365 h 563"/>
                  <a:gd name="T36" fmla="*/ 317 w 360"/>
                  <a:gd name="T37" fmla="*/ 419 h 563"/>
                  <a:gd name="T38" fmla="*/ 299 w 360"/>
                  <a:gd name="T39" fmla="*/ 467 h 563"/>
                  <a:gd name="T40" fmla="*/ 274 w 360"/>
                  <a:gd name="T41" fmla="*/ 515 h 563"/>
                  <a:gd name="T42" fmla="*/ 238 w 360"/>
                  <a:gd name="T43" fmla="*/ 563 h 563"/>
                  <a:gd name="T44" fmla="*/ 268 w 360"/>
                  <a:gd name="T45" fmla="*/ 563 h 563"/>
                  <a:gd name="T46" fmla="*/ 311 w 360"/>
                  <a:gd name="T47" fmla="*/ 515 h 563"/>
                  <a:gd name="T48" fmla="*/ 335 w 360"/>
                  <a:gd name="T49" fmla="*/ 467 h 563"/>
                  <a:gd name="T50" fmla="*/ 353 w 360"/>
                  <a:gd name="T51" fmla="*/ 419 h 563"/>
                  <a:gd name="T52" fmla="*/ 360 w 360"/>
                  <a:gd name="T53" fmla="*/ 365 h 563"/>
                  <a:gd name="T54" fmla="*/ 360 w 360"/>
                  <a:gd name="T55" fmla="*/ 365 h 5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360" h="563">
                    <a:moveTo>
                      <a:pt x="360" y="365"/>
                    </a:moveTo>
                    <a:lnTo>
                      <a:pt x="353" y="305"/>
                    </a:lnTo>
                    <a:lnTo>
                      <a:pt x="335" y="251"/>
                    </a:lnTo>
                    <a:lnTo>
                      <a:pt x="305" y="204"/>
                    </a:lnTo>
                    <a:lnTo>
                      <a:pt x="262" y="156"/>
                    </a:lnTo>
                    <a:lnTo>
                      <a:pt x="213" y="108"/>
                    </a:lnTo>
                    <a:lnTo>
                      <a:pt x="159" y="66"/>
                    </a:lnTo>
                    <a:lnTo>
                      <a:pt x="92" y="30"/>
                    </a:lnTo>
                    <a:lnTo>
                      <a:pt x="19" y="0"/>
                    </a:lnTo>
                    <a:lnTo>
                      <a:pt x="0" y="12"/>
                    </a:lnTo>
                    <a:lnTo>
                      <a:pt x="67" y="42"/>
                    </a:lnTo>
                    <a:lnTo>
                      <a:pt x="134" y="78"/>
                    </a:lnTo>
                    <a:lnTo>
                      <a:pt x="189" y="114"/>
                    </a:lnTo>
                    <a:lnTo>
                      <a:pt x="238" y="162"/>
                    </a:lnTo>
                    <a:lnTo>
                      <a:pt x="274" y="210"/>
                    </a:lnTo>
                    <a:lnTo>
                      <a:pt x="299" y="257"/>
                    </a:lnTo>
                    <a:lnTo>
                      <a:pt x="317" y="311"/>
                    </a:lnTo>
                    <a:lnTo>
                      <a:pt x="323" y="365"/>
                    </a:lnTo>
                    <a:lnTo>
                      <a:pt x="317" y="419"/>
                    </a:lnTo>
                    <a:lnTo>
                      <a:pt x="299" y="467"/>
                    </a:lnTo>
                    <a:lnTo>
                      <a:pt x="274" y="515"/>
                    </a:lnTo>
                    <a:lnTo>
                      <a:pt x="238" y="563"/>
                    </a:lnTo>
                    <a:lnTo>
                      <a:pt x="268" y="563"/>
                    </a:lnTo>
                    <a:lnTo>
                      <a:pt x="311" y="515"/>
                    </a:lnTo>
                    <a:lnTo>
                      <a:pt x="335" y="467"/>
                    </a:lnTo>
                    <a:lnTo>
                      <a:pt x="353" y="419"/>
                    </a:lnTo>
                    <a:lnTo>
                      <a:pt x="360" y="365"/>
                    </a:lnTo>
                    <a:lnTo>
                      <a:pt x="360" y="36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87843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320" name="Freeform 32">
                <a:extLst>
                  <a:ext uri="{FF2B5EF4-FFF2-40B4-BE49-F238E27FC236}">
                    <a16:creationId xmlns:a16="http://schemas.microsoft.com/office/drawing/2014/main" id="{478BCFAA-F42C-BD35-52CF-BA9D4B0EC884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2318" y="3631"/>
                <a:ext cx="1078" cy="425"/>
              </a:xfrm>
              <a:custGeom>
                <a:avLst/>
                <a:gdLst>
                  <a:gd name="T0" fmla="*/ 1053 w 1078"/>
                  <a:gd name="T1" fmla="*/ 425 h 425"/>
                  <a:gd name="T2" fmla="*/ 1078 w 1078"/>
                  <a:gd name="T3" fmla="*/ 419 h 425"/>
                  <a:gd name="T4" fmla="*/ 1066 w 1078"/>
                  <a:gd name="T5" fmla="*/ 377 h 425"/>
                  <a:gd name="T6" fmla="*/ 1047 w 1078"/>
                  <a:gd name="T7" fmla="*/ 336 h 425"/>
                  <a:gd name="T8" fmla="*/ 986 w 1078"/>
                  <a:gd name="T9" fmla="*/ 252 h 425"/>
                  <a:gd name="T10" fmla="*/ 907 w 1078"/>
                  <a:gd name="T11" fmla="*/ 180 h 425"/>
                  <a:gd name="T12" fmla="*/ 810 w 1078"/>
                  <a:gd name="T13" fmla="*/ 120 h 425"/>
                  <a:gd name="T14" fmla="*/ 694 w 1078"/>
                  <a:gd name="T15" fmla="*/ 72 h 425"/>
                  <a:gd name="T16" fmla="*/ 560 w 1078"/>
                  <a:gd name="T17" fmla="*/ 30 h 425"/>
                  <a:gd name="T18" fmla="*/ 420 w 1078"/>
                  <a:gd name="T19" fmla="*/ 6 h 425"/>
                  <a:gd name="T20" fmla="*/ 268 w 1078"/>
                  <a:gd name="T21" fmla="*/ 0 h 425"/>
                  <a:gd name="T22" fmla="*/ 134 w 1078"/>
                  <a:gd name="T23" fmla="*/ 6 h 425"/>
                  <a:gd name="T24" fmla="*/ 0 w 1078"/>
                  <a:gd name="T25" fmla="*/ 24 h 425"/>
                  <a:gd name="T26" fmla="*/ 12 w 1078"/>
                  <a:gd name="T27" fmla="*/ 36 h 425"/>
                  <a:gd name="T28" fmla="*/ 134 w 1078"/>
                  <a:gd name="T29" fmla="*/ 18 h 425"/>
                  <a:gd name="T30" fmla="*/ 268 w 1078"/>
                  <a:gd name="T31" fmla="*/ 12 h 425"/>
                  <a:gd name="T32" fmla="*/ 420 w 1078"/>
                  <a:gd name="T33" fmla="*/ 18 h 425"/>
                  <a:gd name="T34" fmla="*/ 554 w 1078"/>
                  <a:gd name="T35" fmla="*/ 42 h 425"/>
                  <a:gd name="T36" fmla="*/ 682 w 1078"/>
                  <a:gd name="T37" fmla="*/ 84 h 425"/>
                  <a:gd name="T38" fmla="*/ 798 w 1078"/>
                  <a:gd name="T39" fmla="*/ 132 h 425"/>
                  <a:gd name="T40" fmla="*/ 895 w 1078"/>
                  <a:gd name="T41" fmla="*/ 192 h 425"/>
                  <a:gd name="T42" fmla="*/ 968 w 1078"/>
                  <a:gd name="T43" fmla="*/ 264 h 425"/>
                  <a:gd name="T44" fmla="*/ 999 w 1078"/>
                  <a:gd name="T45" fmla="*/ 300 h 425"/>
                  <a:gd name="T46" fmla="*/ 1023 w 1078"/>
                  <a:gd name="T47" fmla="*/ 342 h 425"/>
                  <a:gd name="T48" fmla="*/ 1041 w 1078"/>
                  <a:gd name="T49" fmla="*/ 383 h 425"/>
                  <a:gd name="T50" fmla="*/ 1053 w 1078"/>
                  <a:gd name="T51" fmla="*/ 425 h 425"/>
                  <a:gd name="T52" fmla="*/ 1053 w 1078"/>
                  <a:gd name="T53" fmla="*/ 425 h 4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078" h="425">
                    <a:moveTo>
                      <a:pt x="1053" y="425"/>
                    </a:moveTo>
                    <a:lnTo>
                      <a:pt x="1078" y="419"/>
                    </a:lnTo>
                    <a:lnTo>
                      <a:pt x="1066" y="377"/>
                    </a:lnTo>
                    <a:lnTo>
                      <a:pt x="1047" y="336"/>
                    </a:lnTo>
                    <a:lnTo>
                      <a:pt x="986" y="252"/>
                    </a:lnTo>
                    <a:lnTo>
                      <a:pt x="907" y="180"/>
                    </a:lnTo>
                    <a:lnTo>
                      <a:pt x="810" y="120"/>
                    </a:lnTo>
                    <a:lnTo>
                      <a:pt x="694" y="72"/>
                    </a:lnTo>
                    <a:lnTo>
                      <a:pt x="560" y="30"/>
                    </a:lnTo>
                    <a:lnTo>
                      <a:pt x="420" y="6"/>
                    </a:lnTo>
                    <a:lnTo>
                      <a:pt x="268" y="0"/>
                    </a:lnTo>
                    <a:lnTo>
                      <a:pt x="134" y="6"/>
                    </a:lnTo>
                    <a:lnTo>
                      <a:pt x="0" y="24"/>
                    </a:lnTo>
                    <a:lnTo>
                      <a:pt x="12" y="36"/>
                    </a:lnTo>
                    <a:lnTo>
                      <a:pt x="134" y="18"/>
                    </a:lnTo>
                    <a:lnTo>
                      <a:pt x="268" y="12"/>
                    </a:lnTo>
                    <a:lnTo>
                      <a:pt x="420" y="18"/>
                    </a:lnTo>
                    <a:lnTo>
                      <a:pt x="554" y="42"/>
                    </a:lnTo>
                    <a:lnTo>
                      <a:pt x="682" y="84"/>
                    </a:lnTo>
                    <a:lnTo>
                      <a:pt x="798" y="132"/>
                    </a:lnTo>
                    <a:lnTo>
                      <a:pt x="895" y="192"/>
                    </a:lnTo>
                    <a:lnTo>
                      <a:pt x="968" y="264"/>
                    </a:lnTo>
                    <a:lnTo>
                      <a:pt x="999" y="300"/>
                    </a:lnTo>
                    <a:lnTo>
                      <a:pt x="1023" y="342"/>
                    </a:lnTo>
                    <a:lnTo>
                      <a:pt x="1041" y="383"/>
                    </a:lnTo>
                    <a:lnTo>
                      <a:pt x="1053" y="425"/>
                    </a:lnTo>
                    <a:lnTo>
                      <a:pt x="1053" y="42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87843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321" name="Freeform 33">
                <a:extLst>
                  <a:ext uri="{FF2B5EF4-FFF2-40B4-BE49-F238E27FC236}">
                    <a16:creationId xmlns:a16="http://schemas.microsoft.com/office/drawing/2014/main" id="{379BDF28-1531-5ADD-103E-9A6523236184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3304" y="4080"/>
                <a:ext cx="98" cy="234"/>
              </a:xfrm>
              <a:custGeom>
                <a:avLst/>
                <a:gdLst>
                  <a:gd name="T0" fmla="*/ 0 w 98"/>
                  <a:gd name="T1" fmla="*/ 234 h 234"/>
                  <a:gd name="T2" fmla="*/ 25 w 98"/>
                  <a:gd name="T3" fmla="*/ 234 h 234"/>
                  <a:gd name="T4" fmla="*/ 55 w 98"/>
                  <a:gd name="T5" fmla="*/ 186 h 234"/>
                  <a:gd name="T6" fmla="*/ 80 w 98"/>
                  <a:gd name="T7" fmla="*/ 138 h 234"/>
                  <a:gd name="T8" fmla="*/ 92 w 98"/>
                  <a:gd name="T9" fmla="*/ 90 h 234"/>
                  <a:gd name="T10" fmla="*/ 98 w 98"/>
                  <a:gd name="T11" fmla="*/ 36 h 234"/>
                  <a:gd name="T12" fmla="*/ 98 w 98"/>
                  <a:gd name="T13" fmla="*/ 0 h 234"/>
                  <a:gd name="T14" fmla="*/ 74 w 98"/>
                  <a:gd name="T15" fmla="*/ 0 h 234"/>
                  <a:gd name="T16" fmla="*/ 74 w 98"/>
                  <a:gd name="T17" fmla="*/ 36 h 234"/>
                  <a:gd name="T18" fmla="*/ 67 w 98"/>
                  <a:gd name="T19" fmla="*/ 90 h 234"/>
                  <a:gd name="T20" fmla="*/ 55 w 98"/>
                  <a:gd name="T21" fmla="*/ 138 h 234"/>
                  <a:gd name="T22" fmla="*/ 31 w 98"/>
                  <a:gd name="T23" fmla="*/ 186 h 234"/>
                  <a:gd name="T24" fmla="*/ 0 w 98"/>
                  <a:gd name="T25" fmla="*/ 234 h 234"/>
                  <a:gd name="T26" fmla="*/ 0 w 98"/>
                  <a:gd name="T27" fmla="*/ 234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98" h="234">
                    <a:moveTo>
                      <a:pt x="0" y="234"/>
                    </a:moveTo>
                    <a:lnTo>
                      <a:pt x="25" y="234"/>
                    </a:lnTo>
                    <a:lnTo>
                      <a:pt x="55" y="186"/>
                    </a:lnTo>
                    <a:lnTo>
                      <a:pt x="80" y="138"/>
                    </a:lnTo>
                    <a:lnTo>
                      <a:pt x="92" y="90"/>
                    </a:lnTo>
                    <a:lnTo>
                      <a:pt x="98" y="36"/>
                    </a:lnTo>
                    <a:lnTo>
                      <a:pt x="98" y="0"/>
                    </a:lnTo>
                    <a:lnTo>
                      <a:pt x="74" y="0"/>
                    </a:lnTo>
                    <a:lnTo>
                      <a:pt x="74" y="36"/>
                    </a:lnTo>
                    <a:lnTo>
                      <a:pt x="67" y="90"/>
                    </a:lnTo>
                    <a:lnTo>
                      <a:pt x="55" y="138"/>
                    </a:lnTo>
                    <a:lnTo>
                      <a:pt x="31" y="186"/>
                    </a:lnTo>
                    <a:lnTo>
                      <a:pt x="0" y="234"/>
                    </a:lnTo>
                    <a:lnTo>
                      <a:pt x="0" y="23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87843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322" name="Freeform 34">
                <a:extLst>
                  <a:ext uri="{FF2B5EF4-FFF2-40B4-BE49-F238E27FC236}">
                    <a16:creationId xmlns:a16="http://schemas.microsoft.com/office/drawing/2014/main" id="{5BFE869A-2997-58B6-4818-06ABB20E8FE7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1776" y="3673"/>
                <a:ext cx="481" cy="641"/>
              </a:xfrm>
              <a:custGeom>
                <a:avLst/>
                <a:gdLst>
                  <a:gd name="T0" fmla="*/ 18 w 481"/>
                  <a:gd name="T1" fmla="*/ 443 h 641"/>
                  <a:gd name="T2" fmla="*/ 24 w 481"/>
                  <a:gd name="T3" fmla="*/ 371 h 641"/>
                  <a:gd name="T4" fmla="*/ 55 w 481"/>
                  <a:gd name="T5" fmla="*/ 305 h 641"/>
                  <a:gd name="T6" fmla="*/ 91 w 481"/>
                  <a:gd name="T7" fmla="*/ 246 h 641"/>
                  <a:gd name="T8" fmla="*/ 146 w 481"/>
                  <a:gd name="T9" fmla="*/ 186 h 641"/>
                  <a:gd name="T10" fmla="*/ 213 w 481"/>
                  <a:gd name="T11" fmla="*/ 132 h 641"/>
                  <a:gd name="T12" fmla="*/ 292 w 481"/>
                  <a:gd name="T13" fmla="*/ 84 h 641"/>
                  <a:gd name="T14" fmla="*/ 384 w 481"/>
                  <a:gd name="T15" fmla="*/ 48 h 641"/>
                  <a:gd name="T16" fmla="*/ 481 w 481"/>
                  <a:gd name="T17" fmla="*/ 12 h 641"/>
                  <a:gd name="T18" fmla="*/ 457 w 481"/>
                  <a:gd name="T19" fmla="*/ 0 h 641"/>
                  <a:gd name="T20" fmla="*/ 359 w 481"/>
                  <a:gd name="T21" fmla="*/ 36 h 641"/>
                  <a:gd name="T22" fmla="*/ 274 w 481"/>
                  <a:gd name="T23" fmla="*/ 78 h 641"/>
                  <a:gd name="T24" fmla="*/ 195 w 481"/>
                  <a:gd name="T25" fmla="*/ 126 h 641"/>
                  <a:gd name="T26" fmla="*/ 128 w 481"/>
                  <a:gd name="T27" fmla="*/ 180 h 641"/>
                  <a:gd name="T28" fmla="*/ 73 w 481"/>
                  <a:gd name="T29" fmla="*/ 240 h 641"/>
                  <a:gd name="T30" fmla="*/ 37 w 481"/>
                  <a:gd name="T31" fmla="*/ 305 h 641"/>
                  <a:gd name="T32" fmla="*/ 6 w 481"/>
                  <a:gd name="T33" fmla="*/ 371 h 641"/>
                  <a:gd name="T34" fmla="*/ 0 w 481"/>
                  <a:gd name="T35" fmla="*/ 443 h 641"/>
                  <a:gd name="T36" fmla="*/ 6 w 481"/>
                  <a:gd name="T37" fmla="*/ 497 h 641"/>
                  <a:gd name="T38" fmla="*/ 18 w 481"/>
                  <a:gd name="T39" fmla="*/ 545 h 641"/>
                  <a:gd name="T40" fmla="*/ 43 w 481"/>
                  <a:gd name="T41" fmla="*/ 593 h 641"/>
                  <a:gd name="T42" fmla="*/ 73 w 481"/>
                  <a:gd name="T43" fmla="*/ 641 h 641"/>
                  <a:gd name="T44" fmla="*/ 97 w 481"/>
                  <a:gd name="T45" fmla="*/ 641 h 641"/>
                  <a:gd name="T46" fmla="*/ 67 w 481"/>
                  <a:gd name="T47" fmla="*/ 593 h 641"/>
                  <a:gd name="T48" fmla="*/ 43 w 481"/>
                  <a:gd name="T49" fmla="*/ 545 h 641"/>
                  <a:gd name="T50" fmla="*/ 24 w 481"/>
                  <a:gd name="T51" fmla="*/ 497 h 641"/>
                  <a:gd name="T52" fmla="*/ 18 w 481"/>
                  <a:gd name="T53" fmla="*/ 443 h 641"/>
                  <a:gd name="T54" fmla="*/ 18 w 481"/>
                  <a:gd name="T55" fmla="*/ 443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481" h="641">
                    <a:moveTo>
                      <a:pt x="18" y="443"/>
                    </a:moveTo>
                    <a:lnTo>
                      <a:pt x="24" y="371"/>
                    </a:lnTo>
                    <a:lnTo>
                      <a:pt x="55" y="305"/>
                    </a:lnTo>
                    <a:lnTo>
                      <a:pt x="91" y="246"/>
                    </a:lnTo>
                    <a:lnTo>
                      <a:pt x="146" y="186"/>
                    </a:lnTo>
                    <a:lnTo>
                      <a:pt x="213" y="132"/>
                    </a:lnTo>
                    <a:lnTo>
                      <a:pt x="292" y="84"/>
                    </a:lnTo>
                    <a:lnTo>
                      <a:pt x="384" y="48"/>
                    </a:lnTo>
                    <a:lnTo>
                      <a:pt x="481" y="12"/>
                    </a:lnTo>
                    <a:lnTo>
                      <a:pt x="457" y="0"/>
                    </a:lnTo>
                    <a:lnTo>
                      <a:pt x="359" y="36"/>
                    </a:lnTo>
                    <a:lnTo>
                      <a:pt x="274" y="78"/>
                    </a:lnTo>
                    <a:lnTo>
                      <a:pt x="195" y="126"/>
                    </a:lnTo>
                    <a:lnTo>
                      <a:pt x="128" y="180"/>
                    </a:lnTo>
                    <a:lnTo>
                      <a:pt x="73" y="240"/>
                    </a:lnTo>
                    <a:lnTo>
                      <a:pt x="37" y="305"/>
                    </a:lnTo>
                    <a:lnTo>
                      <a:pt x="6" y="371"/>
                    </a:lnTo>
                    <a:lnTo>
                      <a:pt x="0" y="443"/>
                    </a:lnTo>
                    <a:lnTo>
                      <a:pt x="6" y="497"/>
                    </a:lnTo>
                    <a:lnTo>
                      <a:pt x="18" y="545"/>
                    </a:lnTo>
                    <a:lnTo>
                      <a:pt x="43" y="593"/>
                    </a:lnTo>
                    <a:lnTo>
                      <a:pt x="73" y="641"/>
                    </a:lnTo>
                    <a:lnTo>
                      <a:pt x="97" y="641"/>
                    </a:lnTo>
                    <a:lnTo>
                      <a:pt x="67" y="593"/>
                    </a:lnTo>
                    <a:lnTo>
                      <a:pt x="43" y="545"/>
                    </a:lnTo>
                    <a:lnTo>
                      <a:pt x="24" y="497"/>
                    </a:lnTo>
                    <a:lnTo>
                      <a:pt x="18" y="443"/>
                    </a:lnTo>
                    <a:lnTo>
                      <a:pt x="18" y="443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grpSp>
          <p:nvGrpSpPr>
            <p:cNvPr id="12323" name="Group 35">
              <a:extLst>
                <a:ext uri="{FF2B5EF4-FFF2-40B4-BE49-F238E27FC236}">
                  <a16:creationId xmlns:a16="http://schemas.microsoft.com/office/drawing/2014/main" id="{8F85F172-1EA3-7140-563F-0E1B525C6DFC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4128" y="3360"/>
              <a:ext cx="1351" cy="821"/>
              <a:chOff x="4128" y="3360"/>
              <a:chExt cx="1351" cy="821"/>
            </a:xfrm>
          </p:grpSpPr>
          <p:sp>
            <p:nvSpPr>
              <p:cNvPr id="12324" name="Freeform 36">
                <a:extLst>
                  <a:ext uri="{FF2B5EF4-FFF2-40B4-BE49-F238E27FC236}">
                    <a16:creationId xmlns:a16="http://schemas.microsoft.com/office/drawing/2014/main" id="{80DB65FE-F35C-5E6F-012E-0CBC38885C07}"/>
                  </a:ext>
                </a:extLst>
              </p:cNvPr>
              <p:cNvSpPr>
                <a:spLocks noEditPoints="1"/>
              </p:cNvSpPr>
              <p:nvPr/>
            </p:nvSpPr>
            <p:spPr bwMode="hidden">
              <a:xfrm>
                <a:off x="4200" y="3402"/>
                <a:ext cx="1201" cy="731"/>
              </a:xfrm>
              <a:custGeom>
                <a:avLst/>
                <a:gdLst>
                  <a:gd name="T0" fmla="*/ 484 w 1201"/>
                  <a:gd name="T1" fmla="*/ 6 h 731"/>
                  <a:gd name="T2" fmla="*/ 263 w 1201"/>
                  <a:gd name="T3" fmla="*/ 60 h 731"/>
                  <a:gd name="T4" fmla="*/ 101 w 1201"/>
                  <a:gd name="T5" fmla="*/ 162 h 731"/>
                  <a:gd name="T6" fmla="*/ 12 w 1201"/>
                  <a:gd name="T7" fmla="*/ 294 h 731"/>
                  <a:gd name="T8" fmla="*/ 0 w 1201"/>
                  <a:gd name="T9" fmla="*/ 366 h 731"/>
                  <a:gd name="T10" fmla="*/ 12 w 1201"/>
                  <a:gd name="T11" fmla="*/ 437 h 731"/>
                  <a:gd name="T12" fmla="*/ 101 w 1201"/>
                  <a:gd name="T13" fmla="*/ 569 h 731"/>
                  <a:gd name="T14" fmla="*/ 263 w 1201"/>
                  <a:gd name="T15" fmla="*/ 671 h 731"/>
                  <a:gd name="T16" fmla="*/ 484 w 1201"/>
                  <a:gd name="T17" fmla="*/ 725 h 731"/>
                  <a:gd name="T18" fmla="*/ 723 w 1201"/>
                  <a:gd name="T19" fmla="*/ 725 h 731"/>
                  <a:gd name="T20" fmla="*/ 938 w 1201"/>
                  <a:gd name="T21" fmla="*/ 671 h 731"/>
                  <a:gd name="T22" fmla="*/ 1100 w 1201"/>
                  <a:gd name="T23" fmla="*/ 569 h 731"/>
                  <a:gd name="T24" fmla="*/ 1189 w 1201"/>
                  <a:gd name="T25" fmla="*/ 437 h 731"/>
                  <a:gd name="T26" fmla="*/ 1201 w 1201"/>
                  <a:gd name="T27" fmla="*/ 366 h 731"/>
                  <a:gd name="T28" fmla="*/ 1189 w 1201"/>
                  <a:gd name="T29" fmla="*/ 294 h 731"/>
                  <a:gd name="T30" fmla="*/ 1100 w 1201"/>
                  <a:gd name="T31" fmla="*/ 162 h 731"/>
                  <a:gd name="T32" fmla="*/ 938 w 1201"/>
                  <a:gd name="T33" fmla="*/ 60 h 731"/>
                  <a:gd name="T34" fmla="*/ 723 w 1201"/>
                  <a:gd name="T35" fmla="*/ 6 h 731"/>
                  <a:gd name="T36" fmla="*/ 604 w 1201"/>
                  <a:gd name="T37" fmla="*/ 0 h 731"/>
                  <a:gd name="T38" fmla="*/ 490 w 1201"/>
                  <a:gd name="T39" fmla="*/ 701 h 731"/>
                  <a:gd name="T40" fmla="*/ 287 w 1201"/>
                  <a:gd name="T41" fmla="*/ 647 h 731"/>
                  <a:gd name="T42" fmla="*/ 131 w 1201"/>
                  <a:gd name="T43" fmla="*/ 557 h 731"/>
                  <a:gd name="T44" fmla="*/ 48 w 1201"/>
                  <a:gd name="T45" fmla="*/ 437 h 731"/>
                  <a:gd name="T46" fmla="*/ 36 w 1201"/>
                  <a:gd name="T47" fmla="*/ 366 h 731"/>
                  <a:gd name="T48" fmla="*/ 48 w 1201"/>
                  <a:gd name="T49" fmla="*/ 300 h 731"/>
                  <a:gd name="T50" fmla="*/ 131 w 1201"/>
                  <a:gd name="T51" fmla="*/ 174 h 731"/>
                  <a:gd name="T52" fmla="*/ 287 w 1201"/>
                  <a:gd name="T53" fmla="*/ 84 h 731"/>
                  <a:gd name="T54" fmla="*/ 490 w 1201"/>
                  <a:gd name="T55" fmla="*/ 30 h 731"/>
                  <a:gd name="T56" fmla="*/ 717 w 1201"/>
                  <a:gd name="T57" fmla="*/ 30 h 731"/>
                  <a:gd name="T58" fmla="*/ 920 w 1201"/>
                  <a:gd name="T59" fmla="*/ 84 h 731"/>
                  <a:gd name="T60" fmla="*/ 1070 w 1201"/>
                  <a:gd name="T61" fmla="*/ 174 h 731"/>
                  <a:gd name="T62" fmla="*/ 1153 w 1201"/>
                  <a:gd name="T63" fmla="*/ 300 h 731"/>
                  <a:gd name="T64" fmla="*/ 1153 w 1201"/>
                  <a:gd name="T65" fmla="*/ 437 h 731"/>
                  <a:gd name="T66" fmla="*/ 1070 w 1201"/>
                  <a:gd name="T67" fmla="*/ 557 h 731"/>
                  <a:gd name="T68" fmla="*/ 920 w 1201"/>
                  <a:gd name="T69" fmla="*/ 647 h 731"/>
                  <a:gd name="T70" fmla="*/ 717 w 1201"/>
                  <a:gd name="T71" fmla="*/ 701 h 731"/>
                  <a:gd name="T72" fmla="*/ 604 w 1201"/>
                  <a:gd name="T73" fmla="*/ 707 h 7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1201" h="731">
                    <a:moveTo>
                      <a:pt x="604" y="0"/>
                    </a:moveTo>
                    <a:lnTo>
                      <a:pt x="484" y="6"/>
                    </a:lnTo>
                    <a:lnTo>
                      <a:pt x="370" y="30"/>
                    </a:lnTo>
                    <a:lnTo>
                      <a:pt x="263" y="60"/>
                    </a:lnTo>
                    <a:lnTo>
                      <a:pt x="179" y="108"/>
                    </a:lnTo>
                    <a:lnTo>
                      <a:pt x="101" y="162"/>
                    </a:lnTo>
                    <a:lnTo>
                      <a:pt x="48" y="222"/>
                    </a:lnTo>
                    <a:lnTo>
                      <a:pt x="12" y="294"/>
                    </a:lnTo>
                    <a:lnTo>
                      <a:pt x="6" y="330"/>
                    </a:lnTo>
                    <a:lnTo>
                      <a:pt x="0" y="366"/>
                    </a:lnTo>
                    <a:lnTo>
                      <a:pt x="6" y="401"/>
                    </a:lnTo>
                    <a:lnTo>
                      <a:pt x="12" y="437"/>
                    </a:lnTo>
                    <a:lnTo>
                      <a:pt x="48" y="509"/>
                    </a:lnTo>
                    <a:lnTo>
                      <a:pt x="101" y="569"/>
                    </a:lnTo>
                    <a:lnTo>
                      <a:pt x="179" y="623"/>
                    </a:lnTo>
                    <a:lnTo>
                      <a:pt x="263" y="671"/>
                    </a:lnTo>
                    <a:lnTo>
                      <a:pt x="370" y="701"/>
                    </a:lnTo>
                    <a:lnTo>
                      <a:pt x="484" y="725"/>
                    </a:lnTo>
                    <a:lnTo>
                      <a:pt x="604" y="731"/>
                    </a:lnTo>
                    <a:lnTo>
                      <a:pt x="723" y="725"/>
                    </a:lnTo>
                    <a:lnTo>
                      <a:pt x="837" y="701"/>
                    </a:lnTo>
                    <a:lnTo>
                      <a:pt x="938" y="671"/>
                    </a:lnTo>
                    <a:lnTo>
                      <a:pt x="1028" y="623"/>
                    </a:lnTo>
                    <a:lnTo>
                      <a:pt x="1100" y="569"/>
                    </a:lnTo>
                    <a:lnTo>
                      <a:pt x="1153" y="509"/>
                    </a:lnTo>
                    <a:lnTo>
                      <a:pt x="1189" y="437"/>
                    </a:lnTo>
                    <a:lnTo>
                      <a:pt x="1201" y="401"/>
                    </a:lnTo>
                    <a:lnTo>
                      <a:pt x="1201" y="366"/>
                    </a:lnTo>
                    <a:lnTo>
                      <a:pt x="1201" y="330"/>
                    </a:lnTo>
                    <a:lnTo>
                      <a:pt x="1189" y="294"/>
                    </a:lnTo>
                    <a:lnTo>
                      <a:pt x="1153" y="222"/>
                    </a:lnTo>
                    <a:lnTo>
                      <a:pt x="1100" y="162"/>
                    </a:lnTo>
                    <a:lnTo>
                      <a:pt x="1028" y="108"/>
                    </a:lnTo>
                    <a:lnTo>
                      <a:pt x="938" y="60"/>
                    </a:lnTo>
                    <a:lnTo>
                      <a:pt x="837" y="30"/>
                    </a:lnTo>
                    <a:lnTo>
                      <a:pt x="723" y="6"/>
                    </a:lnTo>
                    <a:lnTo>
                      <a:pt x="604" y="0"/>
                    </a:lnTo>
                    <a:lnTo>
                      <a:pt x="604" y="0"/>
                    </a:lnTo>
                    <a:close/>
                    <a:moveTo>
                      <a:pt x="604" y="707"/>
                    </a:moveTo>
                    <a:lnTo>
                      <a:pt x="490" y="701"/>
                    </a:lnTo>
                    <a:lnTo>
                      <a:pt x="382" y="683"/>
                    </a:lnTo>
                    <a:lnTo>
                      <a:pt x="287" y="647"/>
                    </a:lnTo>
                    <a:lnTo>
                      <a:pt x="203" y="611"/>
                    </a:lnTo>
                    <a:lnTo>
                      <a:pt x="131" y="557"/>
                    </a:lnTo>
                    <a:lnTo>
                      <a:pt x="83" y="497"/>
                    </a:lnTo>
                    <a:lnTo>
                      <a:pt x="48" y="437"/>
                    </a:lnTo>
                    <a:lnTo>
                      <a:pt x="42" y="401"/>
                    </a:lnTo>
                    <a:lnTo>
                      <a:pt x="36" y="366"/>
                    </a:lnTo>
                    <a:lnTo>
                      <a:pt x="42" y="330"/>
                    </a:lnTo>
                    <a:lnTo>
                      <a:pt x="48" y="300"/>
                    </a:lnTo>
                    <a:lnTo>
                      <a:pt x="83" y="234"/>
                    </a:lnTo>
                    <a:lnTo>
                      <a:pt x="131" y="174"/>
                    </a:lnTo>
                    <a:lnTo>
                      <a:pt x="203" y="126"/>
                    </a:lnTo>
                    <a:lnTo>
                      <a:pt x="287" y="84"/>
                    </a:lnTo>
                    <a:lnTo>
                      <a:pt x="382" y="54"/>
                    </a:lnTo>
                    <a:lnTo>
                      <a:pt x="490" y="30"/>
                    </a:lnTo>
                    <a:lnTo>
                      <a:pt x="604" y="24"/>
                    </a:lnTo>
                    <a:lnTo>
                      <a:pt x="717" y="30"/>
                    </a:lnTo>
                    <a:lnTo>
                      <a:pt x="825" y="54"/>
                    </a:lnTo>
                    <a:lnTo>
                      <a:pt x="920" y="84"/>
                    </a:lnTo>
                    <a:lnTo>
                      <a:pt x="1004" y="126"/>
                    </a:lnTo>
                    <a:lnTo>
                      <a:pt x="1070" y="174"/>
                    </a:lnTo>
                    <a:lnTo>
                      <a:pt x="1124" y="234"/>
                    </a:lnTo>
                    <a:lnTo>
                      <a:pt x="1153" y="300"/>
                    </a:lnTo>
                    <a:lnTo>
                      <a:pt x="1165" y="366"/>
                    </a:lnTo>
                    <a:lnTo>
                      <a:pt x="1153" y="437"/>
                    </a:lnTo>
                    <a:lnTo>
                      <a:pt x="1124" y="497"/>
                    </a:lnTo>
                    <a:lnTo>
                      <a:pt x="1070" y="557"/>
                    </a:lnTo>
                    <a:lnTo>
                      <a:pt x="1004" y="611"/>
                    </a:lnTo>
                    <a:lnTo>
                      <a:pt x="920" y="647"/>
                    </a:lnTo>
                    <a:lnTo>
                      <a:pt x="825" y="683"/>
                    </a:lnTo>
                    <a:lnTo>
                      <a:pt x="717" y="701"/>
                    </a:lnTo>
                    <a:lnTo>
                      <a:pt x="604" y="707"/>
                    </a:lnTo>
                    <a:lnTo>
                      <a:pt x="604" y="707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>
                      <a:gamma/>
                      <a:tint val="96863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325" name="Freeform 37">
                <a:extLst>
                  <a:ext uri="{FF2B5EF4-FFF2-40B4-BE49-F238E27FC236}">
                    <a16:creationId xmlns:a16="http://schemas.microsoft.com/office/drawing/2014/main" id="{01786BD9-C3DF-B309-AD9D-F4CAEEC2677D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4128" y="3366"/>
                <a:ext cx="544" cy="737"/>
              </a:xfrm>
              <a:custGeom>
                <a:avLst/>
                <a:gdLst>
                  <a:gd name="T0" fmla="*/ 24 w 544"/>
                  <a:gd name="T1" fmla="*/ 402 h 737"/>
                  <a:gd name="T2" fmla="*/ 36 w 544"/>
                  <a:gd name="T3" fmla="*/ 330 h 737"/>
                  <a:gd name="T4" fmla="*/ 66 w 544"/>
                  <a:gd name="T5" fmla="*/ 264 h 737"/>
                  <a:gd name="T6" fmla="*/ 108 w 544"/>
                  <a:gd name="T7" fmla="*/ 204 h 737"/>
                  <a:gd name="T8" fmla="*/ 173 w 544"/>
                  <a:gd name="T9" fmla="*/ 150 h 737"/>
                  <a:gd name="T10" fmla="*/ 251 w 544"/>
                  <a:gd name="T11" fmla="*/ 102 h 737"/>
                  <a:gd name="T12" fmla="*/ 335 w 544"/>
                  <a:gd name="T13" fmla="*/ 60 h 737"/>
                  <a:gd name="T14" fmla="*/ 436 w 544"/>
                  <a:gd name="T15" fmla="*/ 30 h 737"/>
                  <a:gd name="T16" fmla="*/ 544 w 544"/>
                  <a:gd name="T17" fmla="*/ 12 h 737"/>
                  <a:gd name="T18" fmla="*/ 544 w 544"/>
                  <a:gd name="T19" fmla="*/ 0 h 737"/>
                  <a:gd name="T20" fmla="*/ 430 w 544"/>
                  <a:gd name="T21" fmla="*/ 18 h 737"/>
                  <a:gd name="T22" fmla="*/ 329 w 544"/>
                  <a:gd name="T23" fmla="*/ 48 h 737"/>
                  <a:gd name="T24" fmla="*/ 233 w 544"/>
                  <a:gd name="T25" fmla="*/ 90 h 737"/>
                  <a:gd name="T26" fmla="*/ 155 w 544"/>
                  <a:gd name="T27" fmla="*/ 138 h 737"/>
                  <a:gd name="T28" fmla="*/ 90 w 544"/>
                  <a:gd name="T29" fmla="*/ 198 h 737"/>
                  <a:gd name="T30" fmla="*/ 42 w 544"/>
                  <a:gd name="T31" fmla="*/ 258 h 737"/>
                  <a:gd name="T32" fmla="*/ 12 w 544"/>
                  <a:gd name="T33" fmla="*/ 330 h 737"/>
                  <a:gd name="T34" fmla="*/ 0 w 544"/>
                  <a:gd name="T35" fmla="*/ 402 h 737"/>
                  <a:gd name="T36" fmla="*/ 6 w 544"/>
                  <a:gd name="T37" fmla="*/ 455 h 737"/>
                  <a:gd name="T38" fmla="*/ 18 w 544"/>
                  <a:gd name="T39" fmla="*/ 503 h 737"/>
                  <a:gd name="T40" fmla="*/ 42 w 544"/>
                  <a:gd name="T41" fmla="*/ 545 h 737"/>
                  <a:gd name="T42" fmla="*/ 78 w 544"/>
                  <a:gd name="T43" fmla="*/ 593 h 737"/>
                  <a:gd name="T44" fmla="*/ 114 w 544"/>
                  <a:gd name="T45" fmla="*/ 635 h 737"/>
                  <a:gd name="T46" fmla="*/ 161 w 544"/>
                  <a:gd name="T47" fmla="*/ 671 h 737"/>
                  <a:gd name="T48" fmla="*/ 221 w 544"/>
                  <a:gd name="T49" fmla="*/ 707 h 737"/>
                  <a:gd name="T50" fmla="*/ 281 w 544"/>
                  <a:gd name="T51" fmla="*/ 737 h 737"/>
                  <a:gd name="T52" fmla="*/ 323 w 544"/>
                  <a:gd name="T53" fmla="*/ 737 h 737"/>
                  <a:gd name="T54" fmla="*/ 257 w 544"/>
                  <a:gd name="T55" fmla="*/ 707 h 737"/>
                  <a:gd name="T56" fmla="*/ 203 w 544"/>
                  <a:gd name="T57" fmla="*/ 671 h 737"/>
                  <a:gd name="T58" fmla="*/ 149 w 544"/>
                  <a:gd name="T59" fmla="*/ 635 h 737"/>
                  <a:gd name="T60" fmla="*/ 108 w 544"/>
                  <a:gd name="T61" fmla="*/ 593 h 737"/>
                  <a:gd name="T62" fmla="*/ 72 w 544"/>
                  <a:gd name="T63" fmla="*/ 551 h 737"/>
                  <a:gd name="T64" fmla="*/ 48 w 544"/>
                  <a:gd name="T65" fmla="*/ 503 h 737"/>
                  <a:gd name="T66" fmla="*/ 30 w 544"/>
                  <a:gd name="T67" fmla="*/ 455 h 737"/>
                  <a:gd name="T68" fmla="*/ 24 w 544"/>
                  <a:gd name="T69" fmla="*/ 402 h 737"/>
                  <a:gd name="T70" fmla="*/ 24 w 544"/>
                  <a:gd name="T71" fmla="*/ 402 h 7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544" h="737">
                    <a:moveTo>
                      <a:pt x="24" y="402"/>
                    </a:moveTo>
                    <a:lnTo>
                      <a:pt x="36" y="330"/>
                    </a:lnTo>
                    <a:lnTo>
                      <a:pt x="66" y="264"/>
                    </a:lnTo>
                    <a:lnTo>
                      <a:pt x="108" y="204"/>
                    </a:lnTo>
                    <a:lnTo>
                      <a:pt x="173" y="150"/>
                    </a:lnTo>
                    <a:lnTo>
                      <a:pt x="251" y="102"/>
                    </a:lnTo>
                    <a:lnTo>
                      <a:pt x="335" y="60"/>
                    </a:lnTo>
                    <a:lnTo>
                      <a:pt x="436" y="30"/>
                    </a:lnTo>
                    <a:lnTo>
                      <a:pt x="544" y="12"/>
                    </a:lnTo>
                    <a:lnTo>
                      <a:pt x="544" y="0"/>
                    </a:lnTo>
                    <a:lnTo>
                      <a:pt x="430" y="18"/>
                    </a:lnTo>
                    <a:lnTo>
                      <a:pt x="329" y="48"/>
                    </a:lnTo>
                    <a:lnTo>
                      <a:pt x="233" y="90"/>
                    </a:lnTo>
                    <a:lnTo>
                      <a:pt x="155" y="138"/>
                    </a:lnTo>
                    <a:lnTo>
                      <a:pt x="90" y="198"/>
                    </a:lnTo>
                    <a:lnTo>
                      <a:pt x="42" y="258"/>
                    </a:lnTo>
                    <a:lnTo>
                      <a:pt x="12" y="330"/>
                    </a:lnTo>
                    <a:lnTo>
                      <a:pt x="0" y="402"/>
                    </a:lnTo>
                    <a:lnTo>
                      <a:pt x="6" y="455"/>
                    </a:lnTo>
                    <a:lnTo>
                      <a:pt x="18" y="503"/>
                    </a:lnTo>
                    <a:lnTo>
                      <a:pt x="42" y="545"/>
                    </a:lnTo>
                    <a:lnTo>
                      <a:pt x="78" y="593"/>
                    </a:lnTo>
                    <a:lnTo>
                      <a:pt x="114" y="635"/>
                    </a:lnTo>
                    <a:lnTo>
                      <a:pt x="161" y="671"/>
                    </a:lnTo>
                    <a:lnTo>
                      <a:pt x="221" y="707"/>
                    </a:lnTo>
                    <a:lnTo>
                      <a:pt x="281" y="737"/>
                    </a:lnTo>
                    <a:lnTo>
                      <a:pt x="323" y="737"/>
                    </a:lnTo>
                    <a:lnTo>
                      <a:pt x="257" y="707"/>
                    </a:lnTo>
                    <a:lnTo>
                      <a:pt x="203" y="671"/>
                    </a:lnTo>
                    <a:lnTo>
                      <a:pt x="149" y="635"/>
                    </a:lnTo>
                    <a:lnTo>
                      <a:pt x="108" y="593"/>
                    </a:lnTo>
                    <a:lnTo>
                      <a:pt x="72" y="551"/>
                    </a:lnTo>
                    <a:lnTo>
                      <a:pt x="48" y="503"/>
                    </a:lnTo>
                    <a:lnTo>
                      <a:pt x="30" y="455"/>
                    </a:lnTo>
                    <a:lnTo>
                      <a:pt x="24" y="402"/>
                    </a:lnTo>
                    <a:lnTo>
                      <a:pt x="24" y="40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>
                      <a:gamma/>
                      <a:tint val="96863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326" name="Freeform 38">
                <a:extLst>
                  <a:ext uri="{FF2B5EF4-FFF2-40B4-BE49-F238E27FC236}">
                    <a16:creationId xmlns:a16="http://schemas.microsoft.com/office/drawing/2014/main" id="{2F076A3A-40CC-720C-1164-DD6254D198BD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4792" y="3360"/>
                <a:ext cx="609" cy="252"/>
              </a:xfrm>
              <a:custGeom>
                <a:avLst/>
                <a:gdLst>
                  <a:gd name="T0" fmla="*/ 12 w 609"/>
                  <a:gd name="T1" fmla="*/ 12 h 252"/>
                  <a:gd name="T2" fmla="*/ 113 w 609"/>
                  <a:gd name="T3" fmla="*/ 18 h 252"/>
                  <a:gd name="T4" fmla="*/ 203 w 609"/>
                  <a:gd name="T5" fmla="*/ 30 h 252"/>
                  <a:gd name="T6" fmla="*/ 292 w 609"/>
                  <a:gd name="T7" fmla="*/ 48 h 252"/>
                  <a:gd name="T8" fmla="*/ 376 w 609"/>
                  <a:gd name="T9" fmla="*/ 78 h 252"/>
                  <a:gd name="T10" fmla="*/ 448 w 609"/>
                  <a:gd name="T11" fmla="*/ 114 h 252"/>
                  <a:gd name="T12" fmla="*/ 514 w 609"/>
                  <a:gd name="T13" fmla="*/ 156 h 252"/>
                  <a:gd name="T14" fmla="*/ 567 w 609"/>
                  <a:gd name="T15" fmla="*/ 198 h 252"/>
                  <a:gd name="T16" fmla="*/ 609 w 609"/>
                  <a:gd name="T17" fmla="*/ 252 h 252"/>
                  <a:gd name="T18" fmla="*/ 609 w 609"/>
                  <a:gd name="T19" fmla="*/ 216 h 252"/>
                  <a:gd name="T20" fmla="*/ 561 w 609"/>
                  <a:gd name="T21" fmla="*/ 168 h 252"/>
                  <a:gd name="T22" fmla="*/ 502 w 609"/>
                  <a:gd name="T23" fmla="*/ 126 h 252"/>
                  <a:gd name="T24" fmla="*/ 436 w 609"/>
                  <a:gd name="T25" fmla="*/ 90 h 252"/>
                  <a:gd name="T26" fmla="*/ 364 w 609"/>
                  <a:gd name="T27" fmla="*/ 60 h 252"/>
                  <a:gd name="T28" fmla="*/ 286 w 609"/>
                  <a:gd name="T29" fmla="*/ 36 h 252"/>
                  <a:gd name="T30" fmla="*/ 197 w 609"/>
                  <a:gd name="T31" fmla="*/ 18 h 252"/>
                  <a:gd name="T32" fmla="*/ 107 w 609"/>
                  <a:gd name="T33" fmla="*/ 6 h 252"/>
                  <a:gd name="T34" fmla="*/ 12 w 609"/>
                  <a:gd name="T35" fmla="*/ 0 h 252"/>
                  <a:gd name="T36" fmla="*/ 6 w 609"/>
                  <a:gd name="T37" fmla="*/ 0 h 252"/>
                  <a:gd name="T38" fmla="*/ 0 w 609"/>
                  <a:gd name="T39" fmla="*/ 0 h 252"/>
                  <a:gd name="T40" fmla="*/ 0 w 609"/>
                  <a:gd name="T41" fmla="*/ 12 h 252"/>
                  <a:gd name="T42" fmla="*/ 6 w 609"/>
                  <a:gd name="T43" fmla="*/ 12 h 252"/>
                  <a:gd name="T44" fmla="*/ 12 w 609"/>
                  <a:gd name="T45" fmla="*/ 12 h 252"/>
                  <a:gd name="T46" fmla="*/ 12 w 609"/>
                  <a:gd name="T47" fmla="*/ 12 h 2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609" h="252">
                    <a:moveTo>
                      <a:pt x="12" y="12"/>
                    </a:moveTo>
                    <a:lnTo>
                      <a:pt x="113" y="18"/>
                    </a:lnTo>
                    <a:lnTo>
                      <a:pt x="203" y="30"/>
                    </a:lnTo>
                    <a:lnTo>
                      <a:pt x="292" y="48"/>
                    </a:lnTo>
                    <a:lnTo>
                      <a:pt x="376" y="78"/>
                    </a:lnTo>
                    <a:lnTo>
                      <a:pt x="448" y="114"/>
                    </a:lnTo>
                    <a:lnTo>
                      <a:pt x="514" y="156"/>
                    </a:lnTo>
                    <a:lnTo>
                      <a:pt x="567" y="198"/>
                    </a:lnTo>
                    <a:lnTo>
                      <a:pt x="609" y="252"/>
                    </a:lnTo>
                    <a:lnTo>
                      <a:pt x="609" y="216"/>
                    </a:lnTo>
                    <a:lnTo>
                      <a:pt x="561" y="168"/>
                    </a:lnTo>
                    <a:lnTo>
                      <a:pt x="502" y="126"/>
                    </a:lnTo>
                    <a:lnTo>
                      <a:pt x="436" y="90"/>
                    </a:lnTo>
                    <a:lnTo>
                      <a:pt x="364" y="60"/>
                    </a:lnTo>
                    <a:lnTo>
                      <a:pt x="286" y="36"/>
                    </a:lnTo>
                    <a:lnTo>
                      <a:pt x="197" y="18"/>
                    </a:lnTo>
                    <a:lnTo>
                      <a:pt x="107" y="6"/>
                    </a:lnTo>
                    <a:lnTo>
                      <a:pt x="12" y="0"/>
                    </a:lnTo>
                    <a:lnTo>
                      <a:pt x="6" y="0"/>
                    </a:lnTo>
                    <a:lnTo>
                      <a:pt x="0" y="0"/>
                    </a:lnTo>
                    <a:lnTo>
                      <a:pt x="0" y="12"/>
                    </a:lnTo>
                    <a:lnTo>
                      <a:pt x="6" y="12"/>
                    </a:lnTo>
                    <a:lnTo>
                      <a:pt x="12" y="12"/>
                    </a:lnTo>
                    <a:lnTo>
                      <a:pt x="12" y="1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>
                      <a:gamma/>
                      <a:tint val="94118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327" name="Freeform 39">
                <a:extLst>
                  <a:ext uri="{FF2B5EF4-FFF2-40B4-BE49-F238E27FC236}">
                    <a16:creationId xmlns:a16="http://schemas.microsoft.com/office/drawing/2014/main" id="{A7810A75-5659-2EF4-11D9-06B3532B1A90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5246" y="4007"/>
                <a:ext cx="72" cy="54"/>
              </a:xfrm>
              <a:custGeom>
                <a:avLst/>
                <a:gdLst>
                  <a:gd name="T0" fmla="*/ 72 w 72"/>
                  <a:gd name="T1" fmla="*/ 0 h 54"/>
                  <a:gd name="T2" fmla="*/ 36 w 72"/>
                  <a:gd name="T3" fmla="*/ 30 h 54"/>
                  <a:gd name="T4" fmla="*/ 0 w 72"/>
                  <a:gd name="T5" fmla="*/ 54 h 54"/>
                  <a:gd name="T6" fmla="*/ 36 w 72"/>
                  <a:gd name="T7" fmla="*/ 54 h 54"/>
                  <a:gd name="T8" fmla="*/ 54 w 72"/>
                  <a:gd name="T9" fmla="*/ 42 h 54"/>
                  <a:gd name="T10" fmla="*/ 72 w 72"/>
                  <a:gd name="T11" fmla="*/ 24 h 54"/>
                  <a:gd name="T12" fmla="*/ 72 w 72"/>
                  <a:gd name="T13" fmla="*/ 24 h 54"/>
                  <a:gd name="T14" fmla="*/ 72 w 72"/>
                  <a:gd name="T15" fmla="*/ 0 h 54"/>
                  <a:gd name="T16" fmla="*/ 72 w 72"/>
                  <a:gd name="T17" fmla="*/ 0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2" h="54">
                    <a:moveTo>
                      <a:pt x="72" y="0"/>
                    </a:moveTo>
                    <a:lnTo>
                      <a:pt x="36" y="30"/>
                    </a:lnTo>
                    <a:lnTo>
                      <a:pt x="0" y="54"/>
                    </a:lnTo>
                    <a:lnTo>
                      <a:pt x="36" y="54"/>
                    </a:lnTo>
                    <a:lnTo>
                      <a:pt x="54" y="42"/>
                    </a:lnTo>
                    <a:lnTo>
                      <a:pt x="72" y="24"/>
                    </a:lnTo>
                    <a:lnTo>
                      <a:pt x="72" y="24"/>
                    </a:lnTo>
                    <a:lnTo>
                      <a:pt x="72" y="0"/>
                    </a:lnTo>
                    <a:lnTo>
                      <a:pt x="7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328" name="Freeform 40">
                <a:extLst>
                  <a:ext uri="{FF2B5EF4-FFF2-40B4-BE49-F238E27FC236}">
                    <a16:creationId xmlns:a16="http://schemas.microsoft.com/office/drawing/2014/main" id="{5A4E48F1-97C8-ED43-13EB-EE030401FEF4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4505" y="4073"/>
                <a:ext cx="705" cy="108"/>
              </a:xfrm>
              <a:custGeom>
                <a:avLst/>
                <a:gdLst>
                  <a:gd name="T0" fmla="*/ 299 w 705"/>
                  <a:gd name="T1" fmla="*/ 90 h 108"/>
                  <a:gd name="T2" fmla="*/ 221 w 705"/>
                  <a:gd name="T3" fmla="*/ 90 h 108"/>
                  <a:gd name="T4" fmla="*/ 143 w 705"/>
                  <a:gd name="T5" fmla="*/ 78 h 108"/>
                  <a:gd name="T6" fmla="*/ 0 w 705"/>
                  <a:gd name="T7" fmla="*/ 48 h 108"/>
                  <a:gd name="T8" fmla="*/ 0 w 705"/>
                  <a:gd name="T9" fmla="*/ 66 h 108"/>
                  <a:gd name="T10" fmla="*/ 143 w 705"/>
                  <a:gd name="T11" fmla="*/ 96 h 108"/>
                  <a:gd name="T12" fmla="*/ 221 w 705"/>
                  <a:gd name="T13" fmla="*/ 108 h 108"/>
                  <a:gd name="T14" fmla="*/ 299 w 705"/>
                  <a:gd name="T15" fmla="*/ 108 h 108"/>
                  <a:gd name="T16" fmla="*/ 412 w 705"/>
                  <a:gd name="T17" fmla="*/ 102 h 108"/>
                  <a:gd name="T18" fmla="*/ 520 w 705"/>
                  <a:gd name="T19" fmla="*/ 84 h 108"/>
                  <a:gd name="T20" fmla="*/ 615 w 705"/>
                  <a:gd name="T21" fmla="*/ 60 h 108"/>
                  <a:gd name="T22" fmla="*/ 705 w 705"/>
                  <a:gd name="T23" fmla="*/ 24 h 108"/>
                  <a:gd name="T24" fmla="*/ 705 w 705"/>
                  <a:gd name="T25" fmla="*/ 0 h 108"/>
                  <a:gd name="T26" fmla="*/ 615 w 705"/>
                  <a:gd name="T27" fmla="*/ 42 h 108"/>
                  <a:gd name="T28" fmla="*/ 520 w 705"/>
                  <a:gd name="T29" fmla="*/ 66 h 108"/>
                  <a:gd name="T30" fmla="*/ 412 w 705"/>
                  <a:gd name="T31" fmla="*/ 84 h 108"/>
                  <a:gd name="T32" fmla="*/ 299 w 705"/>
                  <a:gd name="T33" fmla="*/ 90 h 108"/>
                  <a:gd name="T34" fmla="*/ 299 w 705"/>
                  <a:gd name="T35" fmla="*/ 90 h 1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705" h="108">
                    <a:moveTo>
                      <a:pt x="299" y="90"/>
                    </a:moveTo>
                    <a:lnTo>
                      <a:pt x="221" y="90"/>
                    </a:lnTo>
                    <a:lnTo>
                      <a:pt x="143" y="78"/>
                    </a:lnTo>
                    <a:lnTo>
                      <a:pt x="0" y="48"/>
                    </a:lnTo>
                    <a:lnTo>
                      <a:pt x="0" y="66"/>
                    </a:lnTo>
                    <a:lnTo>
                      <a:pt x="143" y="96"/>
                    </a:lnTo>
                    <a:lnTo>
                      <a:pt x="221" y="108"/>
                    </a:lnTo>
                    <a:lnTo>
                      <a:pt x="299" y="108"/>
                    </a:lnTo>
                    <a:lnTo>
                      <a:pt x="412" y="102"/>
                    </a:lnTo>
                    <a:lnTo>
                      <a:pt x="520" y="84"/>
                    </a:lnTo>
                    <a:lnTo>
                      <a:pt x="615" y="60"/>
                    </a:lnTo>
                    <a:lnTo>
                      <a:pt x="705" y="24"/>
                    </a:lnTo>
                    <a:lnTo>
                      <a:pt x="705" y="0"/>
                    </a:lnTo>
                    <a:lnTo>
                      <a:pt x="615" y="42"/>
                    </a:lnTo>
                    <a:lnTo>
                      <a:pt x="520" y="66"/>
                    </a:lnTo>
                    <a:lnTo>
                      <a:pt x="412" y="84"/>
                    </a:lnTo>
                    <a:lnTo>
                      <a:pt x="299" y="90"/>
                    </a:lnTo>
                    <a:lnTo>
                      <a:pt x="299" y="9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329" name="Freeform 41">
                <a:extLst>
                  <a:ext uri="{FF2B5EF4-FFF2-40B4-BE49-F238E27FC236}">
                    <a16:creationId xmlns:a16="http://schemas.microsoft.com/office/drawing/2014/main" id="{AEED7758-3425-DC49-9324-4C132154B4B3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5336" y="3654"/>
                <a:ext cx="143" cy="341"/>
              </a:xfrm>
              <a:custGeom>
                <a:avLst/>
                <a:gdLst>
                  <a:gd name="T0" fmla="*/ 119 w 143"/>
                  <a:gd name="T1" fmla="*/ 114 h 341"/>
                  <a:gd name="T2" fmla="*/ 113 w 143"/>
                  <a:gd name="T3" fmla="*/ 173 h 341"/>
                  <a:gd name="T4" fmla="*/ 89 w 143"/>
                  <a:gd name="T5" fmla="*/ 239 h 341"/>
                  <a:gd name="T6" fmla="*/ 47 w 143"/>
                  <a:gd name="T7" fmla="*/ 293 h 341"/>
                  <a:gd name="T8" fmla="*/ 0 w 143"/>
                  <a:gd name="T9" fmla="*/ 341 h 341"/>
                  <a:gd name="T10" fmla="*/ 29 w 143"/>
                  <a:gd name="T11" fmla="*/ 341 h 341"/>
                  <a:gd name="T12" fmla="*/ 77 w 143"/>
                  <a:gd name="T13" fmla="*/ 287 h 341"/>
                  <a:gd name="T14" fmla="*/ 113 w 143"/>
                  <a:gd name="T15" fmla="*/ 233 h 341"/>
                  <a:gd name="T16" fmla="*/ 137 w 143"/>
                  <a:gd name="T17" fmla="*/ 173 h 341"/>
                  <a:gd name="T18" fmla="*/ 143 w 143"/>
                  <a:gd name="T19" fmla="*/ 114 h 341"/>
                  <a:gd name="T20" fmla="*/ 137 w 143"/>
                  <a:gd name="T21" fmla="*/ 60 h 341"/>
                  <a:gd name="T22" fmla="*/ 119 w 143"/>
                  <a:gd name="T23" fmla="*/ 0 h 341"/>
                  <a:gd name="T24" fmla="*/ 89 w 143"/>
                  <a:gd name="T25" fmla="*/ 0 h 341"/>
                  <a:gd name="T26" fmla="*/ 113 w 143"/>
                  <a:gd name="T27" fmla="*/ 60 h 341"/>
                  <a:gd name="T28" fmla="*/ 119 w 143"/>
                  <a:gd name="T29" fmla="*/ 114 h 341"/>
                  <a:gd name="T30" fmla="*/ 119 w 143"/>
                  <a:gd name="T31" fmla="*/ 114 h 3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43" h="341">
                    <a:moveTo>
                      <a:pt x="119" y="114"/>
                    </a:moveTo>
                    <a:lnTo>
                      <a:pt x="113" y="173"/>
                    </a:lnTo>
                    <a:lnTo>
                      <a:pt x="89" y="239"/>
                    </a:lnTo>
                    <a:lnTo>
                      <a:pt x="47" y="293"/>
                    </a:lnTo>
                    <a:lnTo>
                      <a:pt x="0" y="341"/>
                    </a:lnTo>
                    <a:lnTo>
                      <a:pt x="29" y="341"/>
                    </a:lnTo>
                    <a:lnTo>
                      <a:pt x="77" y="287"/>
                    </a:lnTo>
                    <a:lnTo>
                      <a:pt x="113" y="233"/>
                    </a:lnTo>
                    <a:lnTo>
                      <a:pt x="137" y="173"/>
                    </a:lnTo>
                    <a:lnTo>
                      <a:pt x="143" y="114"/>
                    </a:lnTo>
                    <a:lnTo>
                      <a:pt x="137" y="60"/>
                    </a:lnTo>
                    <a:lnTo>
                      <a:pt x="119" y="0"/>
                    </a:lnTo>
                    <a:lnTo>
                      <a:pt x="89" y="0"/>
                    </a:lnTo>
                    <a:lnTo>
                      <a:pt x="113" y="60"/>
                    </a:lnTo>
                    <a:lnTo>
                      <a:pt x="119" y="114"/>
                    </a:lnTo>
                    <a:lnTo>
                      <a:pt x="119" y="1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330" name="Freeform 42">
                <a:extLst>
                  <a:ext uri="{FF2B5EF4-FFF2-40B4-BE49-F238E27FC236}">
                    <a16:creationId xmlns:a16="http://schemas.microsoft.com/office/drawing/2014/main" id="{7ADF1DC5-61A8-71F8-12BD-3A2779DA5564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5061" y="3624"/>
                <a:ext cx="83" cy="90"/>
              </a:xfrm>
              <a:custGeom>
                <a:avLst/>
                <a:gdLst>
                  <a:gd name="T0" fmla="*/ 59 w 83"/>
                  <a:gd name="T1" fmla="*/ 90 h 90"/>
                  <a:gd name="T2" fmla="*/ 83 w 83"/>
                  <a:gd name="T3" fmla="*/ 84 h 90"/>
                  <a:gd name="T4" fmla="*/ 71 w 83"/>
                  <a:gd name="T5" fmla="*/ 60 h 90"/>
                  <a:gd name="T6" fmla="*/ 53 w 83"/>
                  <a:gd name="T7" fmla="*/ 42 h 90"/>
                  <a:gd name="T8" fmla="*/ 6 w 83"/>
                  <a:gd name="T9" fmla="*/ 0 h 90"/>
                  <a:gd name="T10" fmla="*/ 0 w 83"/>
                  <a:gd name="T11" fmla="*/ 18 h 90"/>
                  <a:gd name="T12" fmla="*/ 35 w 83"/>
                  <a:gd name="T13" fmla="*/ 48 h 90"/>
                  <a:gd name="T14" fmla="*/ 59 w 83"/>
                  <a:gd name="T15" fmla="*/ 90 h 90"/>
                  <a:gd name="T16" fmla="*/ 59 w 83"/>
                  <a:gd name="T17" fmla="*/ 90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3" h="90">
                    <a:moveTo>
                      <a:pt x="59" y="90"/>
                    </a:moveTo>
                    <a:lnTo>
                      <a:pt x="83" y="84"/>
                    </a:lnTo>
                    <a:lnTo>
                      <a:pt x="71" y="60"/>
                    </a:lnTo>
                    <a:lnTo>
                      <a:pt x="53" y="42"/>
                    </a:lnTo>
                    <a:lnTo>
                      <a:pt x="6" y="0"/>
                    </a:lnTo>
                    <a:lnTo>
                      <a:pt x="0" y="18"/>
                    </a:lnTo>
                    <a:lnTo>
                      <a:pt x="35" y="48"/>
                    </a:lnTo>
                    <a:lnTo>
                      <a:pt x="59" y="90"/>
                    </a:lnTo>
                    <a:lnTo>
                      <a:pt x="59" y="9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331" name="Freeform 43">
                <a:extLst>
                  <a:ext uri="{FF2B5EF4-FFF2-40B4-BE49-F238E27FC236}">
                    <a16:creationId xmlns:a16="http://schemas.microsoft.com/office/drawing/2014/main" id="{D4F88081-DD04-4122-33B0-393C2F13E2CB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4445" y="3552"/>
                <a:ext cx="717" cy="431"/>
              </a:xfrm>
              <a:custGeom>
                <a:avLst/>
                <a:gdLst>
                  <a:gd name="T0" fmla="*/ 693 w 717"/>
                  <a:gd name="T1" fmla="*/ 216 h 431"/>
                  <a:gd name="T2" fmla="*/ 687 w 717"/>
                  <a:gd name="T3" fmla="*/ 257 h 431"/>
                  <a:gd name="T4" fmla="*/ 669 w 717"/>
                  <a:gd name="T5" fmla="*/ 293 h 431"/>
                  <a:gd name="T6" fmla="*/ 633 w 717"/>
                  <a:gd name="T7" fmla="*/ 329 h 431"/>
                  <a:gd name="T8" fmla="*/ 598 w 717"/>
                  <a:gd name="T9" fmla="*/ 359 h 431"/>
                  <a:gd name="T10" fmla="*/ 544 w 717"/>
                  <a:gd name="T11" fmla="*/ 383 h 431"/>
                  <a:gd name="T12" fmla="*/ 490 w 717"/>
                  <a:gd name="T13" fmla="*/ 401 h 431"/>
                  <a:gd name="T14" fmla="*/ 424 w 717"/>
                  <a:gd name="T15" fmla="*/ 413 h 431"/>
                  <a:gd name="T16" fmla="*/ 359 w 717"/>
                  <a:gd name="T17" fmla="*/ 419 h 431"/>
                  <a:gd name="T18" fmla="*/ 293 w 717"/>
                  <a:gd name="T19" fmla="*/ 413 h 431"/>
                  <a:gd name="T20" fmla="*/ 227 w 717"/>
                  <a:gd name="T21" fmla="*/ 401 h 431"/>
                  <a:gd name="T22" fmla="*/ 173 w 717"/>
                  <a:gd name="T23" fmla="*/ 383 h 431"/>
                  <a:gd name="T24" fmla="*/ 119 w 717"/>
                  <a:gd name="T25" fmla="*/ 359 h 431"/>
                  <a:gd name="T26" fmla="*/ 84 w 717"/>
                  <a:gd name="T27" fmla="*/ 329 h 431"/>
                  <a:gd name="T28" fmla="*/ 48 w 717"/>
                  <a:gd name="T29" fmla="*/ 293 h 431"/>
                  <a:gd name="T30" fmla="*/ 30 w 717"/>
                  <a:gd name="T31" fmla="*/ 257 h 431"/>
                  <a:gd name="T32" fmla="*/ 24 w 717"/>
                  <a:gd name="T33" fmla="*/ 216 h 431"/>
                  <a:gd name="T34" fmla="*/ 30 w 717"/>
                  <a:gd name="T35" fmla="*/ 174 h 431"/>
                  <a:gd name="T36" fmla="*/ 48 w 717"/>
                  <a:gd name="T37" fmla="*/ 138 h 431"/>
                  <a:gd name="T38" fmla="*/ 84 w 717"/>
                  <a:gd name="T39" fmla="*/ 102 h 431"/>
                  <a:gd name="T40" fmla="*/ 119 w 717"/>
                  <a:gd name="T41" fmla="*/ 72 h 431"/>
                  <a:gd name="T42" fmla="*/ 173 w 717"/>
                  <a:gd name="T43" fmla="*/ 48 h 431"/>
                  <a:gd name="T44" fmla="*/ 227 w 717"/>
                  <a:gd name="T45" fmla="*/ 30 h 431"/>
                  <a:gd name="T46" fmla="*/ 293 w 717"/>
                  <a:gd name="T47" fmla="*/ 18 h 431"/>
                  <a:gd name="T48" fmla="*/ 359 w 717"/>
                  <a:gd name="T49" fmla="*/ 12 h 431"/>
                  <a:gd name="T50" fmla="*/ 418 w 717"/>
                  <a:gd name="T51" fmla="*/ 18 h 431"/>
                  <a:gd name="T52" fmla="*/ 478 w 717"/>
                  <a:gd name="T53" fmla="*/ 30 h 431"/>
                  <a:gd name="T54" fmla="*/ 532 w 717"/>
                  <a:gd name="T55" fmla="*/ 48 h 431"/>
                  <a:gd name="T56" fmla="*/ 580 w 717"/>
                  <a:gd name="T57" fmla="*/ 66 h 431"/>
                  <a:gd name="T58" fmla="*/ 586 w 717"/>
                  <a:gd name="T59" fmla="*/ 48 h 431"/>
                  <a:gd name="T60" fmla="*/ 478 w 717"/>
                  <a:gd name="T61" fmla="*/ 12 h 431"/>
                  <a:gd name="T62" fmla="*/ 418 w 717"/>
                  <a:gd name="T63" fmla="*/ 6 h 431"/>
                  <a:gd name="T64" fmla="*/ 359 w 717"/>
                  <a:gd name="T65" fmla="*/ 0 h 431"/>
                  <a:gd name="T66" fmla="*/ 287 w 717"/>
                  <a:gd name="T67" fmla="*/ 6 h 431"/>
                  <a:gd name="T68" fmla="*/ 221 w 717"/>
                  <a:gd name="T69" fmla="*/ 18 h 431"/>
                  <a:gd name="T70" fmla="*/ 161 w 717"/>
                  <a:gd name="T71" fmla="*/ 36 h 431"/>
                  <a:gd name="T72" fmla="*/ 107 w 717"/>
                  <a:gd name="T73" fmla="*/ 66 h 431"/>
                  <a:gd name="T74" fmla="*/ 60 w 717"/>
                  <a:gd name="T75" fmla="*/ 96 h 431"/>
                  <a:gd name="T76" fmla="*/ 30 w 717"/>
                  <a:gd name="T77" fmla="*/ 132 h 431"/>
                  <a:gd name="T78" fmla="*/ 6 w 717"/>
                  <a:gd name="T79" fmla="*/ 174 h 431"/>
                  <a:gd name="T80" fmla="*/ 0 w 717"/>
                  <a:gd name="T81" fmla="*/ 216 h 431"/>
                  <a:gd name="T82" fmla="*/ 6 w 717"/>
                  <a:gd name="T83" fmla="*/ 257 h 431"/>
                  <a:gd name="T84" fmla="*/ 30 w 717"/>
                  <a:gd name="T85" fmla="*/ 299 h 431"/>
                  <a:gd name="T86" fmla="*/ 60 w 717"/>
                  <a:gd name="T87" fmla="*/ 335 h 431"/>
                  <a:gd name="T88" fmla="*/ 107 w 717"/>
                  <a:gd name="T89" fmla="*/ 371 h 431"/>
                  <a:gd name="T90" fmla="*/ 161 w 717"/>
                  <a:gd name="T91" fmla="*/ 395 h 431"/>
                  <a:gd name="T92" fmla="*/ 221 w 717"/>
                  <a:gd name="T93" fmla="*/ 413 h 431"/>
                  <a:gd name="T94" fmla="*/ 287 w 717"/>
                  <a:gd name="T95" fmla="*/ 425 h 431"/>
                  <a:gd name="T96" fmla="*/ 359 w 717"/>
                  <a:gd name="T97" fmla="*/ 431 h 431"/>
                  <a:gd name="T98" fmla="*/ 430 w 717"/>
                  <a:gd name="T99" fmla="*/ 425 h 431"/>
                  <a:gd name="T100" fmla="*/ 496 w 717"/>
                  <a:gd name="T101" fmla="*/ 413 h 431"/>
                  <a:gd name="T102" fmla="*/ 562 w 717"/>
                  <a:gd name="T103" fmla="*/ 395 h 431"/>
                  <a:gd name="T104" fmla="*/ 610 w 717"/>
                  <a:gd name="T105" fmla="*/ 371 h 431"/>
                  <a:gd name="T106" fmla="*/ 657 w 717"/>
                  <a:gd name="T107" fmla="*/ 335 h 431"/>
                  <a:gd name="T108" fmla="*/ 687 w 717"/>
                  <a:gd name="T109" fmla="*/ 299 h 431"/>
                  <a:gd name="T110" fmla="*/ 711 w 717"/>
                  <a:gd name="T111" fmla="*/ 257 h 431"/>
                  <a:gd name="T112" fmla="*/ 717 w 717"/>
                  <a:gd name="T113" fmla="*/ 216 h 431"/>
                  <a:gd name="T114" fmla="*/ 717 w 717"/>
                  <a:gd name="T115" fmla="*/ 204 h 431"/>
                  <a:gd name="T116" fmla="*/ 711 w 717"/>
                  <a:gd name="T117" fmla="*/ 192 h 431"/>
                  <a:gd name="T118" fmla="*/ 687 w 717"/>
                  <a:gd name="T119" fmla="*/ 198 h 431"/>
                  <a:gd name="T120" fmla="*/ 693 w 717"/>
                  <a:gd name="T121" fmla="*/ 210 h 431"/>
                  <a:gd name="T122" fmla="*/ 693 w 717"/>
                  <a:gd name="T123" fmla="*/ 216 h 431"/>
                  <a:gd name="T124" fmla="*/ 693 w 717"/>
                  <a:gd name="T125" fmla="*/ 216 h 4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717" h="431">
                    <a:moveTo>
                      <a:pt x="693" y="216"/>
                    </a:moveTo>
                    <a:lnTo>
                      <a:pt x="687" y="257"/>
                    </a:lnTo>
                    <a:lnTo>
                      <a:pt x="669" y="293"/>
                    </a:lnTo>
                    <a:lnTo>
                      <a:pt x="633" y="329"/>
                    </a:lnTo>
                    <a:lnTo>
                      <a:pt x="598" y="359"/>
                    </a:lnTo>
                    <a:lnTo>
                      <a:pt x="544" y="383"/>
                    </a:lnTo>
                    <a:lnTo>
                      <a:pt x="490" y="401"/>
                    </a:lnTo>
                    <a:lnTo>
                      <a:pt x="424" y="413"/>
                    </a:lnTo>
                    <a:lnTo>
                      <a:pt x="359" y="419"/>
                    </a:lnTo>
                    <a:lnTo>
                      <a:pt x="293" y="413"/>
                    </a:lnTo>
                    <a:lnTo>
                      <a:pt x="227" y="401"/>
                    </a:lnTo>
                    <a:lnTo>
                      <a:pt x="173" y="383"/>
                    </a:lnTo>
                    <a:lnTo>
                      <a:pt x="119" y="359"/>
                    </a:lnTo>
                    <a:lnTo>
                      <a:pt x="84" y="329"/>
                    </a:lnTo>
                    <a:lnTo>
                      <a:pt x="48" y="293"/>
                    </a:lnTo>
                    <a:lnTo>
                      <a:pt x="30" y="257"/>
                    </a:lnTo>
                    <a:lnTo>
                      <a:pt x="24" y="216"/>
                    </a:lnTo>
                    <a:lnTo>
                      <a:pt x="30" y="174"/>
                    </a:lnTo>
                    <a:lnTo>
                      <a:pt x="48" y="138"/>
                    </a:lnTo>
                    <a:lnTo>
                      <a:pt x="84" y="102"/>
                    </a:lnTo>
                    <a:lnTo>
                      <a:pt x="119" y="72"/>
                    </a:lnTo>
                    <a:lnTo>
                      <a:pt x="173" y="48"/>
                    </a:lnTo>
                    <a:lnTo>
                      <a:pt x="227" y="30"/>
                    </a:lnTo>
                    <a:lnTo>
                      <a:pt x="293" y="18"/>
                    </a:lnTo>
                    <a:lnTo>
                      <a:pt x="359" y="12"/>
                    </a:lnTo>
                    <a:lnTo>
                      <a:pt x="418" y="18"/>
                    </a:lnTo>
                    <a:lnTo>
                      <a:pt x="478" y="30"/>
                    </a:lnTo>
                    <a:lnTo>
                      <a:pt x="532" y="48"/>
                    </a:lnTo>
                    <a:lnTo>
                      <a:pt x="580" y="66"/>
                    </a:lnTo>
                    <a:lnTo>
                      <a:pt x="586" y="48"/>
                    </a:lnTo>
                    <a:lnTo>
                      <a:pt x="478" y="12"/>
                    </a:lnTo>
                    <a:lnTo>
                      <a:pt x="418" y="6"/>
                    </a:lnTo>
                    <a:lnTo>
                      <a:pt x="359" y="0"/>
                    </a:lnTo>
                    <a:lnTo>
                      <a:pt x="287" y="6"/>
                    </a:lnTo>
                    <a:lnTo>
                      <a:pt x="221" y="18"/>
                    </a:lnTo>
                    <a:lnTo>
                      <a:pt x="161" y="36"/>
                    </a:lnTo>
                    <a:lnTo>
                      <a:pt x="107" y="66"/>
                    </a:lnTo>
                    <a:lnTo>
                      <a:pt x="60" y="96"/>
                    </a:lnTo>
                    <a:lnTo>
                      <a:pt x="30" y="132"/>
                    </a:lnTo>
                    <a:lnTo>
                      <a:pt x="6" y="174"/>
                    </a:lnTo>
                    <a:lnTo>
                      <a:pt x="0" y="216"/>
                    </a:lnTo>
                    <a:lnTo>
                      <a:pt x="6" y="257"/>
                    </a:lnTo>
                    <a:lnTo>
                      <a:pt x="30" y="299"/>
                    </a:lnTo>
                    <a:lnTo>
                      <a:pt x="60" y="335"/>
                    </a:lnTo>
                    <a:lnTo>
                      <a:pt x="107" y="371"/>
                    </a:lnTo>
                    <a:lnTo>
                      <a:pt x="161" y="395"/>
                    </a:lnTo>
                    <a:lnTo>
                      <a:pt x="221" y="413"/>
                    </a:lnTo>
                    <a:lnTo>
                      <a:pt x="287" y="425"/>
                    </a:lnTo>
                    <a:lnTo>
                      <a:pt x="359" y="431"/>
                    </a:lnTo>
                    <a:lnTo>
                      <a:pt x="430" y="425"/>
                    </a:lnTo>
                    <a:lnTo>
                      <a:pt x="496" y="413"/>
                    </a:lnTo>
                    <a:lnTo>
                      <a:pt x="562" y="395"/>
                    </a:lnTo>
                    <a:lnTo>
                      <a:pt x="610" y="371"/>
                    </a:lnTo>
                    <a:lnTo>
                      <a:pt x="657" y="335"/>
                    </a:lnTo>
                    <a:lnTo>
                      <a:pt x="687" y="299"/>
                    </a:lnTo>
                    <a:lnTo>
                      <a:pt x="711" y="257"/>
                    </a:lnTo>
                    <a:lnTo>
                      <a:pt x="717" y="216"/>
                    </a:lnTo>
                    <a:lnTo>
                      <a:pt x="717" y="204"/>
                    </a:lnTo>
                    <a:lnTo>
                      <a:pt x="711" y="192"/>
                    </a:lnTo>
                    <a:lnTo>
                      <a:pt x="687" y="198"/>
                    </a:lnTo>
                    <a:lnTo>
                      <a:pt x="693" y="210"/>
                    </a:lnTo>
                    <a:lnTo>
                      <a:pt x="693" y="216"/>
                    </a:lnTo>
                    <a:lnTo>
                      <a:pt x="693" y="21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332" name="Freeform 44">
                <a:extLst>
                  <a:ext uri="{FF2B5EF4-FFF2-40B4-BE49-F238E27FC236}">
                    <a16:creationId xmlns:a16="http://schemas.microsoft.com/office/drawing/2014/main" id="{E25C7396-B1AC-3091-6F51-8ED05D0AE635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4349" y="3510"/>
                <a:ext cx="909" cy="533"/>
              </a:xfrm>
              <a:custGeom>
                <a:avLst/>
                <a:gdLst>
                  <a:gd name="T0" fmla="*/ 616 w 909"/>
                  <a:gd name="T1" fmla="*/ 0 h 533"/>
                  <a:gd name="T2" fmla="*/ 616 w 909"/>
                  <a:gd name="T3" fmla="*/ 18 h 533"/>
                  <a:gd name="T4" fmla="*/ 724 w 909"/>
                  <a:gd name="T5" fmla="*/ 60 h 533"/>
                  <a:gd name="T6" fmla="*/ 765 w 909"/>
                  <a:gd name="T7" fmla="*/ 84 h 533"/>
                  <a:gd name="T8" fmla="*/ 807 w 909"/>
                  <a:gd name="T9" fmla="*/ 114 h 533"/>
                  <a:gd name="T10" fmla="*/ 837 w 909"/>
                  <a:gd name="T11" fmla="*/ 144 h 533"/>
                  <a:gd name="T12" fmla="*/ 861 w 909"/>
                  <a:gd name="T13" fmla="*/ 180 h 533"/>
                  <a:gd name="T14" fmla="*/ 873 w 909"/>
                  <a:gd name="T15" fmla="*/ 216 h 533"/>
                  <a:gd name="T16" fmla="*/ 879 w 909"/>
                  <a:gd name="T17" fmla="*/ 258 h 533"/>
                  <a:gd name="T18" fmla="*/ 873 w 909"/>
                  <a:gd name="T19" fmla="*/ 311 h 533"/>
                  <a:gd name="T20" fmla="*/ 843 w 909"/>
                  <a:gd name="T21" fmla="*/ 359 h 533"/>
                  <a:gd name="T22" fmla="*/ 807 w 909"/>
                  <a:gd name="T23" fmla="*/ 401 h 533"/>
                  <a:gd name="T24" fmla="*/ 753 w 909"/>
                  <a:gd name="T25" fmla="*/ 443 h 533"/>
                  <a:gd name="T26" fmla="*/ 694 w 909"/>
                  <a:gd name="T27" fmla="*/ 473 h 533"/>
                  <a:gd name="T28" fmla="*/ 622 w 909"/>
                  <a:gd name="T29" fmla="*/ 497 h 533"/>
                  <a:gd name="T30" fmla="*/ 538 w 909"/>
                  <a:gd name="T31" fmla="*/ 509 h 533"/>
                  <a:gd name="T32" fmla="*/ 455 w 909"/>
                  <a:gd name="T33" fmla="*/ 515 h 533"/>
                  <a:gd name="T34" fmla="*/ 371 w 909"/>
                  <a:gd name="T35" fmla="*/ 509 h 533"/>
                  <a:gd name="T36" fmla="*/ 287 w 909"/>
                  <a:gd name="T37" fmla="*/ 497 h 533"/>
                  <a:gd name="T38" fmla="*/ 215 w 909"/>
                  <a:gd name="T39" fmla="*/ 473 h 533"/>
                  <a:gd name="T40" fmla="*/ 156 w 909"/>
                  <a:gd name="T41" fmla="*/ 443 h 533"/>
                  <a:gd name="T42" fmla="*/ 102 w 909"/>
                  <a:gd name="T43" fmla="*/ 401 h 533"/>
                  <a:gd name="T44" fmla="*/ 66 w 909"/>
                  <a:gd name="T45" fmla="*/ 359 h 533"/>
                  <a:gd name="T46" fmla="*/ 36 w 909"/>
                  <a:gd name="T47" fmla="*/ 311 h 533"/>
                  <a:gd name="T48" fmla="*/ 30 w 909"/>
                  <a:gd name="T49" fmla="*/ 258 h 533"/>
                  <a:gd name="T50" fmla="*/ 36 w 909"/>
                  <a:gd name="T51" fmla="*/ 222 h 533"/>
                  <a:gd name="T52" fmla="*/ 48 w 909"/>
                  <a:gd name="T53" fmla="*/ 186 h 533"/>
                  <a:gd name="T54" fmla="*/ 66 w 909"/>
                  <a:gd name="T55" fmla="*/ 156 h 533"/>
                  <a:gd name="T56" fmla="*/ 90 w 909"/>
                  <a:gd name="T57" fmla="*/ 126 h 533"/>
                  <a:gd name="T58" fmla="*/ 66 w 909"/>
                  <a:gd name="T59" fmla="*/ 114 h 533"/>
                  <a:gd name="T60" fmla="*/ 36 w 909"/>
                  <a:gd name="T61" fmla="*/ 144 h 533"/>
                  <a:gd name="T62" fmla="*/ 18 w 909"/>
                  <a:gd name="T63" fmla="*/ 180 h 533"/>
                  <a:gd name="T64" fmla="*/ 6 w 909"/>
                  <a:gd name="T65" fmla="*/ 216 h 533"/>
                  <a:gd name="T66" fmla="*/ 0 w 909"/>
                  <a:gd name="T67" fmla="*/ 258 h 533"/>
                  <a:gd name="T68" fmla="*/ 12 w 909"/>
                  <a:gd name="T69" fmla="*/ 311 h 533"/>
                  <a:gd name="T70" fmla="*/ 36 w 909"/>
                  <a:gd name="T71" fmla="*/ 365 h 533"/>
                  <a:gd name="T72" fmla="*/ 78 w 909"/>
                  <a:gd name="T73" fmla="*/ 413 h 533"/>
                  <a:gd name="T74" fmla="*/ 132 w 909"/>
                  <a:gd name="T75" fmla="*/ 449 h 533"/>
                  <a:gd name="T76" fmla="*/ 203 w 909"/>
                  <a:gd name="T77" fmla="*/ 485 h 533"/>
                  <a:gd name="T78" fmla="*/ 275 w 909"/>
                  <a:gd name="T79" fmla="*/ 509 h 533"/>
                  <a:gd name="T80" fmla="*/ 365 w 909"/>
                  <a:gd name="T81" fmla="*/ 527 h 533"/>
                  <a:gd name="T82" fmla="*/ 455 w 909"/>
                  <a:gd name="T83" fmla="*/ 533 h 533"/>
                  <a:gd name="T84" fmla="*/ 544 w 909"/>
                  <a:gd name="T85" fmla="*/ 527 h 533"/>
                  <a:gd name="T86" fmla="*/ 634 w 909"/>
                  <a:gd name="T87" fmla="*/ 509 h 533"/>
                  <a:gd name="T88" fmla="*/ 712 w 909"/>
                  <a:gd name="T89" fmla="*/ 485 h 533"/>
                  <a:gd name="T90" fmla="*/ 777 w 909"/>
                  <a:gd name="T91" fmla="*/ 449 h 533"/>
                  <a:gd name="T92" fmla="*/ 831 w 909"/>
                  <a:gd name="T93" fmla="*/ 413 h 533"/>
                  <a:gd name="T94" fmla="*/ 873 w 909"/>
                  <a:gd name="T95" fmla="*/ 365 h 533"/>
                  <a:gd name="T96" fmla="*/ 897 w 909"/>
                  <a:gd name="T97" fmla="*/ 311 h 533"/>
                  <a:gd name="T98" fmla="*/ 909 w 909"/>
                  <a:gd name="T99" fmla="*/ 258 h 533"/>
                  <a:gd name="T100" fmla="*/ 903 w 909"/>
                  <a:gd name="T101" fmla="*/ 216 h 533"/>
                  <a:gd name="T102" fmla="*/ 885 w 909"/>
                  <a:gd name="T103" fmla="*/ 174 h 533"/>
                  <a:gd name="T104" fmla="*/ 861 w 909"/>
                  <a:gd name="T105" fmla="*/ 132 h 533"/>
                  <a:gd name="T106" fmla="*/ 825 w 909"/>
                  <a:gd name="T107" fmla="*/ 102 h 533"/>
                  <a:gd name="T108" fmla="*/ 783 w 909"/>
                  <a:gd name="T109" fmla="*/ 66 h 533"/>
                  <a:gd name="T110" fmla="*/ 735 w 909"/>
                  <a:gd name="T111" fmla="*/ 42 h 533"/>
                  <a:gd name="T112" fmla="*/ 616 w 909"/>
                  <a:gd name="T113" fmla="*/ 0 h 533"/>
                  <a:gd name="T114" fmla="*/ 616 w 909"/>
                  <a:gd name="T115" fmla="*/ 0 h 5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909" h="533">
                    <a:moveTo>
                      <a:pt x="616" y="0"/>
                    </a:moveTo>
                    <a:lnTo>
                      <a:pt x="616" y="18"/>
                    </a:lnTo>
                    <a:lnTo>
                      <a:pt x="724" y="60"/>
                    </a:lnTo>
                    <a:lnTo>
                      <a:pt x="765" y="84"/>
                    </a:lnTo>
                    <a:lnTo>
                      <a:pt x="807" y="114"/>
                    </a:lnTo>
                    <a:lnTo>
                      <a:pt x="837" y="144"/>
                    </a:lnTo>
                    <a:lnTo>
                      <a:pt x="861" y="180"/>
                    </a:lnTo>
                    <a:lnTo>
                      <a:pt x="873" y="216"/>
                    </a:lnTo>
                    <a:lnTo>
                      <a:pt x="879" y="258"/>
                    </a:lnTo>
                    <a:lnTo>
                      <a:pt x="873" y="311"/>
                    </a:lnTo>
                    <a:lnTo>
                      <a:pt x="843" y="359"/>
                    </a:lnTo>
                    <a:lnTo>
                      <a:pt x="807" y="401"/>
                    </a:lnTo>
                    <a:lnTo>
                      <a:pt x="753" y="443"/>
                    </a:lnTo>
                    <a:lnTo>
                      <a:pt x="694" y="473"/>
                    </a:lnTo>
                    <a:lnTo>
                      <a:pt x="622" y="497"/>
                    </a:lnTo>
                    <a:lnTo>
                      <a:pt x="538" y="509"/>
                    </a:lnTo>
                    <a:lnTo>
                      <a:pt x="455" y="515"/>
                    </a:lnTo>
                    <a:lnTo>
                      <a:pt x="371" y="509"/>
                    </a:lnTo>
                    <a:lnTo>
                      <a:pt x="287" y="497"/>
                    </a:lnTo>
                    <a:lnTo>
                      <a:pt x="215" y="473"/>
                    </a:lnTo>
                    <a:lnTo>
                      <a:pt x="156" y="443"/>
                    </a:lnTo>
                    <a:lnTo>
                      <a:pt x="102" y="401"/>
                    </a:lnTo>
                    <a:lnTo>
                      <a:pt x="66" y="359"/>
                    </a:lnTo>
                    <a:lnTo>
                      <a:pt x="36" y="311"/>
                    </a:lnTo>
                    <a:lnTo>
                      <a:pt x="30" y="258"/>
                    </a:lnTo>
                    <a:lnTo>
                      <a:pt x="36" y="222"/>
                    </a:lnTo>
                    <a:lnTo>
                      <a:pt x="48" y="186"/>
                    </a:lnTo>
                    <a:lnTo>
                      <a:pt x="66" y="156"/>
                    </a:lnTo>
                    <a:lnTo>
                      <a:pt x="90" y="126"/>
                    </a:lnTo>
                    <a:lnTo>
                      <a:pt x="66" y="114"/>
                    </a:lnTo>
                    <a:lnTo>
                      <a:pt x="36" y="144"/>
                    </a:lnTo>
                    <a:lnTo>
                      <a:pt x="18" y="180"/>
                    </a:lnTo>
                    <a:lnTo>
                      <a:pt x="6" y="216"/>
                    </a:lnTo>
                    <a:lnTo>
                      <a:pt x="0" y="258"/>
                    </a:lnTo>
                    <a:lnTo>
                      <a:pt x="12" y="311"/>
                    </a:lnTo>
                    <a:lnTo>
                      <a:pt x="36" y="365"/>
                    </a:lnTo>
                    <a:lnTo>
                      <a:pt x="78" y="413"/>
                    </a:lnTo>
                    <a:lnTo>
                      <a:pt x="132" y="449"/>
                    </a:lnTo>
                    <a:lnTo>
                      <a:pt x="203" y="485"/>
                    </a:lnTo>
                    <a:lnTo>
                      <a:pt x="275" y="509"/>
                    </a:lnTo>
                    <a:lnTo>
                      <a:pt x="365" y="527"/>
                    </a:lnTo>
                    <a:lnTo>
                      <a:pt x="455" y="533"/>
                    </a:lnTo>
                    <a:lnTo>
                      <a:pt x="544" y="527"/>
                    </a:lnTo>
                    <a:lnTo>
                      <a:pt x="634" y="509"/>
                    </a:lnTo>
                    <a:lnTo>
                      <a:pt x="712" y="485"/>
                    </a:lnTo>
                    <a:lnTo>
                      <a:pt x="777" y="449"/>
                    </a:lnTo>
                    <a:lnTo>
                      <a:pt x="831" y="413"/>
                    </a:lnTo>
                    <a:lnTo>
                      <a:pt x="873" y="365"/>
                    </a:lnTo>
                    <a:lnTo>
                      <a:pt x="897" y="311"/>
                    </a:lnTo>
                    <a:lnTo>
                      <a:pt x="909" y="258"/>
                    </a:lnTo>
                    <a:lnTo>
                      <a:pt x="903" y="216"/>
                    </a:lnTo>
                    <a:lnTo>
                      <a:pt x="885" y="174"/>
                    </a:lnTo>
                    <a:lnTo>
                      <a:pt x="861" y="132"/>
                    </a:lnTo>
                    <a:lnTo>
                      <a:pt x="825" y="102"/>
                    </a:lnTo>
                    <a:lnTo>
                      <a:pt x="783" y="66"/>
                    </a:lnTo>
                    <a:lnTo>
                      <a:pt x="735" y="42"/>
                    </a:lnTo>
                    <a:lnTo>
                      <a:pt x="616" y="0"/>
                    </a:lnTo>
                    <a:lnTo>
                      <a:pt x="616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>
                      <a:gamma/>
                      <a:tint val="96863"/>
                      <a:invGamma/>
                    </a:schemeClr>
                  </a:gs>
                  <a:gs pos="100000">
                    <a:schemeClr val="accent2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333" name="Freeform 45">
                <a:extLst>
                  <a:ext uri="{FF2B5EF4-FFF2-40B4-BE49-F238E27FC236}">
                    <a16:creationId xmlns:a16="http://schemas.microsoft.com/office/drawing/2014/main" id="{6435980E-E27F-010B-0D94-01A64A48D8ED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4564" y="3492"/>
                <a:ext cx="365" cy="66"/>
              </a:xfrm>
              <a:custGeom>
                <a:avLst/>
                <a:gdLst>
                  <a:gd name="T0" fmla="*/ 240 w 365"/>
                  <a:gd name="T1" fmla="*/ 18 h 66"/>
                  <a:gd name="T2" fmla="*/ 299 w 365"/>
                  <a:gd name="T3" fmla="*/ 24 h 66"/>
                  <a:gd name="T4" fmla="*/ 359 w 365"/>
                  <a:gd name="T5" fmla="*/ 30 h 66"/>
                  <a:gd name="T6" fmla="*/ 365 w 365"/>
                  <a:gd name="T7" fmla="*/ 12 h 66"/>
                  <a:gd name="T8" fmla="*/ 305 w 365"/>
                  <a:gd name="T9" fmla="*/ 6 h 66"/>
                  <a:gd name="T10" fmla="*/ 240 w 365"/>
                  <a:gd name="T11" fmla="*/ 0 h 66"/>
                  <a:gd name="T12" fmla="*/ 174 w 365"/>
                  <a:gd name="T13" fmla="*/ 6 h 66"/>
                  <a:gd name="T14" fmla="*/ 114 w 365"/>
                  <a:gd name="T15" fmla="*/ 12 h 66"/>
                  <a:gd name="T16" fmla="*/ 0 w 365"/>
                  <a:gd name="T17" fmla="*/ 42 h 66"/>
                  <a:gd name="T18" fmla="*/ 0 w 365"/>
                  <a:gd name="T19" fmla="*/ 66 h 66"/>
                  <a:gd name="T20" fmla="*/ 54 w 365"/>
                  <a:gd name="T21" fmla="*/ 48 h 66"/>
                  <a:gd name="T22" fmla="*/ 114 w 365"/>
                  <a:gd name="T23" fmla="*/ 30 h 66"/>
                  <a:gd name="T24" fmla="*/ 174 w 365"/>
                  <a:gd name="T25" fmla="*/ 24 h 66"/>
                  <a:gd name="T26" fmla="*/ 240 w 365"/>
                  <a:gd name="T27" fmla="*/ 18 h 66"/>
                  <a:gd name="T28" fmla="*/ 240 w 365"/>
                  <a:gd name="T29" fmla="*/ 18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65" h="66">
                    <a:moveTo>
                      <a:pt x="240" y="18"/>
                    </a:moveTo>
                    <a:lnTo>
                      <a:pt x="299" y="24"/>
                    </a:lnTo>
                    <a:lnTo>
                      <a:pt x="359" y="30"/>
                    </a:lnTo>
                    <a:lnTo>
                      <a:pt x="365" y="12"/>
                    </a:lnTo>
                    <a:lnTo>
                      <a:pt x="305" y="6"/>
                    </a:lnTo>
                    <a:lnTo>
                      <a:pt x="240" y="0"/>
                    </a:lnTo>
                    <a:lnTo>
                      <a:pt x="174" y="6"/>
                    </a:lnTo>
                    <a:lnTo>
                      <a:pt x="114" y="12"/>
                    </a:lnTo>
                    <a:lnTo>
                      <a:pt x="0" y="42"/>
                    </a:lnTo>
                    <a:lnTo>
                      <a:pt x="0" y="66"/>
                    </a:lnTo>
                    <a:lnTo>
                      <a:pt x="54" y="48"/>
                    </a:lnTo>
                    <a:lnTo>
                      <a:pt x="114" y="30"/>
                    </a:lnTo>
                    <a:lnTo>
                      <a:pt x="174" y="24"/>
                    </a:lnTo>
                    <a:lnTo>
                      <a:pt x="240" y="18"/>
                    </a:lnTo>
                    <a:lnTo>
                      <a:pt x="240" y="1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>
                      <a:gamma/>
                      <a:tint val="96863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334" name="Freeform 46">
                <a:extLst>
                  <a:ext uri="{FF2B5EF4-FFF2-40B4-BE49-F238E27FC236}">
                    <a16:creationId xmlns:a16="http://schemas.microsoft.com/office/drawing/2014/main" id="{FA3C1AB1-1099-4210-5575-246805A51AF5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4463" y="3558"/>
                <a:ext cx="66" cy="48"/>
              </a:xfrm>
              <a:custGeom>
                <a:avLst/>
                <a:gdLst>
                  <a:gd name="T0" fmla="*/ 66 w 66"/>
                  <a:gd name="T1" fmla="*/ 18 h 48"/>
                  <a:gd name="T2" fmla="*/ 48 w 66"/>
                  <a:gd name="T3" fmla="*/ 0 h 48"/>
                  <a:gd name="T4" fmla="*/ 24 w 66"/>
                  <a:gd name="T5" fmla="*/ 12 h 48"/>
                  <a:gd name="T6" fmla="*/ 0 w 66"/>
                  <a:gd name="T7" fmla="*/ 30 h 48"/>
                  <a:gd name="T8" fmla="*/ 12 w 66"/>
                  <a:gd name="T9" fmla="*/ 48 h 48"/>
                  <a:gd name="T10" fmla="*/ 42 w 66"/>
                  <a:gd name="T11" fmla="*/ 30 h 48"/>
                  <a:gd name="T12" fmla="*/ 66 w 66"/>
                  <a:gd name="T13" fmla="*/ 18 h 48"/>
                  <a:gd name="T14" fmla="*/ 66 w 66"/>
                  <a:gd name="T15" fmla="*/ 1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6" h="48">
                    <a:moveTo>
                      <a:pt x="66" y="18"/>
                    </a:moveTo>
                    <a:lnTo>
                      <a:pt x="48" y="0"/>
                    </a:lnTo>
                    <a:lnTo>
                      <a:pt x="24" y="12"/>
                    </a:lnTo>
                    <a:lnTo>
                      <a:pt x="0" y="30"/>
                    </a:lnTo>
                    <a:lnTo>
                      <a:pt x="12" y="48"/>
                    </a:lnTo>
                    <a:lnTo>
                      <a:pt x="42" y="30"/>
                    </a:lnTo>
                    <a:lnTo>
                      <a:pt x="66" y="18"/>
                    </a:lnTo>
                    <a:lnTo>
                      <a:pt x="66" y="1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>
                      <a:gamma/>
                      <a:tint val="96863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335" name="Oval 47">
                <a:extLst>
                  <a:ext uri="{FF2B5EF4-FFF2-40B4-BE49-F238E27FC236}">
                    <a16:creationId xmlns:a16="http://schemas.microsoft.com/office/drawing/2014/main" id="{33FAFC68-65AD-E3BB-3A17-6F30031AF73B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4546" y="3608"/>
                <a:ext cx="518" cy="319"/>
              </a:xfrm>
              <a:prstGeom prst="ellipse">
                <a:avLst/>
              </a:prstGeom>
              <a:gradFill rotWithShape="0">
                <a:gsLst>
                  <a:gs pos="0">
                    <a:schemeClr val="accent2">
                      <a:gamma/>
                      <a:shade val="94118"/>
                      <a:invGamma/>
                    </a:schemeClr>
                  </a:gs>
                  <a:gs pos="100000">
                    <a:schemeClr val="accent2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336" name="Oval 48">
                <a:extLst>
                  <a:ext uri="{FF2B5EF4-FFF2-40B4-BE49-F238E27FC236}">
                    <a16:creationId xmlns:a16="http://schemas.microsoft.com/office/drawing/2014/main" id="{8F409E3B-1062-B970-30D4-4B5DDD094B3F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4578" y="3630"/>
                <a:ext cx="446" cy="271"/>
              </a:xfrm>
              <a:prstGeom prst="ellipse">
                <a:avLst/>
              </a:prstGeom>
              <a:gradFill rotWithShape="0">
                <a:gsLst>
                  <a:gs pos="0">
                    <a:schemeClr val="accent2">
                      <a:gamma/>
                      <a:tint val="96863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337" name="Oval 49">
                <a:extLst>
                  <a:ext uri="{FF2B5EF4-FFF2-40B4-BE49-F238E27FC236}">
                    <a16:creationId xmlns:a16="http://schemas.microsoft.com/office/drawing/2014/main" id="{6FE006E4-D7E0-FD3E-E882-DB3764F1F411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4610" y="3650"/>
                <a:ext cx="386" cy="233"/>
              </a:xfrm>
              <a:prstGeom prst="ellipse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338" name="Oval 50">
                <a:extLst>
                  <a:ext uri="{FF2B5EF4-FFF2-40B4-BE49-F238E27FC236}">
                    <a16:creationId xmlns:a16="http://schemas.microsoft.com/office/drawing/2014/main" id="{73073CDB-A862-C362-3F09-7F095AC06164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4654" y="3678"/>
                <a:ext cx="298" cy="177"/>
              </a:xfrm>
              <a:prstGeom prst="ellipse">
                <a:avLst/>
              </a:prstGeom>
              <a:gradFill rotWithShape="0">
                <a:gsLst>
                  <a:gs pos="0">
                    <a:schemeClr val="accent2">
                      <a:gamma/>
                      <a:shade val="94118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339" name="Oval 51">
                <a:extLst>
                  <a:ext uri="{FF2B5EF4-FFF2-40B4-BE49-F238E27FC236}">
                    <a16:creationId xmlns:a16="http://schemas.microsoft.com/office/drawing/2014/main" id="{9B546644-298E-F996-3AAA-B75F7EB72A26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4690" y="3698"/>
                <a:ext cx="222" cy="139"/>
              </a:xfrm>
              <a:prstGeom prst="ellipse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340" name="Oval 52">
                <a:extLst>
                  <a:ext uri="{FF2B5EF4-FFF2-40B4-BE49-F238E27FC236}">
                    <a16:creationId xmlns:a16="http://schemas.microsoft.com/office/drawing/2014/main" id="{D5DA755B-6D11-9E09-4B5A-8521B7AD9AE1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4738" y="3728"/>
                <a:ext cx="126" cy="81"/>
              </a:xfrm>
              <a:prstGeom prst="ellipse">
                <a:avLst/>
              </a:prstGeom>
              <a:gradFill rotWithShape="0">
                <a:gsLst>
                  <a:gs pos="0">
                    <a:schemeClr val="accent2">
                      <a:gamma/>
                      <a:shade val="96863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grpSp>
          <p:nvGrpSpPr>
            <p:cNvPr id="12341" name="Group 53">
              <a:extLst>
                <a:ext uri="{FF2B5EF4-FFF2-40B4-BE49-F238E27FC236}">
                  <a16:creationId xmlns:a16="http://schemas.microsoft.com/office/drawing/2014/main" id="{0B97553E-1198-9B03-8019-2467A52898D5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5280" y="3024"/>
              <a:ext cx="425" cy="258"/>
              <a:chOff x="5280" y="3024"/>
              <a:chExt cx="425" cy="258"/>
            </a:xfrm>
          </p:grpSpPr>
          <p:sp>
            <p:nvSpPr>
              <p:cNvPr id="12342" name="Freeform 54">
                <a:extLst>
                  <a:ext uri="{FF2B5EF4-FFF2-40B4-BE49-F238E27FC236}">
                    <a16:creationId xmlns:a16="http://schemas.microsoft.com/office/drawing/2014/main" id="{376C2784-B006-5098-920F-AB912493F33C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5280" y="3186"/>
                <a:ext cx="383" cy="96"/>
              </a:xfrm>
              <a:custGeom>
                <a:avLst/>
                <a:gdLst>
                  <a:gd name="T0" fmla="*/ 209 w 382"/>
                  <a:gd name="T1" fmla="*/ 96 h 96"/>
                  <a:gd name="T2" fmla="*/ 143 w 382"/>
                  <a:gd name="T3" fmla="*/ 90 h 96"/>
                  <a:gd name="T4" fmla="*/ 83 w 382"/>
                  <a:gd name="T5" fmla="*/ 66 h 96"/>
                  <a:gd name="T6" fmla="*/ 35 w 382"/>
                  <a:gd name="T7" fmla="*/ 36 h 96"/>
                  <a:gd name="T8" fmla="*/ 6 w 382"/>
                  <a:gd name="T9" fmla="*/ 0 h 96"/>
                  <a:gd name="T10" fmla="*/ 0 w 382"/>
                  <a:gd name="T11" fmla="*/ 6 h 96"/>
                  <a:gd name="T12" fmla="*/ 29 w 382"/>
                  <a:gd name="T13" fmla="*/ 42 h 96"/>
                  <a:gd name="T14" fmla="*/ 77 w 382"/>
                  <a:gd name="T15" fmla="*/ 72 h 96"/>
                  <a:gd name="T16" fmla="*/ 137 w 382"/>
                  <a:gd name="T17" fmla="*/ 90 h 96"/>
                  <a:gd name="T18" fmla="*/ 209 w 382"/>
                  <a:gd name="T19" fmla="*/ 96 h 96"/>
                  <a:gd name="T20" fmla="*/ 263 w 382"/>
                  <a:gd name="T21" fmla="*/ 90 h 96"/>
                  <a:gd name="T22" fmla="*/ 311 w 382"/>
                  <a:gd name="T23" fmla="*/ 84 h 96"/>
                  <a:gd name="T24" fmla="*/ 352 w 382"/>
                  <a:gd name="T25" fmla="*/ 66 h 96"/>
                  <a:gd name="T26" fmla="*/ 382 w 382"/>
                  <a:gd name="T27" fmla="*/ 42 h 96"/>
                  <a:gd name="T28" fmla="*/ 376 w 382"/>
                  <a:gd name="T29" fmla="*/ 42 h 96"/>
                  <a:gd name="T30" fmla="*/ 346 w 382"/>
                  <a:gd name="T31" fmla="*/ 66 h 96"/>
                  <a:gd name="T32" fmla="*/ 305 w 382"/>
                  <a:gd name="T33" fmla="*/ 78 h 96"/>
                  <a:gd name="T34" fmla="*/ 263 w 382"/>
                  <a:gd name="T35" fmla="*/ 90 h 96"/>
                  <a:gd name="T36" fmla="*/ 209 w 382"/>
                  <a:gd name="T37" fmla="*/ 96 h 96"/>
                  <a:gd name="T38" fmla="*/ 209 w 382"/>
                  <a:gd name="T39" fmla="*/ 96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82" h="96">
                    <a:moveTo>
                      <a:pt x="209" y="96"/>
                    </a:moveTo>
                    <a:lnTo>
                      <a:pt x="143" y="90"/>
                    </a:lnTo>
                    <a:lnTo>
                      <a:pt x="83" y="66"/>
                    </a:lnTo>
                    <a:lnTo>
                      <a:pt x="35" y="36"/>
                    </a:lnTo>
                    <a:lnTo>
                      <a:pt x="6" y="0"/>
                    </a:lnTo>
                    <a:lnTo>
                      <a:pt x="0" y="6"/>
                    </a:lnTo>
                    <a:lnTo>
                      <a:pt x="29" y="42"/>
                    </a:lnTo>
                    <a:lnTo>
                      <a:pt x="77" y="72"/>
                    </a:lnTo>
                    <a:lnTo>
                      <a:pt x="137" y="90"/>
                    </a:lnTo>
                    <a:lnTo>
                      <a:pt x="209" y="96"/>
                    </a:lnTo>
                    <a:lnTo>
                      <a:pt x="263" y="90"/>
                    </a:lnTo>
                    <a:lnTo>
                      <a:pt x="311" y="84"/>
                    </a:lnTo>
                    <a:lnTo>
                      <a:pt x="352" y="66"/>
                    </a:lnTo>
                    <a:lnTo>
                      <a:pt x="382" y="42"/>
                    </a:lnTo>
                    <a:lnTo>
                      <a:pt x="376" y="42"/>
                    </a:lnTo>
                    <a:lnTo>
                      <a:pt x="346" y="66"/>
                    </a:lnTo>
                    <a:lnTo>
                      <a:pt x="305" y="78"/>
                    </a:lnTo>
                    <a:lnTo>
                      <a:pt x="263" y="90"/>
                    </a:lnTo>
                    <a:lnTo>
                      <a:pt x="209" y="96"/>
                    </a:lnTo>
                    <a:lnTo>
                      <a:pt x="209" y="9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343" name="Freeform 55">
                <a:extLst>
                  <a:ext uri="{FF2B5EF4-FFF2-40B4-BE49-F238E27FC236}">
                    <a16:creationId xmlns:a16="http://schemas.microsoft.com/office/drawing/2014/main" id="{33CD7D67-4341-47ED-1678-1FD20DA8A72D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5315" y="3024"/>
                <a:ext cx="258" cy="54"/>
              </a:xfrm>
              <a:custGeom>
                <a:avLst/>
                <a:gdLst>
                  <a:gd name="T0" fmla="*/ 174 w 258"/>
                  <a:gd name="T1" fmla="*/ 0 h 54"/>
                  <a:gd name="T2" fmla="*/ 216 w 258"/>
                  <a:gd name="T3" fmla="*/ 6 h 54"/>
                  <a:gd name="T4" fmla="*/ 258 w 258"/>
                  <a:gd name="T5" fmla="*/ 12 h 54"/>
                  <a:gd name="T6" fmla="*/ 252 w 258"/>
                  <a:gd name="T7" fmla="*/ 6 h 54"/>
                  <a:gd name="T8" fmla="*/ 216 w 258"/>
                  <a:gd name="T9" fmla="*/ 0 h 54"/>
                  <a:gd name="T10" fmla="*/ 174 w 258"/>
                  <a:gd name="T11" fmla="*/ 0 h 54"/>
                  <a:gd name="T12" fmla="*/ 120 w 258"/>
                  <a:gd name="T13" fmla="*/ 6 h 54"/>
                  <a:gd name="T14" fmla="*/ 78 w 258"/>
                  <a:gd name="T15" fmla="*/ 12 h 54"/>
                  <a:gd name="T16" fmla="*/ 36 w 258"/>
                  <a:gd name="T17" fmla="*/ 30 h 54"/>
                  <a:gd name="T18" fmla="*/ 0 w 258"/>
                  <a:gd name="T19" fmla="*/ 48 h 54"/>
                  <a:gd name="T20" fmla="*/ 6 w 258"/>
                  <a:gd name="T21" fmla="*/ 54 h 54"/>
                  <a:gd name="T22" fmla="*/ 36 w 258"/>
                  <a:gd name="T23" fmla="*/ 36 h 54"/>
                  <a:gd name="T24" fmla="*/ 78 w 258"/>
                  <a:gd name="T25" fmla="*/ 18 h 54"/>
                  <a:gd name="T26" fmla="*/ 120 w 258"/>
                  <a:gd name="T27" fmla="*/ 6 h 54"/>
                  <a:gd name="T28" fmla="*/ 174 w 258"/>
                  <a:gd name="T29" fmla="*/ 0 h 54"/>
                  <a:gd name="T30" fmla="*/ 174 w 258"/>
                  <a:gd name="T31" fmla="*/ 0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258" h="54">
                    <a:moveTo>
                      <a:pt x="174" y="0"/>
                    </a:moveTo>
                    <a:lnTo>
                      <a:pt x="216" y="6"/>
                    </a:lnTo>
                    <a:lnTo>
                      <a:pt x="258" y="12"/>
                    </a:lnTo>
                    <a:lnTo>
                      <a:pt x="252" y="6"/>
                    </a:lnTo>
                    <a:lnTo>
                      <a:pt x="216" y="0"/>
                    </a:lnTo>
                    <a:lnTo>
                      <a:pt x="174" y="0"/>
                    </a:lnTo>
                    <a:lnTo>
                      <a:pt x="120" y="6"/>
                    </a:lnTo>
                    <a:lnTo>
                      <a:pt x="78" y="12"/>
                    </a:lnTo>
                    <a:lnTo>
                      <a:pt x="36" y="30"/>
                    </a:lnTo>
                    <a:lnTo>
                      <a:pt x="0" y="48"/>
                    </a:lnTo>
                    <a:lnTo>
                      <a:pt x="6" y="54"/>
                    </a:lnTo>
                    <a:lnTo>
                      <a:pt x="36" y="36"/>
                    </a:lnTo>
                    <a:lnTo>
                      <a:pt x="78" y="18"/>
                    </a:lnTo>
                    <a:lnTo>
                      <a:pt x="120" y="6"/>
                    </a:lnTo>
                    <a:lnTo>
                      <a:pt x="174" y="0"/>
                    </a:lnTo>
                    <a:lnTo>
                      <a:pt x="17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344" name="Freeform 56">
                <a:extLst>
                  <a:ext uri="{FF2B5EF4-FFF2-40B4-BE49-F238E27FC236}">
                    <a16:creationId xmlns:a16="http://schemas.microsoft.com/office/drawing/2014/main" id="{70EE2E9A-4965-4276-314C-F893B723C1CE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5645" y="3066"/>
                <a:ext cx="60" cy="156"/>
              </a:xfrm>
              <a:custGeom>
                <a:avLst/>
                <a:gdLst>
                  <a:gd name="T0" fmla="*/ 54 w 60"/>
                  <a:gd name="T1" fmla="*/ 90 h 156"/>
                  <a:gd name="T2" fmla="*/ 48 w 60"/>
                  <a:gd name="T3" fmla="*/ 126 h 156"/>
                  <a:gd name="T4" fmla="*/ 24 w 60"/>
                  <a:gd name="T5" fmla="*/ 156 h 156"/>
                  <a:gd name="T6" fmla="*/ 30 w 60"/>
                  <a:gd name="T7" fmla="*/ 156 h 156"/>
                  <a:gd name="T8" fmla="*/ 54 w 60"/>
                  <a:gd name="T9" fmla="*/ 126 h 156"/>
                  <a:gd name="T10" fmla="*/ 60 w 60"/>
                  <a:gd name="T11" fmla="*/ 90 h 156"/>
                  <a:gd name="T12" fmla="*/ 54 w 60"/>
                  <a:gd name="T13" fmla="*/ 66 h 156"/>
                  <a:gd name="T14" fmla="*/ 48 w 60"/>
                  <a:gd name="T15" fmla="*/ 42 h 156"/>
                  <a:gd name="T16" fmla="*/ 30 w 60"/>
                  <a:gd name="T17" fmla="*/ 18 h 156"/>
                  <a:gd name="T18" fmla="*/ 6 w 60"/>
                  <a:gd name="T19" fmla="*/ 0 h 156"/>
                  <a:gd name="T20" fmla="*/ 0 w 60"/>
                  <a:gd name="T21" fmla="*/ 6 h 156"/>
                  <a:gd name="T22" fmla="*/ 24 w 60"/>
                  <a:gd name="T23" fmla="*/ 24 h 156"/>
                  <a:gd name="T24" fmla="*/ 42 w 60"/>
                  <a:gd name="T25" fmla="*/ 42 h 156"/>
                  <a:gd name="T26" fmla="*/ 48 w 60"/>
                  <a:gd name="T27" fmla="*/ 66 h 156"/>
                  <a:gd name="T28" fmla="*/ 54 w 60"/>
                  <a:gd name="T29" fmla="*/ 90 h 156"/>
                  <a:gd name="T30" fmla="*/ 54 w 60"/>
                  <a:gd name="T31" fmla="*/ 90 h 1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60" h="156">
                    <a:moveTo>
                      <a:pt x="54" y="90"/>
                    </a:moveTo>
                    <a:lnTo>
                      <a:pt x="48" y="126"/>
                    </a:lnTo>
                    <a:lnTo>
                      <a:pt x="24" y="156"/>
                    </a:lnTo>
                    <a:lnTo>
                      <a:pt x="30" y="156"/>
                    </a:lnTo>
                    <a:lnTo>
                      <a:pt x="54" y="126"/>
                    </a:lnTo>
                    <a:lnTo>
                      <a:pt x="60" y="90"/>
                    </a:lnTo>
                    <a:lnTo>
                      <a:pt x="54" y="66"/>
                    </a:lnTo>
                    <a:lnTo>
                      <a:pt x="48" y="42"/>
                    </a:lnTo>
                    <a:lnTo>
                      <a:pt x="30" y="18"/>
                    </a:lnTo>
                    <a:lnTo>
                      <a:pt x="6" y="0"/>
                    </a:lnTo>
                    <a:lnTo>
                      <a:pt x="0" y="6"/>
                    </a:lnTo>
                    <a:lnTo>
                      <a:pt x="24" y="24"/>
                    </a:lnTo>
                    <a:lnTo>
                      <a:pt x="42" y="42"/>
                    </a:lnTo>
                    <a:lnTo>
                      <a:pt x="48" y="66"/>
                    </a:lnTo>
                    <a:lnTo>
                      <a:pt x="54" y="90"/>
                    </a:lnTo>
                    <a:lnTo>
                      <a:pt x="54" y="9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345" name="Freeform 57">
                <a:extLst>
                  <a:ext uri="{FF2B5EF4-FFF2-40B4-BE49-F238E27FC236}">
                    <a16:creationId xmlns:a16="http://schemas.microsoft.com/office/drawing/2014/main" id="{6013272C-F10C-2FD7-1F15-1892F012F485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5375" y="3246"/>
                <a:ext cx="192" cy="18"/>
              </a:xfrm>
              <a:custGeom>
                <a:avLst/>
                <a:gdLst>
                  <a:gd name="T0" fmla="*/ 114 w 192"/>
                  <a:gd name="T1" fmla="*/ 12 h 18"/>
                  <a:gd name="T2" fmla="*/ 72 w 192"/>
                  <a:gd name="T3" fmla="*/ 6 h 18"/>
                  <a:gd name="T4" fmla="*/ 30 w 192"/>
                  <a:gd name="T5" fmla="*/ 0 h 18"/>
                  <a:gd name="T6" fmla="*/ 0 w 192"/>
                  <a:gd name="T7" fmla="*/ 0 h 18"/>
                  <a:gd name="T8" fmla="*/ 54 w 192"/>
                  <a:gd name="T9" fmla="*/ 12 h 18"/>
                  <a:gd name="T10" fmla="*/ 114 w 192"/>
                  <a:gd name="T11" fmla="*/ 18 h 18"/>
                  <a:gd name="T12" fmla="*/ 156 w 192"/>
                  <a:gd name="T13" fmla="*/ 18 h 18"/>
                  <a:gd name="T14" fmla="*/ 192 w 192"/>
                  <a:gd name="T15" fmla="*/ 12 h 18"/>
                  <a:gd name="T16" fmla="*/ 186 w 192"/>
                  <a:gd name="T17" fmla="*/ 0 h 18"/>
                  <a:gd name="T18" fmla="*/ 150 w 192"/>
                  <a:gd name="T19" fmla="*/ 6 h 18"/>
                  <a:gd name="T20" fmla="*/ 114 w 192"/>
                  <a:gd name="T21" fmla="*/ 12 h 18"/>
                  <a:gd name="T22" fmla="*/ 114 w 192"/>
                  <a:gd name="T23" fmla="*/ 12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92" h="18">
                    <a:moveTo>
                      <a:pt x="114" y="12"/>
                    </a:moveTo>
                    <a:lnTo>
                      <a:pt x="72" y="6"/>
                    </a:lnTo>
                    <a:lnTo>
                      <a:pt x="30" y="0"/>
                    </a:lnTo>
                    <a:lnTo>
                      <a:pt x="0" y="0"/>
                    </a:lnTo>
                    <a:lnTo>
                      <a:pt x="54" y="12"/>
                    </a:lnTo>
                    <a:lnTo>
                      <a:pt x="114" y="18"/>
                    </a:lnTo>
                    <a:lnTo>
                      <a:pt x="156" y="18"/>
                    </a:lnTo>
                    <a:lnTo>
                      <a:pt x="192" y="12"/>
                    </a:lnTo>
                    <a:lnTo>
                      <a:pt x="186" y="0"/>
                    </a:lnTo>
                    <a:lnTo>
                      <a:pt x="150" y="6"/>
                    </a:lnTo>
                    <a:lnTo>
                      <a:pt x="114" y="12"/>
                    </a:lnTo>
                    <a:lnTo>
                      <a:pt x="114" y="1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346" name="Freeform 58">
                <a:extLst>
                  <a:ext uri="{FF2B5EF4-FFF2-40B4-BE49-F238E27FC236}">
                    <a16:creationId xmlns:a16="http://schemas.microsoft.com/office/drawing/2014/main" id="{DD615F07-66F9-94DF-250A-6057AB7DF641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5304" y="3042"/>
                <a:ext cx="161" cy="186"/>
              </a:xfrm>
              <a:custGeom>
                <a:avLst/>
                <a:gdLst>
                  <a:gd name="T0" fmla="*/ 11 w 161"/>
                  <a:gd name="T1" fmla="*/ 114 h 186"/>
                  <a:gd name="T2" fmla="*/ 17 w 161"/>
                  <a:gd name="T3" fmla="*/ 96 h 186"/>
                  <a:gd name="T4" fmla="*/ 23 w 161"/>
                  <a:gd name="T5" fmla="*/ 78 h 186"/>
                  <a:gd name="T6" fmla="*/ 53 w 161"/>
                  <a:gd name="T7" fmla="*/ 42 h 186"/>
                  <a:gd name="T8" fmla="*/ 101 w 161"/>
                  <a:gd name="T9" fmla="*/ 18 h 186"/>
                  <a:gd name="T10" fmla="*/ 155 w 161"/>
                  <a:gd name="T11" fmla="*/ 6 h 186"/>
                  <a:gd name="T12" fmla="*/ 161 w 161"/>
                  <a:gd name="T13" fmla="*/ 0 h 186"/>
                  <a:gd name="T14" fmla="*/ 95 w 161"/>
                  <a:gd name="T15" fmla="*/ 12 h 186"/>
                  <a:gd name="T16" fmla="*/ 47 w 161"/>
                  <a:gd name="T17" fmla="*/ 36 h 186"/>
                  <a:gd name="T18" fmla="*/ 11 w 161"/>
                  <a:gd name="T19" fmla="*/ 72 h 186"/>
                  <a:gd name="T20" fmla="*/ 5 w 161"/>
                  <a:gd name="T21" fmla="*/ 90 h 186"/>
                  <a:gd name="T22" fmla="*/ 0 w 161"/>
                  <a:gd name="T23" fmla="*/ 114 h 186"/>
                  <a:gd name="T24" fmla="*/ 11 w 161"/>
                  <a:gd name="T25" fmla="*/ 150 h 186"/>
                  <a:gd name="T26" fmla="*/ 23 w 161"/>
                  <a:gd name="T27" fmla="*/ 168 h 186"/>
                  <a:gd name="T28" fmla="*/ 41 w 161"/>
                  <a:gd name="T29" fmla="*/ 186 h 186"/>
                  <a:gd name="T30" fmla="*/ 65 w 161"/>
                  <a:gd name="T31" fmla="*/ 186 h 186"/>
                  <a:gd name="T32" fmla="*/ 41 w 161"/>
                  <a:gd name="T33" fmla="*/ 168 h 186"/>
                  <a:gd name="T34" fmla="*/ 23 w 161"/>
                  <a:gd name="T35" fmla="*/ 150 h 186"/>
                  <a:gd name="T36" fmla="*/ 17 w 161"/>
                  <a:gd name="T37" fmla="*/ 132 h 186"/>
                  <a:gd name="T38" fmla="*/ 11 w 161"/>
                  <a:gd name="T39" fmla="*/ 114 h 186"/>
                  <a:gd name="T40" fmla="*/ 11 w 161"/>
                  <a:gd name="T41" fmla="*/ 114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61" h="186">
                    <a:moveTo>
                      <a:pt x="11" y="114"/>
                    </a:moveTo>
                    <a:lnTo>
                      <a:pt x="17" y="96"/>
                    </a:lnTo>
                    <a:lnTo>
                      <a:pt x="23" y="78"/>
                    </a:lnTo>
                    <a:lnTo>
                      <a:pt x="53" y="42"/>
                    </a:lnTo>
                    <a:lnTo>
                      <a:pt x="101" y="18"/>
                    </a:lnTo>
                    <a:lnTo>
                      <a:pt x="155" y="6"/>
                    </a:lnTo>
                    <a:lnTo>
                      <a:pt x="161" y="0"/>
                    </a:lnTo>
                    <a:lnTo>
                      <a:pt x="95" y="12"/>
                    </a:lnTo>
                    <a:lnTo>
                      <a:pt x="47" y="36"/>
                    </a:lnTo>
                    <a:lnTo>
                      <a:pt x="11" y="72"/>
                    </a:lnTo>
                    <a:lnTo>
                      <a:pt x="5" y="90"/>
                    </a:lnTo>
                    <a:lnTo>
                      <a:pt x="0" y="114"/>
                    </a:lnTo>
                    <a:lnTo>
                      <a:pt x="11" y="150"/>
                    </a:lnTo>
                    <a:lnTo>
                      <a:pt x="23" y="168"/>
                    </a:lnTo>
                    <a:lnTo>
                      <a:pt x="41" y="186"/>
                    </a:lnTo>
                    <a:lnTo>
                      <a:pt x="65" y="186"/>
                    </a:lnTo>
                    <a:lnTo>
                      <a:pt x="41" y="168"/>
                    </a:lnTo>
                    <a:lnTo>
                      <a:pt x="23" y="150"/>
                    </a:lnTo>
                    <a:lnTo>
                      <a:pt x="17" y="132"/>
                    </a:lnTo>
                    <a:lnTo>
                      <a:pt x="11" y="114"/>
                    </a:lnTo>
                    <a:lnTo>
                      <a:pt x="11" y="1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347" name="Freeform 59">
                <a:extLst>
                  <a:ext uri="{FF2B5EF4-FFF2-40B4-BE49-F238E27FC236}">
                    <a16:creationId xmlns:a16="http://schemas.microsoft.com/office/drawing/2014/main" id="{B2942298-64EA-CD70-B838-0EE2EA973729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5489" y="3042"/>
                <a:ext cx="186" cy="210"/>
              </a:xfrm>
              <a:custGeom>
                <a:avLst/>
                <a:gdLst>
                  <a:gd name="T0" fmla="*/ 0 w 185"/>
                  <a:gd name="T1" fmla="*/ 6 h 210"/>
                  <a:gd name="T2" fmla="*/ 66 w 185"/>
                  <a:gd name="T3" fmla="*/ 12 h 210"/>
                  <a:gd name="T4" fmla="*/ 119 w 185"/>
                  <a:gd name="T5" fmla="*/ 36 h 210"/>
                  <a:gd name="T6" fmla="*/ 155 w 185"/>
                  <a:gd name="T7" fmla="*/ 72 h 210"/>
                  <a:gd name="T8" fmla="*/ 161 w 185"/>
                  <a:gd name="T9" fmla="*/ 90 h 210"/>
                  <a:gd name="T10" fmla="*/ 167 w 185"/>
                  <a:gd name="T11" fmla="*/ 114 h 210"/>
                  <a:gd name="T12" fmla="*/ 161 w 185"/>
                  <a:gd name="T13" fmla="*/ 138 h 210"/>
                  <a:gd name="T14" fmla="*/ 149 w 185"/>
                  <a:gd name="T15" fmla="*/ 162 h 210"/>
                  <a:gd name="T16" fmla="*/ 119 w 185"/>
                  <a:gd name="T17" fmla="*/ 180 h 210"/>
                  <a:gd name="T18" fmla="*/ 90 w 185"/>
                  <a:gd name="T19" fmla="*/ 198 h 210"/>
                  <a:gd name="T20" fmla="*/ 96 w 185"/>
                  <a:gd name="T21" fmla="*/ 210 h 210"/>
                  <a:gd name="T22" fmla="*/ 131 w 185"/>
                  <a:gd name="T23" fmla="*/ 192 h 210"/>
                  <a:gd name="T24" fmla="*/ 161 w 185"/>
                  <a:gd name="T25" fmla="*/ 168 h 210"/>
                  <a:gd name="T26" fmla="*/ 179 w 185"/>
                  <a:gd name="T27" fmla="*/ 144 h 210"/>
                  <a:gd name="T28" fmla="*/ 185 w 185"/>
                  <a:gd name="T29" fmla="*/ 114 h 210"/>
                  <a:gd name="T30" fmla="*/ 179 w 185"/>
                  <a:gd name="T31" fmla="*/ 90 h 210"/>
                  <a:gd name="T32" fmla="*/ 173 w 185"/>
                  <a:gd name="T33" fmla="*/ 66 h 210"/>
                  <a:gd name="T34" fmla="*/ 155 w 185"/>
                  <a:gd name="T35" fmla="*/ 48 h 210"/>
                  <a:gd name="T36" fmla="*/ 131 w 185"/>
                  <a:gd name="T37" fmla="*/ 30 h 210"/>
                  <a:gd name="T38" fmla="*/ 72 w 185"/>
                  <a:gd name="T39" fmla="*/ 6 h 210"/>
                  <a:gd name="T40" fmla="*/ 0 w 185"/>
                  <a:gd name="T41" fmla="*/ 0 h 210"/>
                  <a:gd name="T42" fmla="*/ 0 w 185"/>
                  <a:gd name="T43" fmla="*/ 6 h 210"/>
                  <a:gd name="T44" fmla="*/ 0 w 185"/>
                  <a:gd name="T45" fmla="*/ 6 h 210"/>
                  <a:gd name="T46" fmla="*/ 0 w 185"/>
                  <a:gd name="T47" fmla="*/ 6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185" h="210">
                    <a:moveTo>
                      <a:pt x="0" y="6"/>
                    </a:moveTo>
                    <a:lnTo>
                      <a:pt x="66" y="12"/>
                    </a:lnTo>
                    <a:lnTo>
                      <a:pt x="119" y="36"/>
                    </a:lnTo>
                    <a:lnTo>
                      <a:pt x="155" y="72"/>
                    </a:lnTo>
                    <a:lnTo>
                      <a:pt x="161" y="90"/>
                    </a:lnTo>
                    <a:lnTo>
                      <a:pt x="167" y="114"/>
                    </a:lnTo>
                    <a:lnTo>
                      <a:pt x="161" y="138"/>
                    </a:lnTo>
                    <a:lnTo>
                      <a:pt x="149" y="162"/>
                    </a:lnTo>
                    <a:lnTo>
                      <a:pt x="119" y="180"/>
                    </a:lnTo>
                    <a:lnTo>
                      <a:pt x="90" y="198"/>
                    </a:lnTo>
                    <a:lnTo>
                      <a:pt x="96" y="210"/>
                    </a:lnTo>
                    <a:lnTo>
                      <a:pt x="131" y="192"/>
                    </a:lnTo>
                    <a:lnTo>
                      <a:pt x="161" y="168"/>
                    </a:lnTo>
                    <a:lnTo>
                      <a:pt x="179" y="144"/>
                    </a:lnTo>
                    <a:lnTo>
                      <a:pt x="185" y="114"/>
                    </a:lnTo>
                    <a:lnTo>
                      <a:pt x="179" y="90"/>
                    </a:lnTo>
                    <a:lnTo>
                      <a:pt x="173" y="66"/>
                    </a:lnTo>
                    <a:lnTo>
                      <a:pt x="155" y="48"/>
                    </a:lnTo>
                    <a:lnTo>
                      <a:pt x="131" y="30"/>
                    </a:lnTo>
                    <a:lnTo>
                      <a:pt x="72" y="6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0" y="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348" name="Freeform 60">
                <a:extLst>
                  <a:ext uri="{FF2B5EF4-FFF2-40B4-BE49-F238E27FC236}">
                    <a16:creationId xmlns:a16="http://schemas.microsoft.com/office/drawing/2014/main" id="{813E15A8-DD4A-986B-C86D-AA793C12AF4B}"/>
                  </a:ext>
                </a:extLst>
              </p:cNvPr>
              <p:cNvSpPr>
                <a:spLocks noEditPoints="1"/>
              </p:cNvSpPr>
              <p:nvPr/>
            </p:nvSpPr>
            <p:spPr bwMode="hidden">
              <a:xfrm>
                <a:off x="5345" y="3058"/>
                <a:ext cx="299" cy="186"/>
              </a:xfrm>
              <a:custGeom>
                <a:avLst/>
                <a:gdLst>
                  <a:gd name="T0" fmla="*/ 150 w 299"/>
                  <a:gd name="T1" fmla="*/ 0 h 186"/>
                  <a:gd name="T2" fmla="*/ 90 w 299"/>
                  <a:gd name="T3" fmla="*/ 6 h 186"/>
                  <a:gd name="T4" fmla="*/ 42 w 299"/>
                  <a:gd name="T5" fmla="*/ 30 h 186"/>
                  <a:gd name="T6" fmla="*/ 12 w 299"/>
                  <a:gd name="T7" fmla="*/ 54 h 186"/>
                  <a:gd name="T8" fmla="*/ 6 w 299"/>
                  <a:gd name="T9" fmla="*/ 72 h 186"/>
                  <a:gd name="T10" fmla="*/ 0 w 299"/>
                  <a:gd name="T11" fmla="*/ 90 h 186"/>
                  <a:gd name="T12" fmla="*/ 6 w 299"/>
                  <a:gd name="T13" fmla="*/ 108 h 186"/>
                  <a:gd name="T14" fmla="*/ 12 w 299"/>
                  <a:gd name="T15" fmla="*/ 126 h 186"/>
                  <a:gd name="T16" fmla="*/ 42 w 299"/>
                  <a:gd name="T17" fmla="*/ 156 h 186"/>
                  <a:gd name="T18" fmla="*/ 90 w 299"/>
                  <a:gd name="T19" fmla="*/ 180 h 186"/>
                  <a:gd name="T20" fmla="*/ 150 w 299"/>
                  <a:gd name="T21" fmla="*/ 186 h 186"/>
                  <a:gd name="T22" fmla="*/ 209 w 299"/>
                  <a:gd name="T23" fmla="*/ 180 h 186"/>
                  <a:gd name="T24" fmla="*/ 257 w 299"/>
                  <a:gd name="T25" fmla="*/ 156 h 186"/>
                  <a:gd name="T26" fmla="*/ 287 w 299"/>
                  <a:gd name="T27" fmla="*/ 126 h 186"/>
                  <a:gd name="T28" fmla="*/ 299 w 299"/>
                  <a:gd name="T29" fmla="*/ 108 h 186"/>
                  <a:gd name="T30" fmla="*/ 299 w 299"/>
                  <a:gd name="T31" fmla="*/ 90 h 186"/>
                  <a:gd name="T32" fmla="*/ 299 w 299"/>
                  <a:gd name="T33" fmla="*/ 72 h 186"/>
                  <a:gd name="T34" fmla="*/ 287 w 299"/>
                  <a:gd name="T35" fmla="*/ 54 h 186"/>
                  <a:gd name="T36" fmla="*/ 257 w 299"/>
                  <a:gd name="T37" fmla="*/ 30 h 186"/>
                  <a:gd name="T38" fmla="*/ 209 w 299"/>
                  <a:gd name="T39" fmla="*/ 6 h 186"/>
                  <a:gd name="T40" fmla="*/ 150 w 299"/>
                  <a:gd name="T41" fmla="*/ 0 h 186"/>
                  <a:gd name="T42" fmla="*/ 150 w 299"/>
                  <a:gd name="T43" fmla="*/ 0 h 186"/>
                  <a:gd name="T44" fmla="*/ 150 w 299"/>
                  <a:gd name="T45" fmla="*/ 180 h 186"/>
                  <a:gd name="T46" fmla="*/ 96 w 299"/>
                  <a:gd name="T47" fmla="*/ 174 h 186"/>
                  <a:gd name="T48" fmla="*/ 48 w 299"/>
                  <a:gd name="T49" fmla="*/ 156 h 186"/>
                  <a:gd name="T50" fmla="*/ 18 w 299"/>
                  <a:gd name="T51" fmla="*/ 126 h 186"/>
                  <a:gd name="T52" fmla="*/ 12 w 299"/>
                  <a:gd name="T53" fmla="*/ 108 h 186"/>
                  <a:gd name="T54" fmla="*/ 6 w 299"/>
                  <a:gd name="T55" fmla="*/ 90 h 186"/>
                  <a:gd name="T56" fmla="*/ 12 w 299"/>
                  <a:gd name="T57" fmla="*/ 72 h 186"/>
                  <a:gd name="T58" fmla="*/ 18 w 299"/>
                  <a:gd name="T59" fmla="*/ 54 h 186"/>
                  <a:gd name="T60" fmla="*/ 48 w 299"/>
                  <a:gd name="T61" fmla="*/ 30 h 186"/>
                  <a:gd name="T62" fmla="*/ 96 w 299"/>
                  <a:gd name="T63" fmla="*/ 12 h 186"/>
                  <a:gd name="T64" fmla="*/ 150 w 299"/>
                  <a:gd name="T65" fmla="*/ 6 h 186"/>
                  <a:gd name="T66" fmla="*/ 203 w 299"/>
                  <a:gd name="T67" fmla="*/ 12 h 186"/>
                  <a:gd name="T68" fmla="*/ 251 w 299"/>
                  <a:gd name="T69" fmla="*/ 30 h 186"/>
                  <a:gd name="T70" fmla="*/ 281 w 299"/>
                  <a:gd name="T71" fmla="*/ 54 h 186"/>
                  <a:gd name="T72" fmla="*/ 293 w 299"/>
                  <a:gd name="T73" fmla="*/ 72 h 186"/>
                  <a:gd name="T74" fmla="*/ 293 w 299"/>
                  <a:gd name="T75" fmla="*/ 90 h 186"/>
                  <a:gd name="T76" fmla="*/ 293 w 299"/>
                  <a:gd name="T77" fmla="*/ 108 h 186"/>
                  <a:gd name="T78" fmla="*/ 281 w 299"/>
                  <a:gd name="T79" fmla="*/ 126 h 186"/>
                  <a:gd name="T80" fmla="*/ 251 w 299"/>
                  <a:gd name="T81" fmla="*/ 156 h 186"/>
                  <a:gd name="T82" fmla="*/ 203 w 299"/>
                  <a:gd name="T83" fmla="*/ 174 h 186"/>
                  <a:gd name="T84" fmla="*/ 150 w 299"/>
                  <a:gd name="T85" fmla="*/ 180 h 186"/>
                  <a:gd name="T86" fmla="*/ 150 w 299"/>
                  <a:gd name="T87" fmla="*/ 180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299" h="186">
                    <a:moveTo>
                      <a:pt x="150" y="0"/>
                    </a:moveTo>
                    <a:lnTo>
                      <a:pt x="90" y="6"/>
                    </a:lnTo>
                    <a:lnTo>
                      <a:pt x="42" y="30"/>
                    </a:lnTo>
                    <a:lnTo>
                      <a:pt x="12" y="54"/>
                    </a:lnTo>
                    <a:lnTo>
                      <a:pt x="6" y="72"/>
                    </a:lnTo>
                    <a:lnTo>
                      <a:pt x="0" y="90"/>
                    </a:lnTo>
                    <a:lnTo>
                      <a:pt x="6" y="108"/>
                    </a:lnTo>
                    <a:lnTo>
                      <a:pt x="12" y="126"/>
                    </a:lnTo>
                    <a:lnTo>
                      <a:pt x="42" y="156"/>
                    </a:lnTo>
                    <a:lnTo>
                      <a:pt x="90" y="180"/>
                    </a:lnTo>
                    <a:lnTo>
                      <a:pt x="150" y="186"/>
                    </a:lnTo>
                    <a:lnTo>
                      <a:pt x="209" y="180"/>
                    </a:lnTo>
                    <a:lnTo>
                      <a:pt x="257" y="156"/>
                    </a:lnTo>
                    <a:lnTo>
                      <a:pt x="287" y="126"/>
                    </a:lnTo>
                    <a:lnTo>
                      <a:pt x="299" y="108"/>
                    </a:lnTo>
                    <a:lnTo>
                      <a:pt x="299" y="90"/>
                    </a:lnTo>
                    <a:lnTo>
                      <a:pt x="299" y="72"/>
                    </a:lnTo>
                    <a:lnTo>
                      <a:pt x="287" y="54"/>
                    </a:lnTo>
                    <a:lnTo>
                      <a:pt x="257" y="30"/>
                    </a:lnTo>
                    <a:lnTo>
                      <a:pt x="209" y="6"/>
                    </a:lnTo>
                    <a:lnTo>
                      <a:pt x="150" y="0"/>
                    </a:lnTo>
                    <a:lnTo>
                      <a:pt x="150" y="0"/>
                    </a:lnTo>
                    <a:close/>
                    <a:moveTo>
                      <a:pt x="150" y="180"/>
                    </a:moveTo>
                    <a:lnTo>
                      <a:pt x="96" y="174"/>
                    </a:lnTo>
                    <a:lnTo>
                      <a:pt x="48" y="156"/>
                    </a:lnTo>
                    <a:lnTo>
                      <a:pt x="18" y="126"/>
                    </a:lnTo>
                    <a:lnTo>
                      <a:pt x="12" y="108"/>
                    </a:lnTo>
                    <a:lnTo>
                      <a:pt x="6" y="90"/>
                    </a:lnTo>
                    <a:lnTo>
                      <a:pt x="12" y="72"/>
                    </a:lnTo>
                    <a:lnTo>
                      <a:pt x="18" y="54"/>
                    </a:lnTo>
                    <a:lnTo>
                      <a:pt x="48" y="30"/>
                    </a:lnTo>
                    <a:lnTo>
                      <a:pt x="96" y="12"/>
                    </a:lnTo>
                    <a:lnTo>
                      <a:pt x="150" y="6"/>
                    </a:lnTo>
                    <a:lnTo>
                      <a:pt x="203" y="12"/>
                    </a:lnTo>
                    <a:lnTo>
                      <a:pt x="251" y="30"/>
                    </a:lnTo>
                    <a:lnTo>
                      <a:pt x="281" y="54"/>
                    </a:lnTo>
                    <a:lnTo>
                      <a:pt x="293" y="72"/>
                    </a:lnTo>
                    <a:lnTo>
                      <a:pt x="293" y="90"/>
                    </a:lnTo>
                    <a:lnTo>
                      <a:pt x="293" y="108"/>
                    </a:lnTo>
                    <a:lnTo>
                      <a:pt x="281" y="126"/>
                    </a:lnTo>
                    <a:lnTo>
                      <a:pt x="251" y="156"/>
                    </a:lnTo>
                    <a:lnTo>
                      <a:pt x="203" y="174"/>
                    </a:lnTo>
                    <a:lnTo>
                      <a:pt x="150" y="180"/>
                    </a:lnTo>
                    <a:lnTo>
                      <a:pt x="150" y="18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grpSp>
            <p:nvGrpSpPr>
              <p:cNvPr id="12349" name="Group 61">
                <a:extLst>
                  <a:ext uri="{FF2B5EF4-FFF2-40B4-BE49-F238E27FC236}">
                    <a16:creationId xmlns:a16="http://schemas.microsoft.com/office/drawing/2014/main" id="{8ACEDCE1-5EAB-FF2B-C2E6-94CC4D06BFD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381" y="3085"/>
                <a:ext cx="227" cy="132"/>
                <a:chOff x="5381" y="3085"/>
                <a:chExt cx="227" cy="132"/>
              </a:xfrm>
            </p:grpSpPr>
            <p:sp>
              <p:nvSpPr>
                <p:cNvPr id="12350" name="Oval 62">
                  <a:extLst>
                    <a:ext uri="{FF2B5EF4-FFF2-40B4-BE49-F238E27FC236}">
                      <a16:creationId xmlns:a16="http://schemas.microsoft.com/office/drawing/2014/main" id="{645FE8C5-8411-34B5-6733-D2FBCEF03DB2}"/>
                    </a:ext>
                  </a:extLst>
                </p:cNvPr>
                <p:cNvSpPr>
                  <a:spLocks noChangeArrowheads="1"/>
                </p:cNvSpPr>
                <p:nvPr userDrawn="1"/>
              </p:nvSpPr>
              <p:spPr bwMode="hidden">
                <a:xfrm>
                  <a:off x="5381" y="3085"/>
                  <a:ext cx="227" cy="13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54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12351" name="Oval 63">
                  <a:extLst>
                    <a:ext uri="{FF2B5EF4-FFF2-40B4-BE49-F238E27FC236}">
                      <a16:creationId xmlns:a16="http://schemas.microsoft.com/office/drawing/2014/main" id="{DB36D051-152F-228B-80D6-B0CF77C23624}"/>
                    </a:ext>
                  </a:extLst>
                </p:cNvPr>
                <p:cNvSpPr>
                  <a:spLocks noChangeArrowheads="1"/>
                </p:cNvSpPr>
                <p:nvPr userDrawn="1"/>
              </p:nvSpPr>
              <p:spPr bwMode="hidden">
                <a:xfrm>
                  <a:off x="5403" y="3099"/>
                  <a:ext cx="182" cy="10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2"/>
                    </a:gs>
                    <a:gs pos="100000">
                      <a:schemeClr val="bg1"/>
                    </a:gs>
                  </a:gsLst>
                  <a:lin ang="54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12352" name="Oval 64">
                  <a:extLst>
                    <a:ext uri="{FF2B5EF4-FFF2-40B4-BE49-F238E27FC236}">
                      <a16:creationId xmlns:a16="http://schemas.microsoft.com/office/drawing/2014/main" id="{D05982F7-74E5-2113-042C-77AC2086D009}"/>
                    </a:ext>
                  </a:extLst>
                </p:cNvPr>
                <p:cNvSpPr>
                  <a:spLocks noChangeArrowheads="1"/>
                </p:cNvSpPr>
                <p:nvPr userDrawn="1"/>
              </p:nvSpPr>
              <p:spPr bwMode="hidden">
                <a:xfrm>
                  <a:off x="5431" y="3109"/>
                  <a:ext cx="125" cy="8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54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12353" name="Oval 65">
                  <a:extLst>
                    <a:ext uri="{FF2B5EF4-FFF2-40B4-BE49-F238E27FC236}">
                      <a16:creationId xmlns:a16="http://schemas.microsoft.com/office/drawing/2014/main" id="{76D0C1AC-D757-BDFE-9DD3-7F3EFD361937}"/>
                    </a:ext>
                  </a:extLst>
                </p:cNvPr>
                <p:cNvSpPr>
                  <a:spLocks noChangeArrowheads="1"/>
                </p:cNvSpPr>
                <p:nvPr userDrawn="1"/>
              </p:nvSpPr>
              <p:spPr bwMode="hidden">
                <a:xfrm>
                  <a:off x="5458" y="3125"/>
                  <a:ext cx="73" cy="47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2"/>
                    </a:gs>
                    <a:gs pos="100000">
                      <a:schemeClr val="bg1"/>
                    </a:gs>
                  </a:gsLst>
                  <a:lin ang="54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</p:grpSp>
      </p:grpSp>
      <p:sp>
        <p:nvSpPr>
          <p:cNvPr id="12354" name="Rectangle 66">
            <a:extLst>
              <a:ext uri="{FF2B5EF4-FFF2-40B4-BE49-F238E27FC236}">
                <a16:creationId xmlns:a16="http://schemas.microsoft.com/office/drawing/2014/main" id="{59427F8D-36F7-228A-B124-C5E00F9A7600}"/>
              </a:ext>
            </a:extLst>
          </p:cNvPr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692275"/>
            <a:ext cx="7772400" cy="1736725"/>
          </a:xfrm>
        </p:spPr>
        <p:txBody>
          <a:bodyPr anchor="b"/>
          <a:lstStyle>
            <a:lvl1pPr>
              <a:defRPr sz="5400"/>
            </a:lvl1pPr>
          </a:lstStyle>
          <a:p>
            <a:pPr lvl="0"/>
            <a:r>
              <a:rPr lang="en-US" altLang="pt-BR" noProof="0"/>
              <a:t>Clique para editar o estilo do título mestre</a:t>
            </a:r>
          </a:p>
        </p:txBody>
      </p:sp>
      <p:sp>
        <p:nvSpPr>
          <p:cNvPr id="12355" name="Rectangle 67">
            <a:extLst>
              <a:ext uri="{FF2B5EF4-FFF2-40B4-BE49-F238E27FC236}">
                <a16:creationId xmlns:a16="http://schemas.microsoft.com/office/drawing/2014/main" id="{D56CB2E2-3E24-6963-3C9C-0BD4F90724F1}"/>
              </a:ext>
            </a:extLst>
          </p:cNvPr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en-US" altLang="pt-BR" noProof="0"/>
              <a:t>Clique para editar o estilo do subtítulo mestre</a:t>
            </a:r>
          </a:p>
        </p:txBody>
      </p:sp>
      <p:sp>
        <p:nvSpPr>
          <p:cNvPr id="12356" name="Rectangle 68">
            <a:extLst>
              <a:ext uri="{FF2B5EF4-FFF2-40B4-BE49-F238E27FC236}">
                <a16:creationId xmlns:a16="http://schemas.microsoft.com/office/drawing/2014/main" id="{BFDDD876-18F9-42AB-C0F3-60DAA1809510}"/>
              </a:ext>
            </a:extLst>
          </p:cNvPr>
          <p:cNvSpPr>
            <a:spLocks noGrp="1" noChangeArrowheads="1"/>
          </p:cNvSpPr>
          <p:nvPr>
            <p:ph type="dt" sz="quarter" idx="2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12357" name="Rectangle 69">
            <a:extLst>
              <a:ext uri="{FF2B5EF4-FFF2-40B4-BE49-F238E27FC236}">
                <a16:creationId xmlns:a16="http://schemas.microsoft.com/office/drawing/2014/main" id="{21D8A584-B06D-B389-7253-627B8EFA4A8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12358" name="Rectangle 70">
            <a:extLst>
              <a:ext uri="{FF2B5EF4-FFF2-40B4-BE49-F238E27FC236}">
                <a16:creationId xmlns:a16="http://schemas.microsoft.com/office/drawing/2014/main" id="{3C813CA3-6255-38A1-6F99-0730BD7008E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3942E4BB-69D1-4402-87DE-2CA38BAB3EA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82A5EC-254D-8BA9-36DB-C407C2692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FEFDD35-289E-D7A8-3C5E-397C2491BB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B2FAF72-47C2-582C-A528-EA91F9890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3A6840A-423A-01B3-2D37-565516756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53DA883-8E36-0781-DEB2-21A44F3C6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BA52F62-C14F-44D9-AB5C-F3481D63A1A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729671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F9364E-7063-97BB-94AE-2D7B4BE168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6323D48-3E93-C1C1-E25D-C1E64DFAB7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A8559EB-3C19-1918-6CB1-7C99513B7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4B8D287-B0DA-9BDC-27BF-FE7D4692D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DB63FF7-10BD-5FC6-C884-CAB654E29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B4AF322-B63C-4908-A655-43BE7890FC7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709321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A32A00-33A1-6390-414F-0C448890D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2FC445B-0FDE-A518-0C35-014526025E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44C63F1-06E3-6C79-3D15-47B72D1B18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AA38319-6CC3-9DE4-9EC0-5B45A45D35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E831E0E-EDE6-1B66-AEE2-9EA8B3E1C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C7AFB9C-EC32-8C6E-8DD9-B5FF8667B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F440FDA-05B9-4F92-AC4C-062DA44B951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837205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54F86F-9200-B3F6-A90F-9A8939C28F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6FF05B3-4FE0-8DFF-DC89-E5BF753AE4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3470ED8-6DA1-811C-7C7A-E46073E82C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D565BF1D-6BA2-20CF-ECB0-B6C5AF4422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7ACA083-AA08-3AD0-4063-34AEF74960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EE53ED4F-3289-6541-D769-97F93CF034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56714CCA-462A-8F37-70BE-9FE39BBF1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95C8FDDA-4301-08C1-A8B6-5E9E34D26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762CEB3-33EC-4009-98BA-6E28576F1D6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999302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82BEAA-8259-E17E-AA90-3B4336828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3504DAB-C30C-FA1B-D6FA-94E41B6FF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5954F8A-37F6-292D-A738-F61317F6C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5684BA5-E09A-B41B-C5CF-D5021046F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85977C9-B828-48FD-99D9-12A5C3CA84F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5176579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847A8BE-5552-659B-8833-347603199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F49C8A7-6EFD-F0CC-3BBA-DDD3EE81CD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D682AA4-BB6E-2336-6C40-5B5623DB4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DDA85BF-BEF2-4816-8554-0EA85EC6F6D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548745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4D9911-A37E-4047-D675-F728409C7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5CEE431-3A6D-CA0B-B1D6-7827CE839C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81411DB-E0F4-93DA-1385-5F7A30DF42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BA8CAE5-20E0-EF5C-6979-F0F8F78FBA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C2F6CBF-E56C-7B5F-0AB3-2C651A5A4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3F871FF-69E2-AE89-2424-4E38B70703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FF8DF89-8241-4ED1-B418-89BD4EB7EC9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917548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64A905-FAD8-4FE5-50B6-459DF707D0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087F7BAD-FDBF-954F-647A-D6729F1FB3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6BBF352-46C0-9C3A-E3D8-C133DBE634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77F6EFD-F0A3-2EBD-9911-5125FBC387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301231C-19BA-A75A-BED2-74DB32374A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6F89708-5703-9F7A-E0D6-13C5C8498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A05723D-0F3C-41F7-BB3A-C305DB89753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128123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D07DCE-B89F-A9AC-E206-0AC37EACA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10182E9-7D1F-B73F-021C-22B568C5BA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23AE98B-53A7-0004-40D1-11EEFD458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D6E7233-10C0-7F89-A229-0F8F4E65D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46997C0-2C74-8468-CB51-B944EAD1A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69051E6-A82F-4AD4-BC21-3A6B7E69A39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1312579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63D068A-2116-5EC1-CAC3-FCBBB31A2F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48350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A128F98-EF9A-9726-2468-007E34549F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4835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42A2776-F6C0-AC8B-0B16-EB4AA02240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35762E4-FB92-2CF6-11BE-DD150E749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15AD215-A352-DED9-2AD9-B4177F673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9F5A0AA-72F9-4F35-9784-ADAA212BCFC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0208104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Freeform 2">
            <a:extLst>
              <a:ext uri="{FF2B5EF4-FFF2-40B4-BE49-F238E27FC236}">
                <a16:creationId xmlns:a16="http://schemas.microsoft.com/office/drawing/2014/main" id="{446451FE-57C6-350A-3CFF-C932AB44A0F9}"/>
              </a:ext>
            </a:extLst>
          </p:cNvPr>
          <p:cNvSpPr>
            <a:spLocks/>
          </p:cNvSpPr>
          <p:nvPr/>
        </p:nvSpPr>
        <p:spPr bwMode="hidden">
          <a:xfrm>
            <a:off x="6627813" y="6429375"/>
            <a:ext cx="285750" cy="209550"/>
          </a:xfrm>
          <a:custGeom>
            <a:avLst/>
            <a:gdLst>
              <a:gd name="T0" fmla="*/ 0 w 179"/>
              <a:gd name="T1" fmla="*/ 132 h 132"/>
              <a:gd name="T2" fmla="*/ 29 w 179"/>
              <a:gd name="T3" fmla="*/ 132 h 132"/>
              <a:gd name="T4" fmla="*/ 77 w 179"/>
              <a:gd name="T5" fmla="*/ 108 h 132"/>
              <a:gd name="T6" fmla="*/ 119 w 179"/>
              <a:gd name="T7" fmla="*/ 78 h 132"/>
              <a:gd name="T8" fmla="*/ 155 w 179"/>
              <a:gd name="T9" fmla="*/ 48 h 132"/>
              <a:gd name="T10" fmla="*/ 179 w 179"/>
              <a:gd name="T11" fmla="*/ 12 h 132"/>
              <a:gd name="T12" fmla="*/ 173 w 179"/>
              <a:gd name="T13" fmla="*/ 6 h 132"/>
              <a:gd name="T14" fmla="*/ 167 w 179"/>
              <a:gd name="T15" fmla="*/ 0 h 132"/>
              <a:gd name="T16" fmla="*/ 137 w 179"/>
              <a:gd name="T17" fmla="*/ 42 h 132"/>
              <a:gd name="T18" fmla="*/ 101 w 179"/>
              <a:gd name="T19" fmla="*/ 78 h 132"/>
              <a:gd name="T20" fmla="*/ 53 w 179"/>
              <a:gd name="T21" fmla="*/ 108 h 132"/>
              <a:gd name="T22" fmla="*/ 0 w 179"/>
              <a:gd name="T23" fmla="*/ 132 h 132"/>
              <a:gd name="T24" fmla="*/ 0 w 179"/>
              <a:gd name="T25" fmla="*/ 132 h 1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79" h="132">
                <a:moveTo>
                  <a:pt x="0" y="132"/>
                </a:moveTo>
                <a:lnTo>
                  <a:pt x="29" y="132"/>
                </a:lnTo>
                <a:lnTo>
                  <a:pt x="77" y="108"/>
                </a:lnTo>
                <a:lnTo>
                  <a:pt x="119" y="78"/>
                </a:lnTo>
                <a:lnTo>
                  <a:pt x="155" y="48"/>
                </a:lnTo>
                <a:lnTo>
                  <a:pt x="179" y="12"/>
                </a:lnTo>
                <a:lnTo>
                  <a:pt x="173" y="6"/>
                </a:lnTo>
                <a:lnTo>
                  <a:pt x="167" y="0"/>
                </a:lnTo>
                <a:lnTo>
                  <a:pt x="137" y="42"/>
                </a:lnTo>
                <a:lnTo>
                  <a:pt x="101" y="78"/>
                </a:lnTo>
                <a:lnTo>
                  <a:pt x="53" y="108"/>
                </a:lnTo>
                <a:lnTo>
                  <a:pt x="0" y="132"/>
                </a:lnTo>
                <a:lnTo>
                  <a:pt x="0" y="132"/>
                </a:lnTo>
                <a:close/>
              </a:path>
            </a:pathLst>
          </a:custGeom>
          <a:gradFill rotWithShape="0">
            <a:gsLst>
              <a:gs pos="0">
                <a:schemeClr val="accent2"/>
              </a:gs>
              <a:gs pos="100000">
                <a:schemeClr val="accent2">
                  <a:gamma/>
                  <a:shade val="87843"/>
                  <a:invGamma/>
                </a:schemeClr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pt-BR"/>
          </a:p>
        </p:txBody>
      </p:sp>
      <p:grpSp>
        <p:nvGrpSpPr>
          <p:cNvPr id="11267" name="Group 3">
            <a:extLst>
              <a:ext uri="{FF2B5EF4-FFF2-40B4-BE49-F238E27FC236}">
                <a16:creationId xmlns:a16="http://schemas.microsoft.com/office/drawing/2014/main" id="{E3FB02EE-7768-8C1C-6F69-0CE76F2D9A61}"/>
              </a:ext>
            </a:extLst>
          </p:cNvPr>
          <p:cNvGrpSpPr>
            <a:grpSpLocks/>
          </p:cNvGrpSpPr>
          <p:nvPr/>
        </p:nvGrpSpPr>
        <p:grpSpPr bwMode="auto">
          <a:xfrm>
            <a:off x="3175" y="4267200"/>
            <a:ext cx="9140825" cy="2590800"/>
            <a:chOff x="2" y="2688"/>
            <a:chExt cx="5758" cy="1632"/>
          </a:xfrm>
        </p:grpSpPr>
        <p:sp>
          <p:nvSpPr>
            <p:cNvPr id="11268" name="Freeform 4">
              <a:extLst>
                <a:ext uri="{FF2B5EF4-FFF2-40B4-BE49-F238E27FC236}">
                  <a16:creationId xmlns:a16="http://schemas.microsoft.com/office/drawing/2014/main" id="{5097DF86-E8F4-759A-6E3A-0D68F030B69C}"/>
                </a:ext>
              </a:extLst>
            </p:cNvPr>
            <p:cNvSpPr>
              <a:spLocks/>
            </p:cNvSpPr>
            <p:nvPr/>
          </p:nvSpPr>
          <p:spPr bwMode="hidden">
            <a:xfrm>
              <a:off x="2" y="2688"/>
              <a:ext cx="5758" cy="1632"/>
            </a:xfrm>
            <a:custGeom>
              <a:avLst/>
              <a:gdLst>
                <a:gd name="T0" fmla="*/ 5740 w 5740"/>
                <a:gd name="T1" fmla="*/ 4316 h 4316"/>
                <a:gd name="T2" fmla="*/ 0 w 5740"/>
                <a:gd name="T3" fmla="*/ 4316 h 4316"/>
                <a:gd name="T4" fmla="*/ 0 w 5740"/>
                <a:gd name="T5" fmla="*/ 0 h 4316"/>
                <a:gd name="T6" fmla="*/ 5740 w 5740"/>
                <a:gd name="T7" fmla="*/ 0 h 4316"/>
                <a:gd name="T8" fmla="*/ 5740 w 5740"/>
                <a:gd name="T9" fmla="*/ 4316 h 4316"/>
                <a:gd name="T10" fmla="*/ 5740 w 5740"/>
                <a:gd name="T11" fmla="*/ 4316 h 43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4316">
                  <a:moveTo>
                    <a:pt x="5740" y="4316"/>
                  </a:moveTo>
                  <a:lnTo>
                    <a:pt x="0" y="4316"/>
                  </a:lnTo>
                  <a:lnTo>
                    <a:pt x="0" y="0"/>
                  </a:lnTo>
                  <a:lnTo>
                    <a:pt x="5740" y="0"/>
                  </a:lnTo>
                  <a:lnTo>
                    <a:pt x="5740" y="4316"/>
                  </a:lnTo>
                  <a:lnTo>
                    <a:pt x="5740" y="431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accent2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grpSp>
          <p:nvGrpSpPr>
            <p:cNvPr id="11269" name="Group 5">
              <a:extLst>
                <a:ext uri="{FF2B5EF4-FFF2-40B4-BE49-F238E27FC236}">
                  <a16:creationId xmlns:a16="http://schemas.microsoft.com/office/drawing/2014/main" id="{D82D2C15-33DE-ED73-6704-872C64C71E3E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3528" y="3715"/>
              <a:ext cx="792" cy="521"/>
              <a:chOff x="3527" y="3715"/>
              <a:chExt cx="792" cy="521"/>
            </a:xfrm>
          </p:grpSpPr>
          <p:sp>
            <p:nvSpPr>
              <p:cNvPr id="11270" name="Oval 6">
                <a:extLst>
                  <a:ext uri="{FF2B5EF4-FFF2-40B4-BE49-F238E27FC236}">
                    <a16:creationId xmlns:a16="http://schemas.microsoft.com/office/drawing/2014/main" id="{99966AF8-918A-BE33-38BE-9AE8D5600DB0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3686" y="3810"/>
                <a:ext cx="532" cy="327"/>
              </a:xfrm>
              <a:prstGeom prst="ellipse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0980"/>
                      <a:invGamma/>
                    </a:schemeClr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1271" name="Oval 7">
                <a:extLst>
                  <a:ext uri="{FF2B5EF4-FFF2-40B4-BE49-F238E27FC236}">
                    <a16:creationId xmlns:a16="http://schemas.microsoft.com/office/drawing/2014/main" id="{168D1EAF-0B54-6ED8-F12C-05E671BF1AC1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3726" y="3840"/>
                <a:ext cx="452" cy="275"/>
              </a:xfrm>
              <a:prstGeom prst="ellipse">
                <a:avLst/>
              </a:prstGeom>
              <a:gradFill rotWithShape="0">
                <a:gsLst>
                  <a:gs pos="0">
                    <a:schemeClr val="accent2">
                      <a:gamma/>
                      <a:shade val="90980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1272" name="Oval 8">
                <a:extLst>
                  <a:ext uri="{FF2B5EF4-FFF2-40B4-BE49-F238E27FC236}">
                    <a16:creationId xmlns:a16="http://schemas.microsoft.com/office/drawing/2014/main" id="{B29DD222-136C-2F8A-B552-5F2C00F9B7E1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3782" y="3872"/>
                <a:ext cx="344" cy="207"/>
              </a:xfrm>
              <a:prstGeom prst="ellipse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1273" name="Oval 9">
                <a:extLst>
                  <a:ext uri="{FF2B5EF4-FFF2-40B4-BE49-F238E27FC236}">
                    <a16:creationId xmlns:a16="http://schemas.microsoft.com/office/drawing/2014/main" id="{8106B0CA-1B8C-40D8-1B56-E89257A08163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3822" y="3896"/>
                <a:ext cx="262" cy="159"/>
              </a:xfrm>
              <a:prstGeom prst="ellipse">
                <a:avLst/>
              </a:prstGeom>
              <a:gradFill rotWithShape="0">
                <a:gsLst>
                  <a:gs pos="0">
                    <a:schemeClr val="accent2">
                      <a:gamma/>
                      <a:shade val="96863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1274" name="Oval 10">
                <a:extLst>
                  <a:ext uri="{FF2B5EF4-FFF2-40B4-BE49-F238E27FC236}">
                    <a16:creationId xmlns:a16="http://schemas.microsoft.com/office/drawing/2014/main" id="{1730465A-0FF0-9902-ACB3-5CF04697B5B6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3856" y="3922"/>
                <a:ext cx="192" cy="107"/>
              </a:xfrm>
              <a:prstGeom prst="ellipse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1275" name="Freeform 11">
                <a:extLst>
                  <a:ext uri="{FF2B5EF4-FFF2-40B4-BE49-F238E27FC236}">
                    <a16:creationId xmlns:a16="http://schemas.microsoft.com/office/drawing/2014/main" id="{5D679B1D-06D5-A0DA-4025-BFC357B540CA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3575" y="3715"/>
                <a:ext cx="383" cy="161"/>
              </a:xfrm>
              <a:custGeom>
                <a:avLst/>
                <a:gdLst>
                  <a:gd name="T0" fmla="*/ 376 w 382"/>
                  <a:gd name="T1" fmla="*/ 12 h 161"/>
                  <a:gd name="T2" fmla="*/ 257 w 382"/>
                  <a:gd name="T3" fmla="*/ 24 h 161"/>
                  <a:gd name="T4" fmla="*/ 149 w 382"/>
                  <a:gd name="T5" fmla="*/ 54 h 161"/>
                  <a:gd name="T6" fmla="*/ 101 w 382"/>
                  <a:gd name="T7" fmla="*/ 77 h 161"/>
                  <a:gd name="T8" fmla="*/ 59 w 382"/>
                  <a:gd name="T9" fmla="*/ 101 h 161"/>
                  <a:gd name="T10" fmla="*/ 24 w 382"/>
                  <a:gd name="T11" fmla="*/ 131 h 161"/>
                  <a:gd name="T12" fmla="*/ 0 w 382"/>
                  <a:gd name="T13" fmla="*/ 161 h 161"/>
                  <a:gd name="T14" fmla="*/ 0 w 382"/>
                  <a:gd name="T15" fmla="*/ 137 h 161"/>
                  <a:gd name="T16" fmla="*/ 29 w 382"/>
                  <a:gd name="T17" fmla="*/ 107 h 161"/>
                  <a:gd name="T18" fmla="*/ 65 w 382"/>
                  <a:gd name="T19" fmla="*/ 83 h 161"/>
                  <a:gd name="T20" fmla="*/ 155 w 382"/>
                  <a:gd name="T21" fmla="*/ 36 h 161"/>
                  <a:gd name="T22" fmla="*/ 257 w 382"/>
                  <a:gd name="T23" fmla="*/ 12 h 161"/>
                  <a:gd name="T24" fmla="*/ 376 w 382"/>
                  <a:gd name="T25" fmla="*/ 0 h 161"/>
                  <a:gd name="T26" fmla="*/ 376 w 382"/>
                  <a:gd name="T27" fmla="*/ 0 h 161"/>
                  <a:gd name="T28" fmla="*/ 382 w 382"/>
                  <a:gd name="T29" fmla="*/ 0 h 161"/>
                  <a:gd name="T30" fmla="*/ 382 w 382"/>
                  <a:gd name="T31" fmla="*/ 12 h 161"/>
                  <a:gd name="T32" fmla="*/ 376 w 382"/>
                  <a:gd name="T33" fmla="*/ 12 h 161"/>
                  <a:gd name="T34" fmla="*/ 376 w 382"/>
                  <a:gd name="T35" fmla="*/ 12 h 161"/>
                  <a:gd name="T36" fmla="*/ 376 w 382"/>
                  <a:gd name="T37" fmla="*/ 12 h 1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382" h="161">
                    <a:moveTo>
                      <a:pt x="376" y="12"/>
                    </a:moveTo>
                    <a:lnTo>
                      <a:pt x="257" y="24"/>
                    </a:lnTo>
                    <a:lnTo>
                      <a:pt x="149" y="54"/>
                    </a:lnTo>
                    <a:lnTo>
                      <a:pt x="101" y="77"/>
                    </a:lnTo>
                    <a:lnTo>
                      <a:pt x="59" y="101"/>
                    </a:lnTo>
                    <a:lnTo>
                      <a:pt x="24" y="131"/>
                    </a:lnTo>
                    <a:lnTo>
                      <a:pt x="0" y="161"/>
                    </a:lnTo>
                    <a:lnTo>
                      <a:pt x="0" y="137"/>
                    </a:lnTo>
                    <a:lnTo>
                      <a:pt x="29" y="107"/>
                    </a:lnTo>
                    <a:lnTo>
                      <a:pt x="65" y="83"/>
                    </a:lnTo>
                    <a:lnTo>
                      <a:pt x="155" y="36"/>
                    </a:lnTo>
                    <a:lnTo>
                      <a:pt x="257" y="12"/>
                    </a:lnTo>
                    <a:lnTo>
                      <a:pt x="376" y="0"/>
                    </a:lnTo>
                    <a:lnTo>
                      <a:pt x="376" y="0"/>
                    </a:lnTo>
                    <a:lnTo>
                      <a:pt x="382" y="0"/>
                    </a:lnTo>
                    <a:lnTo>
                      <a:pt x="382" y="12"/>
                    </a:lnTo>
                    <a:lnTo>
                      <a:pt x="376" y="12"/>
                    </a:lnTo>
                    <a:lnTo>
                      <a:pt x="376" y="12"/>
                    </a:lnTo>
                    <a:lnTo>
                      <a:pt x="376" y="1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>
                      <a:gamma/>
                      <a:shade val="94118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1276" name="Freeform 12">
                <a:extLst>
                  <a:ext uri="{FF2B5EF4-FFF2-40B4-BE49-F238E27FC236}">
                    <a16:creationId xmlns:a16="http://schemas.microsoft.com/office/drawing/2014/main" id="{94593745-26BB-B217-EFDE-F398670FF905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3695" y="4170"/>
                <a:ext cx="444" cy="66"/>
              </a:xfrm>
              <a:custGeom>
                <a:avLst/>
                <a:gdLst>
                  <a:gd name="T0" fmla="*/ 257 w 443"/>
                  <a:gd name="T1" fmla="*/ 54 h 66"/>
                  <a:gd name="T2" fmla="*/ 353 w 443"/>
                  <a:gd name="T3" fmla="*/ 48 h 66"/>
                  <a:gd name="T4" fmla="*/ 443 w 443"/>
                  <a:gd name="T5" fmla="*/ 24 h 66"/>
                  <a:gd name="T6" fmla="*/ 443 w 443"/>
                  <a:gd name="T7" fmla="*/ 36 h 66"/>
                  <a:gd name="T8" fmla="*/ 353 w 443"/>
                  <a:gd name="T9" fmla="*/ 60 h 66"/>
                  <a:gd name="T10" fmla="*/ 257 w 443"/>
                  <a:gd name="T11" fmla="*/ 66 h 66"/>
                  <a:gd name="T12" fmla="*/ 186 w 443"/>
                  <a:gd name="T13" fmla="*/ 60 h 66"/>
                  <a:gd name="T14" fmla="*/ 120 w 443"/>
                  <a:gd name="T15" fmla="*/ 48 h 66"/>
                  <a:gd name="T16" fmla="*/ 60 w 443"/>
                  <a:gd name="T17" fmla="*/ 36 h 66"/>
                  <a:gd name="T18" fmla="*/ 0 w 443"/>
                  <a:gd name="T19" fmla="*/ 12 h 66"/>
                  <a:gd name="T20" fmla="*/ 0 w 443"/>
                  <a:gd name="T21" fmla="*/ 0 h 66"/>
                  <a:gd name="T22" fmla="*/ 54 w 443"/>
                  <a:gd name="T23" fmla="*/ 24 h 66"/>
                  <a:gd name="T24" fmla="*/ 120 w 443"/>
                  <a:gd name="T25" fmla="*/ 36 h 66"/>
                  <a:gd name="T26" fmla="*/ 186 w 443"/>
                  <a:gd name="T27" fmla="*/ 48 h 66"/>
                  <a:gd name="T28" fmla="*/ 257 w 443"/>
                  <a:gd name="T29" fmla="*/ 54 h 66"/>
                  <a:gd name="T30" fmla="*/ 257 w 443"/>
                  <a:gd name="T31" fmla="*/ 54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443" h="66">
                    <a:moveTo>
                      <a:pt x="257" y="54"/>
                    </a:moveTo>
                    <a:lnTo>
                      <a:pt x="353" y="48"/>
                    </a:lnTo>
                    <a:lnTo>
                      <a:pt x="443" y="24"/>
                    </a:lnTo>
                    <a:lnTo>
                      <a:pt x="443" y="36"/>
                    </a:lnTo>
                    <a:lnTo>
                      <a:pt x="353" y="60"/>
                    </a:lnTo>
                    <a:lnTo>
                      <a:pt x="257" y="66"/>
                    </a:lnTo>
                    <a:lnTo>
                      <a:pt x="186" y="60"/>
                    </a:lnTo>
                    <a:lnTo>
                      <a:pt x="120" y="48"/>
                    </a:lnTo>
                    <a:lnTo>
                      <a:pt x="60" y="36"/>
                    </a:lnTo>
                    <a:lnTo>
                      <a:pt x="0" y="12"/>
                    </a:lnTo>
                    <a:lnTo>
                      <a:pt x="0" y="0"/>
                    </a:lnTo>
                    <a:lnTo>
                      <a:pt x="54" y="24"/>
                    </a:lnTo>
                    <a:lnTo>
                      <a:pt x="120" y="36"/>
                    </a:lnTo>
                    <a:lnTo>
                      <a:pt x="186" y="48"/>
                    </a:lnTo>
                    <a:lnTo>
                      <a:pt x="257" y="54"/>
                    </a:lnTo>
                    <a:lnTo>
                      <a:pt x="257" y="5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>
                      <a:gamma/>
                      <a:shade val="84706"/>
                      <a:invGamma/>
                    </a:schemeClr>
                  </a:gs>
                  <a:gs pos="100000">
                    <a:schemeClr val="accent2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1277" name="Freeform 13">
                <a:extLst>
                  <a:ext uri="{FF2B5EF4-FFF2-40B4-BE49-F238E27FC236}">
                    <a16:creationId xmlns:a16="http://schemas.microsoft.com/office/drawing/2014/main" id="{D22F91F9-D16E-06A2-FE69-5043F88C3927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3527" y="3906"/>
                <a:ext cx="89" cy="216"/>
              </a:xfrm>
              <a:custGeom>
                <a:avLst/>
                <a:gdLst>
                  <a:gd name="T0" fmla="*/ 12 w 89"/>
                  <a:gd name="T1" fmla="*/ 66 h 216"/>
                  <a:gd name="T2" fmla="*/ 18 w 89"/>
                  <a:gd name="T3" fmla="*/ 108 h 216"/>
                  <a:gd name="T4" fmla="*/ 36 w 89"/>
                  <a:gd name="T5" fmla="*/ 144 h 216"/>
                  <a:gd name="T6" fmla="*/ 60 w 89"/>
                  <a:gd name="T7" fmla="*/ 180 h 216"/>
                  <a:gd name="T8" fmla="*/ 89 w 89"/>
                  <a:gd name="T9" fmla="*/ 216 h 216"/>
                  <a:gd name="T10" fmla="*/ 72 w 89"/>
                  <a:gd name="T11" fmla="*/ 216 h 216"/>
                  <a:gd name="T12" fmla="*/ 42 w 89"/>
                  <a:gd name="T13" fmla="*/ 180 h 216"/>
                  <a:gd name="T14" fmla="*/ 18 w 89"/>
                  <a:gd name="T15" fmla="*/ 144 h 216"/>
                  <a:gd name="T16" fmla="*/ 6 w 89"/>
                  <a:gd name="T17" fmla="*/ 108 h 216"/>
                  <a:gd name="T18" fmla="*/ 0 w 89"/>
                  <a:gd name="T19" fmla="*/ 66 h 216"/>
                  <a:gd name="T20" fmla="*/ 0 w 89"/>
                  <a:gd name="T21" fmla="*/ 30 h 216"/>
                  <a:gd name="T22" fmla="*/ 12 w 89"/>
                  <a:gd name="T23" fmla="*/ 0 h 216"/>
                  <a:gd name="T24" fmla="*/ 30 w 89"/>
                  <a:gd name="T25" fmla="*/ 0 h 216"/>
                  <a:gd name="T26" fmla="*/ 18 w 89"/>
                  <a:gd name="T27" fmla="*/ 30 h 216"/>
                  <a:gd name="T28" fmla="*/ 12 w 89"/>
                  <a:gd name="T29" fmla="*/ 66 h 216"/>
                  <a:gd name="T30" fmla="*/ 12 w 89"/>
                  <a:gd name="T31" fmla="*/ 66 h 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89" h="216">
                    <a:moveTo>
                      <a:pt x="12" y="66"/>
                    </a:moveTo>
                    <a:lnTo>
                      <a:pt x="18" y="108"/>
                    </a:lnTo>
                    <a:lnTo>
                      <a:pt x="36" y="144"/>
                    </a:lnTo>
                    <a:lnTo>
                      <a:pt x="60" y="180"/>
                    </a:lnTo>
                    <a:lnTo>
                      <a:pt x="89" y="216"/>
                    </a:lnTo>
                    <a:lnTo>
                      <a:pt x="72" y="216"/>
                    </a:lnTo>
                    <a:lnTo>
                      <a:pt x="42" y="180"/>
                    </a:lnTo>
                    <a:lnTo>
                      <a:pt x="18" y="144"/>
                    </a:lnTo>
                    <a:lnTo>
                      <a:pt x="6" y="108"/>
                    </a:lnTo>
                    <a:lnTo>
                      <a:pt x="0" y="66"/>
                    </a:lnTo>
                    <a:lnTo>
                      <a:pt x="0" y="30"/>
                    </a:lnTo>
                    <a:lnTo>
                      <a:pt x="12" y="0"/>
                    </a:lnTo>
                    <a:lnTo>
                      <a:pt x="30" y="0"/>
                    </a:lnTo>
                    <a:lnTo>
                      <a:pt x="18" y="30"/>
                    </a:lnTo>
                    <a:lnTo>
                      <a:pt x="12" y="66"/>
                    </a:lnTo>
                    <a:lnTo>
                      <a:pt x="12" y="6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87843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1278" name="Freeform 14">
                <a:extLst>
                  <a:ext uri="{FF2B5EF4-FFF2-40B4-BE49-F238E27FC236}">
                    <a16:creationId xmlns:a16="http://schemas.microsoft.com/office/drawing/2014/main" id="{682E6F34-2144-6F22-6446-88830590DE53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3569" y="3745"/>
                <a:ext cx="750" cy="461"/>
              </a:xfrm>
              <a:custGeom>
                <a:avLst/>
                <a:gdLst>
                  <a:gd name="T0" fmla="*/ 382 w 747"/>
                  <a:gd name="T1" fmla="*/ 443 h 461"/>
                  <a:gd name="T2" fmla="*/ 311 w 747"/>
                  <a:gd name="T3" fmla="*/ 437 h 461"/>
                  <a:gd name="T4" fmla="*/ 245 w 747"/>
                  <a:gd name="T5" fmla="*/ 425 h 461"/>
                  <a:gd name="T6" fmla="*/ 185 w 747"/>
                  <a:gd name="T7" fmla="*/ 407 h 461"/>
                  <a:gd name="T8" fmla="*/ 131 w 747"/>
                  <a:gd name="T9" fmla="*/ 383 h 461"/>
                  <a:gd name="T10" fmla="*/ 83 w 747"/>
                  <a:gd name="T11" fmla="*/ 347 h 461"/>
                  <a:gd name="T12" fmla="*/ 53 w 747"/>
                  <a:gd name="T13" fmla="*/ 311 h 461"/>
                  <a:gd name="T14" fmla="*/ 30 w 747"/>
                  <a:gd name="T15" fmla="*/ 269 h 461"/>
                  <a:gd name="T16" fmla="*/ 24 w 747"/>
                  <a:gd name="T17" fmla="*/ 227 h 461"/>
                  <a:gd name="T18" fmla="*/ 30 w 747"/>
                  <a:gd name="T19" fmla="*/ 185 h 461"/>
                  <a:gd name="T20" fmla="*/ 53 w 747"/>
                  <a:gd name="T21" fmla="*/ 143 h 461"/>
                  <a:gd name="T22" fmla="*/ 83 w 747"/>
                  <a:gd name="T23" fmla="*/ 107 h 461"/>
                  <a:gd name="T24" fmla="*/ 131 w 747"/>
                  <a:gd name="T25" fmla="*/ 77 h 461"/>
                  <a:gd name="T26" fmla="*/ 185 w 747"/>
                  <a:gd name="T27" fmla="*/ 47 h 461"/>
                  <a:gd name="T28" fmla="*/ 245 w 747"/>
                  <a:gd name="T29" fmla="*/ 30 h 461"/>
                  <a:gd name="T30" fmla="*/ 311 w 747"/>
                  <a:gd name="T31" fmla="*/ 18 h 461"/>
                  <a:gd name="T32" fmla="*/ 382 w 747"/>
                  <a:gd name="T33" fmla="*/ 12 h 461"/>
                  <a:gd name="T34" fmla="*/ 478 w 747"/>
                  <a:gd name="T35" fmla="*/ 18 h 461"/>
                  <a:gd name="T36" fmla="*/ 562 w 747"/>
                  <a:gd name="T37" fmla="*/ 41 h 461"/>
                  <a:gd name="T38" fmla="*/ 562 w 747"/>
                  <a:gd name="T39" fmla="*/ 36 h 461"/>
                  <a:gd name="T40" fmla="*/ 562 w 747"/>
                  <a:gd name="T41" fmla="*/ 30 h 461"/>
                  <a:gd name="T42" fmla="*/ 478 w 747"/>
                  <a:gd name="T43" fmla="*/ 6 h 461"/>
                  <a:gd name="T44" fmla="*/ 382 w 747"/>
                  <a:gd name="T45" fmla="*/ 0 h 461"/>
                  <a:gd name="T46" fmla="*/ 305 w 747"/>
                  <a:gd name="T47" fmla="*/ 6 h 461"/>
                  <a:gd name="T48" fmla="*/ 233 w 747"/>
                  <a:gd name="T49" fmla="*/ 18 h 461"/>
                  <a:gd name="T50" fmla="*/ 167 w 747"/>
                  <a:gd name="T51" fmla="*/ 41 h 461"/>
                  <a:gd name="T52" fmla="*/ 113 w 747"/>
                  <a:gd name="T53" fmla="*/ 65 h 461"/>
                  <a:gd name="T54" fmla="*/ 65 w 747"/>
                  <a:gd name="T55" fmla="*/ 101 h 461"/>
                  <a:gd name="T56" fmla="*/ 30 w 747"/>
                  <a:gd name="T57" fmla="*/ 137 h 461"/>
                  <a:gd name="T58" fmla="*/ 6 w 747"/>
                  <a:gd name="T59" fmla="*/ 179 h 461"/>
                  <a:gd name="T60" fmla="*/ 0 w 747"/>
                  <a:gd name="T61" fmla="*/ 227 h 461"/>
                  <a:gd name="T62" fmla="*/ 6 w 747"/>
                  <a:gd name="T63" fmla="*/ 275 h 461"/>
                  <a:gd name="T64" fmla="*/ 30 w 747"/>
                  <a:gd name="T65" fmla="*/ 317 h 461"/>
                  <a:gd name="T66" fmla="*/ 65 w 747"/>
                  <a:gd name="T67" fmla="*/ 359 h 461"/>
                  <a:gd name="T68" fmla="*/ 113 w 747"/>
                  <a:gd name="T69" fmla="*/ 395 h 461"/>
                  <a:gd name="T70" fmla="*/ 167 w 747"/>
                  <a:gd name="T71" fmla="*/ 419 h 461"/>
                  <a:gd name="T72" fmla="*/ 233 w 747"/>
                  <a:gd name="T73" fmla="*/ 443 h 461"/>
                  <a:gd name="T74" fmla="*/ 305 w 747"/>
                  <a:gd name="T75" fmla="*/ 455 h 461"/>
                  <a:gd name="T76" fmla="*/ 382 w 747"/>
                  <a:gd name="T77" fmla="*/ 461 h 461"/>
                  <a:gd name="T78" fmla="*/ 448 w 747"/>
                  <a:gd name="T79" fmla="*/ 455 h 461"/>
                  <a:gd name="T80" fmla="*/ 508 w 747"/>
                  <a:gd name="T81" fmla="*/ 449 h 461"/>
                  <a:gd name="T82" fmla="*/ 609 w 747"/>
                  <a:gd name="T83" fmla="*/ 413 h 461"/>
                  <a:gd name="T84" fmla="*/ 657 w 747"/>
                  <a:gd name="T85" fmla="*/ 389 h 461"/>
                  <a:gd name="T86" fmla="*/ 693 w 747"/>
                  <a:gd name="T87" fmla="*/ 359 h 461"/>
                  <a:gd name="T88" fmla="*/ 723 w 747"/>
                  <a:gd name="T89" fmla="*/ 329 h 461"/>
                  <a:gd name="T90" fmla="*/ 747 w 747"/>
                  <a:gd name="T91" fmla="*/ 293 h 461"/>
                  <a:gd name="T92" fmla="*/ 741 w 747"/>
                  <a:gd name="T93" fmla="*/ 287 h 461"/>
                  <a:gd name="T94" fmla="*/ 729 w 747"/>
                  <a:gd name="T95" fmla="*/ 281 h 461"/>
                  <a:gd name="T96" fmla="*/ 711 w 747"/>
                  <a:gd name="T97" fmla="*/ 317 h 461"/>
                  <a:gd name="T98" fmla="*/ 681 w 747"/>
                  <a:gd name="T99" fmla="*/ 347 h 461"/>
                  <a:gd name="T100" fmla="*/ 645 w 747"/>
                  <a:gd name="T101" fmla="*/ 377 h 461"/>
                  <a:gd name="T102" fmla="*/ 604 w 747"/>
                  <a:gd name="T103" fmla="*/ 401 h 461"/>
                  <a:gd name="T104" fmla="*/ 502 w 747"/>
                  <a:gd name="T105" fmla="*/ 431 h 461"/>
                  <a:gd name="T106" fmla="*/ 442 w 747"/>
                  <a:gd name="T107" fmla="*/ 443 h 461"/>
                  <a:gd name="T108" fmla="*/ 382 w 747"/>
                  <a:gd name="T109" fmla="*/ 443 h 461"/>
                  <a:gd name="T110" fmla="*/ 382 w 747"/>
                  <a:gd name="T111" fmla="*/ 443 h 4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747" h="461">
                    <a:moveTo>
                      <a:pt x="382" y="443"/>
                    </a:moveTo>
                    <a:lnTo>
                      <a:pt x="311" y="437"/>
                    </a:lnTo>
                    <a:lnTo>
                      <a:pt x="245" y="425"/>
                    </a:lnTo>
                    <a:lnTo>
                      <a:pt x="185" y="407"/>
                    </a:lnTo>
                    <a:lnTo>
                      <a:pt x="131" y="383"/>
                    </a:lnTo>
                    <a:lnTo>
                      <a:pt x="83" y="347"/>
                    </a:lnTo>
                    <a:lnTo>
                      <a:pt x="53" y="311"/>
                    </a:lnTo>
                    <a:lnTo>
                      <a:pt x="30" y="269"/>
                    </a:lnTo>
                    <a:lnTo>
                      <a:pt x="24" y="227"/>
                    </a:lnTo>
                    <a:lnTo>
                      <a:pt x="30" y="185"/>
                    </a:lnTo>
                    <a:lnTo>
                      <a:pt x="53" y="143"/>
                    </a:lnTo>
                    <a:lnTo>
                      <a:pt x="83" y="107"/>
                    </a:lnTo>
                    <a:lnTo>
                      <a:pt x="131" y="77"/>
                    </a:lnTo>
                    <a:lnTo>
                      <a:pt x="185" y="47"/>
                    </a:lnTo>
                    <a:lnTo>
                      <a:pt x="245" y="30"/>
                    </a:lnTo>
                    <a:lnTo>
                      <a:pt x="311" y="18"/>
                    </a:lnTo>
                    <a:lnTo>
                      <a:pt x="382" y="12"/>
                    </a:lnTo>
                    <a:lnTo>
                      <a:pt x="478" y="18"/>
                    </a:lnTo>
                    <a:lnTo>
                      <a:pt x="562" y="41"/>
                    </a:lnTo>
                    <a:lnTo>
                      <a:pt x="562" y="36"/>
                    </a:lnTo>
                    <a:lnTo>
                      <a:pt x="562" y="30"/>
                    </a:lnTo>
                    <a:lnTo>
                      <a:pt x="478" y="6"/>
                    </a:lnTo>
                    <a:lnTo>
                      <a:pt x="382" y="0"/>
                    </a:lnTo>
                    <a:lnTo>
                      <a:pt x="305" y="6"/>
                    </a:lnTo>
                    <a:lnTo>
                      <a:pt x="233" y="18"/>
                    </a:lnTo>
                    <a:lnTo>
                      <a:pt x="167" y="41"/>
                    </a:lnTo>
                    <a:lnTo>
                      <a:pt x="113" y="65"/>
                    </a:lnTo>
                    <a:lnTo>
                      <a:pt x="65" y="101"/>
                    </a:lnTo>
                    <a:lnTo>
                      <a:pt x="30" y="137"/>
                    </a:lnTo>
                    <a:lnTo>
                      <a:pt x="6" y="179"/>
                    </a:lnTo>
                    <a:lnTo>
                      <a:pt x="0" y="227"/>
                    </a:lnTo>
                    <a:lnTo>
                      <a:pt x="6" y="275"/>
                    </a:lnTo>
                    <a:lnTo>
                      <a:pt x="30" y="317"/>
                    </a:lnTo>
                    <a:lnTo>
                      <a:pt x="65" y="359"/>
                    </a:lnTo>
                    <a:lnTo>
                      <a:pt x="113" y="395"/>
                    </a:lnTo>
                    <a:lnTo>
                      <a:pt x="167" y="419"/>
                    </a:lnTo>
                    <a:lnTo>
                      <a:pt x="233" y="443"/>
                    </a:lnTo>
                    <a:lnTo>
                      <a:pt x="305" y="455"/>
                    </a:lnTo>
                    <a:lnTo>
                      <a:pt x="382" y="461"/>
                    </a:lnTo>
                    <a:lnTo>
                      <a:pt x="448" y="455"/>
                    </a:lnTo>
                    <a:lnTo>
                      <a:pt x="508" y="449"/>
                    </a:lnTo>
                    <a:lnTo>
                      <a:pt x="609" y="413"/>
                    </a:lnTo>
                    <a:lnTo>
                      <a:pt x="657" y="389"/>
                    </a:lnTo>
                    <a:lnTo>
                      <a:pt x="693" y="359"/>
                    </a:lnTo>
                    <a:lnTo>
                      <a:pt x="723" y="329"/>
                    </a:lnTo>
                    <a:lnTo>
                      <a:pt x="747" y="293"/>
                    </a:lnTo>
                    <a:lnTo>
                      <a:pt x="741" y="287"/>
                    </a:lnTo>
                    <a:lnTo>
                      <a:pt x="729" y="281"/>
                    </a:lnTo>
                    <a:lnTo>
                      <a:pt x="711" y="317"/>
                    </a:lnTo>
                    <a:lnTo>
                      <a:pt x="681" y="347"/>
                    </a:lnTo>
                    <a:lnTo>
                      <a:pt x="645" y="377"/>
                    </a:lnTo>
                    <a:lnTo>
                      <a:pt x="604" y="401"/>
                    </a:lnTo>
                    <a:lnTo>
                      <a:pt x="502" y="431"/>
                    </a:lnTo>
                    <a:lnTo>
                      <a:pt x="442" y="443"/>
                    </a:lnTo>
                    <a:lnTo>
                      <a:pt x="382" y="443"/>
                    </a:lnTo>
                    <a:lnTo>
                      <a:pt x="382" y="443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0980"/>
                      <a:invGamma/>
                    </a:schemeClr>
                  </a:gs>
                </a:gsLst>
                <a:path path="rect">
                  <a:fillToRect l="50000" t="50000" r="50000" b="50000"/>
                </a:path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1279" name="Freeform 15">
                <a:extLst>
                  <a:ext uri="{FF2B5EF4-FFF2-40B4-BE49-F238E27FC236}">
                    <a16:creationId xmlns:a16="http://schemas.microsoft.com/office/drawing/2014/main" id="{9E502652-C117-4F10-3D07-A1714139562E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4037" y="3721"/>
                <a:ext cx="96" cy="30"/>
              </a:xfrm>
              <a:custGeom>
                <a:avLst/>
                <a:gdLst>
                  <a:gd name="T0" fmla="*/ 0 w 96"/>
                  <a:gd name="T1" fmla="*/ 0 h 30"/>
                  <a:gd name="T2" fmla="*/ 0 w 96"/>
                  <a:gd name="T3" fmla="*/ 12 h 30"/>
                  <a:gd name="T4" fmla="*/ 48 w 96"/>
                  <a:gd name="T5" fmla="*/ 18 h 30"/>
                  <a:gd name="T6" fmla="*/ 96 w 96"/>
                  <a:gd name="T7" fmla="*/ 30 h 30"/>
                  <a:gd name="T8" fmla="*/ 96 w 96"/>
                  <a:gd name="T9" fmla="*/ 24 h 30"/>
                  <a:gd name="T10" fmla="*/ 96 w 96"/>
                  <a:gd name="T11" fmla="*/ 18 h 30"/>
                  <a:gd name="T12" fmla="*/ 48 w 96"/>
                  <a:gd name="T13" fmla="*/ 12 h 30"/>
                  <a:gd name="T14" fmla="*/ 0 w 96"/>
                  <a:gd name="T15" fmla="*/ 0 h 30"/>
                  <a:gd name="T16" fmla="*/ 0 w 96"/>
                  <a:gd name="T17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6" h="30">
                    <a:moveTo>
                      <a:pt x="0" y="0"/>
                    </a:moveTo>
                    <a:lnTo>
                      <a:pt x="0" y="12"/>
                    </a:lnTo>
                    <a:lnTo>
                      <a:pt x="48" y="18"/>
                    </a:lnTo>
                    <a:lnTo>
                      <a:pt x="96" y="30"/>
                    </a:lnTo>
                    <a:lnTo>
                      <a:pt x="96" y="24"/>
                    </a:lnTo>
                    <a:lnTo>
                      <a:pt x="96" y="18"/>
                    </a:lnTo>
                    <a:lnTo>
                      <a:pt x="48" y="12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87843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1280" name="Oval 16">
                <a:extLst>
                  <a:ext uri="{FF2B5EF4-FFF2-40B4-BE49-F238E27FC236}">
                    <a16:creationId xmlns:a16="http://schemas.microsoft.com/office/drawing/2014/main" id="{A7F97461-81A1-14B5-CC8C-2B37ECE14357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3910" y="3948"/>
                <a:ext cx="84" cy="53"/>
              </a:xfrm>
              <a:prstGeom prst="ellipse">
                <a:avLst/>
              </a:prstGeom>
              <a:gradFill rotWithShape="0">
                <a:gsLst>
                  <a:gs pos="0">
                    <a:schemeClr val="accent2">
                      <a:gamma/>
                      <a:shade val="94118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grpSp>
          <p:nvGrpSpPr>
            <p:cNvPr id="11281" name="Group 17">
              <a:extLst>
                <a:ext uri="{FF2B5EF4-FFF2-40B4-BE49-F238E27FC236}">
                  <a16:creationId xmlns:a16="http://schemas.microsoft.com/office/drawing/2014/main" id="{FEA7BA07-8706-B162-0F26-C90E62019BE3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1776" y="3631"/>
              <a:ext cx="1626" cy="683"/>
              <a:chOff x="1776" y="3631"/>
              <a:chExt cx="1626" cy="683"/>
            </a:xfrm>
          </p:grpSpPr>
          <p:sp>
            <p:nvSpPr>
              <p:cNvPr id="11282" name="Oval 18">
                <a:extLst>
                  <a:ext uri="{FF2B5EF4-FFF2-40B4-BE49-F238E27FC236}">
                    <a16:creationId xmlns:a16="http://schemas.microsoft.com/office/drawing/2014/main" id="{CC6D3BB9-1F4E-9E13-034C-C03B49C84D06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2268" y="3934"/>
                <a:ext cx="638" cy="377"/>
              </a:xfrm>
              <a:prstGeom prst="ellipse">
                <a:avLst/>
              </a:prstGeom>
              <a:gradFill rotWithShape="0">
                <a:gsLst>
                  <a:gs pos="0">
                    <a:schemeClr val="accent2">
                      <a:gamma/>
                      <a:shade val="87843"/>
                      <a:invGamma/>
                    </a:schemeClr>
                  </a:gs>
                  <a:gs pos="100000">
                    <a:schemeClr val="accent2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1283" name="Oval 19">
                <a:extLst>
                  <a:ext uri="{FF2B5EF4-FFF2-40B4-BE49-F238E27FC236}">
                    <a16:creationId xmlns:a16="http://schemas.microsoft.com/office/drawing/2014/main" id="{FAFB1AF3-1353-013D-EFA3-A35AC744F172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2314" y="3958"/>
                <a:ext cx="543" cy="332"/>
              </a:xfrm>
              <a:prstGeom prst="ellipse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87843"/>
                      <a:invGamma/>
                    </a:schemeClr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1284" name="Oval 20">
                <a:extLst>
                  <a:ext uri="{FF2B5EF4-FFF2-40B4-BE49-F238E27FC236}">
                    <a16:creationId xmlns:a16="http://schemas.microsoft.com/office/drawing/2014/main" id="{BA11C23B-652D-D04E-515D-88A76EED7894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2341" y="3979"/>
                <a:ext cx="501" cy="299"/>
              </a:xfrm>
              <a:prstGeom prst="ellipse">
                <a:avLst/>
              </a:prstGeom>
              <a:gradFill rotWithShape="0">
                <a:gsLst>
                  <a:gs pos="0">
                    <a:schemeClr val="accent2">
                      <a:gamma/>
                      <a:shade val="90980"/>
                      <a:invGamma/>
                    </a:schemeClr>
                  </a:gs>
                  <a:gs pos="100000">
                    <a:schemeClr val="accent2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1285" name="Oval 21">
                <a:extLst>
                  <a:ext uri="{FF2B5EF4-FFF2-40B4-BE49-F238E27FC236}">
                    <a16:creationId xmlns:a16="http://schemas.microsoft.com/office/drawing/2014/main" id="{65A285A0-8285-0D56-E0E4-56570F2ABD13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2368" y="3997"/>
                <a:ext cx="444" cy="258"/>
              </a:xfrm>
              <a:prstGeom prst="ellipse">
                <a:avLst/>
              </a:prstGeom>
              <a:gradFill rotWithShape="0">
                <a:gsLst>
                  <a:gs pos="0">
                    <a:schemeClr val="accent2">
                      <a:gamma/>
                      <a:shade val="87843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1286" name="Oval 22">
                <a:extLst>
                  <a:ext uri="{FF2B5EF4-FFF2-40B4-BE49-F238E27FC236}">
                    <a16:creationId xmlns:a16="http://schemas.microsoft.com/office/drawing/2014/main" id="{2ABC4828-017D-7DE8-E9A9-5BC4C5F06805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2385" y="4005"/>
                <a:ext cx="413" cy="240"/>
              </a:xfrm>
              <a:prstGeom prst="ellipse">
                <a:avLst/>
              </a:prstGeom>
              <a:gradFill rotWithShape="0">
                <a:gsLst>
                  <a:gs pos="0">
                    <a:schemeClr val="accent2">
                      <a:gamma/>
                      <a:shade val="94118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1287" name="Oval 23">
                <a:extLst>
                  <a:ext uri="{FF2B5EF4-FFF2-40B4-BE49-F238E27FC236}">
                    <a16:creationId xmlns:a16="http://schemas.microsoft.com/office/drawing/2014/main" id="{B4D14797-858D-9930-8F15-0E16544176A0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2437" y="4026"/>
                <a:ext cx="306" cy="192"/>
              </a:xfrm>
              <a:prstGeom prst="ellipse">
                <a:avLst/>
              </a:prstGeom>
              <a:gradFill rotWithShape="0">
                <a:gsLst>
                  <a:gs pos="0">
                    <a:schemeClr val="accent2">
                      <a:gamma/>
                      <a:shade val="87843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1288" name="Oval 24">
                <a:extLst>
                  <a:ext uri="{FF2B5EF4-FFF2-40B4-BE49-F238E27FC236}">
                    <a16:creationId xmlns:a16="http://schemas.microsoft.com/office/drawing/2014/main" id="{199D260B-C929-858F-C058-997C7A065C18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2476" y="4056"/>
                <a:ext cx="227" cy="135"/>
              </a:xfrm>
              <a:prstGeom prst="ellipse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0980"/>
                      <a:invGamma/>
                    </a:schemeClr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1289" name="Oval 25">
                <a:extLst>
                  <a:ext uri="{FF2B5EF4-FFF2-40B4-BE49-F238E27FC236}">
                    <a16:creationId xmlns:a16="http://schemas.microsoft.com/office/drawing/2014/main" id="{F1B89F43-1548-A6F0-2480-E00CF87EB4AA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2542" y="4097"/>
                <a:ext cx="90" cy="60"/>
              </a:xfrm>
              <a:prstGeom prst="ellipse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098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1290" name="Freeform 26">
                <a:extLst>
                  <a:ext uri="{FF2B5EF4-FFF2-40B4-BE49-F238E27FC236}">
                    <a16:creationId xmlns:a16="http://schemas.microsoft.com/office/drawing/2014/main" id="{09755C27-3107-6708-E50A-501D66F4CEBE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2585" y="3822"/>
                <a:ext cx="449" cy="186"/>
              </a:xfrm>
              <a:custGeom>
                <a:avLst/>
                <a:gdLst>
                  <a:gd name="T0" fmla="*/ 6 w 448"/>
                  <a:gd name="T1" fmla="*/ 6 h 186"/>
                  <a:gd name="T2" fmla="*/ 78 w 448"/>
                  <a:gd name="T3" fmla="*/ 12 h 186"/>
                  <a:gd name="T4" fmla="*/ 150 w 448"/>
                  <a:gd name="T5" fmla="*/ 18 h 186"/>
                  <a:gd name="T6" fmla="*/ 215 w 448"/>
                  <a:gd name="T7" fmla="*/ 36 h 186"/>
                  <a:gd name="T8" fmla="*/ 275 w 448"/>
                  <a:gd name="T9" fmla="*/ 60 h 186"/>
                  <a:gd name="T10" fmla="*/ 329 w 448"/>
                  <a:gd name="T11" fmla="*/ 84 h 186"/>
                  <a:gd name="T12" fmla="*/ 377 w 448"/>
                  <a:gd name="T13" fmla="*/ 114 h 186"/>
                  <a:gd name="T14" fmla="*/ 419 w 448"/>
                  <a:gd name="T15" fmla="*/ 150 h 186"/>
                  <a:gd name="T16" fmla="*/ 448 w 448"/>
                  <a:gd name="T17" fmla="*/ 186 h 186"/>
                  <a:gd name="T18" fmla="*/ 448 w 448"/>
                  <a:gd name="T19" fmla="*/ 162 h 186"/>
                  <a:gd name="T20" fmla="*/ 413 w 448"/>
                  <a:gd name="T21" fmla="*/ 126 h 186"/>
                  <a:gd name="T22" fmla="*/ 371 w 448"/>
                  <a:gd name="T23" fmla="*/ 96 h 186"/>
                  <a:gd name="T24" fmla="*/ 323 w 448"/>
                  <a:gd name="T25" fmla="*/ 66 h 186"/>
                  <a:gd name="T26" fmla="*/ 269 w 448"/>
                  <a:gd name="T27" fmla="*/ 48 h 186"/>
                  <a:gd name="T28" fmla="*/ 144 w 448"/>
                  <a:gd name="T29" fmla="*/ 12 h 186"/>
                  <a:gd name="T30" fmla="*/ 78 w 448"/>
                  <a:gd name="T31" fmla="*/ 6 h 186"/>
                  <a:gd name="T32" fmla="*/ 6 w 448"/>
                  <a:gd name="T33" fmla="*/ 0 h 186"/>
                  <a:gd name="T34" fmla="*/ 0 w 448"/>
                  <a:gd name="T35" fmla="*/ 0 h 186"/>
                  <a:gd name="T36" fmla="*/ 0 w 448"/>
                  <a:gd name="T37" fmla="*/ 0 h 186"/>
                  <a:gd name="T38" fmla="*/ 0 w 448"/>
                  <a:gd name="T39" fmla="*/ 6 h 186"/>
                  <a:gd name="T40" fmla="*/ 0 w 448"/>
                  <a:gd name="T41" fmla="*/ 6 h 186"/>
                  <a:gd name="T42" fmla="*/ 6 w 448"/>
                  <a:gd name="T43" fmla="*/ 6 h 186"/>
                  <a:gd name="T44" fmla="*/ 6 w 448"/>
                  <a:gd name="T45" fmla="*/ 6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48" h="186">
                    <a:moveTo>
                      <a:pt x="6" y="6"/>
                    </a:moveTo>
                    <a:lnTo>
                      <a:pt x="78" y="12"/>
                    </a:lnTo>
                    <a:lnTo>
                      <a:pt x="150" y="18"/>
                    </a:lnTo>
                    <a:lnTo>
                      <a:pt x="215" y="36"/>
                    </a:lnTo>
                    <a:lnTo>
                      <a:pt x="275" y="60"/>
                    </a:lnTo>
                    <a:lnTo>
                      <a:pt x="329" y="84"/>
                    </a:lnTo>
                    <a:lnTo>
                      <a:pt x="377" y="114"/>
                    </a:lnTo>
                    <a:lnTo>
                      <a:pt x="419" y="150"/>
                    </a:lnTo>
                    <a:lnTo>
                      <a:pt x="448" y="186"/>
                    </a:lnTo>
                    <a:lnTo>
                      <a:pt x="448" y="162"/>
                    </a:lnTo>
                    <a:lnTo>
                      <a:pt x="413" y="126"/>
                    </a:lnTo>
                    <a:lnTo>
                      <a:pt x="371" y="96"/>
                    </a:lnTo>
                    <a:lnTo>
                      <a:pt x="323" y="66"/>
                    </a:lnTo>
                    <a:lnTo>
                      <a:pt x="269" y="48"/>
                    </a:lnTo>
                    <a:lnTo>
                      <a:pt x="144" y="12"/>
                    </a:lnTo>
                    <a:lnTo>
                      <a:pt x="78" y="6"/>
                    </a:lnTo>
                    <a:lnTo>
                      <a:pt x="6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6" y="6"/>
                    </a:lnTo>
                    <a:lnTo>
                      <a:pt x="6" y="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>
                      <a:gamma/>
                      <a:shade val="90980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1291" name="Freeform 27">
                <a:extLst>
                  <a:ext uri="{FF2B5EF4-FFF2-40B4-BE49-F238E27FC236}">
                    <a16:creationId xmlns:a16="http://schemas.microsoft.com/office/drawing/2014/main" id="{A1AD41BC-4262-1237-5F90-F923F96EA639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2142" y="3852"/>
                <a:ext cx="892" cy="462"/>
              </a:xfrm>
              <a:custGeom>
                <a:avLst/>
                <a:gdLst>
                  <a:gd name="T0" fmla="*/ 23 w 890"/>
                  <a:gd name="T1" fmla="*/ 276 h 462"/>
                  <a:gd name="T2" fmla="*/ 29 w 890"/>
                  <a:gd name="T3" fmla="*/ 222 h 462"/>
                  <a:gd name="T4" fmla="*/ 59 w 890"/>
                  <a:gd name="T5" fmla="*/ 174 h 462"/>
                  <a:gd name="T6" fmla="*/ 95 w 890"/>
                  <a:gd name="T7" fmla="*/ 132 h 462"/>
                  <a:gd name="T8" fmla="*/ 149 w 890"/>
                  <a:gd name="T9" fmla="*/ 96 h 462"/>
                  <a:gd name="T10" fmla="*/ 209 w 890"/>
                  <a:gd name="T11" fmla="*/ 60 h 462"/>
                  <a:gd name="T12" fmla="*/ 281 w 890"/>
                  <a:gd name="T13" fmla="*/ 36 h 462"/>
                  <a:gd name="T14" fmla="*/ 364 w 890"/>
                  <a:gd name="T15" fmla="*/ 24 h 462"/>
                  <a:gd name="T16" fmla="*/ 448 w 890"/>
                  <a:gd name="T17" fmla="*/ 18 h 462"/>
                  <a:gd name="T18" fmla="*/ 532 w 890"/>
                  <a:gd name="T19" fmla="*/ 24 h 462"/>
                  <a:gd name="T20" fmla="*/ 609 w 890"/>
                  <a:gd name="T21" fmla="*/ 36 h 462"/>
                  <a:gd name="T22" fmla="*/ 681 w 890"/>
                  <a:gd name="T23" fmla="*/ 60 h 462"/>
                  <a:gd name="T24" fmla="*/ 741 w 890"/>
                  <a:gd name="T25" fmla="*/ 96 h 462"/>
                  <a:gd name="T26" fmla="*/ 795 w 890"/>
                  <a:gd name="T27" fmla="*/ 132 h 462"/>
                  <a:gd name="T28" fmla="*/ 831 w 890"/>
                  <a:gd name="T29" fmla="*/ 174 h 462"/>
                  <a:gd name="T30" fmla="*/ 861 w 890"/>
                  <a:gd name="T31" fmla="*/ 222 h 462"/>
                  <a:gd name="T32" fmla="*/ 867 w 890"/>
                  <a:gd name="T33" fmla="*/ 276 h 462"/>
                  <a:gd name="T34" fmla="*/ 855 w 890"/>
                  <a:gd name="T35" fmla="*/ 330 h 462"/>
                  <a:gd name="T36" fmla="*/ 831 w 890"/>
                  <a:gd name="T37" fmla="*/ 378 h 462"/>
                  <a:gd name="T38" fmla="*/ 783 w 890"/>
                  <a:gd name="T39" fmla="*/ 426 h 462"/>
                  <a:gd name="T40" fmla="*/ 723 w 890"/>
                  <a:gd name="T41" fmla="*/ 462 h 462"/>
                  <a:gd name="T42" fmla="*/ 765 w 890"/>
                  <a:gd name="T43" fmla="*/ 462 h 462"/>
                  <a:gd name="T44" fmla="*/ 819 w 890"/>
                  <a:gd name="T45" fmla="*/ 426 h 462"/>
                  <a:gd name="T46" fmla="*/ 855 w 890"/>
                  <a:gd name="T47" fmla="*/ 378 h 462"/>
                  <a:gd name="T48" fmla="*/ 884 w 890"/>
                  <a:gd name="T49" fmla="*/ 330 h 462"/>
                  <a:gd name="T50" fmla="*/ 890 w 890"/>
                  <a:gd name="T51" fmla="*/ 276 h 462"/>
                  <a:gd name="T52" fmla="*/ 884 w 890"/>
                  <a:gd name="T53" fmla="*/ 222 h 462"/>
                  <a:gd name="T54" fmla="*/ 855 w 890"/>
                  <a:gd name="T55" fmla="*/ 168 h 462"/>
                  <a:gd name="T56" fmla="*/ 813 w 890"/>
                  <a:gd name="T57" fmla="*/ 120 h 462"/>
                  <a:gd name="T58" fmla="*/ 759 w 890"/>
                  <a:gd name="T59" fmla="*/ 84 h 462"/>
                  <a:gd name="T60" fmla="*/ 693 w 890"/>
                  <a:gd name="T61" fmla="*/ 48 h 462"/>
                  <a:gd name="T62" fmla="*/ 621 w 890"/>
                  <a:gd name="T63" fmla="*/ 24 h 462"/>
                  <a:gd name="T64" fmla="*/ 538 w 890"/>
                  <a:gd name="T65" fmla="*/ 6 h 462"/>
                  <a:gd name="T66" fmla="*/ 448 w 890"/>
                  <a:gd name="T67" fmla="*/ 0 h 462"/>
                  <a:gd name="T68" fmla="*/ 358 w 890"/>
                  <a:gd name="T69" fmla="*/ 6 h 462"/>
                  <a:gd name="T70" fmla="*/ 275 w 890"/>
                  <a:gd name="T71" fmla="*/ 24 h 462"/>
                  <a:gd name="T72" fmla="*/ 197 w 890"/>
                  <a:gd name="T73" fmla="*/ 48 h 462"/>
                  <a:gd name="T74" fmla="*/ 131 w 890"/>
                  <a:gd name="T75" fmla="*/ 84 h 462"/>
                  <a:gd name="T76" fmla="*/ 77 w 890"/>
                  <a:gd name="T77" fmla="*/ 120 h 462"/>
                  <a:gd name="T78" fmla="*/ 35 w 890"/>
                  <a:gd name="T79" fmla="*/ 168 h 462"/>
                  <a:gd name="T80" fmla="*/ 12 w 890"/>
                  <a:gd name="T81" fmla="*/ 222 h 462"/>
                  <a:gd name="T82" fmla="*/ 0 w 890"/>
                  <a:gd name="T83" fmla="*/ 276 h 462"/>
                  <a:gd name="T84" fmla="*/ 6 w 890"/>
                  <a:gd name="T85" fmla="*/ 330 h 462"/>
                  <a:gd name="T86" fmla="*/ 35 w 890"/>
                  <a:gd name="T87" fmla="*/ 378 h 462"/>
                  <a:gd name="T88" fmla="*/ 71 w 890"/>
                  <a:gd name="T89" fmla="*/ 426 h 462"/>
                  <a:gd name="T90" fmla="*/ 125 w 890"/>
                  <a:gd name="T91" fmla="*/ 462 h 462"/>
                  <a:gd name="T92" fmla="*/ 167 w 890"/>
                  <a:gd name="T93" fmla="*/ 462 h 462"/>
                  <a:gd name="T94" fmla="*/ 107 w 890"/>
                  <a:gd name="T95" fmla="*/ 426 h 462"/>
                  <a:gd name="T96" fmla="*/ 59 w 890"/>
                  <a:gd name="T97" fmla="*/ 378 h 462"/>
                  <a:gd name="T98" fmla="*/ 35 w 890"/>
                  <a:gd name="T99" fmla="*/ 330 h 462"/>
                  <a:gd name="T100" fmla="*/ 23 w 890"/>
                  <a:gd name="T101" fmla="*/ 276 h 462"/>
                  <a:gd name="T102" fmla="*/ 23 w 890"/>
                  <a:gd name="T103" fmla="*/ 276 h 4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890" h="462">
                    <a:moveTo>
                      <a:pt x="23" y="276"/>
                    </a:moveTo>
                    <a:lnTo>
                      <a:pt x="29" y="222"/>
                    </a:lnTo>
                    <a:lnTo>
                      <a:pt x="59" y="174"/>
                    </a:lnTo>
                    <a:lnTo>
                      <a:pt x="95" y="132"/>
                    </a:lnTo>
                    <a:lnTo>
                      <a:pt x="149" y="96"/>
                    </a:lnTo>
                    <a:lnTo>
                      <a:pt x="209" y="60"/>
                    </a:lnTo>
                    <a:lnTo>
                      <a:pt x="281" y="36"/>
                    </a:lnTo>
                    <a:lnTo>
                      <a:pt x="364" y="24"/>
                    </a:lnTo>
                    <a:lnTo>
                      <a:pt x="448" y="18"/>
                    </a:lnTo>
                    <a:lnTo>
                      <a:pt x="532" y="24"/>
                    </a:lnTo>
                    <a:lnTo>
                      <a:pt x="609" y="36"/>
                    </a:lnTo>
                    <a:lnTo>
                      <a:pt x="681" y="60"/>
                    </a:lnTo>
                    <a:lnTo>
                      <a:pt x="741" y="96"/>
                    </a:lnTo>
                    <a:lnTo>
                      <a:pt x="795" y="132"/>
                    </a:lnTo>
                    <a:lnTo>
                      <a:pt x="831" y="174"/>
                    </a:lnTo>
                    <a:lnTo>
                      <a:pt x="861" y="222"/>
                    </a:lnTo>
                    <a:lnTo>
                      <a:pt x="867" y="276"/>
                    </a:lnTo>
                    <a:lnTo>
                      <a:pt x="855" y="330"/>
                    </a:lnTo>
                    <a:lnTo>
                      <a:pt x="831" y="378"/>
                    </a:lnTo>
                    <a:lnTo>
                      <a:pt x="783" y="426"/>
                    </a:lnTo>
                    <a:lnTo>
                      <a:pt x="723" y="462"/>
                    </a:lnTo>
                    <a:lnTo>
                      <a:pt x="765" y="462"/>
                    </a:lnTo>
                    <a:lnTo>
                      <a:pt x="819" y="426"/>
                    </a:lnTo>
                    <a:lnTo>
                      <a:pt x="855" y="378"/>
                    </a:lnTo>
                    <a:lnTo>
                      <a:pt x="884" y="330"/>
                    </a:lnTo>
                    <a:lnTo>
                      <a:pt x="890" y="276"/>
                    </a:lnTo>
                    <a:lnTo>
                      <a:pt x="884" y="222"/>
                    </a:lnTo>
                    <a:lnTo>
                      <a:pt x="855" y="168"/>
                    </a:lnTo>
                    <a:lnTo>
                      <a:pt x="813" y="120"/>
                    </a:lnTo>
                    <a:lnTo>
                      <a:pt x="759" y="84"/>
                    </a:lnTo>
                    <a:lnTo>
                      <a:pt x="693" y="48"/>
                    </a:lnTo>
                    <a:lnTo>
                      <a:pt x="621" y="24"/>
                    </a:lnTo>
                    <a:lnTo>
                      <a:pt x="538" y="6"/>
                    </a:lnTo>
                    <a:lnTo>
                      <a:pt x="448" y="0"/>
                    </a:lnTo>
                    <a:lnTo>
                      <a:pt x="358" y="6"/>
                    </a:lnTo>
                    <a:lnTo>
                      <a:pt x="275" y="24"/>
                    </a:lnTo>
                    <a:lnTo>
                      <a:pt x="197" y="48"/>
                    </a:lnTo>
                    <a:lnTo>
                      <a:pt x="131" y="84"/>
                    </a:lnTo>
                    <a:lnTo>
                      <a:pt x="77" y="120"/>
                    </a:lnTo>
                    <a:lnTo>
                      <a:pt x="35" y="168"/>
                    </a:lnTo>
                    <a:lnTo>
                      <a:pt x="12" y="222"/>
                    </a:lnTo>
                    <a:lnTo>
                      <a:pt x="0" y="276"/>
                    </a:lnTo>
                    <a:lnTo>
                      <a:pt x="6" y="330"/>
                    </a:lnTo>
                    <a:lnTo>
                      <a:pt x="35" y="378"/>
                    </a:lnTo>
                    <a:lnTo>
                      <a:pt x="71" y="426"/>
                    </a:lnTo>
                    <a:lnTo>
                      <a:pt x="125" y="462"/>
                    </a:lnTo>
                    <a:lnTo>
                      <a:pt x="167" y="462"/>
                    </a:lnTo>
                    <a:lnTo>
                      <a:pt x="107" y="426"/>
                    </a:lnTo>
                    <a:lnTo>
                      <a:pt x="59" y="378"/>
                    </a:lnTo>
                    <a:lnTo>
                      <a:pt x="35" y="330"/>
                    </a:lnTo>
                    <a:lnTo>
                      <a:pt x="23" y="276"/>
                    </a:lnTo>
                    <a:lnTo>
                      <a:pt x="23" y="27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84706"/>
                      <a:invGamma/>
                    </a:schemeClr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1292" name="Freeform 28">
                <a:extLst>
                  <a:ext uri="{FF2B5EF4-FFF2-40B4-BE49-F238E27FC236}">
                    <a16:creationId xmlns:a16="http://schemas.microsoft.com/office/drawing/2014/main" id="{E0B82F1B-DC1F-C7FB-9A78-D4990B394B24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2082" y="3828"/>
                <a:ext cx="407" cy="486"/>
              </a:xfrm>
              <a:custGeom>
                <a:avLst/>
                <a:gdLst>
                  <a:gd name="T0" fmla="*/ 18 w 406"/>
                  <a:gd name="T1" fmla="*/ 300 h 486"/>
                  <a:gd name="T2" fmla="*/ 24 w 406"/>
                  <a:gd name="T3" fmla="*/ 246 h 486"/>
                  <a:gd name="T4" fmla="*/ 48 w 406"/>
                  <a:gd name="T5" fmla="*/ 198 h 486"/>
                  <a:gd name="T6" fmla="*/ 83 w 406"/>
                  <a:gd name="T7" fmla="*/ 150 h 486"/>
                  <a:gd name="T8" fmla="*/ 131 w 406"/>
                  <a:gd name="T9" fmla="*/ 108 h 486"/>
                  <a:gd name="T10" fmla="*/ 185 w 406"/>
                  <a:gd name="T11" fmla="*/ 72 h 486"/>
                  <a:gd name="T12" fmla="*/ 251 w 406"/>
                  <a:gd name="T13" fmla="*/ 42 h 486"/>
                  <a:gd name="T14" fmla="*/ 329 w 406"/>
                  <a:gd name="T15" fmla="*/ 24 h 486"/>
                  <a:gd name="T16" fmla="*/ 406 w 406"/>
                  <a:gd name="T17" fmla="*/ 6 h 486"/>
                  <a:gd name="T18" fmla="*/ 406 w 406"/>
                  <a:gd name="T19" fmla="*/ 0 h 486"/>
                  <a:gd name="T20" fmla="*/ 323 w 406"/>
                  <a:gd name="T21" fmla="*/ 12 h 486"/>
                  <a:gd name="T22" fmla="*/ 245 w 406"/>
                  <a:gd name="T23" fmla="*/ 36 h 486"/>
                  <a:gd name="T24" fmla="*/ 179 w 406"/>
                  <a:gd name="T25" fmla="*/ 66 h 486"/>
                  <a:gd name="T26" fmla="*/ 119 w 406"/>
                  <a:gd name="T27" fmla="*/ 102 h 486"/>
                  <a:gd name="T28" fmla="*/ 72 w 406"/>
                  <a:gd name="T29" fmla="*/ 144 h 486"/>
                  <a:gd name="T30" fmla="*/ 30 w 406"/>
                  <a:gd name="T31" fmla="*/ 192 h 486"/>
                  <a:gd name="T32" fmla="*/ 6 w 406"/>
                  <a:gd name="T33" fmla="*/ 246 h 486"/>
                  <a:gd name="T34" fmla="*/ 0 w 406"/>
                  <a:gd name="T35" fmla="*/ 300 h 486"/>
                  <a:gd name="T36" fmla="*/ 6 w 406"/>
                  <a:gd name="T37" fmla="*/ 348 h 486"/>
                  <a:gd name="T38" fmla="*/ 30 w 406"/>
                  <a:gd name="T39" fmla="*/ 396 h 486"/>
                  <a:gd name="T40" fmla="*/ 66 w 406"/>
                  <a:gd name="T41" fmla="*/ 444 h 486"/>
                  <a:gd name="T42" fmla="*/ 107 w 406"/>
                  <a:gd name="T43" fmla="*/ 486 h 486"/>
                  <a:gd name="T44" fmla="*/ 131 w 406"/>
                  <a:gd name="T45" fmla="*/ 486 h 486"/>
                  <a:gd name="T46" fmla="*/ 83 w 406"/>
                  <a:gd name="T47" fmla="*/ 450 h 486"/>
                  <a:gd name="T48" fmla="*/ 48 w 406"/>
                  <a:gd name="T49" fmla="*/ 402 h 486"/>
                  <a:gd name="T50" fmla="*/ 24 w 406"/>
                  <a:gd name="T51" fmla="*/ 354 h 486"/>
                  <a:gd name="T52" fmla="*/ 18 w 406"/>
                  <a:gd name="T53" fmla="*/ 300 h 486"/>
                  <a:gd name="T54" fmla="*/ 18 w 406"/>
                  <a:gd name="T55" fmla="*/ 300 h 4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406" h="486">
                    <a:moveTo>
                      <a:pt x="18" y="300"/>
                    </a:moveTo>
                    <a:lnTo>
                      <a:pt x="24" y="246"/>
                    </a:lnTo>
                    <a:lnTo>
                      <a:pt x="48" y="198"/>
                    </a:lnTo>
                    <a:lnTo>
                      <a:pt x="83" y="150"/>
                    </a:lnTo>
                    <a:lnTo>
                      <a:pt x="131" y="108"/>
                    </a:lnTo>
                    <a:lnTo>
                      <a:pt x="185" y="72"/>
                    </a:lnTo>
                    <a:lnTo>
                      <a:pt x="251" y="42"/>
                    </a:lnTo>
                    <a:lnTo>
                      <a:pt x="329" y="24"/>
                    </a:lnTo>
                    <a:lnTo>
                      <a:pt x="406" y="6"/>
                    </a:lnTo>
                    <a:lnTo>
                      <a:pt x="406" y="0"/>
                    </a:lnTo>
                    <a:lnTo>
                      <a:pt x="323" y="12"/>
                    </a:lnTo>
                    <a:lnTo>
                      <a:pt x="245" y="36"/>
                    </a:lnTo>
                    <a:lnTo>
                      <a:pt x="179" y="66"/>
                    </a:lnTo>
                    <a:lnTo>
                      <a:pt x="119" y="102"/>
                    </a:lnTo>
                    <a:lnTo>
                      <a:pt x="72" y="144"/>
                    </a:lnTo>
                    <a:lnTo>
                      <a:pt x="30" y="192"/>
                    </a:lnTo>
                    <a:lnTo>
                      <a:pt x="6" y="246"/>
                    </a:lnTo>
                    <a:lnTo>
                      <a:pt x="0" y="300"/>
                    </a:lnTo>
                    <a:lnTo>
                      <a:pt x="6" y="348"/>
                    </a:lnTo>
                    <a:lnTo>
                      <a:pt x="30" y="396"/>
                    </a:lnTo>
                    <a:lnTo>
                      <a:pt x="66" y="444"/>
                    </a:lnTo>
                    <a:lnTo>
                      <a:pt x="107" y="486"/>
                    </a:lnTo>
                    <a:lnTo>
                      <a:pt x="131" y="486"/>
                    </a:lnTo>
                    <a:lnTo>
                      <a:pt x="83" y="450"/>
                    </a:lnTo>
                    <a:lnTo>
                      <a:pt x="48" y="402"/>
                    </a:lnTo>
                    <a:lnTo>
                      <a:pt x="24" y="354"/>
                    </a:lnTo>
                    <a:lnTo>
                      <a:pt x="18" y="300"/>
                    </a:lnTo>
                    <a:lnTo>
                      <a:pt x="18" y="30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098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1293" name="Freeform 29">
                <a:extLst>
                  <a:ext uri="{FF2B5EF4-FFF2-40B4-BE49-F238E27FC236}">
                    <a16:creationId xmlns:a16="http://schemas.microsoft.com/office/drawing/2014/main" id="{3EDEB2AA-911D-2B19-3D52-5F8A8187E995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2987" y="4044"/>
                <a:ext cx="108" cy="252"/>
              </a:xfrm>
              <a:custGeom>
                <a:avLst/>
                <a:gdLst>
                  <a:gd name="T0" fmla="*/ 89 w 107"/>
                  <a:gd name="T1" fmla="*/ 84 h 252"/>
                  <a:gd name="T2" fmla="*/ 83 w 107"/>
                  <a:gd name="T3" fmla="*/ 132 h 252"/>
                  <a:gd name="T4" fmla="*/ 65 w 107"/>
                  <a:gd name="T5" fmla="*/ 174 h 252"/>
                  <a:gd name="T6" fmla="*/ 36 w 107"/>
                  <a:gd name="T7" fmla="*/ 216 h 252"/>
                  <a:gd name="T8" fmla="*/ 0 w 107"/>
                  <a:gd name="T9" fmla="*/ 252 h 252"/>
                  <a:gd name="T10" fmla="*/ 18 w 107"/>
                  <a:gd name="T11" fmla="*/ 252 h 252"/>
                  <a:gd name="T12" fmla="*/ 53 w 107"/>
                  <a:gd name="T13" fmla="*/ 216 h 252"/>
                  <a:gd name="T14" fmla="*/ 83 w 107"/>
                  <a:gd name="T15" fmla="*/ 174 h 252"/>
                  <a:gd name="T16" fmla="*/ 101 w 107"/>
                  <a:gd name="T17" fmla="*/ 132 h 252"/>
                  <a:gd name="T18" fmla="*/ 107 w 107"/>
                  <a:gd name="T19" fmla="*/ 84 h 252"/>
                  <a:gd name="T20" fmla="*/ 101 w 107"/>
                  <a:gd name="T21" fmla="*/ 42 h 252"/>
                  <a:gd name="T22" fmla="*/ 89 w 107"/>
                  <a:gd name="T23" fmla="*/ 0 h 252"/>
                  <a:gd name="T24" fmla="*/ 65 w 107"/>
                  <a:gd name="T25" fmla="*/ 0 h 252"/>
                  <a:gd name="T26" fmla="*/ 83 w 107"/>
                  <a:gd name="T27" fmla="*/ 42 h 252"/>
                  <a:gd name="T28" fmla="*/ 89 w 107"/>
                  <a:gd name="T29" fmla="*/ 84 h 252"/>
                  <a:gd name="T30" fmla="*/ 89 w 107"/>
                  <a:gd name="T31" fmla="*/ 84 h 2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07" h="252">
                    <a:moveTo>
                      <a:pt x="89" y="84"/>
                    </a:moveTo>
                    <a:lnTo>
                      <a:pt x="83" y="132"/>
                    </a:lnTo>
                    <a:lnTo>
                      <a:pt x="65" y="174"/>
                    </a:lnTo>
                    <a:lnTo>
                      <a:pt x="36" y="216"/>
                    </a:lnTo>
                    <a:lnTo>
                      <a:pt x="0" y="252"/>
                    </a:lnTo>
                    <a:lnTo>
                      <a:pt x="18" y="252"/>
                    </a:lnTo>
                    <a:lnTo>
                      <a:pt x="53" y="216"/>
                    </a:lnTo>
                    <a:lnTo>
                      <a:pt x="83" y="174"/>
                    </a:lnTo>
                    <a:lnTo>
                      <a:pt x="101" y="132"/>
                    </a:lnTo>
                    <a:lnTo>
                      <a:pt x="107" y="84"/>
                    </a:lnTo>
                    <a:lnTo>
                      <a:pt x="101" y="42"/>
                    </a:lnTo>
                    <a:lnTo>
                      <a:pt x="89" y="0"/>
                    </a:lnTo>
                    <a:lnTo>
                      <a:pt x="65" y="0"/>
                    </a:lnTo>
                    <a:lnTo>
                      <a:pt x="83" y="42"/>
                    </a:lnTo>
                    <a:lnTo>
                      <a:pt x="89" y="84"/>
                    </a:lnTo>
                    <a:lnTo>
                      <a:pt x="89" y="8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81961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1294" name="Freeform 30">
                <a:extLst>
                  <a:ext uri="{FF2B5EF4-FFF2-40B4-BE49-F238E27FC236}">
                    <a16:creationId xmlns:a16="http://schemas.microsoft.com/office/drawing/2014/main" id="{D7148BE8-2C7C-1BE4-ADE5-04DB23B64B61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2068" y="3685"/>
                <a:ext cx="835" cy="150"/>
              </a:xfrm>
              <a:custGeom>
                <a:avLst/>
                <a:gdLst>
                  <a:gd name="T0" fmla="*/ 518 w 835"/>
                  <a:gd name="T1" fmla="*/ 18 h 150"/>
                  <a:gd name="T2" fmla="*/ 597 w 835"/>
                  <a:gd name="T3" fmla="*/ 24 h 150"/>
                  <a:gd name="T4" fmla="*/ 682 w 835"/>
                  <a:gd name="T5" fmla="*/ 30 h 150"/>
                  <a:gd name="T6" fmla="*/ 755 w 835"/>
                  <a:gd name="T7" fmla="*/ 42 h 150"/>
                  <a:gd name="T8" fmla="*/ 828 w 835"/>
                  <a:gd name="T9" fmla="*/ 60 h 150"/>
                  <a:gd name="T10" fmla="*/ 835 w 835"/>
                  <a:gd name="T11" fmla="*/ 42 h 150"/>
                  <a:gd name="T12" fmla="*/ 761 w 835"/>
                  <a:gd name="T13" fmla="*/ 24 h 150"/>
                  <a:gd name="T14" fmla="*/ 688 w 835"/>
                  <a:gd name="T15" fmla="*/ 12 h 150"/>
                  <a:gd name="T16" fmla="*/ 603 w 835"/>
                  <a:gd name="T17" fmla="*/ 6 h 150"/>
                  <a:gd name="T18" fmla="*/ 518 w 835"/>
                  <a:gd name="T19" fmla="*/ 0 h 150"/>
                  <a:gd name="T20" fmla="*/ 372 w 835"/>
                  <a:gd name="T21" fmla="*/ 12 h 150"/>
                  <a:gd name="T22" fmla="*/ 232 w 835"/>
                  <a:gd name="T23" fmla="*/ 36 h 150"/>
                  <a:gd name="T24" fmla="*/ 110 w 835"/>
                  <a:gd name="T25" fmla="*/ 78 h 150"/>
                  <a:gd name="T26" fmla="*/ 0 w 835"/>
                  <a:gd name="T27" fmla="*/ 132 h 150"/>
                  <a:gd name="T28" fmla="*/ 19 w 835"/>
                  <a:gd name="T29" fmla="*/ 150 h 150"/>
                  <a:gd name="T30" fmla="*/ 122 w 835"/>
                  <a:gd name="T31" fmla="*/ 96 h 150"/>
                  <a:gd name="T32" fmla="*/ 244 w 835"/>
                  <a:gd name="T33" fmla="*/ 54 h 150"/>
                  <a:gd name="T34" fmla="*/ 378 w 835"/>
                  <a:gd name="T35" fmla="*/ 30 h 150"/>
                  <a:gd name="T36" fmla="*/ 518 w 835"/>
                  <a:gd name="T37" fmla="*/ 18 h 150"/>
                  <a:gd name="T38" fmla="*/ 518 w 835"/>
                  <a:gd name="T39" fmla="*/ 18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835" h="150">
                    <a:moveTo>
                      <a:pt x="518" y="18"/>
                    </a:moveTo>
                    <a:lnTo>
                      <a:pt x="597" y="24"/>
                    </a:lnTo>
                    <a:lnTo>
                      <a:pt x="682" y="30"/>
                    </a:lnTo>
                    <a:lnTo>
                      <a:pt x="755" y="42"/>
                    </a:lnTo>
                    <a:lnTo>
                      <a:pt x="828" y="60"/>
                    </a:lnTo>
                    <a:lnTo>
                      <a:pt x="835" y="42"/>
                    </a:lnTo>
                    <a:lnTo>
                      <a:pt x="761" y="24"/>
                    </a:lnTo>
                    <a:lnTo>
                      <a:pt x="688" y="12"/>
                    </a:lnTo>
                    <a:lnTo>
                      <a:pt x="603" y="6"/>
                    </a:lnTo>
                    <a:lnTo>
                      <a:pt x="518" y="0"/>
                    </a:lnTo>
                    <a:lnTo>
                      <a:pt x="372" y="12"/>
                    </a:lnTo>
                    <a:lnTo>
                      <a:pt x="232" y="36"/>
                    </a:lnTo>
                    <a:lnTo>
                      <a:pt x="110" y="78"/>
                    </a:lnTo>
                    <a:lnTo>
                      <a:pt x="0" y="132"/>
                    </a:lnTo>
                    <a:lnTo>
                      <a:pt x="19" y="150"/>
                    </a:lnTo>
                    <a:lnTo>
                      <a:pt x="122" y="96"/>
                    </a:lnTo>
                    <a:lnTo>
                      <a:pt x="244" y="54"/>
                    </a:lnTo>
                    <a:lnTo>
                      <a:pt x="378" y="30"/>
                    </a:lnTo>
                    <a:lnTo>
                      <a:pt x="518" y="18"/>
                    </a:lnTo>
                    <a:lnTo>
                      <a:pt x="518" y="18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1295" name="Freeform 31">
                <a:extLst>
                  <a:ext uri="{FF2B5EF4-FFF2-40B4-BE49-F238E27FC236}">
                    <a16:creationId xmlns:a16="http://schemas.microsoft.com/office/drawing/2014/main" id="{27850BC7-D6CE-DCB3-82F2-AB7D94ED24B5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1867" y="3853"/>
                <a:ext cx="171" cy="461"/>
              </a:xfrm>
              <a:custGeom>
                <a:avLst/>
                <a:gdLst>
                  <a:gd name="T0" fmla="*/ 31 w 171"/>
                  <a:gd name="T1" fmla="*/ 263 h 461"/>
                  <a:gd name="T2" fmla="*/ 43 w 171"/>
                  <a:gd name="T3" fmla="*/ 191 h 461"/>
                  <a:gd name="T4" fmla="*/ 67 w 171"/>
                  <a:gd name="T5" fmla="*/ 131 h 461"/>
                  <a:gd name="T6" fmla="*/ 116 w 171"/>
                  <a:gd name="T7" fmla="*/ 72 h 461"/>
                  <a:gd name="T8" fmla="*/ 171 w 171"/>
                  <a:gd name="T9" fmla="*/ 18 h 461"/>
                  <a:gd name="T10" fmla="*/ 153 w 171"/>
                  <a:gd name="T11" fmla="*/ 0 h 461"/>
                  <a:gd name="T12" fmla="*/ 86 w 171"/>
                  <a:gd name="T13" fmla="*/ 60 h 461"/>
                  <a:gd name="T14" fmla="*/ 43 w 171"/>
                  <a:gd name="T15" fmla="*/ 120 h 461"/>
                  <a:gd name="T16" fmla="*/ 13 w 171"/>
                  <a:gd name="T17" fmla="*/ 191 h 461"/>
                  <a:gd name="T18" fmla="*/ 0 w 171"/>
                  <a:gd name="T19" fmla="*/ 263 h 461"/>
                  <a:gd name="T20" fmla="*/ 6 w 171"/>
                  <a:gd name="T21" fmla="*/ 317 h 461"/>
                  <a:gd name="T22" fmla="*/ 25 w 171"/>
                  <a:gd name="T23" fmla="*/ 365 h 461"/>
                  <a:gd name="T24" fmla="*/ 49 w 171"/>
                  <a:gd name="T25" fmla="*/ 413 h 461"/>
                  <a:gd name="T26" fmla="*/ 86 w 171"/>
                  <a:gd name="T27" fmla="*/ 461 h 461"/>
                  <a:gd name="T28" fmla="*/ 122 w 171"/>
                  <a:gd name="T29" fmla="*/ 461 h 461"/>
                  <a:gd name="T30" fmla="*/ 86 w 171"/>
                  <a:gd name="T31" fmla="*/ 413 h 461"/>
                  <a:gd name="T32" fmla="*/ 55 w 171"/>
                  <a:gd name="T33" fmla="*/ 365 h 461"/>
                  <a:gd name="T34" fmla="*/ 37 w 171"/>
                  <a:gd name="T35" fmla="*/ 317 h 461"/>
                  <a:gd name="T36" fmla="*/ 31 w 171"/>
                  <a:gd name="T37" fmla="*/ 263 h 461"/>
                  <a:gd name="T38" fmla="*/ 31 w 171"/>
                  <a:gd name="T39" fmla="*/ 263 h 4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71" h="461">
                    <a:moveTo>
                      <a:pt x="31" y="263"/>
                    </a:moveTo>
                    <a:lnTo>
                      <a:pt x="43" y="191"/>
                    </a:lnTo>
                    <a:lnTo>
                      <a:pt x="67" y="131"/>
                    </a:lnTo>
                    <a:lnTo>
                      <a:pt x="116" y="72"/>
                    </a:lnTo>
                    <a:lnTo>
                      <a:pt x="171" y="18"/>
                    </a:lnTo>
                    <a:lnTo>
                      <a:pt x="153" y="0"/>
                    </a:lnTo>
                    <a:lnTo>
                      <a:pt x="86" y="60"/>
                    </a:lnTo>
                    <a:lnTo>
                      <a:pt x="43" y="120"/>
                    </a:lnTo>
                    <a:lnTo>
                      <a:pt x="13" y="191"/>
                    </a:lnTo>
                    <a:lnTo>
                      <a:pt x="0" y="263"/>
                    </a:lnTo>
                    <a:lnTo>
                      <a:pt x="6" y="317"/>
                    </a:lnTo>
                    <a:lnTo>
                      <a:pt x="25" y="365"/>
                    </a:lnTo>
                    <a:lnTo>
                      <a:pt x="49" y="413"/>
                    </a:lnTo>
                    <a:lnTo>
                      <a:pt x="86" y="461"/>
                    </a:lnTo>
                    <a:lnTo>
                      <a:pt x="122" y="461"/>
                    </a:lnTo>
                    <a:lnTo>
                      <a:pt x="86" y="413"/>
                    </a:lnTo>
                    <a:lnTo>
                      <a:pt x="55" y="365"/>
                    </a:lnTo>
                    <a:lnTo>
                      <a:pt x="37" y="317"/>
                    </a:lnTo>
                    <a:lnTo>
                      <a:pt x="31" y="263"/>
                    </a:lnTo>
                    <a:lnTo>
                      <a:pt x="31" y="263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1296" name="Freeform 32">
                <a:extLst>
                  <a:ext uri="{FF2B5EF4-FFF2-40B4-BE49-F238E27FC236}">
                    <a16:creationId xmlns:a16="http://schemas.microsoft.com/office/drawing/2014/main" id="{39D9D7ED-D768-6228-6AA4-1204A7796EE6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2951" y="3751"/>
                <a:ext cx="360" cy="563"/>
              </a:xfrm>
              <a:custGeom>
                <a:avLst/>
                <a:gdLst>
                  <a:gd name="T0" fmla="*/ 360 w 360"/>
                  <a:gd name="T1" fmla="*/ 365 h 563"/>
                  <a:gd name="T2" fmla="*/ 353 w 360"/>
                  <a:gd name="T3" fmla="*/ 305 h 563"/>
                  <a:gd name="T4" fmla="*/ 335 w 360"/>
                  <a:gd name="T5" fmla="*/ 251 h 563"/>
                  <a:gd name="T6" fmla="*/ 305 w 360"/>
                  <a:gd name="T7" fmla="*/ 204 h 563"/>
                  <a:gd name="T8" fmla="*/ 262 w 360"/>
                  <a:gd name="T9" fmla="*/ 156 h 563"/>
                  <a:gd name="T10" fmla="*/ 213 w 360"/>
                  <a:gd name="T11" fmla="*/ 108 h 563"/>
                  <a:gd name="T12" fmla="*/ 159 w 360"/>
                  <a:gd name="T13" fmla="*/ 66 h 563"/>
                  <a:gd name="T14" fmla="*/ 92 w 360"/>
                  <a:gd name="T15" fmla="*/ 30 h 563"/>
                  <a:gd name="T16" fmla="*/ 19 w 360"/>
                  <a:gd name="T17" fmla="*/ 0 h 563"/>
                  <a:gd name="T18" fmla="*/ 0 w 360"/>
                  <a:gd name="T19" fmla="*/ 12 h 563"/>
                  <a:gd name="T20" fmla="*/ 67 w 360"/>
                  <a:gd name="T21" fmla="*/ 42 h 563"/>
                  <a:gd name="T22" fmla="*/ 134 w 360"/>
                  <a:gd name="T23" fmla="*/ 78 h 563"/>
                  <a:gd name="T24" fmla="*/ 189 w 360"/>
                  <a:gd name="T25" fmla="*/ 114 h 563"/>
                  <a:gd name="T26" fmla="*/ 238 w 360"/>
                  <a:gd name="T27" fmla="*/ 162 h 563"/>
                  <a:gd name="T28" fmla="*/ 274 w 360"/>
                  <a:gd name="T29" fmla="*/ 210 h 563"/>
                  <a:gd name="T30" fmla="*/ 299 w 360"/>
                  <a:gd name="T31" fmla="*/ 257 h 563"/>
                  <a:gd name="T32" fmla="*/ 317 w 360"/>
                  <a:gd name="T33" fmla="*/ 311 h 563"/>
                  <a:gd name="T34" fmla="*/ 323 w 360"/>
                  <a:gd name="T35" fmla="*/ 365 h 563"/>
                  <a:gd name="T36" fmla="*/ 317 w 360"/>
                  <a:gd name="T37" fmla="*/ 419 h 563"/>
                  <a:gd name="T38" fmla="*/ 299 w 360"/>
                  <a:gd name="T39" fmla="*/ 467 h 563"/>
                  <a:gd name="T40" fmla="*/ 274 w 360"/>
                  <a:gd name="T41" fmla="*/ 515 h 563"/>
                  <a:gd name="T42" fmla="*/ 238 w 360"/>
                  <a:gd name="T43" fmla="*/ 563 h 563"/>
                  <a:gd name="T44" fmla="*/ 268 w 360"/>
                  <a:gd name="T45" fmla="*/ 563 h 563"/>
                  <a:gd name="T46" fmla="*/ 311 w 360"/>
                  <a:gd name="T47" fmla="*/ 515 h 563"/>
                  <a:gd name="T48" fmla="*/ 335 w 360"/>
                  <a:gd name="T49" fmla="*/ 467 h 563"/>
                  <a:gd name="T50" fmla="*/ 353 w 360"/>
                  <a:gd name="T51" fmla="*/ 419 h 563"/>
                  <a:gd name="T52" fmla="*/ 360 w 360"/>
                  <a:gd name="T53" fmla="*/ 365 h 563"/>
                  <a:gd name="T54" fmla="*/ 360 w 360"/>
                  <a:gd name="T55" fmla="*/ 365 h 5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360" h="563">
                    <a:moveTo>
                      <a:pt x="360" y="365"/>
                    </a:moveTo>
                    <a:lnTo>
                      <a:pt x="353" y="305"/>
                    </a:lnTo>
                    <a:lnTo>
                      <a:pt x="335" y="251"/>
                    </a:lnTo>
                    <a:lnTo>
                      <a:pt x="305" y="204"/>
                    </a:lnTo>
                    <a:lnTo>
                      <a:pt x="262" y="156"/>
                    </a:lnTo>
                    <a:lnTo>
                      <a:pt x="213" y="108"/>
                    </a:lnTo>
                    <a:lnTo>
                      <a:pt x="159" y="66"/>
                    </a:lnTo>
                    <a:lnTo>
                      <a:pt x="92" y="30"/>
                    </a:lnTo>
                    <a:lnTo>
                      <a:pt x="19" y="0"/>
                    </a:lnTo>
                    <a:lnTo>
                      <a:pt x="0" y="12"/>
                    </a:lnTo>
                    <a:lnTo>
                      <a:pt x="67" y="42"/>
                    </a:lnTo>
                    <a:lnTo>
                      <a:pt x="134" y="78"/>
                    </a:lnTo>
                    <a:lnTo>
                      <a:pt x="189" y="114"/>
                    </a:lnTo>
                    <a:lnTo>
                      <a:pt x="238" y="162"/>
                    </a:lnTo>
                    <a:lnTo>
                      <a:pt x="274" y="210"/>
                    </a:lnTo>
                    <a:lnTo>
                      <a:pt x="299" y="257"/>
                    </a:lnTo>
                    <a:lnTo>
                      <a:pt x="317" y="311"/>
                    </a:lnTo>
                    <a:lnTo>
                      <a:pt x="323" y="365"/>
                    </a:lnTo>
                    <a:lnTo>
                      <a:pt x="317" y="419"/>
                    </a:lnTo>
                    <a:lnTo>
                      <a:pt x="299" y="467"/>
                    </a:lnTo>
                    <a:lnTo>
                      <a:pt x="274" y="515"/>
                    </a:lnTo>
                    <a:lnTo>
                      <a:pt x="238" y="563"/>
                    </a:lnTo>
                    <a:lnTo>
                      <a:pt x="268" y="563"/>
                    </a:lnTo>
                    <a:lnTo>
                      <a:pt x="311" y="515"/>
                    </a:lnTo>
                    <a:lnTo>
                      <a:pt x="335" y="467"/>
                    </a:lnTo>
                    <a:lnTo>
                      <a:pt x="353" y="419"/>
                    </a:lnTo>
                    <a:lnTo>
                      <a:pt x="360" y="365"/>
                    </a:lnTo>
                    <a:lnTo>
                      <a:pt x="360" y="36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87843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1297" name="Freeform 33">
                <a:extLst>
                  <a:ext uri="{FF2B5EF4-FFF2-40B4-BE49-F238E27FC236}">
                    <a16:creationId xmlns:a16="http://schemas.microsoft.com/office/drawing/2014/main" id="{365FA23E-072C-AD84-FD2A-B31A80BE04C4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2318" y="3631"/>
                <a:ext cx="1078" cy="425"/>
              </a:xfrm>
              <a:custGeom>
                <a:avLst/>
                <a:gdLst>
                  <a:gd name="T0" fmla="*/ 1053 w 1078"/>
                  <a:gd name="T1" fmla="*/ 425 h 425"/>
                  <a:gd name="T2" fmla="*/ 1078 w 1078"/>
                  <a:gd name="T3" fmla="*/ 419 h 425"/>
                  <a:gd name="T4" fmla="*/ 1066 w 1078"/>
                  <a:gd name="T5" fmla="*/ 377 h 425"/>
                  <a:gd name="T6" fmla="*/ 1047 w 1078"/>
                  <a:gd name="T7" fmla="*/ 336 h 425"/>
                  <a:gd name="T8" fmla="*/ 986 w 1078"/>
                  <a:gd name="T9" fmla="*/ 252 h 425"/>
                  <a:gd name="T10" fmla="*/ 907 w 1078"/>
                  <a:gd name="T11" fmla="*/ 180 h 425"/>
                  <a:gd name="T12" fmla="*/ 810 w 1078"/>
                  <a:gd name="T13" fmla="*/ 120 h 425"/>
                  <a:gd name="T14" fmla="*/ 694 w 1078"/>
                  <a:gd name="T15" fmla="*/ 72 h 425"/>
                  <a:gd name="T16" fmla="*/ 560 w 1078"/>
                  <a:gd name="T17" fmla="*/ 30 h 425"/>
                  <a:gd name="T18" fmla="*/ 420 w 1078"/>
                  <a:gd name="T19" fmla="*/ 6 h 425"/>
                  <a:gd name="T20" fmla="*/ 268 w 1078"/>
                  <a:gd name="T21" fmla="*/ 0 h 425"/>
                  <a:gd name="T22" fmla="*/ 134 w 1078"/>
                  <a:gd name="T23" fmla="*/ 6 h 425"/>
                  <a:gd name="T24" fmla="*/ 0 w 1078"/>
                  <a:gd name="T25" fmla="*/ 24 h 425"/>
                  <a:gd name="T26" fmla="*/ 12 w 1078"/>
                  <a:gd name="T27" fmla="*/ 36 h 425"/>
                  <a:gd name="T28" fmla="*/ 134 w 1078"/>
                  <a:gd name="T29" fmla="*/ 18 h 425"/>
                  <a:gd name="T30" fmla="*/ 268 w 1078"/>
                  <a:gd name="T31" fmla="*/ 12 h 425"/>
                  <a:gd name="T32" fmla="*/ 420 w 1078"/>
                  <a:gd name="T33" fmla="*/ 18 h 425"/>
                  <a:gd name="T34" fmla="*/ 554 w 1078"/>
                  <a:gd name="T35" fmla="*/ 42 h 425"/>
                  <a:gd name="T36" fmla="*/ 682 w 1078"/>
                  <a:gd name="T37" fmla="*/ 84 h 425"/>
                  <a:gd name="T38" fmla="*/ 798 w 1078"/>
                  <a:gd name="T39" fmla="*/ 132 h 425"/>
                  <a:gd name="T40" fmla="*/ 895 w 1078"/>
                  <a:gd name="T41" fmla="*/ 192 h 425"/>
                  <a:gd name="T42" fmla="*/ 968 w 1078"/>
                  <a:gd name="T43" fmla="*/ 264 h 425"/>
                  <a:gd name="T44" fmla="*/ 999 w 1078"/>
                  <a:gd name="T45" fmla="*/ 300 h 425"/>
                  <a:gd name="T46" fmla="*/ 1023 w 1078"/>
                  <a:gd name="T47" fmla="*/ 342 h 425"/>
                  <a:gd name="T48" fmla="*/ 1041 w 1078"/>
                  <a:gd name="T49" fmla="*/ 383 h 425"/>
                  <a:gd name="T50" fmla="*/ 1053 w 1078"/>
                  <a:gd name="T51" fmla="*/ 425 h 425"/>
                  <a:gd name="T52" fmla="*/ 1053 w 1078"/>
                  <a:gd name="T53" fmla="*/ 425 h 4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078" h="425">
                    <a:moveTo>
                      <a:pt x="1053" y="425"/>
                    </a:moveTo>
                    <a:lnTo>
                      <a:pt x="1078" y="419"/>
                    </a:lnTo>
                    <a:lnTo>
                      <a:pt x="1066" y="377"/>
                    </a:lnTo>
                    <a:lnTo>
                      <a:pt x="1047" y="336"/>
                    </a:lnTo>
                    <a:lnTo>
                      <a:pt x="986" y="252"/>
                    </a:lnTo>
                    <a:lnTo>
                      <a:pt x="907" y="180"/>
                    </a:lnTo>
                    <a:lnTo>
                      <a:pt x="810" y="120"/>
                    </a:lnTo>
                    <a:lnTo>
                      <a:pt x="694" y="72"/>
                    </a:lnTo>
                    <a:lnTo>
                      <a:pt x="560" y="30"/>
                    </a:lnTo>
                    <a:lnTo>
                      <a:pt x="420" y="6"/>
                    </a:lnTo>
                    <a:lnTo>
                      <a:pt x="268" y="0"/>
                    </a:lnTo>
                    <a:lnTo>
                      <a:pt x="134" y="6"/>
                    </a:lnTo>
                    <a:lnTo>
                      <a:pt x="0" y="24"/>
                    </a:lnTo>
                    <a:lnTo>
                      <a:pt x="12" y="36"/>
                    </a:lnTo>
                    <a:lnTo>
                      <a:pt x="134" y="18"/>
                    </a:lnTo>
                    <a:lnTo>
                      <a:pt x="268" y="12"/>
                    </a:lnTo>
                    <a:lnTo>
                      <a:pt x="420" y="18"/>
                    </a:lnTo>
                    <a:lnTo>
                      <a:pt x="554" y="42"/>
                    </a:lnTo>
                    <a:lnTo>
                      <a:pt x="682" y="84"/>
                    </a:lnTo>
                    <a:lnTo>
                      <a:pt x="798" y="132"/>
                    </a:lnTo>
                    <a:lnTo>
                      <a:pt x="895" y="192"/>
                    </a:lnTo>
                    <a:lnTo>
                      <a:pt x="968" y="264"/>
                    </a:lnTo>
                    <a:lnTo>
                      <a:pt x="999" y="300"/>
                    </a:lnTo>
                    <a:lnTo>
                      <a:pt x="1023" y="342"/>
                    </a:lnTo>
                    <a:lnTo>
                      <a:pt x="1041" y="383"/>
                    </a:lnTo>
                    <a:lnTo>
                      <a:pt x="1053" y="425"/>
                    </a:lnTo>
                    <a:lnTo>
                      <a:pt x="1053" y="42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87843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1298" name="Freeform 34">
                <a:extLst>
                  <a:ext uri="{FF2B5EF4-FFF2-40B4-BE49-F238E27FC236}">
                    <a16:creationId xmlns:a16="http://schemas.microsoft.com/office/drawing/2014/main" id="{6AB736E8-3896-F8F8-B1F8-758D773F0449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3304" y="4080"/>
                <a:ext cx="98" cy="234"/>
              </a:xfrm>
              <a:custGeom>
                <a:avLst/>
                <a:gdLst>
                  <a:gd name="T0" fmla="*/ 0 w 98"/>
                  <a:gd name="T1" fmla="*/ 234 h 234"/>
                  <a:gd name="T2" fmla="*/ 25 w 98"/>
                  <a:gd name="T3" fmla="*/ 234 h 234"/>
                  <a:gd name="T4" fmla="*/ 55 w 98"/>
                  <a:gd name="T5" fmla="*/ 186 h 234"/>
                  <a:gd name="T6" fmla="*/ 80 w 98"/>
                  <a:gd name="T7" fmla="*/ 138 h 234"/>
                  <a:gd name="T8" fmla="*/ 92 w 98"/>
                  <a:gd name="T9" fmla="*/ 90 h 234"/>
                  <a:gd name="T10" fmla="*/ 98 w 98"/>
                  <a:gd name="T11" fmla="*/ 36 h 234"/>
                  <a:gd name="T12" fmla="*/ 98 w 98"/>
                  <a:gd name="T13" fmla="*/ 0 h 234"/>
                  <a:gd name="T14" fmla="*/ 74 w 98"/>
                  <a:gd name="T15" fmla="*/ 0 h 234"/>
                  <a:gd name="T16" fmla="*/ 74 w 98"/>
                  <a:gd name="T17" fmla="*/ 36 h 234"/>
                  <a:gd name="T18" fmla="*/ 67 w 98"/>
                  <a:gd name="T19" fmla="*/ 90 h 234"/>
                  <a:gd name="T20" fmla="*/ 55 w 98"/>
                  <a:gd name="T21" fmla="*/ 138 h 234"/>
                  <a:gd name="T22" fmla="*/ 31 w 98"/>
                  <a:gd name="T23" fmla="*/ 186 h 234"/>
                  <a:gd name="T24" fmla="*/ 0 w 98"/>
                  <a:gd name="T25" fmla="*/ 234 h 234"/>
                  <a:gd name="T26" fmla="*/ 0 w 98"/>
                  <a:gd name="T27" fmla="*/ 234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98" h="234">
                    <a:moveTo>
                      <a:pt x="0" y="234"/>
                    </a:moveTo>
                    <a:lnTo>
                      <a:pt x="25" y="234"/>
                    </a:lnTo>
                    <a:lnTo>
                      <a:pt x="55" y="186"/>
                    </a:lnTo>
                    <a:lnTo>
                      <a:pt x="80" y="138"/>
                    </a:lnTo>
                    <a:lnTo>
                      <a:pt x="92" y="90"/>
                    </a:lnTo>
                    <a:lnTo>
                      <a:pt x="98" y="36"/>
                    </a:lnTo>
                    <a:lnTo>
                      <a:pt x="98" y="0"/>
                    </a:lnTo>
                    <a:lnTo>
                      <a:pt x="74" y="0"/>
                    </a:lnTo>
                    <a:lnTo>
                      <a:pt x="74" y="36"/>
                    </a:lnTo>
                    <a:lnTo>
                      <a:pt x="67" y="90"/>
                    </a:lnTo>
                    <a:lnTo>
                      <a:pt x="55" y="138"/>
                    </a:lnTo>
                    <a:lnTo>
                      <a:pt x="31" y="186"/>
                    </a:lnTo>
                    <a:lnTo>
                      <a:pt x="0" y="234"/>
                    </a:lnTo>
                    <a:lnTo>
                      <a:pt x="0" y="23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87843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1299" name="Freeform 35">
                <a:extLst>
                  <a:ext uri="{FF2B5EF4-FFF2-40B4-BE49-F238E27FC236}">
                    <a16:creationId xmlns:a16="http://schemas.microsoft.com/office/drawing/2014/main" id="{D3C4C341-67C6-05EB-9153-790526A440DF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1776" y="3673"/>
                <a:ext cx="481" cy="641"/>
              </a:xfrm>
              <a:custGeom>
                <a:avLst/>
                <a:gdLst>
                  <a:gd name="T0" fmla="*/ 18 w 481"/>
                  <a:gd name="T1" fmla="*/ 443 h 641"/>
                  <a:gd name="T2" fmla="*/ 24 w 481"/>
                  <a:gd name="T3" fmla="*/ 371 h 641"/>
                  <a:gd name="T4" fmla="*/ 55 w 481"/>
                  <a:gd name="T5" fmla="*/ 305 h 641"/>
                  <a:gd name="T6" fmla="*/ 91 w 481"/>
                  <a:gd name="T7" fmla="*/ 246 h 641"/>
                  <a:gd name="T8" fmla="*/ 146 w 481"/>
                  <a:gd name="T9" fmla="*/ 186 h 641"/>
                  <a:gd name="T10" fmla="*/ 213 w 481"/>
                  <a:gd name="T11" fmla="*/ 132 h 641"/>
                  <a:gd name="T12" fmla="*/ 292 w 481"/>
                  <a:gd name="T13" fmla="*/ 84 h 641"/>
                  <a:gd name="T14" fmla="*/ 384 w 481"/>
                  <a:gd name="T15" fmla="*/ 48 h 641"/>
                  <a:gd name="T16" fmla="*/ 481 w 481"/>
                  <a:gd name="T17" fmla="*/ 12 h 641"/>
                  <a:gd name="T18" fmla="*/ 457 w 481"/>
                  <a:gd name="T19" fmla="*/ 0 h 641"/>
                  <a:gd name="T20" fmla="*/ 359 w 481"/>
                  <a:gd name="T21" fmla="*/ 36 h 641"/>
                  <a:gd name="T22" fmla="*/ 274 w 481"/>
                  <a:gd name="T23" fmla="*/ 78 h 641"/>
                  <a:gd name="T24" fmla="*/ 195 w 481"/>
                  <a:gd name="T25" fmla="*/ 126 h 641"/>
                  <a:gd name="T26" fmla="*/ 128 w 481"/>
                  <a:gd name="T27" fmla="*/ 180 h 641"/>
                  <a:gd name="T28" fmla="*/ 73 w 481"/>
                  <a:gd name="T29" fmla="*/ 240 h 641"/>
                  <a:gd name="T30" fmla="*/ 37 w 481"/>
                  <a:gd name="T31" fmla="*/ 305 h 641"/>
                  <a:gd name="T32" fmla="*/ 6 w 481"/>
                  <a:gd name="T33" fmla="*/ 371 h 641"/>
                  <a:gd name="T34" fmla="*/ 0 w 481"/>
                  <a:gd name="T35" fmla="*/ 443 h 641"/>
                  <a:gd name="T36" fmla="*/ 6 w 481"/>
                  <a:gd name="T37" fmla="*/ 497 h 641"/>
                  <a:gd name="T38" fmla="*/ 18 w 481"/>
                  <a:gd name="T39" fmla="*/ 545 h 641"/>
                  <a:gd name="T40" fmla="*/ 43 w 481"/>
                  <a:gd name="T41" fmla="*/ 593 h 641"/>
                  <a:gd name="T42" fmla="*/ 73 w 481"/>
                  <a:gd name="T43" fmla="*/ 641 h 641"/>
                  <a:gd name="T44" fmla="*/ 97 w 481"/>
                  <a:gd name="T45" fmla="*/ 641 h 641"/>
                  <a:gd name="T46" fmla="*/ 67 w 481"/>
                  <a:gd name="T47" fmla="*/ 593 h 641"/>
                  <a:gd name="T48" fmla="*/ 43 w 481"/>
                  <a:gd name="T49" fmla="*/ 545 h 641"/>
                  <a:gd name="T50" fmla="*/ 24 w 481"/>
                  <a:gd name="T51" fmla="*/ 497 h 641"/>
                  <a:gd name="T52" fmla="*/ 18 w 481"/>
                  <a:gd name="T53" fmla="*/ 443 h 641"/>
                  <a:gd name="T54" fmla="*/ 18 w 481"/>
                  <a:gd name="T55" fmla="*/ 443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481" h="641">
                    <a:moveTo>
                      <a:pt x="18" y="443"/>
                    </a:moveTo>
                    <a:lnTo>
                      <a:pt x="24" y="371"/>
                    </a:lnTo>
                    <a:lnTo>
                      <a:pt x="55" y="305"/>
                    </a:lnTo>
                    <a:lnTo>
                      <a:pt x="91" y="246"/>
                    </a:lnTo>
                    <a:lnTo>
                      <a:pt x="146" y="186"/>
                    </a:lnTo>
                    <a:lnTo>
                      <a:pt x="213" y="132"/>
                    </a:lnTo>
                    <a:lnTo>
                      <a:pt x="292" y="84"/>
                    </a:lnTo>
                    <a:lnTo>
                      <a:pt x="384" y="48"/>
                    </a:lnTo>
                    <a:lnTo>
                      <a:pt x="481" y="12"/>
                    </a:lnTo>
                    <a:lnTo>
                      <a:pt x="457" y="0"/>
                    </a:lnTo>
                    <a:lnTo>
                      <a:pt x="359" y="36"/>
                    </a:lnTo>
                    <a:lnTo>
                      <a:pt x="274" y="78"/>
                    </a:lnTo>
                    <a:lnTo>
                      <a:pt x="195" y="126"/>
                    </a:lnTo>
                    <a:lnTo>
                      <a:pt x="128" y="180"/>
                    </a:lnTo>
                    <a:lnTo>
                      <a:pt x="73" y="240"/>
                    </a:lnTo>
                    <a:lnTo>
                      <a:pt x="37" y="305"/>
                    </a:lnTo>
                    <a:lnTo>
                      <a:pt x="6" y="371"/>
                    </a:lnTo>
                    <a:lnTo>
                      <a:pt x="0" y="443"/>
                    </a:lnTo>
                    <a:lnTo>
                      <a:pt x="6" y="497"/>
                    </a:lnTo>
                    <a:lnTo>
                      <a:pt x="18" y="545"/>
                    </a:lnTo>
                    <a:lnTo>
                      <a:pt x="43" y="593"/>
                    </a:lnTo>
                    <a:lnTo>
                      <a:pt x="73" y="641"/>
                    </a:lnTo>
                    <a:lnTo>
                      <a:pt x="97" y="641"/>
                    </a:lnTo>
                    <a:lnTo>
                      <a:pt x="67" y="593"/>
                    </a:lnTo>
                    <a:lnTo>
                      <a:pt x="43" y="545"/>
                    </a:lnTo>
                    <a:lnTo>
                      <a:pt x="24" y="497"/>
                    </a:lnTo>
                    <a:lnTo>
                      <a:pt x="18" y="443"/>
                    </a:lnTo>
                    <a:lnTo>
                      <a:pt x="18" y="443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grpSp>
          <p:nvGrpSpPr>
            <p:cNvPr id="11300" name="Group 36">
              <a:extLst>
                <a:ext uri="{FF2B5EF4-FFF2-40B4-BE49-F238E27FC236}">
                  <a16:creationId xmlns:a16="http://schemas.microsoft.com/office/drawing/2014/main" id="{BCEBB0FF-5F4F-613A-5D9B-FBE8DFEA7A38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4128" y="3360"/>
              <a:ext cx="1351" cy="821"/>
              <a:chOff x="4128" y="3360"/>
              <a:chExt cx="1351" cy="821"/>
            </a:xfrm>
          </p:grpSpPr>
          <p:sp>
            <p:nvSpPr>
              <p:cNvPr id="11301" name="Freeform 37">
                <a:extLst>
                  <a:ext uri="{FF2B5EF4-FFF2-40B4-BE49-F238E27FC236}">
                    <a16:creationId xmlns:a16="http://schemas.microsoft.com/office/drawing/2014/main" id="{3AE49098-E4ED-59DE-63A5-0E19055B43C0}"/>
                  </a:ext>
                </a:extLst>
              </p:cNvPr>
              <p:cNvSpPr>
                <a:spLocks noEditPoints="1"/>
              </p:cNvSpPr>
              <p:nvPr/>
            </p:nvSpPr>
            <p:spPr bwMode="hidden">
              <a:xfrm>
                <a:off x="4200" y="3402"/>
                <a:ext cx="1201" cy="731"/>
              </a:xfrm>
              <a:custGeom>
                <a:avLst/>
                <a:gdLst>
                  <a:gd name="T0" fmla="*/ 484 w 1201"/>
                  <a:gd name="T1" fmla="*/ 6 h 731"/>
                  <a:gd name="T2" fmla="*/ 263 w 1201"/>
                  <a:gd name="T3" fmla="*/ 60 h 731"/>
                  <a:gd name="T4" fmla="*/ 101 w 1201"/>
                  <a:gd name="T5" fmla="*/ 162 h 731"/>
                  <a:gd name="T6" fmla="*/ 12 w 1201"/>
                  <a:gd name="T7" fmla="*/ 294 h 731"/>
                  <a:gd name="T8" fmla="*/ 0 w 1201"/>
                  <a:gd name="T9" fmla="*/ 366 h 731"/>
                  <a:gd name="T10" fmla="*/ 12 w 1201"/>
                  <a:gd name="T11" fmla="*/ 437 h 731"/>
                  <a:gd name="T12" fmla="*/ 101 w 1201"/>
                  <a:gd name="T13" fmla="*/ 569 h 731"/>
                  <a:gd name="T14" fmla="*/ 263 w 1201"/>
                  <a:gd name="T15" fmla="*/ 671 h 731"/>
                  <a:gd name="T16" fmla="*/ 484 w 1201"/>
                  <a:gd name="T17" fmla="*/ 725 h 731"/>
                  <a:gd name="T18" fmla="*/ 723 w 1201"/>
                  <a:gd name="T19" fmla="*/ 725 h 731"/>
                  <a:gd name="T20" fmla="*/ 938 w 1201"/>
                  <a:gd name="T21" fmla="*/ 671 h 731"/>
                  <a:gd name="T22" fmla="*/ 1100 w 1201"/>
                  <a:gd name="T23" fmla="*/ 569 h 731"/>
                  <a:gd name="T24" fmla="*/ 1189 w 1201"/>
                  <a:gd name="T25" fmla="*/ 437 h 731"/>
                  <a:gd name="T26" fmla="*/ 1201 w 1201"/>
                  <a:gd name="T27" fmla="*/ 366 h 731"/>
                  <a:gd name="T28" fmla="*/ 1189 w 1201"/>
                  <a:gd name="T29" fmla="*/ 294 h 731"/>
                  <a:gd name="T30" fmla="*/ 1100 w 1201"/>
                  <a:gd name="T31" fmla="*/ 162 h 731"/>
                  <a:gd name="T32" fmla="*/ 938 w 1201"/>
                  <a:gd name="T33" fmla="*/ 60 h 731"/>
                  <a:gd name="T34" fmla="*/ 723 w 1201"/>
                  <a:gd name="T35" fmla="*/ 6 h 731"/>
                  <a:gd name="T36" fmla="*/ 604 w 1201"/>
                  <a:gd name="T37" fmla="*/ 0 h 731"/>
                  <a:gd name="T38" fmla="*/ 490 w 1201"/>
                  <a:gd name="T39" fmla="*/ 701 h 731"/>
                  <a:gd name="T40" fmla="*/ 287 w 1201"/>
                  <a:gd name="T41" fmla="*/ 647 h 731"/>
                  <a:gd name="T42" fmla="*/ 131 w 1201"/>
                  <a:gd name="T43" fmla="*/ 557 h 731"/>
                  <a:gd name="T44" fmla="*/ 48 w 1201"/>
                  <a:gd name="T45" fmla="*/ 437 h 731"/>
                  <a:gd name="T46" fmla="*/ 36 w 1201"/>
                  <a:gd name="T47" fmla="*/ 366 h 731"/>
                  <a:gd name="T48" fmla="*/ 48 w 1201"/>
                  <a:gd name="T49" fmla="*/ 300 h 731"/>
                  <a:gd name="T50" fmla="*/ 131 w 1201"/>
                  <a:gd name="T51" fmla="*/ 174 h 731"/>
                  <a:gd name="T52" fmla="*/ 287 w 1201"/>
                  <a:gd name="T53" fmla="*/ 84 h 731"/>
                  <a:gd name="T54" fmla="*/ 490 w 1201"/>
                  <a:gd name="T55" fmla="*/ 30 h 731"/>
                  <a:gd name="T56" fmla="*/ 717 w 1201"/>
                  <a:gd name="T57" fmla="*/ 30 h 731"/>
                  <a:gd name="T58" fmla="*/ 920 w 1201"/>
                  <a:gd name="T59" fmla="*/ 84 h 731"/>
                  <a:gd name="T60" fmla="*/ 1070 w 1201"/>
                  <a:gd name="T61" fmla="*/ 174 h 731"/>
                  <a:gd name="T62" fmla="*/ 1153 w 1201"/>
                  <a:gd name="T63" fmla="*/ 300 h 731"/>
                  <a:gd name="T64" fmla="*/ 1153 w 1201"/>
                  <a:gd name="T65" fmla="*/ 437 h 731"/>
                  <a:gd name="T66" fmla="*/ 1070 w 1201"/>
                  <a:gd name="T67" fmla="*/ 557 h 731"/>
                  <a:gd name="T68" fmla="*/ 920 w 1201"/>
                  <a:gd name="T69" fmla="*/ 647 h 731"/>
                  <a:gd name="T70" fmla="*/ 717 w 1201"/>
                  <a:gd name="T71" fmla="*/ 701 h 731"/>
                  <a:gd name="T72" fmla="*/ 604 w 1201"/>
                  <a:gd name="T73" fmla="*/ 707 h 7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1201" h="731">
                    <a:moveTo>
                      <a:pt x="604" y="0"/>
                    </a:moveTo>
                    <a:lnTo>
                      <a:pt x="484" y="6"/>
                    </a:lnTo>
                    <a:lnTo>
                      <a:pt x="370" y="30"/>
                    </a:lnTo>
                    <a:lnTo>
                      <a:pt x="263" y="60"/>
                    </a:lnTo>
                    <a:lnTo>
                      <a:pt x="179" y="108"/>
                    </a:lnTo>
                    <a:lnTo>
                      <a:pt x="101" y="162"/>
                    </a:lnTo>
                    <a:lnTo>
                      <a:pt x="48" y="222"/>
                    </a:lnTo>
                    <a:lnTo>
                      <a:pt x="12" y="294"/>
                    </a:lnTo>
                    <a:lnTo>
                      <a:pt x="6" y="330"/>
                    </a:lnTo>
                    <a:lnTo>
                      <a:pt x="0" y="366"/>
                    </a:lnTo>
                    <a:lnTo>
                      <a:pt x="6" y="401"/>
                    </a:lnTo>
                    <a:lnTo>
                      <a:pt x="12" y="437"/>
                    </a:lnTo>
                    <a:lnTo>
                      <a:pt x="48" y="509"/>
                    </a:lnTo>
                    <a:lnTo>
                      <a:pt x="101" y="569"/>
                    </a:lnTo>
                    <a:lnTo>
                      <a:pt x="179" y="623"/>
                    </a:lnTo>
                    <a:lnTo>
                      <a:pt x="263" y="671"/>
                    </a:lnTo>
                    <a:lnTo>
                      <a:pt x="370" y="701"/>
                    </a:lnTo>
                    <a:lnTo>
                      <a:pt x="484" y="725"/>
                    </a:lnTo>
                    <a:lnTo>
                      <a:pt x="604" y="731"/>
                    </a:lnTo>
                    <a:lnTo>
                      <a:pt x="723" y="725"/>
                    </a:lnTo>
                    <a:lnTo>
                      <a:pt x="837" y="701"/>
                    </a:lnTo>
                    <a:lnTo>
                      <a:pt x="938" y="671"/>
                    </a:lnTo>
                    <a:lnTo>
                      <a:pt x="1028" y="623"/>
                    </a:lnTo>
                    <a:lnTo>
                      <a:pt x="1100" y="569"/>
                    </a:lnTo>
                    <a:lnTo>
                      <a:pt x="1153" y="509"/>
                    </a:lnTo>
                    <a:lnTo>
                      <a:pt x="1189" y="437"/>
                    </a:lnTo>
                    <a:lnTo>
                      <a:pt x="1201" y="401"/>
                    </a:lnTo>
                    <a:lnTo>
                      <a:pt x="1201" y="366"/>
                    </a:lnTo>
                    <a:lnTo>
                      <a:pt x="1201" y="330"/>
                    </a:lnTo>
                    <a:lnTo>
                      <a:pt x="1189" y="294"/>
                    </a:lnTo>
                    <a:lnTo>
                      <a:pt x="1153" y="222"/>
                    </a:lnTo>
                    <a:lnTo>
                      <a:pt x="1100" y="162"/>
                    </a:lnTo>
                    <a:lnTo>
                      <a:pt x="1028" y="108"/>
                    </a:lnTo>
                    <a:lnTo>
                      <a:pt x="938" y="60"/>
                    </a:lnTo>
                    <a:lnTo>
                      <a:pt x="837" y="30"/>
                    </a:lnTo>
                    <a:lnTo>
                      <a:pt x="723" y="6"/>
                    </a:lnTo>
                    <a:lnTo>
                      <a:pt x="604" y="0"/>
                    </a:lnTo>
                    <a:lnTo>
                      <a:pt x="604" y="0"/>
                    </a:lnTo>
                    <a:close/>
                    <a:moveTo>
                      <a:pt x="604" y="707"/>
                    </a:moveTo>
                    <a:lnTo>
                      <a:pt x="490" y="701"/>
                    </a:lnTo>
                    <a:lnTo>
                      <a:pt x="382" y="683"/>
                    </a:lnTo>
                    <a:lnTo>
                      <a:pt x="287" y="647"/>
                    </a:lnTo>
                    <a:lnTo>
                      <a:pt x="203" y="611"/>
                    </a:lnTo>
                    <a:lnTo>
                      <a:pt x="131" y="557"/>
                    </a:lnTo>
                    <a:lnTo>
                      <a:pt x="83" y="497"/>
                    </a:lnTo>
                    <a:lnTo>
                      <a:pt x="48" y="437"/>
                    </a:lnTo>
                    <a:lnTo>
                      <a:pt x="42" y="401"/>
                    </a:lnTo>
                    <a:lnTo>
                      <a:pt x="36" y="366"/>
                    </a:lnTo>
                    <a:lnTo>
                      <a:pt x="42" y="330"/>
                    </a:lnTo>
                    <a:lnTo>
                      <a:pt x="48" y="300"/>
                    </a:lnTo>
                    <a:lnTo>
                      <a:pt x="83" y="234"/>
                    </a:lnTo>
                    <a:lnTo>
                      <a:pt x="131" y="174"/>
                    </a:lnTo>
                    <a:lnTo>
                      <a:pt x="203" y="126"/>
                    </a:lnTo>
                    <a:lnTo>
                      <a:pt x="287" y="84"/>
                    </a:lnTo>
                    <a:lnTo>
                      <a:pt x="382" y="54"/>
                    </a:lnTo>
                    <a:lnTo>
                      <a:pt x="490" y="30"/>
                    </a:lnTo>
                    <a:lnTo>
                      <a:pt x="604" y="24"/>
                    </a:lnTo>
                    <a:lnTo>
                      <a:pt x="717" y="30"/>
                    </a:lnTo>
                    <a:lnTo>
                      <a:pt x="825" y="54"/>
                    </a:lnTo>
                    <a:lnTo>
                      <a:pt x="920" y="84"/>
                    </a:lnTo>
                    <a:lnTo>
                      <a:pt x="1004" y="126"/>
                    </a:lnTo>
                    <a:lnTo>
                      <a:pt x="1070" y="174"/>
                    </a:lnTo>
                    <a:lnTo>
                      <a:pt x="1124" y="234"/>
                    </a:lnTo>
                    <a:lnTo>
                      <a:pt x="1153" y="300"/>
                    </a:lnTo>
                    <a:lnTo>
                      <a:pt x="1165" y="366"/>
                    </a:lnTo>
                    <a:lnTo>
                      <a:pt x="1153" y="437"/>
                    </a:lnTo>
                    <a:lnTo>
                      <a:pt x="1124" y="497"/>
                    </a:lnTo>
                    <a:lnTo>
                      <a:pt x="1070" y="557"/>
                    </a:lnTo>
                    <a:lnTo>
                      <a:pt x="1004" y="611"/>
                    </a:lnTo>
                    <a:lnTo>
                      <a:pt x="920" y="647"/>
                    </a:lnTo>
                    <a:lnTo>
                      <a:pt x="825" y="683"/>
                    </a:lnTo>
                    <a:lnTo>
                      <a:pt x="717" y="701"/>
                    </a:lnTo>
                    <a:lnTo>
                      <a:pt x="604" y="707"/>
                    </a:lnTo>
                    <a:lnTo>
                      <a:pt x="604" y="707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>
                      <a:gamma/>
                      <a:tint val="96863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1302" name="Freeform 38">
                <a:extLst>
                  <a:ext uri="{FF2B5EF4-FFF2-40B4-BE49-F238E27FC236}">
                    <a16:creationId xmlns:a16="http://schemas.microsoft.com/office/drawing/2014/main" id="{F5398F07-02A4-56C4-3F00-A62AC6D39606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4128" y="3366"/>
                <a:ext cx="544" cy="737"/>
              </a:xfrm>
              <a:custGeom>
                <a:avLst/>
                <a:gdLst>
                  <a:gd name="T0" fmla="*/ 24 w 544"/>
                  <a:gd name="T1" fmla="*/ 402 h 737"/>
                  <a:gd name="T2" fmla="*/ 36 w 544"/>
                  <a:gd name="T3" fmla="*/ 330 h 737"/>
                  <a:gd name="T4" fmla="*/ 66 w 544"/>
                  <a:gd name="T5" fmla="*/ 264 h 737"/>
                  <a:gd name="T6" fmla="*/ 108 w 544"/>
                  <a:gd name="T7" fmla="*/ 204 h 737"/>
                  <a:gd name="T8" fmla="*/ 173 w 544"/>
                  <a:gd name="T9" fmla="*/ 150 h 737"/>
                  <a:gd name="T10" fmla="*/ 251 w 544"/>
                  <a:gd name="T11" fmla="*/ 102 h 737"/>
                  <a:gd name="T12" fmla="*/ 335 w 544"/>
                  <a:gd name="T13" fmla="*/ 60 h 737"/>
                  <a:gd name="T14" fmla="*/ 436 w 544"/>
                  <a:gd name="T15" fmla="*/ 30 h 737"/>
                  <a:gd name="T16" fmla="*/ 544 w 544"/>
                  <a:gd name="T17" fmla="*/ 12 h 737"/>
                  <a:gd name="T18" fmla="*/ 544 w 544"/>
                  <a:gd name="T19" fmla="*/ 0 h 737"/>
                  <a:gd name="T20" fmla="*/ 430 w 544"/>
                  <a:gd name="T21" fmla="*/ 18 h 737"/>
                  <a:gd name="T22" fmla="*/ 329 w 544"/>
                  <a:gd name="T23" fmla="*/ 48 h 737"/>
                  <a:gd name="T24" fmla="*/ 233 w 544"/>
                  <a:gd name="T25" fmla="*/ 90 h 737"/>
                  <a:gd name="T26" fmla="*/ 155 w 544"/>
                  <a:gd name="T27" fmla="*/ 138 h 737"/>
                  <a:gd name="T28" fmla="*/ 90 w 544"/>
                  <a:gd name="T29" fmla="*/ 198 h 737"/>
                  <a:gd name="T30" fmla="*/ 42 w 544"/>
                  <a:gd name="T31" fmla="*/ 258 h 737"/>
                  <a:gd name="T32" fmla="*/ 12 w 544"/>
                  <a:gd name="T33" fmla="*/ 330 h 737"/>
                  <a:gd name="T34" fmla="*/ 0 w 544"/>
                  <a:gd name="T35" fmla="*/ 402 h 737"/>
                  <a:gd name="T36" fmla="*/ 6 w 544"/>
                  <a:gd name="T37" fmla="*/ 455 h 737"/>
                  <a:gd name="T38" fmla="*/ 18 w 544"/>
                  <a:gd name="T39" fmla="*/ 503 h 737"/>
                  <a:gd name="T40" fmla="*/ 42 w 544"/>
                  <a:gd name="T41" fmla="*/ 545 h 737"/>
                  <a:gd name="T42" fmla="*/ 78 w 544"/>
                  <a:gd name="T43" fmla="*/ 593 h 737"/>
                  <a:gd name="T44" fmla="*/ 114 w 544"/>
                  <a:gd name="T45" fmla="*/ 635 h 737"/>
                  <a:gd name="T46" fmla="*/ 161 w 544"/>
                  <a:gd name="T47" fmla="*/ 671 h 737"/>
                  <a:gd name="T48" fmla="*/ 221 w 544"/>
                  <a:gd name="T49" fmla="*/ 707 h 737"/>
                  <a:gd name="T50" fmla="*/ 281 w 544"/>
                  <a:gd name="T51" fmla="*/ 737 h 737"/>
                  <a:gd name="T52" fmla="*/ 323 w 544"/>
                  <a:gd name="T53" fmla="*/ 737 h 737"/>
                  <a:gd name="T54" fmla="*/ 257 w 544"/>
                  <a:gd name="T55" fmla="*/ 707 h 737"/>
                  <a:gd name="T56" fmla="*/ 203 w 544"/>
                  <a:gd name="T57" fmla="*/ 671 h 737"/>
                  <a:gd name="T58" fmla="*/ 149 w 544"/>
                  <a:gd name="T59" fmla="*/ 635 h 737"/>
                  <a:gd name="T60" fmla="*/ 108 w 544"/>
                  <a:gd name="T61" fmla="*/ 593 h 737"/>
                  <a:gd name="T62" fmla="*/ 72 w 544"/>
                  <a:gd name="T63" fmla="*/ 551 h 737"/>
                  <a:gd name="T64" fmla="*/ 48 w 544"/>
                  <a:gd name="T65" fmla="*/ 503 h 737"/>
                  <a:gd name="T66" fmla="*/ 30 w 544"/>
                  <a:gd name="T67" fmla="*/ 455 h 737"/>
                  <a:gd name="T68" fmla="*/ 24 w 544"/>
                  <a:gd name="T69" fmla="*/ 402 h 737"/>
                  <a:gd name="T70" fmla="*/ 24 w 544"/>
                  <a:gd name="T71" fmla="*/ 402 h 7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544" h="737">
                    <a:moveTo>
                      <a:pt x="24" y="402"/>
                    </a:moveTo>
                    <a:lnTo>
                      <a:pt x="36" y="330"/>
                    </a:lnTo>
                    <a:lnTo>
                      <a:pt x="66" y="264"/>
                    </a:lnTo>
                    <a:lnTo>
                      <a:pt x="108" y="204"/>
                    </a:lnTo>
                    <a:lnTo>
                      <a:pt x="173" y="150"/>
                    </a:lnTo>
                    <a:lnTo>
                      <a:pt x="251" y="102"/>
                    </a:lnTo>
                    <a:lnTo>
                      <a:pt x="335" y="60"/>
                    </a:lnTo>
                    <a:lnTo>
                      <a:pt x="436" y="30"/>
                    </a:lnTo>
                    <a:lnTo>
                      <a:pt x="544" y="12"/>
                    </a:lnTo>
                    <a:lnTo>
                      <a:pt x="544" y="0"/>
                    </a:lnTo>
                    <a:lnTo>
                      <a:pt x="430" y="18"/>
                    </a:lnTo>
                    <a:lnTo>
                      <a:pt x="329" y="48"/>
                    </a:lnTo>
                    <a:lnTo>
                      <a:pt x="233" y="90"/>
                    </a:lnTo>
                    <a:lnTo>
                      <a:pt x="155" y="138"/>
                    </a:lnTo>
                    <a:lnTo>
                      <a:pt x="90" y="198"/>
                    </a:lnTo>
                    <a:lnTo>
                      <a:pt x="42" y="258"/>
                    </a:lnTo>
                    <a:lnTo>
                      <a:pt x="12" y="330"/>
                    </a:lnTo>
                    <a:lnTo>
                      <a:pt x="0" y="402"/>
                    </a:lnTo>
                    <a:lnTo>
                      <a:pt x="6" y="455"/>
                    </a:lnTo>
                    <a:lnTo>
                      <a:pt x="18" y="503"/>
                    </a:lnTo>
                    <a:lnTo>
                      <a:pt x="42" y="545"/>
                    </a:lnTo>
                    <a:lnTo>
                      <a:pt x="78" y="593"/>
                    </a:lnTo>
                    <a:lnTo>
                      <a:pt x="114" y="635"/>
                    </a:lnTo>
                    <a:lnTo>
                      <a:pt x="161" y="671"/>
                    </a:lnTo>
                    <a:lnTo>
                      <a:pt x="221" y="707"/>
                    </a:lnTo>
                    <a:lnTo>
                      <a:pt x="281" y="737"/>
                    </a:lnTo>
                    <a:lnTo>
                      <a:pt x="323" y="737"/>
                    </a:lnTo>
                    <a:lnTo>
                      <a:pt x="257" y="707"/>
                    </a:lnTo>
                    <a:lnTo>
                      <a:pt x="203" y="671"/>
                    </a:lnTo>
                    <a:lnTo>
                      <a:pt x="149" y="635"/>
                    </a:lnTo>
                    <a:lnTo>
                      <a:pt x="108" y="593"/>
                    </a:lnTo>
                    <a:lnTo>
                      <a:pt x="72" y="551"/>
                    </a:lnTo>
                    <a:lnTo>
                      <a:pt x="48" y="503"/>
                    </a:lnTo>
                    <a:lnTo>
                      <a:pt x="30" y="455"/>
                    </a:lnTo>
                    <a:lnTo>
                      <a:pt x="24" y="402"/>
                    </a:lnTo>
                    <a:lnTo>
                      <a:pt x="24" y="40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>
                      <a:gamma/>
                      <a:tint val="96863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1303" name="Freeform 39">
                <a:extLst>
                  <a:ext uri="{FF2B5EF4-FFF2-40B4-BE49-F238E27FC236}">
                    <a16:creationId xmlns:a16="http://schemas.microsoft.com/office/drawing/2014/main" id="{9D1936C7-EEFC-70F6-7417-FA719B8FB0E8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4792" y="3360"/>
                <a:ext cx="609" cy="252"/>
              </a:xfrm>
              <a:custGeom>
                <a:avLst/>
                <a:gdLst>
                  <a:gd name="T0" fmla="*/ 12 w 609"/>
                  <a:gd name="T1" fmla="*/ 12 h 252"/>
                  <a:gd name="T2" fmla="*/ 113 w 609"/>
                  <a:gd name="T3" fmla="*/ 18 h 252"/>
                  <a:gd name="T4" fmla="*/ 203 w 609"/>
                  <a:gd name="T5" fmla="*/ 30 h 252"/>
                  <a:gd name="T6" fmla="*/ 292 w 609"/>
                  <a:gd name="T7" fmla="*/ 48 h 252"/>
                  <a:gd name="T8" fmla="*/ 376 w 609"/>
                  <a:gd name="T9" fmla="*/ 78 h 252"/>
                  <a:gd name="T10" fmla="*/ 448 w 609"/>
                  <a:gd name="T11" fmla="*/ 114 h 252"/>
                  <a:gd name="T12" fmla="*/ 514 w 609"/>
                  <a:gd name="T13" fmla="*/ 156 h 252"/>
                  <a:gd name="T14" fmla="*/ 567 w 609"/>
                  <a:gd name="T15" fmla="*/ 198 h 252"/>
                  <a:gd name="T16" fmla="*/ 609 w 609"/>
                  <a:gd name="T17" fmla="*/ 252 h 252"/>
                  <a:gd name="T18" fmla="*/ 609 w 609"/>
                  <a:gd name="T19" fmla="*/ 216 h 252"/>
                  <a:gd name="T20" fmla="*/ 561 w 609"/>
                  <a:gd name="T21" fmla="*/ 168 h 252"/>
                  <a:gd name="T22" fmla="*/ 502 w 609"/>
                  <a:gd name="T23" fmla="*/ 126 h 252"/>
                  <a:gd name="T24" fmla="*/ 436 w 609"/>
                  <a:gd name="T25" fmla="*/ 90 h 252"/>
                  <a:gd name="T26" fmla="*/ 364 w 609"/>
                  <a:gd name="T27" fmla="*/ 60 h 252"/>
                  <a:gd name="T28" fmla="*/ 286 w 609"/>
                  <a:gd name="T29" fmla="*/ 36 h 252"/>
                  <a:gd name="T30" fmla="*/ 197 w 609"/>
                  <a:gd name="T31" fmla="*/ 18 h 252"/>
                  <a:gd name="T32" fmla="*/ 107 w 609"/>
                  <a:gd name="T33" fmla="*/ 6 h 252"/>
                  <a:gd name="T34" fmla="*/ 12 w 609"/>
                  <a:gd name="T35" fmla="*/ 0 h 252"/>
                  <a:gd name="T36" fmla="*/ 6 w 609"/>
                  <a:gd name="T37" fmla="*/ 0 h 252"/>
                  <a:gd name="T38" fmla="*/ 0 w 609"/>
                  <a:gd name="T39" fmla="*/ 0 h 252"/>
                  <a:gd name="T40" fmla="*/ 0 w 609"/>
                  <a:gd name="T41" fmla="*/ 12 h 252"/>
                  <a:gd name="T42" fmla="*/ 6 w 609"/>
                  <a:gd name="T43" fmla="*/ 12 h 252"/>
                  <a:gd name="T44" fmla="*/ 12 w 609"/>
                  <a:gd name="T45" fmla="*/ 12 h 252"/>
                  <a:gd name="T46" fmla="*/ 12 w 609"/>
                  <a:gd name="T47" fmla="*/ 12 h 2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609" h="252">
                    <a:moveTo>
                      <a:pt x="12" y="12"/>
                    </a:moveTo>
                    <a:lnTo>
                      <a:pt x="113" y="18"/>
                    </a:lnTo>
                    <a:lnTo>
                      <a:pt x="203" y="30"/>
                    </a:lnTo>
                    <a:lnTo>
                      <a:pt x="292" y="48"/>
                    </a:lnTo>
                    <a:lnTo>
                      <a:pt x="376" y="78"/>
                    </a:lnTo>
                    <a:lnTo>
                      <a:pt x="448" y="114"/>
                    </a:lnTo>
                    <a:lnTo>
                      <a:pt x="514" y="156"/>
                    </a:lnTo>
                    <a:lnTo>
                      <a:pt x="567" y="198"/>
                    </a:lnTo>
                    <a:lnTo>
                      <a:pt x="609" y="252"/>
                    </a:lnTo>
                    <a:lnTo>
                      <a:pt x="609" y="216"/>
                    </a:lnTo>
                    <a:lnTo>
                      <a:pt x="561" y="168"/>
                    </a:lnTo>
                    <a:lnTo>
                      <a:pt x="502" y="126"/>
                    </a:lnTo>
                    <a:lnTo>
                      <a:pt x="436" y="90"/>
                    </a:lnTo>
                    <a:lnTo>
                      <a:pt x="364" y="60"/>
                    </a:lnTo>
                    <a:lnTo>
                      <a:pt x="286" y="36"/>
                    </a:lnTo>
                    <a:lnTo>
                      <a:pt x="197" y="18"/>
                    </a:lnTo>
                    <a:lnTo>
                      <a:pt x="107" y="6"/>
                    </a:lnTo>
                    <a:lnTo>
                      <a:pt x="12" y="0"/>
                    </a:lnTo>
                    <a:lnTo>
                      <a:pt x="6" y="0"/>
                    </a:lnTo>
                    <a:lnTo>
                      <a:pt x="0" y="0"/>
                    </a:lnTo>
                    <a:lnTo>
                      <a:pt x="0" y="12"/>
                    </a:lnTo>
                    <a:lnTo>
                      <a:pt x="6" y="12"/>
                    </a:lnTo>
                    <a:lnTo>
                      <a:pt x="12" y="12"/>
                    </a:lnTo>
                    <a:lnTo>
                      <a:pt x="12" y="1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>
                      <a:gamma/>
                      <a:tint val="94118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1304" name="Freeform 40">
                <a:extLst>
                  <a:ext uri="{FF2B5EF4-FFF2-40B4-BE49-F238E27FC236}">
                    <a16:creationId xmlns:a16="http://schemas.microsoft.com/office/drawing/2014/main" id="{5DF3F856-708B-A75B-C3AE-30D17DB07758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5246" y="4007"/>
                <a:ext cx="72" cy="54"/>
              </a:xfrm>
              <a:custGeom>
                <a:avLst/>
                <a:gdLst>
                  <a:gd name="T0" fmla="*/ 72 w 72"/>
                  <a:gd name="T1" fmla="*/ 0 h 54"/>
                  <a:gd name="T2" fmla="*/ 36 w 72"/>
                  <a:gd name="T3" fmla="*/ 30 h 54"/>
                  <a:gd name="T4" fmla="*/ 0 w 72"/>
                  <a:gd name="T5" fmla="*/ 54 h 54"/>
                  <a:gd name="T6" fmla="*/ 36 w 72"/>
                  <a:gd name="T7" fmla="*/ 54 h 54"/>
                  <a:gd name="T8" fmla="*/ 54 w 72"/>
                  <a:gd name="T9" fmla="*/ 42 h 54"/>
                  <a:gd name="T10" fmla="*/ 72 w 72"/>
                  <a:gd name="T11" fmla="*/ 24 h 54"/>
                  <a:gd name="T12" fmla="*/ 72 w 72"/>
                  <a:gd name="T13" fmla="*/ 24 h 54"/>
                  <a:gd name="T14" fmla="*/ 72 w 72"/>
                  <a:gd name="T15" fmla="*/ 0 h 54"/>
                  <a:gd name="T16" fmla="*/ 72 w 72"/>
                  <a:gd name="T17" fmla="*/ 0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2" h="54">
                    <a:moveTo>
                      <a:pt x="72" y="0"/>
                    </a:moveTo>
                    <a:lnTo>
                      <a:pt x="36" y="30"/>
                    </a:lnTo>
                    <a:lnTo>
                      <a:pt x="0" y="54"/>
                    </a:lnTo>
                    <a:lnTo>
                      <a:pt x="36" y="54"/>
                    </a:lnTo>
                    <a:lnTo>
                      <a:pt x="54" y="42"/>
                    </a:lnTo>
                    <a:lnTo>
                      <a:pt x="72" y="24"/>
                    </a:lnTo>
                    <a:lnTo>
                      <a:pt x="72" y="24"/>
                    </a:lnTo>
                    <a:lnTo>
                      <a:pt x="72" y="0"/>
                    </a:lnTo>
                    <a:lnTo>
                      <a:pt x="7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1305" name="Freeform 41">
                <a:extLst>
                  <a:ext uri="{FF2B5EF4-FFF2-40B4-BE49-F238E27FC236}">
                    <a16:creationId xmlns:a16="http://schemas.microsoft.com/office/drawing/2014/main" id="{3B7EDE8D-1545-3805-408F-E3F6B8F30653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4505" y="4073"/>
                <a:ext cx="705" cy="108"/>
              </a:xfrm>
              <a:custGeom>
                <a:avLst/>
                <a:gdLst>
                  <a:gd name="T0" fmla="*/ 299 w 705"/>
                  <a:gd name="T1" fmla="*/ 90 h 108"/>
                  <a:gd name="T2" fmla="*/ 221 w 705"/>
                  <a:gd name="T3" fmla="*/ 90 h 108"/>
                  <a:gd name="T4" fmla="*/ 143 w 705"/>
                  <a:gd name="T5" fmla="*/ 78 h 108"/>
                  <a:gd name="T6" fmla="*/ 0 w 705"/>
                  <a:gd name="T7" fmla="*/ 48 h 108"/>
                  <a:gd name="T8" fmla="*/ 0 w 705"/>
                  <a:gd name="T9" fmla="*/ 66 h 108"/>
                  <a:gd name="T10" fmla="*/ 143 w 705"/>
                  <a:gd name="T11" fmla="*/ 96 h 108"/>
                  <a:gd name="T12" fmla="*/ 221 w 705"/>
                  <a:gd name="T13" fmla="*/ 108 h 108"/>
                  <a:gd name="T14" fmla="*/ 299 w 705"/>
                  <a:gd name="T15" fmla="*/ 108 h 108"/>
                  <a:gd name="T16" fmla="*/ 412 w 705"/>
                  <a:gd name="T17" fmla="*/ 102 h 108"/>
                  <a:gd name="T18" fmla="*/ 520 w 705"/>
                  <a:gd name="T19" fmla="*/ 84 h 108"/>
                  <a:gd name="T20" fmla="*/ 615 w 705"/>
                  <a:gd name="T21" fmla="*/ 60 h 108"/>
                  <a:gd name="T22" fmla="*/ 705 w 705"/>
                  <a:gd name="T23" fmla="*/ 24 h 108"/>
                  <a:gd name="T24" fmla="*/ 705 w 705"/>
                  <a:gd name="T25" fmla="*/ 0 h 108"/>
                  <a:gd name="T26" fmla="*/ 615 w 705"/>
                  <a:gd name="T27" fmla="*/ 42 h 108"/>
                  <a:gd name="T28" fmla="*/ 520 w 705"/>
                  <a:gd name="T29" fmla="*/ 66 h 108"/>
                  <a:gd name="T30" fmla="*/ 412 w 705"/>
                  <a:gd name="T31" fmla="*/ 84 h 108"/>
                  <a:gd name="T32" fmla="*/ 299 w 705"/>
                  <a:gd name="T33" fmla="*/ 90 h 108"/>
                  <a:gd name="T34" fmla="*/ 299 w 705"/>
                  <a:gd name="T35" fmla="*/ 90 h 1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705" h="108">
                    <a:moveTo>
                      <a:pt x="299" y="90"/>
                    </a:moveTo>
                    <a:lnTo>
                      <a:pt x="221" y="90"/>
                    </a:lnTo>
                    <a:lnTo>
                      <a:pt x="143" y="78"/>
                    </a:lnTo>
                    <a:lnTo>
                      <a:pt x="0" y="48"/>
                    </a:lnTo>
                    <a:lnTo>
                      <a:pt x="0" y="66"/>
                    </a:lnTo>
                    <a:lnTo>
                      <a:pt x="143" y="96"/>
                    </a:lnTo>
                    <a:lnTo>
                      <a:pt x="221" y="108"/>
                    </a:lnTo>
                    <a:lnTo>
                      <a:pt x="299" y="108"/>
                    </a:lnTo>
                    <a:lnTo>
                      <a:pt x="412" y="102"/>
                    </a:lnTo>
                    <a:lnTo>
                      <a:pt x="520" y="84"/>
                    </a:lnTo>
                    <a:lnTo>
                      <a:pt x="615" y="60"/>
                    </a:lnTo>
                    <a:lnTo>
                      <a:pt x="705" y="24"/>
                    </a:lnTo>
                    <a:lnTo>
                      <a:pt x="705" y="0"/>
                    </a:lnTo>
                    <a:lnTo>
                      <a:pt x="615" y="42"/>
                    </a:lnTo>
                    <a:lnTo>
                      <a:pt x="520" y="66"/>
                    </a:lnTo>
                    <a:lnTo>
                      <a:pt x="412" y="84"/>
                    </a:lnTo>
                    <a:lnTo>
                      <a:pt x="299" y="90"/>
                    </a:lnTo>
                    <a:lnTo>
                      <a:pt x="299" y="9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1306" name="Freeform 42">
                <a:extLst>
                  <a:ext uri="{FF2B5EF4-FFF2-40B4-BE49-F238E27FC236}">
                    <a16:creationId xmlns:a16="http://schemas.microsoft.com/office/drawing/2014/main" id="{9E79FA58-897A-E63C-4736-EAD26AC7AB07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5336" y="3654"/>
                <a:ext cx="143" cy="341"/>
              </a:xfrm>
              <a:custGeom>
                <a:avLst/>
                <a:gdLst>
                  <a:gd name="T0" fmla="*/ 119 w 143"/>
                  <a:gd name="T1" fmla="*/ 114 h 341"/>
                  <a:gd name="T2" fmla="*/ 113 w 143"/>
                  <a:gd name="T3" fmla="*/ 173 h 341"/>
                  <a:gd name="T4" fmla="*/ 89 w 143"/>
                  <a:gd name="T5" fmla="*/ 239 h 341"/>
                  <a:gd name="T6" fmla="*/ 47 w 143"/>
                  <a:gd name="T7" fmla="*/ 293 h 341"/>
                  <a:gd name="T8" fmla="*/ 0 w 143"/>
                  <a:gd name="T9" fmla="*/ 341 h 341"/>
                  <a:gd name="T10" fmla="*/ 29 w 143"/>
                  <a:gd name="T11" fmla="*/ 341 h 341"/>
                  <a:gd name="T12" fmla="*/ 77 w 143"/>
                  <a:gd name="T13" fmla="*/ 287 h 341"/>
                  <a:gd name="T14" fmla="*/ 113 w 143"/>
                  <a:gd name="T15" fmla="*/ 233 h 341"/>
                  <a:gd name="T16" fmla="*/ 137 w 143"/>
                  <a:gd name="T17" fmla="*/ 173 h 341"/>
                  <a:gd name="T18" fmla="*/ 143 w 143"/>
                  <a:gd name="T19" fmla="*/ 114 h 341"/>
                  <a:gd name="T20" fmla="*/ 137 w 143"/>
                  <a:gd name="T21" fmla="*/ 60 h 341"/>
                  <a:gd name="T22" fmla="*/ 119 w 143"/>
                  <a:gd name="T23" fmla="*/ 0 h 341"/>
                  <a:gd name="T24" fmla="*/ 89 w 143"/>
                  <a:gd name="T25" fmla="*/ 0 h 341"/>
                  <a:gd name="T26" fmla="*/ 113 w 143"/>
                  <a:gd name="T27" fmla="*/ 60 h 341"/>
                  <a:gd name="T28" fmla="*/ 119 w 143"/>
                  <a:gd name="T29" fmla="*/ 114 h 341"/>
                  <a:gd name="T30" fmla="*/ 119 w 143"/>
                  <a:gd name="T31" fmla="*/ 114 h 3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43" h="341">
                    <a:moveTo>
                      <a:pt x="119" y="114"/>
                    </a:moveTo>
                    <a:lnTo>
                      <a:pt x="113" y="173"/>
                    </a:lnTo>
                    <a:lnTo>
                      <a:pt x="89" y="239"/>
                    </a:lnTo>
                    <a:lnTo>
                      <a:pt x="47" y="293"/>
                    </a:lnTo>
                    <a:lnTo>
                      <a:pt x="0" y="341"/>
                    </a:lnTo>
                    <a:lnTo>
                      <a:pt x="29" y="341"/>
                    </a:lnTo>
                    <a:lnTo>
                      <a:pt x="77" y="287"/>
                    </a:lnTo>
                    <a:lnTo>
                      <a:pt x="113" y="233"/>
                    </a:lnTo>
                    <a:lnTo>
                      <a:pt x="137" y="173"/>
                    </a:lnTo>
                    <a:lnTo>
                      <a:pt x="143" y="114"/>
                    </a:lnTo>
                    <a:lnTo>
                      <a:pt x="137" y="60"/>
                    </a:lnTo>
                    <a:lnTo>
                      <a:pt x="119" y="0"/>
                    </a:lnTo>
                    <a:lnTo>
                      <a:pt x="89" y="0"/>
                    </a:lnTo>
                    <a:lnTo>
                      <a:pt x="113" y="60"/>
                    </a:lnTo>
                    <a:lnTo>
                      <a:pt x="119" y="114"/>
                    </a:lnTo>
                    <a:lnTo>
                      <a:pt x="119" y="1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1307" name="Freeform 43">
                <a:extLst>
                  <a:ext uri="{FF2B5EF4-FFF2-40B4-BE49-F238E27FC236}">
                    <a16:creationId xmlns:a16="http://schemas.microsoft.com/office/drawing/2014/main" id="{5F3C5755-839E-6D21-18B3-1EC76C43E96C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5061" y="3624"/>
                <a:ext cx="83" cy="90"/>
              </a:xfrm>
              <a:custGeom>
                <a:avLst/>
                <a:gdLst>
                  <a:gd name="T0" fmla="*/ 59 w 83"/>
                  <a:gd name="T1" fmla="*/ 90 h 90"/>
                  <a:gd name="T2" fmla="*/ 83 w 83"/>
                  <a:gd name="T3" fmla="*/ 84 h 90"/>
                  <a:gd name="T4" fmla="*/ 71 w 83"/>
                  <a:gd name="T5" fmla="*/ 60 h 90"/>
                  <a:gd name="T6" fmla="*/ 53 w 83"/>
                  <a:gd name="T7" fmla="*/ 42 h 90"/>
                  <a:gd name="T8" fmla="*/ 6 w 83"/>
                  <a:gd name="T9" fmla="*/ 0 h 90"/>
                  <a:gd name="T10" fmla="*/ 0 w 83"/>
                  <a:gd name="T11" fmla="*/ 18 h 90"/>
                  <a:gd name="T12" fmla="*/ 35 w 83"/>
                  <a:gd name="T13" fmla="*/ 48 h 90"/>
                  <a:gd name="T14" fmla="*/ 59 w 83"/>
                  <a:gd name="T15" fmla="*/ 90 h 90"/>
                  <a:gd name="T16" fmla="*/ 59 w 83"/>
                  <a:gd name="T17" fmla="*/ 90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3" h="90">
                    <a:moveTo>
                      <a:pt x="59" y="90"/>
                    </a:moveTo>
                    <a:lnTo>
                      <a:pt x="83" y="84"/>
                    </a:lnTo>
                    <a:lnTo>
                      <a:pt x="71" y="60"/>
                    </a:lnTo>
                    <a:lnTo>
                      <a:pt x="53" y="42"/>
                    </a:lnTo>
                    <a:lnTo>
                      <a:pt x="6" y="0"/>
                    </a:lnTo>
                    <a:lnTo>
                      <a:pt x="0" y="18"/>
                    </a:lnTo>
                    <a:lnTo>
                      <a:pt x="35" y="48"/>
                    </a:lnTo>
                    <a:lnTo>
                      <a:pt x="59" y="90"/>
                    </a:lnTo>
                    <a:lnTo>
                      <a:pt x="59" y="9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1308" name="Freeform 44">
                <a:extLst>
                  <a:ext uri="{FF2B5EF4-FFF2-40B4-BE49-F238E27FC236}">
                    <a16:creationId xmlns:a16="http://schemas.microsoft.com/office/drawing/2014/main" id="{11EF363F-43F4-D1C5-CDC4-27F3B94F48B7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4445" y="3552"/>
                <a:ext cx="717" cy="431"/>
              </a:xfrm>
              <a:custGeom>
                <a:avLst/>
                <a:gdLst>
                  <a:gd name="T0" fmla="*/ 693 w 717"/>
                  <a:gd name="T1" fmla="*/ 216 h 431"/>
                  <a:gd name="T2" fmla="*/ 687 w 717"/>
                  <a:gd name="T3" fmla="*/ 257 h 431"/>
                  <a:gd name="T4" fmla="*/ 669 w 717"/>
                  <a:gd name="T5" fmla="*/ 293 h 431"/>
                  <a:gd name="T6" fmla="*/ 633 w 717"/>
                  <a:gd name="T7" fmla="*/ 329 h 431"/>
                  <a:gd name="T8" fmla="*/ 598 w 717"/>
                  <a:gd name="T9" fmla="*/ 359 h 431"/>
                  <a:gd name="T10" fmla="*/ 544 w 717"/>
                  <a:gd name="T11" fmla="*/ 383 h 431"/>
                  <a:gd name="T12" fmla="*/ 490 w 717"/>
                  <a:gd name="T13" fmla="*/ 401 h 431"/>
                  <a:gd name="T14" fmla="*/ 424 w 717"/>
                  <a:gd name="T15" fmla="*/ 413 h 431"/>
                  <a:gd name="T16" fmla="*/ 359 w 717"/>
                  <a:gd name="T17" fmla="*/ 419 h 431"/>
                  <a:gd name="T18" fmla="*/ 293 w 717"/>
                  <a:gd name="T19" fmla="*/ 413 h 431"/>
                  <a:gd name="T20" fmla="*/ 227 w 717"/>
                  <a:gd name="T21" fmla="*/ 401 h 431"/>
                  <a:gd name="T22" fmla="*/ 173 w 717"/>
                  <a:gd name="T23" fmla="*/ 383 h 431"/>
                  <a:gd name="T24" fmla="*/ 119 w 717"/>
                  <a:gd name="T25" fmla="*/ 359 h 431"/>
                  <a:gd name="T26" fmla="*/ 84 w 717"/>
                  <a:gd name="T27" fmla="*/ 329 h 431"/>
                  <a:gd name="T28" fmla="*/ 48 w 717"/>
                  <a:gd name="T29" fmla="*/ 293 h 431"/>
                  <a:gd name="T30" fmla="*/ 30 w 717"/>
                  <a:gd name="T31" fmla="*/ 257 h 431"/>
                  <a:gd name="T32" fmla="*/ 24 w 717"/>
                  <a:gd name="T33" fmla="*/ 216 h 431"/>
                  <a:gd name="T34" fmla="*/ 30 w 717"/>
                  <a:gd name="T35" fmla="*/ 174 h 431"/>
                  <a:gd name="T36" fmla="*/ 48 w 717"/>
                  <a:gd name="T37" fmla="*/ 138 h 431"/>
                  <a:gd name="T38" fmla="*/ 84 w 717"/>
                  <a:gd name="T39" fmla="*/ 102 h 431"/>
                  <a:gd name="T40" fmla="*/ 119 w 717"/>
                  <a:gd name="T41" fmla="*/ 72 h 431"/>
                  <a:gd name="T42" fmla="*/ 173 w 717"/>
                  <a:gd name="T43" fmla="*/ 48 h 431"/>
                  <a:gd name="T44" fmla="*/ 227 w 717"/>
                  <a:gd name="T45" fmla="*/ 30 h 431"/>
                  <a:gd name="T46" fmla="*/ 293 w 717"/>
                  <a:gd name="T47" fmla="*/ 18 h 431"/>
                  <a:gd name="T48" fmla="*/ 359 w 717"/>
                  <a:gd name="T49" fmla="*/ 12 h 431"/>
                  <a:gd name="T50" fmla="*/ 418 w 717"/>
                  <a:gd name="T51" fmla="*/ 18 h 431"/>
                  <a:gd name="T52" fmla="*/ 478 w 717"/>
                  <a:gd name="T53" fmla="*/ 30 h 431"/>
                  <a:gd name="T54" fmla="*/ 532 w 717"/>
                  <a:gd name="T55" fmla="*/ 48 h 431"/>
                  <a:gd name="T56" fmla="*/ 580 w 717"/>
                  <a:gd name="T57" fmla="*/ 66 h 431"/>
                  <a:gd name="T58" fmla="*/ 586 w 717"/>
                  <a:gd name="T59" fmla="*/ 48 h 431"/>
                  <a:gd name="T60" fmla="*/ 478 w 717"/>
                  <a:gd name="T61" fmla="*/ 12 h 431"/>
                  <a:gd name="T62" fmla="*/ 418 w 717"/>
                  <a:gd name="T63" fmla="*/ 6 h 431"/>
                  <a:gd name="T64" fmla="*/ 359 w 717"/>
                  <a:gd name="T65" fmla="*/ 0 h 431"/>
                  <a:gd name="T66" fmla="*/ 287 w 717"/>
                  <a:gd name="T67" fmla="*/ 6 h 431"/>
                  <a:gd name="T68" fmla="*/ 221 w 717"/>
                  <a:gd name="T69" fmla="*/ 18 h 431"/>
                  <a:gd name="T70" fmla="*/ 161 w 717"/>
                  <a:gd name="T71" fmla="*/ 36 h 431"/>
                  <a:gd name="T72" fmla="*/ 107 w 717"/>
                  <a:gd name="T73" fmla="*/ 66 h 431"/>
                  <a:gd name="T74" fmla="*/ 60 w 717"/>
                  <a:gd name="T75" fmla="*/ 96 h 431"/>
                  <a:gd name="T76" fmla="*/ 30 w 717"/>
                  <a:gd name="T77" fmla="*/ 132 h 431"/>
                  <a:gd name="T78" fmla="*/ 6 w 717"/>
                  <a:gd name="T79" fmla="*/ 174 h 431"/>
                  <a:gd name="T80" fmla="*/ 0 w 717"/>
                  <a:gd name="T81" fmla="*/ 216 h 431"/>
                  <a:gd name="T82" fmla="*/ 6 w 717"/>
                  <a:gd name="T83" fmla="*/ 257 h 431"/>
                  <a:gd name="T84" fmla="*/ 30 w 717"/>
                  <a:gd name="T85" fmla="*/ 299 h 431"/>
                  <a:gd name="T86" fmla="*/ 60 w 717"/>
                  <a:gd name="T87" fmla="*/ 335 h 431"/>
                  <a:gd name="T88" fmla="*/ 107 w 717"/>
                  <a:gd name="T89" fmla="*/ 371 h 431"/>
                  <a:gd name="T90" fmla="*/ 161 w 717"/>
                  <a:gd name="T91" fmla="*/ 395 h 431"/>
                  <a:gd name="T92" fmla="*/ 221 w 717"/>
                  <a:gd name="T93" fmla="*/ 413 h 431"/>
                  <a:gd name="T94" fmla="*/ 287 w 717"/>
                  <a:gd name="T95" fmla="*/ 425 h 431"/>
                  <a:gd name="T96" fmla="*/ 359 w 717"/>
                  <a:gd name="T97" fmla="*/ 431 h 431"/>
                  <a:gd name="T98" fmla="*/ 430 w 717"/>
                  <a:gd name="T99" fmla="*/ 425 h 431"/>
                  <a:gd name="T100" fmla="*/ 496 w 717"/>
                  <a:gd name="T101" fmla="*/ 413 h 431"/>
                  <a:gd name="T102" fmla="*/ 562 w 717"/>
                  <a:gd name="T103" fmla="*/ 395 h 431"/>
                  <a:gd name="T104" fmla="*/ 610 w 717"/>
                  <a:gd name="T105" fmla="*/ 371 h 431"/>
                  <a:gd name="T106" fmla="*/ 657 w 717"/>
                  <a:gd name="T107" fmla="*/ 335 h 431"/>
                  <a:gd name="T108" fmla="*/ 687 w 717"/>
                  <a:gd name="T109" fmla="*/ 299 h 431"/>
                  <a:gd name="T110" fmla="*/ 711 w 717"/>
                  <a:gd name="T111" fmla="*/ 257 h 431"/>
                  <a:gd name="T112" fmla="*/ 717 w 717"/>
                  <a:gd name="T113" fmla="*/ 216 h 431"/>
                  <a:gd name="T114" fmla="*/ 717 w 717"/>
                  <a:gd name="T115" fmla="*/ 204 h 431"/>
                  <a:gd name="T116" fmla="*/ 711 w 717"/>
                  <a:gd name="T117" fmla="*/ 192 h 431"/>
                  <a:gd name="T118" fmla="*/ 687 w 717"/>
                  <a:gd name="T119" fmla="*/ 198 h 431"/>
                  <a:gd name="T120" fmla="*/ 693 w 717"/>
                  <a:gd name="T121" fmla="*/ 210 h 431"/>
                  <a:gd name="T122" fmla="*/ 693 w 717"/>
                  <a:gd name="T123" fmla="*/ 216 h 431"/>
                  <a:gd name="T124" fmla="*/ 693 w 717"/>
                  <a:gd name="T125" fmla="*/ 216 h 4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717" h="431">
                    <a:moveTo>
                      <a:pt x="693" y="216"/>
                    </a:moveTo>
                    <a:lnTo>
                      <a:pt x="687" y="257"/>
                    </a:lnTo>
                    <a:lnTo>
                      <a:pt x="669" y="293"/>
                    </a:lnTo>
                    <a:lnTo>
                      <a:pt x="633" y="329"/>
                    </a:lnTo>
                    <a:lnTo>
                      <a:pt x="598" y="359"/>
                    </a:lnTo>
                    <a:lnTo>
                      <a:pt x="544" y="383"/>
                    </a:lnTo>
                    <a:lnTo>
                      <a:pt x="490" y="401"/>
                    </a:lnTo>
                    <a:lnTo>
                      <a:pt x="424" y="413"/>
                    </a:lnTo>
                    <a:lnTo>
                      <a:pt x="359" y="419"/>
                    </a:lnTo>
                    <a:lnTo>
                      <a:pt x="293" y="413"/>
                    </a:lnTo>
                    <a:lnTo>
                      <a:pt x="227" y="401"/>
                    </a:lnTo>
                    <a:lnTo>
                      <a:pt x="173" y="383"/>
                    </a:lnTo>
                    <a:lnTo>
                      <a:pt x="119" y="359"/>
                    </a:lnTo>
                    <a:lnTo>
                      <a:pt x="84" y="329"/>
                    </a:lnTo>
                    <a:lnTo>
                      <a:pt x="48" y="293"/>
                    </a:lnTo>
                    <a:lnTo>
                      <a:pt x="30" y="257"/>
                    </a:lnTo>
                    <a:lnTo>
                      <a:pt x="24" y="216"/>
                    </a:lnTo>
                    <a:lnTo>
                      <a:pt x="30" y="174"/>
                    </a:lnTo>
                    <a:lnTo>
                      <a:pt x="48" y="138"/>
                    </a:lnTo>
                    <a:lnTo>
                      <a:pt x="84" y="102"/>
                    </a:lnTo>
                    <a:lnTo>
                      <a:pt x="119" y="72"/>
                    </a:lnTo>
                    <a:lnTo>
                      <a:pt x="173" y="48"/>
                    </a:lnTo>
                    <a:lnTo>
                      <a:pt x="227" y="30"/>
                    </a:lnTo>
                    <a:lnTo>
                      <a:pt x="293" y="18"/>
                    </a:lnTo>
                    <a:lnTo>
                      <a:pt x="359" y="12"/>
                    </a:lnTo>
                    <a:lnTo>
                      <a:pt x="418" y="18"/>
                    </a:lnTo>
                    <a:lnTo>
                      <a:pt x="478" y="30"/>
                    </a:lnTo>
                    <a:lnTo>
                      <a:pt x="532" y="48"/>
                    </a:lnTo>
                    <a:lnTo>
                      <a:pt x="580" y="66"/>
                    </a:lnTo>
                    <a:lnTo>
                      <a:pt x="586" y="48"/>
                    </a:lnTo>
                    <a:lnTo>
                      <a:pt x="478" y="12"/>
                    </a:lnTo>
                    <a:lnTo>
                      <a:pt x="418" y="6"/>
                    </a:lnTo>
                    <a:lnTo>
                      <a:pt x="359" y="0"/>
                    </a:lnTo>
                    <a:lnTo>
                      <a:pt x="287" y="6"/>
                    </a:lnTo>
                    <a:lnTo>
                      <a:pt x="221" y="18"/>
                    </a:lnTo>
                    <a:lnTo>
                      <a:pt x="161" y="36"/>
                    </a:lnTo>
                    <a:lnTo>
                      <a:pt x="107" y="66"/>
                    </a:lnTo>
                    <a:lnTo>
                      <a:pt x="60" y="96"/>
                    </a:lnTo>
                    <a:lnTo>
                      <a:pt x="30" y="132"/>
                    </a:lnTo>
                    <a:lnTo>
                      <a:pt x="6" y="174"/>
                    </a:lnTo>
                    <a:lnTo>
                      <a:pt x="0" y="216"/>
                    </a:lnTo>
                    <a:lnTo>
                      <a:pt x="6" y="257"/>
                    </a:lnTo>
                    <a:lnTo>
                      <a:pt x="30" y="299"/>
                    </a:lnTo>
                    <a:lnTo>
                      <a:pt x="60" y="335"/>
                    </a:lnTo>
                    <a:lnTo>
                      <a:pt x="107" y="371"/>
                    </a:lnTo>
                    <a:lnTo>
                      <a:pt x="161" y="395"/>
                    </a:lnTo>
                    <a:lnTo>
                      <a:pt x="221" y="413"/>
                    </a:lnTo>
                    <a:lnTo>
                      <a:pt x="287" y="425"/>
                    </a:lnTo>
                    <a:lnTo>
                      <a:pt x="359" y="431"/>
                    </a:lnTo>
                    <a:lnTo>
                      <a:pt x="430" y="425"/>
                    </a:lnTo>
                    <a:lnTo>
                      <a:pt x="496" y="413"/>
                    </a:lnTo>
                    <a:lnTo>
                      <a:pt x="562" y="395"/>
                    </a:lnTo>
                    <a:lnTo>
                      <a:pt x="610" y="371"/>
                    </a:lnTo>
                    <a:lnTo>
                      <a:pt x="657" y="335"/>
                    </a:lnTo>
                    <a:lnTo>
                      <a:pt x="687" y="299"/>
                    </a:lnTo>
                    <a:lnTo>
                      <a:pt x="711" y="257"/>
                    </a:lnTo>
                    <a:lnTo>
                      <a:pt x="717" y="216"/>
                    </a:lnTo>
                    <a:lnTo>
                      <a:pt x="717" y="204"/>
                    </a:lnTo>
                    <a:lnTo>
                      <a:pt x="711" y="192"/>
                    </a:lnTo>
                    <a:lnTo>
                      <a:pt x="687" y="198"/>
                    </a:lnTo>
                    <a:lnTo>
                      <a:pt x="693" y="210"/>
                    </a:lnTo>
                    <a:lnTo>
                      <a:pt x="693" y="216"/>
                    </a:lnTo>
                    <a:lnTo>
                      <a:pt x="693" y="21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1309" name="Freeform 45">
                <a:extLst>
                  <a:ext uri="{FF2B5EF4-FFF2-40B4-BE49-F238E27FC236}">
                    <a16:creationId xmlns:a16="http://schemas.microsoft.com/office/drawing/2014/main" id="{A3249871-BFA9-6F7E-60BE-0DFE45723FED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4349" y="3510"/>
                <a:ext cx="909" cy="533"/>
              </a:xfrm>
              <a:custGeom>
                <a:avLst/>
                <a:gdLst>
                  <a:gd name="T0" fmla="*/ 616 w 909"/>
                  <a:gd name="T1" fmla="*/ 0 h 533"/>
                  <a:gd name="T2" fmla="*/ 616 w 909"/>
                  <a:gd name="T3" fmla="*/ 18 h 533"/>
                  <a:gd name="T4" fmla="*/ 724 w 909"/>
                  <a:gd name="T5" fmla="*/ 60 h 533"/>
                  <a:gd name="T6" fmla="*/ 765 w 909"/>
                  <a:gd name="T7" fmla="*/ 84 h 533"/>
                  <a:gd name="T8" fmla="*/ 807 w 909"/>
                  <a:gd name="T9" fmla="*/ 114 h 533"/>
                  <a:gd name="T10" fmla="*/ 837 w 909"/>
                  <a:gd name="T11" fmla="*/ 144 h 533"/>
                  <a:gd name="T12" fmla="*/ 861 w 909"/>
                  <a:gd name="T13" fmla="*/ 180 h 533"/>
                  <a:gd name="T14" fmla="*/ 873 w 909"/>
                  <a:gd name="T15" fmla="*/ 216 h 533"/>
                  <a:gd name="T16" fmla="*/ 879 w 909"/>
                  <a:gd name="T17" fmla="*/ 258 h 533"/>
                  <a:gd name="T18" fmla="*/ 873 w 909"/>
                  <a:gd name="T19" fmla="*/ 311 h 533"/>
                  <a:gd name="T20" fmla="*/ 843 w 909"/>
                  <a:gd name="T21" fmla="*/ 359 h 533"/>
                  <a:gd name="T22" fmla="*/ 807 w 909"/>
                  <a:gd name="T23" fmla="*/ 401 h 533"/>
                  <a:gd name="T24" fmla="*/ 753 w 909"/>
                  <a:gd name="T25" fmla="*/ 443 h 533"/>
                  <a:gd name="T26" fmla="*/ 694 w 909"/>
                  <a:gd name="T27" fmla="*/ 473 h 533"/>
                  <a:gd name="T28" fmla="*/ 622 w 909"/>
                  <a:gd name="T29" fmla="*/ 497 h 533"/>
                  <a:gd name="T30" fmla="*/ 538 w 909"/>
                  <a:gd name="T31" fmla="*/ 509 h 533"/>
                  <a:gd name="T32" fmla="*/ 455 w 909"/>
                  <a:gd name="T33" fmla="*/ 515 h 533"/>
                  <a:gd name="T34" fmla="*/ 371 w 909"/>
                  <a:gd name="T35" fmla="*/ 509 h 533"/>
                  <a:gd name="T36" fmla="*/ 287 w 909"/>
                  <a:gd name="T37" fmla="*/ 497 h 533"/>
                  <a:gd name="T38" fmla="*/ 215 w 909"/>
                  <a:gd name="T39" fmla="*/ 473 h 533"/>
                  <a:gd name="T40" fmla="*/ 156 w 909"/>
                  <a:gd name="T41" fmla="*/ 443 h 533"/>
                  <a:gd name="T42" fmla="*/ 102 w 909"/>
                  <a:gd name="T43" fmla="*/ 401 h 533"/>
                  <a:gd name="T44" fmla="*/ 66 w 909"/>
                  <a:gd name="T45" fmla="*/ 359 h 533"/>
                  <a:gd name="T46" fmla="*/ 36 w 909"/>
                  <a:gd name="T47" fmla="*/ 311 h 533"/>
                  <a:gd name="T48" fmla="*/ 30 w 909"/>
                  <a:gd name="T49" fmla="*/ 258 h 533"/>
                  <a:gd name="T50" fmla="*/ 36 w 909"/>
                  <a:gd name="T51" fmla="*/ 222 h 533"/>
                  <a:gd name="T52" fmla="*/ 48 w 909"/>
                  <a:gd name="T53" fmla="*/ 186 h 533"/>
                  <a:gd name="T54" fmla="*/ 66 w 909"/>
                  <a:gd name="T55" fmla="*/ 156 h 533"/>
                  <a:gd name="T56" fmla="*/ 90 w 909"/>
                  <a:gd name="T57" fmla="*/ 126 h 533"/>
                  <a:gd name="T58" fmla="*/ 66 w 909"/>
                  <a:gd name="T59" fmla="*/ 114 h 533"/>
                  <a:gd name="T60" fmla="*/ 36 w 909"/>
                  <a:gd name="T61" fmla="*/ 144 h 533"/>
                  <a:gd name="T62" fmla="*/ 18 w 909"/>
                  <a:gd name="T63" fmla="*/ 180 h 533"/>
                  <a:gd name="T64" fmla="*/ 6 w 909"/>
                  <a:gd name="T65" fmla="*/ 216 h 533"/>
                  <a:gd name="T66" fmla="*/ 0 w 909"/>
                  <a:gd name="T67" fmla="*/ 258 h 533"/>
                  <a:gd name="T68" fmla="*/ 12 w 909"/>
                  <a:gd name="T69" fmla="*/ 311 h 533"/>
                  <a:gd name="T70" fmla="*/ 36 w 909"/>
                  <a:gd name="T71" fmla="*/ 365 h 533"/>
                  <a:gd name="T72" fmla="*/ 78 w 909"/>
                  <a:gd name="T73" fmla="*/ 413 h 533"/>
                  <a:gd name="T74" fmla="*/ 132 w 909"/>
                  <a:gd name="T75" fmla="*/ 449 h 533"/>
                  <a:gd name="T76" fmla="*/ 203 w 909"/>
                  <a:gd name="T77" fmla="*/ 485 h 533"/>
                  <a:gd name="T78" fmla="*/ 275 w 909"/>
                  <a:gd name="T79" fmla="*/ 509 h 533"/>
                  <a:gd name="T80" fmla="*/ 365 w 909"/>
                  <a:gd name="T81" fmla="*/ 527 h 533"/>
                  <a:gd name="T82" fmla="*/ 455 w 909"/>
                  <a:gd name="T83" fmla="*/ 533 h 533"/>
                  <a:gd name="T84" fmla="*/ 544 w 909"/>
                  <a:gd name="T85" fmla="*/ 527 h 533"/>
                  <a:gd name="T86" fmla="*/ 634 w 909"/>
                  <a:gd name="T87" fmla="*/ 509 h 533"/>
                  <a:gd name="T88" fmla="*/ 712 w 909"/>
                  <a:gd name="T89" fmla="*/ 485 h 533"/>
                  <a:gd name="T90" fmla="*/ 777 w 909"/>
                  <a:gd name="T91" fmla="*/ 449 h 533"/>
                  <a:gd name="T92" fmla="*/ 831 w 909"/>
                  <a:gd name="T93" fmla="*/ 413 h 533"/>
                  <a:gd name="T94" fmla="*/ 873 w 909"/>
                  <a:gd name="T95" fmla="*/ 365 h 533"/>
                  <a:gd name="T96" fmla="*/ 897 w 909"/>
                  <a:gd name="T97" fmla="*/ 311 h 533"/>
                  <a:gd name="T98" fmla="*/ 909 w 909"/>
                  <a:gd name="T99" fmla="*/ 258 h 533"/>
                  <a:gd name="T100" fmla="*/ 903 w 909"/>
                  <a:gd name="T101" fmla="*/ 216 h 533"/>
                  <a:gd name="T102" fmla="*/ 885 w 909"/>
                  <a:gd name="T103" fmla="*/ 174 h 533"/>
                  <a:gd name="T104" fmla="*/ 861 w 909"/>
                  <a:gd name="T105" fmla="*/ 132 h 533"/>
                  <a:gd name="T106" fmla="*/ 825 w 909"/>
                  <a:gd name="T107" fmla="*/ 102 h 533"/>
                  <a:gd name="T108" fmla="*/ 783 w 909"/>
                  <a:gd name="T109" fmla="*/ 66 h 533"/>
                  <a:gd name="T110" fmla="*/ 735 w 909"/>
                  <a:gd name="T111" fmla="*/ 42 h 533"/>
                  <a:gd name="T112" fmla="*/ 616 w 909"/>
                  <a:gd name="T113" fmla="*/ 0 h 533"/>
                  <a:gd name="T114" fmla="*/ 616 w 909"/>
                  <a:gd name="T115" fmla="*/ 0 h 5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909" h="533">
                    <a:moveTo>
                      <a:pt x="616" y="0"/>
                    </a:moveTo>
                    <a:lnTo>
                      <a:pt x="616" y="18"/>
                    </a:lnTo>
                    <a:lnTo>
                      <a:pt x="724" y="60"/>
                    </a:lnTo>
                    <a:lnTo>
                      <a:pt x="765" y="84"/>
                    </a:lnTo>
                    <a:lnTo>
                      <a:pt x="807" y="114"/>
                    </a:lnTo>
                    <a:lnTo>
                      <a:pt x="837" y="144"/>
                    </a:lnTo>
                    <a:lnTo>
                      <a:pt x="861" y="180"/>
                    </a:lnTo>
                    <a:lnTo>
                      <a:pt x="873" y="216"/>
                    </a:lnTo>
                    <a:lnTo>
                      <a:pt x="879" y="258"/>
                    </a:lnTo>
                    <a:lnTo>
                      <a:pt x="873" y="311"/>
                    </a:lnTo>
                    <a:lnTo>
                      <a:pt x="843" y="359"/>
                    </a:lnTo>
                    <a:lnTo>
                      <a:pt x="807" y="401"/>
                    </a:lnTo>
                    <a:lnTo>
                      <a:pt x="753" y="443"/>
                    </a:lnTo>
                    <a:lnTo>
                      <a:pt x="694" y="473"/>
                    </a:lnTo>
                    <a:lnTo>
                      <a:pt x="622" y="497"/>
                    </a:lnTo>
                    <a:lnTo>
                      <a:pt x="538" y="509"/>
                    </a:lnTo>
                    <a:lnTo>
                      <a:pt x="455" y="515"/>
                    </a:lnTo>
                    <a:lnTo>
                      <a:pt x="371" y="509"/>
                    </a:lnTo>
                    <a:lnTo>
                      <a:pt x="287" y="497"/>
                    </a:lnTo>
                    <a:lnTo>
                      <a:pt x="215" y="473"/>
                    </a:lnTo>
                    <a:lnTo>
                      <a:pt x="156" y="443"/>
                    </a:lnTo>
                    <a:lnTo>
                      <a:pt x="102" y="401"/>
                    </a:lnTo>
                    <a:lnTo>
                      <a:pt x="66" y="359"/>
                    </a:lnTo>
                    <a:lnTo>
                      <a:pt x="36" y="311"/>
                    </a:lnTo>
                    <a:lnTo>
                      <a:pt x="30" y="258"/>
                    </a:lnTo>
                    <a:lnTo>
                      <a:pt x="36" y="222"/>
                    </a:lnTo>
                    <a:lnTo>
                      <a:pt x="48" y="186"/>
                    </a:lnTo>
                    <a:lnTo>
                      <a:pt x="66" y="156"/>
                    </a:lnTo>
                    <a:lnTo>
                      <a:pt x="90" y="126"/>
                    </a:lnTo>
                    <a:lnTo>
                      <a:pt x="66" y="114"/>
                    </a:lnTo>
                    <a:lnTo>
                      <a:pt x="36" y="144"/>
                    </a:lnTo>
                    <a:lnTo>
                      <a:pt x="18" y="180"/>
                    </a:lnTo>
                    <a:lnTo>
                      <a:pt x="6" y="216"/>
                    </a:lnTo>
                    <a:lnTo>
                      <a:pt x="0" y="258"/>
                    </a:lnTo>
                    <a:lnTo>
                      <a:pt x="12" y="311"/>
                    </a:lnTo>
                    <a:lnTo>
                      <a:pt x="36" y="365"/>
                    </a:lnTo>
                    <a:lnTo>
                      <a:pt x="78" y="413"/>
                    </a:lnTo>
                    <a:lnTo>
                      <a:pt x="132" y="449"/>
                    </a:lnTo>
                    <a:lnTo>
                      <a:pt x="203" y="485"/>
                    </a:lnTo>
                    <a:lnTo>
                      <a:pt x="275" y="509"/>
                    </a:lnTo>
                    <a:lnTo>
                      <a:pt x="365" y="527"/>
                    </a:lnTo>
                    <a:lnTo>
                      <a:pt x="455" y="533"/>
                    </a:lnTo>
                    <a:lnTo>
                      <a:pt x="544" y="527"/>
                    </a:lnTo>
                    <a:lnTo>
                      <a:pt x="634" y="509"/>
                    </a:lnTo>
                    <a:lnTo>
                      <a:pt x="712" y="485"/>
                    </a:lnTo>
                    <a:lnTo>
                      <a:pt x="777" y="449"/>
                    </a:lnTo>
                    <a:lnTo>
                      <a:pt x="831" y="413"/>
                    </a:lnTo>
                    <a:lnTo>
                      <a:pt x="873" y="365"/>
                    </a:lnTo>
                    <a:lnTo>
                      <a:pt x="897" y="311"/>
                    </a:lnTo>
                    <a:lnTo>
                      <a:pt x="909" y="258"/>
                    </a:lnTo>
                    <a:lnTo>
                      <a:pt x="903" y="216"/>
                    </a:lnTo>
                    <a:lnTo>
                      <a:pt x="885" y="174"/>
                    </a:lnTo>
                    <a:lnTo>
                      <a:pt x="861" y="132"/>
                    </a:lnTo>
                    <a:lnTo>
                      <a:pt x="825" y="102"/>
                    </a:lnTo>
                    <a:lnTo>
                      <a:pt x="783" y="66"/>
                    </a:lnTo>
                    <a:lnTo>
                      <a:pt x="735" y="42"/>
                    </a:lnTo>
                    <a:lnTo>
                      <a:pt x="616" y="0"/>
                    </a:lnTo>
                    <a:lnTo>
                      <a:pt x="616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>
                      <a:gamma/>
                      <a:tint val="96863"/>
                      <a:invGamma/>
                    </a:schemeClr>
                  </a:gs>
                  <a:gs pos="100000">
                    <a:schemeClr val="accent2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1310" name="Freeform 46">
                <a:extLst>
                  <a:ext uri="{FF2B5EF4-FFF2-40B4-BE49-F238E27FC236}">
                    <a16:creationId xmlns:a16="http://schemas.microsoft.com/office/drawing/2014/main" id="{0E286C96-51F4-8E3B-95A6-26B38977231D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4564" y="3492"/>
                <a:ext cx="365" cy="66"/>
              </a:xfrm>
              <a:custGeom>
                <a:avLst/>
                <a:gdLst>
                  <a:gd name="T0" fmla="*/ 240 w 365"/>
                  <a:gd name="T1" fmla="*/ 18 h 66"/>
                  <a:gd name="T2" fmla="*/ 299 w 365"/>
                  <a:gd name="T3" fmla="*/ 24 h 66"/>
                  <a:gd name="T4" fmla="*/ 359 w 365"/>
                  <a:gd name="T5" fmla="*/ 30 h 66"/>
                  <a:gd name="T6" fmla="*/ 365 w 365"/>
                  <a:gd name="T7" fmla="*/ 12 h 66"/>
                  <a:gd name="T8" fmla="*/ 305 w 365"/>
                  <a:gd name="T9" fmla="*/ 6 h 66"/>
                  <a:gd name="T10" fmla="*/ 240 w 365"/>
                  <a:gd name="T11" fmla="*/ 0 h 66"/>
                  <a:gd name="T12" fmla="*/ 174 w 365"/>
                  <a:gd name="T13" fmla="*/ 6 h 66"/>
                  <a:gd name="T14" fmla="*/ 114 w 365"/>
                  <a:gd name="T15" fmla="*/ 12 h 66"/>
                  <a:gd name="T16" fmla="*/ 0 w 365"/>
                  <a:gd name="T17" fmla="*/ 42 h 66"/>
                  <a:gd name="T18" fmla="*/ 0 w 365"/>
                  <a:gd name="T19" fmla="*/ 66 h 66"/>
                  <a:gd name="T20" fmla="*/ 54 w 365"/>
                  <a:gd name="T21" fmla="*/ 48 h 66"/>
                  <a:gd name="T22" fmla="*/ 114 w 365"/>
                  <a:gd name="T23" fmla="*/ 30 h 66"/>
                  <a:gd name="T24" fmla="*/ 174 w 365"/>
                  <a:gd name="T25" fmla="*/ 24 h 66"/>
                  <a:gd name="T26" fmla="*/ 240 w 365"/>
                  <a:gd name="T27" fmla="*/ 18 h 66"/>
                  <a:gd name="T28" fmla="*/ 240 w 365"/>
                  <a:gd name="T29" fmla="*/ 18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65" h="66">
                    <a:moveTo>
                      <a:pt x="240" y="18"/>
                    </a:moveTo>
                    <a:lnTo>
                      <a:pt x="299" y="24"/>
                    </a:lnTo>
                    <a:lnTo>
                      <a:pt x="359" y="30"/>
                    </a:lnTo>
                    <a:lnTo>
                      <a:pt x="365" y="12"/>
                    </a:lnTo>
                    <a:lnTo>
                      <a:pt x="305" y="6"/>
                    </a:lnTo>
                    <a:lnTo>
                      <a:pt x="240" y="0"/>
                    </a:lnTo>
                    <a:lnTo>
                      <a:pt x="174" y="6"/>
                    </a:lnTo>
                    <a:lnTo>
                      <a:pt x="114" y="12"/>
                    </a:lnTo>
                    <a:lnTo>
                      <a:pt x="0" y="42"/>
                    </a:lnTo>
                    <a:lnTo>
                      <a:pt x="0" y="66"/>
                    </a:lnTo>
                    <a:lnTo>
                      <a:pt x="54" y="48"/>
                    </a:lnTo>
                    <a:lnTo>
                      <a:pt x="114" y="30"/>
                    </a:lnTo>
                    <a:lnTo>
                      <a:pt x="174" y="24"/>
                    </a:lnTo>
                    <a:lnTo>
                      <a:pt x="240" y="18"/>
                    </a:lnTo>
                    <a:lnTo>
                      <a:pt x="240" y="1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>
                      <a:gamma/>
                      <a:tint val="96863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1311" name="Freeform 47">
                <a:extLst>
                  <a:ext uri="{FF2B5EF4-FFF2-40B4-BE49-F238E27FC236}">
                    <a16:creationId xmlns:a16="http://schemas.microsoft.com/office/drawing/2014/main" id="{E7B2F079-3071-6FAE-E39B-E3EC9D91576A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4463" y="3558"/>
                <a:ext cx="66" cy="48"/>
              </a:xfrm>
              <a:custGeom>
                <a:avLst/>
                <a:gdLst>
                  <a:gd name="T0" fmla="*/ 66 w 66"/>
                  <a:gd name="T1" fmla="*/ 18 h 48"/>
                  <a:gd name="T2" fmla="*/ 48 w 66"/>
                  <a:gd name="T3" fmla="*/ 0 h 48"/>
                  <a:gd name="T4" fmla="*/ 24 w 66"/>
                  <a:gd name="T5" fmla="*/ 12 h 48"/>
                  <a:gd name="T6" fmla="*/ 0 w 66"/>
                  <a:gd name="T7" fmla="*/ 30 h 48"/>
                  <a:gd name="T8" fmla="*/ 12 w 66"/>
                  <a:gd name="T9" fmla="*/ 48 h 48"/>
                  <a:gd name="T10" fmla="*/ 42 w 66"/>
                  <a:gd name="T11" fmla="*/ 30 h 48"/>
                  <a:gd name="T12" fmla="*/ 66 w 66"/>
                  <a:gd name="T13" fmla="*/ 18 h 48"/>
                  <a:gd name="T14" fmla="*/ 66 w 66"/>
                  <a:gd name="T15" fmla="*/ 1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6" h="48">
                    <a:moveTo>
                      <a:pt x="66" y="18"/>
                    </a:moveTo>
                    <a:lnTo>
                      <a:pt x="48" y="0"/>
                    </a:lnTo>
                    <a:lnTo>
                      <a:pt x="24" y="12"/>
                    </a:lnTo>
                    <a:lnTo>
                      <a:pt x="0" y="30"/>
                    </a:lnTo>
                    <a:lnTo>
                      <a:pt x="12" y="48"/>
                    </a:lnTo>
                    <a:lnTo>
                      <a:pt x="42" y="30"/>
                    </a:lnTo>
                    <a:lnTo>
                      <a:pt x="66" y="18"/>
                    </a:lnTo>
                    <a:lnTo>
                      <a:pt x="66" y="1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>
                      <a:gamma/>
                      <a:tint val="96863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1312" name="Oval 48">
                <a:extLst>
                  <a:ext uri="{FF2B5EF4-FFF2-40B4-BE49-F238E27FC236}">
                    <a16:creationId xmlns:a16="http://schemas.microsoft.com/office/drawing/2014/main" id="{DEF5A90E-F767-FED9-718F-79BD4E7A4E5F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4546" y="3608"/>
                <a:ext cx="518" cy="319"/>
              </a:xfrm>
              <a:prstGeom prst="ellipse">
                <a:avLst/>
              </a:prstGeom>
              <a:gradFill rotWithShape="0">
                <a:gsLst>
                  <a:gs pos="0">
                    <a:schemeClr val="accent2">
                      <a:gamma/>
                      <a:shade val="94118"/>
                      <a:invGamma/>
                    </a:schemeClr>
                  </a:gs>
                  <a:gs pos="100000">
                    <a:schemeClr val="accent2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1313" name="Oval 49">
                <a:extLst>
                  <a:ext uri="{FF2B5EF4-FFF2-40B4-BE49-F238E27FC236}">
                    <a16:creationId xmlns:a16="http://schemas.microsoft.com/office/drawing/2014/main" id="{CF324514-9B23-490F-61AD-053DCB5B6226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4578" y="3630"/>
                <a:ext cx="446" cy="271"/>
              </a:xfrm>
              <a:prstGeom prst="ellipse">
                <a:avLst/>
              </a:prstGeom>
              <a:gradFill rotWithShape="0">
                <a:gsLst>
                  <a:gs pos="0">
                    <a:schemeClr val="accent2">
                      <a:gamma/>
                      <a:tint val="96863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1314" name="Oval 50">
                <a:extLst>
                  <a:ext uri="{FF2B5EF4-FFF2-40B4-BE49-F238E27FC236}">
                    <a16:creationId xmlns:a16="http://schemas.microsoft.com/office/drawing/2014/main" id="{2F2ABD3F-0F6B-2C8F-8DF3-6F453209F71A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4610" y="3650"/>
                <a:ext cx="386" cy="233"/>
              </a:xfrm>
              <a:prstGeom prst="ellipse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1315" name="Oval 51">
                <a:extLst>
                  <a:ext uri="{FF2B5EF4-FFF2-40B4-BE49-F238E27FC236}">
                    <a16:creationId xmlns:a16="http://schemas.microsoft.com/office/drawing/2014/main" id="{35CF3007-33A4-0C15-7835-C907CF2C1599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4654" y="3678"/>
                <a:ext cx="298" cy="177"/>
              </a:xfrm>
              <a:prstGeom prst="ellipse">
                <a:avLst/>
              </a:prstGeom>
              <a:gradFill rotWithShape="0">
                <a:gsLst>
                  <a:gs pos="0">
                    <a:schemeClr val="accent2">
                      <a:gamma/>
                      <a:shade val="94118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1316" name="Oval 52">
                <a:extLst>
                  <a:ext uri="{FF2B5EF4-FFF2-40B4-BE49-F238E27FC236}">
                    <a16:creationId xmlns:a16="http://schemas.microsoft.com/office/drawing/2014/main" id="{6BCB59F4-5D51-FB84-C9C4-E815C17A604D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4690" y="3698"/>
                <a:ext cx="222" cy="139"/>
              </a:xfrm>
              <a:prstGeom prst="ellipse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1317" name="Oval 53">
                <a:extLst>
                  <a:ext uri="{FF2B5EF4-FFF2-40B4-BE49-F238E27FC236}">
                    <a16:creationId xmlns:a16="http://schemas.microsoft.com/office/drawing/2014/main" id="{2589649A-7D2A-50A5-B2B6-6F153DB55352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4738" y="3728"/>
                <a:ext cx="126" cy="81"/>
              </a:xfrm>
              <a:prstGeom prst="ellipse">
                <a:avLst/>
              </a:prstGeom>
              <a:gradFill rotWithShape="0">
                <a:gsLst>
                  <a:gs pos="0">
                    <a:schemeClr val="accent2">
                      <a:gamma/>
                      <a:shade val="96863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grpSp>
          <p:nvGrpSpPr>
            <p:cNvPr id="11318" name="Group 54">
              <a:extLst>
                <a:ext uri="{FF2B5EF4-FFF2-40B4-BE49-F238E27FC236}">
                  <a16:creationId xmlns:a16="http://schemas.microsoft.com/office/drawing/2014/main" id="{C5430E27-EEE4-CE45-4178-F092D24FC86F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5280" y="3024"/>
              <a:ext cx="425" cy="258"/>
              <a:chOff x="5280" y="3024"/>
              <a:chExt cx="425" cy="258"/>
            </a:xfrm>
          </p:grpSpPr>
          <p:sp>
            <p:nvSpPr>
              <p:cNvPr id="11319" name="Freeform 55">
                <a:extLst>
                  <a:ext uri="{FF2B5EF4-FFF2-40B4-BE49-F238E27FC236}">
                    <a16:creationId xmlns:a16="http://schemas.microsoft.com/office/drawing/2014/main" id="{433BDDA1-BC9D-EABF-B78E-1149DB018EA6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5280" y="3186"/>
                <a:ext cx="383" cy="96"/>
              </a:xfrm>
              <a:custGeom>
                <a:avLst/>
                <a:gdLst>
                  <a:gd name="T0" fmla="*/ 209 w 382"/>
                  <a:gd name="T1" fmla="*/ 96 h 96"/>
                  <a:gd name="T2" fmla="*/ 143 w 382"/>
                  <a:gd name="T3" fmla="*/ 90 h 96"/>
                  <a:gd name="T4" fmla="*/ 83 w 382"/>
                  <a:gd name="T5" fmla="*/ 66 h 96"/>
                  <a:gd name="T6" fmla="*/ 35 w 382"/>
                  <a:gd name="T7" fmla="*/ 36 h 96"/>
                  <a:gd name="T8" fmla="*/ 6 w 382"/>
                  <a:gd name="T9" fmla="*/ 0 h 96"/>
                  <a:gd name="T10" fmla="*/ 0 w 382"/>
                  <a:gd name="T11" fmla="*/ 6 h 96"/>
                  <a:gd name="T12" fmla="*/ 29 w 382"/>
                  <a:gd name="T13" fmla="*/ 42 h 96"/>
                  <a:gd name="T14" fmla="*/ 77 w 382"/>
                  <a:gd name="T15" fmla="*/ 72 h 96"/>
                  <a:gd name="T16" fmla="*/ 137 w 382"/>
                  <a:gd name="T17" fmla="*/ 90 h 96"/>
                  <a:gd name="T18" fmla="*/ 209 w 382"/>
                  <a:gd name="T19" fmla="*/ 96 h 96"/>
                  <a:gd name="T20" fmla="*/ 263 w 382"/>
                  <a:gd name="T21" fmla="*/ 90 h 96"/>
                  <a:gd name="T22" fmla="*/ 311 w 382"/>
                  <a:gd name="T23" fmla="*/ 84 h 96"/>
                  <a:gd name="T24" fmla="*/ 352 w 382"/>
                  <a:gd name="T25" fmla="*/ 66 h 96"/>
                  <a:gd name="T26" fmla="*/ 382 w 382"/>
                  <a:gd name="T27" fmla="*/ 42 h 96"/>
                  <a:gd name="T28" fmla="*/ 376 w 382"/>
                  <a:gd name="T29" fmla="*/ 42 h 96"/>
                  <a:gd name="T30" fmla="*/ 346 w 382"/>
                  <a:gd name="T31" fmla="*/ 66 h 96"/>
                  <a:gd name="T32" fmla="*/ 305 w 382"/>
                  <a:gd name="T33" fmla="*/ 78 h 96"/>
                  <a:gd name="T34" fmla="*/ 263 w 382"/>
                  <a:gd name="T35" fmla="*/ 90 h 96"/>
                  <a:gd name="T36" fmla="*/ 209 w 382"/>
                  <a:gd name="T37" fmla="*/ 96 h 96"/>
                  <a:gd name="T38" fmla="*/ 209 w 382"/>
                  <a:gd name="T39" fmla="*/ 96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82" h="96">
                    <a:moveTo>
                      <a:pt x="209" y="96"/>
                    </a:moveTo>
                    <a:lnTo>
                      <a:pt x="143" y="90"/>
                    </a:lnTo>
                    <a:lnTo>
                      <a:pt x="83" y="66"/>
                    </a:lnTo>
                    <a:lnTo>
                      <a:pt x="35" y="36"/>
                    </a:lnTo>
                    <a:lnTo>
                      <a:pt x="6" y="0"/>
                    </a:lnTo>
                    <a:lnTo>
                      <a:pt x="0" y="6"/>
                    </a:lnTo>
                    <a:lnTo>
                      <a:pt x="29" y="42"/>
                    </a:lnTo>
                    <a:lnTo>
                      <a:pt x="77" y="72"/>
                    </a:lnTo>
                    <a:lnTo>
                      <a:pt x="137" y="90"/>
                    </a:lnTo>
                    <a:lnTo>
                      <a:pt x="209" y="96"/>
                    </a:lnTo>
                    <a:lnTo>
                      <a:pt x="263" y="90"/>
                    </a:lnTo>
                    <a:lnTo>
                      <a:pt x="311" y="84"/>
                    </a:lnTo>
                    <a:lnTo>
                      <a:pt x="352" y="66"/>
                    </a:lnTo>
                    <a:lnTo>
                      <a:pt x="382" y="42"/>
                    </a:lnTo>
                    <a:lnTo>
                      <a:pt x="376" y="42"/>
                    </a:lnTo>
                    <a:lnTo>
                      <a:pt x="346" y="66"/>
                    </a:lnTo>
                    <a:lnTo>
                      <a:pt x="305" y="78"/>
                    </a:lnTo>
                    <a:lnTo>
                      <a:pt x="263" y="90"/>
                    </a:lnTo>
                    <a:lnTo>
                      <a:pt x="209" y="96"/>
                    </a:lnTo>
                    <a:lnTo>
                      <a:pt x="209" y="9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1320" name="Freeform 56">
                <a:extLst>
                  <a:ext uri="{FF2B5EF4-FFF2-40B4-BE49-F238E27FC236}">
                    <a16:creationId xmlns:a16="http://schemas.microsoft.com/office/drawing/2014/main" id="{4E06F463-183E-3362-24F8-BCA0F3EFCCEB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5315" y="3024"/>
                <a:ext cx="258" cy="54"/>
              </a:xfrm>
              <a:custGeom>
                <a:avLst/>
                <a:gdLst>
                  <a:gd name="T0" fmla="*/ 174 w 258"/>
                  <a:gd name="T1" fmla="*/ 0 h 54"/>
                  <a:gd name="T2" fmla="*/ 216 w 258"/>
                  <a:gd name="T3" fmla="*/ 6 h 54"/>
                  <a:gd name="T4" fmla="*/ 258 w 258"/>
                  <a:gd name="T5" fmla="*/ 12 h 54"/>
                  <a:gd name="T6" fmla="*/ 252 w 258"/>
                  <a:gd name="T7" fmla="*/ 6 h 54"/>
                  <a:gd name="T8" fmla="*/ 216 w 258"/>
                  <a:gd name="T9" fmla="*/ 0 h 54"/>
                  <a:gd name="T10" fmla="*/ 174 w 258"/>
                  <a:gd name="T11" fmla="*/ 0 h 54"/>
                  <a:gd name="T12" fmla="*/ 120 w 258"/>
                  <a:gd name="T13" fmla="*/ 6 h 54"/>
                  <a:gd name="T14" fmla="*/ 78 w 258"/>
                  <a:gd name="T15" fmla="*/ 12 h 54"/>
                  <a:gd name="T16" fmla="*/ 36 w 258"/>
                  <a:gd name="T17" fmla="*/ 30 h 54"/>
                  <a:gd name="T18" fmla="*/ 0 w 258"/>
                  <a:gd name="T19" fmla="*/ 48 h 54"/>
                  <a:gd name="T20" fmla="*/ 6 w 258"/>
                  <a:gd name="T21" fmla="*/ 54 h 54"/>
                  <a:gd name="T22" fmla="*/ 36 w 258"/>
                  <a:gd name="T23" fmla="*/ 36 h 54"/>
                  <a:gd name="T24" fmla="*/ 78 w 258"/>
                  <a:gd name="T25" fmla="*/ 18 h 54"/>
                  <a:gd name="T26" fmla="*/ 120 w 258"/>
                  <a:gd name="T27" fmla="*/ 6 h 54"/>
                  <a:gd name="T28" fmla="*/ 174 w 258"/>
                  <a:gd name="T29" fmla="*/ 0 h 54"/>
                  <a:gd name="T30" fmla="*/ 174 w 258"/>
                  <a:gd name="T31" fmla="*/ 0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258" h="54">
                    <a:moveTo>
                      <a:pt x="174" y="0"/>
                    </a:moveTo>
                    <a:lnTo>
                      <a:pt x="216" y="6"/>
                    </a:lnTo>
                    <a:lnTo>
                      <a:pt x="258" y="12"/>
                    </a:lnTo>
                    <a:lnTo>
                      <a:pt x="252" y="6"/>
                    </a:lnTo>
                    <a:lnTo>
                      <a:pt x="216" y="0"/>
                    </a:lnTo>
                    <a:lnTo>
                      <a:pt x="174" y="0"/>
                    </a:lnTo>
                    <a:lnTo>
                      <a:pt x="120" y="6"/>
                    </a:lnTo>
                    <a:lnTo>
                      <a:pt x="78" y="12"/>
                    </a:lnTo>
                    <a:lnTo>
                      <a:pt x="36" y="30"/>
                    </a:lnTo>
                    <a:lnTo>
                      <a:pt x="0" y="48"/>
                    </a:lnTo>
                    <a:lnTo>
                      <a:pt x="6" y="54"/>
                    </a:lnTo>
                    <a:lnTo>
                      <a:pt x="36" y="36"/>
                    </a:lnTo>
                    <a:lnTo>
                      <a:pt x="78" y="18"/>
                    </a:lnTo>
                    <a:lnTo>
                      <a:pt x="120" y="6"/>
                    </a:lnTo>
                    <a:lnTo>
                      <a:pt x="174" y="0"/>
                    </a:lnTo>
                    <a:lnTo>
                      <a:pt x="17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1321" name="Freeform 57">
                <a:extLst>
                  <a:ext uri="{FF2B5EF4-FFF2-40B4-BE49-F238E27FC236}">
                    <a16:creationId xmlns:a16="http://schemas.microsoft.com/office/drawing/2014/main" id="{EA21FB54-DE11-8387-AD5A-55B30D0BFA38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5645" y="3066"/>
                <a:ext cx="60" cy="156"/>
              </a:xfrm>
              <a:custGeom>
                <a:avLst/>
                <a:gdLst>
                  <a:gd name="T0" fmla="*/ 54 w 60"/>
                  <a:gd name="T1" fmla="*/ 90 h 156"/>
                  <a:gd name="T2" fmla="*/ 48 w 60"/>
                  <a:gd name="T3" fmla="*/ 126 h 156"/>
                  <a:gd name="T4" fmla="*/ 24 w 60"/>
                  <a:gd name="T5" fmla="*/ 156 h 156"/>
                  <a:gd name="T6" fmla="*/ 30 w 60"/>
                  <a:gd name="T7" fmla="*/ 156 h 156"/>
                  <a:gd name="T8" fmla="*/ 54 w 60"/>
                  <a:gd name="T9" fmla="*/ 126 h 156"/>
                  <a:gd name="T10" fmla="*/ 60 w 60"/>
                  <a:gd name="T11" fmla="*/ 90 h 156"/>
                  <a:gd name="T12" fmla="*/ 54 w 60"/>
                  <a:gd name="T13" fmla="*/ 66 h 156"/>
                  <a:gd name="T14" fmla="*/ 48 w 60"/>
                  <a:gd name="T15" fmla="*/ 42 h 156"/>
                  <a:gd name="T16" fmla="*/ 30 w 60"/>
                  <a:gd name="T17" fmla="*/ 18 h 156"/>
                  <a:gd name="T18" fmla="*/ 6 w 60"/>
                  <a:gd name="T19" fmla="*/ 0 h 156"/>
                  <a:gd name="T20" fmla="*/ 0 w 60"/>
                  <a:gd name="T21" fmla="*/ 6 h 156"/>
                  <a:gd name="T22" fmla="*/ 24 w 60"/>
                  <a:gd name="T23" fmla="*/ 24 h 156"/>
                  <a:gd name="T24" fmla="*/ 42 w 60"/>
                  <a:gd name="T25" fmla="*/ 42 h 156"/>
                  <a:gd name="T26" fmla="*/ 48 w 60"/>
                  <a:gd name="T27" fmla="*/ 66 h 156"/>
                  <a:gd name="T28" fmla="*/ 54 w 60"/>
                  <a:gd name="T29" fmla="*/ 90 h 156"/>
                  <a:gd name="T30" fmla="*/ 54 w 60"/>
                  <a:gd name="T31" fmla="*/ 90 h 1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60" h="156">
                    <a:moveTo>
                      <a:pt x="54" y="90"/>
                    </a:moveTo>
                    <a:lnTo>
                      <a:pt x="48" y="126"/>
                    </a:lnTo>
                    <a:lnTo>
                      <a:pt x="24" y="156"/>
                    </a:lnTo>
                    <a:lnTo>
                      <a:pt x="30" y="156"/>
                    </a:lnTo>
                    <a:lnTo>
                      <a:pt x="54" y="126"/>
                    </a:lnTo>
                    <a:lnTo>
                      <a:pt x="60" y="90"/>
                    </a:lnTo>
                    <a:lnTo>
                      <a:pt x="54" y="66"/>
                    </a:lnTo>
                    <a:lnTo>
                      <a:pt x="48" y="42"/>
                    </a:lnTo>
                    <a:lnTo>
                      <a:pt x="30" y="18"/>
                    </a:lnTo>
                    <a:lnTo>
                      <a:pt x="6" y="0"/>
                    </a:lnTo>
                    <a:lnTo>
                      <a:pt x="0" y="6"/>
                    </a:lnTo>
                    <a:lnTo>
                      <a:pt x="24" y="24"/>
                    </a:lnTo>
                    <a:lnTo>
                      <a:pt x="42" y="42"/>
                    </a:lnTo>
                    <a:lnTo>
                      <a:pt x="48" y="66"/>
                    </a:lnTo>
                    <a:lnTo>
                      <a:pt x="54" y="90"/>
                    </a:lnTo>
                    <a:lnTo>
                      <a:pt x="54" y="9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1322" name="Freeform 58">
                <a:extLst>
                  <a:ext uri="{FF2B5EF4-FFF2-40B4-BE49-F238E27FC236}">
                    <a16:creationId xmlns:a16="http://schemas.microsoft.com/office/drawing/2014/main" id="{D5C63729-1A08-D35B-D283-8FECFC79CDB0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5375" y="3246"/>
                <a:ext cx="192" cy="18"/>
              </a:xfrm>
              <a:custGeom>
                <a:avLst/>
                <a:gdLst>
                  <a:gd name="T0" fmla="*/ 114 w 192"/>
                  <a:gd name="T1" fmla="*/ 12 h 18"/>
                  <a:gd name="T2" fmla="*/ 72 w 192"/>
                  <a:gd name="T3" fmla="*/ 6 h 18"/>
                  <a:gd name="T4" fmla="*/ 30 w 192"/>
                  <a:gd name="T5" fmla="*/ 0 h 18"/>
                  <a:gd name="T6" fmla="*/ 0 w 192"/>
                  <a:gd name="T7" fmla="*/ 0 h 18"/>
                  <a:gd name="T8" fmla="*/ 54 w 192"/>
                  <a:gd name="T9" fmla="*/ 12 h 18"/>
                  <a:gd name="T10" fmla="*/ 114 w 192"/>
                  <a:gd name="T11" fmla="*/ 18 h 18"/>
                  <a:gd name="T12" fmla="*/ 156 w 192"/>
                  <a:gd name="T13" fmla="*/ 18 h 18"/>
                  <a:gd name="T14" fmla="*/ 192 w 192"/>
                  <a:gd name="T15" fmla="*/ 12 h 18"/>
                  <a:gd name="T16" fmla="*/ 186 w 192"/>
                  <a:gd name="T17" fmla="*/ 0 h 18"/>
                  <a:gd name="T18" fmla="*/ 150 w 192"/>
                  <a:gd name="T19" fmla="*/ 6 h 18"/>
                  <a:gd name="T20" fmla="*/ 114 w 192"/>
                  <a:gd name="T21" fmla="*/ 12 h 18"/>
                  <a:gd name="T22" fmla="*/ 114 w 192"/>
                  <a:gd name="T23" fmla="*/ 12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92" h="18">
                    <a:moveTo>
                      <a:pt x="114" y="12"/>
                    </a:moveTo>
                    <a:lnTo>
                      <a:pt x="72" y="6"/>
                    </a:lnTo>
                    <a:lnTo>
                      <a:pt x="30" y="0"/>
                    </a:lnTo>
                    <a:lnTo>
                      <a:pt x="0" y="0"/>
                    </a:lnTo>
                    <a:lnTo>
                      <a:pt x="54" y="12"/>
                    </a:lnTo>
                    <a:lnTo>
                      <a:pt x="114" y="18"/>
                    </a:lnTo>
                    <a:lnTo>
                      <a:pt x="156" y="18"/>
                    </a:lnTo>
                    <a:lnTo>
                      <a:pt x="192" y="12"/>
                    </a:lnTo>
                    <a:lnTo>
                      <a:pt x="186" y="0"/>
                    </a:lnTo>
                    <a:lnTo>
                      <a:pt x="150" y="6"/>
                    </a:lnTo>
                    <a:lnTo>
                      <a:pt x="114" y="12"/>
                    </a:lnTo>
                    <a:lnTo>
                      <a:pt x="114" y="1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1323" name="Freeform 59">
                <a:extLst>
                  <a:ext uri="{FF2B5EF4-FFF2-40B4-BE49-F238E27FC236}">
                    <a16:creationId xmlns:a16="http://schemas.microsoft.com/office/drawing/2014/main" id="{747B7EDF-D54D-611D-9EE9-8DD32E192A24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5304" y="3042"/>
                <a:ext cx="161" cy="186"/>
              </a:xfrm>
              <a:custGeom>
                <a:avLst/>
                <a:gdLst>
                  <a:gd name="T0" fmla="*/ 11 w 161"/>
                  <a:gd name="T1" fmla="*/ 114 h 186"/>
                  <a:gd name="T2" fmla="*/ 17 w 161"/>
                  <a:gd name="T3" fmla="*/ 96 h 186"/>
                  <a:gd name="T4" fmla="*/ 23 w 161"/>
                  <a:gd name="T5" fmla="*/ 78 h 186"/>
                  <a:gd name="T6" fmla="*/ 53 w 161"/>
                  <a:gd name="T7" fmla="*/ 42 h 186"/>
                  <a:gd name="T8" fmla="*/ 101 w 161"/>
                  <a:gd name="T9" fmla="*/ 18 h 186"/>
                  <a:gd name="T10" fmla="*/ 155 w 161"/>
                  <a:gd name="T11" fmla="*/ 6 h 186"/>
                  <a:gd name="T12" fmla="*/ 161 w 161"/>
                  <a:gd name="T13" fmla="*/ 0 h 186"/>
                  <a:gd name="T14" fmla="*/ 95 w 161"/>
                  <a:gd name="T15" fmla="*/ 12 h 186"/>
                  <a:gd name="T16" fmla="*/ 47 w 161"/>
                  <a:gd name="T17" fmla="*/ 36 h 186"/>
                  <a:gd name="T18" fmla="*/ 11 w 161"/>
                  <a:gd name="T19" fmla="*/ 72 h 186"/>
                  <a:gd name="T20" fmla="*/ 5 w 161"/>
                  <a:gd name="T21" fmla="*/ 90 h 186"/>
                  <a:gd name="T22" fmla="*/ 0 w 161"/>
                  <a:gd name="T23" fmla="*/ 114 h 186"/>
                  <a:gd name="T24" fmla="*/ 11 w 161"/>
                  <a:gd name="T25" fmla="*/ 150 h 186"/>
                  <a:gd name="T26" fmla="*/ 23 w 161"/>
                  <a:gd name="T27" fmla="*/ 168 h 186"/>
                  <a:gd name="T28" fmla="*/ 41 w 161"/>
                  <a:gd name="T29" fmla="*/ 186 h 186"/>
                  <a:gd name="T30" fmla="*/ 65 w 161"/>
                  <a:gd name="T31" fmla="*/ 186 h 186"/>
                  <a:gd name="T32" fmla="*/ 41 w 161"/>
                  <a:gd name="T33" fmla="*/ 168 h 186"/>
                  <a:gd name="T34" fmla="*/ 23 w 161"/>
                  <a:gd name="T35" fmla="*/ 150 h 186"/>
                  <a:gd name="T36" fmla="*/ 17 w 161"/>
                  <a:gd name="T37" fmla="*/ 132 h 186"/>
                  <a:gd name="T38" fmla="*/ 11 w 161"/>
                  <a:gd name="T39" fmla="*/ 114 h 186"/>
                  <a:gd name="T40" fmla="*/ 11 w 161"/>
                  <a:gd name="T41" fmla="*/ 114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61" h="186">
                    <a:moveTo>
                      <a:pt x="11" y="114"/>
                    </a:moveTo>
                    <a:lnTo>
                      <a:pt x="17" y="96"/>
                    </a:lnTo>
                    <a:lnTo>
                      <a:pt x="23" y="78"/>
                    </a:lnTo>
                    <a:lnTo>
                      <a:pt x="53" y="42"/>
                    </a:lnTo>
                    <a:lnTo>
                      <a:pt x="101" y="18"/>
                    </a:lnTo>
                    <a:lnTo>
                      <a:pt x="155" y="6"/>
                    </a:lnTo>
                    <a:lnTo>
                      <a:pt x="161" y="0"/>
                    </a:lnTo>
                    <a:lnTo>
                      <a:pt x="95" y="12"/>
                    </a:lnTo>
                    <a:lnTo>
                      <a:pt x="47" y="36"/>
                    </a:lnTo>
                    <a:lnTo>
                      <a:pt x="11" y="72"/>
                    </a:lnTo>
                    <a:lnTo>
                      <a:pt x="5" y="90"/>
                    </a:lnTo>
                    <a:lnTo>
                      <a:pt x="0" y="114"/>
                    </a:lnTo>
                    <a:lnTo>
                      <a:pt x="11" y="150"/>
                    </a:lnTo>
                    <a:lnTo>
                      <a:pt x="23" y="168"/>
                    </a:lnTo>
                    <a:lnTo>
                      <a:pt x="41" y="186"/>
                    </a:lnTo>
                    <a:lnTo>
                      <a:pt x="65" y="186"/>
                    </a:lnTo>
                    <a:lnTo>
                      <a:pt x="41" y="168"/>
                    </a:lnTo>
                    <a:lnTo>
                      <a:pt x="23" y="150"/>
                    </a:lnTo>
                    <a:lnTo>
                      <a:pt x="17" y="132"/>
                    </a:lnTo>
                    <a:lnTo>
                      <a:pt x="11" y="114"/>
                    </a:lnTo>
                    <a:lnTo>
                      <a:pt x="11" y="1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1324" name="Freeform 60">
                <a:extLst>
                  <a:ext uri="{FF2B5EF4-FFF2-40B4-BE49-F238E27FC236}">
                    <a16:creationId xmlns:a16="http://schemas.microsoft.com/office/drawing/2014/main" id="{709966D7-3037-D998-4DB6-D83FF71BAE90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5489" y="3042"/>
                <a:ext cx="186" cy="210"/>
              </a:xfrm>
              <a:custGeom>
                <a:avLst/>
                <a:gdLst>
                  <a:gd name="T0" fmla="*/ 0 w 185"/>
                  <a:gd name="T1" fmla="*/ 6 h 210"/>
                  <a:gd name="T2" fmla="*/ 66 w 185"/>
                  <a:gd name="T3" fmla="*/ 12 h 210"/>
                  <a:gd name="T4" fmla="*/ 119 w 185"/>
                  <a:gd name="T5" fmla="*/ 36 h 210"/>
                  <a:gd name="T6" fmla="*/ 155 w 185"/>
                  <a:gd name="T7" fmla="*/ 72 h 210"/>
                  <a:gd name="T8" fmla="*/ 161 w 185"/>
                  <a:gd name="T9" fmla="*/ 90 h 210"/>
                  <a:gd name="T10" fmla="*/ 167 w 185"/>
                  <a:gd name="T11" fmla="*/ 114 h 210"/>
                  <a:gd name="T12" fmla="*/ 161 w 185"/>
                  <a:gd name="T13" fmla="*/ 138 h 210"/>
                  <a:gd name="T14" fmla="*/ 149 w 185"/>
                  <a:gd name="T15" fmla="*/ 162 h 210"/>
                  <a:gd name="T16" fmla="*/ 119 w 185"/>
                  <a:gd name="T17" fmla="*/ 180 h 210"/>
                  <a:gd name="T18" fmla="*/ 90 w 185"/>
                  <a:gd name="T19" fmla="*/ 198 h 210"/>
                  <a:gd name="T20" fmla="*/ 96 w 185"/>
                  <a:gd name="T21" fmla="*/ 210 h 210"/>
                  <a:gd name="T22" fmla="*/ 131 w 185"/>
                  <a:gd name="T23" fmla="*/ 192 h 210"/>
                  <a:gd name="T24" fmla="*/ 161 w 185"/>
                  <a:gd name="T25" fmla="*/ 168 h 210"/>
                  <a:gd name="T26" fmla="*/ 179 w 185"/>
                  <a:gd name="T27" fmla="*/ 144 h 210"/>
                  <a:gd name="T28" fmla="*/ 185 w 185"/>
                  <a:gd name="T29" fmla="*/ 114 h 210"/>
                  <a:gd name="T30" fmla="*/ 179 w 185"/>
                  <a:gd name="T31" fmla="*/ 90 h 210"/>
                  <a:gd name="T32" fmla="*/ 173 w 185"/>
                  <a:gd name="T33" fmla="*/ 66 h 210"/>
                  <a:gd name="T34" fmla="*/ 155 w 185"/>
                  <a:gd name="T35" fmla="*/ 48 h 210"/>
                  <a:gd name="T36" fmla="*/ 131 w 185"/>
                  <a:gd name="T37" fmla="*/ 30 h 210"/>
                  <a:gd name="T38" fmla="*/ 72 w 185"/>
                  <a:gd name="T39" fmla="*/ 6 h 210"/>
                  <a:gd name="T40" fmla="*/ 0 w 185"/>
                  <a:gd name="T41" fmla="*/ 0 h 210"/>
                  <a:gd name="T42" fmla="*/ 0 w 185"/>
                  <a:gd name="T43" fmla="*/ 6 h 210"/>
                  <a:gd name="T44" fmla="*/ 0 w 185"/>
                  <a:gd name="T45" fmla="*/ 6 h 210"/>
                  <a:gd name="T46" fmla="*/ 0 w 185"/>
                  <a:gd name="T47" fmla="*/ 6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185" h="210">
                    <a:moveTo>
                      <a:pt x="0" y="6"/>
                    </a:moveTo>
                    <a:lnTo>
                      <a:pt x="66" y="12"/>
                    </a:lnTo>
                    <a:lnTo>
                      <a:pt x="119" y="36"/>
                    </a:lnTo>
                    <a:lnTo>
                      <a:pt x="155" y="72"/>
                    </a:lnTo>
                    <a:lnTo>
                      <a:pt x="161" y="90"/>
                    </a:lnTo>
                    <a:lnTo>
                      <a:pt x="167" y="114"/>
                    </a:lnTo>
                    <a:lnTo>
                      <a:pt x="161" y="138"/>
                    </a:lnTo>
                    <a:lnTo>
                      <a:pt x="149" y="162"/>
                    </a:lnTo>
                    <a:lnTo>
                      <a:pt x="119" y="180"/>
                    </a:lnTo>
                    <a:lnTo>
                      <a:pt x="90" y="198"/>
                    </a:lnTo>
                    <a:lnTo>
                      <a:pt x="96" y="210"/>
                    </a:lnTo>
                    <a:lnTo>
                      <a:pt x="131" y="192"/>
                    </a:lnTo>
                    <a:lnTo>
                      <a:pt x="161" y="168"/>
                    </a:lnTo>
                    <a:lnTo>
                      <a:pt x="179" y="144"/>
                    </a:lnTo>
                    <a:lnTo>
                      <a:pt x="185" y="114"/>
                    </a:lnTo>
                    <a:lnTo>
                      <a:pt x="179" y="90"/>
                    </a:lnTo>
                    <a:lnTo>
                      <a:pt x="173" y="66"/>
                    </a:lnTo>
                    <a:lnTo>
                      <a:pt x="155" y="48"/>
                    </a:lnTo>
                    <a:lnTo>
                      <a:pt x="131" y="30"/>
                    </a:lnTo>
                    <a:lnTo>
                      <a:pt x="72" y="6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0" y="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1325" name="Freeform 61">
                <a:extLst>
                  <a:ext uri="{FF2B5EF4-FFF2-40B4-BE49-F238E27FC236}">
                    <a16:creationId xmlns:a16="http://schemas.microsoft.com/office/drawing/2014/main" id="{ED5EE331-C023-E1E6-5593-762E80F5815E}"/>
                  </a:ext>
                </a:extLst>
              </p:cNvPr>
              <p:cNvSpPr>
                <a:spLocks noEditPoints="1"/>
              </p:cNvSpPr>
              <p:nvPr/>
            </p:nvSpPr>
            <p:spPr bwMode="hidden">
              <a:xfrm>
                <a:off x="5345" y="3058"/>
                <a:ext cx="299" cy="186"/>
              </a:xfrm>
              <a:custGeom>
                <a:avLst/>
                <a:gdLst>
                  <a:gd name="T0" fmla="*/ 150 w 299"/>
                  <a:gd name="T1" fmla="*/ 0 h 186"/>
                  <a:gd name="T2" fmla="*/ 90 w 299"/>
                  <a:gd name="T3" fmla="*/ 6 h 186"/>
                  <a:gd name="T4" fmla="*/ 42 w 299"/>
                  <a:gd name="T5" fmla="*/ 30 h 186"/>
                  <a:gd name="T6" fmla="*/ 12 w 299"/>
                  <a:gd name="T7" fmla="*/ 54 h 186"/>
                  <a:gd name="T8" fmla="*/ 6 w 299"/>
                  <a:gd name="T9" fmla="*/ 72 h 186"/>
                  <a:gd name="T10" fmla="*/ 0 w 299"/>
                  <a:gd name="T11" fmla="*/ 90 h 186"/>
                  <a:gd name="T12" fmla="*/ 6 w 299"/>
                  <a:gd name="T13" fmla="*/ 108 h 186"/>
                  <a:gd name="T14" fmla="*/ 12 w 299"/>
                  <a:gd name="T15" fmla="*/ 126 h 186"/>
                  <a:gd name="T16" fmla="*/ 42 w 299"/>
                  <a:gd name="T17" fmla="*/ 156 h 186"/>
                  <a:gd name="T18" fmla="*/ 90 w 299"/>
                  <a:gd name="T19" fmla="*/ 180 h 186"/>
                  <a:gd name="T20" fmla="*/ 150 w 299"/>
                  <a:gd name="T21" fmla="*/ 186 h 186"/>
                  <a:gd name="T22" fmla="*/ 209 w 299"/>
                  <a:gd name="T23" fmla="*/ 180 h 186"/>
                  <a:gd name="T24" fmla="*/ 257 w 299"/>
                  <a:gd name="T25" fmla="*/ 156 h 186"/>
                  <a:gd name="T26" fmla="*/ 287 w 299"/>
                  <a:gd name="T27" fmla="*/ 126 h 186"/>
                  <a:gd name="T28" fmla="*/ 299 w 299"/>
                  <a:gd name="T29" fmla="*/ 108 h 186"/>
                  <a:gd name="T30" fmla="*/ 299 w 299"/>
                  <a:gd name="T31" fmla="*/ 90 h 186"/>
                  <a:gd name="T32" fmla="*/ 299 w 299"/>
                  <a:gd name="T33" fmla="*/ 72 h 186"/>
                  <a:gd name="T34" fmla="*/ 287 w 299"/>
                  <a:gd name="T35" fmla="*/ 54 h 186"/>
                  <a:gd name="T36" fmla="*/ 257 w 299"/>
                  <a:gd name="T37" fmla="*/ 30 h 186"/>
                  <a:gd name="T38" fmla="*/ 209 w 299"/>
                  <a:gd name="T39" fmla="*/ 6 h 186"/>
                  <a:gd name="T40" fmla="*/ 150 w 299"/>
                  <a:gd name="T41" fmla="*/ 0 h 186"/>
                  <a:gd name="T42" fmla="*/ 150 w 299"/>
                  <a:gd name="T43" fmla="*/ 0 h 186"/>
                  <a:gd name="T44" fmla="*/ 150 w 299"/>
                  <a:gd name="T45" fmla="*/ 180 h 186"/>
                  <a:gd name="T46" fmla="*/ 96 w 299"/>
                  <a:gd name="T47" fmla="*/ 174 h 186"/>
                  <a:gd name="T48" fmla="*/ 48 w 299"/>
                  <a:gd name="T49" fmla="*/ 156 h 186"/>
                  <a:gd name="T50" fmla="*/ 18 w 299"/>
                  <a:gd name="T51" fmla="*/ 126 h 186"/>
                  <a:gd name="T52" fmla="*/ 12 w 299"/>
                  <a:gd name="T53" fmla="*/ 108 h 186"/>
                  <a:gd name="T54" fmla="*/ 6 w 299"/>
                  <a:gd name="T55" fmla="*/ 90 h 186"/>
                  <a:gd name="T56" fmla="*/ 12 w 299"/>
                  <a:gd name="T57" fmla="*/ 72 h 186"/>
                  <a:gd name="T58" fmla="*/ 18 w 299"/>
                  <a:gd name="T59" fmla="*/ 54 h 186"/>
                  <a:gd name="T60" fmla="*/ 48 w 299"/>
                  <a:gd name="T61" fmla="*/ 30 h 186"/>
                  <a:gd name="T62" fmla="*/ 96 w 299"/>
                  <a:gd name="T63" fmla="*/ 12 h 186"/>
                  <a:gd name="T64" fmla="*/ 150 w 299"/>
                  <a:gd name="T65" fmla="*/ 6 h 186"/>
                  <a:gd name="T66" fmla="*/ 203 w 299"/>
                  <a:gd name="T67" fmla="*/ 12 h 186"/>
                  <a:gd name="T68" fmla="*/ 251 w 299"/>
                  <a:gd name="T69" fmla="*/ 30 h 186"/>
                  <a:gd name="T70" fmla="*/ 281 w 299"/>
                  <a:gd name="T71" fmla="*/ 54 h 186"/>
                  <a:gd name="T72" fmla="*/ 293 w 299"/>
                  <a:gd name="T73" fmla="*/ 72 h 186"/>
                  <a:gd name="T74" fmla="*/ 293 w 299"/>
                  <a:gd name="T75" fmla="*/ 90 h 186"/>
                  <a:gd name="T76" fmla="*/ 293 w 299"/>
                  <a:gd name="T77" fmla="*/ 108 h 186"/>
                  <a:gd name="T78" fmla="*/ 281 w 299"/>
                  <a:gd name="T79" fmla="*/ 126 h 186"/>
                  <a:gd name="T80" fmla="*/ 251 w 299"/>
                  <a:gd name="T81" fmla="*/ 156 h 186"/>
                  <a:gd name="T82" fmla="*/ 203 w 299"/>
                  <a:gd name="T83" fmla="*/ 174 h 186"/>
                  <a:gd name="T84" fmla="*/ 150 w 299"/>
                  <a:gd name="T85" fmla="*/ 180 h 186"/>
                  <a:gd name="T86" fmla="*/ 150 w 299"/>
                  <a:gd name="T87" fmla="*/ 180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299" h="186">
                    <a:moveTo>
                      <a:pt x="150" y="0"/>
                    </a:moveTo>
                    <a:lnTo>
                      <a:pt x="90" y="6"/>
                    </a:lnTo>
                    <a:lnTo>
                      <a:pt x="42" y="30"/>
                    </a:lnTo>
                    <a:lnTo>
                      <a:pt x="12" y="54"/>
                    </a:lnTo>
                    <a:lnTo>
                      <a:pt x="6" y="72"/>
                    </a:lnTo>
                    <a:lnTo>
                      <a:pt x="0" y="90"/>
                    </a:lnTo>
                    <a:lnTo>
                      <a:pt x="6" y="108"/>
                    </a:lnTo>
                    <a:lnTo>
                      <a:pt x="12" y="126"/>
                    </a:lnTo>
                    <a:lnTo>
                      <a:pt x="42" y="156"/>
                    </a:lnTo>
                    <a:lnTo>
                      <a:pt x="90" y="180"/>
                    </a:lnTo>
                    <a:lnTo>
                      <a:pt x="150" y="186"/>
                    </a:lnTo>
                    <a:lnTo>
                      <a:pt x="209" y="180"/>
                    </a:lnTo>
                    <a:lnTo>
                      <a:pt x="257" y="156"/>
                    </a:lnTo>
                    <a:lnTo>
                      <a:pt x="287" y="126"/>
                    </a:lnTo>
                    <a:lnTo>
                      <a:pt x="299" y="108"/>
                    </a:lnTo>
                    <a:lnTo>
                      <a:pt x="299" y="90"/>
                    </a:lnTo>
                    <a:lnTo>
                      <a:pt x="299" y="72"/>
                    </a:lnTo>
                    <a:lnTo>
                      <a:pt x="287" y="54"/>
                    </a:lnTo>
                    <a:lnTo>
                      <a:pt x="257" y="30"/>
                    </a:lnTo>
                    <a:lnTo>
                      <a:pt x="209" y="6"/>
                    </a:lnTo>
                    <a:lnTo>
                      <a:pt x="150" y="0"/>
                    </a:lnTo>
                    <a:lnTo>
                      <a:pt x="150" y="0"/>
                    </a:lnTo>
                    <a:close/>
                    <a:moveTo>
                      <a:pt x="150" y="180"/>
                    </a:moveTo>
                    <a:lnTo>
                      <a:pt x="96" y="174"/>
                    </a:lnTo>
                    <a:lnTo>
                      <a:pt x="48" y="156"/>
                    </a:lnTo>
                    <a:lnTo>
                      <a:pt x="18" y="126"/>
                    </a:lnTo>
                    <a:lnTo>
                      <a:pt x="12" y="108"/>
                    </a:lnTo>
                    <a:lnTo>
                      <a:pt x="6" y="90"/>
                    </a:lnTo>
                    <a:lnTo>
                      <a:pt x="12" y="72"/>
                    </a:lnTo>
                    <a:lnTo>
                      <a:pt x="18" y="54"/>
                    </a:lnTo>
                    <a:lnTo>
                      <a:pt x="48" y="30"/>
                    </a:lnTo>
                    <a:lnTo>
                      <a:pt x="96" y="12"/>
                    </a:lnTo>
                    <a:lnTo>
                      <a:pt x="150" y="6"/>
                    </a:lnTo>
                    <a:lnTo>
                      <a:pt x="203" y="12"/>
                    </a:lnTo>
                    <a:lnTo>
                      <a:pt x="251" y="30"/>
                    </a:lnTo>
                    <a:lnTo>
                      <a:pt x="281" y="54"/>
                    </a:lnTo>
                    <a:lnTo>
                      <a:pt x="293" y="72"/>
                    </a:lnTo>
                    <a:lnTo>
                      <a:pt x="293" y="90"/>
                    </a:lnTo>
                    <a:lnTo>
                      <a:pt x="293" y="108"/>
                    </a:lnTo>
                    <a:lnTo>
                      <a:pt x="281" y="126"/>
                    </a:lnTo>
                    <a:lnTo>
                      <a:pt x="251" y="156"/>
                    </a:lnTo>
                    <a:lnTo>
                      <a:pt x="203" y="174"/>
                    </a:lnTo>
                    <a:lnTo>
                      <a:pt x="150" y="180"/>
                    </a:lnTo>
                    <a:lnTo>
                      <a:pt x="150" y="18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grpSp>
            <p:nvGrpSpPr>
              <p:cNvPr id="11326" name="Group 62">
                <a:extLst>
                  <a:ext uri="{FF2B5EF4-FFF2-40B4-BE49-F238E27FC236}">
                    <a16:creationId xmlns:a16="http://schemas.microsoft.com/office/drawing/2014/main" id="{8A86955A-5C1A-4E69-69D5-77994A80542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381" y="3085"/>
                <a:ext cx="227" cy="132"/>
                <a:chOff x="5381" y="3085"/>
                <a:chExt cx="227" cy="132"/>
              </a:xfrm>
            </p:grpSpPr>
            <p:sp>
              <p:nvSpPr>
                <p:cNvPr id="11327" name="Oval 63">
                  <a:extLst>
                    <a:ext uri="{FF2B5EF4-FFF2-40B4-BE49-F238E27FC236}">
                      <a16:creationId xmlns:a16="http://schemas.microsoft.com/office/drawing/2014/main" id="{C9169C6F-274D-F1B0-7E41-117173F94E4D}"/>
                    </a:ext>
                  </a:extLst>
                </p:cNvPr>
                <p:cNvSpPr>
                  <a:spLocks noChangeArrowheads="1"/>
                </p:cNvSpPr>
                <p:nvPr userDrawn="1"/>
              </p:nvSpPr>
              <p:spPr bwMode="hidden">
                <a:xfrm>
                  <a:off x="5381" y="3085"/>
                  <a:ext cx="227" cy="13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54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11328" name="Oval 64">
                  <a:extLst>
                    <a:ext uri="{FF2B5EF4-FFF2-40B4-BE49-F238E27FC236}">
                      <a16:creationId xmlns:a16="http://schemas.microsoft.com/office/drawing/2014/main" id="{49493E20-2869-09B9-67CF-E214F9A6390F}"/>
                    </a:ext>
                  </a:extLst>
                </p:cNvPr>
                <p:cNvSpPr>
                  <a:spLocks noChangeArrowheads="1"/>
                </p:cNvSpPr>
                <p:nvPr userDrawn="1"/>
              </p:nvSpPr>
              <p:spPr bwMode="hidden">
                <a:xfrm>
                  <a:off x="5403" y="3099"/>
                  <a:ext cx="182" cy="10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2"/>
                    </a:gs>
                    <a:gs pos="100000">
                      <a:schemeClr val="bg1"/>
                    </a:gs>
                  </a:gsLst>
                  <a:lin ang="54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11329" name="Oval 65">
                  <a:extLst>
                    <a:ext uri="{FF2B5EF4-FFF2-40B4-BE49-F238E27FC236}">
                      <a16:creationId xmlns:a16="http://schemas.microsoft.com/office/drawing/2014/main" id="{28601625-3169-EA4E-739B-48A3EE6BD0BA}"/>
                    </a:ext>
                  </a:extLst>
                </p:cNvPr>
                <p:cNvSpPr>
                  <a:spLocks noChangeArrowheads="1"/>
                </p:cNvSpPr>
                <p:nvPr userDrawn="1"/>
              </p:nvSpPr>
              <p:spPr bwMode="hidden">
                <a:xfrm>
                  <a:off x="5431" y="3109"/>
                  <a:ext cx="125" cy="8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54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11330" name="Oval 66">
                  <a:extLst>
                    <a:ext uri="{FF2B5EF4-FFF2-40B4-BE49-F238E27FC236}">
                      <a16:creationId xmlns:a16="http://schemas.microsoft.com/office/drawing/2014/main" id="{AD021A45-FAA9-4855-FBF6-009BE03EF9A4}"/>
                    </a:ext>
                  </a:extLst>
                </p:cNvPr>
                <p:cNvSpPr>
                  <a:spLocks noChangeArrowheads="1"/>
                </p:cNvSpPr>
                <p:nvPr userDrawn="1"/>
              </p:nvSpPr>
              <p:spPr bwMode="hidden">
                <a:xfrm>
                  <a:off x="5458" y="3125"/>
                  <a:ext cx="73" cy="47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2"/>
                    </a:gs>
                    <a:gs pos="100000">
                      <a:schemeClr val="bg1"/>
                    </a:gs>
                  </a:gsLst>
                  <a:lin ang="54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</p:grpSp>
      </p:grpSp>
      <p:sp>
        <p:nvSpPr>
          <p:cNvPr id="11331" name="Rectangle 67">
            <a:extLst>
              <a:ext uri="{FF2B5EF4-FFF2-40B4-BE49-F238E27FC236}">
                <a16:creationId xmlns:a16="http://schemas.microsoft.com/office/drawing/2014/main" id="{35B2ED3B-02DA-ED5F-4D02-5F6C9149C2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1332" name="Rectangle 68">
            <a:extLst>
              <a:ext uri="{FF2B5EF4-FFF2-40B4-BE49-F238E27FC236}">
                <a16:creationId xmlns:a16="http://schemas.microsoft.com/office/drawing/2014/main" id="{96D152B3-735C-9AEF-C983-7062D0DE42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1333" name="Rectangle 69">
            <a:extLst>
              <a:ext uri="{FF2B5EF4-FFF2-40B4-BE49-F238E27FC236}">
                <a16:creationId xmlns:a16="http://schemas.microsoft.com/office/drawing/2014/main" id="{C225AC64-9E3B-C362-B429-095390F66A11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endParaRPr lang="en-US" altLang="pt-BR"/>
          </a:p>
        </p:txBody>
      </p:sp>
      <p:sp>
        <p:nvSpPr>
          <p:cNvPr id="11334" name="Rectangle 70">
            <a:extLst>
              <a:ext uri="{FF2B5EF4-FFF2-40B4-BE49-F238E27FC236}">
                <a16:creationId xmlns:a16="http://schemas.microsoft.com/office/drawing/2014/main" id="{0FED2EA1-F266-74A1-45B7-989604DF916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endParaRPr lang="en-US" altLang="pt-BR"/>
          </a:p>
        </p:txBody>
      </p:sp>
      <p:sp>
        <p:nvSpPr>
          <p:cNvPr id="11335" name="Rectangle 71">
            <a:extLst>
              <a:ext uri="{FF2B5EF4-FFF2-40B4-BE49-F238E27FC236}">
                <a16:creationId xmlns:a16="http://schemas.microsoft.com/office/drawing/2014/main" id="{FEF2BBBA-CDB0-FB8C-F719-F059A43867D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fld id="{879D8BEB-73F2-498B-A79C-8952F94CEB1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  <p:sldLayoutId id="2147483662" r:id="rId7"/>
    <p:sldLayoutId id="2147483663" r:id="rId8"/>
    <p:sldLayoutId id="2147483664" r:id="rId9"/>
    <p:sldLayoutId id="2147483665" r:id="rId10"/>
    <p:sldLayoutId id="2147483666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cs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cs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cs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cs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cs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cs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cs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anose="05000000000000000000" pitchFamily="2" charset="2"/>
        <a:buChar char="Ø"/>
        <a:defRPr sz="32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tx2"/>
        </a:buClr>
        <a:buSzPct val="50000"/>
        <a:buFont typeface="Wingdings" panose="05000000000000000000" pitchFamily="2" charset="2"/>
        <a:buChar char="l"/>
        <a:defRPr sz="28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Char char="•"/>
        <a:defRPr sz="24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l"/>
        <a:defRPr sz="20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Char char="•"/>
        <a:defRPr sz="20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3">
            <a:extLst>
              <a:ext uri="{FF2B5EF4-FFF2-40B4-BE49-F238E27FC236}">
                <a16:creationId xmlns:a16="http://schemas.microsoft.com/office/drawing/2014/main" id="{E9C5F887-A913-F07E-B640-F73F8823C5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2362200"/>
            <a:ext cx="73152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30000"/>
              </a:spcBef>
            </a:pPr>
            <a:r>
              <a:rPr lang="en-US" altLang="pt-BR" sz="3600" i="1">
                <a:latin typeface="Tahoma" panose="020B0604030504040204" pitchFamily="34" charset="0"/>
              </a:rPr>
              <a:t>46 - UM PENDÃO REAL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3D854DC8-040F-166F-81C5-9C970D2163BC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52400" y="1066800"/>
            <a:ext cx="8763000" cy="3505200"/>
          </a:xfrm>
        </p:spPr>
        <p:txBody>
          <a:bodyPr/>
          <a:lstStyle/>
          <a:p>
            <a:pPr algn="l"/>
            <a:r>
              <a:rPr lang="en-US" altLang="pt-BR">
                <a:solidFill>
                  <a:schemeClr val="tx1"/>
                </a:solidFill>
                <a:latin typeface="Monotype Corsiva" panose="03010101010201010101" pitchFamily="66" charset="0"/>
              </a:rPr>
              <a:t>Um pendão real vos entregou o Rei</a:t>
            </a:r>
            <a:br>
              <a:rPr lang="en-US" altLang="pt-BR">
                <a:solidFill>
                  <a:schemeClr val="tx1"/>
                </a:solidFill>
                <a:latin typeface="Monotype Corsiva" panose="03010101010201010101" pitchFamily="66" charset="0"/>
              </a:rPr>
            </a:br>
            <a:r>
              <a:rPr lang="en-US" altLang="pt-BR">
                <a:solidFill>
                  <a:schemeClr val="tx1"/>
                </a:solidFill>
                <a:latin typeface="Monotype Corsiva" panose="03010101010201010101" pitchFamily="66" charset="0"/>
              </a:rPr>
              <a:t>A vós, soldados Seus;</a:t>
            </a:r>
            <a:br>
              <a:rPr lang="en-US" altLang="pt-BR">
                <a:solidFill>
                  <a:schemeClr val="tx1"/>
                </a:solidFill>
                <a:latin typeface="Monotype Corsiva" panose="03010101010201010101" pitchFamily="66" charset="0"/>
              </a:rPr>
            </a:br>
            <a:r>
              <a:rPr lang="en-US" altLang="pt-BR">
                <a:solidFill>
                  <a:schemeClr val="tx1"/>
                </a:solidFill>
                <a:latin typeface="Monotype Corsiva" panose="03010101010201010101" pitchFamily="66" charset="0"/>
              </a:rPr>
              <a:t>Corajosos, pois, em tudo o defendei,</a:t>
            </a:r>
            <a:br>
              <a:rPr lang="en-US" altLang="pt-BR">
                <a:solidFill>
                  <a:schemeClr val="tx1"/>
                </a:solidFill>
                <a:latin typeface="Monotype Corsiva" panose="03010101010201010101" pitchFamily="66" charset="0"/>
              </a:rPr>
            </a:br>
            <a:r>
              <a:rPr lang="en-US" altLang="pt-BR">
                <a:solidFill>
                  <a:schemeClr val="tx1"/>
                </a:solidFill>
                <a:latin typeface="Monotype Corsiva" panose="03010101010201010101" pitchFamily="66" charset="0"/>
              </a:rPr>
              <a:t>Marchando para os céus.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F9854DB4-9FA9-A34D-FADA-84C3FB5C7474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28600" y="685800"/>
            <a:ext cx="8686800" cy="4800600"/>
          </a:xfrm>
        </p:spPr>
        <p:txBody>
          <a:bodyPr/>
          <a:lstStyle/>
          <a:p>
            <a:pPr algn="l"/>
            <a:r>
              <a:rPr lang="en-US" altLang="pt-BR" sz="6000">
                <a:solidFill>
                  <a:schemeClr val="tx1"/>
                </a:solidFill>
                <a:latin typeface="Monotype Corsiva" panose="03010101010201010101" pitchFamily="66" charset="0"/>
              </a:rPr>
              <a:t>Com valor! Sem temor!</a:t>
            </a:r>
            <a:br>
              <a:rPr lang="en-US" altLang="pt-BR" sz="6000">
                <a:solidFill>
                  <a:schemeClr val="tx1"/>
                </a:solidFill>
                <a:latin typeface="Monotype Corsiva" panose="03010101010201010101" pitchFamily="66" charset="0"/>
              </a:rPr>
            </a:br>
            <a:r>
              <a:rPr lang="en-US" altLang="pt-BR" sz="6000">
                <a:solidFill>
                  <a:schemeClr val="tx1"/>
                </a:solidFill>
                <a:latin typeface="Monotype Corsiva" panose="03010101010201010101" pitchFamily="66" charset="0"/>
              </a:rPr>
              <a:t>Por Cristo prontos a sofrer!</a:t>
            </a:r>
            <a:br>
              <a:rPr lang="en-US" altLang="pt-BR" sz="6000">
                <a:solidFill>
                  <a:schemeClr val="tx1"/>
                </a:solidFill>
                <a:latin typeface="Monotype Corsiva" panose="03010101010201010101" pitchFamily="66" charset="0"/>
              </a:rPr>
            </a:br>
            <a:r>
              <a:rPr lang="en-US" altLang="pt-BR" sz="6000">
                <a:solidFill>
                  <a:schemeClr val="tx1"/>
                </a:solidFill>
                <a:latin typeface="Monotype Corsiva" panose="03010101010201010101" pitchFamily="66" charset="0"/>
              </a:rPr>
              <a:t>Bem alto erguei </a:t>
            </a:r>
            <a:br>
              <a:rPr lang="en-US" altLang="pt-BR" sz="6000">
                <a:solidFill>
                  <a:schemeClr val="tx1"/>
                </a:solidFill>
                <a:latin typeface="Monotype Corsiva" panose="03010101010201010101" pitchFamily="66" charset="0"/>
              </a:rPr>
            </a:br>
            <a:r>
              <a:rPr lang="en-US" altLang="pt-BR" sz="6000">
                <a:solidFill>
                  <a:schemeClr val="tx1"/>
                </a:solidFill>
                <a:latin typeface="Monotype Corsiva" panose="03010101010201010101" pitchFamily="66" charset="0"/>
              </a:rPr>
              <a:t>O Seu pendão,</a:t>
            </a:r>
            <a:br>
              <a:rPr lang="en-US" altLang="pt-BR" sz="6000">
                <a:solidFill>
                  <a:schemeClr val="tx1"/>
                </a:solidFill>
                <a:latin typeface="Monotype Corsiva" panose="03010101010201010101" pitchFamily="66" charset="0"/>
              </a:rPr>
            </a:br>
            <a:r>
              <a:rPr lang="en-US" altLang="pt-BR" sz="6000">
                <a:solidFill>
                  <a:schemeClr val="tx1"/>
                </a:solidFill>
                <a:latin typeface="Monotype Corsiva" panose="03010101010201010101" pitchFamily="66" charset="0"/>
              </a:rPr>
              <a:t>Firmes sempre, até morrer!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AE477DCF-5137-583A-A3F2-CCA8B7A01B22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914400"/>
            <a:ext cx="9144000" cy="3733800"/>
          </a:xfrm>
        </p:spPr>
        <p:txBody>
          <a:bodyPr/>
          <a:lstStyle/>
          <a:p>
            <a:pPr algn="l"/>
            <a:r>
              <a:rPr lang="en-US" altLang="pt-BR">
                <a:solidFill>
                  <a:schemeClr val="tx1"/>
                </a:solidFill>
                <a:latin typeface="Monotype Corsiva" panose="03010101010201010101" pitchFamily="66" charset="0"/>
              </a:rPr>
              <a:t>Eis formados já os negros Batalhões</a:t>
            </a:r>
            <a:br>
              <a:rPr lang="en-US" altLang="pt-BR">
                <a:solidFill>
                  <a:schemeClr val="tx1"/>
                </a:solidFill>
                <a:latin typeface="Monotype Corsiva" panose="03010101010201010101" pitchFamily="66" charset="0"/>
              </a:rPr>
            </a:br>
            <a:r>
              <a:rPr lang="en-US" altLang="pt-BR">
                <a:solidFill>
                  <a:schemeClr val="tx1"/>
                </a:solidFill>
                <a:latin typeface="Monotype Corsiva" panose="03010101010201010101" pitchFamily="66" charset="0"/>
              </a:rPr>
              <a:t>Do grande usurpador!</a:t>
            </a:r>
            <a:br>
              <a:rPr lang="en-US" altLang="pt-BR">
                <a:solidFill>
                  <a:schemeClr val="tx1"/>
                </a:solidFill>
                <a:latin typeface="Monotype Corsiva" panose="03010101010201010101" pitchFamily="66" charset="0"/>
              </a:rPr>
            </a:br>
            <a:r>
              <a:rPr lang="en-US" altLang="pt-BR">
                <a:solidFill>
                  <a:schemeClr val="tx1"/>
                </a:solidFill>
                <a:latin typeface="Monotype Corsiva" panose="03010101010201010101" pitchFamily="66" charset="0"/>
              </a:rPr>
              <a:t>Declarai-vos, hoje, bravos campeões:</a:t>
            </a:r>
            <a:br>
              <a:rPr lang="en-US" altLang="pt-BR">
                <a:solidFill>
                  <a:schemeClr val="tx1"/>
                </a:solidFill>
                <a:latin typeface="Monotype Corsiva" panose="03010101010201010101" pitchFamily="66" charset="0"/>
              </a:rPr>
            </a:br>
            <a:r>
              <a:rPr lang="en-US" altLang="pt-BR">
                <a:solidFill>
                  <a:schemeClr val="tx1"/>
                </a:solidFill>
                <a:latin typeface="Monotype Corsiva" panose="03010101010201010101" pitchFamily="66" charset="0"/>
              </a:rPr>
              <a:t>Avante sem temor.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BC7D8B42-A553-22BB-44EA-0794A5C3310F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28600" y="685800"/>
            <a:ext cx="8610600" cy="4876800"/>
          </a:xfrm>
        </p:spPr>
        <p:txBody>
          <a:bodyPr/>
          <a:lstStyle/>
          <a:p>
            <a:pPr algn="l"/>
            <a:r>
              <a:rPr lang="en-US" altLang="pt-BR" sz="6000">
                <a:solidFill>
                  <a:schemeClr val="tx1"/>
                </a:solidFill>
                <a:latin typeface="Monotype Corsiva" panose="03010101010201010101" pitchFamily="66" charset="0"/>
              </a:rPr>
              <a:t>Com valor! Sem temor!</a:t>
            </a:r>
            <a:br>
              <a:rPr lang="en-US" altLang="pt-BR" sz="6000">
                <a:solidFill>
                  <a:schemeClr val="tx1"/>
                </a:solidFill>
                <a:latin typeface="Monotype Corsiva" panose="03010101010201010101" pitchFamily="66" charset="0"/>
              </a:rPr>
            </a:br>
            <a:r>
              <a:rPr lang="en-US" altLang="pt-BR" sz="6000">
                <a:solidFill>
                  <a:schemeClr val="tx1"/>
                </a:solidFill>
                <a:latin typeface="Monotype Corsiva" panose="03010101010201010101" pitchFamily="66" charset="0"/>
              </a:rPr>
              <a:t>Por Cristo prontos a sofrer!</a:t>
            </a:r>
            <a:br>
              <a:rPr lang="en-US" altLang="pt-BR" sz="6000">
                <a:solidFill>
                  <a:schemeClr val="tx1"/>
                </a:solidFill>
                <a:latin typeface="Monotype Corsiva" panose="03010101010201010101" pitchFamily="66" charset="0"/>
              </a:rPr>
            </a:br>
            <a:r>
              <a:rPr lang="en-US" altLang="pt-BR" sz="6000">
                <a:solidFill>
                  <a:schemeClr val="tx1"/>
                </a:solidFill>
                <a:latin typeface="Monotype Corsiva" panose="03010101010201010101" pitchFamily="66" charset="0"/>
              </a:rPr>
              <a:t>Bem alto erguei </a:t>
            </a:r>
            <a:br>
              <a:rPr lang="en-US" altLang="pt-BR" sz="6000">
                <a:solidFill>
                  <a:schemeClr val="tx1"/>
                </a:solidFill>
                <a:latin typeface="Monotype Corsiva" panose="03010101010201010101" pitchFamily="66" charset="0"/>
              </a:rPr>
            </a:br>
            <a:r>
              <a:rPr lang="en-US" altLang="pt-BR" sz="6000">
                <a:solidFill>
                  <a:schemeClr val="tx1"/>
                </a:solidFill>
                <a:latin typeface="Monotype Corsiva" panose="03010101010201010101" pitchFamily="66" charset="0"/>
              </a:rPr>
              <a:t>o Seu pendão,</a:t>
            </a:r>
            <a:br>
              <a:rPr lang="en-US" altLang="pt-BR" sz="6000">
                <a:solidFill>
                  <a:schemeClr val="tx1"/>
                </a:solidFill>
                <a:latin typeface="Monotype Corsiva" panose="03010101010201010101" pitchFamily="66" charset="0"/>
              </a:rPr>
            </a:br>
            <a:r>
              <a:rPr lang="en-US" altLang="pt-BR" sz="6000">
                <a:solidFill>
                  <a:schemeClr val="tx1"/>
                </a:solidFill>
                <a:latin typeface="Monotype Corsiva" panose="03010101010201010101" pitchFamily="66" charset="0"/>
              </a:rPr>
              <a:t>Firmes sempre, até morrer!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188B8D50-A7DF-1208-BB87-3ADF6D649BA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381000" y="914400"/>
            <a:ext cx="8458200" cy="3200400"/>
          </a:xfrm>
        </p:spPr>
        <p:txBody>
          <a:bodyPr/>
          <a:lstStyle/>
          <a:p>
            <a:pPr algn="l"/>
            <a:r>
              <a:rPr lang="en-US" altLang="pt-BR">
                <a:solidFill>
                  <a:schemeClr val="tx1"/>
                </a:solidFill>
                <a:latin typeface="Monotype Corsiva" panose="03010101010201010101" pitchFamily="66" charset="0"/>
              </a:rPr>
              <a:t>Quem receio sente no seu coração,</a:t>
            </a:r>
            <a:br>
              <a:rPr lang="en-US" altLang="pt-BR">
                <a:solidFill>
                  <a:schemeClr val="tx1"/>
                </a:solidFill>
                <a:latin typeface="Monotype Corsiva" panose="03010101010201010101" pitchFamily="66" charset="0"/>
              </a:rPr>
            </a:br>
            <a:r>
              <a:rPr lang="en-US" altLang="pt-BR">
                <a:solidFill>
                  <a:schemeClr val="tx1"/>
                </a:solidFill>
                <a:latin typeface="Monotype Corsiva" panose="03010101010201010101" pitchFamily="66" charset="0"/>
              </a:rPr>
              <a:t>E fraco se mostrar.</a:t>
            </a:r>
            <a:br>
              <a:rPr lang="en-US" altLang="pt-BR">
                <a:solidFill>
                  <a:schemeClr val="tx1"/>
                </a:solidFill>
                <a:latin typeface="Monotype Corsiva" panose="03010101010201010101" pitchFamily="66" charset="0"/>
              </a:rPr>
            </a:br>
            <a:r>
              <a:rPr lang="en-US" altLang="pt-BR">
                <a:solidFill>
                  <a:schemeClr val="tx1"/>
                </a:solidFill>
                <a:latin typeface="Monotype Corsiva" panose="03010101010201010101" pitchFamily="66" charset="0"/>
              </a:rPr>
              <a:t>Não receberá o eterno galardão,</a:t>
            </a:r>
            <a:br>
              <a:rPr lang="en-US" altLang="pt-BR">
                <a:solidFill>
                  <a:schemeClr val="tx1"/>
                </a:solidFill>
                <a:latin typeface="Monotype Corsiva" panose="03010101010201010101" pitchFamily="66" charset="0"/>
              </a:rPr>
            </a:br>
            <a:r>
              <a:rPr lang="en-US" altLang="pt-BR">
                <a:solidFill>
                  <a:schemeClr val="tx1"/>
                </a:solidFill>
                <a:latin typeface="Monotype Corsiva" panose="03010101010201010101" pitchFamily="66" charset="0"/>
              </a:rPr>
              <a:t>Que Cristo tem p`ra dar.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1DA7A0A0-BC08-4185-258C-B6ADA93600F2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304800" y="533400"/>
            <a:ext cx="8534400" cy="4724400"/>
          </a:xfrm>
        </p:spPr>
        <p:txBody>
          <a:bodyPr/>
          <a:lstStyle/>
          <a:p>
            <a:pPr algn="l"/>
            <a:r>
              <a:rPr lang="en-US" altLang="pt-BR" sz="6000">
                <a:solidFill>
                  <a:schemeClr val="tx1"/>
                </a:solidFill>
                <a:latin typeface="Monotype Corsiva" panose="03010101010201010101" pitchFamily="66" charset="0"/>
              </a:rPr>
              <a:t>Com valor! Sem temor!</a:t>
            </a:r>
            <a:br>
              <a:rPr lang="en-US" altLang="pt-BR" sz="6000">
                <a:solidFill>
                  <a:schemeClr val="tx1"/>
                </a:solidFill>
                <a:latin typeface="Monotype Corsiva" panose="03010101010201010101" pitchFamily="66" charset="0"/>
              </a:rPr>
            </a:br>
            <a:r>
              <a:rPr lang="en-US" altLang="pt-BR" sz="6000">
                <a:solidFill>
                  <a:schemeClr val="tx1"/>
                </a:solidFill>
                <a:latin typeface="Monotype Corsiva" panose="03010101010201010101" pitchFamily="66" charset="0"/>
              </a:rPr>
              <a:t>Por Cristo prontos a sofrer!</a:t>
            </a:r>
            <a:br>
              <a:rPr lang="en-US" altLang="pt-BR" sz="6000">
                <a:solidFill>
                  <a:schemeClr val="tx1"/>
                </a:solidFill>
                <a:latin typeface="Monotype Corsiva" panose="03010101010201010101" pitchFamily="66" charset="0"/>
              </a:rPr>
            </a:br>
            <a:r>
              <a:rPr lang="en-US" altLang="pt-BR" sz="6000">
                <a:solidFill>
                  <a:schemeClr val="tx1"/>
                </a:solidFill>
                <a:latin typeface="Monotype Corsiva" panose="03010101010201010101" pitchFamily="66" charset="0"/>
              </a:rPr>
              <a:t>Bem alto erguei </a:t>
            </a:r>
            <a:br>
              <a:rPr lang="en-US" altLang="pt-BR" sz="6000">
                <a:solidFill>
                  <a:schemeClr val="tx1"/>
                </a:solidFill>
                <a:latin typeface="Monotype Corsiva" panose="03010101010201010101" pitchFamily="66" charset="0"/>
              </a:rPr>
            </a:br>
            <a:r>
              <a:rPr lang="en-US" altLang="pt-BR" sz="6000">
                <a:solidFill>
                  <a:schemeClr val="tx1"/>
                </a:solidFill>
                <a:latin typeface="Monotype Corsiva" panose="03010101010201010101" pitchFamily="66" charset="0"/>
              </a:rPr>
              <a:t>o Seu pendão,</a:t>
            </a:r>
            <a:br>
              <a:rPr lang="en-US" altLang="pt-BR" sz="6000">
                <a:solidFill>
                  <a:schemeClr val="tx1"/>
                </a:solidFill>
                <a:latin typeface="Monotype Corsiva" panose="03010101010201010101" pitchFamily="66" charset="0"/>
              </a:rPr>
            </a:br>
            <a:r>
              <a:rPr lang="en-US" altLang="pt-BR" sz="6000">
                <a:solidFill>
                  <a:schemeClr val="tx1"/>
                </a:solidFill>
                <a:latin typeface="Monotype Corsiva" panose="03010101010201010101" pitchFamily="66" charset="0"/>
              </a:rPr>
              <a:t>Firmes sempre, até morrer!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82C0DFCE-E7A6-D779-4393-B0BA636D13A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609600"/>
            <a:ext cx="9144000" cy="3581400"/>
          </a:xfrm>
        </p:spPr>
        <p:txBody>
          <a:bodyPr/>
          <a:lstStyle/>
          <a:p>
            <a:pPr algn="l"/>
            <a:r>
              <a:rPr lang="en-US" altLang="pt-BR">
                <a:solidFill>
                  <a:schemeClr val="tx1"/>
                </a:solidFill>
                <a:latin typeface="Monotype Corsiva" panose="03010101010201010101" pitchFamily="66" charset="0"/>
              </a:rPr>
              <a:t>Pois sejamos, todos, a Jesus leais,</a:t>
            </a:r>
            <a:br>
              <a:rPr lang="en-US" altLang="pt-BR">
                <a:solidFill>
                  <a:schemeClr val="tx1"/>
                </a:solidFill>
                <a:latin typeface="Monotype Corsiva" panose="03010101010201010101" pitchFamily="66" charset="0"/>
              </a:rPr>
            </a:br>
            <a:r>
              <a:rPr lang="en-US" altLang="pt-BR">
                <a:solidFill>
                  <a:schemeClr val="tx1"/>
                </a:solidFill>
                <a:latin typeface="Monotype Corsiva" panose="03010101010201010101" pitchFamily="66" charset="0"/>
              </a:rPr>
              <a:t>E a Seu real pendão;</a:t>
            </a:r>
            <a:br>
              <a:rPr lang="en-US" altLang="pt-BR">
                <a:solidFill>
                  <a:schemeClr val="tx1"/>
                </a:solidFill>
                <a:latin typeface="Monotype Corsiva" panose="03010101010201010101" pitchFamily="66" charset="0"/>
              </a:rPr>
            </a:br>
            <a:r>
              <a:rPr lang="en-US" altLang="pt-BR">
                <a:solidFill>
                  <a:schemeClr val="tx1"/>
                </a:solidFill>
                <a:latin typeface="Monotype Corsiva" panose="03010101010201010101" pitchFamily="66" charset="0"/>
              </a:rPr>
              <a:t>Os que na batalha sempre são fiéis,</a:t>
            </a:r>
            <a:br>
              <a:rPr lang="en-US" altLang="pt-BR">
                <a:solidFill>
                  <a:schemeClr val="tx1"/>
                </a:solidFill>
                <a:latin typeface="Monotype Corsiva" panose="03010101010201010101" pitchFamily="66" charset="0"/>
              </a:rPr>
            </a:br>
            <a:r>
              <a:rPr lang="en-US" altLang="pt-BR">
                <a:solidFill>
                  <a:schemeClr val="tx1"/>
                </a:solidFill>
                <a:latin typeface="Monotype Corsiva" panose="03010101010201010101" pitchFamily="66" charset="0"/>
              </a:rPr>
              <a:t>Com Ele reinarão.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6D080846-C4D0-DAA0-522A-2AE0ED0839B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28600" y="762000"/>
            <a:ext cx="8610600" cy="4648200"/>
          </a:xfrm>
        </p:spPr>
        <p:txBody>
          <a:bodyPr/>
          <a:lstStyle/>
          <a:p>
            <a:pPr algn="l"/>
            <a:r>
              <a:rPr lang="en-US" altLang="pt-BR" sz="6000">
                <a:solidFill>
                  <a:schemeClr val="tx1"/>
                </a:solidFill>
                <a:latin typeface="Monotype Corsiva" panose="03010101010201010101" pitchFamily="66" charset="0"/>
              </a:rPr>
              <a:t>Com valor! Sem temor!</a:t>
            </a:r>
            <a:br>
              <a:rPr lang="en-US" altLang="pt-BR" sz="6000">
                <a:solidFill>
                  <a:schemeClr val="tx1"/>
                </a:solidFill>
                <a:latin typeface="Monotype Corsiva" panose="03010101010201010101" pitchFamily="66" charset="0"/>
              </a:rPr>
            </a:br>
            <a:r>
              <a:rPr lang="en-US" altLang="pt-BR" sz="6000">
                <a:solidFill>
                  <a:schemeClr val="tx1"/>
                </a:solidFill>
                <a:latin typeface="Monotype Corsiva" panose="03010101010201010101" pitchFamily="66" charset="0"/>
              </a:rPr>
              <a:t>Por Cristo prontos a sofrer!</a:t>
            </a:r>
            <a:br>
              <a:rPr lang="en-US" altLang="pt-BR" sz="6000">
                <a:solidFill>
                  <a:schemeClr val="tx1"/>
                </a:solidFill>
                <a:latin typeface="Monotype Corsiva" panose="03010101010201010101" pitchFamily="66" charset="0"/>
              </a:rPr>
            </a:br>
            <a:r>
              <a:rPr lang="en-US" altLang="pt-BR" sz="6000">
                <a:solidFill>
                  <a:schemeClr val="tx1"/>
                </a:solidFill>
                <a:latin typeface="Monotype Corsiva" panose="03010101010201010101" pitchFamily="66" charset="0"/>
              </a:rPr>
              <a:t>Bem alto erguei </a:t>
            </a:r>
            <a:br>
              <a:rPr lang="en-US" altLang="pt-BR" sz="6000">
                <a:solidFill>
                  <a:schemeClr val="tx1"/>
                </a:solidFill>
                <a:latin typeface="Monotype Corsiva" panose="03010101010201010101" pitchFamily="66" charset="0"/>
              </a:rPr>
            </a:br>
            <a:r>
              <a:rPr lang="en-US" altLang="pt-BR" sz="6000">
                <a:solidFill>
                  <a:schemeClr val="tx1"/>
                </a:solidFill>
                <a:latin typeface="Monotype Corsiva" panose="03010101010201010101" pitchFamily="66" charset="0"/>
              </a:rPr>
              <a:t>o Seu pendão,</a:t>
            </a:r>
            <a:br>
              <a:rPr lang="en-US" altLang="pt-BR" sz="6000">
                <a:solidFill>
                  <a:schemeClr val="tx1"/>
                </a:solidFill>
                <a:latin typeface="Monotype Corsiva" panose="03010101010201010101" pitchFamily="66" charset="0"/>
              </a:rPr>
            </a:br>
            <a:r>
              <a:rPr lang="en-US" altLang="pt-BR" sz="6000">
                <a:solidFill>
                  <a:schemeClr val="tx1"/>
                </a:solidFill>
                <a:latin typeface="Monotype Corsiva" panose="03010101010201010101" pitchFamily="66" charset="0"/>
              </a:rPr>
              <a:t>Firmes sempre, até morrer!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ndulações">
  <a:themeElements>
    <a:clrScheme name="Ondulações 3">
      <a:dk1>
        <a:srgbClr val="008AE8"/>
      </a:dk1>
      <a:lt1>
        <a:srgbClr val="FFFFFF"/>
      </a:lt1>
      <a:dk2>
        <a:srgbClr val="0068AE"/>
      </a:dk2>
      <a:lt2>
        <a:srgbClr val="CCECFF"/>
      </a:lt2>
      <a:accent1>
        <a:srgbClr val="009999"/>
      </a:accent1>
      <a:accent2>
        <a:srgbClr val="0088E4"/>
      </a:accent2>
      <a:accent3>
        <a:srgbClr val="AAB9D3"/>
      </a:accent3>
      <a:accent4>
        <a:srgbClr val="DADADA"/>
      </a:accent4>
      <a:accent5>
        <a:srgbClr val="AACACA"/>
      </a:accent5>
      <a:accent6>
        <a:srgbClr val="007BCF"/>
      </a:accent6>
      <a:hlink>
        <a:srgbClr val="99FF99"/>
      </a:hlink>
      <a:folHlink>
        <a:srgbClr val="AFE1FF"/>
      </a:folHlink>
    </a:clrScheme>
    <a:fontScheme name="Ondulações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Ondulações 1">
        <a:dk1>
          <a:srgbClr val="2B2B85"/>
        </a:dk1>
        <a:lt1>
          <a:srgbClr val="FFFFFF"/>
        </a:lt1>
        <a:dk2>
          <a:srgbClr val="00254A"/>
        </a:dk2>
        <a:lt2>
          <a:srgbClr val="C0C0C0"/>
        </a:lt2>
        <a:accent1>
          <a:srgbClr val="0099FF"/>
        </a:accent1>
        <a:accent2>
          <a:srgbClr val="006699"/>
        </a:accent2>
        <a:accent3>
          <a:srgbClr val="AAACB1"/>
        </a:accent3>
        <a:accent4>
          <a:srgbClr val="DADADA"/>
        </a:accent4>
        <a:accent5>
          <a:srgbClr val="AACAFF"/>
        </a:accent5>
        <a:accent6>
          <a:srgbClr val="005C8A"/>
        </a:accent6>
        <a:hlink>
          <a:srgbClr val="99CCFF"/>
        </a:hlink>
        <a:folHlink>
          <a:srgbClr val="8F8FB5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ndulações 2">
        <a:dk1>
          <a:srgbClr val="3B4B5D"/>
        </a:dk1>
        <a:lt1>
          <a:srgbClr val="FFFFFF"/>
        </a:lt1>
        <a:dk2>
          <a:srgbClr val="466886"/>
        </a:dk2>
        <a:lt2>
          <a:srgbClr val="CCECFF"/>
        </a:lt2>
        <a:accent1>
          <a:srgbClr val="6D9D97"/>
        </a:accent1>
        <a:accent2>
          <a:srgbClr val="53718C"/>
        </a:accent2>
        <a:accent3>
          <a:srgbClr val="B0B9C3"/>
        </a:accent3>
        <a:accent4>
          <a:srgbClr val="DADADA"/>
        </a:accent4>
        <a:accent5>
          <a:srgbClr val="BACCC9"/>
        </a:accent5>
        <a:accent6>
          <a:srgbClr val="4A667E"/>
        </a:accent6>
        <a:hlink>
          <a:srgbClr val="99CCFF"/>
        </a:hlink>
        <a:folHlink>
          <a:srgbClr val="A97CF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ndulações 3">
        <a:dk1>
          <a:srgbClr val="008AE8"/>
        </a:dk1>
        <a:lt1>
          <a:srgbClr val="FFFFFF"/>
        </a:lt1>
        <a:dk2>
          <a:srgbClr val="0068AE"/>
        </a:dk2>
        <a:lt2>
          <a:srgbClr val="CCECFF"/>
        </a:lt2>
        <a:accent1>
          <a:srgbClr val="009999"/>
        </a:accent1>
        <a:accent2>
          <a:srgbClr val="0088E4"/>
        </a:accent2>
        <a:accent3>
          <a:srgbClr val="AAB9D3"/>
        </a:accent3>
        <a:accent4>
          <a:srgbClr val="DADADA"/>
        </a:accent4>
        <a:accent5>
          <a:srgbClr val="AACACA"/>
        </a:accent5>
        <a:accent6>
          <a:srgbClr val="007BCF"/>
        </a:accent6>
        <a:hlink>
          <a:srgbClr val="99FF99"/>
        </a:hlink>
        <a:folHlink>
          <a:srgbClr val="AFE1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ndulações 4">
        <a:dk1>
          <a:srgbClr val="9B69FF"/>
        </a:dk1>
        <a:lt1>
          <a:srgbClr val="FFFFFF"/>
        </a:lt1>
        <a:dk2>
          <a:srgbClr val="666699"/>
        </a:dk2>
        <a:lt2>
          <a:srgbClr val="D9D9FF"/>
        </a:lt2>
        <a:accent1>
          <a:srgbClr val="66CCFF"/>
        </a:accent1>
        <a:accent2>
          <a:srgbClr val="9966FF"/>
        </a:accent2>
        <a:accent3>
          <a:srgbClr val="B8B8CA"/>
        </a:accent3>
        <a:accent4>
          <a:srgbClr val="DADADA"/>
        </a:accent4>
        <a:accent5>
          <a:srgbClr val="B8E2FF"/>
        </a:accent5>
        <a:accent6>
          <a:srgbClr val="8A5CE7"/>
        </a:accent6>
        <a:hlink>
          <a:srgbClr val="0099CC"/>
        </a:hlink>
        <a:folHlink>
          <a:srgbClr val="0033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ndulações 5">
        <a:dk1>
          <a:srgbClr val="008080"/>
        </a:dk1>
        <a:lt1>
          <a:srgbClr val="FFFFFF"/>
        </a:lt1>
        <a:dk2>
          <a:srgbClr val="006666"/>
        </a:dk2>
        <a:lt2>
          <a:srgbClr val="FFFFCC"/>
        </a:lt2>
        <a:accent1>
          <a:srgbClr val="0099FF"/>
        </a:accent1>
        <a:accent2>
          <a:srgbClr val="008080"/>
        </a:accent2>
        <a:accent3>
          <a:srgbClr val="AAB8B8"/>
        </a:accent3>
        <a:accent4>
          <a:srgbClr val="DADADA"/>
        </a:accent4>
        <a:accent5>
          <a:srgbClr val="AACAFF"/>
        </a:accent5>
        <a:accent6>
          <a:srgbClr val="007373"/>
        </a:accent6>
        <a:hlink>
          <a:srgbClr val="1ACE9F"/>
        </a:hlink>
        <a:folHlink>
          <a:srgbClr val="A5B5C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ndulações 6">
        <a:dk1>
          <a:srgbClr val="CDD9D1"/>
        </a:dk1>
        <a:lt1>
          <a:srgbClr val="FFFFFF"/>
        </a:lt1>
        <a:dk2>
          <a:srgbClr val="A3BBA9"/>
        </a:dk2>
        <a:lt2>
          <a:srgbClr val="007D80"/>
        </a:lt2>
        <a:accent1>
          <a:srgbClr val="9CA8A4"/>
        </a:accent1>
        <a:accent2>
          <a:srgbClr val="CBD7CE"/>
        </a:accent2>
        <a:accent3>
          <a:srgbClr val="CEDAD1"/>
        </a:accent3>
        <a:accent4>
          <a:srgbClr val="DADADA"/>
        </a:accent4>
        <a:accent5>
          <a:srgbClr val="CBD1CF"/>
        </a:accent5>
        <a:accent6>
          <a:srgbClr val="B8C3BA"/>
        </a:accent6>
        <a:hlink>
          <a:srgbClr val="009900"/>
        </a:hlink>
        <a:folHlink>
          <a:srgbClr val="0099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ndulações 7">
        <a:dk1>
          <a:srgbClr val="686B5D"/>
        </a:dk1>
        <a:lt1>
          <a:srgbClr val="DCDAD0"/>
        </a:lt1>
        <a:dk2>
          <a:srgbClr val="525040"/>
        </a:dk2>
        <a:lt2>
          <a:srgbClr val="D3D2A6"/>
        </a:lt2>
        <a:accent1>
          <a:srgbClr val="5D8770"/>
        </a:accent1>
        <a:accent2>
          <a:srgbClr val="686B5D"/>
        </a:accent2>
        <a:accent3>
          <a:srgbClr val="B3B3AF"/>
        </a:accent3>
        <a:accent4>
          <a:srgbClr val="BCBAB1"/>
        </a:accent4>
        <a:accent5>
          <a:srgbClr val="B6C3BB"/>
        </a:accent5>
        <a:accent6>
          <a:srgbClr val="5E6053"/>
        </a:accent6>
        <a:hlink>
          <a:srgbClr val="85B7A9"/>
        </a:hlink>
        <a:folHlink>
          <a:srgbClr val="B8936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ndulações 8">
        <a:dk1>
          <a:srgbClr val="000000"/>
        </a:dk1>
        <a:lt1>
          <a:srgbClr val="EAEAEA"/>
        </a:lt1>
        <a:dk2>
          <a:srgbClr val="000000"/>
        </a:dk2>
        <a:lt2>
          <a:srgbClr val="B2B2B2"/>
        </a:lt2>
        <a:accent1>
          <a:srgbClr val="A4BCC4"/>
        </a:accent1>
        <a:accent2>
          <a:srgbClr val="FFFFFF"/>
        </a:accent2>
        <a:accent3>
          <a:srgbClr val="F3F3F3"/>
        </a:accent3>
        <a:accent4>
          <a:srgbClr val="000000"/>
        </a:accent4>
        <a:accent5>
          <a:srgbClr val="CFDADE"/>
        </a:accent5>
        <a:accent6>
          <a:srgbClr val="E7E7E7"/>
        </a:accent6>
        <a:hlink>
          <a:srgbClr val="0066FF"/>
        </a:hlink>
        <a:folHlink>
          <a:srgbClr val="00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ndulações 9">
        <a:dk1>
          <a:srgbClr val="000000"/>
        </a:dk1>
        <a:lt1>
          <a:srgbClr val="D7D1B9"/>
        </a:lt1>
        <a:dk2>
          <a:srgbClr val="B39257"/>
        </a:dk2>
        <a:lt2>
          <a:srgbClr val="B1A887"/>
        </a:lt2>
        <a:accent1>
          <a:srgbClr val="FFCC66"/>
        </a:accent1>
        <a:accent2>
          <a:srgbClr val="E6E3AC"/>
        </a:accent2>
        <a:accent3>
          <a:srgbClr val="E8E5D9"/>
        </a:accent3>
        <a:accent4>
          <a:srgbClr val="000000"/>
        </a:accent4>
        <a:accent5>
          <a:srgbClr val="FFE2B8"/>
        </a:accent5>
        <a:accent6>
          <a:srgbClr val="D0CE9B"/>
        </a:accent6>
        <a:hlink>
          <a:srgbClr val="666633"/>
        </a:hlink>
        <a:folHlink>
          <a:srgbClr val="9C98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Ripple</Template>
  <TotalTime>59</TotalTime>
  <Words>235</Words>
  <Application>Microsoft Office PowerPoint</Application>
  <PresentationFormat>Apresentação na tela (4:3)</PresentationFormat>
  <Paragraphs>10</Paragraphs>
  <Slides>9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4" baseType="lpstr">
      <vt:lpstr>Arial</vt:lpstr>
      <vt:lpstr>Wingdings</vt:lpstr>
      <vt:lpstr>Tahoma</vt:lpstr>
      <vt:lpstr>Monotype Corsiva</vt:lpstr>
      <vt:lpstr>Ondulações</vt:lpstr>
      <vt:lpstr>Apresentação do PowerPoint</vt:lpstr>
      <vt:lpstr>Um pendão real vos entregou o Rei A vós, soldados Seus; Corajosos, pois, em tudo o defendei, Marchando para os céus.</vt:lpstr>
      <vt:lpstr>Com valor! Sem temor! Por Cristo prontos a sofrer! Bem alto erguei  O Seu pendão, Firmes sempre, até morrer!</vt:lpstr>
      <vt:lpstr>Eis formados já os negros Batalhões Do grande usurpador! Declarai-vos, hoje, bravos campeões: Avante sem temor.</vt:lpstr>
      <vt:lpstr>Com valor! Sem temor! Por Cristo prontos a sofrer! Bem alto erguei  o Seu pendão, Firmes sempre, até morrer!</vt:lpstr>
      <vt:lpstr>Quem receio sente no seu coração, E fraco se mostrar. Não receberá o eterno galardão, Que Cristo tem p`ra dar.</vt:lpstr>
      <vt:lpstr>Com valor! Sem temor! Por Cristo prontos a sofrer! Bem alto erguei  o Seu pendão, Firmes sempre, até morrer!</vt:lpstr>
      <vt:lpstr>Pois sejamos, todos, a Jesus leais, E a Seu real pendão; Os que na batalha sempre são fiéis, Com Ele reinarão.</vt:lpstr>
      <vt:lpstr>Com valor! Sem temor! Por Cristo prontos a sofrer! Bem alto erguei  o Seu pendão, Firmes sempre, até morrer!</vt:lpstr>
    </vt:vector>
  </TitlesOfParts>
  <Company>de bem family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Um pendão vos entregou o Rei A vós, soldados seus; Corajosos, pois, em tudo o defendei, Marchando para os céus.</dc:title>
  <dc:creator>Heliezer de Bem</dc:creator>
  <cp:lastModifiedBy>Emerson Souza</cp:lastModifiedBy>
  <cp:revision>4</cp:revision>
  <dcterms:created xsi:type="dcterms:W3CDTF">2005-01-13T23:11:52Z</dcterms:created>
  <dcterms:modified xsi:type="dcterms:W3CDTF">2026-05-02T21:40:44Z</dcterms:modified>
</cp:coreProperties>
</file>