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90" y="-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671A9E-8710-7C3B-0F80-596E443A58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B3D0F0-DA4F-543C-2519-1F25F7D677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952F31-E76E-79B2-EF80-4731E778A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39CC87-84FA-F6C9-709D-71DF17500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B180856-5DBD-C26D-F086-F8B3439CC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9A39AC-BFFD-46CC-8977-82B2B319A0A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33102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AE7A2A-8530-351D-74CE-53560F6D9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2994912-AF5D-74D3-A91F-F78BA2F73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9977A07-BD23-8102-733B-921E920EA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083BD62-8DD7-02E2-DCF1-E6DFB93AB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FA73AA9-7767-7558-72B1-8AD451344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30686D-7180-435D-9E73-4A48F4072B1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70880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182A66-1C1E-A256-B303-4022BF134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9F22438-E06B-5587-9053-EC3AD65A8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D049FD-2E52-102F-7EF1-1692964D6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C225EE-3F9A-FE56-B7C8-07E950801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832B16-C9B5-BE80-6726-5A1A31BFF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2E8E1F-F8A0-4C6D-B09A-BA951A9C486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37895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41B5BB-8B90-A6AA-B8A2-53C47837B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1DC54F-049F-33CF-0338-2BAAB6546D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2BFD2C1-1D69-18BC-6841-E05E0375F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BA7B2C8-C21F-88A2-7790-CF619CCB9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0DAF268-585E-4799-79B7-1D67B2FD5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0E1CBE6-CB7D-EEFA-720C-A20263FFD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A77679-D7AE-4D5C-B7A1-3E141766DBD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61632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D59A7A-D271-C902-414E-AAC457919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FD6BE28-1611-F833-A40F-AF18413602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EDFFAF9-4389-0F69-C16C-1733AF1506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44F230C-4CC4-A20C-F96F-DA9AB86BA2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13EBEA6-337C-A6BC-9960-6C02A8590F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8C6AF79-464D-A546-2A8F-2BB4518F7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C04B7D9-C2FF-04E3-E010-A645491A4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73AF4BE-98E4-1D3F-60CF-AA99BD7DC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BEB173-FDDD-4C07-B0F6-0D345D00C02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86337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38AC19-D977-16C3-C1A1-C8BC3CC54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3C98DBF-7AB8-DB47-1082-827CA6556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E04B91D-E10C-EE8C-92E1-DD50B47F0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4C37A5F-6620-74C0-B867-0C91BEB10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F82135-AD98-43D7-8FED-5601A30AF0B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71962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4EDFB1C-A15A-9A49-3BC9-58BB1F99E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7B2A813-6795-A29F-FC16-112ED9912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FAC6724-F813-5FA0-6BAD-B6064FCFB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59B546-1152-46F0-A65B-FD27A5C24F3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0918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8DEC86-52F6-A506-A2F5-C7B240B06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61096D-0D1A-7F4D-5E20-82EA3366A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EB90905-5A4E-9274-C119-97613794FC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C28861B-BCCB-A474-BD85-05070F302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791A7DC-C6A4-8E19-A8FE-61BA75661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28D269A-56B6-E65C-4076-9AE16DF3C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0C0299-108A-4098-A6FC-9E41A234294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01935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21156A-1518-08ED-BBF0-9E6F09E5F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5EFEFF5-D3B8-46BC-EDC3-0179E8A8D4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D5DD33E-5CCC-EC9E-2097-01DC503F9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6A856AE-B676-CC86-E4A4-A3AC76EB9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C37C4DC-C7DF-ACA8-D287-939112B52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EC30D5A-A96C-DA01-A178-4E437576A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B283C4-F2CE-43A2-8BC3-CC578E702DB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70695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A12A10-1818-9EE4-6826-72A5F8A7F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DE563C5-4641-93DC-CEEE-076DB1CF33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816546-E0FB-9082-2454-E0CAF3E36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F23FDA-B5F4-D405-D66C-FA658DCFB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614B08-7F2F-D7C8-3291-9E1C5166B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0296D6-54F9-4290-946A-7F79BD46144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97542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3330D4B-3CB9-95F4-00EB-B7432B6BB3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D39CEDB-604A-3471-7C81-CC55CFDDF1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54AA14-6353-8FA9-99E6-D6F7B90AE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63A68C5-7426-F0AB-1444-51169ACD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49D4228-8072-5482-AFD7-D66494DEE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49A186-4EBC-4831-8E11-7304338EABC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44318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CCFFD9D-BEF9-0A46-5904-5040B9C312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8E9A374-3F60-3E69-3819-E5E564D147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37F40E1-F08F-B84F-21E8-07A2F143655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4C19C4D-1F36-90D0-128F-6CAE695240C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7ECF79B-FC71-93D5-078A-F8E0A1F9DC9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EC9D9A1-657A-4E1A-B413-317E178F2EF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9BF50C7-A636-56DD-2121-44E8984E5B8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400" b="1"/>
              <a:t>493 – Ao Pai Voltai</a:t>
            </a:r>
            <a:r>
              <a:rPr lang="en-US" altLang="pt-BR" sz="44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1E983A08-07E0-F45A-3674-E9C8BA59461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360718BF-040C-BEB4-CD0F-41439BE230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i="1"/>
              <a:t>Ao Pai voltai, vós que chorais,</a:t>
            </a:r>
            <a:r>
              <a:rPr lang="en-US" altLang="pt-BR"/>
              <a:t> </a:t>
            </a:r>
            <a:r>
              <a:rPr lang="en-US" altLang="pt-BR" i="1"/>
              <a:t>Voltai ao lar paterno;</a:t>
            </a:r>
            <a:r>
              <a:rPr lang="en-US" altLang="pt-BR"/>
              <a:t> </a:t>
            </a:r>
            <a:r>
              <a:rPr lang="en-US" altLang="pt-BR" i="1"/>
              <a:t>Pois lá Jesus, em santa luz,</a:t>
            </a:r>
            <a:r>
              <a:rPr lang="en-US" altLang="pt-BR"/>
              <a:t> </a:t>
            </a:r>
            <a:r>
              <a:rPr lang="en-US" altLang="pt-BR" i="1"/>
              <a:t>Vos dá um gozo eterno!</a:t>
            </a:r>
            <a:r>
              <a:rPr lang="en-US" altLang="pt-BR"/>
              <a:t> </a:t>
            </a:r>
            <a:r>
              <a:rPr lang="en-US" altLang="pt-BR" i="1"/>
              <a:t> </a:t>
            </a:r>
            <a:endParaRPr lang="en-US" alt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15A9FF2-BB86-FE0A-0106-ECD9E69A63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b="1" i="1"/>
              <a:t>Ao Pai voltai, voltai ao lar eterno;</a:t>
            </a:r>
            <a:r>
              <a:rPr lang="en-US" altLang="pt-BR"/>
              <a:t> </a:t>
            </a:r>
            <a:r>
              <a:rPr lang="en-US" altLang="pt-BR" b="1" i="1"/>
              <a:t>A Deus tomai, ao vosso lar paterno.</a:t>
            </a:r>
            <a:r>
              <a:rPr lang="en-US" altLang="pt-BR"/>
              <a:t> </a:t>
            </a:r>
            <a:r>
              <a:rPr lang="en-US" altLang="pt-BR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7E0CDFC-A3DE-616F-4FD1-3156252CB3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i="1"/>
              <a:t>2 O Pai está ansioso lá,</a:t>
            </a:r>
            <a:r>
              <a:rPr lang="en-US" altLang="pt-BR"/>
              <a:t> </a:t>
            </a:r>
            <a:r>
              <a:rPr lang="en-US" altLang="pt-BR" i="1"/>
              <a:t>Pois quer vos ver a salvo;</a:t>
            </a:r>
            <a:r>
              <a:rPr lang="en-US" altLang="pt-BR"/>
              <a:t> </a:t>
            </a:r>
            <a:r>
              <a:rPr lang="en-US" altLang="pt-BR" i="1"/>
              <a:t>Tereis então a salvação Se Cristo for o alvo!</a:t>
            </a:r>
            <a:r>
              <a:rPr lang="en-US" altLang="pt-BR"/>
              <a:t> </a:t>
            </a:r>
            <a:r>
              <a:rPr lang="en-US" altLang="pt-BR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965C401-EA6F-1610-D413-4ED6B73C93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i="1"/>
              <a:t>3 O mal deixai e regressei</a:t>
            </a:r>
            <a:r>
              <a:rPr lang="en-US" altLang="pt-BR"/>
              <a:t> </a:t>
            </a:r>
            <a:r>
              <a:rPr lang="en-US" altLang="pt-BR" i="1"/>
              <a:t>Pra o lar do Pai glorioso,</a:t>
            </a:r>
            <a:r>
              <a:rPr lang="en-US" altLang="pt-BR"/>
              <a:t> </a:t>
            </a:r>
            <a:r>
              <a:rPr lang="en-US" altLang="pt-BR" i="1"/>
              <a:t>Então, assim, sereis enfim</a:t>
            </a:r>
            <a:r>
              <a:rPr lang="en-US" altLang="pt-BR"/>
              <a:t> </a:t>
            </a:r>
            <a:r>
              <a:rPr lang="en-US" altLang="pt-BR" i="1"/>
              <a:t>Pra sempre mui ditoso.</a:t>
            </a:r>
            <a:r>
              <a:rPr lang="en-US" altLang="pt-BR"/>
              <a:t> </a:t>
            </a:r>
            <a:r>
              <a:rPr lang="en-US" altLang="pt-BR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48550684-3DD8-ACA1-238C-C6DBB6A596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i="1"/>
              <a:t>4 Não recuseis, mas escolhei</a:t>
            </a:r>
            <a:r>
              <a:rPr lang="en-US" altLang="pt-BR"/>
              <a:t> </a:t>
            </a:r>
            <a:r>
              <a:rPr lang="en-US" altLang="pt-BR" i="1"/>
              <a:t>A Cristo, o vero trilho;</a:t>
            </a:r>
            <a:r>
              <a:rPr lang="en-US" altLang="pt-BR"/>
              <a:t> </a:t>
            </a:r>
            <a:r>
              <a:rPr lang="en-US" altLang="pt-BR" i="1"/>
              <a:t>Voltai ao lar, pra lá morar,</a:t>
            </a:r>
            <a:r>
              <a:rPr lang="en-US" altLang="pt-BR"/>
              <a:t> </a:t>
            </a:r>
            <a:r>
              <a:rPr lang="en-US" altLang="pt-BR" i="1"/>
              <a:t>Com Deus e com Seu Filho.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</Words>
  <Application>Microsoft Office PowerPoint</Application>
  <PresentationFormat>Apresentação na tela 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8" baseType="lpstr">
      <vt:lpstr>Arial</vt:lpstr>
      <vt:lpstr>Design padrão</vt:lpstr>
      <vt:lpstr>493 – Ao Pai Voltai </vt:lpstr>
      <vt:lpstr>Ao Pai voltai, vós que chorais, Voltai ao lar paterno; Pois lá Jesus, em santa luz, Vos dá um gozo eterno!  </vt:lpstr>
      <vt:lpstr>Ao Pai voltai, voltai ao lar eterno; A Deus tomai, ao vosso lar paterno.  </vt:lpstr>
      <vt:lpstr>2 O Pai está ansioso lá, Pois quer vos ver a salvo; Tereis então a salvação Se Cristo for o alvo!  </vt:lpstr>
      <vt:lpstr>3 O mal deixai e regressei Pra o lar do Pai glorioso, Então, assim, sereis enfim Pra sempre mui ditoso.  </vt:lpstr>
      <vt:lpstr>4 Não recuseis, mas escolhei A Cristo, o vero trilho; Voltai ao lar, pra lá morar, Com Deus e com Seu Filho.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493 – Ao Pai Voltai </dc:title>
  <dc:creator>Junior</dc:creator>
  <cp:lastModifiedBy>Emerson Souza</cp:lastModifiedBy>
  <cp:revision>1</cp:revision>
  <dcterms:created xsi:type="dcterms:W3CDTF">2005-12-24T22:21:56Z</dcterms:created>
  <dcterms:modified xsi:type="dcterms:W3CDTF">2026-05-02T22:18:11Z</dcterms:modified>
</cp:coreProperties>
</file>