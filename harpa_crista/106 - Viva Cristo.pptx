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AA1B98-F4D7-76AF-0A74-9F3E17439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1B55223-9A23-8F1B-F432-CCC8709A9C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7DB08F-E4D7-0C62-D97D-216F775EB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BA0DCA-C87E-61D8-BA43-1F4D2DAFA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D8135C-BD62-08D6-FCDA-1DB56C0FD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A4086F-EE2F-4612-9789-38645320AF2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85262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0BC459-7D0B-7668-C777-3C4A7B5CB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C6F232-83C7-6E4B-9EDC-B5B7072D9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044254-5A04-EEA7-1EE9-526BA3082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23C67B3-A05B-9CE1-3AA3-32BFF65DF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04F3204-ED5B-BDE6-1B2B-F8C9336C8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9CA349-17DD-41BD-8C77-C5B6D25C1F9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33437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577B0F-0AF2-06D7-89B0-204A8EC23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AFDC6F4-B0A0-138D-C932-9F006FB1A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125E91-21E8-2BB3-154A-1229D580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373A94-FBD7-92E3-433C-9B2BE5E44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2C7A21-1D7B-9F19-1354-E8EBD7A73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BA0631-2EF9-42C6-98FD-2025E59F9D7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89137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2225A3-DCC9-21C2-D7D6-CED099B67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A5882A-034A-4836-5D8E-241CA1B1E7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10A762C-6F82-9BD7-8030-14917C426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94542E2-2EA1-FA2B-39B6-4D06E635B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F0F7224-7034-5CF1-18EC-60093F231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27E3940-A314-D43B-2FF6-5A43C21D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CA16DB-8F8E-4D16-89B8-85BFB5CE4C3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96407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EBCE0B-B290-2DAB-D2EE-24C744F7A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ED949F7-C81E-3527-CCAC-82EFB89977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E199020-D096-25CB-5928-DB3EA978FC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777AB14-D019-7FB7-CF10-992BC09EBC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C538C57-84B8-77FC-2963-3197B6AEFE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E1BC59A-E94D-4250-CA2E-EB815A82F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2AC0911-03FF-FC0D-A04F-73373FAB7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1514D16-885A-22FE-5D89-A40A623CF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0553B7-1A66-4290-A358-57F8DC02D7A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86402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0B6820-2F06-B49D-C518-7ACCAB74C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3A30685-7EC6-519E-D226-5D59A06D7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53CC2F8-17E2-7B59-C3C7-1192BAB14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7881337-C667-349B-A50E-914DCD185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D0C958-916B-4101-8382-B58D79547E8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0108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1CEEF4A-4F68-9FA6-AE4A-B09CA5265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1456B00-AA96-3BEC-814B-4FDD3C1DB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B1752AF-F045-F094-3AD1-811007B48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56D6E3-973B-4720-B4D2-7EB93767D7E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38608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C344E7-806F-DF26-14DC-7D1325572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0AA95C-1348-8493-7A3A-6012B3B39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A2D3688-C514-58F4-105C-D1AD5A415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C8396E8-39AB-9C78-C948-43DF90DF4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5F0710F-D809-6D8D-9346-73D53F76F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26AF327-9FEB-C4E3-4D0E-7E4CA5BD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6A6DEA-6B9E-4768-8E4F-A5ADE221904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96574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50A50A-60B0-13A2-9D74-019F21164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201F6BB-D0AD-533E-B14B-C187F7DA84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C5841AE-1E60-AFD2-7B16-7B3A5B5C57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E10B8F3-35CE-93DC-8BC3-1CE1A9953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F92629C-A18F-0ED0-F8C0-B97C01F9E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D5DF824-5C10-9160-D9C8-5E5A83DD9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C41595-C7D7-414E-96F7-A6ABBC5CE05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50759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E8490E-17EF-BA55-06E0-7DF0D90DF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D750F6C-0738-D29B-7807-D075A4889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AEEEB2-6EDA-FEC4-2060-36BCFB7E8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76AB68-007C-FAF6-8837-E57896E51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007D9E-3F07-0F8F-B58C-D2B2FBA8F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0DA66B-D363-4187-A037-95B9ECCB6E4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34481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264C3DF-2ED5-3639-30CF-087B64D3C3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354CD56-6E71-5DB6-A163-4198F15F4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8239ECF-C52A-5CBB-D9A9-500B3D581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63019F-5228-F00F-3093-B8C5C4055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660335E-CF08-281C-D32B-90EA89732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7F4378-B520-484C-84CD-71D289A6C46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61992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21FF27B-F1C0-7468-1764-69632657C7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7019CB5-C89C-A6EE-65A3-4029674A43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372801E-DAD0-EB57-87CE-8A3BE484D3F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335B24B-E5DC-7848-07B4-2CD0535B2D8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BB19CB1-8EF9-1CEE-7279-62422F77C66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B380069-FE0F-4218-8CFF-3D3E4D96A69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F4A37EE-5EF2-9DF7-63FA-6F86BA27EAC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106</a:t>
            </a:r>
            <a:br>
              <a:rPr lang="en-US" altLang="pt-BR" sz="4000" b="1"/>
            </a:br>
            <a:r>
              <a:rPr lang="en-US" altLang="pt-BR" sz="4000" b="1"/>
              <a:t>VIVA CRISTO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2AE0735B-9DC3-589F-D07B-FF674CD9744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4618E9D8-349B-DE89-6434-585AD4496D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334000"/>
          </a:xfrm>
        </p:spPr>
        <p:txBody>
          <a:bodyPr/>
          <a:lstStyle/>
          <a:p>
            <a:r>
              <a:rPr lang="en-US" altLang="pt-BR" sz="4000" i="1"/>
              <a:t>Viva Cristo, eterna! riqueza, </a:t>
            </a:r>
            <a:br>
              <a:rPr lang="en-US" altLang="pt-BR" sz="4000" i="1"/>
            </a:br>
            <a:r>
              <a:rPr lang="en-US" altLang="pt-BR" sz="4000" i="1"/>
              <a:t>Meu escudo, vida e firmeza, </a:t>
            </a:r>
            <a:br>
              <a:rPr lang="en-US" altLang="pt-BR" sz="4000" i="1"/>
            </a:br>
            <a:r>
              <a:rPr lang="en-US" altLang="pt-BR" sz="4000" i="1"/>
              <a:t>Sua graça - Oh! me faça </a:t>
            </a:r>
            <a:br>
              <a:rPr lang="en-US" altLang="pt-BR" sz="4000" i="1"/>
            </a:br>
            <a:r>
              <a:rPr lang="en-US" altLang="pt-BR" sz="4000" i="1"/>
              <a:t>Reluzir no Seu amor.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FE12375-784F-65FD-D720-546C6417C3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334000"/>
          </a:xfrm>
        </p:spPr>
        <p:txBody>
          <a:bodyPr/>
          <a:lstStyle/>
          <a:p>
            <a:r>
              <a:rPr lang="en-US" altLang="pt-BR" sz="4000" i="1"/>
              <a:t>Viva Cristo, rocha já eleita, </a:t>
            </a:r>
            <a:br>
              <a:rPr lang="en-US" altLang="pt-BR" sz="4000" i="1"/>
            </a:br>
            <a:r>
              <a:rPr lang="en-US" altLang="pt-BR" sz="4000" i="1"/>
              <a:t>A verdade pura e perfeita; </a:t>
            </a:r>
            <a:br>
              <a:rPr lang="en-US" altLang="pt-BR" sz="4000" i="1"/>
            </a:br>
            <a:r>
              <a:rPr lang="en-US" altLang="pt-BR" sz="4000" i="1"/>
              <a:t>Meu sustento - gran contento, </a:t>
            </a:r>
            <a:br>
              <a:rPr lang="en-US" altLang="pt-BR" sz="4000" i="1"/>
            </a:br>
            <a:r>
              <a:rPr lang="en-US" altLang="pt-BR" sz="4000" i="1"/>
              <a:t>Que me faz andar na luz.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46821F5-A984-EE28-92E4-05FE542655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334000"/>
          </a:xfrm>
        </p:spPr>
        <p:txBody>
          <a:bodyPr/>
          <a:lstStyle/>
          <a:p>
            <a:r>
              <a:rPr lang="en-US" altLang="pt-BR" sz="4000" i="1"/>
              <a:t>Viva Cristo, minha eterna sorte; </a:t>
            </a:r>
            <a:br>
              <a:rPr lang="en-US" altLang="pt-BR" sz="4000" i="1"/>
            </a:br>
            <a:r>
              <a:rPr lang="en-US" altLang="pt-BR" sz="4000" i="1"/>
              <a:t>Meu tesouro é depois da morte; </a:t>
            </a:r>
            <a:br>
              <a:rPr lang="en-US" altLang="pt-BR" sz="4000" i="1"/>
            </a:br>
            <a:r>
              <a:rPr lang="en-US" altLang="pt-BR" sz="4000" i="1"/>
              <a:t>Me conforta, me exorta </a:t>
            </a:r>
            <a:br>
              <a:rPr lang="en-US" altLang="pt-BR" sz="4000" i="1"/>
            </a:br>
            <a:r>
              <a:rPr lang="en-US" altLang="pt-BR" sz="4000" i="1"/>
              <a:t>A viver em perfeição. 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B28BF30-CF62-8A38-1047-D6FF595DD7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334000"/>
          </a:xfrm>
        </p:spPr>
        <p:txBody>
          <a:bodyPr/>
          <a:lstStyle/>
          <a:p>
            <a:r>
              <a:rPr lang="en-US" altLang="pt-BR" sz="4000" i="1"/>
              <a:t>Viva Cristo, o Senhor da glória, </a:t>
            </a:r>
            <a:br>
              <a:rPr lang="en-US" altLang="pt-BR" sz="4000" i="1"/>
            </a:br>
            <a:r>
              <a:rPr lang="en-US" altLang="pt-BR" sz="4000" i="1"/>
              <a:t>Que aos crentes sempre dá vitória, </a:t>
            </a:r>
            <a:br>
              <a:rPr lang="en-US" altLang="pt-BR" sz="4000" i="1"/>
            </a:br>
            <a:r>
              <a:rPr lang="en-US" altLang="pt-BR" sz="4000" i="1"/>
              <a:t>E a vida prometida, </a:t>
            </a:r>
            <a:br>
              <a:rPr lang="en-US" altLang="pt-BR" sz="4000" i="1"/>
            </a:br>
            <a:r>
              <a:rPr lang="en-US" altLang="pt-BR" sz="4000" i="1"/>
              <a:t>Que, p'ra nós ganhou na cruz.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40706979-9007-382A-5912-9CFA66D121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334000"/>
          </a:xfrm>
        </p:spPr>
        <p:txBody>
          <a:bodyPr/>
          <a:lstStyle/>
          <a:p>
            <a:r>
              <a:rPr lang="en-US" altLang="pt-BR" sz="4000" i="1"/>
              <a:t>Viva Cristo, Condutor dos santos! </a:t>
            </a:r>
            <a:br>
              <a:rPr lang="en-US" altLang="pt-BR" sz="4000" i="1"/>
            </a:br>
            <a:r>
              <a:rPr lang="en-US" altLang="pt-BR" sz="4000" i="1"/>
              <a:t>Viva Cristo. fortemente canto! </a:t>
            </a:r>
            <a:br>
              <a:rPr lang="en-US" altLang="pt-BR" sz="4000" i="1"/>
            </a:br>
            <a:r>
              <a:rPr lang="en-US" altLang="pt-BR" sz="4000" i="1"/>
              <a:t>Pois me ama e derrama </a:t>
            </a:r>
            <a:br>
              <a:rPr lang="en-US" altLang="pt-BR" sz="4000" i="1"/>
            </a:br>
            <a:r>
              <a:rPr lang="en-US" altLang="pt-BR" sz="4000" i="1"/>
              <a:t>No meu ser, celeste paz.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</Words>
  <Application>Microsoft Office PowerPoint</Application>
  <PresentationFormat>Apresentação na tela (4:3)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8" baseType="lpstr">
      <vt:lpstr>Arial</vt:lpstr>
      <vt:lpstr>Design padrão</vt:lpstr>
      <vt:lpstr>106 VIVA CRISTO </vt:lpstr>
      <vt:lpstr>Viva Cristo, eterna! riqueza,  Meu escudo, vida e firmeza,  Sua graça - Oh! me faça  Reluzir no Seu amor. </vt:lpstr>
      <vt:lpstr>Viva Cristo, rocha já eleita,  A verdade pura e perfeita;  Meu sustento - gran contento,  Que me faz andar na luz. </vt:lpstr>
      <vt:lpstr>Viva Cristo, minha eterna sorte;  Meu tesouro é depois da morte;  Me conforta, me exorta  A viver em perfeição.   </vt:lpstr>
      <vt:lpstr>Viva Cristo, o Senhor da glória,  Que aos crentes sempre dá vitória,  E a vida prometida,  Que, p'ra nós ganhou na cruz. </vt:lpstr>
      <vt:lpstr>Viva Cristo, Condutor dos santos!  Viva Cristo. fortemente canto!  Pois me ama e derrama  No meu ser, celeste paz.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106 VIVA CRISTO </dc:title>
  <dc:creator>Junior</dc:creator>
  <cp:lastModifiedBy>Emerson Souza</cp:lastModifiedBy>
  <cp:revision>1</cp:revision>
  <dcterms:created xsi:type="dcterms:W3CDTF">2005-12-23T14:00:55Z</dcterms:created>
  <dcterms:modified xsi:type="dcterms:W3CDTF">2026-05-02T21:45:30Z</dcterms:modified>
</cp:coreProperties>
</file>