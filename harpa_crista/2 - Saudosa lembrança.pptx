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0" r:id="rId4"/>
    <p:sldId id="261" r:id="rId5"/>
    <p:sldId id="263" r:id="rId6"/>
    <p:sldId id="262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9" autoAdjust="0"/>
    <p:restoredTop sz="94581" autoAdjust="0"/>
  </p:normalViewPr>
  <p:slideViewPr>
    <p:cSldViewPr>
      <p:cViewPr varScale="1">
        <p:scale>
          <a:sx n="52" d="100"/>
          <a:sy n="52" d="100"/>
        </p:scale>
        <p:origin x="-43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52327BE-CB28-1230-6DB2-F4FE834677A1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74FB008-90D8-D7C7-C6DA-A4CA0AA12C0B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085983C0-7DD7-6C89-CDB5-D72B4B5B807B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9EB0237C-807C-5C00-E5F3-BDB42A8F49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D20FB3A2-CA5E-CC11-FA41-41C8FE044AE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60DC9-3CDD-4F08-9FF1-891CF180D8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E0537-CFBA-32D4-9289-E6D50CD8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221A11-7DB5-6705-BA2C-8C3543406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79FCAB-9A1C-FCF1-764B-1FD80A5B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0BB5C7-907B-F136-B4DB-7E8180B5B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2099F4-6F59-A3EE-68EA-C5F4313D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CF7AD2-89DB-45FE-8568-54EE95CB8F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840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2118D-663C-7B9D-9F1A-CD0D0E36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192D4E-733C-413D-C5C7-704D1FFF9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D63BAC-6CE7-06CB-8400-53A0B7340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F51715-3C14-5C0B-10E5-12617382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463B3F-252D-04BF-A56B-BF3A214B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491346-AFD8-46A8-9D5E-CEFA8444CF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102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629DF-DCCD-E327-BACC-2EAB2A46F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A9C8CF-8A9F-19A9-0AB4-12D38A25B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82CFE6-7C2D-1158-2B03-0EC82332C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7E3A38-0BC9-E198-1461-308ADBED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10568-C60D-7795-3A2A-E330C6CD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B1B266-08D2-D747-93D7-CAE27647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D2E0C7-750C-4A9E-8AFE-51E93E7740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5629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5A909-DC26-3B0E-B92E-48F0296BC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007488-67A9-0051-2A57-D6F888E00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4EC4B6-17B2-652E-6236-07439F3A5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2A81D14-F929-67AA-F73C-F31CF8BCC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90DE23D-E5A0-7D88-AF85-68EFBC908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CD819F3-1532-DE1B-7E97-21783FC1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5B3C730-0FF4-4A72-6A07-A121C970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F2C30F4-54AE-E878-D160-F7D494BC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D0239E-9C55-49B6-9BE4-4F72DFD6B7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910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2B786-5988-BC9C-D951-134D7A698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A59C6B8-867E-42FD-8C30-10F8D1CD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2B94A81-FD94-91DF-409C-8E06DD7D1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56965FB-3796-CC88-6E3C-27C1F208A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8BFDCB-E295-4420-ACA4-FCDBD63C6D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9915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8C39C8A-CF2E-78DF-2754-711B9104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61E8B15-4706-EE52-3A49-8EC9ABC47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58DCDE-5292-F13F-DBB1-27A2AB43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FBEC7F-D94F-4EAF-8D5C-DDCB162E28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4731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48E50-5969-B571-51E6-009F97FA8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92DEFD-E166-844F-E78C-44C036C37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265E00-045C-07A7-61F0-919D1A8BA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D6B584-7BE1-2087-2889-64BF56BA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90D165-6CA5-6B42-FC58-95E592D4B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14E871-B82C-4B5B-23B0-6CB75F883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B2E4C9-CB5A-45F4-9216-9C7427787D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413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650FC4-4FCD-7CE7-CDC6-3BE4725B4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A2159C0-2BD6-B3A5-05EB-C44BEC366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4A1A2B-152D-9914-D29E-322A602F9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4CEF1B-29BB-5E06-C5BF-91592BB0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4193D0-D62C-C31A-DFE9-6FFEB6EF5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54A07E-1AEF-A613-C639-F9405A629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9F5859-2A9C-4903-8E92-F4A80C930C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081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0A494-B7E9-1D18-BEF9-E55A9DDAE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AE5AC3B-D4FB-3EE1-42B7-566B81ADF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7811CB-4DB3-BA81-5A81-C21D4DE9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5C7C5B-A9A5-F1F5-E887-9ECED168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809B35-4126-3A70-0928-0B2169B7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6B3EC0-F5B5-4015-BDE9-ADDC80974C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581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15B661-4D44-24D7-011D-FA3A3FADC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D23A32-FEED-B8F5-E839-3CB0C3753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ABDA43-6CD9-E0E2-F69E-E2EE3BB9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8C54DA-0020-4640-FE10-1E1E0005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F06025-8AAB-A692-D7E2-0D4CD61D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5126DC-5FBE-4493-977C-ADACBA237B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516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182B09C-2F76-B464-65FB-A1C478258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054BCD6-1CA6-D210-E482-D8B1207BE9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2A56B640-6E4A-A6A5-BF60-3842BC12640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4698727A-8CA6-1543-BB82-9EBAA819BBA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6AF08278-9854-776C-49C5-04800150496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fld id="{AF019492-8FB2-4787-A156-6F01FC910C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F1288B5B-1950-4487-6641-454A69A65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33600"/>
            <a:ext cx="8229600" cy="1371600"/>
          </a:xfrm>
        </p:spPr>
        <p:txBody>
          <a:bodyPr/>
          <a:lstStyle/>
          <a:p>
            <a:r>
              <a:rPr lang="en-US" altLang="pt-BR" sz="4000"/>
              <a:t>2</a:t>
            </a:r>
            <a:br>
              <a:rPr lang="en-US" altLang="pt-BR" sz="4000"/>
            </a:br>
            <a:r>
              <a:rPr lang="en-US" altLang="pt-BR" sz="4000"/>
              <a:t>Saudosa Lembrança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1C4227F-56A6-225D-80F9-A00CAB9A2E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6126163"/>
          </a:xfrm>
        </p:spPr>
        <p:txBody>
          <a:bodyPr/>
          <a:lstStyle/>
          <a:p>
            <a:r>
              <a:rPr lang="en-US" altLang="pt-BR" sz="4000"/>
              <a:t>Oh ! Que saudosa lembrança</a:t>
            </a:r>
            <a:br>
              <a:rPr lang="en-US" altLang="pt-BR" sz="4000"/>
            </a:br>
            <a:r>
              <a:rPr lang="en-US" altLang="pt-BR" sz="4000"/>
              <a:t>Tenho de ti, ó Sião,</a:t>
            </a:r>
            <a:br>
              <a:rPr lang="en-US" altLang="pt-BR" sz="4000"/>
            </a:br>
            <a:r>
              <a:rPr lang="en-US" altLang="pt-BR" sz="4000"/>
              <a:t>Terra que eu tanto amo,</a:t>
            </a:r>
            <a:br>
              <a:rPr lang="en-US" altLang="pt-BR" sz="4000"/>
            </a:br>
            <a:r>
              <a:rPr lang="en-US" altLang="pt-BR" sz="4000"/>
              <a:t>Pois és do meu coração.</a:t>
            </a:r>
            <a:br>
              <a:rPr lang="en-US" altLang="pt-BR" sz="4000"/>
            </a:br>
            <a:r>
              <a:rPr lang="en-US" altLang="pt-BR" sz="4000"/>
              <a:t>Eu para ti voarei,</a:t>
            </a:r>
            <a:br>
              <a:rPr lang="en-US" altLang="pt-BR" sz="4000"/>
            </a:br>
            <a:r>
              <a:rPr lang="en-US" altLang="pt-BR" sz="4000"/>
              <a:t>Quando o Senhor meu voltar,</a:t>
            </a:r>
            <a:br>
              <a:rPr lang="en-US" altLang="pt-BR" sz="4000"/>
            </a:br>
            <a:r>
              <a:rPr lang="en-US" altLang="pt-BR" sz="4000"/>
              <a:t>Pois Ele foi para o céu,</a:t>
            </a:r>
            <a:br>
              <a:rPr lang="en-US" altLang="pt-BR" sz="4000"/>
            </a:br>
            <a:r>
              <a:rPr lang="en-US" altLang="pt-BR" sz="4000"/>
              <a:t>E breve vem me buscar.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16E58D0-30C2-CE26-7EED-4C5115B60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6019800"/>
          </a:xfrm>
        </p:spPr>
        <p:txBody>
          <a:bodyPr/>
          <a:lstStyle/>
          <a:p>
            <a:r>
              <a:rPr lang="en-US" altLang="pt-BR" sz="4000"/>
              <a:t>Sim, eu porfiarei </a:t>
            </a:r>
            <a:br>
              <a:rPr lang="en-US" altLang="pt-BR" sz="4000"/>
            </a:br>
            <a:r>
              <a:rPr lang="en-US" altLang="pt-BR" sz="4000"/>
              <a:t>Por essa terra de além;</a:t>
            </a:r>
            <a:br>
              <a:rPr lang="en-US" altLang="pt-BR" sz="4000"/>
            </a:br>
            <a:r>
              <a:rPr lang="en-US" altLang="pt-BR" sz="4000"/>
              <a:t>E lá terminarei </a:t>
            </a:r>
            <a:br>
              <a:rPr lang="en-US" altLang="pt-BR" sz="4000"/>
            </a:br>
            <a:r>
              <a:rPr lang="en-US" altLang="pt-BR" sz="4000"/>
              <a:t>As muitas lutas de aquém;</a:t>
            </a:r>
            <a:br>
              <a:rPr lang="en-US" altLang="pt-BR" sz="4000"/>
            </a:br>
            <a:r>
              <a:rPr lang="en-US" altLang="pt-BR" sz="4000"/>
              <a:t>Lá está meu bom Senhor, </a:t>
            </a:r>
            <a:br>
              <a:rPr lang="en-US" altLang="pt-BR" sz="4000"/>
            </a:br>
            <a:r>
              <a:rPr lang="en-US" altLang="pt-BR" sz="4000"/>
              <a:t>Ao qual eu desejo ver;</a:t>
            </a:r>
            <a:br>
              <a:rPr lang="en-US" altLang="pt-BR" sz="4000"/>
            </a:br>
            <a:r>
              <a:rPr lang="en-US" altLang="pt-BR" sz="4000"/>
              <a:t>Ele é tudo pra mim, </a:t>
            </a:r>
            <a:br>
              <a:rPr lang="en-US" altLang="pt-BR" sz="4000"/>
            </a:br>
            <a:r>
              <a:rPr lang="en-US" altLang="pt-BR" sz="4000"/>
              <a:t>E sem Ele não posso viver.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E8FF766-5B48-ED49-C38A-A5EED8D0C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821363"/>
          </a:xfrm>
        </p:spPr>
        <p:txBody>
          <a:bodyPr/>
          <a:lstStyle/>
          <a:p>
            <a:r>
              <a:rPr lang="en-US" altLang="pt-BR" sz="4000"/>
              <a:t>Bela, mui bela, é a esperança,</a:t>
            </a:r>
            <a:br>
              <a:rPr lang="en-US" altLang="pt-BR" sz="4000"/>
            </a:br>
            <a:r>
              <a:rPr lang="en-US" altLang="pt-BR" sz="4000"/>
              <a:t>Dos que vigiam por ti,</a:t>
            </a:r>
            <a:br>
              <a:rPr lang="en-US" altLang="pt-BR" sz="4000"/>
            </a:br>
            <a:r>
              <a:rPr lang="en-US" altLang="pt-BR" sz="4000"/>
              <a:t>Pois eles recebem força,</a:t>
            </a:r>
            <a:br>
              <a:rPr lang="en-US" altLang="pt-BR" sz="4000"/>
            </a:br>
            <a:r>
              <a:rPr lang="en-US" altLang="pt-BR" sz="4000"/>
              <a:t>Que só se encontra ali;</a:t>
            </a:r>
            <a:br>
              <a:rPr lang="en-US" altLang="pt-BR" sz="4000"/>
            </a:br>
            <a:r>
              <a:rPr lang="en-US" altLang="pt-BR" sz="4000"/>
              <a:t>Os que procuram chegar</a:t>
            </a:r>
            <a:br>
              <a:rPr lang="en-US" altLang="pt-BR" sz="4000"/>
            </a:br>
            <a:r>
              <a:rPr lang="en-US" altLang="pt-BR" sz="4000"/>
              <a:t>Ao teu regaço, ó Sião,</a:t>
            </a:r>
            <a:br>
              <a:rPr lang="en-US" altLang="pt-BR" sz="4000"/>
            </a:br>
            <a:r>
              <a:rPr lang="en-US" altLang="pt-BR" sz="4000"/>
              <a:t>Livres serão de pecar</a:t>
            </a:r>
            <a:br>
              <a:rPr lang="en-US" altLang="pt-BR" sz="4000"/>
            </a:br>
            <a:r>
              <a:rPr lang="en-US" altLang="pt-BR" sz="4000"/>
              <a:t>E de toda a tentação.</a:t>
            </a: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5">
            <a:extLst>
              <a:ext uri="{FF2B5EF4-FFF2-40B4-BE49-F238E27FC236}">
                <a16:creationId xmlns:a16="http://schemas.microsoft.com/office/drawing/2014/main" id="{DE5471A7-3A40-5536-F759-2552AAF3E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6019800"/>
          </a:xfrm>
          <a:noFill/>
          <a:ln/>
        </p:spPr>
        <p:txBody>
          <a:bodyPr/>
          <a:lstStyle/>
          <a:p>
            <a:r>
              <a:rPr lang="en-US" altLang="pt-BR" sz="4000"/>
              <a:t>Sim, eu porfiarei </a:t>
            </a:r>
            <a:br>
              <a:rPr lang="en-US" altLang="pt-BR" sz="4000"/>
            </a:br>
            <a:r>
              <a:rPr lang="en-US" altLang="pt-BR" sz="4000"/>
              <a:t>Por essa terra de além;</a:t>
            </a:r>
            <a:br>
              <a:rPr lang="en-US" altLang="pt-BR" sz="4000"/>
            </a:br>
            <a:r>
              <a:rPr lang="en-US" altLang="pt-BR" sz="4000"/>
              <a:t>E lá terminarei </a:t>
            </a:r>
            <a:br>
              <a:rPr lang="en-US" altLang="pt-BR" sz="4000"/>
            </a:br>
            <a:r>
              <a:rPr lang="en-US" altLang="pt-BR" sz="4000"/>
              <a:t>As muitas lutas de aquém;</a:t>
            </a:r>
            <a:br>
              <a:rPr lang="en-US" altLang="pt-BR" sz="4000"/>
            </a:br>
            <a:r>
              <a:rPr lang="en-US" altLang="pt-BR" sz="4000"/>
              <a:t>Lá está meu bom Senhor, </a:t>
            </a:r>
            <a:br>
              <a:rPr lang="en-US" altLang="pt-BR" sz="4000"/>
            </a:br>
            <a:r>
              <a:rPr lang="en-US" altLang="pt-BR" sz="4000"/>
              <a:t>Ao qual eu desejo ver;</a:t>
            </a:r>
            <a:br>
              <a:rPr lang="en-US" altLang="pt-BR" sz="4000"/>
            </a:br>
            <a:r>
              <a:rPr lang="en-US" altLang="pt-BR" sz="4000"/>
              <a:t>Ele é tudo pra mim, </a:t>
            </a:r>
            <a:br>
              <a:rPr lang="en-US" altLang="pt-BR" sz="4000"/>
            </a:br>
            <a:r>
              <a:rPr lang="en-US" altLang="pt-BR" sz="4000"/>
              <a:t>E sem Ele não posso viver.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8212998-BCA0-FBC3-95C0-A9DFA7161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/>
              <a:t>Diz a Sagrada Escritura,</a:t>
            </a:r>
            <a:br>
              <a:rPr lang="en-US" altLang="pt-BR" sz="4000"/>
            </a:br>
            <a:r>
              <a:rPr lang="en-US" altLang="pt-BR" sz="4000"/>
              <a:t>Que são formosos os pés</a:t>
            </a:r>
            <a:br>
              <a:rPr lang="en-US" altLang="pt-BR" sz="4000"/>
            </a:br>
            <a:r>
              <a:rPr lang="en-US" altLang="pt-BR" sz="4000"/>
              <a:t>Daqueles que boas novas</a:t>
            </a:r>
            <a:br>
              <a:rPr lang="en-US" altLang="pt-BR" sz="4000"/>
            </a:br>
            <a:r>
              <a:rPr lang="en-US" altLang="pt-BR" sz="4000"/>
              <a:t>Levam para os infiéis;</a:t>
            </a:r>
            <a:br>
              <a:rPr lang="en-US" altLang="pt-BR" sz="4000"/>
            </a:br>
            <a:r>
              <a:rPr lang="en-US" altLang="pt-BR" sz="4000"/>
              <a:t>E, se tão belo é falar</a:t>
            </a:r>
            <a:br>
              <a:rPr lang="en-US" altLang="pt-BR" sz="4000"/>
            </a:br>
            <a:r>
              <a:rPr lang="en-US" altLang="pt-BR" sz="4000"/>
              <a:t>Dessas grandezas, aqui,</a:t>
            </a:r>
            <a:br>
              <a:rPr lang="en-US" altLang="pt-BR" sz="4000"/>
            </a:br>
            <a:r>
              <a:rPr lang="en-US" altLang="pt-BR" sz="4000"/>
              <a:t>Que não será o gozar</a:t>
            </a:r>
            <a:br>
              <a:rPr lang="en-US" altLang="pt-BR" sz="4000"/>
            </a:br>
            <a:r>
              <a:rPr lang="en-US" altLang="pt-BR" sz="4000"/>
              <a:t>A graça que existe ali.</a:t>
            </a:r>
            <a:br>
              <a:rPr lang="en-US" altLang="pt-BR" sz="4000"/>
            </a:br>
            <a:r>
              <a:rPr lang="en-US" altLang="pt-BR" sz="4000"/>
              <a:t>						      </a:t>
            </a:r>
            <a:r>
              <a:rPr lang="en-US" altLang="pt-BR" sz="1800"/>
              <a:t>A.N</a:t>
            </a:r>
            <a:r>
              <a:rPr lang="en-US" altLang="pt-BR" sz="4000"/>
              <a:t>	</a:t>
            </a: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5">
            <a:extLst>
              <a:ext uri="{FF2B5EF4-FFF2-40B4-BE49-F238E27FC236}">
                <a16:creationId xmlns:a16="http://schemas.microsoft.com/office/drawing/2014/main" id="{9E112D5C-D903-08A8-DB13-21E1E06F6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5562600"/>
          </a:xfrm>
          <a:noFill/>
          <a:ln/>
        </p:spPr>
        <p:txBody>
          <a:bodyPr/>
          <a:lstStyle/>
          <a:p>
            <a:r>
              <a:rPr lang="en-US" altLang="pt-BR" sz="4000"/>
              <a:t>Sim, eu porfiarei </a:t>
            </a:r>
            <a:br>
              <a:rPr lang="en-US" altLang="pt-BR" sz="4000"/>
            </a:br>
            <a:r>
              <a:rPr lang="en-US" altLang="pt-BR" sz="4000"/>
              <a:t>Por essa terra de além;</a:t>
            </a:r>
            <a:br>
              <a:rPr lang="en-US" altLang="pt-BR" sz="4000"/>
            </a:br>
            <a:r>
              <a:rPr lang="en-US" altLang="pt-BR" sz="4000"/>
              <a:t>E lá terminarei </a:t>
            </a:r>
            <a:br>
              <a:rPr lang="en-US" altLang="pt-BR" sz="4000"/>
            </a:br>
            <a:r>
              <a:rPr lang="en-US" altLang="pt-BR" sz="4000"/>
              <a:t>As muitas lutas de aquém;</a:t>
            </a:r>
            <a:br>
              <a:rPr lang="en-US" altLang="pt-BR" sz="4000"/>
            </a:br>
            <a:r>
              <a:rPr lang="en-US" altLang="pt-BR" sz="4000"/>
              <a:t>Lá está meu bom Senhor, </a:t>
            </a:r>
            <a:br>
              <a:rPr lang="en-US" altLang="pt-BR" sz="4000"/>
            </a:br>
            <a:r>
              <a:rPr lang="en-US" altLang="pt-BR" sz="4000"/>
              <a:t>Ao qual eu desejo ver;</a:t>
            </a:r>
            <a:br>
              <a:rPr lang="en-US" altLang="pt-BR" sz="4000"/>
            </a:br>
            <a:r>
              <a:rPr lang="en-US" altLang="pt-BR" sz="4000"/>
              <a:t>Ele é tudo pra mim, </a:t>
            </a:r>
            <a:br>
              <a:rPr lang="en-US" altLang="pt-BR" sz="4000"/>
            </a:br>
            <a:r>
              <a:rPr lang="en-US" altLang="pt-BR" sz="4000"/>
              <a:t>E sem Ele não posso viver.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8CB68027-0D13-3E20-44C9-02A345E206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5562600"/>
          </a:xfrm>
          <a:noFill/>
          <a:ln/>
        </p:spPr>
        <p:txBody>
          <a:bodyPr/>
          <a:lstStyle/>
          <a:p>
            <a:r>
              <a:rPr lang="en-US" altLang="pt-BR" sz="4000"/>
              <a:t>Sim, eu porfiarei </a:t>
            </a:r>
            <a:br>
              <a:rPr lang="en-US" altLang="pt-BR" sz="4000"/>
            </a:br>
            <a:r>
              <a:rPr lang="en-US" altLang="pt-BR" sz="4000"/>
              <a:t>Por essa terra de além;</a:t>
            </a:r>
            <a:br>
              <a:rPr lang="en-US" altLang="pt-BR" sz="4000"/>
            </a:br>
            <a:r>
              <a:rPr lang="en-US" altLang="pt-BR" sz="4000"/>
              <a:t>E lá terminarei </a:t>
            </a:r>
            <a:br>
              <a:rPr lang="en-US" altLang="pt-BR" sz="4000"/>
            </a:br>
            <a:r>
              <a:rPr lang="en-US" altLang="pt-BR" sz="4000"/>
              <a:t>As muitas lutas de aquém;</a:t>
            </a:r>
            <a:br>
              <a:rPr lang="en-US" altLang="pt-BR" sz="4000"/>
            </a:br>
            <a:r>
              <a:rPr lang="en-US" altLang="pt-BR" sz="4000"/>
              <a:t>Lá está meu bom Senhor, </a:t>
            </a:r>
            <a:br>
              <a:rPr lang="en-US" altLang="pt-BR" sz="4000"/>
            </a:br>
            <a:r>
              <a:rPr lang="en-US" altLang="pt-BR" sz="4000"/>
              <a:t>Ao qual eu desejo ver;</a:t>
            </a:r>
            <a:br>
              <a:rPr lang="en-US" altLang="pt-BR" sz="4000"/>
            </a:br>
            <a:r>
              <a:rPr lang="en-US" altLang="pt-BR" sz="4000"/>
              <a:t>Ele é tudo pra mim, </a:t>
            </a:r>
            <a:br>
              <a:rPr lang="en-US" altLang="pt-BR" sz="4000"/>
            </a:br>
            <a:r>
              <a:rPr lang="en-US" altLang="pt-BR" sz="4000"/>
              <a:t>E sem Ele não posso viver.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xturizado">
  <a:themeElements>
    <a:clrScheme name="Texturizado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Texturizad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exturizado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izado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Texturizado</Template>
  <TotalTime>29</TotalTime>
  <Words>380</Words>
  <Application>Microsoft Office PowerPoint</Application>
  <PresentationFormat>Apresentação na tela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Tahoma</vt:lpstr>
      <vt:lpstr>Wingdings</vt:lpstr>
      <vt:lpstr>Texturizado</vt:lpstr>
      <vt:lpstr>2 Saudosa Lembrança </vt:lpstr>
      <vt:lpstr>Oh ! Que saudosa lembrança Tenho de ti, ó Sião, Terra que eu tanto amo, Pois és do meu coração. Eu para ti voarei, Quando o Senhor meu voltar, Pois Ele foi para o céu, E breve vem me buscar.</vt:lpstr>
      <vt:lpstr>Sim, eu porfiarei  Por essa terra de além; E lá terminarei  As muitas lutas de aquém; Lá está meu bom Senhor,  Ao qual eu desejo ver; Ele é tudo pra mim,  E sem Ele não posso viver.</vt:lpstr>
      <vt:lpstr>Bela, mui bela, é a esperança, Dos que vigiam por ti, Pois eles recebem força, Que só se encontra ali; Os que procuram chegar Ao teu regaço, ó Sião, Livres serão de pecar E de toda a tentação. </vt:lpstr>
      <vt:lpstr>Sim, eu porfiarei  Por essa terra de além; E lá terminarei  As muitas lutas de aquém; Lá está meu bom Senhor,  Ao qual eu desejo ver; Ele é tudo pra mim,  E sem Ele não posso viver.</vt:lpstr>
      <vt:lpstr>Diz a Sagrada Escritura, Que são formosos os pés Daqueles que boas novas Levam para os infiéis; E, se tão belo é falar Dessas grandezas, aqui, Que não será o gozar A graça que existe ali.             A.N  </vt:lpstr>
      <vt:lpstr>Sim, eu porfiarei  Por essa terra de além; E lá terminarei  As muitas lutas de aquém; Lá está meu bom Senhor,  Ao qual eu desejo ver; Ele é tudo pra mim,  E sem Ele não posso viver.</vt:lpstr>
      <vt:lpstr>Sim, eu porfiarei  Por essa terra de além; E lá terminarei  As muitas lutas de aquém; Lá está meu bom Senhor,  Ao qual eu desejo ver; Ele é tudo pra mim,  E sem Ele não posso viver.</vt:lpstr>
    </vt:vector>
  </TitlesOfParts>
  <Company>Bethesda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Saudosa lembrança Oh ! Que saudosa lembrança Tenho de ti o sião Tera que eu tanto amo Pois és do meu coração Eu para ti voarei Quando o Senhor meu voltar Pois Ele foi para o céu E breve vem me buscar  Sim eu porfiarei por essa terra de além E lá terminarei as muitas lutas de aquém Lá está meu bom Senhor ao qual eu desejo ver Ele é tudo pra mim e sem Ele nao posso viver  Bela mui bela é a esperança Dos que vigiam por ti Pois eles recebem força Que só se encontra ali Os que procuram chegar Ao teu regaço ó Sião Livres serão de pecar E de toda a tentação  Diz a Sagrada Escritura</dc:title>
  <dc:creator>owner</dc:creator>
  <cp:lastModifiedBy>Emerson Souza</cp:lastModifiedBy>
  <cp:revision>7</cp:revision>
  <dcterms:created xsi:type="dcterms:W3CDTF">2004-10-24T23:56:05Z</dcterms:created>
  <dcterms:modified xsi:type="dcterms:W3CDTF">2026-05-02T21:37:12Z</dcterms:modified>
</cp:coreProperties>
</file>