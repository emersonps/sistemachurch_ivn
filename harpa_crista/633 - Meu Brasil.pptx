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BC0B0-32CE-F5B4-EED7-E795440F4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284D57-3043-5CA3-D186-0212A5E5F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5EDC9F-CA65-C416-241A-09EC44B6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C7B2C8-54AF-C295-203F-2E921833F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1569E8-6688-6992-ABA9-791A91523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CD1323-3368-4AC5-8D7D-2212A8BE70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2812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C828F-41A7-00C4-1AE2-419BC13FF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C85920-E49E-1D3D-5AF9-7805668E9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D560CA-F462-ECBB-13C1-1F6D0F214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D70204-9639-4FCF-4D27-B96C30989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ED69EB-1D37-BED1-B7DF-591E2A185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87C49C-3144-4607-9648-827FD85AC3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90681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692BB-BA42-BECD-3BCA-AFE2454CE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1D4AF3-6140-7A7F-10DD-7B27FA393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65196A-B18E-679A-B62D-CE3A536E4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DFB243-7D43-0C9A-3854-E9B650C87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6ED072-7C09-6F7E-958E-A75D9165E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1EE366-FAF4-4FAA-AE17-8A3554D086B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56505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EFABB-7D02-8841-F2BD-B6281F26E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8FE27E-A7ED-131B-70B7-4A5FD558A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71DC92-5EC7-E81C-AE77-A26598EDE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AEF23B-28B8-9881-373D-A694B8D96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177BBA-C0CA-DACE-7173-41CC978B9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CC69A7-FA96-5604-BB7F-610D1515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A6B6A7-78A6-48C2-A6AE-9A1801AA30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1744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724D5A-BEAE-98B4-8EB3-9DB747DD2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83CF8B-AE66-4FD7-0DCB-31B5D1088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467EF69-8065-26F2-DAAE-2D092A798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D507DB9-BA72-AC48-5356-312DC089AE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37B384D-046A-F383-682D-E51A7F116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F7EFEDA-77A6-17E5-CC44-D771AD05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666274A-DE8C-9150-5BF7-896D709D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DA25E19-6C82-9AAD-9661-0E5AAB42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B29F03-118E-4FF6-8133-A9CC38C233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0287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4120E-D944-A67F-6F27-55A093FC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9FB33FE-3F0A-4540-A73D-2FA8696FE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4F8680D-4CAB-C89E-F5DE-0CD84496D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AE0695-6E2A-7DDB-6A35-F06DAF77E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35AF0A-0568-488A-AEED-C3C62E6478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0205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6C0A45-7FFC-27AD-C66D-DFBE17330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C1E7D98-4698-B5DE-91D5-30882E0E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640FB9-5950-5A08-D80A-04E5095B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36BAC0-550E-4932-BBC2-F4AF15B19C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87011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86E51-C830-9741-52EE-23E63395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D1A2DF-1C10-EC20-9636-951EE41B3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E7BAC4-08F1-E9DE-BFDD-B2B31197A8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49655D-D7F4-9524-F263-4C30F1BF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B856DE-3FC7-A8A6-C08E-9501FA085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C1EAA3-6856-DB0D-4512-1F5EEB31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C2DE71-477B-4536-A20D-132423FC29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4234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06224-3D86-8E59-5B6E-52B74334E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DE86B0F-D087-D29B-9043-89DFBBC0C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7DF8867-2815-2648-25B2-047564B65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E6E3B1-A8B0-4ACF-80B3-F472A7215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572745-89AB-B30E-1ACC-83CFE40F1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B3ACDC-25F6-EE52-F861-9F95BB44F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4CAAD6-7C8F-47FA-9E13-D6A32CAC1AC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4696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C2668-A5E6-C7FA-D6CE-3E595F715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ED2548-9C72-3EB2-B0EB-5A016C834D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825CA5-5CB6-D49D-41C5-791D14E18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5EA240-A76A-025A-7D7E-7759F40D9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6093DE-D4CA-B99D-1C7F-1F77230FD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20CC6C-870E-4FC6-918C-BB46071F71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46560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F1360F0-2549-5BBC-CC95-A6C23DE433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306C2BB-C311-C656-AB27-81D3E7F82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824883-6ECE-02D1-B55C-B0C155BAF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3D9656-1010-4CB9-2282-1E8E1E26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8EE939-637D-53AE-691B-765AF3DD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AC781B-4D71-4B98-81FA-2FAB08ADA3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1914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77904FE-20B8-E041-CC01-C701E35A8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072F21B-479D-7B2B-344B-A182BF6349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05C7531-5514-052D-2BD3-FB647D1893A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861A7D7-183E-84DD-27D8-FE7FEDD6860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F06718C-4680-B5E6-E69A-9CC6C382CF4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17E4432-DCDC-4989-AF59-CD9179C8D51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D5FF3F0-E2E8-1281-3E8E-3DAB8B7EE27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600" b="1" i="1"/>
              <a:t>633 - Meu Brasil</a:t>
            </a:r>
            <a:r>
              <a:rPr lang="en-US" altLang="pt-BR" sz="36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963E403-0452-05C3-ABEA-4BEBFAC112C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72E28D8-976C-13BA-F566-B8BCB843A9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Meu Brasil, nação gigante e mui sublime,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Creio ver-te muito breve bem maior,</a:t>
            </a:r>
            <a:r>
              <a:rPr lang="en-US" altLang="pt-BR" sz="3600"/>
              <a:t> </a:t>
            </a:r>
            <a:r>
              <a:rPr lang="en-US" altLang="pt-BR" sz="3600" i="1"/>
              <a:t>Combatendo a iniqüidade, o vicio, o crime,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Redimido aos pés de Cristo, o Salvador.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  <a:endParaRPr lang="en-US" altLang="pt-BR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30CB43E-D26D-B441-456B-541D029A33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b="1" i="1"/>
              <a:t>Meu Brasil! meu Brasil!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Abre o largo peito e deixa a luz raiar!</a:t>
            </a:r>
            <a:r>
              <a:rPr lang="en-US" altLang="pt-BR" sz="3600"/>
              <a:t> </a:t>
            </a:r>
            <a:r>
              <a:rPr lang="en-US" altLang="pt-BR" sz="3600" b="1" i="1"/>
              <a:t>Meu Brasil! meu Brasil!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O Evangelho de Jesus te quer salvar!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81745F4-9647-5E4E-5448-815FD68B7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Debelar a escuridão minh'alma anseia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Do teu meio, onde o Evangelho prega a paz.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Espalhando livros santos a mancheia,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A vitória, meu Brasil, alcançarás.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CA7EA07-B0B8-0BBD-50DC-7F53BF7749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3600" i="1"/>
              <a:t>Não te peço, meu Senhor, poder, riqueza, </a:t>
            </a:r>
            <a:br>
              <a:rPr lang="en-US" altLang="pt-BR" sz="3600" i="1"/>
            </a:br>
            <a:r>
              <a:rPr lang="en-US" altLang="pt-BR" sz="3600" i="1"/>
              <a:t>Nem as glórias que oferece o mundo vil: </a:t>
            </a:r>
            <a:br>
              <a:rPr lang="en-US" altLang="pt-BR" sz="3600" i="1"/>
            </a:br>
            <a:r>
              <a:rPr lang="en-US" altLang="pt-BR" sz="3600" i="1"/>
              <a:t>Dá que eu possa ver fulgindo de beleza,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i="1"/>
              <a:t>Na coroa de Jesus - o meu Brasil.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633 - Meu Brasil </vt:lpstr>
      <vt:lpstr>Meu Brasil, nação gigante e mui sublime,  Creio ver-te muito breve bem maior, Combatendo a iniqüidade, o vicio, o crime,  Redimido aos pés de Cristo, o Salvador.  </vt:lpstr>
      <vt:lpstr>Meu Brasil! meu Brasil!  Abre o largo peito e deixa a luz raiar! Meu Brasil! meu Brasil!  O Evangelho de Jesus te quer salvar!  </vt:lpstr>
      <vt:lpstr>Debelar a escuridão minh'alma anseia  Do teu meio, onde o Evangelho prega a paz.  Espalhando livros santos a mancheia,  A vitória, meu Brasil, alcançarás.  </vt:lpstr>
      <vt:lpstr>Não te peço, meu Senhor, poder, riqueza,  Nem as glórias que oferece o mundo vil:  Dá que eu possa ver fulgindo de beleza,  Na coroa de Jesus - o meu Brasil.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633 - Meu Brasil </dc:title>
  <dc:creator>Junior</dc:creator>
  <cp:lastModifiedBy>Emerson Souza</cp:lastModifiedBy>
  <cp:revision>1</cp:revision>
  <dcterms:created xsi:type="dcterms:W3CDTF">2005-12-27T18:31:33Z</dcterms:created>
  <dcterms:modified xsi:type="dcterms:W3CDTF">2026-05-02T22:30:21Z</dcterms:modified>
</cp:coreProperties>
</file>