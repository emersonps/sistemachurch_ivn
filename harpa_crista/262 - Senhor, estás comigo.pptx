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511D6A-97B1-25C3-6C34-ADD7FC3316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4B8D94-28A2-D42D-A69E-44BC0A519C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5343B8-CF07-74DC-C00F-5F1CAAC10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6F8D71B-EB2E-E136-628F-D2722C974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1945B5-BF9B-A6A2-7F50-FEDC9A10B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29071E-6457-4270-859E-145B322559C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61920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DDDB5-0D6D-3721-AAC1-28F830B96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29A8548-DF12-B082-B56F-0ECC8ABAD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470471-35C1-91B7-DCB2-8E3BB6787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6FBB80-965B-4DF5-927F-6DD100785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640FE27-EEA2-DF32-49DD-07F7C242E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FA037E-E1AB-4C35-9CA8-F200FE71C8D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15404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E06D5B-9BD9-CFDB-3CCD-F8ED604C6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7CF7AF2-7B1B-D7B7-3D0E-7FA570896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90AA95C-F69A-C569-98FA-3095798C3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A0050D0-452E-2C89-D43C-B34944EE4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6D2A88B-EFF7-F651-BDB1-E757A4E20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C6E418-17C7-4CE1-970C-050BEAF1058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7999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065E8C-267B-46DD-239D-6114D3F16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D4302F-46C4-49CD-E297-0F8A14A383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A332C6B-5B1B-376F-D1AA-07084849FC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283063E-FB0C-C952-E56A-03729324C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2367623-3117-8704-5C9F-DBAEA005B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9E30C33-3440-0E67-4A14-666CACED4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E6256E-7F5E-48B5-A552-1452C11BEFB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30504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3435-7075-8847-3BF9-E7F215F4F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D32DFC-3D34-0734-F096-6DF610C74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3DA06B3-C2B7-E8ED-D065-447CA74659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3890DB5-8249-C99C-C912-882E648040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A1F4FF4-0602-D095-8AC4-F19BC085BF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D9D82F0-EEA1-88A8-0146-3EFC87959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6488408-68B6-E709-84A4-64E3FF103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E3EE381-E971-66AB-32D7-A8BB936AA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74D78A-9868-499E-A077-B467A6772DE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11260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CBC0B2-A174-4629-944E-89D41FF42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CB0710C-9BDC-3759-B5B6-22055704D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6F74526-77ED-1720-5FCD-64CBEC09E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CAF11AB-29F6-89A8-0DB6-3F077A474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40EC7E-CDBC-4E90-A742-B626A006FE2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94224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389BE9C-D651-1C3F-CD70-233F2C4CF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E106239-3C1C-DBE3-0C50-D5FFE9FB4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63934E4-76F5-D0EF-1F3A-A750625AE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346CF9-CC28-42CD-A77B-63BD51A3100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10247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A4DCC6-C5EA-1A98-5DFC-B637AF12E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315672-7936-54A7-A06E-42B21AAA1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DF1A560-57FD-5ABE-B760-11A52193E7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F9FDCA6-4348-5E79-5BCF-41CC5EC09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3E492E8-858D-A7DD-2D82-C6D830355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D90E4BD-1CEC-FB28-EF28-AF9277315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0254CF-FCDC-41AD-9937-B5EECB335B6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40919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A62B81-FC94-0698-FEB4-1C49359BF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E92F562-2B03-28A6-89A4-E770D50C86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BBDB728-8FA8-DECA-6934-1BE201420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E5D64A7-AF67-5060-0FED-45FF26BCC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F1D81B7-4DD8-899C-4325-94130CB15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7AD830A-5A82-F020-DA04-73DEE5D18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FFB100-5497-495B-84CD-345B8F1ECB4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26529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3B24CE-D454-8ACF-AC57-1FDBEF7DF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0ADEE-63F6-313A-DED2-98575B00BD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3C0B0B-6AE8-567C-EAAE-9417F3751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0B6FB3-8E16-06A9-50A8-F3B31FED6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40CF23-21F8-9FC1-BB30-B846AA198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6841E6-6431-465E-9D4A-DF57B8EB17E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36874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D6CE6EC-BA95-BB9D-2CE7-B1AC9CCA43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41B51E9-776F-377D-0BB8-DD3B3F51B1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4AB260-7DD3-D095-BAC2-D60D63826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039C47-0368-4533-57A6-2321A357B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9DC3E75-EDE9-3D0B-F408-32D865977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2978BF-7649-4616-A6FD-7D0A738C5EB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9244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C0F5F2C-0E73-7F51-4DA2-06DAC04A14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CDC0DEA-5786-14E9-F7F3-EAEF1E27DE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BB47412-60EF-D7D1-83F2-D84427ACBDC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47EDEA1-8B42-2CCE-63FC-78B4F2EAE85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D07979F-C8F1-78C9-4FBB-759C2522E41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0EBA12D-AA2C-4047-95A1-2CDA8262F15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A4E2567-A17E-9572-332B-397271CC923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262</a:t>
            </a:r>
            <a:br>
              <a:rPr lang="en-US" altLang="pt-BR" sz="4000" b="1"/>
            </a:br>
            <a:r>
              <a:rPr lang="en-US" altLang="pt-BR" sz="4000" b="1"/>
              <a:t>SENHOR, ESTÁS COMIGO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4C834F1B-0B49-6443-490E-A1915EE9764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EE1F0B8D-6E80-548C-6EEB-8D2AE4BCE7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Senhor, estás comigo em todo tempo, Fazendo-me feliz no sofrimento, </a:t>
            </a:r>
            <a:br>
              <a:rPr lang="en-US" altLang="pt-BR" sz="4000" i="1"/>
            </a:br>
            <a:r>
              <a:rPr lang="en-US" altLang="pt-BR" sz="4000" i="1"/>
              <a:t>Graça p’ra cumprir Teu mandamento.  </a:t>
            </a:r>
            <a:br>
              <a:rPr lang="en-US" altLang="pt-BR" sz="4000" i="1"/>
            </a:br>
            <a:r>
              <a:rPr lang="en-US" altLang="pt-BR" sz="4000" i="1"/>
              <a:t>O dá-me cada dia o Teu sustento </a:t>
            </a:r>
            <a:br>
              <a:rPr lang="en-US" altLang="pt-BR" sz="4000" i="1"/>
            </a:br>
            <a:r>
              <a:rPr lang="en-US" altLang="pt-BR" sz="4000" i="1"/>
              <a:t>E graça p’ra cumprir Teu mandamento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4B01384-6A26-6C78-8CFA-140E12DCC6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Sim, estás comigo em todo tempo,</a:t>
            </a:r>
            <a:r>
              <a:rPr lang="en-US" altLang="pt-BR" sz="4000" i="1"/>
              <a:t> </a:t>
            </a:r>
            <a:r>
              <a:rPr lang="en-US" altLang="pt-BR" sz="4000" b="1" i="1"/>
              <a:t>Tu es o meu maná, meu alimento;</a:t>
            </a:r>
            <a:r>
              <a:rPr lang="en-US" altLang="pt-BR" sz="4000" i="1"/>
              <a:t> </a:t>
            </a:r>
            <a:r>
              <a:rPr lang="en-US" altLang="pt-BR" sz="4000" b="1" i="1"/>
              <a:t>Jesus, estás comigo em todo tempo,</a:t>
            </a:r>
            <a:r>
              <a:rPr lang="en-US" altLang="pt-BR" sz="4000" i="1"/>
              <a:t> </a:t>
            </a:r>
            <a:r>
              <a:rPr lang="en-US" altLang="pt-BR" sz="4000" b="1" i="1"/>
              <a:t>O dá-me Tua vida; Teu Sustento.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F647250-C0F3-02B4-9632-25AB36A6FB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Contigo, ó Senhor, vou caminhando, </a:t>
            </a:r>
            <a:br>
              <a:rPr lang="en-US" altLang="pt-BR" sz="4000" i="1"/>
            </a:br>
            <a:r>
              <a:rPr lang="en-US" altLang="pt-BR" sz="4000" i="1"/>
              <a:t>O Evangelho santo proclamando: </a:t>
            </a:r>
            <a:br>
              <a:rPr lang="en-US" altLang="pt-BR" sz="4000" i="1"/>
            </a:br>
            <a:r>
              <a:rPr lang="en-US" altLang="pt-BR" sz="4000" i="1"/>
              <a:t>A face do Senhor Jesus buscando, </a:t>
            </a:r>
            <a:br>
              <a:rPr lang="en-US" altLang="pt-BR" sz="4000" i="1"/>
            </a:br>
            <a:r>
              <a:rPr lang="en-US" altLang="pt-BR" sz="4000" i="1"/>
              <a:t>E sempre do pecado me guardando.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A006A530-D7E9-A4BB-7A8A-EEC47E715E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Sim, estás comigo em todo tempo,</a:t>
            </a:r>
            <a:r>
              <a:rPr lang="en-US" altLang="pt-BR" sz="4000" i="1"/>
              <a:t> </a:t>
            </a:r>
            <a:r>
              <a:rPr lang="en-US" altLang="pt-BR" sz="4000" b="1" i="1"/>
              <a:t>Tu es o meu maná, meu alimento;</a:t>
            </a:r>
            <a:r>
              <a:rPr lang="en-US" altLang="pt-BR" sz="4000" i="1"/>
              <a:t> </a:t>
            </a:r>
            <a:r>
              <a:rPr lang="en-US" altLang="pt-BR" sz="4000" b="1" i="1"/>
              <a:t>Jesus, estás comigo em todo tempo,</a:t>
            </a:r>
            <a:r>
              <a:rPr lang="en-US" altLang="pt-BR" sz="4000" i="1"/>
              <a:t> </a:t>
            </a:r>
            <a:r>
              <a:rPr lang="en-US" altLang="pt-BR" sz="4000" b="1" i="1"/>
              <a:t>O dá-me Tua vida; Teu Sustento.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FD72620-C3FE-DC1A-5B04-8BDC453064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Por Deus estamos nós santificados </a:t>
            </a:r>
            <a:br>
              <a:rPr lang="en-US" altLang="pt-BR" sz="4000" i="1"/>
            </a:br>
            <a:r>
              <a:rPr lang="en-US" altLang="pt-BR" sz="4000" i="1"/>
              <a:t>Em Ti, Jesus, que nos tens resgatado Do mundo e de todo o vil pecado, Também o nosso ser vivificado.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35DCF0E-009E-F3DE-AD29-31F2BF680D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Sim, estás comigo em todo tempo,</a:t>
            </a:r>
            <a:r>
              <a:rPr lang="en-US" altLang="pt-BR" sz="4000" i="1"/>
              <a:t> </a:t>
            </a:r>
            <a:r>
              <a:rPr lang="en-US" altLang="pt-BR" sz="4000" b="1" i="1"/>
              <a:t>Tu es o meu maná, meu alimento;</a:t>
            </a:r>
            <a:r>
              <a:rPr lang="en-US" altLang="pt-BR" sz="4000" i="1"/>
              <a:t> </a:t>
            </a:r>
            <a:r>
              <a:rPr lang="en-US" altLang="pt-BR" sz="4000" b="1" i="1"/>
              <a:t>Jesus, estás comigo em todo tempo,</a:t>
            </a:r>
            <a:r>
              <a:rPr lang="en-US" altLang="pt-BR" sz="4000" i="1"/>
              <a:t> </a:t>
            </a:r>
            <a:r>
              <a:rPr lang="en-US" altLang="pt-BR" sz="4000" b="1" i="1"/>
              <a:t>O dá-me Tua vida; Teu Sustento.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262 SENHOR, ESTÁS COMIGO </vt:lpstr>
      <vt:lpstr>Senhor, estás comigo em todo tempo, Fazendo-me feliz no sofrimento,  Graça p’ra cumprir Teu mandamento.   O dá-me cada dia o Teu sustento  E graça p’ra cumprir Teu mandamento </vt:lpstr>
      <vt:lpstr>Sim, estás comigo em todo tempo, Tu es o meu maná, meu alimento; Jesus, estás comigo em todo tempo, O dá-me Tua vida; Teu Sustento.  </vt:lpstr>
      <vt:lpstr>Contigo, ó Senhor, vou caminhando,  O Evangelho santo proclamando:  A face do Senhor Jesus buscando,  E sempre do pecado me guardando.  </vt:lpstr>
      <vt:lpstr>Sim, estás comigo em todo tempo, Tu es o meu maná, meu alimento; Jesus, estás comigo em todo tempo, O dá-me Tua vida; Teu Sustento.  </vt:lpstr>
      <vt:lpstr>Por Deus estamos nós santificados  Em Ti, Jesus, que nos tens resgatado Do mundo e de todo o vil pecado, Também o nosso ser vivificado.</vt:lpstr>
      <vt:lpstr>Sim, estás comigo em todo tempo, Tu es o meu maná, meu alimento; Jesus, estás comigo em todo tempo, O dá-me Tua vida; Teu Sustento.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262 SENHOR, ESTÁS COMIGO </dc:title>
  <dc:creator>Junior</dc:creator>
  <cp:lastModifiedBy>Emerson Souza</cp:lastModifiedBy>
  <cp:revision>1</cp:revision>
  <dcterms:created xsi:type="dcterms:W3CDTF">2005-12-24T00:08:36Z</dcterms:created>
  <dcterms:modified xsi:type="dcterms:W3CDTF">2026-05-02T21:58:44Z</dcterms:modified>
</cp:coreProperties>
</file>