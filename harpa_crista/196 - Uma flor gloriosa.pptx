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8AFDA-94F6-2DBB-8F51-5D22E4906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1E48A-9551-991E-542B-FAAF6AD16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11CE09-1BD2-ECA7-B9FC-B43A9683D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14C6AB-873E-681B-C797-9862D78E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2D36AA-BAE3-B937-7F13-EECB2D262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604A89-B00B-4200-85F8-4C18DFC9D7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1815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70F27-98BA-B46D-0F4E-8C10E22A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120C9E-97F3-0A95-F808-DF99FB4D2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C4736-586D-A5F1-6321-885D3F582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EC14D-1DB6-84DE-B86B-F0FB274D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B9CF3F-0911-CB27-2D93-F2D0C59A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2F3A6-F197-4759-AAD4-2DBE91B108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142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5C8E7-EC60-7C9C-4E23-8179A89AC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62BFAEB-FC99-8164-E580-C5FC11458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E28D83-D345-614A-BF64-3CD75886B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DA957B-0D24-1DED-9286-89DD4BB10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08D192-F45B-5235-E7F4-DE428CE1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BDCC07-7A18-4B89-A061-8CE3124A48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52825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7B234B-0435-A05B-5347-EF7FCFB27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760AE4-1469-71B1-7B3C-7E9FFB19D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A837B8-F08D-8F96-6293-05C2CC54F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CB1D94-17BF-D1B7-E15D-C91AC7CF2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4854F9-B102-1A71-9D9A-374EE77A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5D641D-D293-AB48-0DCB-B904F2AF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FAB06-0A68-4616-A658-465F151F35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4748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3B334-DA7A-D695-4DC5-2ECEAB77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D710E5-7B2D-75B5-098D-22B4EC8BB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F960B80-C5F3-021C-DB45-884090B13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D305615-21DE-4516-2A97-431B6B26E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BCEFECA-6899-337B-D763-D7FB81404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2A0ADE-D1DC-E3A3-71BE-BF54CD0E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21BC508-4413-73DC-2A1F-02659E1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D023235-6FD9-181D-FE3A-0619A16D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214F75-AED5-4F2E-84A6-2424F663E1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8487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FAF37-341B-5D46-7345-D89F7CEE6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BC2EE6D-7FCF-CA00-0DEC-A7C159CC7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CF7021-4D44-91A8-8E7E-232A73D3B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D01B70-A545-DA18-9B9D-E6837777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A98E5-A36A-4739-B428-C99F57E2D6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3660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56DE1FD-CCF0-FB67-3D58-A88FBBE68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CB0FA9A-11C8-4640-B255-B722229D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507CDD-C52D-3836-2A2A-7A6EE84E6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2E545C-9866-407A-B73F-87FAE2ADA0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1968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B51A2-E21D-7936-7C2B-9E1500E0D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AD7751-0249-5E16-1656-40BAD396F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43CDE84-F873-A55A-BF73-A59F6DC7A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8EEBA9-88DA-84B1-8905-891833268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A1C1F6-9AC4-4F0F-B40E-4C068D36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CD9BA4A-A652-F3D3-D088-680E9846F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94F165-5797-4A25-AED2-254C21BE1D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7375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F9F3E-09BC-764F-B5D9-3BF70179B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5D6D054-2BB1-0FEC-C3D4-D8C0562DF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8DBB0B-8A64-0A9E-4740-EC57818D9A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E368CF-72B1-C5DA-0C3E-9617AA0EE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0B43EE-B646-A32C-B3F8-10AC16AA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3B7C62-A2D3-193C-FDE3-27085D42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F7E99E-1546-48D6-B923-04B0BBCF1F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0378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68DD5-4312-401F-2B97-0A212CA9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292F39B-F6E9-ADE0-B6C6-9A0A60FEB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AA2A5E-BDD9-E60D-A47F-FAC52A4A5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EB620C-2610-611E-EA4F-00A11262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200D1A-1C87-2D46-1358-5ABF823B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0A8C63-B7CE-491A-BB0D-B17508E9571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08892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82B9D9-7A1A-E1EC-880C-81615D7A06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AEFFA9-FA65-AFA0-0389-3D061098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53A5029-D102-2C8C-5908-53BF2604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07EA6D-F3D7-09ED-AFCD-691512B5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CDC0FA-3939-B9C6-680B-20386F30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E147E6-9849-4890-9786-BDBFA76C55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6719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4C3F432-C097-9E6A-02C5-C5887791E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62C0E6-4E5D-AE51-E71E-91644E426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9FB0B76-DDD1-6CE9-5AFB-BCD824C3817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901D970-9CD2-7B3D-E668-3F045B1318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FC1C115-124C-320B-C204-D7D8ED17E7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B409757-188D-40C7-A630-164BE89E65C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6BAC734-667D-20A2-2E50-9ADD3EEA75E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695450"/>
          </a:xfrm>
        </p:spPr>
        <p:txBody>
          <a:bodyPr anchor="ctr"/>
          <a:lstStyle/>
          <a:p>
            <a:r>
              <a:rPr lang="en-US" altLang="pt-BR" sz="4000" b="1"/>
              <a:t>196</a:t>
            </a:r>
            <a:br>
              <a:rPr lang="en-US" altLang="pt-BR" sz="4000" b="1"/>
            </a:br>
            <a:r>
              <a:rPr lang="en-US" altLang="pt-BR" sz="4000" b="1"/>
              <a:t>UMA FLOR GLORIOSA</a:t>
            </a:r>
            <a:br>
              <a:rPr lang="en-US" altLang="pt-BR" sz="4000" b="1"/>
            </a:br>
            <a:endParaRPr lang="en-US" altLang="pt-BR" sz="4000" b="1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947BF5A-67A4-710D-FB8A-9F532FD074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33E5981-C7EE-73BB-FBC4-36060109E3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Já achei uma flor gloriosa, </a:t>
            </a:r>
            <a:br>
              <a:rPr lang="en-US" altLang="pt-BR" sz="4000" i="1"/>
            </a:br>
            <a:r>
              <a:rPr lang="en-US" altLang="pt-BR" sz="4000" i="1"/>
              <a:t>E quem deseja a mesma terá;</a:t>
            </a:r>
            <a:br>
              <a:rPr lang="en-US" altLang="pt-BR" sz="4000" i="1"/>
            </a:br>
            <a:r>
              <a:rPr lang="en-US" altLang="pt-BR" sz="4000" i="1"/>
              <a:t>A rosa de Saron preciosa</a:t>
            </a:r>
            <a:br>
              <a:rPr lang="en-US" altLang="pt-BR" sz="4000" i="1"/>
            </a:br>
            <a:r>
              <a:rPr lang="en-US" altLang="pt-BR" sz="4000" i="1"/>
              <a:t>Entre mil mais beleza terá;</a:t>
            </a:r>
            <a:br>
              <a:rPr lang="en-US" altLang="pt-BR" sz="4000" i="1"/>
            </a:br>
            <a:r>
              <a:rPr lang="en-US" altLang="pt-BR" sz="4000" i="1"/>
              <a:t>No vale de sombra e morte,</a:t>
            </a:r>
            <a:br>
              <a:rPr lang="en-US" altLang="pt-BR" sz="4000" i="1"/>
            </a:br>
            <a:r>
              <a:rPr lang="en-US" altLang="pt-BR" sz="4000" i="1"/>
              <a:t>Nas alturas de glória e luz,</a:t>
            </a:r>
            <a:br>
              <a:rPr lang="en-US" altLang="pt-BR" sz="4000" i="1"/>
            </a:br>
            <a:r>
              <a:rPr lang="en-US" altLang="pt-BR" sz="4000" i="1"/>
              <a:t>Esta rosa será a minha sorte,</a:t>
            </a:r>
            <a:br>
              <a:rPr lang="en-US" altLang="pt-BR" sz="4000" i="1"/>
            </a:br>
            <a:r>
              <a:rPr lang="en-US" altLang="pt-BR" sz="4000" i="1"/>
              <a:t>Precioso p’ra mim é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8BCD3A4-1797-8FF9-B190-CC23BB88E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Precioso pra mim é Jesus!</a:t>
            </a:r>
            <a:br>
              <a:rPr lang="en-US" altLang="pt-BR" sz="4000" b="1"/>
            </a:br>
            <a:r>
              <a:rPr lang="en-US" altLang="pt-BR" sz="4000" b="1"/>
              <a:t>Precioso pra mim é Jesus!</a:t>
            </a:r>
            <a:br>
              <a:rPr lang="en-US" altLang="pt-BR" sz="4000" b="1"/>
            </a:br>
            <a:r>
              <a:rPr lang="en-US" altLang="pt-BR" sz="4000" b="1"/>
              <a:t>Eu confesso na vida e na morte</a:t>
            </a:r>
            <a:br>
              <a:rPr lang="en-US" altLang="pt-BR" sz="4000" b="1"/>
            </a:br>
            <a:r>
              <a:rPr lang="en-US" altLang="pt-BR" sz="4000" b="1"/>
              <a:t>Que tudo pra mim é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238C873-77BF-79EC-5ABD-A62715EAE0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Já de muitos foi achada a rosa </a:t>
            </a:r>
            <a:br>
              <a:rPr lang="en-US" altLang="pt-BR" sz="4000" i="1"/>
            </a:br>
            <a:r>
              <a:rPr lang="en-US" altLang="pt-BR" sz="4000" i="1"/>
              <a:t>E provado o excelente odor </a:t>
            </a:r>
            <a:br>
              <a:rPr lang="en-US" altLang="pt-BR" sz="4000" i="1"/>
            </a:br>
            <a:r>
              <a:rPr lang="en-US" altLang="pt-BR" sz="4000" i="1"/>
              <a:t>E o poder desta flor gloriosa </a:t>
            </a:r>
            <a:br>
              <a:rPr lang="en-US" altLang="pt-BR" sz="4000" i="1"/>
            </a:br>
            <a:r>
              <a:rPr lang="en-US" altLang="pt-BR" sz="4000" i="1"/>
              <a:t>Que dá vida ao vil pecador. </a:t>
            </a:r>
            <a:br>
              <a:rPr lang="en-US" altLang="pt-BR" sz="4000" i="1"/>
            </a:br>
            <a:r>
              <a:rPr lang="en-US" altLang="pt-BR" sz="4000" i="1"/>
              <a:t>Mui zeloso pela lei foi Saulo, </a:t>
            </a:r>
            <a:br>
              <a:rPr lang="en-US" altLang="pt-BR" sz="4000" i="1"/>
            </a:br>
            <a:r>
              <a:rPr lang="en-US" altLang="pt-BR" sz="4000" i="1"/>
              <a:t>Perseguia o povo de Deus, </a:t>
            </a:r>
            <a:br>
              <a:rPr lang="en-US" altLang="pt-BR" sz="4000" i="1"/>
            </a:br>
            <a:r>
              <a:rPr lang="en-US" altLang="pt-BR" sz="4000" i="1"/>
              <a:t>Mas transformado foi em um Paulo. Pois achou ele a rosa dos céus.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5B620110-4A13-0204-A211-BE7464933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Precioso pra mim é Jesus!</a:t>
            </a:r>
            <a:br>
              <a:rPr lang="en-US" altLang="pt-BR" sz="4000" b="1"/>
            </a:br>
            <a:r>
              <a:rPr lang="en-US" altLang="pt-BR" sz="4000" b="1"/>
              <a:t>Precioso pra mim é Jesus!</a:t>
            </a:r>
            <a:br>
              <a:rPr lang="en-US" altLang="pt-BR" sz="4000" b="1"/>
            </a:br>
            <a:r>
              <a:rPr lang="en-US" altLang="pt-BR" sz="4000" b="1"/>
              <a:t>Eu confesso na vida e na morte</a:t>
            </a:r>
            <a:br>
              <a:rPr lang="en-US" altLang="pt-BR" sz="4000" b="1"/>
            </a:br>
            <a:r>
              <a:rPr lang="en-US" altLang="pt-BR" sz="4000" b="1"/>
              <a:t>Que tudo pra mim é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7E73DD5-8A20-3EF6-21D8-3BCF1E1E00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i="1"/>
              <a:t>Vai buscar a Jesus precioso, </a:t>
            </a:r>
            <a:br>
              <a:rPr lang="en-US" altLang="pt-BR" sz="4000" i="1"/>
            </a:br>
            <a:r>
              <a:rPr lang="en-US" altLang="pt-BR" sz="4000" i="1"/>
              <a:t>Vai depressa, a noite já vem, </a:t>
            </a:r>
            <a:br>
              <a:rPr lang="en-US" altLang="pt-BR" sz="4000" i="1"/>
            </a:br>
            <a:r>
              <a:rPr lang="en-US" altLang="pt-BR" sz="4000" i="1"/>
              <a:t>E, se perdes o amor glorioso, </a:t>
            </a:r>
            <a:br>
              <a:rPr lang="en-US" altLang="pt-BR" sz="4000" i="1"/>
            </a:br>
            <a:r>
              <a:rPr lang="en-US" altLang="pt-BR" sz="4000" i="1"/>
              <a:t>Será triste pra ti o além; </a:t>
            </a:r>
            <a:br>
              <a:rPr lang="en-US" altLang="pt-BR" sz="4000" i="1"/>
            </a:br>
            <a:r>
              <a:rPr lang="en-US" altLang="pt-BR" sz="4000" i="1"/>
              <a:t>Esta flor hoje é ofertada </a:t>
            </a:r>
            <a:br>
              <a:rPr lang="en-US" altLang="pt-BR" sz="4000" i="1"/>
            </a:br>
            <a:r>
              <a:rPr lang="en-US" altLang="pt-BR" sz="4000" i="1"/>
              <a:t>A quem humildemente a buscar; </a:t>
            </a:r>
            <a:br>
              <a:rPr lang="en-US" altLang="pt-BR" sz="4000" i="1"/>
            </a:br>
            <a:r>
              <a:rPr lang="en-US" altLang="pt-BR" sz="4000" i="1"/>
              <a:t>Será logo da terra tirada, </a:t>
            </a:r>
            <a:br>
              <a:rPr lang="en-US" altLang="pt-BR" sz="4000" i="1"/>
            </a:br>
            <a:r>
              <a:rPr lang="en-US" altLang="pt-BR" sz="4000" i="1"/>
              <a:t>Para brilhar em outro lugar.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84CC2A3-3769-166A-4330-0030ED795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sz="4000" b="1"/>
              <a:t>Precioso pra mim é Jesus!</a:t>
            </a:r>
            <a:br>
              <a:rPr lang="en-US" altLang="pt-BR" sz="4000" b="1"/>
            </a:br>
            <a:r>
              <a:rPr lang="en-US" altLang="pt-BR" sz="4000" b="1"/>
              <a:t>Precioso pra mim é Jesus!</a:t>
            </a:r>
            <a:br>
              <a:rPr lang="en-US" altLang="pt-BR" sz="4000" b="1"/>
            </a:br>
            <a:r>
              <a:rPr lang="en-US" altLang="pt-BR" sz="4000" b="1"/>
              <a:t>Eu confesso na vida e na morte</a:t>
            </a:r>
            <a:br>
              <a:rPr lang="en-US" altLang="pt-BR" sz="4000" b="1"/>
            </a:br>
            <a:r>
              <a:rPr lang="en-US" altLang="pt-BR" sz="4000" b="1"/>
              <a:t>Que tudo pra mim é Jesus!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196 UMA FLOR GLORIOSA </vt:lpstr>
      <vt:lpstr>Já achei uma flor gloriosa,  E quem deseja a mesma terá; A rosa de Saron preciosa Entre mil mais beleza terá; No vale de sombra e morte, Nas alturas de glória e luz, Esta rosa será a minha sorte, Precioso p’ra mim é Jesus! </vt:lpstr>
      <vt:lpstr>Precioso pra mim é Jesus! Precioso pra mim é Jesus! Eu confesso na vida e na morte Que tudo pra mim é Jesus! </vt:lpstr>
      <vt:lpstr>Já de muitos foi achada a rosa  E provado o excelente odor  E o poder desta flor gloriosa  Que dá vida ao vil pecador.  Mui zeloso pela lei foi Saulo,  Perseguia o povo de Deus,  Mas transformado foi em um Paulo. Pois achou ele a rosa dos céus.   </vt:lpstr>
      <vt:lpstr>Precioso pra mim é Jesus! Precioso pra mim é Jesus! Eu confesso na vida e na morte Que tudo pra mim é Jesus! </vt:lpstr>
      <vt:lpstr>Vai buscar a Jesus precioso,  Vai depressa, a noite já vem,  E, se perdes o amor glorioso,  Será triste pra ti o além;  Esta flor hoje é ofertada  A quem humildemente a buscar;  Será logo da terra tirada,  Para brilhar em outro lugar. </vt:lpstr>
      <vt:lpstr>Precioso pra mim é Jesus! Precioso pra mim é Jesus! Eu confesso na vida e na morte Que tudo pra mim é Jesus!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196 UMA FLOR GLORIOSA </dc:title>
  <dc:creator>Junior</dc:creator>
  <cp:lastModifiedBy>Emerson Souza</cp:lastModifiedBy>
  <cp:revision>1</cp:revision>
  <dcterms:created xsi:type="dcterms:W3CDTF">2005-12-23T17:59:56Z</dcterms:created>
  <dcterms:modified xsi:type="dcterms:W3CDTF">2026-05-02T21:53:13Z</dcterms:modified>
</cp:coreProperties>
</file>