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36CBC0E-C37E-640A-33F7-E58AF635A7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099EBDC-2E01-C9FC-90F4-C93B781447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3980E754-675B-E6B0-B7AB-9BC0EF6C46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DA6297E-EDCB-1777-B0F9-863A02FBB1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9D727085-083B-8DC1-79E1-B8659A7A96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6F6AA94-80CC-470B-A5E9-A5824DA076BD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6391" name="AutoShape 7">
            <a:extLst>
              <a:ext uri="{FF2B5EF4-FFF2-40B4-BE49-F238E27FC236}">
                <a16:creationId xmlns:a16="http://schemas.microsoft.com/office/drawing/2014/main" id="{F651779A-05A2-3BD2-9DD6-80E0B827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C9071-07ED-5D9C-388F-DEBE464A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126E0-288B-548E-83B4-62AD07E5B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C5737F-FD46-123D-B7C5-FF739B12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BCCB5-282D-B1E2-A39E-06809199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DBDAE5-E164-529C-248E-F776F1F4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592-C091-4AB1-AAE5-CCAF1CC3D8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396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F2E10-DAF2-33B0-ECB6-94D42EAC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B5B9AF-F15A-8D15-CBC6-3CD5C74D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BBCEC-2014-AABD-2C35-909E4F1A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1A695-8D01-7BE8-4201-C3D8AA39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122C58-5C93-9F1F-853E-3CE04D39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E8E96-D62D-46F2-9AF8-960C6608D5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542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5A63B-DC51-8D67-EF63-4A0FCB95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3960D3-B838-A396-7291-AA8A159CE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2EC05E-FE55-7E69-B925-3A9582B0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64391E-F501-FBF8-DDB3-C679F9F5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EACC1A-0EC2-AD5A-0EEA-BFED8602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6D9ADA-8B92-B425-C761-D86D81A2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2368-4EDF-4635-B705-0789863B6A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036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6A584-47A6-EF2C-567E-AFAF3737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47B54-A529-ED96-751B-FFE9C225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684A8E-D643-D560-0B55-3465FB68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4E74F1-8B25-3787-DB18-56643820C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3CEB6A-8230-DCC8-8529-0B8E13781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98FAFA-82F4-9C33-A56F-25AEB1BD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9FB5E9-341E-F3A6-4F86-CF73E7B1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B9B8532-EC75-F5B0-27D9-90B4A4C8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DAA30-DDE3-4E81-971E-8F4E75B152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560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7F0FD-2E99-36D0-C8EE-E62E8A7A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B5AF8F-B6E1-FEC8-6551-A59946AD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A40ECF-D59C-3FF8-F947-821DDF06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61FD62-FA8D-B09E-8214-0CAB2574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44563-D8FA-47C2-A3E2-84441B3F6E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628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44D6AC-8916-E937-6B05-66CA6AC6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DA93C3-2E34-B21C-8FB2-68EC9A7F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7DA7FB-6E16-7B33-B3AD-6299560B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9D155F-9B18-47E6-A43A-7C077D67F1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325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4531B-88D3-85F2-647C-2394A6FB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938CA-1A33-9F46-E67A-007C5223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0FD6F2-1500-D4FF-C29B-50C498C3C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62D838-1AD6-4FC8-BEDF-B9F9998D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D44FDF-F795-5338-689B-3A2107C9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A8FC37-8572-5BA0-B020-F416C6AB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6318FE-E588-4E0E-8B44-8FA36904DA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422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4D82B-8EE0-BE19-521A-75E9B1AC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A58061-4E4D-9029-14A5-1FD109B35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3B90AE-15F0-C1F2-7561-1B587D241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EDA309-87CB-FB74-1D76-C747FA8D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F5BB63-696D-3B6F-815E-4013053F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3A060E-C7F0-6F08-8C9B-FCF625BA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37CBB-7288-4517-8C4C-D7D8E8F1A8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7389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86BB6-0F1C-9F40-77D7-8BB53DEE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5951E0-E447-4494-A8EA-8A7A1869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C2FAA8-0DEC-BFE3-186B-3875BC30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306788-545F-22C8-0EE8-B9CB9D39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9FDD8E-CD76-A233-A7A4-A31B11F6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2FC217-625C-42E7-B691-1A89064AA2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516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6C3E9A-5EF5-6EE4-1FD4-9A8557012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3727A1-88E9-C5B2-CDAC-0CBD02F02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F41679-83C2-349B-AA46-E07EF25D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B2BE8E-BE8F-7076-0DA0-1FEFE954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BA1553-3351-A59A-BEE3-3CEE4D9E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8B7ED-BD3F-46CB-B173-C9B89BC25D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227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5F0862-96AB-3502-A27D-DB7A685AC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36EF7F8-B38C-C46D-539A-E717B5A1D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5364" name="AutoShape 4">
            <a:extLst>
              <a:ext uri="{FF2B5EF4-FFF2-40B4-BE49-F238E27FC236}">
                <a16:creationId xmlns:a16="http://schemas.microsoft.com/office/drawing/2014/main" id="{B50804E8-7AC7-AC05-FDCC-B642AE74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3F7980F8-7416-F16F-C211-716A50AAEA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6E7CA3C-4481-7E06-F3C3-359F4FA901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C0651188-40B0-6D76-AB6E-8EA951FDBA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6FE65E87-64FC-08AE-A7C5-BB8F98C742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01621D0-DB1E-49B5-8F51-5D22E194BE2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C04C4F-C0F5-6EAD-9EF1-17B437E1E58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pt-BR">
                <a:solidFill>
                  <a:srgbClr val="CC0000"/>
                </a:solidFill>
              </a:rPr>
              <a:t>81</a:t>
            </a:r>
            <a:br>
              <a:rPr lang="en-US" altLang="pt-BR">
                <a:solidFill>
                  <a:srgbClr val="CC0000"/>
                </a:solidFill>
              </a:rPr>
            </a:br>
            <a:r>
              <a:rPr lang="en-US" altLang="pt-BR">
                <a:solidFill>
                  <a:srgbClr val="CC0000"/>
                </a:solidFill>
              </a:rPr>
              <a:t> PODE SALVAR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2EC377B-8BDD-8F55-8ACF-27C1921B1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4608513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Somente em Cristo podemos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A salvação receber;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Novo concerto nós temos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Em quem na cruz quis morrer.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5A1FBCAD-6414-838A-8A49-1E7F51E73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28775"/>
            <a:ext cx="9144000" cy="4392613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</a:t>
            </a:r>
            <a:b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salvar, </a:t>
            </a:r>
            <a:b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 </a:t>
            </a:r>
            <a:b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</a:t>
            </a:r>
            <a:br>
              <a:rPr lang="en-US" altLang="pt-BR" sz="4000" b="1" i="1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 b="1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17337772-CF19-E260-1741-6C87F639D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41438"/>
            <a:ext cx="9144000" cy="4464050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Quando perdoa os pecados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Vida nos quer conceder.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Fomos por sangue comprados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Do modo vão de viver.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EF07980D-BA60-E440-D12C-D590CC105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5040312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96CA43CB-1562-652D-6CC1-3B0602079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392613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Teu coração já entrega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A quem te pode salvar;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E quem as dores carrega: 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  <a:t>Cristo te pode livrar!</a:t>
            </a:r>
            <a:br>
              <a:rPr lang="en-US" altLang="pt-BR" sz="4000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AC9F110F-4D98-69DC-8533-2B8B6D95C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28775"/>
            <a:ext cx="9144000" cy="4392613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B19DEADA-B461-116E-334C-F057AE239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412875"/>
            <a:ext cx="9144000" cy="4176713"/>
          </a:xfrm>
          <a:noFill/>
          <a:ln/>
        </p:spPr>
        <p:txBody>
          <a:bodyPr anchor="ctr"/>
          <a:lstStyle/>
          <a:p>
            <a:pPr algn="ctr"/>
            <a: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  <a:t>Cristo te quer dar agora </a:t>
            </a:r>
            <a:b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  <a:t>Paz e descanso real;</a:t>
            </a:r>
            <a:b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  <a:t>Quer revelar-te esta hora:</a:t>
            </a:r>
            <a:b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  <a:t>Graça imensa e real.</a:t>
            </a:r>
            <a:br>
              <a:rPr lang="en-US" altLang="pt-BR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54477183-36DB-606E-AFE0-9438B00F6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484313"/>
            <a:ext cx="9144000" cy="4608512"/>
          </a:xfrm>
          <a:noFill/>
          <a:ln/>
        </p:spPr>
        <p:txBody>
          <a:bodyPr anchor="ctr"/>
          <a:lstStyle/>
          <a:p>
            <a:pPr algn="ctr"/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Pode salvar, pode salvar, 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  <a:t>Tira os pecados, e quer vos salvar</a:t>
            </a:r>
            <a:br>
              <a:rPr lang="en-US" altLang="pt-BR" sz="4000" i="1">
                <a:solidFill>
                  <a:srgbClr val="CC0000"/>
                </a:solidFill>
                <a:latin typeface="Arial" panose="020B0604020202020204" pitchFamily="34" charset="0"/>
              </a:rPr>
            </a:br>
            <a:endParaRPr lang="en-US" altLang="pt-BR" sz="40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il">
  <a:themeElements>
    <a:clrScheme name="Perfil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erfi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rfil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fil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19</TotalTime>
  <Words>232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Verdana</vt:lpstr>
      <vt:lpstr>Times New Roman</vt:lpstr>
      <vt:lpstr>Wingdings</vt:lpstr>
      <vt:lpstr>Perfil</vt:lpstr>
      <vt:lpstr>81  PODE SALVAR</vt:lpstr>
      <vt:lpstr>Somente em Cristo podemos  A salvação receber; Novo concerto nós temos Em quem na cruz quis morrer. </vt:lpstr>
      <vt:lpstr>Pode salvar, pode salvar, Tira os pecados, e quer vos salvar,  Pode salvar, pode salvar,  Tira os pecados, e quer vos salvar </vt:lpstr>
      <vt:lpstr>Quando perdoa os pecados  Vida nos quer conceder.  Fomos por sangue comprados  Do modo vão de viver. </vt:lpstr>
      <vt:lpstr>Pode salvar, pode salvar, Tira os pecados, e quer vos salvar,  Pode salvar, pode salvar,  Tira os pecados, e quer vos salvar </vt:lpstr>
      <vt:lpstr>Teu coração já entrega  A quem te pode salvar; E quem as dores carrega:  Cristo te pode livrar! </vt:lpstr>
      <vt:lpstr>Pode salvar, pode salvar, Tira os pecados, e quer vos salvar,  Pode salvar, pode salvar,  Tira os pecados, e quer vos salvar </vt:lpstr>
      <vt:lpstr>Cristo te quer dar agora  Paz e descanso real; Quer revelar-te esta hora: Graça imensa e real. </vt:lpstr>
      <vt:lpstr>Pode salvar, pode salvar, Tira os pecados, e quer vos salvar,  Pode salvar, pode salvar,  Tira os pecados, e quer vos salvar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81</dc:title>
  <dc:creator>Montagna</dc:creator>
  <cp:lastModifiedBy>Emerson Souza</cp:lastModifiedBy>
  <cp:revision>3</cp:revision>
  <dcterms:created xsi:type="dcterms:W3CDTF">2005-10-16T00:50:27Z</dcterms:created>
  <dcterms:modified xsi:type="dcterms:W3CDTF">2026-05-02T21:43:32Z</dcterms:modified>
</cp:coreProperties>
</file>