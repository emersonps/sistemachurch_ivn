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sldIdLst>
    <p:sldId id="267" r:id="rId2"/>
    <p:sldId id="257" r:id="rId3"/>
    <p:sldId id="258" r:id="rId4"/>
    <p:sldId id="260" r:id="rId5"/>
    <p:sldId id="259" r:id="rId6"/>
    <p:sldId id="261" r:id="rId7"/>
    <p:sldId id="264" r:id="rId8"/>
    <p:sldId id="262" r:id="rId9"/>
    <p:sldId id="265" r:id="rId10"/>
    <p:sldId id="263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68" d="100"/>
          <a:sy n="68" d="100"/>
        </p:scale>
        <p:origin x="-46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Group 2">
            <a:extLst>
              <a:ext uri="{FF2B5EF4-FFF2-40B4-BE49-F238E27FC236}">
                <a16:creationId xmlns:a16="http://schemas.microsoft.com/office/drawing/2014/main" id="{CABFB066-C92D-8125-3D17-D7B3C5994F39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44035" name="Group 3">
              <a:extLst>
                <a:ext uri="{FF2B5EF4-FFF2-40B4-BE49-F238E27FC236}">
                  <a16:creationId xmlns:a16="http://schemas.microsoft.com/office/drawing/2014/main" id="{E756918D-7155-ECF1-8F80-189098D813E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44036" name="Freeform 4">
                <a:extLst>
                  <a:ext uri="{FF2B5EF4-FFF2-40B4-BE49-F238E27FC236}">
                    <a16:creationId xmlns:a16="http://schemas.microsoft.com/office/drawing/2014/main" id="{B2134779-8BBB-94B1-9A26-19C440CC92E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37" name="Freeform 5">
                <a:extLst>
                  <a:ext uri="{FF2B5EF4-FFF2-40B4-BE49-F238E27FC236}">
                    <a16:creationId xmlns:a16="http://schemas.microsoft.com/office/drawing/2014/main" id="{65281A6F-549D-BE64-ABC8-DE9738C743A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38" name="Freeform 6">
                <a:extLst>
                  <a:ext uri="{FF2B5EF4-FFF2-40B4-BE49-F238E27FC236}">
                    <a16:creationId xmlns:a16="http://schemas.microsoft.com/office/drawing/2014/main" id="{7E71377A-57CA-0FBD-9074-BCB4259375D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39" name="Freeform 7">
                <a:extLst>
                  <a:ext uri="{FF2B5EF4-FFF2-40B4-BE49-F238E27FC236}">
                    <a16:creationId xmlns:a16="http://schemas.microsoft.com/office/drawing/2014/main" id="{593F56C0-883F-E080-946B-C195B628BDA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40" name="Freeform 8">
                <a:extLst>
                  <a:ext uri="{FF2B5EF4-FFF2-40B4-BE49-F238E27FC236}">
                    <a16:creationId xmlns:a16="http://schemas.microsoft.com/office/drawing/2014/main" id="{794044F3-0ECD-BDCE-9126-66E2F140539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41" name="Freeform 9">
                <a:extLst>
                  <a:ext uri="{FF2B5EF4-FFF2-40B4-BE49-F238E27FC236}">
                    <a16:creationId xmlns:a16="http://schemas.microsoft.com/office/drawing/2014/main" id="{0CE378BB-A861-37A4-98EC-DEEE7C46F8C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42" name="Freeform 10">
                <a:extLst>
                  <a:ext uri="{FF2B5EF4-FFF2-40B4-BE49-F238E27FC236}">
                    <a16:creationId xmlns:a16="http://schemas.microsoft.com/office/drawing/2014/main" id="{CB767755-6A1A-2CFB-2F2A-C2B5D0C056D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43" name="Freeform 11">
                <a:extLst>
                  <a:ext uri="{FF2B5EF4-FFF2-40B4-BE49-F238E27FC236}">
                    <a16:creationId xmlns:a16="http://schemas.microsoft.com/office/drawing/2014/main" id="{59D041B2-C416-7DAE-6CD4-72C4BD4E7A0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44" name="Freeform 12">
                <a:extLst>
                  <a:ext uri="{FF2B5EF4-FFF2-40B4-BE49-F238E27FC236}">
                    <a16:creationId xmlns:a16="http://schemas.microsoft.com/office/drawing/2014/main" id="{27256ECA-CDFA-58F5-38E2-767B3899882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45" name="Freeform 13">
                <a:extLst>
                  <a:ext uri="{FF2B5EF4-FFF2-40B4-BE49-F238E27FC236}">
                    <a16:creationId xmlns:a16="http://schemas.microsoft.com/office/drawing/2014/main" id="{F1027FB3-F714-05BC-87FB-7F1BDF88055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46" name="Freeform 14">
                <a:extLst>
                  <a:ext uri="{FF2B5EF4-FFF2-40B4-BE49-F238E27FC236}">
                    <a16:creationId xmlns:a16="http://schemas.microsoft.com/office/drawing/2014/main" id="{5B8ABA7A-F3DE-59F9-CCC0-103BFAB8291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47" name="Freeform 15">
                <a:extLst>
                  <a:ext uri="{FF2B5EF4-FFF2-40B4-BE49-F238E27FC236}">
                    <a16:creationId xmlns:a16="http://schemas.microsoft.com/office/drawing/2014/main" id="{CFF243EB-B25F-B9C4-40E9-C7038055AB7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48" name="Freeform 16">
                <a:extLst>
                  <a:ext uri="{FF2B5EF4-FFF2-40B4-BE49-F238E27FC236}">
                    <a16:creationId xmlns:a16="http://schemas.microsoft.com/office/drawing/2014/main" id="{5E9D539A-8275-C461-7633-92D6A51A617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2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4049" name="Group 17">
              <a:extLst>
                <a:ext uri="{FF2B5EF4-FFF2-40B4-BE49-F238E27FC236}">
                  <a16:creationId xmlns:a16="http://schemas.microsoft.com/office/drawing/2014/main" id="{07F04565-C8CC-3D57-D0DF-B845B5B139E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44050" name="Rectangle 18">
                <a:extLst>
                  <a:ext uri="{FF2B5EF4-FFF2-40B4-BE49-F238E27FC236}">
                    <a16:creationId xmlns:a16="http://schemas.microsoft.com/office/drawing/2014/main" id="{0558B43E-DD2B-CB2A-B2D8-C99E60C380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51" name="Rectangle 19">
                <a:extLst>
                  <a:ext uri="{FF2B5EF4-FFF2-40B4-BE49-F238E27FC236}">
                    <a16:creationId xmlns:a16="http://schemas.microsoft.com/office/drawing/2014/main" id="{099B65C1-6DFE-1517-7D7B-51F8FC8251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52" name="Rectangle 20">
                <a:extLst>
                  <a:ext uri="{FF2B5EF4-FFF2-40B4-BE49-F238E27FC236}">
                    <a16:creationId xmlns:a16="http://schemas.microsoft.com/office/drawing/2014/main" id="{0221FBB4-318F-D0DC-7C82-D4480AB38C6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53" name="Rectangle 21">
                <a:extLst>
                  <a:ext uri="{FF2B5EF4-FFF2-40B4-BE49-F238E27FC236}">
                    <a16:creationId xmlns:a16="http://schemas.microsoft.com/office/drawing/2014/main" id="{6418A831-23DD-024B-4F1E-1DE3836C2AC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54" name="Rectangle 22">
                <a:extLst>
                  <a:ext uri="{FF2B5EF4-FFF2-40B4-BE49-F238E27FC236}">
                    <a16:creationId xmlns:a16="http://schemas.microsoft.com/office/drawing/2014/main" id="{51A08970-7E8B-65D7-83BC-52BDA1019E5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55" name="Rectangle 23">
                <a:extLst>
                  <a:ext uri="{FF2B5EF4-FFF2-40B4-BE49-F238E27FC236}">
                    <a16:creationId xmlns:a16="http://schemas.microsoft.com/office/drawing/2014/main" id="{698D13EB-84EE-2525-0F96-89A81B86E4B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56" name="Rectangle 24">
                <a:extLst>
                  <a:ext uri="{FF2B5EF4-FFF2-40B4-BE49-F238E27FC236}">
                    <a16:creationId xmlns:a16="http://schemas.microsoft.com/office/drawing/2014/main" id="{1E60DDB9-1024-0C83-AEBB-A1073786160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57" name="Rectangle 25">
                <a:extLst>
                  <a:ext uri="{FF2B5EF4-FFF2-40B4-BE49-F238E27FC236}">
                    <a16:creationId xmlns:a16="http://schemas.microsoft.com/office/drawing/2014/main" id="{E8BAA848-F456-20C8-1D80-C2C6DAEFBC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58" name="Rectangle 26">
                <a:extLst>
                  <a:ext uri="{FF2B5EF4-FFF2-40B4-BE49-F238E27FC236}">
                    <a16:creationId xmlns:a16="http://schemas.microsoft.com/office/drawing/2014/main" id="{C5EB38A8-3482-869C-264C-838CA6F624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59" name="Rectangle 27">
                <a:extLst>
                  <a:ext uri="{FF2B5EF4-FFF2-40B4-BE49-F238E27FC236}">
                    <a16:creationId xmlns:a16="http://schemas.microsoft.com/office/drawing/2014/main" id="{1E61CAE8-C6D0-B1B5-0D7B-FF6D1DC9628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60" name="Rectangle 28">
                <a:extLst>
                  <a:ext uri="{FF2B5EF4-FFF2-40B4-BE49-F238E27FC236}">
                    <a16:creationId xmlns:a16="http://schemas.microsoft.com/office/drawing/2014/main" id="{01E68CDA-3AE9-8FB7-F24B-E948596274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61" name="Rectangle 29">
                <a:extLst>
                  <a:ext uri="{FF2B5EF4-FFF2-40B4-BE49-F238E27FC236}">
                    <a16:creationId xmlns:a16="http://schemas.microsoft.com/office/drawing/2014/main" id="{13F119CE-976A-04C5-971D-2D340AF7DD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62" name="Rectangle 30">
                <a:extLst>
                  <a:ext uri="{FF2B5EF4-FFF2-40B4-BE49-F238E27FC236}">
                    <a16:creationId xmlns:a16="http://schemas.microsoft.com/office/drawing/2014/main" id="{285A5B92-247E-77E7-29F3-029888C05D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63" name="Rectangle 31">
                <a:extLst>
                  <a:ext uri="{FF2B5EF4-FFF2-40B4-BE49-F238E27FC236}">
                    <a16:creationId xmlns:a16="http://schemas.microsoft.com/office/drawing/2014/main" id="{1BD4F479-64F3-DF0C-5A4C-8412D6D9583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64" name="Rectangle 32">
                <a:extLst>
                  <a:ext uri="{FF2B5EF4-FFF2-40B4-BE49-F238E27FC236}">
                    <a16:creationId xmlns:a16="http://schemas.microsoft.com/office/drawing/2014/main" id="{35AEBA0B-D099-E413-1D4E-3105969A25B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65" name="Rectangle 33">
                <a:extLst>
                  <a:ext uri="{FF2B5EF4-FFF2-40B4-BE49-F238E27FC236}">
                    <a16:creationId xmlns:a16="http://schemas.microsoft.com/office/drawing/2014/main" id="{191927FE-F8FD-D9E6-CCFA-8EE9180320E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66" name="Rectangle 34">
                <a:extLst>
                  <a:ext uri="{FF2B5EF4-FFF2-40B4-BE49-F238E27FC236}">
                    <a16:creationId xmlns:a16="http://schemas.microsoft.com/office/drawing/2014/main" id="{06FF4248-E4B2-6212-66CF-FE70CB3C7FD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67" name="Rectangle 35">
                <a:extLst>
                  <a:ext uri="{FF2B5EF4-FFF2-40B4-BE49-F238E27FC236}">
                    <a16:creationId xmlns:a16="http://schemas.microsoft.com/office/drawing/2014/main" id="{4875D948-D08E-C9A2-6B11-E21A40B3799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68" name="Rectangle 36">
                <a:extLst>
                  <a:ext uri="{FF2B5EF4-FFF2-40B4-BE49-F238E27FC236}">
                    <a16:creationId xmlns:a16="http://schemas.microsoft.com/office/drawing/2014/main" id="{86F9B16A-7C64-4A4F-4FD3-156F0945850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69" name="Rectangle 37">
                <a:extLst>
                  <a:ext uri="{FF2B5EF4-FFF2-40B4-BE49-F238E27FC236}">
                    <a16:creationId xmlns:a16="http://schemas.microsoft.com/office/drawing/2014/main" id="{C1B211D1-4B91-6DED-0591-3083806681D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70" name="Rectangle 38">
                <a:extLst>
                  <a:ext uri="{FF2B5EF4-FFF2-40B4-BE49-F238E27FC236}">
                    <a16:creationId xmlns:a16="http://schemas.microsoft.com/office/drawing/2014/main" id="{5D502418-55AC-0E1C-02AE-00E1E32516F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71" name="Rectangle 39">
                <a:extLst>
                  <a:ext uri="{FF2B5EF4-FFF2-40B4-BE49-F238E27FC236}">
                    <a16:creationId xmlns:a16="http://schemas.microsoft.com/office/drawing/2014/main" id="{8109F61A-F83D-7375-2382-E24953B3358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72" name="Rectangle 40">
                <a:extLst>
                  <a:ext uri="{FF2B5EF4-FFF2-40B4-BE49-F238E27FC236}">
                    <a16:creationId xmlns:a16="http://schemas.microsoft.com/office/drawing/2014/main" id="{64EA2BBE-2131-E1B1-86E7-F2C966410CE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73" name="Rectangle 41">
                <a:extLst>
                  <a:ext uri="{FF2B5EF4-FFF2-40B4-BE49-F238E27FC236}">
                    <a16:creationId xmlns:a16="http://schemas.microsoft.com/office/drawing/2014/main" id="{67EE80FF-D847-7EB2-E6C3-545857A0D8D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74" name="Rectangle 42">
                <a:extLst>
                  <a:ext uri="{FF2B5EF4-FFF2-40B4-BE49-F238E27FC236}">
                    <a16:creationId xmlns:a16="http://schemas.microsoft.com/office/drawing/2014/main" id="{527648CC-ED06-4991-FC4F-15AF4220E28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75" name="Rectangle 43">
                <a:extLst>
                  <a:ext uri="{FF2B5EF4-FFF2-40B4-BE49-F238E27FC236}">
                    <a16:creationId xmlns:a16="http://schemas.microsoft.com/office/drawing/2014/main" id="{89B8E358-9A51-FBBD-8174-1EF639E100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76" name="Rectangle 44">
                <a:extLst>
                  <a:ext uri="{FF2B5EF4-FFF2-40B4-BE49-F238E27FC236}">
                    <a16:creationId xmlns:a16="http://schemas.microsoft.com/office/drawing/2014/main" id="{B7918BA0-99DC-7809-02BF-C4730E0F741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77" name="Rectangle 45">
                <a:extLst>
                  <a:ext uri="{FF2B5EF4-FFF2-40B4-BE49-F238E27FC236}">
                    <a16:creationId xmlns:a16="http://schemas.microsoft.com/office/drawing/2014/main" id="{D10AF202-EB63-81A2-7EAD-D86499CE080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78" name="Rectangle 46">
                <a:extLst>
                  <a:ext uri="{FF2B5EF4-FFF2-40B4-BE49-F238E27FC236}">
                    <a16:creationId xmlns:a16="http://schemas.microsoft.com/office/drawing/2014/main" id="{20363DD3-3398-1820-0BC4-9C6BA7A1C53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79" name="Rectangle 47">
                <a:extLst>
                  <a:ext uri="{FF2B5EF4-FFF2-40B4-BE49-F238E27FC236}">
                    <a16:creationId xmlns:a16="http://schemas.microsoft.com/office/drawing/2014/main" id="{1F400ADE-0F4F-D2B6-0B4D-A2C1F0B805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80" name="Rectangle 48">
                <a:extLst>
                  <a:ext uri="{FF2B5EF4-FFF2-40B4-BE49-F238E27FC236}">
                    <a16:creationId xmlns:a16="http://schemas.microsoft.com/office/drawing/2014/main" id="{9D626E56-0D2C-1A4B-1389-E0C6C6D3D9B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81" name="Rectangle 49">
                <a:extLst>
                  <a:ext uri="{FF2B5EF4-FFF2-40B4-BE49-F238E27FC236}">
                    <a16:creationId xmlns:a16="http://schemas.microsoft.com/office/drawing/2014/main" id="{24609685-B7D6-65C4-8866-FAEFC317B49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82" name="Rectangle 50">
                <a:extLst>
                  <a:ext uri="{FF2B5EF4-FFF2-40B4-BE49-F238E27FC236}">
                    <a16:creationId xmlns:a16="http://schemas.microsoft.com/office/drawing/2014/main" id="{AA4EB069-DB90-0821-387F-EE0B5AA42B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83" name="Rectangle 51">
                <a:extLst>
                  <a:ext uri="{FF2B5EF4-FFF2-40B4-BE49-F238E27FC236}">
                    <a16:creationId xmlns:a16="http://schemas.microsoft.com/office/drawing/2014/main" id="{42AEAA39-F8A5-1531-D799-B42C9699224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84" name="Rectangle 52">
                <a:extLst>
                  <a:ext uri="{FF2B5EF4-FFF2-40B4-BE49-F238E27FC236}">
                    <a16:creationId xmlns:a16="http://schemas.microsoft.com/office/drawing/2014/main" id="{BD160441-12A9-A76E-0286-977A0025E7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85" name="Rectangle 53">
                <a:extLst>
                  <a:ext uri="{FF2B5EF4-FFF2-40B4-BE49-F238E27FC236}">
                    <a16:creationId xmlns:a16="http://schemas.microsoft.com/office/drawing/2014/main" id="{795D0EE8-D92E-182A-56BC-F8BBC4E8E43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86" name="Rectangle 54">
                <a:extLst>
                  <a:ext uri="{FF2B5EF4-FFF2-40B4-BE49-F238E27FC236}">
                    <a16:creationId xmlns:a16="http://schemas.microsoft.com/office/drawing/2014/main" id="{2D7A1B8E-BD4E-854E-3399-DFDAA51101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87" name="Rectangle 55">
                <a:extLst>
                  <a:ext uri="{FF2B5EF4-FFF2-40B4-BE49-F238E27FC236}">
                    <a16:creationId xmlns:a16="http://schemas.microsoft.com/office/drawing/2014/main" id="{153BEEC5-00E8-7F9C-9E53-9B42ED6B431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88" name="Rectangle 56">
                <a:extLst>
                  <a:ext uri="{FF2B5EF4-FFF2-40B4-BE49-F238E27FC236}">
                    <a16:creationId xmlns:a16="http://schemas.microsoft.com/office/drawing/2014/main" id="{079D7316-27F1-79FD-029F-8110FAD666C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89" name="Rectangle 57">
                <a:extLst>
                  <a:ext uri="{FF2B5EF4-FFF2-40B4-BE49-F238E27FC236}">
                    <a16:creationId xmlns:a16="http://schemas.microsoft.com/office/drawing/2014/main" id="{5BD88EBC-1514-D12A-3077-5B68570FB0B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90" name="Rectangle 58">
                <a:extLst>
                  <a:ext uri="{FF2B5EF4-FFF2-40B4-BE49-F238E27FC236}">
                    <a16:creationId xmlns:a16="http://schemas.microsoft.com/office/drawing/2014/main" id="{42A38B06-8C13-391F-2A1F-3080A578EF7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91" name="Rectangle 59">
                <a:extLst>
                  <a:ext uri="{FF2B5EF4-FFF2-40B4-BE49-F238E27FC236}">
                    <a16:creationId xmlns:a16="http://schemas.microsoft.com/office/drawing/2014/main" id="{B1654315-D359-8D6D-8377-798072FBDB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92" name="Rectangle 60">
                <a:extLst>
                  <a:ext uri="{FF2B5EF4-FFF2-40B4-BE49-F238E27FC236}">
                    <a16:creationId xmlns:a16="http://schemas.microsoft.com/office/drawing/2014/main" id="{AAD4593D-C7C3-20E6-1021-A6DD70636EC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93" name="Rectangle 61">
                <a:extLst>
                  <a:ext uri="{FF2B5EF4-FFF2-40B4-BE49-F238E27FC236}">
                    <a16:creationId xmlns:a16="http://schemas.microsoft.com/office/drawing/2014/main" id="{605B5B03-B82B-7BEE-7D5B-913BAB673CC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94" name="Rectangle 62">
                <a:extLst>
                  <a:ext uri="{FF2B5EF4-FFF2-40B4-BE49-F238E27FC236}">
                    <a16:creationId xmlns:a16="http://schemas.microsoft.com/office/drawing/2014/main" id="{6837E10C-48E9-5EBF-A8BD-52D49CF638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95" name="Rectangle 63">
                <a:extLst>
                  <a:ext uri="{FF2B5EF4-FFF2-40B4-BE49-F238E27FC236}">
                    <a16:creationId xmlns:a16="http://schemas.microsoft.com/office/drawing/2014/main" id="{461AEEFE-2B2F-21AC-6F0E-943C7EAFFE6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96" name="Rectangle 64">
                <a:extLst>
                  <a:ext uri="{FF2B5EF4-FFF2-40B4-BE49-F238E27FC236}">
                    <a16:creationId xmlns:a16="http://schemas.microsoft.com/office/drawing/2014/main" id="{819F54BA-D25B-2098-C8D7-0BC744AD36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97" name="Rectangle 65">
                <a:extLst>
                  <a:ext uri="{FF2B5EF4-FFF2-40B4-BE49-F238E27FC236}">
                    <a16:creationId xmlns:a16="http://schemas.microsoft.com/office/drawing/2014/main" id="{D3864675-10D0-4DAD-05A4-6DC0DB1B96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98" name="Rectangle 66">
                <a:extLst>
                  <a:ext uri="{FF2B5EF4-FFF2-40B4-BE49-F238E27FC236}">
                    <a16:creationId xmlns:a16="http://schemas.microsoft.com/office/drawing/2014/main" id="{9564E2D3-D14D-E48F-8B1D-72D2285C3FE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099" name="Rectangle 67">
                <a:extLst>
                  <a:ext uri="{FF2B5EF4-FFF2-40B4-BE49-F238E27FC236}">
                    <a16:creationId xmlns:a16="http://schemas.microsoft.com/office/drawing/2014/main" id="{8E70DF43-40CF-1F6B-F21C-D9C581ADEA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00" name="Rectangle 68">
                <a:extLst>
                  <a:ext uri="{FF2B5EF4-FFF2-40B4-BE49-F238E27FC236}">
                    <a16:creationId xmlns:a16="http://schemas.microsoft.com/office/drawing/2014/main" id="{1E5E035C-F98A-BDB3-2F22-1FF2FC0654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01" name="Rectangle 69">
                <a:extLst>
                  <a:ext uri="{FF2B5EF4-FFF2-40B4-BE49-F238E27FC236}">
                    <a16:creationId xmlns:a16="http://schemas.microsoft.com/office/drawing/2014/main" id="{D5F137D6-2B8C-04B5-C65C-BE377BB6EB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02" name="Rectangle 70">
                <a:extLst>
                  <a:ext uri="{FF2B5EF4-FFF2-40B4-BE49-F238E27FC236}">
                    <a16:creationId xmlns:a16="http://schemas.microsoft.com/office/drawing/2014/main" id="{F385218C-E7C6-4BED-CD84-CCA3F0207B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03" name="Rectangle 71">
                <a:extLst>
                  <a:ext uri="{FF2B5EF4-FFF2-40B4-BE49-F238E27FC236}">
                    <a16:creationId xmlns:a16="http://schemas.microsoft.com/office/drawing/2014/main" id="{40146CDB-1EBD-2E0C-01B2-60CDB20BB8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04" name="Rectangle 72">
                <a:extLst>
                  <a:ext uri="{FF2B5EF4-FFF2-40B4-BE49-F238E27FC236}">
                    <a16:creationId xmlns:a16="http://schemas.microsoft.com/office/drawing/2014/main" id="{E86D8284-09E4-DB61-5B0D-A70FA99289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05" name="Rectangle 73">
                <a:extLst>
                  <a:ext uri="{FF2B5EF4-FFF2-40B4-BE49-F238E27FC236}">
                    <a16:creationId xmlns:a16="http://schemas.microsoft.com/office/drawing/2014/main" id="{92483B43-59AB-8CAA-3963-2534F0544B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06" name="Rectangle 74">
                <a:extLst>
                  <a:ext uri="{FF2B5EF4-FFF2-40B4-BE49-F238E27FC236}">
                    <a16:creationId xmlns:a16="http://schemas.microsoft.com/office/drawing/2014/main" id="{4998C3AC-4904-643A-E937-3CF592B50D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07" name="Rectangle 75">
                <a:extLst>
                  <a:ext uri="{FF2B5EF4-FFF2-40B4-BE49-F238E27FC236}">
                    <a16:creationId xmlns:a16="http://schemas.microsoft.com/office/drawing/2014/main" id="{6B991448-885A-3230-5B3B-A2AA0988989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08" name="Rectangle 76">
                <a:extLst>
                  <a:ext uri="{FF2B5EF4-FFF2-40B4-BE49-F238E27FC236}">
                    <a16:creationId xmlns:a16="http://schemas.microsoft.com/office/drawing/2014/main" id="{E4EA38C8-8985-B8B6-E248-9AB883EAEDD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09" name="Rectangle 77">
                <a:extLst>
                  <a:ext uri="{FF2B5EF4-FFF2-40B4-BE49-F238E27FC236}">
                    <a16:creationId xmlns:a16="http://schemas.microsoft.com/office/drawing/2014/main" id="{37FE0E3E-AD5B-2026-561F-394C77643C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10" name="Rectangle 78">
                <a:extLst>
                  <a:ext uri="{FF2B5EF4-FFF2-40B4-BE49-F238E27FC236}">
                    <a16:creationId xmlns:a16="http://schemas.microsoft.com/office/drawing/2014/main" id="{FCC7EC36-401A-A981-DBA8-87033838B70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11" name="Rectangle 79">
                <a:extLst>
                  <a:ext uri="{FF2B5EF4-FFF2-40B4-BE49-F238E27FC236}">
                    <a16:creationId xmlns:a16="http://schemas.microsoft.com/office/drawing/2014/main" id="{6C20CD51-5C6F-0D95-C1D5-5927E0BDACA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12" name="Rectangle 80">
                <a:extLst>
                  <a:ext uri="{FF2B5EF4-FFF2-40B4-BE49-F238E27FC236}">
                    <a16:creationId xmlns:a16="http://schemas.microsoft.com/office/drawing/2014/main" id="{791761F1-3922-070A-2336-A0BFF242112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13" name="Freeform 81">
                <a:extLst>
                  <a:ext uri="{FF2B5EF4-FFF2-40B4-BE49-F238E27FC236}">
                    <a16:creationId xmlns:a16="http://schemas.microsoft.com/office/drawing/2014/main" id="{A93B916F-DE8C-CFA5-1F83-145BB4385AF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14" name="Rectangle 82">
                <a:extLst>
                  <a:ext uri="{FF2B5EF4-FFF2-40B4-BE49-F238E27FC236}">
                    <a16:creationId xmlns:a16="http://schemas.microsoft.com/office/drawing/2014/main" id="{910C7144-637B-2F10-F475-EBBD6FB21F7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15" name="Rectangle 83">
                <a:extLst>
                  <a:ext uri="{FF2B5EF4-FFF2-40B4-BE49-F238E27FC236}">
                    <a16:creationId xmlns:a16="http://schemas.microsoft.com/office/drawing/2014/main" id="{8818543A-257D-89D8-A0FF-047DD2BF5A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16" name="Rectangle 84">
                <a:extLst>
                  <a:ext uri="{FF2B5EF4-FFF2-40B4-BE49-F238E27FC236}">
                    <a16:creationId xmlns:a16="http://schemas.microsoft.com/office/drawing/2014/main" id="{92386264-A8C2-7A95-4EAC-1BD7AB5CED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17" name="Rectangle 85">
                <a:extLst>
                  <a:ext uri="{FF2B5EF4-FFF2-40B4-BE49-F238E27FC236}">
                    <a16:creationId xmlns:a16="http://schemas.microsoft.com/office/drawing/2014/main" id="{D5F47B61-623B-22E0-EA8E-EF91E543E3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18" name="Rectangle 86">
                <a:extLst>
                  <a:ext uri="{FF2B5EF4-FFF2-40B4-BE49-F238E27FC236}">
                    <a16:creationId xmlns:a16="http://schemas.microsoft.com/office/drawing/2014/main" id="{C3DECF7F-BAA6-5BFE-372E-A3C407995EB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19" name="Rectangle 87">
                <a:extLst>
                  <a:ext uri="{FF2B5EF4-FFF2-40B4-BE49-F238E27FC236}">
                    <a16:creationId xmlns:a16="http://schemas.microsoft.com/office/drawing/2014/main" id="{51D5104E-1A21-2BCB-BACA-C8254248ED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20" name="Rectangle 88">
                <a:extLst>
                  <a:ext uri="{FF2B5EF4-FFF2-40B4-BE49-F238E27FC236}">
                    <a16:creationId xmlns:a16="http://schemas.microsoft.com/office/drawing/2014/main" id="{327A39B1-30A2-12BE-E294-8FF815BB2B0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21" name="Rectangle 89">
                <a:extLst>
                  <a:ext uri="{FF2B5EF4-FFF2-40B4-BE49-F238E27FC236}">
                    <a16:creationId xmlns:a16="http://schemas.microsoft.com/office/drawing/2014/main" id="{8BA77B3F-E713-0EDF-CFF9-AE16C08D1AD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22" name="Rectangle 90">
                <a:extLst>
                  <a:ext uri="{FF2B5EF4-FFF2-40B4-BE49-F238E27FC236}">
                    <a16:creationId xmlns:a16="http://schemas.microsoft.com/office/drawing/2014/main" id="{0D36E26E-BA0C-3722-B30B-361BDFD5F42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23" name="Rectangle 91">
                <a:extLst>
                  <a:ext uri="{FF2B5EF4-FFF2-40B4-BE49-F238E27FC236}">
                    <a16:creationId xmlns:a16="http://schemas.microsoft.com/office/drawing/2014/main" id="{27C7ABBC-15D6-CF5E-0A9D-B05858EFFE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24" name="Rectangle 92">
                <a:extLst>
                  <a:ext uri="{FF2B5EF4-FFF2-40B4-BE49-F238E27FC236}">
                    <a16:creationId xmlns:a16="http://schemas.microsoft.com/office/drawing/2014/main" id="{633EBAC6-A170-AC4E-C849-304709B9C5E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25" name="Rectangle 93">
                <a:extLst>
                  <a:ext uri="{FF2B5EF4-FFF2-40B4-BE49-F238E27FC236}">
                    <a16:creationId xmlns:a16="http://schemas.microsoft.com/office/drawing/2014/main" id="{01CFFA65-9177-F963-A797-DC37E59CAE8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26" name="Rectangle 94">
                <a:extLst>
                  <a:ext uri="{FF2B5EF4-FFF2-40B4-BE49-F238E27FC236}">
                    <a16:creationId xmlns:a16="http://schemas.microsoft.com/office/drawing/2014/main" id="{C76392F9-449B-88A5-907A-462F143E71F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27" name="Rectangle 95">
                <a:extLst>
                  <a:ext uri="{FF2B5EF4-FFF2-40B4-BE49-F238E27FC236}">
                    <a16:creationId xmlns:a16="http://schemas.microsoft.com/office/drawing/2014/main" id="{CD372E4A-BE3A-D7E8-D171-20E7DEBA43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28" name="Rectangle 96">
                <a:extLst>
                  <a:ext uri="{FF2B5EF4-FFF2-40B4-BE49-F238E27FC236}">
                    <a16:creationId xmlns:a16="http://schemas.microsoft.com/office/drawing/2014/main" id="{5227FCC8-3DC2-A67A-D8CE-D49CDE86915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29" name="Rectangle 97">
                <a:extLst>
                  <a:ext uri="{FF2B5EF4-FFF2-40B4-BE49-F238E27FC236}">
                    <a16:creationId xmlns:a16="http://schemas.microsoft.com/office/drawing/2014/main" id="{6C23AAA1-240A-451E-C489-0A8DEB58CEC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30" name="Rectangle 98">
                <a:extLst>
                  <a:ext uri="{FF2B5EF4-FFF2-40B4-BE49-F238E27FC236}">
                    <a16:creationId xmlns:a16="http://schemas.microsoft.com/office/drawing/2014/main" id="{2FA39C3D-D4D8-6535-5FB7-4BAECE79655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31" name="Rectangle 99">
                <a:extLst>
                  <a:ext uri="{FF2B5EF4-FFF2-40B4-BE49-F238E27FC236}">
                    <a16:creationId xmlns:a16="http://schemas.microsoft.com/office/drawing/2014/main" id="{ABC3FDBC-AB41-59C9-FE32-A2123599FE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32" name="Rectangle 100">
                <a:extLst>
                  <a:ext uri="{FF2B5EF4-FFF2-40B4-BE49-F238E27FC236}">
                    <a16:creationId xmlns:a16="http://schemas.microsoft.com/office/drawing/2014/main" id="{C12564FE-F9F4-28F8-3B05-9251112E5D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33" name="Rectangle 101">
                <a:extLst>
                  <a:ext uri="{FF2B5EF4-FFF2-40B4-BE49-F238E27FC236}">
                    <a16:creationId xmlns:a16="http://schemas.microsoft.com/office/drawing/2014/main" id="{7F6205D4-6C08-88FA-5FC9-936D05D6634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34" name="Rectangle 102">
                <a:extLst>
                  <a:ext uri="{FF2B5EF4-FFF2-40B4-BE49-F238E27FC236}">
                    <a16:creationId xmlns:a16="http://schemas.microsoft.com/office/drawing/2014/main" id="{43407341-C908-7CB4-B69B-4AD1387FE90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35" name="Rectangle 103">
                <a:extLst>
                  <a:ext uri="{FF2B5EF4-FFF2-40B4-BE49-F238E27FC236}">
                    <a16:creationId xmlns:a16="http://schemas.microsoft.com/office/drawing/2014/main" id="{91E30D35-7FDC-E424-1840-6E3685C118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36" name="Rectangle 104">
                <a:extLst>
                  <a:ext uri="{FF2B5EF4-FFF2-40B4-BE49-F238E27FC236}">
                    <a16:creationId xmlns:a16="http://schemas.microsoft.com/office/drawing/2014/main" id="{49DEEECF-CFB7-EA8D-67C4-5E17D77C6AD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37" name="Rectangle 105">
                <a:extLst>
                  <a:ext uri="{FF2B5EF4-FFF2-40B4-BE49-F238E27FC236}">
                    <a16:creationId xmlns:a16="http://schemas.microsoft.com/office/drawing/2014/main" id="{394237FC-A4CA-6126-0C66-01B6AEE35A6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38" name="Rectangle 106">
                <a:extLst>
                  <a:ext uri="{FF2B5EF4-FFF2-40B4-BE49-F238E27FC236}">
                    <a16:creationId xmlns:a16="http://schemas.microsoft.com/office/drawing/2014/main" id="{D6F96C82-C6A5-FB11-36AE-97A97110633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39" name="Rectangle 107">
                <a:extLst>
                  <a:ext uri="{FF2B5EF4-FFF2-40B4-BE49-F238E27FC236}">
                    <a16:creationId xmlns:a16="http://schemas.microsoft.com/office/drawing/2014/main" id="{52CB8DF3-8549-99FB-8DAA-B55E940AFE7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40" name="Rectangle 108">
                <a:extLst>
                  <a:ext uri="{FF2B5EF4-FFF2-40B4-BE49-F238E27FC236}">
                    <a16:creationId xmlns:a16="http://schemas.microsoft.com/office/drawing/2014/main" id="{002377F9-D94E-E557-7B25-4A06D6096DA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41" name="Rectangle 109">
                <a:extLst>
                  <a:ext uri="{FF2B5EF4-FFF2-40B4-BE49-F238E27FC236}">
                    <a16:creationId xmlns:a16="http://schemas.microsoft.com/office/drawing/2014/main" id="{AFA5B034-FF7F-35EF-1E55-31A390251A3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42" name="Rectangle 110">
                <a:extLst>
                  <a:ext uri="{FF2B5EF4-FFF2-40B4-BE49-F238E27FC236}">
                    <a16:creationId xmlns:a16="http://schemas.microsoft.com/office/drawing/2014/main" id="{A286DC98-D0FE-C5DA-E59C-BE26F773F82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43" name="Rectangle 111">
                <a:extLst>
                  <a:ext uri="{FF2B5EF4-FFF2-40B4-BE49-F238E27FC236}">
                    <a16:creationId xmlns:a16="http://schemas.microsoft.com/office/drawing/2014/main" id="{E10821C1-2411-3D57-C406-866F70875FF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44" name="Rectangle 112">
                <a:extLst>
                  <a:ext uri="{FF2B5EF4-FFF2-40B4-BE49-F238E27FC236}">
                    <a16:creationId xmlns:a16="http://schemas.microsoft.com/office/drawing/2014/main" id="{63A238B0-66A6-36AD-F9AF-1F2375A425E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45" name="Rectangle 113">
                <a:extLst>
                  <a:ext uri="{FF2B5EF4-FFF2-40B4-BE49-F238E27FC236}">
                    <a16:creationId xmlns:a16="http://schemas.microsoft.com/office/drawing/2014/main" id="{978B4784-364C-B066-924D-6DA3E5B4DB3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46" name="Rectangle 114">
                <a:extLst>
                  <a:ext uri="{FF2B5EF4-FFF2-40B4-BE49-F238E27FC236}">
                    <a16:creationId xmlns:a16="http://schemas.microsoft.com/office/drawing/2014/main" id="{78E17CBF-021E-FD88-FB9F-8746A7682FD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47" name="Rectangle 115">
                <a:extLst>
                  <a:ext uri="{FF2B5EF4-FFF2-40B4-BE49-F238E27FC236}">
                    <a16:creationId xmlns:a16="http://schemas.microsoft.com/office/drawing/2014/main" id="{4D1DD372-A03C-5439-5176-786F5433AB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48" name="Rectangle 116">
                <a:extLst>
                  <a:ext uri="{FF2B5EF4-FFF2-40B4-BE49-F238E27FC236}">
                    <a16:creationId xmlns:a16="http://schemas.microsoft.com/office/drawing/2014/main" id="{A6084E46-5A11-90FA-EDC3-CB7D1E9F6C1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49" name="Rectangle 117">
                <a:extLst>
                  <a:ext uri="{FF2B5EF4-FFF2-40B4-BE49-F238E27FC236}">
                    <a16:creationId xmlns:a16="http://schemas.microsoft.com/office/drawing/2014/main" id="{D2FAD937-4DBC-5073-3856-56CB97BA5F0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50" name="Rectangle 118">
                <a:extLst>
                  <a:ext uri="{FF2B5EF4-FFF2-40B4-BE49-F238E27FC236}">
                    <a16:creationId xmlns:a16="http://schemas.microsoft.com/office/drawing/2014/main" id="{D9F6363D-2BAD-869C-255C-3C5EF9D60A3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51" name="Rectangle 119">
                <a:extLst>
                  <a:ext uri="{FF2B5EF4-FFF2-40B4-BE49-F238E27FC236}">
                    <a16:creationId xmlns:a16="http://schemas.microsoft.com/office/drawing/2014/main" id="{3FEA2BAB-4A2F-A110-6004-D917C531907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52" name="Rectangle 120">
                <a:extLst>
                  <a:ext uri="{FF2B5EF4-FFF2-40B4-BE49-F238E27FC236}">
                    <a16:creationId xmlns:a16="http://schemas.microsoft.com/office/drawing/2014/main" id="{492040EB-1482-CFA4-150B-484689F1548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53" name="Rectangle 121">
                <a:extLst>
                  <a:ext uri="{FF2B5EF4-FFF2-40B4-BE49-F238E27FC236}">
                    <a16:creationId xmlns:a16="http://schemas.microsoft.com/office/drawing/2014/main" id="{7309D6E4-1BAD-50D8-8F20-EACFDCA8253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54" name="Rectangle 122">
                <a:extLst>
                  <a:ext uri="{FF2B5EF4-FFF2-40B4-BE49-F238E27FC236}">
                    <a16:creationId xmlns:a16="http://schemas.microsoft.com/office/drawing/2014/main" id="{25F4A813-67BC-156B-7F6F-A7F73E967C2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55" name="Rectangle 123">
                <a:extLst>
                  <a:ext uri="{FF2B5EF4-FFF2-40B4-BE49-F238E27FC236}">
                    <a16:creationId xmlns:a16="http://schemas.microsoft.com/office/drawing/2014/main" id="{99EFC320-7387-7493-DF6B-CD64988AA8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56" name="Rectangle 124">
                <a:extLst>
                  <a:ext uri="{FF2B5EF4-FFF2-40B4-BE49-F238E27FC236}">
                    <a16:creationId xmlns:a16="http://schemas.microsoft.com/office/drawing/2014/main" id="{2273C221-911C-60AD-2E3F-F03B5FB63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57" name="Rectangle 125">
                <a:extLst>
                  <a:ext uri="{FF2B5EF4-FFF2-40B4-BE49-F238E27FC236}">
                    <a16:creationId xmlns:a16="http://schemas.microsoft.com/office/drawing/2014/main" id="{ECD1DFF6-8E62-648A-0477-DF3D2D9E30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58" name="Rectangle 126">
                <a:extLst>
                  <a:ext uri="{FF2B5EF4-FFF2-40B4-BE49-F238E27FC236}">
                    <a16:creationId xmlns:a16="http://schemas.microsoft.com/office/drawing/2014/main" id="{30B6A420-B587-B65D-26BB-BBE3B542CCC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59" name="Rectangle 127">
                <a:extLst>
                  <a:ext uri="{FF2B5EF4-FFF2-40B4-BE49-F238E27FC236}">
                    <a16:creationId xmlns:a16="http://schemas.microsoft.com/office/drawing/2014/main" id="{D750B1C1-5396-FBE6-E364-49F9801CF8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60" name="Rectangle 128">
                <a:extLst>
                  <a:ext uri="{FF2B5EF4-FFF2-40B4-BE49-F238E27FC236}">
                    <a16:creationId xmlns:a16="http://schemas.microsoft.com/office/drawing/2014/main" id="{1F1AC254-78F5-7DE9-4B7E-62A93803FD6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61" name="Rectangle 129">
                <a:extLst>
                  <a:ext uri="{FF2B5EF4-FFF2-40B4-BE49-F238E27FC236}">
                    <a16:creationId xmlns:a16="http://schemas.microsoft.com/office/drawing/2014/main" id="{3CC69ECC-03BD-BCCE-EC29-059D9E2E706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62" name="Rectangle 130">
                <a:extLst>
                  <a:ext uri="{FF2B5EF4-FFF2-40B4-BE49-F238E27FC236}">
                    <a16:creationId xmlns:a16="http://schemas.microsoft.com/office/drawing/2014/main" id="{298D5767-637F-1B8F-60B9-6FB3C00B24B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63" name="Rectangle 131">
                <a:extLst>
                  <a:ext uri="{FF2B5EF4-FFF2-40B4-BE49-F238E27FC236}">
                    <a16:creationId xmlns:a16="http://schemas.microsoft.com/office/drawing/2014/main" id="{384F207A-3E91-B29B-2B83-F3439FC35E6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64" name="Rectangle 132">
                <a:extLst>
                  <a:ext uri="{FF2B5EF4-FFF2-40B4-BE49-F238E27FC236}">
                    <a16:creationId xmlns:a16="http://schemas.microsoft.com/office/drawing/2014/main" id="{2EE50B68-2545-4606-2E67-76CA9BB305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65" name="Rectangle 133">
                <a:extLst>
                  <a:ext uri="{FF2B5EF4-FFF2-40B4-BE49-F238E27FC236}">
                    <a16:creationId xmlns:a16="http://schemas.microsoft.com/office/drawing/2014/main" id="{D5A0DD05-BA8C-F8F4-CDFA-83818F937B5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66" name="Rectangle 134">
                <a:extLst>
                  <a:ext uri="{FF2B5EF4-FFF2-40B4-BE49-F238E27FC236}">
                    <a16:creationId xmlns:a16="http://schemas.microsoft.com/office/drawing/2014/main" id="{63BDE755-796D-C4FD-0BB3-2ACA7E6E9F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67" name="Rectangle 135">
                <a:extLst>
                  <a:ext uri="{FF2B5EF4-FFF2-40B4-BE49-F238E27FC236}">
                    <a16:creationId xmlns:a16="http://schemas.microsoft.com/office/drawing/2014/main" id="{4570BE72-2EBE-BA43-1115-F830283B6D4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68" name="Rectangle 136">
                <a:extLst>
                  <a:ext uri="{FF2B5EF4-FFF2-40B4-BE49-F238E27FC236}">
                    <a16:creationId xmlns:a16="http://schemas.microsoft.com/office/drawing/2014/main" id="{A5A30F97-8687-8379-4574-D1C1BF714DA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69" name="Rectangle 137">
                <a:extLst>
                  <a:ext uri="{FF2B5EF4-FFF2-40B4-BE49-F238E27FC236}">
                    <a16:creationId xmlns:a16="http://schemas.microsoft.com/office/drawing/2014/main" id="{79B6B5C9-D1E2-B09C-7AFB-E9E39EF69A0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70" name="Freeform 138">
                <a:extLst>
                  <a:ext uri="{FF2B5EF4-FFF2-40B4-BE49-F238E27FC236}">
                    <a16:creationId xmlns:a16="http://schemas.microsoft.com/office/drawing/2014/main" id="{C40CA579-E43E-D11E-DA46-1F1C361F784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71" name="Freeform 139">
                <a:extLst>
                  <a:ext uri="{FF2B5EF4-FFF2-40B4-BE49-F238E27FC236}">
                    <a16:creationId xmlns:a16="http://schemas.microsoft.com/office/drawing/2014/main" id="{4C75B293-5197-50E2-CC7E-BEA929BBA8A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72" name="Freeform 140">
                <a:extLst>
                  <a:ext uri="{FF2B5EF4-FFF2-40B4-BE49-F238E27FC236}">
                    <a16:creationId xmlns:a16="http://schemas.microsoft.com/office/drawing/2014/main" id="{72B1A728-B818-9DC8-84B5-B91E546A888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73" name="Freeform 141">
                <a:extLst>
                  <a:ext uri="{FF2B5EF4-FFF2-40B4-BE49-F238E27FC236}">
                    <a16:creationId xmlns:a16="http://schemas.microsoft.com/office/drawing/2014/main" id="{74CFEE90-81B6-4299-569F-BE6872EB9F8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74" name="Freeform 142">
                <a:extLst>
                  <a:ext uri="{FF2B5EF4-FFF2-40B4-BE49-F238E27FC236}">
                    <a16:creationId xmlns:a16="http://schemas.microsoft.com/office/drawing/2014/main" id="{82A2E52D-19D8-6627-ECFE-2D8E9111148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75" name="Freeform 143">
                <a:extLst>
                  <a:ext uri="{FF2B5EF4-FFF2-40B4-BE49-F238E27FC236}">
                    <a16:creationId xmlns:a16="http://schemas.microsoft.com/office/drawing/2014/main" id="{9E187744-CBE2-D248-9B69-3A621CD2C25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76" name="Freeform 144">
                <a:extLst>
                  <a:ext uri="{FF2B5EF4-FFF2-40B4-BE49-F238E27FC236}">
                    <a16:creationId xmlns:a16="http://schemas.microsoft.com/office/drawing/2014/main" id="{47E25276-85CD-ADD3-E578-7CB43C836C4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77" name="Freeform 145">
                <a:extLst>
                  <a:ext uri="{FF2B5EF4-FFF2-40B4-BE49-F238E27FC236}">
                    <a16:creationId xmlns:a16="http://schemas.microsoft.com/office/drawing/2014/main" id="{D96AE171-CEA4-1237-502F-14CB7E8ED7C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78" name="Freeform 146">
                <a:extLst>
                  <a:ext uri="{FF2B5EF4-FFF2-40B4-BE49-F238E27FC236}">
                    <a16:creationId xmlns:a16="http://schemas.microsoft.com/office/drawing/2014/main" id="{3F8EBED6-9DD9-30F3-E28B-FEF11ADA6F2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79" name="Rectangle 147">
                <a:extLst>
                  <a:ext uri="{FF2B5EF4-FFF2-40B4-BE49-F238E27FC236}">
                    <a16:creationId xmlns:a16="http://schemas.microsoft.com/office/drawing/2014/main" id="{55854AD9-2ABC-846C-9ED6-E2EE7C147F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80" name="Rectangle 148">
                <a:extLst>
                  <a:ext uri="{FF2B5EF4-FFF2-40B4-BE49-F238E27FC236}">
                    <a16:creationId xmlns:a16="http://schemas.microsoft.com/office/drawing/2014/main" id="{BEA93610-87BE-95D7-EF2B-509A1ADBE4B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181" name="Freeform 149">
                <a:extLst>
                  <a:ext uri="{FF2B5EF4-FFF2-40B4-BE49-F238E27FC236}">
                    <a16:creationId xmlns:a16="http://schemas.microsoft.com/office/drawing/2014/main" id="{5BCF8799-6745-4CE8-6CB7-4EC5195FB1E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82" name="Freeform 150">
                <a:extLst>
                  <a:ext uri="{FF2B5EF4-FFF2-40B4-BE49-F238E27FC236}">
                    <a16:creationId xmlns:a16="http://schemas.microsoft.com/office/drawing/2014/main" id="{7F4E672A-BF40-F338-06A2-8F2CCE796D9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83" name="Freeform 151">
                <a:extLst>
                  <a:ext uri="{FF2B5EF4-FFF2-40B4-BE49-F238E27FC236}">
                    <a16:creationId xmlns:a16="http://schemas.microsoft.com/office/drawing/2014/main" id="{A93B74D6-6D2B-F45C-51FF-5810D0FB671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>
                  <a:gd name="T0" fmla="*/ 0 w 348"/>
                  <a:gd name="T1" fmla="*/ 0 h 1272"/>
                  <a:gd name="T2" fmla="*/ 287 w 348"/>
                  <a:gd name="T3" fmla="*/ 582 h 1272"/>
                  <a:gd name="T4" fmla="*/ 348 w 348"/>
                  <a:gd name="T5" fmla="*/ 1272 h 1272"/>
                  <a:gd name="T6" fmla="*/ 54 w 348"/>
                  <a:gd name="T7" fmla="*/ 676 h 1272"/>
                  <a:gd name="T8" fmla="*/ 0 w 348"/>
                  <a:gd name="T9" fmla="*/ 0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84" name="Oval 152">
                <a:extLst>
                  <a:ext uri="{FF2B5EF4-FFF2-40B4-BE49-F238E27FC236}">
                    <a16:creationId xmlns:a16="http://schemas.microsoft.com/office/drawing/2014/main" id="{E1ABCC4D-D30E-0194-9D8B-F88F806D951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44185" name="Rectangle 153">
            <a:extLst>
              <a:ext uri="{FF2B5EF4-FFF2-40B4-BE49-F238E27FC236}">
                <a16:creationId xmlns:a16="http://schemas.microsoft.com/office/drawing/2014/main" id="{7D970647-D35A-CEDB-B6DE-C76C6EDB934F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44186" name="Rectangle 154">
            <a:extLst>
              <a:ext uri="{FF2B5EF4-FFF2-40B4-BE49-F238E27FC236}">
                <a16:creationId xmlns:a16="http://schemas.microsoft.com/office/drawing/2014/main" id="{F10906E1-051C-7F10-57FD-16C16F76FB5F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44187" name="Rectangle 155">
            <a:extLst>
              <a:ext uri="{FF2B5EF4-FFF2-40B4-BE49-F238E27FC236}">
                <a16:creationId xmlns:a16="http://schemas.microsoft.com/office/drawing/2014/main" id="{D3B3CC69-CE6A-68E7-EF64-349433D356FA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3048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44188" name="Rectangle 156">
            <a:extLst>
              <a:ext uri="{FF2B5EF4-FFF2-40B4-BE49-F238E27FC236}">
                <a16:creationId xmlns:a16="http://schemas.microsoft.com/office/drawing/2014/main" id="{E814FEA5-C1AD-D6B0-2396-423E34DF2F2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44189" name="Rectangle 157">
            <a:extLst>
              <a:ext uri="{FF2B5EF4-FFF2-40B4-BE49-F238E27FC236}">
                <a16:creationId xmlns:a16="http://schemas.microsoft.com/office/drawing/2014/main" id="{D3D06017-7DD2-F90A-10A8-506F983E92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fld id="{58625E82-523E-4DF3-A18D-72676FEAB8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8239E-453D-5F8B-58B0-BF66F46C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77BF48-F209-6211-BEC5-BD1190825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3FFAA-C7CF-9ED8-A4B5-B9A93E38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9E645E-E504-48B2-7CD8-92E3B249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BF56D4-FC68-5D61-FA3E-8AEDC969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F05DC6-0824-4962-84DA-3CCC4A161F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7392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A854C-2747-47F0-CBE5-29C59D68D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1E04C4-2F1C-1D97-EF52-1F49BDEA6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79CBD8-A358-E041-AC21-AC55F738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86BB08-D0F3-14F8-1605-EC2470D1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FD218D-02C0-38F3-83D0-5D0ECDDA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9A384D-9E85-4BD7-9676-A696A23931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689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0D2F9-48DD-7690-7710-A5A91E88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EEC2A6-C32D-E528-CEF2-06008E2EE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478619-4672-5C1F-A020-11A24E9CE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7F19FB-34C1-C53C-B9CF-2BDD0025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ABF00C-79A8-5E08-715B-D6B0F945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965719-D5F5-9F69-B544-0B0ABBB6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D288A7-1D83-4210-8251-3343D0D3D5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023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4592-547D-3978-409C-B9C10C82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52150F-F496-25A0-00FA-EF6D860F7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53B30C-03BA-B5A0-FEC7-FFBC4C6AB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C0F138-2B02-1C61-370B-D197F30B4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1885DD-AF2D-9E9D-20C7-AC457AC2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0DEFFFB-7902-676F-D157-1CFC60A5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512205B-B2A0-8222-5527-5951EEAA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A95D7A-31C1-45BC-1AB3-199550C9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131066-661C-4F4A-A9D6-18DB80CABB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3396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5782C-1FFF-912C-C151-1F1C4ED4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BE76A75-29ED-B68F-0EF4-B90AD1477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80F27D-8ADF-FCE9-7A51-B9688024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C15824-E2F0-49F1-A9F4-5C6BAAF3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E69B0-43CB-4772-AEFD-0A61C2A82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076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A7EA727-2BF7-0D11-33E2-3608EEAF9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EE7C295-F864-CE38-A197-F54B05B2D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5884E8-739C-DB31-0466-DC103D42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B3A40E-1B4E-44D7-B227-6886BC7A39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8922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54F12-A881-0C55-5A1B-8855E78CC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6B0887-1960-4CA9-4324-E1C9C3860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17056B-E308-F93D-89FF-DE4FEA7EA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1E5CCC-1292-4B30-196A-24142FF5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568DA9-F385-A5E3-31B8-632F18BF1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8AC82C-0EAE-61FA-2F5B-8DD1F6FC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82F773-B705-4BA7-BE5E-CB0C3F668A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817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2D64C-56D5-6485-3240-66BB13A0C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046F56-15AA-4122-FBFC-E852A6E40D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A7CE7F-BE19-65A0-DB54-1AF87F160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5B6575-50DE-6EC5-AF04-E0D9C18BA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E4C1D2-C779-17EB-7954-6B1898B6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270058-7801-6A33-5BAE-005E0ADE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677DD7-0E25-4586-A6C8-82C7E986C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9500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9BEFB-1BB1-E6D5-BBA4-7E1BF27D0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93E4BC-D6AF-149C-A19D-85F417903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C96035-AA54-657A-07D8-95AC0B67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069188-4F44-697E-E07F-6487375A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53791F-CB51-C1A7-6DD3-121B4871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BCECB9-08D4-472B-8419-2C455A8CF3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5766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09FFC7D-D30B-E7F8-0EC7-5DE5CFFE7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F9BCF8-5D46-8694-00BA-638F0D40A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167E52-B2F9-5D2D-19E2-13259C4DC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33AD6C-2916-E3EA-0D3B-3FB44DEE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0CAF03-2EAC-9F72-F6FA-F8D0B280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A7A89D-308C-466C-B7E9-3E3A119D48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6786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9098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>
            <a:extLst>
              <a:ext uri="{FF2B5EF4-FFF2-40B4-BE49-F238E27FC236}">
                <a16:creationId xmlns:a16="http://schemas.microsoft.com/office/drawing/2014/main" id="{517C8234-072C-C9FB-B599-BFBB1ABF3338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43011" name="Group 3">
              <a:extLst>
                <a:ext uri="{FF2B5EF4-FFF2-40B4-BE49-F238E27FC236}">
                  <a16:creationId xmlns:a16="http://schemas.microsoft.com/office/drawing/2014/main" id="{70D7E806-1F1E-628F-D326-3F27FE7210E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43012" name="Freeform 4">
                <a:extLst>
                  <a:ext uri="{FF2B5EF4-FFF2-40B4-BE49-F238E27FC236}">
                    <a16:creationId xmlns:a16="http://schemas.microsoft.com/office/drawing/2014/main" id="{C00D79C2-6938-E148-5C92-2A1FF548002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13" name="Freeform 5">
                <a:extLst>
                  <a:ext uri="{FF2B5EF4-FFF2-40B4-BE49-F238E27FC236}">
                    <a16:creationId xmlns:a16="http://schemas.microsoft.com/office/drawing/2014/main" id="{FE07AA4D-0D6C-835E-3CB7-0757A2AB824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14" name="Freeform 6">
                <a:extLst>
                  <a:ext uri="{FF2B5EF4-FFF2-40B4-BE49-F238E27FC236}">
                    <a16:creationId xmlns:a16="http://schemas.microsoft.com/office/drawing/2014/main" id="{8F2273A5-75D0-93A7-7164-6205BDCFD38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15" name="Freeform 7">
                <a:extLst>
                  <a:ext uri="{FF2B5EF4-FFF2-40B4-BE49-F238E27FC236}">
                    <a16:creationId xmlns:a16="http://schemas.microsoft.com/office/drawing/2014/main" id="{0654D314-8853-4583-1EF4-CEAF168D7B0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16" name="Freeform 8">
                <a:extLst>
                  <a:ext uri="{FF2B5EF4-FFF2-40B4-BE49-F238E27FC236}">
                    <a16:creationId xmlns:a16="http://schemas.microsoft.com/office/drawing/2014/main" id="{A8EF304C-77F0-C8E0-F7F2-417B41CFB2F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17" name="Freeform 9">
                <a:extLst>
                  <a:ext uri="{FF2B5EF4-FFF2-40B4-BE49-F238E27FC236}">
                    <a16:creationId xmlns:a16="http://schemas.microsoft.com/office/drawing/2014/main" id="{06B7BE60-7EFF-4C0B-F76C-D75A710EA94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18" name="Freeform 10">
                <a:extLst>
                  <a:ext uri="{FF2B5EF4-FFF2-40B4-BE49-F238E27FC236}">
                    <a16:creationId xmlns:a16="http://schemas.microsoft.com/office/drawing/2014/main" id="{25754062-31EA-E732-4B64-5A91946D9E8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19" name="Freeform 11">
                <a:extLst>
                  <a:ext uri="{FF2B5EF4-FFF2-40B4-BE49-F238E27FC236}">
                    <a16:creationId xmlns:a16="http://schemas.microsoft.com/office/drawing/2014/main" id="{BEDB3C99-3AA3-9C49-3813-8AB12280EC9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20" name="Freeform 12">
                <a:extLst>
                  <a:ext uri="{FF2B5EF4-FFF2-40B4-BE49-F238E27FC236}">
                    <a16:creationId xmlns:a16="http://schemas.microsoft.com/office/drawing/2014/main" id="{238A62F3-FFF7-DFDC-0815-9DCF704CF77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21" name="Freeform 13">
                <a:extLst>
                  <a:ext uri="{FF2B5EF4-FFF2-40B4-BE49-F238E27FC236}">
                    <a16:creationId xmlns:a16="http://schemas.microsoft.com/office/drawing/2014/main" id="{4FC80704-239D-61CE-DFCD-1DDA859BF5F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22" name="Freeform 14">
                <a:extLst>
                  <a:ext uri="{FF2B5EF4-FFF2-40B4-BE49-F238E27FC236}">
                    <a16:creationId xmlns:a16="http://schemas.microsoft.com/office/drawing/2014/main" id="{22823513-BEE6-741F-74E2-D4DC85A5273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23" name="Freeform 15">
                <a:extLst>
                  <a:ext uri="{FF2B5EF4-FFF2-40B4-BE49-F238E27FC236}">
                    <a16:creationId xmlns:a16="http://schemas.microsoft.com/office/drawing/2014/main" id="{903B9390-2DA0-69B7-AFE1-33F3EC198C5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24" name="Freeform 16">
                <a:extLst>
                  <a:ext uri="{FF2B5EF4-FFF2-40B4-BE49-F238E27FC236}">
                    <a16:creationId xmlns:a16="http://schemas.microsoft.com/office/drawing/2014/main" id="{912588F6-A9AE-56F4-CDC0-5C4D8850337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2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3025" name="Group 17">
              <a:extLst>
                <a:ext uri="{FF2B5EF4-FFF2-40B4-BE49-F238E27FC236}">
                  <a16:creationId xmlns:a16="http://schemas.microsoft.com/office/drawing/2014/main" id="{1DBCDE04-F0F7-E375-B805-0B8E7A54712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43026" name="Rectangle 18">
                <a:extLst>
                  <a:ext uri="{FF2B5EF4-FFF2-40B4-BE49-F238E27FC236}">
                    <a16:creationId xmlns:a16="http://schemas.microsoft.com/office/drawing/2014/main" id="{0FD78E09-ACC9-3D2F-9560-54393212809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27" name="Rectangle 19">
                <a:extLst>
                  <a:ext uri="{FF2B5EF4-FFF2-40B4-BE49-F238E27FC236}">
                    <a16:creationId xmlns:a16="http://schemas.microsoft.com/office/drawing/2014/main" id="{89A698FD-7A81-149B-F76D-0778E7BAE66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28" name="Rectangle 20">
                <a:extLst>
                  <a:ext uri="{FF2B5EF4-FFF2-40B4-BE49-F238E27FC236}">
                    <a16:creationId xmlns:a16="http://schemas.microsoft.com/office/drawing/2014/main" id="{FA28A8D1-AFE6-ACEC-E15F-D03482FB93C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29" name="Rectangle 21">
                <a:extLst>
                  <a:ext uri="{FF2B5EF4-FFF2-40B4-BE49-F238E27FC236}">
                    <a16:creationId xmlns:a16="http://schemas.microsoft.com/office/drawing/2014/main" id="{D6ED8A3C-96F1-B714-43AC-103F056BB6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30" name="Rectangle 22">
                <a:extLst>
                  <a:ext uri="{FF2B5EF4-FFF2-40B4-BE49-F238E27FC236}">
                    <a16:creationId xmlns:a16="http://schemas.microsoft.com/office/drawing/2014/main" id="{17EFA544-67AA-F86A-CF84-3EA5F449FC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31" name="Rectangle 23">
                <a:extLst>
                  <a:ext uri="{FF2B5EF4-FFF2-40B4-BE49-F238E27FC236}">
                    <a16:creationId xmlns:a16="http://schemas.microsoft.com/office/drawing/2014/main" id="{32340A42-3255-B2BD-037E-190E14BFFB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32" name="Rectangle 24">
                <a:extLst>
                  <a:ext uri="{FF2B5EF4-FFF2-40B4-BE49-F238E27FC236}">
                    <a16:creationId xmlns:a16="http://schemas.microsoft.com/office/drawing/2014/main" id="{90724866-ED28-3487-82B2-33B927C683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33" name="Rectangle 25">
                <a:extLst>
                  <a:ext uri="{FF2B5EF4-FFF2-40B4-BE49-F238E27FC236}">
                    <a16:creationId xmlns:a16="http://schemas.microsoft.com/office/drawing/2014/main" id="{A49F8B58-52AA-F6DC-F361-514FE6A860F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34" name="Rectangle 26">
                <a:extLst>
                  <a:ext uri="{FF2B5EF4-FFF2-40B4-BE49-F238E27FC236}">
                    <a16:creationId xmlns:a16="http://schemas.microsoft.com/office/drawing/2014/main" id="{A8B357C5-33B4-CDE2-C6D7-75F34A2707B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35" name="Rectangle 27">
                <a:extLst>
                  <a:ext uri="{FF2B5EF4-FFF2-40B4-BE49-F238E27FC236}">
                    <a16:creationId xmlns:a16="http://schemas.microsoft.com/office/drawing/2014/main" id="{2933E63C-F5DC-BB44-476A-64AB859862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36" name="Rectangle 28">
                <a:extLst>
                  <a:ext uri="{FF2B5EF4-FFF2-40B4-BE49-F238E27FC236}">
                    <a16:creationId xmlns:a16="http://schemas.microsoft.com/office/drawing/2014/main" id="{2632D4C6-19EA-1244-9353-C811FD5E0E3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37" name="Rectangle 29">
                <a:extLst>
                  <a:ext uri="{FF2B5EF4-FFF2-40B4-BE49-F238E27FC236}">
                    <a16:creationId xmlns:a16="http://schemas.microsoft.com/office/drawing/2014/main" id="{56C5E4C7-3772-8227-E62A-DF47C0ABDC0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38" name="Rectangle 30">
                <a:extLst>
                  <a:ext uri="{FF2B5EF4-FFF2-40B4-BE49-F238E27FC236}">
                    <a16:creationId xmlns:a16="http://schemas.microsoft.com/office/drawing/2014/main" id="{2AA65D30-6388-292E-3FC9-803A8FDDC6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39" name="Rectangle 31">
                <a:extLst>
                  <a:ext uri="{FF2B5EF4-FFF2-40B4-BE49-F238E27FC236}">
                    <a16:creationId xmlns:a16="http://schemas.microsoft.com/office/drawing/2014/main" id="{9DF8E430-7A13-06AC-0358-A06437B4F47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40" name="Rectangle 32">
                <a:extLst>
                  <a:ext uri="{FF2B5EF4-FFF2-40B4-BE49-F238E27FC236}">
                    <a16:creationId xmlns:a16="http://schemas.microsoft.com/office/drawing/2014/main" id="{CA76591F-438D-BCF1-B16E-A5844D1F9C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41" name="Rectangle 33">
                <a:extLst>
                  <a:ext uri="{FF2B5EF4-FFF2-40B4-BE49-F238E27FC236}">
                    <a16:creationId xmlns:a16="http://schemas.microsoft.com/office/drawing/2014/main" id="{8767FA47-3A8F-F8EC-EED2-EAD08D1E0CF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42" name="Rectangle 34">
                <a:extLst>
                  <a:ext uri="{FF2B5EF4-FFF2-40B4-BE49-F238E27FC236}">
                    <a16:creationId xmlns:a16="http://schemas.microsoft.com/office/drawing/2014/main" id="{E4A2AB91-C4A2-7CD9-F57A-5171573058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43" name="Rectangle 35">
                <a:extLst>
                  <a:ext uri="{FF2B5EF4-FFF2-40B4-BE49-F238E27FC236}">
                    <a16:creationId xmlns:a16="http://schemas.microsoft.com/office/drawing/2014/main" id="{F6BC6DF7-E603-35CB-FCF5-068EC98F9E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44" name="Rectangle 36">
                <a:extLst>
                  <a:ext uri="{FF2B5EF4-FFF2-40B4-BE49-F238E27FC236}">
                    <a16:creationId xmlns:a16="http://schemas.microsoft.com/office/drawing/2014/main" id="{EB16AD50-D747-DF03-00F7-5BBE8D105C8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45" name="Rectangle 37">
                <a:extLst>
                  <a:ext uri="{FF2B5EF4-FFF2-40B4-BE49-F238E27FC236}">
                    <a16:creationId xmlns:a16="http://schemas.microsoft.com/office/drawing/2014/main" id="{B4714E55-417B-0452-D1CB-E39CEF63D2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46" name="Rectangle 38">
                <a:extLst>
                  <a:ext uri="{FF2B5EF4-FFF2-40B4-BE49-F238E27FC236}">
                    <a16:creationId xmlns:a16="http://schemas.microsoft.com/office/drawing/2014/main" id="{E6D95D3A-CE5F-A1F8-B597-684A1BB327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47" name="Rectangle 39">
                <a:extLst>
                  <a:ext uri="{FF2B5EF4-FFF2-40B4-BE49-F238E27FC236}">
                    <a16:creationId xmlns:a16="http://schemas.microsoft.com/office/drawing/2014/main" id="{8D78A34B-6392-F7D1-DE9F-B300DF1D57C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48" name="Rectangle 40">
                <a:extLst>
                  <a:ext uri="{FF2B5EF4-FFF2-40B4-BE49-F238E27FC236}">
                    <a16:creationId xmlns:a16="http://schemas.microsoft.com/office/drawing/2014/main" id="{45E02254-3C9F-66F7-92FE-E3AC2680ED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49" name="Rectangle 41">
                <a:extLst>
                  <a:ext uri="{FF2B5EF4-FFF2-40B4-BE49-F238E27FC236}">
                    <a16:creationId xmlns:a16="http://schemas.microsoft.com/office/drawing/2014/main" id="{15A3E89B-FA2C-F966-9E48-329B59CF83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50" name="Rectangle 42">
                <a:extLst>
                  <a:ext uri="{FF2B5EF4-FFF2-40B4-BE49-F238E27FC236}">
                    <a16:creationId xmlns:a16="http://schemas.microsoft.com/office/drawing/2014/main" id="{BEAC4420-78AB-4931-82C6-934C267596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51" name="Rectangle 43">
                <a:extLst>
                  <a:ext uri="{FF2B5EF4-FFF2-40B4-BE49-F238E27FC236}">
                    <a16:creationId xmlns:a16="http://schemas.microsoft.com/office/drawing/2014/main" id="{88FA3188-E223-B1E4-7553-015237999C6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52" name="Rectangle 44">
                <a:extLst>
                  <a:ext uri="{FF2B5EF4-FFF2-40B4-BE49-F238E27FC236}">
                    <a16:creationId xmlns:a16="http://schemas.microsoft.com/office/drawing/2014/main" id="{6C0E110A-85A1-2287-84F9-D4E4A562EA6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53" name="Rectangle 45">
                <a:extLst>
                  <a:ext uri="{FF2B5EF4-FFF2-40B4-BE49-F238E27FC236}">
                    <a16:creationId xmlns:a16="http://schemas.microsoft.com/office/drawing/2014/main" id="{62065D0B-C5B2-3372-5D9E-316D195CBF3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54" name="Rectangle 46">
                <a:extLst>
                  <a:ext uri="{FF2B5EF4-FFF2-40B4-BE49-F238E27FC236}">
                    <a16:creationId xmlns:a16="http://schemas.microsoft.com/office/drawing/2014/main" id="{B26CD183-ADCF-CF27-8851-1BCD6CD112C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55" name="Rectangle 47">
                <a:extLst>
                  <a:ext uri="{FF2B5EF4-FFF2-40B4-BE49-F238E27FC236}">
                    <a16:creationId xmlns:a16="http://schemas.microsoft.com/office/drawing/2014/main" id="{63DD8504-1239-A09E-C8BD-9940F1D48BD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56" name="Rectangle 48">
                <a:extLst>
                  <a:ext uri="{FF2B5EF4-FFF2-40B4-BE49-F238E27FC236}">
                    <a16:creationId xmlns:a16="http://schemas.microsoft.com/office/drawing/2014/main" id="{695A9245-4C3A-E4B5-9A5F-066F07824A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57" name="Rectangle 49">
                <a:extLst>
                  <a:ext uri="{FF2B5EF4-FFF2-40B4-BE49-F238E27FC236}">
                    <a16:creationId xmlns:a16="http://schemas.microsoft.com/office/drawing/2014/main" id="{F0EDE64B-7C32-9517-2EF4-7D110E9F74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58" name="Rectangle 50">
                <a:extLst>
                  <a:ext uri="{FF2B5EF4-FFF2-40B4-BE49-F238E27FC236}">
                    <a16:creationId xmlns:a16="http://schemas.microsoft.com/office/drawing/2014/main" id="{2BE33E44-A533-EBAA-21F9-7F2C980694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59" name="Rectangle 51">
                <a:extLst>
                  <a:ext uri="{FF2B5EF4-FFF2-40B4-BE49-F238E27FC236}">
                    <a16:creationId xmlns:a16="http://schemas.microsoft.com/office/drawing/2014/main" id="{C9C0321E-BAFA-0844-7D17-B48973857C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60" name="Rectangle 52">
                <a:extLst>
                  <a:ext uri="{FF2B5EF4-FFF2-40B4-BE49-F238E27FC236}">
                    <a16:creationId xmlns:a16="http://schemas.microsoft.com/office/drawing/2014/main" id="{BB890596-FECA-CAA2-7C92-6BCDF986E31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61" name="Rectangle 53">
                <a:extLst>
                  <a:ext uri="{FF2B5EF4-FFF2-40B4-BE49-F238E27FC236}">
                    <a16:creationId xmlns:a16="http://schemas.microsoft.com/office/drawing/2014/main" id="{1F36C0A1-3F22-8522-618C-7C3EC79C535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62" name="Rectangle 54">
                <a:extLst>
                  <a:ext uri="{FF2B5EF4-FFF2-40B4-BE49-F238E27FC236}">
                    <a16:creationId xmlns:a16="http://schemas.microsoft.com/office/drawing/2014/main" id="{CF1EA94D-79B5-C15C-C8B7-3C05657815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63" name="Rectangle 55">
                <a:extLst>
                  <a:ext uri="{FF2B5EF4-FFF2-40B4-BE49-F238E27FC236}">
                    <a16:creationId xmlns:a16="http://schemas.microsoft.com/office/drawing/2014/main" id="{90FA28E1-4F12-064A-8C03-2574E15FC1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64" name="Rectangle 56">
                <a:extLst>
                  <a:ext uri="{FF2B5EF4-FFF2-40B4-BE49-F238E27FC236}">
                    <a16:creationId xmlns:a16="http://schemas.microsoft.com/office/drawing/2014/main" id="{7DE53D29-A64F-5B5D-30A9-6126AE8C270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65" name="Rectangle 57">
                <a:extLst>
                  <a:ext uri="{FF2B5EF4-FFF2-40B4-BE49-F238E27FC236}">
                    <a16:creationId xmlns:a16="http://schemas.microsoft.com/office/drawing/2014/main" id="{3AEA1C36-15C8-33DA-3F2E-6B7E1AA08F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66" name="Rectangle 58">
                <a:extLst>
                  <a:ext uri="{FF2B5EF4-FFF2-40B4-BE49-F238E27FC236}">
                    <a16:creationId xmlns:a16="http://schemas.microsoft.com/office/drawing/2014/main" id="{9C0B51F3-7594-F703-CD66-1999A093E00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67" name="Rectangle 59">
                <a:extLst>
                  <a:ext uri="{FF2B5EF4-FFF2-40B4-BE49-F238E27FC236}">
                    <a16:creationId xmlns:a16="http://schemas.microsoft.com/office/drawing/2014/main" id="{39E8B734-9BF9-BA17-78A1-45C0146A5F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68" name="Rectangle 60">
                <a:extLst>
                  <a:ext uri="{FF2B5EF4-FFF2-40B4-BE49-F238E27FC236}">
                    <a16:creationId xmlns:a16="http://schemas.microsoft.com/office/drawing/2014/main" id="{0B9682BF-6867-921A-6C68-2D33255D5FC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69" name="Rectangle 61">
                <a:extLst>
                  <a:ext uri="{FF2B5EF4-FFF2-40B4-BE49-F238E27FC236}">
                    <a16:creationId xmlns:a16="http://schemas.microsoft.com/office/drawing/2014/main" id="{ECE8D9AF-8CE8-556E-7356-4393CBA4FBF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70" name="Rectangle 62">
                <a:extLst>
                  <a:ext uri="{FF2B5EF4-FFF2-40B4-BE49-F238E27FC236}">
                    <a16:creationId xmlns:a16="http://schemas.microsoft.com/office/drawing/2014/main" id="{C0316A46-FA83-BD3C-334A-7A1E92B6FD1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71" name="Rectangle 63">
                <a:extLst>
                  <a:ext uri="{FF2B5EF4-FFF2-40B4-BE49-F238E27FC236}">
                    <a16:creationId xmlns:a16="http://schemas.microsoft.com/office/drawing/2014/main" id="{8B5ED04C-D3DE-3D2E-C775-EC06462C5B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72" name="Rectangle 64">
                <a:extLst>
                  <a:ext uri="{FF2B5EF4-FFF2-40B4-BE49-F238E27FC236}">
                    <a16:creationId xmlns:a16="http://schemas.microsoft.com/office/drawing/2014/main" id="{065757DB-E898-771B-7F75-AC15AC42DA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73" name="Rectangle 65">
                <a:extLst>
                  <a:ext uri="{FF2B5EF4-FFF2-40B4-BE49-F238E27FC236}">
                    <a16:creationId xmlns:a16="http://schemas.microsoft.com/office/drawing/2014/main" id="{B79698AF-D589-3CD9-0CC3-E8A097B5F2D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74" name="Rectangle 66">
                <a:extLst>
                  <a:ext uri="{FF2B5EF4-FFF2-40B4-BE49-F238E27FC236}">
                    <a16:creationId xmlns:a16="http://schemas.microsoft.com/office/drawing/2014/main" id="{B37648BE-3FB6-D604-B6E3-CBE70997B4F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75" name="Rectangle 67">
                <a:extLst>
                  <a:ext uri="{FF2B5EF4-FFF2-40B4-BE49-F238E27FC236}">
                    <a16:creationId xmlns:a16="http://schemas.microsoft.com/office/drawing/2014/main" id="{0261159B-2B64-9345-76B0-753E490B90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76" name="Rectangle 68">
                <a:extLst>
                  <a:ext uri="{FF2B5EF4-FFF2-40B4-BE49-F238E27FC236}">
                    <a16:creationId xmlns:a16="http://schemas.microsoft.com/office/drawing/2014/main" id="{E6B4DAAB-7866-9443-C6C1-DBEA10D6B2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77" name="Rectangle 69">
                <a:extLst>
                  <a:ext uri="{FF2B5EF4-FFF2-40B4-BE49-F238E27FC236}">
                    <a16:creationId xmlns:a16="http://schemas.microsoft.com/office/drawing/2014/main" id="{24EB124E-AE27-BEFA-6820-15DAB96B1F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78" name="Rectangle 70">
                <a:extLst>
                  <a:ext uri="{FF2B5EF4-FFF2-40B4-BE49-F238E27FC236}">
                    <a16:creationId xmlns:a16="http://schemas.microsoft.com/office/drawing/2014/main" id="{D4C376BF-835D-3145-3AC9-3821DC4387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79" name="Rectangle 71">
                <a:extLst>
                  <a:ext uri="{FF2B5EF4-FFF2-40B4-BE49-F238E27FC236}">
                    <a16:creationId xmlns:a16="http://schemas.microsoft.com/office/drawing/2014/main" id="{640E3091-923E-14C5-0CA2-5ECFAA89D33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80" name="Rectangle 72">
                <a:extLst>
                  <a:ext uri="{FF2B5EF4-FFF2-40B4-BE49-F238E27FC236}">
                    <a16:creationId xmlns:a16="http://schemas.microsoft.com/office/drawing/2014/main" id="{D3C400EF-4DD0-7DFB-FEB1-D6A5C1C2497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81" name="Rectangle 73">
                <a:extLst>
                  <a:ext uri="{FF2B5EF4-FFF2-40B4-BE49-F238E27FC236}">
                    <a16:creationId xmlns:a16="http://schemas.microsoft.com/office/drawing/2014/main" id="{6C285DB7-188E-2217-1A1F-FBFECD6CA00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82" name="Rectangle 74">
                <a:extLst>
                  <a:ext uri="{FF2B5EF4-FFF2-40B4-BE49-F238E27FC236}">
                    <a16:creationId xmlns:a16="http://schemas.microsoft.com/office/drawing/2014/main" id="{247583DC-A7C2-8B06-2ADB-44414958F46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83" name="Rectangle 75">
                <a:extLst>
                  <a:ext uri="{FF2B5EF4-FFF2-40B4-BE49-F238E27FC236}">
                    <a16:creationId xmlns:a16="http://schemas.microsoft.com/office/drawing/2014/main" id="{241E12B9-BE6C-72CB-2044-9D01E4EF79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84" name="Rectangle 76">
                <a:extLst>
                  <a:ext uri="{FF2B5EF4-FFF2-40B4-BE49-F238E27FC236}">
                    <a16:creationId xmlns:a16="http://schemas.microsoft.com/office/drawing/2014/main" id="{C146ED03-816E-64F4-2BB7-83D78E9326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85" name="Rectangle 77">
                <a:extLst>
                  <a:ext uri="{FF2B5EF4-FFF2-40B4-BE49-F238E27FC236}">
                    <a16:creationId xmlns:a16="http://schemas.microsoft.com/office/drawing/2014/main" id="{9DC09E58-A12E-768F-7119-BB438CC97AB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86" name="Rectangle 78">
                <a:extLst>
                  <a:ext uri="{FF2B5EF4-FFF2-40B4-BE49-F238E27FC236}">
                    <a16:creationId xmlns:a16="http://schemas.microsoft.com/office/drawing/2014/main" id="{2760A19E-4939-A3B7-376D-A28B25F998E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87" name="Rectangle 79">
                <a:extLst>
                  <a:ext uri="{FF2B5EF4-FFF2-40B4-BE49-F238E27FC236}">
                    <a16:creationId xmlns:a16="http://schemas.microsoft.com/office/drawing/2014/main" id="{F9F9D90C-3CF2-6303-21B4-4CD8D358FFB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88" name="Rectangle 80">
                <a:extLst>
                  <a:ext uri="{FF2B5EF4-FFF2-40B4-BE49-F238E27FC236}">
                    <a16:creationId xmlns:a16="http://schemas.microsoft.com/office/drawing/2014/main" id="{E31D87C5-63FF-8F26-098C-8DFAF2ED861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89" name="Freeform 81">
                <a:extLst>
                  <a:ext uri="{FF2B5EF4-FFF2-40B4-BE49-F238E27FC236}">
                    <a16:creationId xmlns:a16="http://schemas.microsoft.com/office/drawing/2014/main" id="{49B59497-BB79-3CCD-FBDF-2ECC059FC2E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90" name="Rectangle 82">
                <a:extLst>
                  <a:ext uri="{FF2B5EF4-FFF2-40B4-BE49-F238E27FC236}">
                    <a16:creationId xmlns:a16="http://schemas.microsoft.com/office/drawing/2014/main" id="{BC48D058-F33B-11DF-A018-C0FDD7D78B9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91" name="Rectangle 83">
                <a:extLst>
                  <a:ext uri="{FF2B5EF4-FFF2-40B4-BE49-F238E27FC236}">
                    <a16:creationId xmlns:a16="http://schemas.microsoft.com/office/drawing/2014/main" id="{C95309E6-BB13-74C4-68AC-FBE7AAB738A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92" name="Rectangle 84">
                <a:extLst>
                  <a:ext uri="{FF2B5EF4-FFF2-40B4-BE49-F238E27FC236}">
                    <a16:creationId xmlns:a16="http://schemas.microsoft.com/office/drawing/2014/main" id="{EBDBC715-4FC6-C519-946B-30B3E0EF0E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93" name="Rectangle 85">
                <a:extLst>
                  <a:ext uri="{FF2B5EF4-FFF2-40B4-BE49-F238E27FC236}">
                    <a16:creationId xmlns:a16="http://schemas.microsoft.com/office/drawing/2014/main" id="{E40EDC1F-1015-8B5B-BC17-8AFE7FDE50F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94" name="Rectangle 86">
                <a:extLst>
                  <a:ext uri="{FF2B5EF4-FFF2-40B4-BE49-F238E27FC236}">
                    <a16:creationId xmlns:a16="http://schemas.microsoft.com/office/drawing/2014/main" id="{7C6461B4-3C2D-13DC-E93C-F5C41AD2035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95" name="Rectangle 87">
                <a:extLst>
                  <a:ext uri="{FF2B5EF4-FFF2-40B4-BE49-F238E27FC236}">
                    <a16:creationId xmlns:a16="http://schemas.microsoft.com/office/drawing/2014/main" id="{4209925F-F07F-E85E-156B-598B3E4CB82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96" name="Rectangle 88">
                <a:extLst>
                  <a:ext uri="{FF2B5EF4-FFF2-40B4-BE49-F238E27FC236}">
                    <a16:creationId xmlns:a16="http://schemas.microsoft.com/office/drawing/2014/main" id="{2CE38715-73E3-73FC-2A94-A7F0FB6059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97" name="Rectangle 89">
                <a:extLst>
                  <a:ext uri="{FF2B5EF4-FFF2-40B4-BE49-F238E27FC236}">
                    <a16:creationId xmlns:a16="http://schemas.microsoft.com/office/drawing/2014/main" id="{87F51CEE-9045-D0A2-F565-E2D0A5F64EB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98" name="Rectangle 90">
                <a:extLst>
                  <a:ext uri="{FF2B5EF4-FFF2-40B4-BE49-F238E27FC236}">
                    <a16:creationId xmlns:a16="http://schemas.microsoft.com/office/drawing/2014/main" id="{9041ADF0-1464-8C9C-0F36-D2216F87886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099" name="Rectangle 91">
                <a:extLst>
                  <a:ext uri="{FF2B5EF4-FFF2-40B4-BE49-F238E27FC236}">
                    <a16:creationId xmlns:a16="http://schemas.microsoft.com/office/drawing/2014/main" id="{8BE8F394-D545-F4C9-301A-43E88E19B20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00" name="Rectangle 92">
                <a:extLst>
                  <a:ext uri="{FF2B5EF4-FFF2-40B4-BE49-F238E27FC236}">
                    <a16:creationId xmlns:a16="http://schemas.microsoft.com/office/drawing/2014/main" id="{31340916-F6C9-3285-655A-B053FFF5B5E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01" name="Rectangle 93">
                <a:extLst>
                  <a:ext uri="{FF2B5EF4-FFF2-40B4-BE49-F238E27FC236}">
                    <a16:creationId xmlns:a16="http://schemas.microsoft.com/office/drawing/2014/main" id="{4913866C-7BD4-CA1D-AA11-1062E82B70F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02" name="Rectangle 94">
                <a:extLst>
                  <a:ext uri="{FF2B5EF4-FFF2-40B4-BE49-F238E27FC236}">
                    <a16:creationId xmlns:a16="http://schemas.microsoft.com/office/drawing/2014/main" id="{7043AB4E-423D-B09D-D584-FCE782A0C4D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03" name="Rectangle 95">
                <a:extLst>
                  <a:ext uri="{FF2B5EF4-FFF2-40B4-BE49-F238E27FC236}">
                    <a16:creationId xmlns:a16="http://schemas.microsoft.com/office/drawing/2014/main" id="{1DE02F8B-2D2D-16B9-D756-407C6D00E25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04" name="Rectangle 96">
                <a:extLst>
                  <a:ext uri="{FF2B5EF4-FFF2-40B4-BE49-F238E27FC236}">
                    <a16:creationId xmlns:a16="http://schemas.microsoft.com/office/drawing/2014/main" id="{1FA17282-E05E-8534-7064-2D790CD9C6A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05" name="Rectangle 97">
                <a:extLst>
                  <a:ext uri="{FF2B5EF4-FFF2-40B4-BE49-F238E27FC236}">
                    <a16:creationId xmlns:a16="http://schemas.microsoft.com/office/drawing/2014/main" id="{7B692485-B0B8-9370-9D31-55B46A74840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06" name="Rectangle 98">
                <a:extLst>
                  <a:ext uri="{FF2B5EF4-FFF2-40B4-BE49-F238E27FC236}">
                    <a16:creationId xmlns:a16="http://schemas.microsoft.com/office/drawing/2014/main" id="{9D6FE76F-D8D8-E9B6-EF84-8651D149CD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07" name="Rectangle 99">
                <a:extLst>
                  <a:ext uri="{FF2B5EF4-FFF2-40B4-BE49-F238E27FC236}">
                    <a16:creationId xmlns:a16="http://schemas.microsoft.com/office/drawing/2014/main" id="{30A45FFE-B0C3-580C-7A6B-67B3136E5E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08" name="Rectangle 100">
                <a:extLst>
                  <a:ext uri="{FF2B5EF4-FFF2-40B4-BE49-F238E27FC236}">
                    <a16:creationId xmlns:a16="http://schemas.microsoft.com/office/drawing/2014/main" id="{FAD8E222-354E-4CE5-5545-8F0E772DFB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09" name="Rectangle 101">
                <a:extLst>
                  <a:ext uri="{FF2B5EF4-FFF2-40B4-BE49-F238E27FC236}">
                    <a16:creationId xmlns:a16="http://schemas.microsoft.com/office/drawing/2014/main" id="{2E58E31F-5743-1927-20DC-541BE41ED5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10" name="Rectangle 102">
                <a:extLst>
                  <a:ext uri="{FF2B5EF4-FFF2-40B4-BE49-F238E27FC236}">
                    <a16:creationId xmlns:a16="http://schemas.microsoft.com/office/drawing/2014/main" id="{4C29A471-52BE-4CD1-C93B-35A8F7A7CA3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11" name="Rectangle 103">
                <a:extLst>
                  <a:ext uri="{FF2B5EF4-FFF2-40B4-BE49-F238E27FC236}">
                    <a16:creationId xmlns:a16="http://schemas.microsoft.com/office/drawing/2014/main" id="{7475B533-4642-FC44-6E71-0D688865350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12" name="Rectangle 104">
                <a:extLst>
                  <a:ext uri="{FF2B5EF4-FFF2-40B4-BE49-F238E27FC236}">
                    <a16:creationId xmlns:a16="http://schemas.microsoft.com/office/drawing/2014/main" id="{43CCD996-54D0-EFD4-1ACD-E91EE3D709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13" name="Rectangle 105">
                <a:extLst>
                  <a:ext uri="{FF2B5EF4-FFF2-40B4-BE49-F238E27FC236}">
                    <a16:creationId xmlns:a16="http://schemas.microsoft.com/office/drawing/2014/main" id="{E0EDB818-9D70-EB52-9B8D-4D3CA28FC3B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14" name="Rectangle 106">
                <a:extLst>
                  <a:ext uri="{FF2B5EF4-FFF2-40B4-BE49-F238E27FC236}">
                    <a16:creationId xmlns:a16="http://schemas.microsoft.com/office/drawing/2014/main" id="{408DF5F3-E748-83C8-77D4-E8CB3D1C4F6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15" name="Rectangle 107">
                <a:extLst>
                  <a:ext uri="{FF2B5EF4-FFF2-40B4-BE49-F238E27FC236}">
                    <a16:creationId xmlns:a16="http://schemas.microsoft.com/office/drawing/2014/main" id="{0CFFCD0F-A0F3-C028-2577-37954DB229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16" name="Rectangle 108">
                <a:extLst>
                  <a:ext uri="{FF2B5EF4-FFF2-40B4-BE49-F238E27FC236}">
                    <a16:creationId xmlns:a16="http://schemas.microsoft.com/office/drawing/2014/main" id="{95D5058E-A266-33A1-FB1C-3E5DF16F7A3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17" name="Rectangle 109">
                <a:extLst>
                  <a:ext uri="{FF2B5EF4-FFF2-40B4-BE49-F238E27FC236}">
                    <a16:creationId xmlns:a16="http://schemas.microsoft.com/office/drawing/2014/main" id="{2668623D-85D7-79EA-1DBB-FF9564A1DC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18" name="Rectangle 110">
                <a:extLst>
                  <a:ext uri="{FF2B5EF4-FFF2-40B4-BE49-F238E27FC236}">
                    <a16:creationId xmlns:a16="http://schemas.microsoft.com/office/drawing/2014/main" id="{1D87CAD6-3738-9D68-4DB6-26EDB421F1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19" name="Rectangle 111">
                <a:extLst>
                  <a:ext uri="{FF2B5EF4-FFF2-40B4-BE49-F238E27FC236}">
                    <a16:creationId xmlns:a16="http://schemas.microsoft.com/office/drawing/2014/main" id="{90B006DE-358A-D544-950F-0ED7C87CFC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20" name="Rectangle 112">
                <a:extLst>
                  <a:ext uri="{FF2B5EF4-FFF2-40B4-BE49-F238E27FC236}">
                    <a16:creationId xmlns:a16="http://schemas.microsoft.com/office/drawing/2014/main" id="{9219A0AE-FB46-233A-A308-85A615C1993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21" name="Rectangle 113">
                <a:extLst>
                  <a:ext uri="{FF2B5EF4-FFF2-40B4-BE49-F238E27FC236}">
                    <a16:creationId xmlns:a16="http://schemas.microsoft.com/office/drawing/2014/main" id="{EF790A5D-CFB4-0CFA-206B-8291D93F55E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22" name="Rectangle 114">
                <a:extLst>
                  <a:ext uri="{FF2B5EF4-FFF2-40B4-BE49-F238E27FC236}">
                    <a16:creationId xmlns:a16="http://schemas.microsoft.com/office/drawing/2014/main" id="{04FD65DC-6AA2-BF63-EDA2-07D1972D2CA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23" name="Rectangle 115">
                <a:extLst>
                  <a:ext uri="{FF2B5EF4-FFF2-40B4-BE49-F238E27FC236}">
                    <a16:creationId xmlns:a16="http://schemas.microsoft.com/office/drawing/2014/main" id="{A72CCF4A-521B-5461-AF26-77F4F9D1A4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24" name="Rectangle 116">
                <a:extLst>
                  <a:ext uri="{FF2B5EF4-FFF2-40B4-BE49-F238E27FC236}">
                    <a16:creationId xmlns:a16="http://schemas.microsoft.com/office/drawing/2014/main" id="{C02BD852-1CCD-43DA-B3F9-0992C0B4AD4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25" name="Rectangle 117">
                <a:extLst>
                  <a:ext uri="{FF2B5EF4-FFF2-40B4-BE49-F238E27FC236}">
                    <a16:creationId xmlns:a16="http://schemas.microsoft.com/office/drawing/2014/main" id="{31815830-16A4-7251-CD53-D4B89B0FEE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26" name="Rectangle 118">
                <a:extLst>
                  <a:ext uri="{FF2B5EF4-FFF2-40B4-BE49-F238E27FC236}">
                    <a16:creationId xmlns:a16="http://schemas.microsoft.com/office/drawing/2014/main" id="{C8D8EE0A-732C-7D76-A4D6-8AACFC766C1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27" name="Rectangle 119">
                <a:extLst>
                  <a:ext uri="{FF2B5EF4-FFF2-40B4-BE49-F238E27FC236}">
                    <a16:creationId xmlns:a16="http://schemas.microsoft.com/office/drawing/2014/main" id="{E7DE9687-248C-F665-35B0-C874CC85611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28" name="Rectangle 120">
                <a:extLst>
                  <a:ext uri="{FF2B5EF4-FFF2-40B4-BE49-F238E27FC236}">
                    <a16:creationId xmlns:a16="http://schemas.microsoft.com/office/drawing/2014/main" id="{F6F6D79B-C62C-1B1C-9EDE-867E54F482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29" name="Rectangle 121">
                <a:extLst>
                  <a:ext uri="{FF2B5EF4-FFF2-40B4-BE49-F238E27FC236}">
                    <a16:creationId xmlns:a16="http://schemas.microsoft.com/office/drawing/2014/main" id="{6455D554-237B-EDC1-A4BB-A366E8C631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30" name="Rectangle 122">
                <a:extLst>
                  <a:ext uri="{FF2B5EF4-FFF2-40B4-BE49-F238E27FC236}">
                    <a16:creationId xmlns:a16="http://schemas.microsoft.com/office/drawing/2014/main" id="{7902D853-80B5-4875-8A2F-A2B46F6BEFC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31" name="Rectangle 123">
                <a:extLst>
                  <a:ext uri="{FF2B5EF4-FFF2-40B4-BE49-F238E27FC236}">
                    <a16:creationId xmlns:a16="http://schemas.microsoft.com/office/drawing/2014/main" id="{28A91E75-76DE-F6AC-6057-91A1F9D201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32" name="Rectangle 124">
                <a:extLst>
                  <a:ext uri="{FF2B5EF4-FFF2-40B4-BE49-F238E27FC236}">
                    <a16:creationId xmlns:a16="http://schemas.microsoft.com/office/drawing/2014/main" id="{4A2272F5-BEB4-BB16-167C-0FA121843D1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33" name="Rectangle 125">
                <a:extLst>
                  <a:ext uri="{FF2B5EF4-FFF2-40B4-BE49-F238E27FC236}">
                    <a16:creationId xmlns:a16="http://schemas.microsoft.com/office/drawing/2014/main" id="{4EBF4C5A-E3C0-BAE2-8947-00BDA0D99CA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34" name="Rectangle 126">
                <a:extLst>
                  <a:ext uri="{FF2B5EF4-FFF2-40B4-BE49-F238E27FC236}">
                    <a16:creationId xmlns:a16="http://schemas.microsoft.com/office/drawing/2014/main" id="{85B60E91-79F9-FA27-DC56-F5A7F0BA261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35" name="Rectangle 127">
                <a:extLst>
                  <a:ext uri="{FF2B5EF4-FFF2-40B4-BE49-F238E27FC236}">
                    <a16:creationId xmlns:a16="http://schemas.microsoft.com/office/drawing/2014/main" id="{31E3028B-8944-514E-AB50-3177D8EAEF3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36" name="Rectangle 128">
                <a:extLst>
                  <a:ext uri="{FF2B5EF4-FFF2-40B4-BE49-F238E27FC236}">
                    <a16:creationId xmlns:a16="http://schemas.microsoft.com/office/drawing/2014/main" id="{A3C34676-8CCE-4A2A-0881-761FA46D152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37" name="Rectangle 129">
                <a:extLst>
                  <a:ext uri="{FF2B5EF4-FFF2-40B4-BE49-F238E27FC236}">
                    <a16:creationId xmlns:a16="http://schemas.microsoft.com/office/drawing/2014/main" id="{0AF7159A-03E1-92D9-84F1-0D81B82842B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38" name="Rectangle 130">
                <a:extLst>
                  <a:ext uri="{FF2B5EF4-FFF2-40B4-BE49-F238E27FC236}">
                    <a16:creationId xmlns:a16="http://schemas.microsoft.com/office/drawing/2014/main" id="{C13D06E0-0418-8E53-677C-7DD909299E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39" name="Rectangle 131">
                <a:extLst>
                  <a:ext uri="{FF2B5EF4-FFF2-40B4-BE49-F238E27FC236}">
                    <a16:creationId xmlns:a16="http://schemas.microsoft.com/office/drawing/2014/main" id="{75D1BBC9-C2A3-C7E8-8425-CC917A8381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40" name="Rectangle 132">
                <a:extLst>
                  <a:ext uri="{FF2B5EF4-FFF2-40B4-BE49-F238E27FC236}">
                    <a16:creationId xmlns:a16="http://schemas.microsoft.com/office/drawing/2014/main" id="{07E48D0E-889B-115C-8C04-50BD352A6F5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41" name="Rectangle 133">
                <a:extLst>
                  <a:ext uri="{FF2B5EF4-FFF2-40B4-BE49-F238E27FC236}">
                    <a16:creationId xmlns:a16="http://schemas.microsoft.com/office/drawing/2014/main" id="{BF0D218C-4EA7-0EE2-07AB-92F20FA4EF8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42" name="Rectangle 134">
                <a:extLst>
                  <a:ext uri="{FF2B5EF4-FFF2-40B4-BE49-F238E27FC236}">
                    <a16:creationId xmlns:a16="http://schemas.microsoft.com/office/drawing/2014/main" id="{303FECC8-E8CA-4066-C734-70D11831C9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43" name="Rectangle 135">
                <a:extLst>
                  <a:ext uri="{FF2B5EF4-FFF2-40B4-BE49-F238E27FC236}">
                    <a16:creationId xmlns:a16="http://schemas.microsoft.com/office/drawing/2014/main" id="{92053688-25EC-D8F0-EA93-31F9CCFBFCE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44" name="Rectangle 136">
                <a:extLst>
                  <a:ext uri="{FF2B5EF4-FFF2-40B4-BE49-F238E27FC236}">
                    <a16:creationId xmlns:a16="http://schemas.microsoft.com/office/drawing/2014/main" id="{0AF0479D-5C41-3E68-6C0B-5268080254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45" name="Rectangle 137">
                <a:extLst>
                  <a:ext uri="{FF2B5EF4-FFF2-40B4-BE49-F238E27FC236}">
                    <a16:creationId xmlns:a16="http://schemas.microsoft.com/office/drawing/2014/main" id="{2EC26CB4-725B-C822-9AD0-2944540BD86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46" name="Freeform 138">
                <a:extLst>
                  <a:ext uri="{FF2B5EF4-FFF2-40B4-BE49-F238E27FC236}">
                    <a16:creationId xmlns:a16="http://schemas.microsoft.com/office/drawing/2014/main" id="{0F0C023F-8134-F87A-0EFF-D068C8737B0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47" name="Freeform 139">
                <a:extLst>
                  <a:ext uri="{FF2B5EF4-FFF2-40B4-BE49-F238E27FC236}">
                    <a16:creationId xmlns:a16="http://schemas.microsoft.com/office/drawing/2014/main" id="{75CAD802-0D32-B9FA-3746-4C030C5636B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48" name="Freeform 140">
                <a:extLst>
                  <a:ext uri="{FF2B5EF4-FFF2-40B4-BE49-F238E27FC236}">
                    <a16:creationId xmlns:a16="http://schemas.microsoft.com/office/drawing/2014/main" id="{325F5FB8-B177-3AD5-BDDF-B2873ED5940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49" name="Freeform 141">
                <a:extLst>
                  <a:ext uri="{FF2B5EF4-FFF2-40B4-BE49-F238E27FC236}">
                    <a16:creationId xmlns:a16="http://schemas.microsoft.com/office/drawing/2014/main" id="{6D29D83C-2F84-56AA-433C-C2017AB3AA8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50" name="Freeform 142">
                <a:extLst>
                  <a:ext uri="{FF2B5EF4-FFF2-40B4-BE49-F238E27FC236}">
                    <a16:creationId xmlns:a16="http://schemas.microsoft.com/office/drawing/2014/main" id="{4B6662EC-2631-81D0-8E3B-080D7BBE966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51" name="Freeform 143">
                <a:extLst>
                  <a:ext uri="{FF2B5EF4-FFF2-40B4-BE49-F238E27FC236}">
                    <a16:creationId xmlns:a16="http://schemas.microsoft.com/office/drawing/2014/main" id="{774DE901-15A9-AF23-C549-71307B5F984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52" name="Freeform 144">
                <a:extLst>
                  <a:ext uri="{FF2B5EF4-FFF2-40B4-BE49-F238E27FC236}">
                    <a16:creationId xmlns:a16="http://schemas.microsoft.com/office/drawing/2014/main" id="{F775098B-5BDB-FA81-3B42-36B7E5BF0DF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53" name="Freeform 145">
                <a:extLst>
                  <a:ext uri="{FF2B5EF4-FFF2-40B4-BE49-F238E27FC236}">
                    <a16:creationId xmlns:a16="http://schemas.microsoft.com/office/drawing/2014/main" id="{2432FDA0-EA32-828B-789D-1924544E0F6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54" name="Freeform 146">
                <a:extLst>
                  <a:ext uri="{FF2B5EF4-FFF2-40B4-BE49-F238E27FC236}">
                    <a16:creationId xmlns:a16="http://schemas.microsoft.com/office/drawing/2014/main" id="{BF51F084-F1A6-D20E-3331-3C42BE6877B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55" name="Rectangle 147">
                <a:extLst>
                  <a:ext uri="{FF2B5EF4-FFF2-40B4-BE49-F238E27FC236}">
                    <a16:creationId xmlns:a16="http://schemas.microsoft.com/office/drawing/2014/main" id="{FDD904A6-D33B-364D-62D2-3B5D505075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56" name="Rectangle 148">
                <a:extLst>
                  <a:ext uri="{FF2B5EF4-FFF2-40B4-BE49-F238E27FC236}">
                    <a16:creationId xmlns:a16="http://schemas.microsoft.com/office/drawing/2014/main" id="{B3B560BF-4DDE-38BC-947D-10B79A4504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157" name="Freeform 149">
                <a:extLst>
                  <a:ext uri="{FF2B5EF4-FFF2-40B4-BE49-F238E27FC236}">
                    <a16:creationId xmlns:a16="http://schemas.microsoft.com/office/drawing/2014/main" id="{8BFA62E1-8DE0-CF84-093B-919DE1CF966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58" name="Freeform 150">
                <a:extLst>
                  <a:ext uri="{FF2B5EF4-FFF2-40B4-BE49-F238E27FC236}">
                    <a16:creationId xmlns:a16="http://schemas.microsoft.com/office/drawing/2014/main" id="{CE31DD27-B17D-07B2-08F5-664D79A1D4D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59" name="Freeform 151">
                <a:extLst>
                  <a:ext uri="{FF2B5EF4-FFF2-40B4-BE49-F238E27FC236}">
                    <a16:creationId xmlns:a16="http://schemas.microsoft.com/office/drawing/2014/main" id="{1CEB2E1F-439A-0A4A-F1CD-61D08092FEC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>
                  <a:gd name="T0" fmla="*/ 0 w 348"/>
                  <a:gd name="T1" fmla="*/ 0 h 1272"/>
                  <a:gd name="T2" fmla="*/ 287 w 348"/>
                  <a:gd name="T3" fmla="*/ 582 h 1272"/>
                  <a:gd name="T4" fmla="*/ 348 w 348"/>
                  <a:gd name="T5" fmla="*/ 1272 h 1272"/>
                  <a:gd name="T6" fmla="*/ 54 w 348"/>
                  <a:gd name="T7" fmla="*/ 676 h 1272"/>
                  <a:gd name="T8" fmla="*/ 0 w 348"/>
                  <a:gd name="T9" fmla="*/ 0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60" name="Oval 152">
                <a:extLst>
                  <a:ext uri="{FF2B5EF4-FFF2-40B4-BE49-F238E27FC236}">
                    <a16:creationId xmlns:a16="http://schemas.microsoft.com/office/drawing/2014/main" id="{1D296992-3D4F-995D-9C6F-0D54E3FFFC8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43161" name="Rectangle 153">
            <a:extLst>
              <a:ext uri="{FF2B5EF4-FFF2-40B4-BE49-F238E27FC236}">
                <a16:creationId xmlns:a16="http://schemas.microsoft.com/office/drawing/2014/main" id="{80459C32-23A3-E9A2-409B-D3F046056C5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3162" name="Rectangle 154">
            <a:extLst>
              <a:ext uri="{FF2B5EF4-FFF2-40B4-BE49-F238E27FC236}">
                <a16:creationId xmlns:a16="http://schemas.microsoft.com/office/drawing/2014/main" id="{E2956237-0A0C-1F08-5D37-5D58EF9AEF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3163" name="Rectangle 155">
            <a:extLst>
              <a:ext uri="{FF2B5EF4-FFF2-40B4-BE49-F238E27FC236}">
                <a16:creationId xmlns:a16="http://schemas.microsoft.com/office/drawing/2014/main" id="{73056B22-8449-265F-B470-F16DE02741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3164" name="Rectangle 156">
            <a:extLst>
              <a:ext uri="{FF2B5EF4-FFF2-40B4-BE49-F238E27FC236}">
                <a16:creationId xmlns:a16="http://schemas.microsoft.com/office/drawing/2014/main" id="{7A29AF2E-4618-5E30-3E7D-466D1555A9D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</a:defRPr>
            </a:lvl1pPr>
          </a:lstStyle>
          <a:p>
            <a:fld id="{13C7B27B-181C-42A7-8DF5-ABDC3DFE885B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3165" name="Rectangle 157">
            <a:extLst>
              <a:ext uri="{FF2B5EF4-FFF2-40B4-BE49-F238E27FC236}">
                <a16:creationId xmlns:a16="http://schemas.microsoft.com/office/drawing/2014/main" id="{7F8D128F-91B6-1526-5C68-FDEFF0C7418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5">
            <a:extLst>
              <a:ext uri="{FF2B5EF4-FFF2-40B4-BE49-F238E27FC236}">
                <a16:creationId xmlns:a16="http://schemas.microsoft.com/office/drawing/2014/main" id="{8F4521BD-B143-3322-494C-B1D6E784D0D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549275"/>
            <a:ext cx="7772400" cy="1008063"/>
          </a:xfrm>
        </p:spPr>
        <p:txBody>
          <a:bodyPr/>
          <a:lstStyle/>
          <a:p>
            <a:r>
              <a:rPr lang="pt-BR" altLang="pt-BR" sz="6000"/>
              <a:t>491</a:t>
            </a:r>
            <a:endParaRPr lang="en-US" altLang="pt-BR" sz="6000"/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35D3B7EA-C220-12CA-171D-F43C5559AD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2492375"/>
            <a:ext cx="6400800" cy="1441450"/>
          </a:xfrm>
        </p:spPr>
        <p:txBody>
          <a:bodyPr/>
          <a:lstStyle/>
          <a:p>
            <a:r>
              <a:rPr lang="pt-BR" altLang="pt-BR" sz="6000"/>
              <a:t>HÁ PODER NO SANGUE DE JESUS</a:t>
            </a:r>
            <a:endParaRPr lang="en-US" altLang="pt-BR"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E26E10D-044B-B000-497D-EDD54159E72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274638"/>
            <a:ext cx="8362950" cy="5386387"/>
          </a:xfrm>
        </p:spPr>
        <p:txBody>
          <a:bodyPr/>
          <a:lstStyle/>
          <a:p>
            <a:r>
              <a:rPr lang="pt-BR" altLang="pt-BR"/>
              <a:t>O teu pecado tu queres deixar?</a:t>
            </a:r>
            <a:br>
              <a:rPr lang="pt-BR" altLang="pt-BR"/>
            </a:br>
            <a:r>
              <a:rPr lang="pt-BR" altLang="pt-BR"/>
              <a:t>No sangue há poder, sim, há poder;</a:t>
            </a:r>
            <a:br>
              <a:rPr lang="pt-BR" altLang="pt-BR"/>
            </a:br>
            <a:r>
              <a:rPr lang="pt-BR" altLang="pt-BR"/>
              <a:t>Queres do mal a vitória ganhar?</a:t>
            </a:r>
            <a:br>
              <a:rPr lang="pt-BR" altLang="pt-BR"/>
            </a:br>
            <a:r>
              <a:rPr lang="pt-BR" altLang="pt-BR"/>
              <a:t>Seu sangue tem este poder!</a:t>
            </a:r>
            <a:br>
              <a:rPr lang="pt-BR" altLang="pt-BR"/>
            </a:br>
            <a:endParaRPr lang="pt-BR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5B31A40-7E7C-BD06-95C4-2F34CBED007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11188" y="274638"/>
            <a:ext cx="8075612" cy="4306887"/>
          </a:xfrm>
        </p:spPr>
        <p:txBody>
          <a:bodyPr/>
          <a:lstStyle/>
          <a:p>
            <a:r>
              <a:rPr lang="pt-BR" altLang="pt-BR" sz="4000" b="1"/>
              <a:t>Há poder, sim, força e vigor</a:t>
            </a:r>
            <a:br>
              <a:rPr lang="pt-BR" altLang="pt-BR" sz="4000" b="1"/>
            </a:br>
            <a:r>
              <a:rPr lang="pt-BR" altLang="pt-BR" sz="4000" b="1"/>
              <a:t>Neste sangue de Jesus;</a:t>
            </a:r>
            <a:br>
              <a:rPr lang="pt-BR" altLang="pt-BR" sz="4000" b="1"/>
            </a:br>
            <a:r>
              <a:rPr lang="pt-BR" altLang="pt-BR" sz="4000" b="1"/>
              <a:t>Há poder, sim, no bom Salvador;</a:t>
            </a:r>
            <a:br>
              <a:rPr lang="pt-BR" altLang="pt-BR" sz="4000" b="1"/>
            </a:br>
            <a:r>
              <a:rPr lang="pt-BR" altLang="pt-BR" sz="4000" b="1"/>
              <a:t>Oh! Confia no Cristo da cruz.</a:t>
            </a:r>
            <a:br>
              <a:rPr lang="pt-BR" altLang="pt-BR" sz="4000" b="1"/>
            </a:br>
            <a:endParaRPr lang="pt-BR" altLang="pt-BR" sz="36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B54102F-C930-B2DF-1315-A91C90A11D5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274638"/>
            <a:ext cx="8291512" cy="4594225"/>
          </a:xfrm>
        </p:spPr>
        <p:txBody>
          <a:bodyPr/>
          <a:lstStyle/>
          <a:p>
            <a:r>
              <a:rPr lang="pt-BR" altLang="pt-BR"/>
              <a:t>Queres os vícios abandonar?</a:t>
            </a:r>
            <a:br>
              <a:rPr lang="pt-BR" altLang="pt-BR"/>
            </a:br>
            <a:r>
              <a:rPr lang="pt-BR" altLang="pt-BR"/>
              <a:t>No sangue há poder, sim, há poder;</a:t>
            </a:r>
            <a:br>
              <a:rPr lang="pt-BR" altLang="pt-BR"/>
            </a:br>
            <a:r>
              <a:rPr lang="pt-BR" altLang="pt-BR"/>
              <a:t>Confia em Cristo para te curar;</a:t>
            </a:r>
            <a:br>
              <a:rPr lang="pt-BR" altLang="pt-BR"/>
            </a:br>
            <a:r>
              <a:rPr lang="pt-BR" altLang="pt-BR"/>
              <a:t>Seu sangue tem este poder!</a:t>
            </a:r>
            <a:br>
              <a:rPr lang="pt-BR" altLang="pt-BR"/>
            </a:br>
            <a:endParaRPr lang="pt-BR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62556B6-2A69-9222-54A2-7196CBE1A6C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274638"/>
            <a:ext cx="8291512" cy="4233862"/>
          </a:xfrm>
        </p:spPr>
        <p:txBody>
          <a:bodyPr/>
          <a:lstStyle/>
          <a:p>
            <a:r>
              <a:rPr lang="pt-BR" altLang="pt-BR" b="1"/>
              <a:t>Há poder, sim, força e vigor</a:t>
            </a:r>
            <a:br>
              <a:rPr lang="pt-BR" altLang="pt-BR" b="1"/>
            </a:br>
            <a:r>
              <a:rPr lang="pt-BR" altLang="pt-BR" b="1"/>
              <a:t>Neste sangue de Jesus;</a:t>
            </a:r>
            <a:br>
              <a:rPr lang="pt-BR" altLang="pt-BR" b="1"/>
            </a:br>
            <a:r>
              <a:rPr lang="pt-BR" altLang="pt-BR" b="1"/>
              <a:t>Há poder, sim, no bom Salvador;</a:t>
            </a:r>
            <a:br>
              <a:rPr lang="pt-BR" altLang="pt-BR" b="1"/>
            </a:br>
            <a:r>
              <a:rPr lang="pt-BR" altLang="pt-BR" b="1"/>
              <a:t>Oh! Confia no Cristo da cruz.</a:t>
            </a:r>
            <a:br>
              <a:rPr lang="pt-BR" altLang="pt-BR" b="1"/>
            </a:br>
            <a:endParaRPr lang="pt-BR" altLang="pt-BR" sz="4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77FD41C-F760-C96A-33B5-E1CC8B3086A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274638"/>
            <a:ext cx="8291512" cy="4667250"/>
          </a:xfrm>
        </p:spPr>
        <p:txBody>
          <a:bodyPr/>
          <a:lstStyle/>
          <a:p>
            <a:r>
              <a:rPr lang="pt-BR" altLang="pt-BR"/>
              <a:t>Oh! Paralítico, queres andar?</a:t>
            </a:r>
            <a:br>
              <a:rPr lang="pt-BR" altLang="pt-BR"/>
            </a:br>
            <a:r>
              <a:rPr lang="pt-BR" altLang="pt-BR"/>
              <a:t>No sangue há poder, sim, há poder;</a:t>
            </a:r>
            <a:br>
              <a:rPr lang="pt-BR" altLang="pt-BR"/>
            </a:br>
            <a:r>
              <a:rPr lang="pt-BR" altLang="pt-BR"/>
              <a:t>Para fazer-te também caminhar,</a:t>
            </a:r>
            <a:br>
              <a:rPr lang="pt-BR" altLang="pt-BR"/>
            </a:br>
            <a:r>
              <a:rPr lang="pt-BR" altLang="pt-BR"/>
              <a:t>Seu sangue tem esse poder!</a:t>
            </a:r>
            <a:br>
              <a:rPr lang="pt-BR" altLang="pt-BR"/>
            </a:br>
            <a:endParaRPr lang="pt-BR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90CB0CC-979A-9B29-E9B3-FA7ACB53D0A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274638"/>
            <a:ext cx="8435975" cy="3802062"/>
          </a:xfrm>
        </p:spPr>
        <p:txBody>
          <a:bodyPr/>
          <a:lstStyle/>
          <a:p>
            <a:r>
              <a:rPr lang="pt-BR" altLang="pt-BR" sz="4000" b="1"/>
              <a:t>Há poder, sim, força e vigor</a:t>
            </a:r>
            <a:br>
              <a:rPr lang="pt-BR" altLang="pt-BR" sz="4000" b="1"/>
            </a:br>
            <a:r>
              <a:rPr lang="pt-BR" altLang="pt-BR" sz="4000" b="1"/>
              <a:t>Neste sangue de Jesus;</a:t>
            </a:r>
            <a:br>
              <a:rPr lang="pt-BR" altLang="pt-BR" sz="4000" b="1"/>
            </a:br>
            <a:r>
              <a:rPr lang="pt-BR" altLang="pt-BR" sz="4000" b="1"/>
              <a:t>Há poder, sim, no bom Salvador;</a:t>
            </a:r>
            <a:br>
              <a:rPr lang="pt-BR" altLang="pt-BR" sz="4000" b="1"/>
            </a:br>
            <a:r>
              <a:rPr lang="pt-BR" altLang="pt-BR" sz="4000" b="1"/>
              <a:t>Oh! Confia no Cristo da cruz.</a:t>
            </a:r>
            <a:br>
              <a:rPr lang="pt-BR" altLang="pt-BR" sz="4000" b="1"/>
            </a:br>
            <a:endParaRPr lang="pt-BR" altLang="pt-BR" sz="40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591AF9B-5592-A0FC-ED89-8B201197F33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274638"/>
            <a:ext cx="8291512" cy="4449762"/>
          </a:xfrm>
        </p:spPr>
        <p:txBody>
          <a:bodyPr/>
          <a:lstStyle/>
          <a:p>
            <a:r>
              <a:rPr lang="pt-BR" altLang="pt-BR" sz="4000"/>
              <a:t>Queres pureza p’ra teu coração?</a:t>
            </a:r>
            <a:br>
              <a:rPr lang="pt-BR" altLang="pt-BR" sz="4000"/>
            </a:br>
            <a:r>
              <a:rPr lang="pt-BR" altLang="pt-BR" sz="4000"/>
              <a:t>No sangue há poder, sim, há poder;</a:t>
            </a:r>
            <a:br>
              <a:rPr lang="pt-BR" altLang="pt-BR" sz="4000"/>
            </a:br>
            <a:r>
              <a:rPr lang="pt-BR" altLang="pt-BR" sz="4000"/>
              <a:t>Mais lealdade, mais consagração,</a:t>
            </a:r>
            <a:br>
              <a:rPr lang="pt-BR" altLang="pt-BR" sz="4000"/>
            </a:br>
            <a:r>
              <a:rPr lang="pt-BR" altLang="pt-BR" sz="4000"/>
              <a:t>Seu sangue tem este poder!</a:t>
            </a:r>
            <a:br>
              <a:rPr lang="pt-BR" altLang="pt-BR" sz="4000"/>
            </a:br>
            <a:endParaRPr lang="pt-BR" altLang="pt-BR"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B09572C-8C06-073A-8B86-B966BB20B6C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274638"/>
            <a:ext cx="8291512" cy="4522787"/>
          </a:xfrm>
        </p:spPr>
        <p:txBody>
          <a:bodyPr/>
          <a:lstStyle/>
          <a:p>
            <a:r>
              <a:rPr lang="pt-BR" altLang="pt-BR" b="1"/>
              <a:t>Há poder, sim, força e vigor</a:t>
            </a:r>
            <a:br>
              <a:rPr lang="pt-BR" altLang="pt-BR" b="1"/>
            </a:br>
            <a:r>
              <a:rPr lang="pt-BR" altLang="pt-BR" b="1"/>
              <a:t>Neste sangue de Jesus;</a:t>
            </a:r>
            <a:br>
              <a:rPr lang="pt-BR" altLang="pt-BR" b="1"/>
            </a:br>
            <a:r>
              <a:rPr lang="pt-BR" altLang="pt-BR" b="1"/>
              <a:t>Há poder, sim, no bom Salvador;</a:t>
            </a:r>
            <a:br>
              <a:rPr lang="pt-BR" altLang="pt-BR" b="1"/>
            </a:br>
            <a:r>
              <a:rPr lang="pt-BR" altLang="pt-BR" b="1"/>
              <a:t>Oh! Confia no Cristo da cruz.</a:t>
            </a:r>
            <a:br>
              <a:rPr lang="pt-BR" altLang="pt-BR" b="1"/>
            </a:br>
            <a:endParaRPr lang="pt-BR" altLang="pt-BR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640B3E0-8BF4-BA25-A69F-286B2ED4A28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274638"/>
            <a:ext cx="8291512" cy="4594225"/>
          </a:xfrm>
        </p:spPr>
        <p:txBody>
          <a:bodyPr/>
          <a:lstStyle/>
          <a:p>
            <a:r>
              <a:rPr lang="pt-BR" altLang="pt-BR" sz="4000"/>
              <a:t>Queres de Cristo a mensagem levar?</a:t>
            </a:r>
            <a:br>
              <a:rPr lang="pt-BR" altLang="pt-BR" sz="4000"/>
            </a:br>
            <a:r>
              <a:rPr lang="pt-BR" altLang="pt-BR" sz="4000"/>
              <a:t>No sangue há poder, sim, há poder;</a:t>
            </a:r>
            <a:br>
              <a:rPr lang="pt-BR" altLang="pt-BR" sz="4000"/>
            </a:br>
            <a:r>
              <a:rPr lang="pt-BR" altLang="pt-BR" sz="4000"/>
              <a:t>Queres co’os anjos, na gloria cantar?</a:t>
            </a:r>
            <a:br>
              <a:rPr lang="pt-BR" altLang="pt-BR" sz="4000"/>
            </a:br>
            <a:endParaRPr lang="pt-BR" altLang="pt-BR"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DFC5E94-DCB6-4C04-2F4E-3FC5BE2E49E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274638"/>
            <a:ext cx="8291512" cy="4449762"/>
          </a:xfrm>
        </p:spPr>
        <p:txBody>
          <a:bodyPr/>
          <a:lstStyle/>
          <a:p>
            <a:r>
              <a:rPr lang="pt-BR" altLang="pt-BR" b="1"/>
              <a:t>Há poder, sim, força e vigor</a:t>
            </a:r>
            <a:br>
              <a:rPr lang="pt-BR" altLang="pt-BR" b="1"/>
            </a:br>
            <a:r>
              <a:rPr lang="pt-BR" altLang="pt-BR" b="1"/>
              <a:t>Neste sangue de Jesus;</a:t>
            </a:r>
            <a:br>
              <a:rPr lang="pt-BR" altLang="pt-BR" b="1"/>
            </a:br>
            <a:r>
              <a:rPr lang="pt-BR" altLang="pt-BR" b="1"/>
              <a:t>Há poder, sim, no bom Salvador;</a:t>
            </a:r>
            <a:br>
              <a:rPr lang="pt-BR" altLang="pt-BR" b="1"/>
            </a:br>
            <a:r>
              <a:rPr lang="pt-BR" altLang="pt-BR" b="1"/>
              <a:t>Oh! Confia no Cristo da cruz.</a:t>
            </a:r>
            <a:br>
              <a:rPr lang="pt-BR" altLang="pt-BR" b="1"/>
            </a:br>
            <a:r>
              <a:rPr lang="pt-BR" altLang="pt-BR"/>
              <a:t>  </a:t>
            </a: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ússola">
  <a:themeElements>
    <a:clrScheme name="Bússola 2">
      <a:dk1>
        <a:srgbClr val="5B5D6B"/>
      </a:dk1>
      <a:lt1>
        <a:srgbClr val="FFFFFF"/>
      </a:lt1>
      <a:dk2>
        <a:srgbClr val="5A5C6C"/>
      </a:dk2>
      <a:lt2>
        <a:srgbClr val="FFFFCC"/>
      </a:lt2>
      <a:accent1>
        <a:srgbClr val="9966FF"/>
      </a:accent1>
      <a:accent2>
        <a:srgbClr val="9383B3"/>
      </a:accent2>
      <a:accent3>
        <a:srgbClr val="B5B5BA"/>
      </a:accent3>
      <a:accent4>
        <a:srgbClr val="DADADA"/>
      </a:accent4>
      <a:accent5>
        <a:srgbClr val="CAB8FF"/>
      </a:accent5>
      <a:accent6>
        <a:srgbClr val="8576A2"/>
      </a:accent6>
      <a:hlink>
        <a:srgbClr val="A3C145"/>
      </a:hlink>
      <a:folHlink>
        <a:srgbClr val="6FA9B7"/>
      </a:folHlink>
    </a:clrScheme>
    <a:fontScheme name="Bússola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ússola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ússola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Compass</Template>
  <TotalTime>30</TotalTime>
  <Words>336</Words>
  <Application>Microsoft Office PowerPoint</Application>
  <PresentationFormat>Apresentação na tela (4:3)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Tahoma</vt:lpstr>
      <vt:lpstr>Times New Roman</vt:lpstr>
      <vt:lpstr>Wingdings</vt:lpstr>
      <vt:lpstr>Bússola</vt:lpstr>
      <vt:lpstr>491</vt:lpstr>
      <vt:lpstr>O teu pecado tu queres deixar? No sangue há poder, sim, há poder; Queres do mal a vitória ganhar? Seu sangue tem este poder! </vt:lpstr>
      <vt:lpstr>Há poder, sim, força e vigor Neste sangue de Jesus; Há poder, sim, no bom Salvador; Oh! Confia no Cristo da cruz. </vt:lpstr>
      <vt:lpstr>Queres os vícios abandonar? No sangue há poder, sim, há poder; Confia em Cristo para te curar; Seu sangue tem este poder! </vt:lpstr>
      <vt:lpstr>Há poder, sim, força e vigor Neste sangue de Jesus; Há poder, sim, no bom Salvador; Oh! Confia no Cristo da cruz. </vt:lpstr>
      <vt:lpstr>Oh! Paralítico, queres andar? No sangue há poder, sim, há poder; Para fazer-te também caminhar, Seu sangue tem esse poder! </vt:lpstr>
      <vt:lpstr>Há poder, sim, força e vigor Neste sangue de Jesus; Há poder, sim, no bom Salvador; Oh! Confia no Cristo da cruz. </vt:lpstr>
      <vt:lpstr>Queres pureza p’ra teu coração? No sangue há poder, sim, há poder; Mais lealdade, mais consagração, Seu sangue tem este poder! </vt:lpstr>
      <vt:lpstr>Há poder, sim, força e vigor Neste sangue de Jesus; Há poder, sim, no bom Salvador; Oh! Confia no Cristo da cruz. </vt:lpstr>
      <vt:lpstr>Queres de Cristo a mensagem levar? No sangue há poder, sim, há poder; Queres co’os anjos, na gloria cantar? </vt:lpstr>
      <vt:lpstr>Há poder, sim, força e vigor Neste sangue de Jesus; Há poder, sim, no bom Salvador; Oh! Confia no Cristo da cruz.   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HC: #491</dc:title>
  <dc:creator>Jose Antonio de Bem</dc:creator>
  <cp:lastModifiedBy>Emerson Souza</cp:lastModifiedBy>
  <cp:revision>2</cp:revision>
  <dcterms:created xsi:type="dcterms:W3CDTF">2004-09-08T00:13:19Z</dcterms:created>
  <dcterms:modified xsi:type="dcterms:W3CDTF">2026-05-02T22:18:03Z</dcterms:modified>
</cp:coreProperties>
</file>