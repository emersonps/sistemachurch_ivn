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D91C0-4870-FFF5-74DA-4509751C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0CA1E1-3D6C-B843-9D1A-3BCA9BA0B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45B41F-D58D-51EF-3EB2-84745A29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4DBBF-F090-354D-0FCF-AF6E72D6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C7FFBE-17A2-154D-B27C-638E8B69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200405-1BB4-4C19-8DE0-98756DEBDF9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0101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981F7-E76F-DB5D-546E-28B9F7B5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F5A7AD-AE46-6690-CB06-DD0F5D538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9E9929-3836-634E-EEFE-C71329F0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46236A-862F-C484-4071-4301B33F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0EFD5A-F07E-ABDD-8A48-7E21CD0C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748AB-E755-49E5-A4F0-0F913C8665D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221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E4C2-7ED0-EA90-89F4-F2A30A46E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76E68E-D06D-AC7C-CD67-D5517B83E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BD0756-B4C1-7A33-94B6-ACBA407EF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F41FD3-98F6-C6F8-828B-C288078F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DA93A2-3284-07F0-63E0-58BBB95D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2801B-284E-42BD-9B70-3F0FEA3C21F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0753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924EC-F671-09C2-9D02-6A34A6B7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FF1032-D5AB-B050-2F05-2B4ECBB1B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15AFC1-1C6F-51BD-65FA-4EFC420D7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1E8B83-E08F-5BED-3B06-8EA7EDDA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E67494-3CBA-D898-A8EE-234895C0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AD1B27-8F89-FE59-B5CA-CE7D4A18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C4E5E5-02EA-42E4-B63E-812C06D3E41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8786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496F2-29C8-C2AA-AEB3-2C6F382C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A4EE41-BBED-31AE-BB3E-FF7E51E32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D34B11-E518-B8D9-6161-0B85226DE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032B90-1E5C-0B67-D09B-73D0024E1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1CD7BA-0F28-F01C-C09D-9A3A68C66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4FE09F-36DF-8454-7657-91624E7B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16BA2D-7477-56CB-787C-ECF76D44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88630D-12B1-F290-260D-295E4092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1E37E-D3EE-48F1-A31B-DD0248D2C44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073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A63A3-9C32-85A9-C8D0-09C0309E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3CC87E-4F0F-16E9-FC6D-92AEC4A0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EB663A-B2C7-FBAA-FF8C-BE84F4C7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32A046-9A85-CA7F-37F3-9E4FCB5A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2EF031-1932-4867-BB48-0A13256EC51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4862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42BD5-67FC-21F5-0225-53B1BFBD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530E0D-4462-67B1-690B-79868D0F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0DDAA8-ED87-2030-25BA-CDADB9C7D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28F94A-0D48-4080-82C9-8FFC65F42A3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2494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F63FE-543E-D414-F7F2-C02BE2F9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FFF410-28E1-BA43-7B55-90CBEF7C1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5DFBFC-A087-77FF-A3E5-C21372E81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0CE236-A459-EEE7-017F-E7AC6003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A40BB2-0E9C-74DE-070A-B32A4BB6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7C0AB2-2071-C97A-9894-205F0EEB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F03599-797D-48EC-9C56-3E7BD049075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5952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2A7F4-ADC6-0028-285D-F11308B95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2D89DE-0641-10CC-19FB-6B70C44A7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16B121-694E-CC13-D890-EF6AF5B8D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76CF79-EC73-BE85-B956-7D7F0734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977C51-9362-081B-125C-30BBB07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C9FFE4-BC3C-9ED4-4688-AFA4A9A2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45F3B-9258-4622-A6CD-A79F5CAE589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2838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6CCD0-7861-502E-E85F-03EEA953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5B73FA-30EC-1E81-D0E4-2897D7962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B57C9B-951C-B0FB-FEAA-89CE9DF7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F67A38-8C94-0E58-9E68-FF43B515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12288C-A885-E750-9E9F-B2F91ADF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887578-499F-45CE-90A9-2859124A9A0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2694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99FB23-A5E8-A0E9-7EF4-65C35528D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0F149B-D889-3EDA-0614-902B38EDB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9B0D1A-6D1F-F945-1FEC-394C079CE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454DA0-07EC-1D14-C479-7A73149B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5CC00D-FA57-E705-5E66-8D76C74E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7EF5E5-A816-4A33-939C-0B810AF333B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4024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605851-2330-9DE9-1151-3AB042C84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5BD7C4-5B9D-5FB6-F88A-8AFA2B57D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603CD9E-D7EC-707C-E1C6-8CC7004192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70F9A7-C878-7ACD-6625-2ED71E697C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66853EF-20E1-5023-5457-4D197516D0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9287BB0-5A84-46FF-B68B-CF2BAE7380BB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C9C27B8-3800-F9B3-A9B0-846140DE75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253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0A4F563-3BFA-2C97-B2DF-22FE8BDBBE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2A3B6EA-7773-06CA-4FE4-A2C314B10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Avante, ó crente, o mal desfazendo</a:t>
            </a:r>
            <a:br>
              <a:rPr lang="pt-BR" altLang="pt-BR" sz="3600"/>
            </a:br>
            <a:r>
              <a:rPr lang="pt-BR" altLang="pt-BR" sz="3600"/>
              <a:t>O inimigo com a luz combateremos;</a:t>
            </a:r>
            <a:br>
              <a:rPr lang="pt-BR" altLang="pt-BR" sz="3600"/>
            </a:br>
            <a:r>
              <a:rPr lang="pt-BR" altLang="pt-BR" sz="3600"/>
              <a:t>A peleja pois, todos, não temendo</a:t>
            </a:r>
            <a:br>
              <a:rPr lang="pt-BR" altLang="pt-BR" sz="3600"/>
            </a:br>
            <a:r>
              <a:rPr lang="pt-BR" altLang="pt-BR" sz="3600"/>
              <a:t>A vitória por Jesus receberemos.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842C1E5-E2F5-90D9-70A3-2793654A8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/>
              <a:t>Com graça de Jesus firmaremos</a:t>
            </a:r>
            <a:br>
              <a:rPr lang="pt-BR" altLang="pt-BR" sz="4000"/>
            </a:br>
            <a:r>
              <a:rPr lang="pt-BR" altLang="pt-BR" sz="4000"/>
              <a:t>Com graça de Jesus nós venceremos</a:t>
            </a:r>
            <a:br>
              <a:rPr lang="pt-BR" altLang="pt-BR" sz="4000"/>
            </a:br>
            <a:r>
              <a:rPr lang="pt-BR" altLang="pt-BR" sz="4000"/>
              <a:t>Com a graça de Jesus vitória temos.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A18F3A4-DE15-F84E-4E41-9286705B2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Avante, ó crente, marchai sem tardança</a:t>
            </a:r>
            <a:br>
              <a:rPr lang="pt-BR" altLang="pt-BR" sz="3600"/>
            </a:br>
            <a:r>
              <a:rPr lang="pt-BR" altLang="pt-BR" sz="3600"/>
              <a:t>Jamais do bom Jesus nós nos afastaremos</a:t>
            </a:r>
            <a:br>
              <a:rPr lang="pt-BR" altLang="pt-BR" sz="3600"/>
            </a:br>
            <a:r>
              <a:rPr lang="pt-BR" altLang="pt-BR" sz="3600"/>
              <a:t>Porque nEle nós temos esperança</a:t>
            </a:r>
            <a:br>
              <a:rPr lang="pt-BR" altLang="pt-BR" sz="3600"/>
            </a:br>
            <a:r>
              <a:rPr lang="pt-BR" altLang="pt-BR" sz="3600"/>
              <a:t>E vitória nós assim alcançaremos.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22AE6DF-A619-DF44-144E-2F288103E9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/>
              <a:t>Com graça de Jesus firmaremos</a:t>
            </a:r>
            <a:br>
              <a:rPr lang="pt-BR" altLang="pt-BR" sz="4000"/>
            </a:br>
            <a:r>
              <a:rPr lang="pt-BR" altLang="pt-BR" sz="4000"/>
              <a:t>Com graça de Jesus nós venceremos</a:t>
            </a:r>
            <a:br>
              <a:rPr lang="pt-BR" altLang="pt-BR" sz="4000"/>
            </a:br>
            <a:r>
              <a:rPr lang="pt-BR" altLang="pt-BR" sz="4000"/>
              <a:t>Com a graça de Jesus vitória temos.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0186B22-AA29-813E-0D3D-C391F3184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Avante, ó crentes, fiéis corajosos</a:t>
            </a:r>
            <a:br>
              <a:rPr lang="pt-BR" altLang="pt-BR" sz="3600"/>
            </a:br>
            <a:r>
              <a:rPr lang="pt-BR" altLang="pt-BR" sz="3600"/>
              <a:t>Vitória por Jesus, a nós é concedida;</a:t>
            </a:r>
            <a:br>
              <a:rPr lang="pt-BR" altLang="pt-BR" sz="3600"/>
            </a:br>
            <a:r>
              <a:rPr lang="pt-BR" altLang="pt-BR" sz="3600"/>
              <a:t>No combate, ó sede valorosos</a:t>
            </a:r>
            <a:br>
              <a:rPr lang="pt-BR" altLang="pt-BR" sz="3600"/>
            </a:br>
            <a:r>
              <a:rPr lang="pt-BR" altLang="pt-BR" sz="3600"/>
              <a:t>Para alcançar o galardão da vida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C77654E-D00D-085E-F6D5-28A561797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/>
              <a:t>Com graça de Jesus firmaremos</a:t>
            </a:r>
            <a:br>
              <a:rPr lang="pt-BR" altLang="pt-BR" sz="4000"/>
            </a:br>
            <a:r>
              <a:rPr lang="pt-BR" altLang="pt-BR" sz="4000"/>
              <a:t>Com graça de Jesus nós venceremos</a:t>
            </a:r>
            <a:br>
              <a:rPr lang="pt-BR" altLang="pt-BR" sz="4000"/>
            </a:br>
            <a:r>
              <a:rPr lang="pt-BR" altLang="pt-BR" sz="4000"/>
              <a:t>Com a graça de Jesus vitória temos.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9C3998-53AC-2590-00B7-40F1DBA93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Avante, ó crentes, dum só pensamento</a:t>
            </a:r>
            <a:br>
              <a:rPr lang="pt-BR" altLang="pt-BR" sz="3600"/>
            </a:br>
            <a:r>
              <a:rPr lang="pt-BR" altLang="pt-BR" sz="3600"/>
              <a:t>“O vil pecado sempre nós combateremos”.</a:t>
            </a:r>
            <a:br>
              <a:rPr lang="pt-BR" altLang="pt-BR" sz="3600"/>
            </a:br>
            <a:r>
              <a:rPr lang="pt-BR" altLang="pt-BR" sz="3600"/>
              <a:t>Pois Jesus vem, não tarda um momento,</a:t>
            </a:r>
            <a:br>
              <a:rPr lang="pt-BR" altLang="pt-BR" sz="3600"/>
            </a:br>
            <a:r>
              <a:rPr lang="pt-BR" altLang="pt-BR" sz="3600"/>
              <a:t>Crendo em Jesus, vitória já temos.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4837482-D88B-01D6-082C-9E69FE74B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/>
              <a:t>Com graça de Jesus firmaremos</a:t>
            </a:r>
            <a:br>
              <a:rPr lang="pt-BR" altLang="pt-BR" sz="4000"/>
            </a:br>
            <a:r>
              <a:rPr lang="pt-BR" altLang="pt-BR" sz="4000"/>
              <a:t>Com graça de Jesus nós venceremos</a:t>
            </a:r>
            <a:br>
              <a:rPr lang="pt-BR" altLang="pt-BR" sz="4000"/>
            </a:br>
            <a:r>
              <a:rPr lang="pt-BR" altLang="pt-BR" sz="4000"/>
              <a:t>Com a graça de Jesus vitória temos.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253</vt:lpstr>
      <vt:lpstr>Avante, ó crente, o mal desfazendo O inimigo com a luz combateremos; A peleja pois, todos, não temendo A vitória por Jesus receberemos.</vt:lpstr>
      <vt:lpstr>Com graça de Jesus firmaremos Com graça de Jesus nós venceremos Com a graça de Jesus vitória temos.</vt:lpstr>
      <vt:lpstr>Avante, ó crente, marchai sem tardança Jamais do bom Jesus nós nos afastaremos Porque nEle nós temos esperança E vitória nós assim alcançaremos.</vt:lpstr>
      <vt:lpstr>Com graça de Jesus firmaremos Com graça de Jesus nós venceremos Com a graça de Jesus vitória temos.</vt:lpstr>
      <vt:lpstr>Avante, ó crentes, fiéis corajosos Vitória por Jesus, a nós é concedida; No combate, ó sede valorosos Para alcançar o galardão da vida</vt:lpstr>
      <vt:lpstr>Com graça de Jesus firmaremos Com graça de Jesus nós venceremos Com a graça de Jesus vitória temos.</vt:lpstr>
      <vt:lpstr>Avante, ó crentes, dum só pensamento “O vil pecado sempre nós combateremos”. Pois Jesus vem, não tarda um momento, Crendo em Jesus, vitória já temos.</vt:lpstr>
      <vt:lpstr>Com graça de Jesus firmaremos Com graça de Jesus nós venceremos Com a graça de Jesus vitória temos.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253</dc:title>
  <dc:creator>User041</dc:creator>
  <cp:lastModifiedBy>Emerson Souza</cp:lastModifiedBy>
  <cp:revision>1</cp:revision>
  <dcterms:created xsi:type="dcterms:W3CDTF">2006-06-18T23:40:26Z</dcterms:created>
  <dcterms:modified xsi:type="dcterms:W3CDTF">2026-05-02T21:57:58Z</dcterms:modified>
</cp:coreProperties>
</file>