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2">
            <a:extLst>
              <a:ext uri="{FF2B5EF4-FFF2-40B4-BE49-F238E27FC236}">
                <a16:creationId xmlns:a16="http://schemas.microsoft.com/office/drawing/2014/main" id="{838D5894-A8D4-8087-40A5-4BB273394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1000"/>
            <a:ext cx="8686800" cy="5638800"/>
          </a:xfrm>
          <a:prstGeom prst="roundRect">
            <a:avLst>
              <a:gd name="adj" fmla="val 7912"/>
            </a:avLst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CC99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22531" name="AutoShape 3">
            <a:extLst>
              <a:ext uri="{FF2B5EF4-FFF2-40B4-BE49-F238E27FC236}">
                <a16:creationId xmlns:a16="http://schemas.microsoft.com/office/drawing/2014/main" id="{F48316A9-0796-21BD-1F1F-C0250AA1F989}"/>
              </a:ext>
            </a:extLst>
          </p:cNvPr>
          <p:cNvSpPr>
            <a:spLocks noChangeArrowheads="1"/>
          </p:cNvSpPr>
          <p:nvPr/>
        </p:nvSpPr>
        <p:spPr bwMode="white">
          <a:xfrm>
            <a:off x="327025" y="488950"/>
            <a:ext cx="8435975" cy="4768850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CC99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22532" name="AutoShape 4">
            <a:extLst>
              <a:ext uri="{FF2B5EF4-FFF2-40B4-BE49-F238E27FC236}">
                <a16:creationId xmlns:a16="http://schemas.microsoft.com/office/drawing/2014/main" id="{4A693AA7-C9A1-C779-6412-17ECF4A2224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371600" y="3338513"/>
            <a:ext cx="6400800" cy="2286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2A27AF46-04B3-039B-4D18-649747524C7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57250"/>
            <a:ext cx="7772400" cy="2266950"/>
          </a:xfrm>
        </p:spPr>
        <p:txBody>
          <a:bodyPr anchor="ctr" anchorCtr="1"/>
          <a:lstStyle>
            <a:lvl1pPr algn="ctr">
              <a:defRPr sz="4100" i="1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BD62DCF7-7B87-AF6A-58E2-9AF8AE7143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52600" y="3567113"/>
            <a:ext cx="5410200" cy="19050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sz="3300"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5197FA8D-40CC-5857-1184-D22BA719617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2536" name="Rectangle 8">
            <a:extLst>
              <a:ext uri="{FF2B5EF4-FFF2-40B4-BE49-F238E27FC236}">
                <a16:creationId xmlns:a16="http://schemas.microsoft.com/office/drawing/2014/main" id="{B9BA635C-A905-14A0-059F-0BA169F38DC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391275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2537" name="Rectangle 9">
            <a:extLst>
              <a:ext uri="{FF2B5EF4-FFF2-40B4-BE49-F238E27FC236}">
                <a16:creationId xmlns:a16="http://schemas.microsoft.com/office/drawing/2014/main" id="{E4370822-26DE-C009-CCC0-B95FFC8580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391275"/>
            <a:ext cx="1600200" cy="457200"/>
          </a:xfrm>
        </p:spPr>
        <p:txBody>
          <a:bodyPr/>
          <a:lstStyle>
            <a:lvl1pPr>
              <a:defRPr/>
            </a:lvl1pPr>
          </a:lstStyle>
          <a:p>
            <a:fld id="{92A6F61D-9B20-45D5-B112-FAA101021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A55E1B-EFF6-2733-D564-22CC18DBA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893A21-C122-7F8D-240C-BE72307A1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1687F9-A2D4-B447-E0B9-538F2C1B2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A57AC4-BE43-CE40-0A85-B9A34F89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B6072A-C44A-738D-F09C-0EDE818F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80EB19-FAA0-44B9-8282-9648326060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61418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A88BB-A8CC-D8BD-DD07-C1C53351D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7099D5-6C81-2831-84CC-05B101ACE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EF00AC-7E19-849C-D471-30C173B0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633160-8616-3434-CFF4-F451445C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A843B8-A403-86FC-14C4-103886819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83C3BE-2AEB-45EE-810A-336949D572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82532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B8BB4-F7FC-A3F5-B890-A68D802CC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A3A9F4-CB20-07F0-9DA1-88922D9FCF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905000"/>
            <a:ext cx="3771900" cy="40386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5D15189-4904-665D-B4D7-179B7A651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6300" y="1905000"/>
            <a:ext cx="3771900" cy="40386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06C087-2846-66EB-4FE9-B7B606572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BB65C5-6A17-5A3C-B39D-F079A310E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F62D21-C0D9-096A-72A0-CAE98B54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8D51D-42AB-49EA-B71A-5085E75C7F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0026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B9E61-97B5-1F97-F190-C93993B1E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B33EDE-46A2-1500-1F6C-9423E83BD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A8BD5D-06EA-1CE4-1213-0D22116D6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FECDD0B-EA6D-66E6-00D4-523B3FBECD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E8A987A-89F4-A385-9A82-510278649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23B2947-8CD2-8A08-04CA-06D58A5A5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414EAAC-9781-0A6A-7F4A-246FAE6E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27A5955-4889-8AAF-B99E-081360C87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7900C6-8331-40A5-9DB0-579302BA9B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931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A2D3AD-F534-3FC5-E343-E582DAE2C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E165FC8-A70A-F026-870F-AD17DC1E9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731A992-6415-8208-66EF-65FC753B2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D58FC31-E453-2577-B72D-E74FF0C1A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D6059C-739C-4E7B-9546-03680D9712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83534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2B93FED-1C3C-51E5-47F6-97DD46C3B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7DCC862-2C02-6BDA-9899-D401F48F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0C6050-6063-1771-BE28-43F02302F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C06947-483E-4EAD-881A-B3F15F7B82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35225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88A84-4A0C-A7EB-A31E-991A0CF7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9B4CE4-FC1E-1F02-CB75-B80EEB966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D2CAC0C-2547-1289-4DD1-81CBC1078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1F7BBE-F09F-26F0-851B-E06CE5908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A227C5-EDA2-8F37-1BEE-097E2EBA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97F4E5-F30A-9956-3913-52908A6F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710BAB-32AA-40C5-8C43-C4DEDB830C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10580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12820-1496-8B21-2B44-05A98B793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AA4FA48-3B4D-CDD1-F558-0741F93263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14B15D-C40A-17AA-69FE-6D59706BD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BB7A27-91E3-8FE0-FD22-976F3E55E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53951C-3EED-8BF6-ACAE-5BC2B2ED5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7CCC1B-7AE2-4178-6DCC-E3B4BA43B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35C73E-E1E2-41FE-83FF-102FAEFA8A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8822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DCE5D9-5D5A-48AC-528F-BD9A8B24B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178CC9-9093-B3E5-986E-87535C542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5D8F58-E24C-4237-B44E-6F5E7ADAF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4332EC-7A04-C513-0BB8-EC74BFCE3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255790-5221-B781-AA7B-A25A1A4F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F27063-9B39-4E93-A018-927AB0A14C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7413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427156-A58E-0FEA-2DD1-3CF998B57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34150" y="533400"/>
            <a:ext cx="1924050" cy="54102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725D7F-E61E-2A4C-520C-BB7856965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533400"/>
            <a:ext cx="5619750" cy="5410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F57A29-39A7-5DA7-C3C4-CD87EAF3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CE07DF-F233-0C4A-3902-CCF0194C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772526-CAEC-65EE-7E74-53F75F3D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2D3B71-0FCD-4A93-8A04-19FC97B8D0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941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B151250-BFBD-BCFE-704B-3BB57524CD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F42ADF1-CCB1-3549-3EFD-81084FB8BF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905000"/>
            <a:ext cx="76962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E3B27E06-19DA-F214-70B1-2643C253EC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7BAA57F0-4B24-DB47-B5C5-F17A34B6B75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EA260528-D015-2FD2-F650-94923A3528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fld id="{66FC2D5D-A1C0-4273-B9B2-B36EC2CDF423}" type="slidenum">
              <a:rPr lang="en-US" altLang="pt-BR"/>
              <a:pPr/>
              <a:t>‹nº›</a:t>
            </a:fld>
            <a:endParaRPr lang="en-US" altLang="pt-BR"/>
          </a:p>
        </p:txBody>
      </p:sp>
      <p:grpSp>
        <p:nvGrpSpPr>
          <p:cNvPr id="21511" name="Group 7">
            <a:extLst>
              <a:ext uri="{FF2B5EF4-FFF2-40B4-BE49-F238E27FC236}">
                <a16:creationId xmlns:a16="http://schemas.microsoft.com/office/drawing/2014/main" id="{02D98A23-A0FD-3F05-76D7-987AC74ABDEA}"/>
              </a:ext>
            </a:extLst>
          </p:cNvPr>
          <p:cNvGrpSpPr>
            <a:grpSpLocks/>
          </p:cNvGrpSpPr>
          <p:nvPr/>
        </p:nvGrpSpPr>
        <p:grpSpPr bwMode="auto">
          <a:xfrm>
            <a:off x="168275" y="228600"/>
            <a:ext cx="8823325" cy="6096000"/>
            <a:chOff x="106" y="144"/>
            <a:chExt cx="5558" cy="3840"/>
          </a:xfrm>
        </p:grpSpPr>
        <p:sp>
          <p:nvSpPr>
            <p:cNvPr id="21512" name="AutoShape 8">
              <a:extLst>
                <a:ext uri="{FF2B5EF4-FFF2-40B4-BE49-F238E27FC236}">
                  <a16:creationId xmlns:a16="http://schemas.microsoft.com/office/drawing/2014/main" id="{B5EC8DBF-F04A-84D4-5A5F-D61065940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" y="144"/>
              <a:ext cx="5558" cy="3840"/>
            </a:xfrm>
            <a:prstGeom prst="roundRect">
              <a:avLst>
                <a:gd name="adj" fmla="val 11046"/>
              </a:avLst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1513" name="Line 9">
              <a:extLst>
                <a:ext uri="{FF2B5EF4-FFF2-40B4-BE49-F238E27FC236}">
                  <a16:creationId xmlns:a16="http://schemas.microsoft.com/office/drawing/2014/main" id="{A7E7401C-049C-DE1E-D72A-FE8778D879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077"/>
              <a:ext cx="4848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l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15000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5000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150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053FE10-F5F6-61CF-683C-131F531615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58888" y="3284538"/>
            <a:ext cx="6553200" cy="2592387"/>
          </a:xfrm>
        </p:spPr>
        <p:txBody>
          <a:bodyPr/>
          <a:lstStyle/>
          <a:p>
            <a:r>
              <a:rPr lang="en-US" altLang="pt-BR" sz="3200" b="1">
                <a:solidFill>
                  <a:schemeClr val="tx1"/>
                </a:solidFill>
              </a:rPr>
              <a:t>155</a:t>
            </a:r>
            <a:br>
              <a:rPr lang="en-US" altLang="pt-BR" sz="3200" b="1">
                <a:solidFill>
                  <a:schemeClr val="tx1"/>
                </a:solidFill>
              </a:rPr>
            </a:br>
            <a:r>
              <a:rPr lang="en-US" altLang="pt-BR" sz="3200" b="1">
                <a:solidFill>
                  <a:schemeClr val="tx1"/>
                </a:solidFill>
              </a:rPr>
              <a:t>IMPLORAMOS TEU PODER</a:t>
            </a:r>
            <a:br>
              <a:rPr lang="en-US" altLang="pt-BR" sz="3200" b="1">
                <a:solidFill>
                  <a:schemeClr val="tx1"/>
                </a:solidFill>
              </a:rPr>
            </a:br>
            <a:endParaRPr lang="en-US" altLang="pt-BR" sz="3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E872330-5992-62E5-4DD3-0C65B5881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1773238"/>
            <a:ext cx="7859712" cy="4464050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Imploramos, nosso Salvador,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Teu poder, Teu poder, Teu poder,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Divinal, poder renovador,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Teu poder, Teu poder, Teu poder.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Bendita promessa paternal!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Vem encher-nos de real valor,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Do pleno poder celestial,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Teu poder, Teu poder, Teu poder.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pt-BR" sz="3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BFB2F7D-D2AD-3D62-E78A-6AB81A3AE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773238"/>
            <a:ext cx="7696200" cy="4464050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Com o óleo, sim, vem nos ungir,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Teu poder, Teu poder, Teu poder.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Pai celeste, faze-nos fruir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Teu poder, Teu poder, Teu poder.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Tu já prometeste derramar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Tuas bênçãos e nos revestir,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P'ra Tua Palavra proclamar,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Com poder, com poder, com poder.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pt-BR" sz="3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49A1531-77F2-4E3F-276B-A9952B69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773238"/>
            <a:ext cx="7696200" cy="4392612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Com o fogo vem nos inflamar,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Teu poder, Teu poder, Teu poder.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E de toda a mancha nos limpar,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Teu poder, Teu poder, Teu poder. Aquece os frios, ó Senhor;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Faze os que dormem despertar.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Nós te suplicamos com fervor,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Teu poder, Teu poder, Teu poder.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pt-BR" sz="3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7080753-9588-CF44-A538-B4350762D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773238"/>
            <a:ext cx="7696200" cy="4464050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Como a brisa, queiras assoprar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Teu poder, Teu poder, Teu poder.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Deus bendito, vem nos outorgar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Teu poder, Teu poder, 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Teu poder. Perene e doce comunhão,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Quero aqui contigo, ó Pai, gozar; Depressa nos enche o coração</a:t>
            </a:r>
            <a:b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pt-BR" sz="3200">
                <a:solidFill>
                  <a:schemeClr val="tx1"/>
                </a:solidFill>
                <a:latin typeface="Arial" panose="020B0604020202020204" pitchFamily="34" charset="0"/>
              </a:rPr>
              <a:t>Com poder, com poder, com poder.</a:t>
            </a:r>
            <a:r>
              <a:rPr lang="en-US" altLang="pt-BR" sz="1600">
                <a:solidFill>
                  <a:schemeClr val="tx1"/>
                </a:solidFill>
                <a:latin typeface="Arial" panose="020B0604020202020204" pitchFamily="34" charset="0"/>
              </a:rPr>
              <a:t>	                     	                                                                                                   A.S.</a:t>
            </a:r>
            <a:br>
              <a:rPr lang="en-US" altLang="pt-BR" sz="160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pt-BR" sz="16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túdio">
  <a:themeElements>
    <a:clrScheme name="Estú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Estúdio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stúdio 1">
        <a:dk1>
          <a:srgbClr val="000000"/>
        </a:dk1>
        <a:lt1>
          <a:srgbClr val="FFFFFF"/>
        </a:lt1>
        <a:dk2>
          <a:srgbClr val="3366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údio 2">
        <a:dk1>
          <a:srgbClr val="000000"/>
        </a:dk1>
        <a:lt1>
          <a:srgbClr val="FFFFFF"/>
        </a:lt1>
        <a:dk2>
          <a:srgbClr val="3732A0"/>
        </a:dk2>
        <a:lt2>
          <a:srgbClr val="666699"/>
        </a:lt2>
        <a:accent1>
          <a:srgbClr val="CCCCFF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8A8A"/>
        </a:accent6>
        <a:hlink>
          <a:srgbClr val="3366CC"/>
        </a:hlink>
        <a:folHlink>
          <a:srgbClr val="9094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údio 3">
        <a:dk1>
          <a:srgbClr val="000000"/>
        </a:dk1>
        <a:lt1>
          <a:srgbClr val="FFFFFF"/>
        </a:lt1>
        <a:dk2>
          <a:srgbClr val="CD0505"/>
        </a:dk2>
        <a:lt2>
          <a:srgbClr val="5F5F5F"/>
        </a:lt2>
        <a:accent1>
          <a:srgbClr val="D2D5DE"/>
        </a:accent1>
        <a:accent2>
          <a:srgbClr val="D55757"/>
        </a:accent2>
        <a:accent3>
          <a:srgbClr val="FFFFFF"/>
        </a:accent3>
        <a:accent4>
          <a:srgbClr val="000000"/>
        </a:accent4>
        <a:accent5>
          <a:srgbClr val="E5E7EC"/>
        </a:accent5>
        <a:accent6>
          <a:srgbClr val="C14E4E"/>
        </a:accent6>
        <a:hlink>
          <a:srgbClr val="F42D1E"/>
        </a:hlink>
        <a:folHlink>
          <a:srgbClr val="7C84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údio 4">
        <a:dk1>
          <a:srgbClr val="000000"/>
        </a:dk1>
        <a:lt1>
          <a:srgbClr val="FFFFFF"/>
        </a:lt1>
        <a:dk2>
          <a:srgbClr val="551A07"/>
        </a:dk2>
        <a:lt2>
          <a:srgbClr val="CC3300"/>
        </a:lt2>
        <a:accent1>
          <a:srgbClr val="F4B400"/>
        </a:accent1>
        <a:accent2>
          <a:srgbClr val="993300"/>
        </a:accent2>
        <a:accent3>
          <a:srgbClr val="FFFFFF"/>
        </a:accent3>
        <a:accent4>
          <a:srgbClr val="000000"/>
        </a:accent4>
        <a:accent5>
          <a:srgbClr val="F8D6AA"/>
        </a:accent5>
        <a:accent6>
          <a:srgbClr val="8A2D00"/>
        </a:accent6>
        <a:hlink>
          <a:srgbClr val="FF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údio 5">
        <a:dk1>
          <a:srgbClr val="000000"/>
        </a:dk1>
        <a:lt1>
          <a:srgbClr val="FFFFFF"/>
        </a:lt1>
        <a:dk2>
          <a:srgbClr val="FF0000"/>
        </a:dk2>
        <a:lt2>
          <a:srgbClr val="FFCC00"/>
        </a:lt2>
        <a:accent1>
          <a:srgbClr val="66CC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008A00"/>
        </a:accent6>
        <a:hlink>
          <a:srgbClr val="FF33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údio 6">
        <a:dk1>
          <a:srgbClr val="666633"/>
        </a:dk1>
        <a:lt1>
          <a:srgbClr val="FFFFFF"/>
        </a:lt1>
        <a:dk2>
          <a:srgbClr val="000000"/>
        </a:dk2>
        <a:lt2>
          <a:srgbClr val="CC3300"/>
        </a:lt2>
        <a:accent1>
          <a:srgbClr val="8080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C0C0AA"/>
        </a:accent5>
        <a:accent6>
          <a:srgbClr val="E78A00"/>
        </a:accent6>
        <a:hlink>
          <a:srgbClr val="CC6600"/>
        </a:hlink>
        <a:folHlink>
          <a:srgbClr val="434B1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údio 7">
        <a:dk1>
          <a:srgbClr val="766997"/>
        </a:dk1>
        <a:lt1>
          <a:srgbClr val="FFFFFF"/>
        </a:lt1>
        <a:dk2>
          <a:srgbClr val="530901"/>
        </a:dk2>
        <a:lt2>
          <a:srgbClr val="FFFFFF"/>
        </a:lt2>
        <a:accent1>
          <a:srgbClr val="FF3300"/>
        </a:accent1>
        <a:accent2>
          <a:srgbClr val="CC6600"/>
        </a:accent2>
        <a:accent3>
          <a:srgbClr val="B3AAAA"/>
        </a:accent3>
        <a:accent4>
          <a:srgbClr val="DADADA"/>
        </a:accent4>
        <a:accent5>
          <a:srgbClr val="FFADAA"/>
        </a:accent5>
        <a:accent6>
          <a:srgbClr val="B95C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údio 8">
        <a:dk1>
          <a:srgbClr val="666699"/>
        </a:dk1>
        <a:lt1>
          <a:srgbClr val="FFFFFF"/>
        </a:lt1>
        <a:dk2>
          <a:srgbClr val="4C004C"/>
        </a:dk2>
        <a:lt2>
          <a:srgbClr val="FFFFFF"/>
        </a:lt2>
        <a:accent1>
          <a:srgbClr val="0099CC"/>
        </a:accent1>
        <a:accent2>
          <a:srgbClr val="993366"/>
        </a:accent2>
        <a:accent3>
          <a:srgbClr val="B2AAB2"/>
        </a:accent3>
        <a:accent4>
          <a:srgbClr val="DADADA"/>
        </a:accent4>
        <a:accent5>
          <a:srgbClr val="AACAE2"/>
        </a:accent5>
        <a:accent6>
          <a:srgbClr val="8A2D5C"/>
        </a:accent6>
        <a:hlink>
          <a:srgbClr val="99CC00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údio 9">
        <a:dk1>
          <a:srgbClr val="565682"/>
        </a:dk1>
        <a:lt1>
          <a:srgbClr val="FFFFFF"/>
        </a:lt1>
        <a:dk2>
          <a:srgbClr val="1E1551"/>
        </a:dk2>
        <a:lt2>
          <a:srgbClr val="CCFFFF"/>
        </a:lt2>
        <a:accent1>
          <a:srgbClr val="33CCCC"/>
        </a:accent1>
        <a:accent2>
          <a:srgbClr val="009999"/>
        </a:accent2>
        <a:accent3>
          <a:srgbClr val="ABAAB3"/>
        </a:accent3>
        <a:accent4>
          <a:srgbClr val="DADADA"/>
        </a:accent4>
        <a:accent5>
          <a:srgbClr val="ADE2E2"/>
        </a:accent5>
        <a:accent6>
          <a:srgbClr val="008A8A"/>
        </a:accent6>
        <a:hlink>
          <a:srgbClr val="FF9900"/>
        </a:hlink>
        <a:folHlink>
          <a:srgbClr val="00598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údio 10">
        <a:dk1>
          <a:srgbClr val="CCCC99"/>
        </a:dk1>
        <a:lt1>
          <a:srgbClr val="FFFFFF"/>
        </a:lt1>
        <a:dk2>
          <a:srgbClr val="2E5D5C"/>
        </a:dk2>
        <a:lt2>
          <a:srgbClr val="FFFFFF"/>
        </a:lt2>
        <a:accent1>
          <a:srgbClr val="0099CC"/>
        </a:accent1>
        <a:accent2>
          <a:srgbClr val="D6E0E0"/>
        </a:accent2>
        <a:accent3>
          <a:srgbClr val="ADB6B5"/>
        </a:accent3>
        <a:accent4>
          <a:srgbClr val="DADADA"/>
        </a:accent4>
        <a:accent5>
          <a:srgbClr val="AACAE2"/>
        </a:accent5>
        <a:accent6>
          <a:srgbClr val="C2CBCB"/>
        </a:accent6>
        <a:hlink>
          <a:srgbClr val="CCCC99"/>
        </a:hlink>
        <a:folHlink>
          <a:srgbClr val="428A8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Studio</Template>
  <TotalTime>10</TotalTime>
  <Words>272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Times New Roman</vt:lpstr>
      <vt:lpstr>Wingdings</vt:lpstr>
      <vt:lpstr>Estúdio</vt:lpstr>
      <vt:lpstr>155 IMPLORAMOS TEU PODER </vt:lpstr>
      <vt:lpstr>Imploramos, nosso Salvador,  Teu poder, Teu poder, Teu poder,  Divinal, poder renovador, Teu poder, Teu poder, Teu poder.  Bendita promessa paternal!  Vem encher-nos de real valor,  Do pleno poder celestial, Teu poder, Teu poder, Teu poder. </vt:lpstr>
      <vt:lpstr>Com o óleo, sim, vem nos ungir,  Teu poder, Teu poder, Teu poder.  Pai celeste, faze-nos fruir Teu poder, Teu poder, Teu poder.  Tu já prometeste derramar Tuas bênçãos e nos revestir,  P'ra Tua Palavra proclamar, Com poder, com poder, com poder. </vt:lpstr>
      <vt:lpstr>Com o fogo vem nos inflamar,  Teu poder, Teu poder, Teu poder.  E de toda a mancha nos limpar,  Teu poder, Teu poder, Teu poder. Aquece os frios, ó Senhor; Faze os que dormem despertar.  Nós te suplicamos com fervor,  Teu poder, Teu poder, Teu poder. </vt:lpstr>
      <vt:lpstr>Como a brisa, queiras assoprar  Teu poder, Teu poder, Teu poder.  Deus bendito, vem nos outorgar  Teu poder, Teu poder,  Teu poder. Perene e doce comunhão, Quero aqui contigo, ó Pai, gozar; Depressa nos enche o coração Com poder, com poder, com poder.                                                                                                                          A.S.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155 - IMPLORAMOS TEU PODER </dc:title>
  <dc:creator>Montagna</dc:creator>
  <cp:lastModifiedBy>Emerson Souza</cp:lastModifiedBy>
  <cp:revision>3</cp:revision>
  <dcterms:created xsi:type="dcterms:W3CDTF">2005-10-16T04:03:27Z</dcterms:created>
  <dcterms:modified xsi:type="dcterms:W3CDTF">2026-05-02T21:49:52Z</dcterms:modified>
</cp:coreProperties>
</file>