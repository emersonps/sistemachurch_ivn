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F395CC-C246-4E3C-3180-A9A863418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94F5B8-B462-2A23-F22A-951023E73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25D90D-96E3-2E73-E361-9588D2F1F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9EBFDA-0540-7BCC-C961-5DAB59CB7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F01320-79D3-C41E-B979-71F2379C5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71D75A-FC95-438F-8581-D7314AB308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63825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20C63-1DD8-8395-A12F-E2E708887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EE8648-41E5-2A77-AD31-A72FE90FF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FCA9FF-ECB9-D71C-8B03-D3D647BC1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29C770-E097-136E-0EF1-DF6E12BED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F9B84D-F34A-BC15-CCF0-662C02217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3C900D-29A4-47B2-B008-E321C55080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6125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43CB43-3E47-818C-41E4-C21C44D64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EBF87F-BACD-5B71-A751-BBBE3620E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70781E-39E2-776C-9D3D-F7EB7CF6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601A5F-E11D-1A05-6D18-E86F66A69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ED51EE-09AE-5745-BB41-EC48FD75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D15F3F-F0E8-484E-BD9B-92FCDF2778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2450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FA1B1E-6642-76F9-9CC6-9B10F3758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BDA1C3-7363-461D-B1FE-8043F5C53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1ECA50E-CFEF-CDD4-F96F-B671D0B92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B04C3E-1256-5BD2-B658-24A860F6C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BD079D-5637-6CFA-FF33-49FCB1874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73A1C0-FAC4-4D62-0A17-AD555F77A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8624AE-8D18-48E2-9C9E-74BDF84C90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55368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9230BB-D9BF-4251-DB25-C2502DA14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1AAE57-02B2-7DF2-27D1-574814BA3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C68350-6C47-65D5-D0D3-143099131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6C107EA-399B-0BF1-C1F6-5DD01AD702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8A2066F-5AA9-1432-652B-94532FAF5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5D402C7-1764-FA47-F493-C90386B6D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923003E-4219-A972-084A-480BBCA1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8F61BA2-E07D-8BEF-A4B9-028ECA724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4B380F-D61E-4E09-BF21-721934183C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0963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B940A-D603-1404-66DA-8C4422FB8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3E918DC-B758-BAEB-F6D4-449528125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EB0400D-12F5-F206-F76F-7CBB0A8B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C5CCFD2-ACCF-C49B-B830-2911E6A73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4D5A01-9913-40D8-BDC2-E67EA14B53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23995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0A89458-8345-30F4-49F3-D12DEEF7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19E68EC-F495-0E09-48AD-702AE2F79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13688E-7731-AA1A-F8B2-A623CDB4E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F55132-D831-4C41-A672-4463E69EB5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28918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6B9A9-266D-8166-A219-8984A803F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D92D9D-9040-08A2-9960-526545D11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8DC56A-7134-37B5-AFDC-CE3C73BC5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71472F-75FB-3ADD-5374-444C10D2D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BC017B-F3C3-2600-06C8-A2E0F7467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70B656-5952-5828-59CC-A73D3C38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942EB2-2554-4565-A146-2D0ECCDCA8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296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A4CCE9-164F-A3BF-AD72-6FDAECDC4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4D8B953-A572-A268-1F74-0FA5E5CBE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A4441E-EBC9-273B-F988-E11ED4498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860F68-21D0-514A-E3C7-D0C94581B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10D5C0-CBFF-00DC-6D34-2ACFE916B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BE918E-042F-57DE-1948-00DF31B47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A29501-1EDA-4DDD-8119-6A6454FE3C5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0562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E3D46-1DA7-A048-2C17-441EDB4F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BC69FC4-F7ED-2E62-B3AD-9B6A490B7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608AC9-B565-3812-8C18-8088AEAA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0F4BAC-C4AC-6B5D-C19C-FB9BED66E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8F8F51-7984-F221-A7E8-34E826EB5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237CD0-2CB2-4917-9C71-6AAFA2B5AC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5614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2E69CCF-D3A7-0ABA-16AA-DFF9B4C97D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CADF5B-FFDA-DAD9-725F-778216ABA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FB804F-F2B0-7E17-FD82-B206DB371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1D1710-0975-40F9-324D-21017071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4270A2-777F-79A9-8F2D-BB60FBB8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A97A6B-C1B2-4447-9D2D-0185DBD6A2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7399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A501972-A7C4-7F4E-FA66-8FCEA2469B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654F442-D61D-11E9-5BD4-CA93876D46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C253E24-0603-111D-A748-13EF9B0B005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7233AC0-6F44-6059-BEBA-7DFCEF82EE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533D868-C4FC-E367-2DD5-48998F122D4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099F664-469F-4C08-9A6A-26D03DA057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BBBD3E5-4980-05B8-1494-BDEB00D8809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520 </a:t>
            </a:r>
            <a:br>
              <a:rPr lang="en-US" altLang="pt-BR" sz="4000" b="1"/>
            </a:br>
            <a:r>
              <a:rPr lang="en-US" altLang="pt-BR" sz="4000" b="1"/>
              <a:t>A DOCE E PRECIOSA VOZ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34B15B6-D650-971D-4089-82B732A0A9F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83E3144-2F21-746A-472F-33355371C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3800" i="1"/>
              <a:t>Eu me achei num estado </a:t>
            </a:r>
            <a:br>
              <a:rPr lang="en-US" altLang="pt-BR" sz="3800" i="1"/>
            </a:br>
            <a:r>
              <a:rPr lang="en-US" altLang="pt-BR" sz="3800" i="1"/>
              <a:t>De tristeza e dor,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Já prevendo da vida o fim;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Hoje, exulto ao lembrar-me da hora feliz,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Em que Cristo olhou para mim.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  <a:endParaRPr lang="en-US" altLang="pt-BR" sz="3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D21D8AD-978A-B293-6741-2E9DD171F2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Era só Sua doce e preciosa voz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eu sempre ouvia soar,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Então, recebia esperança,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Jesus me havia de curar.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F88583F-B130-9CA8-7307-6B2982018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Hoje, eu bem alegre testifico a vós,</a:t>
            </a:r>
            <a:r>
              <a:rPr lang="en-US" altLang="pt-BR" sz="4000"/>
              <a:t> </a:t>
            </a:r>
            <a:r>
              <a:rPr lang="en-US" altLang="pt-BR" sz="4000" i="1"/>
              <a:t>Que Jesus, o meu bom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É o meu defensor, o meu guia e luz,</a:t>
            </a:r>
            <a:r>
              <a:rPr lang="en-US" altLang="pt-BR" sz="4000"/>
              <a:t> </a:t>
            </a:r>
            <a:r>
              <a:rPr lang="en-US" altLang="pt-BR" sz="4000" i="1"/>
              <a:t>Meu conforto, na luta, na dor.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D86269F-FF7A-DF59-DF95-C93EC25EA0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Era só Sua doce e preciosa voz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eu sempre ouvia soar,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Então, recebia esperança,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Jesus me havia de curar.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8155FC6-33AA-4E1E-19EB-281C181EA3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Oh!Que dia ditoso e belo pra mim,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que ouvi a voz de meu Senhor,</a:t>
            </a:r>
            <a:r>
              <a:rPr lang="en-US" altLang="pt-BR" sz="4000"/>
              <a:t> </a:t>
            </a:r>
            <a:r>
              <a:rPr lang="en-US" altLang="pt-BR" sz="4000" i="1"/>
              <a:t>Exortanto-me a nEle eu bem confiar,</a:t>
            </a:r>
            <a:r>
              <a:rPr lang="en-US" altLang="pt-BR" sz="4000"/>
              <a:t> </a:t>
            </a:r>
            <a:r>
              <a:rPr lang="en-US" altLang="pt-BR" sz="4000" i="1"/>
              <a:t>Pois curou-me, por Seu grande amor!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2BC402A-36E4-3F06-3644-DE69351905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Era só Sua doce e preciosa voz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eu sempre ouvia soar,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Então, recebia esperança,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Jesus me havia de curar.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520  A DOCE E PRECIOSA VOZ </vt:lpstr>
      <vt:lpstr>Eu me achei num estado  De tristeza e dor,  Já prevendo da vida o fim;  Hoje, exulto ao lembrar-me da hora feliz,  Em que Cristo olhou para mim.  </vt:lpstr>
      <vt:lpstr>Era só Sua doce e preciosa voz  Que eu sempre ouvia soar,  Então, recebia esperança,  Que Jesus me havia de curar.  </vt:lpstr>
      <vt:lpstr>Hoje, eu bem alegre testifico a vós, Que Jesus, o meu bom Salvador,  É o meu defensor, o meu guia e luz, Meu conforto, na luta, na dor.  </vt:lpstr>
      <vt:lpstr>Era só Sua doce e preciosa voz  Que eu sempre ouvia soar,  Então, recebia esperança,  Que Jesus me havia de curar.  </vt:lpstr>
      <vt:lpstr>Oh!Que dia ditoso e belo pra mim,  Em que ouvi a voz de meu Senhor, Exortanto-me a nEle eu bem confiar, Pois curou-me, por Seu grande amor!</vt:lpstr>
      <vt:lpstr>Era só Sua doce e preciosa voz  Que eu sempre ouvia soar,  Então, recebia esperança,  Que Jesus me havia de curar.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520  A DOCE E PRECIOSA VOZ </dc:title>
  <dc:creator>Junior</dc:creator>
  <cp:lastModifiedBy>Emerson Souza</cp:lastModifiedBy>
  <cp:revision>1</cp:revision>
  <dcterms:created xsi:type="dcterms:W3CDTF">2005-12-24T14:20:04Z</dcterms:created>
  <dcterms:modified xsi:type="dcterms:W3CDTF">2026-05-02T22:20:36Z</dcterms:modified>
</cp:coreProperties>
</file>