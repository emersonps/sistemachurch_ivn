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088DB-8F2A-E7D6-020A-D54C918F8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77A48-0FCD-2ECD-84F0-9AF1E2FC5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70443C-4E22-D5DC-C0AD-309B7FE4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9CDF2E-C434-E8DB-3156-6D9199F2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D8D0D-FE84-F7DF-9F5C-75EED5E4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53882-2E43-4186-A2C3-E3FAB93D98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190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F6051-7CCA-84AD-4A23-7D10E0E3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3016F9-D47E-4E99-42CB-C70C204B5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73268C-2264-EA56-342D-4425F4C7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394812-A998-AB03-CF6B-0CBFC963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29A12D-E1B8-7322-72B0-CD0C4D3B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9B2A1-6CC8-4BFB-AD36-4384AEA08A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378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92B21-5ED7-EDBF-606A-3BDF35D0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1DF265-857B-548F-5AB4-8E76F5FEB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BA8C20-B317-49FB-9F9D-1C1F7D72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8BA87F-73D3-D84E-19CA-9303907E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7AF36-ED9D-19AB-D627-DF5C0E60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0516B1-FFE6-45E2-AD6D-ECDE2718FA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517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68AD5-6177-915F-37D0-69E8BD2E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8759A8-D554-5A55-5479-00E9B5038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4C3334-A11B-CE95-7989-519A8B81D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E38A8C-8C8C-8936-8030-466E552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B85B79-D34B-2339-B25E-776EEA7A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E12435-B587-8A34-6BF9-B17DDAC5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0D56AC-1FFF-4406-8A19-A3AE23D13B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675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71972-041B-4C30-C552-62AEB6E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89C263-DE42-F53F-35BD-A34BCE6E4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163601-BDFD-34CF-4B29-FAE72A5F4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92EDF9-6932-84FE-86FD-3122E26A4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A20BB78-F4AA-1C6A-1485-B362186B0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0D063-ACA6-2C0F-A24C-A736D1CF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CA97C7-5D1F-309A-529B-91E3F452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043ACE-3EEE-878D-82F3-C86161C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D1EBA-AC52-436D-A928-2330B5DC99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769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157A-B516-9581-E383-277F7330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436903-EBCD-8161-8041-86049907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F037F8-0369-400C-8C76-5E4F656B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800DEC-0E81-3712-EE87-705BCF4C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45AEE-EAA6-4CFF-BEE4-6B02025805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549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012DE3-F893-1C2C-5730-7CA31ABC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D85060-D6A2-E1FB-FAB6-FB51A67B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D0A875-F31E-8006-6633-1E094D7D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2AD625-7CCF-4B1D-A950-2623148F02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445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9D2C4-1E1E-5411-A7ED-316CA77A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0F8E12-58A3-A7B7-3C43-CA59CF81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1F88D1-A59D-E681-F34A-D129BFF5A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0A1B83-6DED-EA2C-B977-2021300A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B6286E-DECD-409D-3615-F8D23386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C4E8C1-91D6-6F6C-21D8-81641DD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1F1840-2B4D-454B-8AF6-9AD8259DAF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638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A10A9-5106-DC58-16A3-720E0ECA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EC17D0-4637-9DB9-1127-4AF054E7E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6BBE64-7FEC-E6A8-41EA-BA04DB1DC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8DDBB-CA2F-CAAF-C44A-B4EDE414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CCE7E-F655-5EC0-EAE1-4C1536C8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8985B1-13D9-FB54-81C6-4437048E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D744F-9CBD-4D30-AAEA-AF81036D9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0841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C12C6-CF09-98C0-34F2-CEBDA751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273BB9-1DC0-A98C-CF7A-124A4ECB2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63D9F-7E2B-1423-6E71-B59351EE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F4FB3-FFCD-EAD1-AA56-C6F7AE12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EFC028-07B8-06DB-0A99-9F32E41C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F1D819-C01D-4AC4-95A4-5866836D35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96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890251-4D23-FEFE-E26C-7E141E8AE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7221A1-12DD-D802-4D27-96C9D0F23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36CDBF-C257-4829-4987-DCDED635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86EF7D-C6F5-9209-45B6-5AA6F5DE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BFEB5D-346A-BA54-9A13-C8BF74B1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3DFA6-2815-4D4A-9007-F4E98718E7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713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9E5174-96DA-9DA8-AD60-023C900BB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3B22F2-443F-1009-786E-6D236FBC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4ACBD1-FB46-1391-28AF-B84D4C6098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6EA168-9402-6C9B-0B9D-DCCABDDAE7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EE984A-A4C2-79EC-0FF6-812D40ABFA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54E6358-CEB6-4821-9F35-DBAECCCB73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0ACBFB8-1B5D-17B4-A4D4-CA0EFFDD2F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256</a:t>
            </a:r>
            <a:br>
              <a:rPr lang="pt-BR" altLang="pt-BR" sz="4000" b="1"/>
            </a:br>
            <a:r>
              <a:rPr lang="pt-BR" altLang="pt-BR" sz="4000" b="1"/>
              <a:t>ABANDONA ESTE MUNDO DE HORROR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51D36309-EC07-C7DA-D24C-9E436C103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  <a:noFill/>
          <a:ln/>
        </p:spPr>
        <p:txBody>
          <a:bodyPr/>
          <a:lstStyle/>
          <a:p>
            <a:r>
              <a:rPr lang="pt-BR" altLang="pt-BR" sz="3600"/>
              <a:t>Abandona este mar,</a:t>
            </a:r>
            <a:br>
              <a:rPr lang="pt-BR" altLang="pt-BR" sz="3600"/>
            </a:br>
            <a:r>
              <a:rPr lang="pt-BR" altLang="pt-BR" sz="3600"/>
              <a:t>Onde podes naufragar;</a:t>
            </a:r>
            <a:br>
              <a:rPr lang="pt-BR" altLang="pt-BR" sz="3600"/>
            </a:br>
            <a:r>
              <a:rPr lang="pt-BR" altLang="pt-BR" sz="3600"/>
              <a:t>Abandona este mundo de horror, </a:t>
            </a:r>
            <a:br>
              <a:rPr lang="pt-BR" altLang="pt-BR" sz="3600"/>
            </a:br>
            <a:r>
              <a:rPr lang="pt-BR" altLang="pt-BR" sz="3600"/>
              <a:t>A maré te levará,</a:t>
            </a:r>
            <a:br>
              <a:rPr lang="pt-BR" altLang="pt-BR" sz="3600"/>
            </a:br>
            <a:r>
              <a:rPr lang="pt-BR" altLang="pt-BR" sz="3600"/>
              <a:t>O teu barco quebrará,</a:t>
            </a:r>
            <a:br>
              <a:rPr lang="pt-BR" altLang="pt-BR" sz="3600"/>
            </a:br>
            <a:r>
              <a:rPr lang="pt-BR" altLang="pt-BR" sz="3600"/>
              <a:t>aceita a Jesus, o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EEA60F2-A6B5-A7E2-8602-D6CBB4163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76938"/>
          </a:xfrm>
        </p:spPr>
        <p:txBody>
          <a:bodyPr/>
          <a:lstStyle/>
          <a:p>
            <a:r>
              <a:rPr lang="pt-BR" altLang="pt-BR" sz="3600" b="1" i="1"/>
              <a:t>Abandona já duma vez, </a:t>
            </a:r>
            <a:br>
              <a:rPr lang="pt-BR" altLang="pt-BR" sz="3600" b="1" i="1"/>
            </a:br>
            <a:r>
              <a:rPr lang="pt-BR" altLang="pt-BR" sz="3600" b="1" i="1"/>
              <a:t>Este proceloso mar. </a:t>
            </a:r>
            <a:br>
              <a:rPr lang="pt-BR" altLang="pt-BR" sz="3600" b="1" i="1"/>
            </a:br>
            <a:r>
              <a:rPr lang="pt-BR" altLang="pt-BR" sz="3600" b="1" i="1"/>
              <a:t>Hoje sem tardar; </a:t>
            </a:r>
            <a:br>
              <a:rPr lang="pt-BR" altLang="pt-BR" sz="3600" b="1" i="1"/>
            </a:br>
            <a:r>
              <a:rPr lang="pt-BR" altLang="pt-BR" sz="3600" b="1" i="1"/>
              <a:t>Do castigo eternal, </a:t>
            </a:r>
            <a:br>
              <a:rPr lang="pt-BR" altLang="pt-BR" sz="3600" b="1" i="1"/>
            </a:br>
            <a:r>
              <a:rPr lang="pt-BR" altLang="pt-BR" sz="3600" b="1" i="1"/>
              <a:t>E de morte tão fatal,</a:t>
            </a:r>
            <a:br>
              <a:rPr lang="pt-BR" altLang="pt-BR" sz="3600" b="1" i="1"/>
            </a:br>
            <a:r>
              <a:rPr lang="pt-BR" altLang="pt-BR" sz="3600" b="1" i="1"/>
              <a:t>Foge logo pecador com rapidez.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9AD8818-F72A-0199-0E0E-44DF4F793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Eis faróis a clarear</a:t>
            </a:r>
            <a:br>
              <a:rPr lang="pt-BR" altLang="pt-BR" sz="3600"/>
            </a:br>
            <a:r>
              <a:rPr lang="pt-BR" altLang="pt-BR" sz="3600"/>
              <a:t>E perigos a marcar;</a:t>
            </a:r>
            <a:br>
              <a:rPr lang="pt-BR" altLang="pt-BR" sz="3600"/>
            </a:br>
            <a:r>
              <a:rPr lang="pt-BR" altLang="pt-BR" sz="3600"/>
              <a:t>Abandona este mundo de horror, </a:t>
            </a:r>
            <a:br>
              <a:rPr lang="pt-BR" altLang="pt-BR" sz="3600"/>
            </a:br>
            <a:r>
              <a:rPr lang="pt-BR" altLang="pt-BR" sz="3600"/>
              <a:t>Já na barra mais além,</a:t>
            </a:r>
            <a:br>
              <a:rPr lang="pt-BR" altLang="pt-BR" sz="3600"/>
            </a:br>
            <a:r>
              <a:rPr lang="pt-BR" altLang="pt-BR" sz="3600"/>
              <a:t>O teu barco se sustém,</a:t>
            </a:r>
            <a:br>
              <a:rPr lang="pt-BR" altLang="pt-BR" sz="3600"/>
            </a:br>
            <a:r>
              <a:rPr lang="pt-BR" altLang="pt-BR" sz="3600"/>
              <a:t>aceita a Jesus, o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CA439D7-C6C5-4457-1E92-95A5F04CB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76938"/>
          </a:xfrm>
        </p:spPr>
        <p:txBody>
          <a:bodyPr/>
          <a:lstStyle/>
          <a:p>
            <a:r>
              <a:rPr lang="pt-BR" altLang="pt-BR" sz="3600" b="1" i="1"/>
              <a:t>Abandona já duma vez, </a:t>
            </a:r>
            <a:br>
              <a:rPr lang="pt-BR" altLang="pt-BR" sz="3600" b="1" i="1"/>
            </a:br>
            <a:r>
              <a:rPr lang="pt-BR" altLang="pt-BR" sz="3600" b="1" i="1"/>
              <a:t>Este proceloso mar. </a:t>
            </a:r>
            <a:br>
              <a:rPr lang="pt-BR" altLang="pt-BR" sz="3600" b="1" i="1"/>
            </a:br>
            <a:r>
              <a:rPr lang="pt-BR" altLang="pt-BR" sz="3600" b="1" i="1"/>
              <a:t>Hoje sem tardar; </a:t>
            </a:r>
            <a:br>
              <a:rPr lang="pt-BR" altLang="pt-BR" sz="3600" b="1" i="1"/>
            </a:br>
            <a:r>
              <a:rPr lang="pt-BR" altLang="pt-BR" sz="3600" b="1" i="1"/>
              <a:t>Do castigo eternal, </a:t>
            </a:r>
            <a:br>
              <a:rPr lang="pt-BR" altLang="pt-BR" sz="3600" b="1" i="1"/>
            </a:br>
            <a:r>
              <a:rPr lang="pt-BR" altLang="pt-BR" sz="3600" b="1" i="1"/>
              <a:t>E de morte tão fatal,</a:t>
            </a:r>
            <a:br>
              <a:rPr lang="pt-BR" altLang="pt-BR" sz="3600" b="1" i="1"/>
            </a:br>
            <a:r>
              <a:rPr lang="pt-BR" altLang="pt-BR" sz="3600" b="1" i="1"/>
              <a:t>Foge logo pecador com rapidez.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61FCB3C-5652-8EBB-A426-A2D9D6973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Eis que vozes sem cessar,</a:t>
            </a:r>
            <a:br>
              <a:rPr lang="pt-BR" altLang="pt-BR" sz="3600"/>
            </a:br>
            <a:r>
              <a:rPr lang="pt-BR" altLang="pt-BR" sz="3600"/>
              <a:t>Não se cansam de clamar:</a:t>
            </a:r>
            <a:br>
              <a:rPr lang="pt-BR" altLang="pt-BR" sz="3600"/>
            </a:br>
            <a:r>
              <a:rPr lang="pt-BR" altLang="pt-BR" sz="3600"/>
              <a:t>Abandona este mundo de horror,</a:t>
            </a:r>
            <a:br>
              <a:rPr lang="pt-BR" altLang="pt-BR" sz="3600"/>
            </a:br>
            <a:r>
              <a:rPr lang="pt-BR" altLang="pt-BR" sz="3600"/>
              <a:t>amigo, ouve já,</a:t>
            </a:r>
            <a:br>
              <a:rPr lang="pt-BR" altLang="pt-BR" sz="3600"/>
            </a:br>
            <a:r>
              <a:rPr lang="pt-BR" altLang="pt-BR" sz="3600"/>
              <a:t>Essa voz te salvará.</a:t>
            </a:r>
            <a:br>
              <a:rPr lang="pt-BR" altLang="pt-BR" sz="3600"/>
            </a:br>
            <a:r>
              <a:rPr lang="pt-BR" altLang="pt-BR" sz="3600"/>
              <a:t>aceita a Jesus, o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2FDC5B-309A-B867-B56F-72AB7DDC9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76938"/>
          </a:xfrm>
        </p:spPr>
        <p:txBody>
          <a:bodyPr/>
          <a:lstStyle/>
          <a:p>
            <a:r>
              <a:rPr lang="pt-BR" altLang="pt-BR" sz="3600" b="1" i="1"/>
              <a:t>Abandona já duma vez, </a:t>
            </a:r>
            <a:br>
              <a:rPr lang="pt-BR" altLang="pt-BR" sz="3600" b="1" i="1"/>
            </a:br>
            <a:r>
              <a:rPr lang="pt-BR" altLang="pt-BR" sz="3600" b="1" i="1"/>
              <a:t>Este proceloso mar. </a:t>
            </a:r>
            <a:br>
              <a:rPr lang="pt-BR" altLang="pt-BR" sz="3600" b="1" i="1"/>
            </a:br>
            <a:r>
              <a:rPr lang="pt-BR" altLang="pt-BR" sz="3600" b="1" i="1"/>
              <a:t>Hoje sem tardar; </a:t>
            </a:r>
            <a:br>
              <a:rPr lang="pt-BR" altLang="pt-BR" sz="3600" b="1" i="1"/>
            </a:br>
            <a:r>
              <a:rPr lang="pt-BR" altLang="pt-BR" sz="3600" b="1" i="1"/>
              <a:t>Do castigo eternal, </a:t>
            </a:r>
            <a:br>
              <a:rPr lang="pt-BR" altLang="pt-BR" sz="3600" b="1" i="1"/>
            </a:br>
            <a:r>
              <a:rPr lang="pt-BR" altLang="pt-BR" sz="3600" b="1" i="1"/>
              <a:t>E de morte tão fatal,</a:t>
            </a:r>
            <a:br>
              <a:rPr lang="pt-BR" altLang="pt-BR" sz="3600" b="1" i="1"/>
            </a:br>
            <a:r>
              <a:rPr lang="pt-BR" altLang="pt-BR" sz="3600" b="1" i="1"/>
              <a:t>Foge logo pecador com rapidez.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4A08F4A-F5A1-8FA0-0F61-28DF74E80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3600"/>
              <a:t>Não escutas a Jesus,</a:t>
            </a:r>
            <a:br>
              <a:rPr lang="pt-BR" altLang="pt-BR" sz="3600"/>
            </a:br>
            <a:r>
              <a:rPr lang="pt-BR" altLang="pt-BR" sz="3600"/>
              <a:t>Que te chama para luz?</a:t>
            </a:r>
            <a:br>
              <a:rPr lang="pt-BR" altLang="pt-BR" sz="3600"/>
            </a:br>
            <a:r>
              <a:rPr lang="pt-BR" altLang="pt-BR" sz="3600"/>
              <a:t>Abandona este mundo de horror,</a:t>
            </a:r>
            <a:br>
              <a:rPr lang="pt-BR" altLang="pt-BR" sz="3600"/>
            </a:br>
            <a:r>
              <a:rPr lang="pt-BR" altLang="pt-BR" sz="3600"/>
              <a:t>Se persistes em vagar,</a:t>
            </a:r>
            <a:br>
              <a:rPr lang="pt-BR" altLang="pt-BR" sz="3600"/>
            </a:br>
            <a:r>
              <a:rPr lang="pt-BR" altLang="pt-BR" sz="3600"/>
              <a:t>Não te poderás salvar.</a:t>
            </a:r>
            <a:br>
              <a:rPr lang="pt-BR" altLang="pt-BR" sz="3600"/>
            </a:br>
            <a:r>
              <a:rPr lang="pt-BR" altLang="pt-BR" sz="3600"/>
              <a:t>O aceita a Jesus, o Salvador!</a:t>
            </a:r>
            <a:r>
              <a:rPr lang="pt-BR" altLang="pt-BR" sz="1400"/>
              <a:t>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6F69AB-53F4-909D-3101-7D4F6EE99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76938"/>
          </a:xfrm>
        </p:spPr>
        <p:txBody>
          <a:bodyPr/>
          <a:lstStyle/>
          <a:p>
            <a:r>
              <a:rPr lang="pt-BR" altLang="pt-BR" sz="3600" b="1" i="1"/>
              <a:t>Abandona já duma vez, </a:t>
            </a:r>
            <a:br>
              <a:rPr lang="pt-BR" altLang="pt-BR" sz="3600" b="1" i="1"/>
            </a:br>
            <a:r>
              <a:rPr lang="pt-BR" altLang="pt-BR" sz="3600" b="1" i="1"/>
              <a:t>Este proceloso mar. </a:t>
            </a:r>
            <a:br>
              <a:rPr lang="pt-BR" altLang="pt-BR" sz="3600" b="1" i="1"/>
            </a:br>
            <a:r>
              <a:rPr lang="pt-BR" altLang="pt-BR" sz="3600" b="1" i="1"/>
              <a:t>Hoje sem tardar; </a:t>
            </a:r>
            <a:br>
              <a:rPr lang="pt-BR" altLang="pt-BR" sz="3600" b="1" i="1"/>
            </a:br>
            <a:r>
              <a:rPr lang="pt-BR" altLang="pt-BR" sz="3600" b="1" i="1"/>
              <a:t>Do castigo eternal, </a:t>
            </a:r>
            <a:br>
              <a:rPr lang="pt-BR" altLang="pt-BR" sz="3600" b="1" i="1"/>
            </a:br>
            <a:r>
              <a:rPr lang="pt-BR" altLang="pt-BR" sz="3600" b="1" i="1"/>
              <a:t>E de morte tão fatal,</a:t>
            </a:r>
            <a:br>
              <a:rPr lang="pt-BR" altLang="pt-BR" sz="3600" b="1" i="1"/>
            </a:br>
            <a:r>
              <a:rPr lang="pt-BR" altLang="pt-BR" sz="3600" b="1" i="1"/>
              <a:t>Foge logo pecador com rapidez.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256 ABANDONA ESTE MUNDO DE HORROR</vt:lpstr>
      <vt:lpstr>Abandona este mar, Onde podes naufragar; Abandona este mundo de horror,  A maré te levará, O teu barco quebrará, aceita a Jesus, o Salvador! </vt:lpstr>
      <vt:lpstr>Abandona já duma vez,  Este proceloso mar.  Hoje sem tardar;  Do castigo eternal,  E de morte tão fatal, Foge logo pecador com rapidez.</vt:lpstr>
      <vt:lpstr>Eis faróis a clarear E perigos a marcar; Abandona este mundo de horror,  Já na barra mais além, O teu barco se sustém, aceita a Jesus, o Salvador! </vt:lpstr>
      <vt:lpstr>Abandona já duma vez,  Este proceloso mar.  Hoje sem tardar;  Do castigo eternal,  E de morte tão fatal, Foge logo pecador com rapidez.</vt:lpstr>
      <vt:lpstr>Eis que vozes sem cessar, Não se cansam de clamar: Abandona este mundo de horror, amigo, ouve já, Essa voz te salvará. aceita a Jesus, o Salvador! </vt:lpstr>
      <vt:lpstr>Abandona já duma vez,  Este proceloso mar.  Hoje sem tardar;  Do castigo eternal,  E de morte tão fatal, Foge logo pecador com rapidez.</vt:lpstr>
      <vt:lpstr>Não escutas a Jesus, Que te chama para luz? Abandona este mundo de horror, Se persistes em vagar, Não te poderás salvar. O aceita a Jesus, o Salvador! P.L.M. </vt:lpstr>
      <vt:lpstr>Abandona já duma vez,  Este proceloso mar.  Hoje sem tardar;  Do castigo eternal,  E de morte tão fatal, Foge logo pecador com rapidez.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256 - ABANDONA ESTE MUNDO DE HORROR</dc:title>
  <dc:creator>Montagna</dc:creator>
  <cp:lastModifiedBy>Emerson Souza</cp:lastModifiedBy>
  <cp:revision>2</cp:revision>
  <dcterms:created xsi:type="dcterms:W3CDTF">2005-10-18T22:04:52Z</dcterms:created>
  <dcterms:modified xsi:type="dcterms:W3CDTF">2026-05-02T21:58:16Z</dcterms:modified>
</cp:coreProperties>
</file>