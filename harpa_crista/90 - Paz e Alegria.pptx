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6" d="100"/>
          <a:sy n="66" d="100"/>
        </p:scale>
        <p:origin x="-108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E95387E-6C8F-03B3-EDF6-674DEA0EC90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685800" y="1981200"/>
            <a:ext cx="7772400" cy="1600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8091EF8-6FB6-EA8B-C3A2-CFCB6AC5B3E7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42E5C750-B81E-8D75-5A82-C84927B9EAA7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D032A48F-C10C-8732-3092-707DC8BFCD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4C556C73-CC4B-D0FE-8450-789EC8CFA9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0024D61E-5231-4267-92BF-F01198026B3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A0F93-90B9-8FBB-3143-B91ACE9B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05190F-1C31-FF5A-47E8-D17E80AB0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F65317-1530-BB39-558D-9F710257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E95017-7BD4-6301-CB51-7F3D8FF7C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B5C12F-F037-9F07-CCD9-5868CFF6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12D361-02C6-41FF-B965-749A48A94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2490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9BD2D-8612-2EC4-21B2-09CDC7A95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B00C49-1D21-B95B-D52F-5968CC49B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524292-991F-8DE5-41F8-001740AA8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38B0FB-8815-CB1F-2ECF-83C46796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2E56DC-A0A2-28E3-48AB-32B7CF69E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CEE577-E8DA-4F88-BD86-8A542EF1ED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589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85A1E-78F7-B8B1-2A65-075ADE0A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316462-CFCA-2ADE-D3FC-BD6B7285A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625" y="1676400"/>
            <a:ext cx="4194175" cy="44227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CA1604-4887-2964-33A3-BB6459101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194175" cy="44227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EEC648-A36A-99BB-BD2C-E4F4E847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8658E0-45DA-122B-CD11-1EB52667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6128B1-C63A-A111-D541-B9E0EE12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F9A3DD-866E-409B-AF25-E6176A5BC9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084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5211D-61F6-5030-598B-FFFB67226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1E8560-7303-8CAA-9E3B-5FF4DD318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7904E7-A7C3-0922-9567-B6FEF654B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856BB0-B2D0-81C5-B798-EEDFF7559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13AE7AD-8829-F1D9-2A5C-0123768C08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24AAFF4-C55E-EF50-D875-4CE484CE9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4C935B-0E50-1F0F-923B-F2F741F6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0DB423-EB6B-C6E8-FF29-CC6AE6B9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D85D51-1D76-4AC6-A3AB-BC060FBE52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5624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35599A-0372-FEB9-A465-CBB8F452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B5C7882-D3DA-FEC7-82BA-3BB14340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374BA9B-14DA-BCD1-34F3-B729845EE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4158A81-48D5-89F4-9EA9-2A9AE3DA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5DA44-861E-4056-8CD0-59D1020C34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849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3092836-1DB3-81E1-2C5F-049ABD1B1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7EDBB2-C916-2728-45E7-2EAD51B7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C2F901-4A82-A740-2024-06F2016B9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6EBDBA-0B0E-41A6-97E5-51EFEB61FD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9251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EE9FB-067E-1334-354F-4EA358D6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365E75-2B38-0DEC-50A6-62F1C91E9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BF3DFA-F31E-1566-5376-A3843561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EEC28A-CAE7-6F1E-2CBB-5BEAB420A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ADE21B-C7B6-00B2-712C-B025B6543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63DD1D-47AB-16C5-53EE-556BAC0DC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AE2B8A-84FF-4A77-8EFA-5A61495F42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724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EF42D-5DD9-17C1-5828-6FDC851A5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EFFA553-125C-3113-F2AC-F76D440354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433735-1A28-F282-5743-F011DAF11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8DC279-7897-AE36-BC0B-CF1BCA3A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28B3DB-DC15-6D32-C244-7ED18C55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9C6D8F-5DC1-9614-6181-8D4F26D9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6441E-A53E-48A2-8041-5AEECDCE50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4100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7DF82-F7AD-4A9A-1725-1F199B08D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0EFD17-D976-A872-64F9-09309243E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1BFA7A-C44B-DD60-923C-A83D10DBD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E15C3B-1D7A-F6D7-7B9B-DD590E3A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CE15E1-ECD3-B048-4EDD-7A98CF508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F7727F-63D9-4055-B92C-568FB51306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653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228524-3F08-5D1A-69F9-E0D3411B20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8D04C1-5CF4-F419-1247-88EA75CC1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D89DD2-AB75-6660-0901-2FEAB8DE2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A446E6-1024-079D-8B3B-9F9AA373B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8D6E94-88C4-147B-2DBB-CBA58A134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5EE8AE-C12B-4E9F-BD96-2CDC48E7F2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755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D9AD477-CA82-6825-44CF-552FE2EDAD2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10588" cy="132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148A18D-1522-8E1D-EF59-EA548F8CB90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76400"/>
            <a:ext cx="8540750" cy="442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922CAE4D-F4B1-83FE-18FB-475724B3C72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1769CD9B-2193-7964-F911-126194B55D2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1A2676A2-5821-2E3B-4464-FA16FA01978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8BA940DC-823C-4A07-BE9B-5B4B1625BC8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8CE441B-4BC1-214C-7438-0D99641F758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684213" y="2133600"/>
            <a:ext cx="7702550" cy="2332038"/>
          </a:xfrm>
        </p:spPr>
        <p:txBody>
          <a:bodyPr/>
          <a:lstStyle/>
          <a:p>
            <a:r>
              <a:rPr lang="en-US" altLang="pt-BR" sz="4000" b="1">
                <a:solidFill>
                  <a:srgbClr val="EFEFFF"/>
                </a:solidFill>
              </a:rPr>
              <a:t>90</a:t>
            </a:r>
            <a:br>
              <a:rPr lang="en-US" altLang="pt-BR" sz="4000" b="1">
                <a:solidFill>
                  <a:srgbClr val="EFEFFF"/>
                </a:solidFill>
              </a:rPr>
            </a:br>
            <a:r>
              <a:rPr lang="en-US" altLang="pt-BR" sz="4000" b="1">
                <a:solidFill>
                  <a:srgbClr val="EFEFFF"/>
                </a:solidFill>
              </a:rPr>
              <a:t> HÁ PAZ E ALEGRIA </a:t>
            </a:r>
            <a:br>
              <a:rPr lang="en-US" altLang="pt-BR" sz="4000" b="1">
                <a:solidFill>
                  <a:srgbClr val="EFEFFF"/>
                </a:solidFill>
              </a:rPr>
            </a:br>
            <a:endParaRPr lang="en-US" altLang="pt-BR" sz="4000" b="1">
              <a:solidFill>
                <a:srgbClr val="EFE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75AD2E0-B7F6-7261-8A19-2FDA6F7796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08050"/>
            <a:ext cx="9144000" cy="4103688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EFEFFF"/>
                </a:solidFill>
              </a:rPr>
              <a:t>Há paz e alegria no reino da luz;</a:t>
            </a: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A pátria dos remidos, </a:t>
            </a: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Jesus nos conduz, </a:t>
            </a: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No reino dos céus há gozo e paz;</a:t>
            </a: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Os filhos de Deus têm poder veraz.</a:t>
            </a:r>
            <a:br>
              <a:rPr lang="en-US" altLang="pt-BR" sz="4000">
                <a:solidFill>
                  <a:srgbClr val="EFEFFF"/>
                </a:solidFill>
              </a:rPr>
            </a:br>
            <a:endParaRPr lang="en-US" altLang="pt-BR" sz="4000">
              <a:solidFill>
                <a:srgbClr val="EFE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5058DCBE-CA53-F1FD-ECEF-E3E5EC2ED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08050"/>
            <a:ext cx="9144000" cy="4248150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EFEFFF"/>
                </a:solidFill>
              </a:rPr>
              <a:t>Há paz e alegria no reino dos céus; </a:t>
            </a: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Os salvos Iá entoam louvores a Deus; </a:t>
            </a: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Dai glória a Jesus! Porque nos amou; Por nós o Seu sangue Ele derramou!</a:t>
            </a:r>
            <a:br>
              <a:rPr lang="en-US" altLang="pt-BR" sz="4000">
                <a:solidFill>
                  <a:srgbClr val="EFEFFF"/>
                </a:solidFill>
              </a:rPr>
            </a:br>
            <a:endParaRPr lang="en-US" altLang="pt-BR" sz="4000">
              <a:solidFill>
                <a:srgbClr val="EFE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3AC8A4F0-7C00-2F7D-5341-4B191D6082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248150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EFEFFF"/>
                </a:solidFill>
              </a:rPr>
              <a:t>Jesus tem prometido o Consolador! </a:t>
            </a: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O Espírito Santo, o Instruidor;</a:t>
            </a: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Também prometeu, no reino dos céus, </a:t>
            </a: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Um santo lugar, junto ao nosso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89CF50EA-1791-D744-1E05-58566471C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81075"/>
            <a:ext cx="9144000" cy="4608513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EFEFFF"/>
                </a:solidFill>
              </a:rPr>
              <a:t>Firmado na promessa </a:t>
            </a: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Tão grande e eficaz,</a:t>
            </a: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Agora neste mundo desfruto a paz;</a:t>
            </a: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Espero Jesus, nas nuvens descer,</a:t>
            </a: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E na Sua glória me receber.	</a:t>
            </a:r>
            <a:br>
              <a:rPr lang="en-US" altLang="pt-BR" sz="4000">
                <a:solidFill>
                  <a:srgbClr val="EFEFFF"/>
                </a:solidFill>
              </a:rPr>
            </a:br>
            <a:br>
              <a:rPr lang="en-US" altLang="pt-BR" sz="4000">
                <a:solidFill>
                  <a:srgbClr val="EFEFFF"/>
                </a:solidFill>
              </a:rPr>
            </a:br>
            <a:r>
              <a:rPr lang="en-US" altLang="pt-BR" sz="4000">
                <a:solidFill>
                  <a:srgbClr val="EFEFFF"/>
                </a:solidFill>
              </a:rPr>
              <a:t>									</a:t>
            </a:r>
            <a:r>
              <a:rPr lang="en-US" altLang="pt-BR" sz="1600">
                <a:solidFill>
                  <a:srgbClr val="EFEFFF"/>
                </a:solidFill>
              </a:rPr>
              <a:t>A.T.G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uvens">
  <a:themeElements>
    <a:clrScheme name="Nuvens 1">
      <a:dk1>
        <a:srgbClr val="4D4D4D"/>
      </a:dk1>
      <a:lt1>
        <a:srgbClr val="FFFFFF"/>
      </a:lt1>
      <a:dk2>
        <a:srgbClr val="0000A4"/>
      </a:dk2>
      <a:lt2>
        <a:srgbClr val="B7E7FF"/>
      </a:lt2>
      <a:accent1>
        <a:srgbClr val="0099CC"/>
      </a:accent1>
      <a:accent2>
        <a:srgbClr val="00CC99"/>
      </a:accent2>
      <a:accent3>
        <a:srgbClr val="AAAACF"/>
      </a:accent3>
      <a:accent4>
        <a:srgbClr val="DADADA"/>
      </a:accent4>
      <a:accent5>
        <a:srgbClr val="AACAE2"/>
      </a:accent5>
      <a:accent6>
        <a:srgbClr val="00B98A"/>
      </a:accent6>
      <a:hlink>
        <a:srgbClr val="FFCC00"/>
      </a:hlink>
      <a:folHlink>
        <a:srgbClr val="EE941C"/>
      </a:folHlink>
    </a:clrScheme>
    <a:fontScheme name="Nuve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Nuvens 1">
        <a:dk1>
          <a:srgbClr val="4D4D4D"/>
        </a:dk1>
        <a:lt1>
          <a:srgbClr val="FFFFFF"/>
        </a:lt1>
        <a:dk2>
          <a:srgbClr val="0000A4"/>
        </a:dk2>
        <a:lt2>
          <a:srgbClr val="B7E7FF"/>
        </a:lt2>
        <a:accent1>
          <a:srgbClr val="0099CC"/>
        </a:accent1>
        <a:accent2>
          <a:srgbClr val="00CC99"/>
        </a:accent2>
        <a:accent3>
          <a:srgbClr val="AAAACF"/>
        </a:accent3>
        <a:accent4>
          <a:srgbClr val="DADADA"/>
        </a:accent4>
        <a:accent5>
          <a:srgbClr val="AACAE2"/>
        </a:accent5>
        <a:accent6>
          <a:srgbClr val="00B98A"/>
        </a:accent6>
        <a:hlink>
          <a:srgbClr val="FFCC00"/>
        </a:hlink>
        <a:folHlink>
          <a:srgbClr val="EE941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2">
        <a:dk1>
          <a:srgbClr val="000066"/>
        </a:dk1>
        <a:lt1>
          <a:srgbClr val="FFFFFF"/>
        </a:lt1>
        <a:dk2>
          <a:srgbClr val="00A2DC"/>
        </a:dk2>
        <a:lt2>
          <a:srgbClr val="FFFFFF"/>
        </a:lt2>
        <a:accent1>
          <a:srgbClr val="0079A4"/>
        </a:accent1>
        <a:accent2>
          <a:srgbClr val="33CCCC"/>
        </a:accent2>
        <a:accent3>
          <a:srgbClr val="AACEEB"/>
        </a:accent3>
        <a:accent4>
          <a:srgbClr val="DADADA"/>
        </a:accent4>
        <a:accent5>
          <a:srgbClr val="AABECF"/>
        </a:accent5>
        <a:accent6>
          <a:srgbClr val="2DB9B9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3">
        <a:dk1>
          <a:srgbClr val="010199"/>
        </a:dk1>
        <a:lt1>
          <a:srgbClr val="FFFFFF"/>
        </a:lt1>
        <a:dk2>
          <a:srgbClr val="000092"/>
        </a:dk2>
        <a:lt2>
          <a:srgbClr val="CCFFFF"/>
        </a:lt2>
        <a:accent1>
          <a:srgbClr val="66CCFF"/>
        </a:accent1>
        <a:accent2>
          <a:srgbClr val="2EBDBA"/>
        </a:accent2>
        <a:accent3>
          <a:srgbClr val="AAAAC7"/>
        </a:accent3>
        <a:accent4>
          <a:srgbClr val="DADADA"/>
        </a:accent4>
        <a:accent5>
          <a:srgbClr val="B8E2FF"/>
        </a:accent5>
        <a:accent6>
          <a:srgbClr val="29ABA8"/>
        </a:accent6>
        <a:hlink>
          <a:srgbClr val="66FF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4">
        <a:dk1>
          <a:srgbClr val="000000"/>
        </a:dk1>
        <a:lt1>
          <a:srgbClr val="FFFFFF"/>
        </a:lt1>
        <a:dk2>
          <a:srgbClr val="006A67"/>
        </a:dk2>
        <a:lt2>
          <a:srgbClr val="FFFFCC"/>
        </a:lt2>
        <a:accent1>
          <a:srgbClr val="33CCCC"/>
        </a:accent1>
        <a:accent2>
          <a:srgbClr val="6D6FC7"/>
        </a:accent2>
        <a:accent3>
          <a:srgbClr val="AAB9B8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00FFFF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5">
        <a:dk1>
          <a:srgbClr val="4D4D4D"/>
        </a:dk1>
        <a:lt1>
          <a:srgbClr val="FFFFFF"/>
        </a:lt1>
        <a:dk2>
          <a:srgbClr val="650BB7"/>
        </a:dk2>
        <a:lt2>
          <a:srgbClr val="FFFFFF"/>
        </a:lt2>
        <a:accent1>
          <a:srgbClr val="FF66FF"/>
        </a:accent1>
        <a:accent2>
          <a:srgbClr val="666699"/>
        </a:accent2>
        <a:accent3>
          <a:srgbClr val="B8AAD8"/>
        </a:accent3>
        <a:accent4>
          <a:srgbClr val="DADADA"/>
        </a:accent4>
        <a:accent5>
          <a:srgbClr val="FFB8FF"/>
        </a:accent5>
        <a:accent6>
          <a:srgbClr val="5C5C8A"/>
        </a:accent6>
        <a:hlink>
          <a:srgbClr val="E9E9FF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6">
        <a:dk1>
          <a:srgbClr val="FFFFFF"/>
        </a:dk1>
        <a:lt1>
          <a:srgbClr val="FFFFFF"/>
        </a:lt1>
        <a:dk2>
          <a:srgbClr val="005000"/>
        </a:dk2>
        <a:lt2>
          <a:srgbClr val="DCEAAE"/>
        </a:lt2>
        <a:accent1>
          <a:srgbClr val="99CC00"/>
        </a:accent1>
        <a:accent2>
          <a:srgbClr val="6F801A"/>
        </a:accent2>
        <a:accent3>
          <a:srgbClr val="AAB3AA"/>
        </a:accent3>
        <a:accent4>
          <a:srgbClr val="DADADA"/>
        </a:accent4>
        <a:accent5>
          <a:srgbClr val="CAE2AA"/>
        </a:accent5>
        <a:accent6>
          <a:srgbClr val="647316"/>
        </a:accent6>
        <a:hlink>
          <a:srgbClr val="FFFFCC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7">
        <a:dk1>
          <a:srgbClr val="4F4F77"/>
        </a:dk1>
        <a:lt1>
          <a:srgbClr val="FFFFFF"/>
        </a:lt1>
        <a:dk2>
          <a:srgbClr val="7979A5"/>
        </a:dk2>
        <a:lt2>
          <a:srgbClr val="F3F3FF"/>
        </a:lt2>
        <a:accent1>
          <a:srgbClr val="5D5D8B"/>
        </a:accent1>
        <a:accent2>
          <a:srgbClr val="66CCFF"/>
        </a:accent2>
        <a:accent3>
          <a:srgbClr val="BEBECF"/>
        </a:accent3>
        <a:accent4>
          <a:srgbClr val="DADADA"/>
        </a:accent4>
        <a:accent5>
          <a:srgbClr val="B6B6C4"/>
        </a:accent5>
        <a:accent6>
          <a:srgbClr val="5CB9E7"/>
        </a:accent6>
        <a:hlink>
          <a:srgbClr val="CCECFF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8">
        <a:dk1>
          <a:srgbClr val="000000"/>
        </a:dk1>
        <a:lt1>
          <a:srgbClr val="B9B9B9"/>
        </a:lt1>
        <a:dk2>
          <a:srgbClr val="8A8472"/>
        </a:dk2>
        <a:lt2>
          <a:srgbClr val="4D4D4D"/>
        </a:lt2>
        <a:accent1>
          <a:srgbClr val="EDEEE2"/>
        </a:accent1>
        <a:accent2>
          <a:srgbClr val="7FAA7E"/>
        </a:accent2>
        <a:accent3>
          <a:srgbClr val="D9D9D9"/>
        </a:accent3>
        <a:accent4>
          <a:srgbClr val="000000"/>
        </a:accent4>
        <a:accent5>
          <a:srgbClr val="F4F5EE"/>
        </a:accent5>
        <a:accent6>
          <a:srgbClr val="729A72"/>
        </a:accent6>
        <a:hlink>
          <a:srgbClr val="008000"/>
        </a:hlink>
        <a:folHlink>
          <a:srgbClr val="989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vens 9">
        <a:dk1>
          <a:srgbClr val="000000"/>
        </a:dk1>
        <a:lt1>
          <a:srgbClr val="FEA24E"/>
        </a:lt1>
        <a:dk2>
          <a:srgbClr val="CC6600"/>
        </a:dk2>
        <a:lt2>
          <a:srgbClr val="808080"/>
        </a:lt2>
        <a:accent1>
          <a:srgbClr val="FBEECD"/>
        </a:accent1>
        <a:accent2>
          <a:srgbClr val="ECD044"/>
        </a:accent2>
        <a:accent3>
          <a:srgbClr val="FECEB2"/>
        </a:accent3>
        <a:accent4>
          <a:srgbClr val="000000"/>
        </a:accent4>
        <a:accent5>
          <a:srgbClr val="FDF5E3"/>
        </a:accent5>
        <a:accent6>
          <a:srgbClr val="D6BC3D"/>
        </a:accent6>
        <a:hlink>
          <a:srgbClr val="E42B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Clouds</Template>
  <TotalTime>6</TotalTime>
  <Words>168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Wingdings</vt:lpstr>
      <vt:lpstr>Nuvens</vt:lpstr>
      <vt:lpstr>90  HÁ PAZ E ALEGRIA  </vt:lpstr>
      <vt:lpstr>Há paz e alegria no reino da luz; A pátria dos remidos,  Jesus nos conduz,  No reino dos céus há gozo e paz; Os filhos de Deus têm poder veraz. </vt:lpstr>
      <vt:lpstr>Há paz e alegria no reino dos céus;  Os salvos Iá entoam louvores a Deus;  Dai glória a Jesus! Porque nos amou; Por nós o Seu sangue Ele derramou! </vt:lpstr>
      <vt:lpstr>Jesus tem prometido o Consolador!  O Espírito Santo, o Instruidor; Também prometeu, no reino dos céus,  Um santo lugar, junto ao nosso Deus.</vt:lpstr>
      <vt:lpstr>Firmado na promessa  Tão grande e eficaz, Agora neste mundo desfruto a paz; Espero Jesus, nas nuvens descer, E na Sua glória me receber.            A.T.G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90 </dc:title>
  <dc:creator>Montagna</dc:creator>
  <cp:lastModifiedBy>Emerson Souza</cp:lastModifiedBy>
  <cp:revision>2</cp:revision>
  <dcterms:created xsi:type="dcterms:W3CDTF">2005-10-16T01:33:03Z</dcterms:created>
  <dcterms:modified xsi:type="dcterms:W3CDTF">2026-05-02T21:44:20Z</dcterms:modified>
</cp:coreProperties>
</file>