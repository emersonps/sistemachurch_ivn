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243522-FA61-8AF8-B8A0-52EC5AF3B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D44F3B-C363-84CE-BD92-E0213E478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F1D174-8B9C-C50B-9E60-12A018825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0D4BBC-E380-6A68-305E-8E5B4AB15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47E720-B6A9-ECF6-7E9D-E67058ADF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FD3E96-42BF-4AB0-AEAF-D24A3C4CC95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6582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5F8CD3-2AEF-DFE7-1486-645E70957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5F9119-3FDD-9D8E-B95C-A64E1FC89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722B5C-2492-C4F1-6183-AE82DAB5D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64CD3A-B764-C7FE-31A3-F3FC80A5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28ED6C-0E8F-42A1-0797-3E00220B4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704B89-0017-42AE-B4F3-F56555FF25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60658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C97AE5-773F-5A83-808C-FD71E647B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F3D7F8-5218-E714-4CD3-D5E5423B4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550BE0-13DF-CCE4-25CE-3DFBD4CD3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B74776-E1D8-0273-778D-DA22C520D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3FB207-51E5-306A-AA6A-1640155DB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B4E757-DE2F-4FC9-B707-FB76E222FB1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63381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5F7F84-D3F8-8618-3DA9-E603878BA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7F993F-34DB-8742-4F1E-DB7C5B13F6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16335F1-1D47-9512-FB1B-BEAB2BDF7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B71D32-02C0-723D-CE43-76DC2A24F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423831-CDF5-4A4D-4DAA-73EB3934A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166B29-9AF6-7A04-02DB-492C0E8D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FCC755-DEEA-43D3-A320-7334F6FF42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88897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0A6AB-2156-510D-789F-57504D73F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419D7A-4C1A-0348-DCC1-03AE48D70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EEF4E33-3B0B-62C8-09F1-BE7A273C4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DF3D3C3-CBDE-17FB-7B28-689DC2DAC3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FCAA18-861A-EACC-F874-7064D706E7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77902E2-BD98-0308-DA3A-0FF346BD1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095FDA0-714A-B54D-135B-BBCFE31DD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82D335D-61EE-B96E-5F39-97715AB7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010584-CD00-4606-9D65-FBE047B9BB3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79644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7B5D63-FC0F-C14A-852F-10A117AF7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95E9034-30B9-999D-A57A-DBC932A97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9A324DE-533E-09AE-CBED-884E4A37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5A3481E-558C-61F5-421B-3A5CED5E6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04B9CD-3986-4C46-A025-AD5D5563810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12609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AFE7513-8783-908C-355D-EAC62D1A3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E8A81AC-CAB9-3B82-2179-17F4082C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B8F9382-B9E2-E336-B556-0CBE49F3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73E5B7-372C-4410-BF5C-5257DC48DB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51893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FCD62C-CBF4-EF56-CC82-76EA7905A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5EE73D-D744-0011-4B90-9D3AA2A39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21DC34-214C-081F-C39E-3252F74E3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94C400-547D-98E1-7384-7E93E7071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D5A481-DBBF-E773-CC8A-C7D7A0F5A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8E18C1-AD10-9D1A-A67B-DC48AFB8B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8B250-A2D3-40F7-837A-5738241FA2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0689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26FD2-4AC6-FAB1-A41E-F33C2C800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1725879-D57D-49EF-4721-BC845A7856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8AB65A7-8997-BEC5-CBE3-A25E7B233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6969140-7989-485D-10D1-4C301E987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D85D57-ABE8-36EE-F16F-5F93DAB41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F469AB-29ED-FAB8-04B7-17015F245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80DE9B-42C7-42CB-BA4E-C5FFE32A4C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50202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0F0B81-6D06-2C2E-AA6A-C8101904A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EB00E2E-043D-B354-9950-FB3B9C2FE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617358-8972-C853-4780-4074979D9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456F0E-E780-E35F-150F-9A3B8FC17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27F80D-88C3-3DE8-424F-62EABCA4C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4CA60E-BC1C-4EBF-BA1A-3B40D9A441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58907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331830-5EA2-8E24-546B-437530664B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B8785EC-33B8-8F2D-FDAA-28FB6C7F4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678560-5808-86C4-9E5A-78120DD7C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0A9D0B-F46F-0839-D470-7F4E634D6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0814F7-2B1E-A4F3-B75C-FF2EAB0E2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ED4195-24C9-4086-B355-9DAA4592C2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7318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372FDD2-8ECC-B920-8470-77940BFBD8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8E8BAD4-354B-8C86-AD28-C2ACA3B9BB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CBFE72B-D479-40ED-1E2E-337D4126D5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07013F9-3547-71E3-97B2-8D4F52B99DC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10174F8-FBA2-53A0-197C-E80D3491023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328C765-46C9-4C9D-8E1E-3CB5670A729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244895C-FEC2-E646-48D7-44077AC4A8B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612 - Ó Pai Eterno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ED3735D-A18A-5AC7-07C5-399E14CF195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F306F7F-1760-ABC2-5861-764E140F55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Ó Pai eterno que no Céu habitas,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Nós, os teus filhos, vimos te pedir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nos amparem tuas mãos benditas.</a:t>
            </a:r>
            <a:r>
              <a:rPr lang="en-US" altLang="pt-BR" sz="4000"/>
              <a:t> </a:t>
            </a:r>
            <a:r>
              <a:rPr lang="en-US" altLang="pt-BR" sz="4000" i="1"/>
              <a:t>Em nossas lutas hoje e no porvir.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ADF0B80-3BFF-52FF-F11A-07D4619A90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Não nos impute nossos vis pecados.</a:t>
            </a:r>
            <a:r>
              <a:rPr lang="en-US" altLang="pt-BR" sz="4000"/>
              <a:t> </a:t>
            </a:r>
            <a:r>
              <a:rPr lang="en-US" altLang="pt-BR" sz="4000" i="1"/>
              <a:t>Teus, nós sejamos, sempre mais e mais;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Pois, confiantes, somos vigorados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teus paternos braços divinais.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B584948-DCDB-DDCE-D9C6-1CEA43EA65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Ó Pai, transforma nossa natureza,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Vem ensinar-nos a fazer o bem.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nossa mente dá-nos mais pureza,</a:t>
            </a:r>
            <a:r>
              <a:rPr lang="en-US" altLang="pt-BR" sz="4000"/>
              <a:t> </a:t>
            </a:r>
            <a:r>
              <a:rPr lang="en-US" altLang="pt-BR" sz="4000" i="1"/>
              <a:t>Mais santidade, por Jesus. Amém.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612 - Ó Pai Eterno </vt:lpstr>
      <vt:lpstr>Ó Pai eterno que no Céu habitas,  Nós, os teus filhos, vimos te pedir  Que nos amparem tuas mãos benditas. Em nossas lutas hoje e no porvir.  </vt:lpstr>
      <vt:lpstr>Não nos impute nossos vis pecados. Teus, nós sejamos, sempre mais e mais;  Pois, confiantes, somos vigorados  Em teus paternos braços divinais.  </vt:lpstr>
      <vt:lpstr>Ó Pai, transforma nossa natureza,  Vem ensinar-nos a fazer o bem.  Em nossa mente dá-nos mais pureza, Mais santidade, por Jesus. Amém.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612 - Ó Pai Eterno </dc:title>
  <dc:creator>Junior</dc:creator>
  <cp:lastModifiedBy>Emerson Souza</cp:lastModifiedBy>
  <cp:revision>1</cp:revision>
  <dcterms:created xsi:type="dcterms:W3CDTF">2005-12-27T17:43:59Z</dcterms:created>
  <dcterms:modified xsi:type="dcterms:W3CDTF">2026-05-02T22:28:30Z</dcterms:modified>
</cp:coreProperties>
</file>