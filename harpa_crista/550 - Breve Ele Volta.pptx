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9C6C1-A4D8-A65A-33E5-061845437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45F0DB-F5B0-F725-0735-14D41E29B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D97E5C-DE43-6D87-D14A-1DA969303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21555A-3EE4-D9AF-D4A7-E44C6374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C53065-4489-2450-E2E9-0D25FD2D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6D4538-4304-46DB-94A5-0C08B53746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003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94FCF-AE94-48CF-6423-BCEA8FA9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6E7ACE-5E7B-3F56-55AB-4625C80D1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4874ED-B849-C480-E973-CB3B0BE0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CFD8F2-457B-CCEC-DDF9-0DA3E87AC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635D52-4810-151B-B541-1DFCF277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08F554-9E29-4D77-8CE0-74FBB92108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562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E1A71-740F-D28F-5E7C-6033FCB0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100507-5BA5-4B60-37D8-6DC9DFCB5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5CA8B1-9DD0-696F-15BA-3A0C695DB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C1E4A9-699F-C722-D1FB-9B867D362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2216F8-9908-C80E-B2A5-B4FF63451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C9A26A-50AC-473E-921B-9953A57645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578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BDC1E-C2D1-5F7B-39F8-7998B560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D7DE1-5260-9F37-F9D7-6576988C3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C70CAC3-5A12-F7DE-B0D2-1027B3290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1FCC1D-DD24-E50E-0F28-45ADDD22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90FEA4-77DC-31A7-A23B-03A49157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88B1CD-9C4F-C6F2-DA0F-35B4D19E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BAE8F1-4DF2-4649-BFA3-2633EABB56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248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EF729-D002-F46F-BE6C-ADC9A1F7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AF0308-CD61-A8A7-7FFA-5CDD658E1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97123B-C63F-5622-60FF-5D079F1B6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07C53B2-C935-1D32-774E-D82A5C532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A07C74-22BC-A2DD-8EC7-90DD79196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4056C96-1E27-24E1-CBA3-B1CB99CC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4E3BC5-C9B5-339F-5D8C-684577332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4827D2-368E-DB4B-1198-3C276813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27D9FC-7D84-4A3C-A969-E2835F10FF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315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9CC71-0679-EF53-FEFF-89762B6B9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3AA65C-6FE0-0801-90C7-89253E09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386C-8784-BC45-6AD4-B6EBB998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0974FF-6C5D-1D82-EFDD-22AA3D333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E370B6-3FD5-447D-98CD-8D94579CF20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29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44A619-F1E0-8264-0565-2ABB2383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AF82DF-B09F-1B47-3392-85676E232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456D3-F89C-6D11-86DB-FC223DBB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20B4B9-B01D-4B30-A7B1-FB67A761A7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354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3125A-36CE-FF79-A63F-2BD3CAAC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9E17F0-7DD8-0F74-0938-70A39EFD2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B03561-8DD1-EF2D-2EBC-01C80F2AB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3F5792-CB03-6FD7-FADD-659A45989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6BF397-84DC-8EA5-4B1A-F0064FF61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913C61-FCB0-3151-7615-2138918F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BC7044-56F1-4263-B90A-6A884FF472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027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BA503-DC13-05A4-8098-F76713D6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BCBA131-CCB9-9665-E807-55CF42641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372661-0A28-DA09-8DDE-C7B6346AC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923A5A-C42E-4AC7-F50C-440E5D41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C07812-ED6B-444B-837E-42C3F0997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70342C-0FAF-FF9D-F8D4-B17F505F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80428C-6B47-4B71-A4A5-6AB11894B2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101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56934-E5DF-A52D-D8AE-07040ADF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7A256BB-2471-F398-8729-6B4E589D1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156C67-967D-3671-9922-F7B86AE9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9B8CED-B082-BDC5-8D41-99E717C7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639C65-5A73-55D8-8F12-130893D0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422C2C-5A98-439D-8814-F6CE0FA699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1517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BC2ABF-5A12-BF58-046F-FAEB5863E4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CD837B-2CFA-E0E2-9D42-E466F8DEE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E79344-A4EF-1F50-46B5-8C0F87BA0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D71DE1-4D8E-87A8-1295-87693B54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6D15D8-F25A-711E-5D0C-6F6D08DD7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4906F8-42AF-4BB7-99E7-1106BFC886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343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CCF30E-6336-D793-0098-F73BB3830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6085CD-1B5B-0856-F85C-93CF6D8E7A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852AC31-6BB3-21F2-4658-56E392F53F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F8CD7A4-AE9B-39C4-65B5-33F5957F4A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52E7949-EA4A-985E-D97C-0FE207A436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2A0782-DFEB-493A-8620-CDDF2E82D89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E2B062D-4E81-42C3-FD72-87E69A18039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550 - Breve Ele Volta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09274E2-25F9-2B31-1B24-B7050DD1B8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96FA2A4-C95E-7235-82B2-59080D8D2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i="1"/>
              <a:t>Breve Ele volta;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Quando, eu não sei;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Breve Ele volta;</a:t>
            </a:r>
            <a:r>
              <a:rPr lang="en-US" altLang="pt-BR"/>
              <a:t> </a:t>
            </a:r>
            <a:br>
              <a:rPr lang="en-US" altLang="pt-BR"/>
            </a:br>
            <a:r>
              <a:rPr lang="en-US" altLang="pt-BR" i="1"/>
              <a:t>Jesus virá outra vez.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550 - Breve Ele Volta </vt:lpstr>
      <vt:lpstr>Breve Ele volta;  Quando, eu não sei;  Breve Ele volta;  Jesus virá outra vez.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550 - Breve Ele Volta </dc:title>
  <dc:creator>Junior</dc:creator>
  <cp:lastModifiedBy>Emerson Souza</cp:lastModifiedBy>
  <cp:revision>1</cp:revision>
  <dcterms:created xsi:type="dcterms:W3CDTF">2005-12-27T00:16:02Z</dcterms:created>
  <dcterms:modified xsi:type="dcterms:W3CDTF">2026-05-02T22:23:07Z</dcterms:modified>
</cp:coreProperties>
</file>