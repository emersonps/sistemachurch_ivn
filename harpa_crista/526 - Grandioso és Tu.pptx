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70" d="100"/>
          <a:sy n="70" d="100"/>
        </p:scale>
        <p:origin x="-438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02" name="Group 2">
            <a:extLst>
              <a:ext uri="{FF2B5EF4-FFF2-40B4-BE49-F238E27FC236}">
                <a16:creationId xmlns:a16="http://schemas.microsoft.com/office/drawing/2014/main" id="{41FAAE03-CA1B-05FB-35EB-0D6CEF599C93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457200"/>
            <a:ext cx="8397875" cy="5562600"/>
            <a:chOff x="240" y="288"/>
            <a:chExt cx="5290" cy="3504"/>
          </a:xfrm>
        </p:grpSpPr>
        <p:sp>
          <p:nvSpPr>
            <p:cNvPr id="25603" name="Rectangle 3">
              <a:extLst>
                <a:ext uri="{FF2B5EF4-FFF2-40B4-BE49-F238E27FC236}">
                  <a16:creationId xmlns:a16="http://schemas.microsoft.com/office/drawing/2014/main" id="{6A9809EE-1BC1-4EA3-C7F0-71CDB3180375}"/>
                </a:ext>
              </a:extLst>
            </p:cNvPr>
            <p:cNvSpPr>
              <a:spLocks noChangeArrowheads="1"/>
            </p:cNvSpPr>
            <p:nvPr/>
          </p:nvSpPr>
          <p:spPr bwMode="blackWhite">
            <a:xfrm>
              <a:off x="240" y="288"/>
              <a:ext cx="5290" cy="3504"/>
            </a:xfrm>
            <a:prstGeom prst="rect">
              <a:avLst/>
            </a:prstGeom>
            <a:solidFill>
              <a:schemeClr val="bg1"/>
            </a:solidFill>
            <a:ln w="50800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pt-BR" altLang="pt-BR" sz="2400">
                <a:latin typeface="Times New Roman" panose="02020603050405020304" pitchFamily="18" charset="0"/>
              </a:endParaRPr>
            </a:p>
          </p:txBody>
        </p:sp>
        <p:sp>
          <p:nvSpPr>
            <p:cNvPr id="25604" name="Rectangle 4">
              <a:extLst>
                <a:ext uri="{FF2B5EF4-FFF2-40B4-BE49-F238E27FC236}">
                  <a16:creationId xmlns:a16="http://schemas.microsoft.com/office/drawing/2014/main" id="{EC8BE57A-CC6D-5C21-F947-D0AA048AB8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" y="336"/>
              <a:ext cx="5184" cy="3408"/>
            </a:xfrm>
            <a:prstGeom prst="rect">
              <a:avLst/>
            </a:prstGeom>
            <a:noFill/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pt-BR" altLang="pt-BR" sz="2400">
                <a:latin typeface="Times New Roman" panose="02020603050405020304" pitchFamily="18" charset="0"/>
              </a:endParaRPr>
            </a:p>
          </p:txBody>
        </p:sp>
        <p:sp>
          <p:nvSpPr>
            <p:cNvPr id="25605" name="Line 5">
              <a:extLst>
                <a:ext uri="{FF2B5EF4-FFF2-40B4-BE49-F238E27FC236}">
                  <a16:creationId xmlns:a16="http://schemas.microsoft.com/office/drawing/2014/main" id="{4AE424C7-615E-7F85-75F4-045CBCE38A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2256"/>
              <a:ext cx="4608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25606" name="Rectangle 6">
            <a:extLst>
              <a:ext uri="{FF2B5EF4-FFF2-40B4-BE49-F238E27FC236}">
                <a16:creationId xmlns:a16="http://schemas.microsoft.com/office/drawing/2014/main" id="{F76CA53A-0985-8C11-A133-2A9E51C0154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19200" y="838200"/>
            <a:ext cx="6781800" cy="2559050"/>
          </a:xfrm>
        </p:spPr>
        <p:txBody>
          <a:bodyPr anchorCtr="1"/>
          <a:lstStyle>
            <a:lvl1pPr algn="ctr">
              <a:defRPr sz="6200"/>
            </a:lvl1pPr>
          </a:lstStyle>
          <a:p>
            <a:pPr lvl="0"/>
            <a:r>
              <a:rPr lang="en-US" altLang="pt-BR" noProof="0"/>
              <a:t>Clique para editar o estilo do título mestre</a:t>
            </a:r>
          </a:p>
        </p:txBody>
      </p:sp>
      <p:sp>
        <p:nvSpPr>
          <p:cNvPr id="25607" name="Rectangle 7">
            <a:extLst>
              <a:ext uri="{FF2B5EF4-FFF2-40B4-BE49-F238E27FC236}">
                <a16:creationId xmlns:a16="http://schemas.microsoft.com/office/drawing/2014/main" id="{7C533979-DCDB-6771-45C5-ECE046AF298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733800"/>
            <a:ext cx="6400800" cy="187325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3000"/>
            </a:lvl1pPr>
          </a:lstStyle>
          <a:p>
            <a:pPr lvl="0"/>
            <a:r>
              <a:rPr lang="en-US" altLang="pt-BR" noProof="0"/>
              <a:t>Clique para editar o estilo do subtítulo mestre</a:t>
            </a:r>
          </a:p>
        </p:txBody>
      </p:sp>
      <p:sp>
        <p:nvSpPr>
          <p:cNvPr id="25608" name="Rectangle 8">
            <a:extLst>
              <a:ext uri="{FF2B5EF4-FFF2-40B4-BE49-F238E27FC236}">
                <a16:creationId xmlns:a16="http://schemas.microsoft.com/office/drawing/2014/main" id="{07012506-65C1-AAC7-C75F-6180D6C171E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>
          <a:xfrm>
            <a:off x="536575" y="6248400"/>
            <a:ext cx="2054225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25609" name="Rectangle 9">
            <a:extLst>
              <a:ext uri="{FF2B5EF4-FFF2-40B4-BE49-F238E27FC236}">
                <a16:creationId xmlns:a16="http://schemas.microsoft.com/office/drawing/2014/main" id="{7A20BD0D-E549-5EE8-0B98-F36C0AC6357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251200" y="6248400"/>
            <a:ext cx="2887663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25610" name="Rectangle 10">
            <a:extLst>
              <a:ext uri="{FF2B5EF4-FFF2-40B4-BE49-F238E27FC236}">
                <a16:creationId xmlns:a16="http://schemas.microsoft.com/office/drawing/2014/main" id="{E7BFA03C-E314-BC95-CF64-7E2C4438F52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788150" y="6257925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6ABA0E10-7D61-4EE9-A822-EF4C6CF6802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2B3F7E-C81F-5105-080F-B85B7AC33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208DE4A-008B-C496-AC8D-014CCA9BDA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C80B402-3605-0B35-90F0-1744C04B6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414F13F-4053-0FB5-C19C-42215DEBE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373869E-0C81-C7B9-9586-2E32CFD5E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695858-0552-456F-B922-1636A75D08B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70020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411FB6-D754-EC6B-DF81-D987E78F6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EFF074A-2D32-1297-E498-1DF1B11162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7F69825-D7E7-5844-DE4C-113640E05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481D129-196C-7129-3AAA-3D69B4D76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503733F-D36E-0D3B-219E-7CFE052AD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158A57-D2C1-48AC-B519-ECFA1952CEC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09457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9C4E20-6516-8625-120F-FECCB6BAE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FC8BED0-424B-1356-15F2-5D4EDBF0C1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3400" y="1828800"/>
            <a:ext cx="4000500" cy="40386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8F8629D-1296-7025-FD01-575BD986E7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86300" y="1828800"/>
            <a:ext cx="4000500" cy="40386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811E1DB-659E-A9FB-3AC1-EF7D64233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A18BCDF-922D-9273-599E-D576FFC75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DD7228E-0B49-2FCD-042D-319583B14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C0DC039-65BF-435E-AFAA-A9A3E61DCB1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90511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4E9AE6-4C0E-3BE7-E671-26F524C47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636AED8-B6A5-3A15-3D4C-C6E50B9B92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DAB7F1A-3EC3-207D-2DF6-B0DFC7B89E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2D7ED5B-8046-ECEF-548B-1F5A6DA65B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DD3060C-510C-7CC1-7983-764FCC13B9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392C3E8-1060-5C77-79C5-6113A517B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49A32C7-F3A5-F351-3383-E18DFA104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3C89DD3-EEC2-4397-B005-593D793C1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E94241-7B5A-48C4-BF68-88FA376B118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46790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61388F-0CF9-AA0E-902F-7F93CAAF4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368C113-A4EA-3DBD-2469-621C71450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7E32DA3-4043-696A-B425-218B40E6C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411F2AB-F9A0-A3C0-F61B-8B1B55E70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662438-8C74-435B-B5D9-8AEC7F002B2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38805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FF1F1BC-79A0-1E06-F0F9-D8DEC805F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3A0BE30-8731-F9D1-7A12-02C02DCD1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607D375-A1AE-31EA-B38F-27919BDA2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D9F61E-4E71-44BD-9B74-EF38630B9DC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88705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D77937-6934-4062-2959-D700ABD81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936E1AE-E86B-96CB-6BC7-953ABF8D98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3D230C3-A4F6-9A81-2E3F-F9C265F549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781937A-6A56-19E5-2117-FE6442819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C01639B-E4E8-498D-38AF-EA80149FB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76219DF-BD3E-B410-7D39-4B5B7B2EA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14A31C-2687-4E8C-AF74-C715443842D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28871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656C18-62EE-072C-C0F2-17D88A354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9D02B7A-BF1C-49DF-87D2-A731490E1C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938C88B-BF71-1911-1C2B-075A243DEF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5793931-701B-B6BD-90D4-9AA9A0735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16F5825-C380-FEC6-C69A-8D754125D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7D47D9C-E9FE-F35F-C968-0F8C6A71A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02DFA7-D229-4641-BE16-70929A48F71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16983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819A49-488C-CCCC-A036-ABF35E949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508D656-46D0-8B0B-786D-2FAB44DC3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1837843-C2A5-0532-C214-78C2CA3EF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508A1FD-E2EF-8CDB-E593-D1C27C21B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C81EAE5-34F5-19B7-67B8-E069B1A82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A6F7F0-828A-485A-9381-489EA12453A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93245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215C47E-E92A-BA95-6D18-C1191DA8CB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48450" y="473075"/>
            <a:ext cx="2038350" cy="53943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4B34E0C-1188-0A52-CBE5-7A12B5478B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33400" y="473075"/>
            <a:ext cx="5962650" cy="53943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AD53E83-2FAD-3590-5099-D4435BF66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CC166A1-F6C0-681C-2605-B7E3A0268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2E4575E-B9B6-01B1-00EA-17E289E8D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8A6D28-135E-45DD-9C15-102E33DDF28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26933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78" name="Group 2">
            <a:extLst>
              <a:ext uri="{FF2B5EF4-FFF2-40B4-BE49-F238E27FC236}">
                <a16:creationId xmlns:a16="http://schemas.microsoft.com/office/drawing/2014/main" id="{B60AEBB8-8F90-0568-4261-AF16D56C709C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228600"/>
            <a:ext cx="8686800" cy="5943600"/>
            <a:chOff x="144" y="144"/>
            <a:chExt cx="5472" cy="3744"/>
          </a:xfrm>
        </p:grpSpPr>
        <p:sp>
          <p:nvSpPr>
            <p:cNvPr id="24579" name="Rectangle 3">
              <a:extLst>
                <a:ext uri="{FF2B5EF4-FFF2-40B4-BE49-F238E27FC236}">
                  <a16:creationId xmlns:a16="http://schemas.microsoft.com/office/drawing/2014/main" id="{A49C0349-9C62-6435-DFC8-DCF1BCBFC5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144"/>
              <a:ext cx="5472" cy="3744"/>
            </a:xfrm>
            <a:prstGeom prst="rect">
              <a:avLst/>
            </a:prstGeom>
            <a:solidFill>
              <a:schemeClr val="bg1"/>
            </a:solidFill>
            <a:ln w="44450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pt-BR" altLang="pt-BR" sz="2400">
                <a:latin typeface="Times New Roman" panose="02020603050405020304" pitchFamily="18" charset="0"/>
              </a:endParaRPr>
            </a:p>
          </p:txBody>
        </p:sp>
        <p:sp>
          <p:nvSpPr>
            <p:cNvPr id="24580" name="Rectangle 4">
              <a:extLst>
                <a:ext uri="{FF2B5EF4-FFF2-40B4-BE49-F238E27FC236}">
                  <a16:creationId xmlns:a16="http://schemas.microsoft.com/office/drawing/2014/main" id="{18757A97-3429-F235-8733-DA30C7EF5CD0}"/>
                </a:ext>
              </a:extLst>
            </p:cNvPr>
            <p:cNvSpPr>
              <a:spLocks noChangeArrowheads="1"/>
            </p:cNvSpPr>
            <p:nvPr/>
          </p:nvSpPr>
          <p:spPr bwMode="blackWhite">
            <a:xfrm>
              <a:off x="193" y="193"/>
              <a:ext cx="5373" cy="363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pt-BR" altLang="pt-BR" sz="2400">
                <a:latin typeface="Times New Roman" panose="02020603050405020304" pitchFamily="18" charset="0"/>
              </a:endParaRPr>
            </a:p>
          </p:txBody>
        </p:sp>
        <p:sp>
          <p:nvSpPr>
            <p:cNvPr id="24581" name="Line 5">
              <a:extLst>
                <a:ext uri="{FF2B5EF4-FFF2-40B4-BE49-F238E27FC236}">
                  <a16:creationId xmlns:a16="http://schemas.microsoft.com/office/drawing/2014/main" id="{628E68FF-2E11-1B54-087B-71BC86C60F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1092"/>
              <a:ext cx="5136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4582" name="Rectangle 6">
            <a:extLst>
              <a:ext uri="{FF2B5EF4-FFF2-40B4-BE49-F238E27FC236}">
                <a16:creationId xmlns:a16="http://schemas.microsoft.com/office/drawing/2014/main" id="{BE23D177-02A3-AC5D-FA0C-C766C150D9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473075"/>
            <a:ext cx="8153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24583" name="Rectangle 7">
            <a:extLst>
              <a:ext uri="{FF2B5EF4-FFF2-40B4-BE49-F238E27FC236}">
                <a16:creationId xmlns:a16="http://schemas.microsoft.com/office/drawing/2014/main" id="{51AC8CBA-3ADF-4A02-9F77-DC5A37DB8E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828800"/>
            <a:ext cx="8153400" cy="403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24584" name="Rectangle 8">
            <a:extLst>
              <a:ext uri="{FF2B5EF4-FFF2-40B4-BE49-F238E27FC236}">
                <a16:creationId xmlns:a16="http://schemas.microsoft.com/office/drawing/2014/main" id="{6F1D13A6-C93D-9B3F-D13F-FDB1000BFFD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33400" y="6248400"/>
            <a:ext cx="2057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000"/>
            </a:lvl1pPr>
          </a:lstStyle>
          <a:p>
            <a:endParaRPr lang="en-US" altLang="pt-BR"/>
          </a:p>
        </p:txBody>
      </p:sp>
      <p:sp>
        <p:nvSpPr>
          <p:cNvPr id="24585" name="Rectangle 9">
            <a:extLst>
              <a:ext uri="{FF2B5EF4-FFF2-40B4-BE49-F238E27FC236}">
                <a16:creationId xmlns:a16="http://schemas.microsoft.com/office/drawing/2014/main" id="{42AF9BC3-05B6-F17A-6942-AAEED81026E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385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000"/>
            </a:lvl1pPr>
          </a:lstStyle>
          <a:p>
            <a:endParaRPr lang="en-US" altLang="pt-BR"/>
          </a:p>
        </p:txBody>
      </p:sp>
      <p:sp>
        <p:nvSpPr>
          <p:cNvPr id="24586" name="Rectangle 10">
            <a:extLst>
              <a:ext uri="{FF2B5EF4-FFF2-40B4-BE49-F238E27FC236}">
                <a16:creationId xmlns:a16="http://schemas.microsoft.com/office/drawing/2014/main" id="{ED8A21EF-02BD-35B8-2EC4-4BEFB04333A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000"/>
            </a:lvl1pPr>
          </a:lstStyle>
          <a:p>
            <a:fld id="{CE1B7F91-B479-450C-B4F8-21E344A8F125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l" rtl="0" fontAlgn="base">
        <a:lnSpc>
          <a:spcPct val="80000"/>
        </a:lnSpc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lnSpc>
          <a:spcPct val="8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l" rtl="0" fontAlgn="base">
        <a:lnSpc>
          <a:spcPct val="8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l" rtl="0" fontAlgn="base">
        <a:lnSpc>
          <a:spcPct val="8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l" rtl="0" fontAlgn="base">
        <a:lnSpc>
          <a:spcPct val="8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l" rtl="0" fontAlgn="base">
        <a:lnSpc>
          <a:spcPct val="8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l" rtl="0" fontAlgn="base">
        <a:lnSpc>
          <a:spcPct val="8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l" rtl="0" fontAlgn="base">
        <a:lnSpc>
          <a:spcPct val="8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l" rtl="0" fontAlgn="base">
        <a:lnSpc>
          <a:spcPct val="8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Wingdings" panose="05000000000000000000" pitchFamily="2" charset="2"/>
        <a:buChar char="n"/>
        <a:defRPr sz="31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5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A8448EC6-6CB6-E1B5-48EE-A9EE05722B9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pt-BR" altLang="pt-BR"/>
              <a:t>526</a:t>
            </a:r>
            <a:br>
              <a:rPr lang="pt-BR" altLang="pt-BR"/>
            </a:br>
            <a:r>
              <a:rPr lang="pt-BR" altLang="pt-BR"/>
              <a:t>Grandioso És Tu</a:t>
            </a:r>
            <a:endParaRPr lang="en-US" altLang="pt-B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51CFBC57-FB6B-A4A2-C28E-7C3CC3BA59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33400"/>
            <a:ext cx="9144000" cy="4724400"/>
          </a:xfrm>
        </p:spPr>
        <p:txBody>
          <a:bodyPr/>
          <a:lstStyle/>
          <a:p>
            <a:pPr algn="ctr"/>
            <a:r>
              <a:rPr lang="pt-BR" altLang="pt-BR"/>
              <a:t>Senhor meu Deus,</a:t>
            </a:r>
            <a:br>
              <a:rPr lang="pt-BR" altLang="pt-BR"/>
            </a:br>
            <a:r>
              <a:rPr lang="pt-BR" altLang="pt-BR"/>
              <a:t>Quando eu maravilhado,</a:t>
            </a:r>
            <a:br>
              <a:rPr lang="pt-BR" altLang="pt-BR"/>
            </a:br>
            <a:r>
              <a:rPr lang="pt-BR" altLang="pt-BR"/>
              <a:t>Contemplo a Tua imensa criação.</a:t>
            </a:r>
            <a:br>
              <a:rPr lang="pt-BR" altLang="pt-BR"/>
            </a:br>
            <a:r>
              <a:rPr lang="pt-BR" altLang="pt-BR"/>
              <a:t>A terra e o mar </a:t>
            </a:r>
            <a:br>
              <a:rPr lang="pt-BR" altLang="pt-BR"/>
            </a:br>
            <a:r>
              <a:rPr lang="pt-BR" altLang="pt-BR"/>
              <a:t>E o céu todo estrelado</a:t>
            </a:r>
            <a:br>
              <a:rPr lang="pt-BR" altLang="pt-BR"/>
            </a:br>
            <a:r>
              <a:rPr lang="pt-BR" altLang="pt-BR"/>
              <a:t>Me vêm falar da Tua perfeição</a:t>
            </a:r>
            <a:endParaRPr lang="en-US" altLang="pt-B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4">
            <a:extLst>
              <a:ext uri="{FF2B5EF4-FFF2-40B4-BE49-F238E27FC236}">
                <a16:creationId xmlns:a16="http://schemas.microsoft.com/office/drawing/2014/main" id="{B01CE8B0-4A14-2D79-F4E3-4A111F6A2D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33400"/>
            <a:ext cx="9144000" cy="3581400"/>
          </a:xfrm>
        </p:spPr>
        <p:txBody>
          <a:bodyPr/>
          <a:lstStyle/>
          <a:p>
            <a:pPr algn="ctr"/>
            <a:r>
              <a:rPr lang="pt-BR" altLang="pt-BR" sz="4200"/>
              <a:t>Então minha alma canta a Ti Senhor</a:t>
            </a:r>
            <a:br>
              <a:rPr lang="pt-BR" altLang="pt-BR" sz="4200"/>
            </a:br>
            <a:r>
              <a:rPr lang="pt-BR" altLang="pt-BR" sz="4200"/>
              <a:t>Grandioso és Tu! Grandioso és Tu!</a:t>
            </a:r>
            <a:br>
              <a:rPr lang="pt-BR" altLang="pt-BR" sz="4200"/>
            </a:br>
            <a:r>
              <a:rPr lang="pt-BR" altLang="pt-BR" sz="4200"/>
              <a:t> Então minha alma canta a Ti Senhor</a:t>
            </a:r>
            <a:br>
              <a:rPr lang="pt-BR" altLang="pt-BR" sz="4200"/>
            </a:br>
            <a:r>
              <a:rPr lang="pt-BR" altLang="pt-BR" sz="4200"/>
              <a:t>Grandioso és Tu! Grandioso és Tu!</a:t>
            </a:r>
            <a:endParaRPr lang="en-US" altLang="pt-BR" sz="4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4">
            <a:extLst>
              <a:ext uri="{FF2B5EF4-FFF2-40B4-BE49-F238E27FC236}">
                <a16:creationId xmlns:a16="http://schemas.microsoft.com/office/drawing/2014/main" id="{6842A067-DC4C-6AB9-8C68-51DABBA09B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0"/>
            <a:ext cx="9144000" cy="4953000"/>
          </a:xfrm>
        </p:spPr>
        <p:txBody>
          <a:bodyPr/>
          <a:lstStyle/>
          <a:p>
            <a:pPr algn="ctr"/>
            <a:r>
              <a:rPr lang="pt-BR" altLang="pt-BR"/>
              <a:t>Quando as estrelas </a:t>
            </a:r>
            <a:br>
              <a:rPr lang="pt-BR" altLang="pt-BR"/>
            </a:br>
            <a:r>
              <a:rPr lang="pt-BR" altLang="pt-BR"/>
              <a:t>Tão de mim distantes,</a:t>
            </a:r>
            <a:br>
              <a:rPr lang="pt-BR" altLang="pt-BR"/>
            </a:br>
            <a:r>
              <a:rPr lang="pt-BR" altLang="pt-BR"/>
              <a:t>Vejo a brilhar com vívido esplendor,</a:t>
            </a:r>
            <a:br>
              <a:rPr lang="pt-BR" altLang="pt-BR"/>
            </a:br>
            <a:r>
              <a:rPr lang="pt-BR" altLang="pt-BR"/>
              <a:t>Relembro, oh! Deus, </a:t>
            </a:r>
            <a:br>
              <a:rPr lang="pt-BR" altLang="pt-BR"/>
            </a:br>
            <a:r>
              <a:rPr lang="pt-BR" altLang="pt-BR"/>
              <a:t>As glórias cintilantes</a:t>
            </a:r>
            <a:br>
              <a:rPr lang="pt-BR" altLang="pt-BR"/>
            </a:br>
            <a:r>
              <a:rPr lang="pt-BR" altLang="pt-BR"/>
              <a:t>Que meu Jesus deixou, </a:t>
            </a:r>
            <a:br>
              <a:rPr lang="pt-BR" altLang="pt-BR"/>
            </a:br>
            <a:r>
              <a:rPr lang="pt-BR" altLang="pt-BR"/>
              <a:t>Por meu amor!</a:t>
            </a:r>
            <a:endParaRPr lang="en-US" altLang="pt-B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3" name="Rectangle 5">
            <a:extLst>
              <a:ext uri="{FF2B5EF4-FFF2-40B4-BE49-F238E27FC236}">
                <a16:creationId xmlns:a16="http://schemas.microsoft.com/office/drawing/2014/main" id="{3600B5C9-A086-96DB-6B86-A05A8F8841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914400"/>
            <a:ext cx="9144000" cy="4495800"/>
          </a:xfrm>
          <a:noFill/>
          <a:ln/>
        </p:spPr>
        <p:txBody>
          <a:bodyPr anchor="ctr"/>
          <a:lstStyle/>
          <a:p>
            <a:pPr algn="ctr"/>
            <a:r>
              <a:rPr lang="pt-BR" altLang="pt-BR" sz="4200"/>
              <a:t>Então minha alma canta a Ti Senhor</a:t>
            </a:r>
            <a:br>
              <a:rPr lang="pt-BR" altLang="pt-BR" sz="4200"/>
            </a:br>
            <a:r>
              <a:rPr lang="pt-BR" altLang="pt-BR" sz="4200"/>
              <a:t>Grandioso és Tu! Grandioso és Tu!</a:t>
            </a:r>
            <a:br>
              <a:rPr lang="pt-BR" altLang="pt-BR" sz="4200"/>
            </a:br>
            <a:r>
              <a:rPr lang="pt-BR" altLang="pt-BR" sz="4200"/>
              <a:t> Então minha alma canta a Ti Senhor</a:t>
            </a:r>
            <a:br>
              <a:rPr lang="pt-BR" altLang="pt-BR" sz="4200"/>
            </a:br>
            <a:r>
              <a:rPr lang="pt-BR" altLang="pt-BR" sz="4200"/>
              <a:t>Grandioso és Tu! Grandioso és Tu!</a:t>
            </a:r>
            <a:endParaRPr lang="en-US" altLang="pt-BR" sz="4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4">
            <a:extLst>
              <a:ext uri="{FF2B5EF4-FFF2-40B4-BE49-F238E27FC236}">
                <a16:creationId xmlns:a16="http://schemas.microsoft.com/office/drawing/2014/main" id="{F2283F68-0B04-814B-C4F5-B92EF69A1B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685800"/>
            <a:ext cx="9144000" cy="4114800"/>
          </a:xfrm>
        </p:spPr>
        <p:txBody>
          <a:bodyPr/>
          <a:lstStyle/>
          <a:p>
            <a:pPr algn="ctr"/>
            <a:r>
              <a:rPr lang="pt-BR" altLang="pt-BR"/>
              <a:t>Olho as florestas</a:t>
            </a:r>
            <a:br>
              <a:rPr lang="pt-BR" altLang="pt-BR"/>
            </a:br>
            <a:r>
              <a:rPr lang="pt-BR" altLang="pt-BR"/>
              <a:t>Murmurando ao vento</a:t>
            </a:r>
            <a:br>
              <a:rPr lang="pt-BR" altLang="pt-BR"/>
            </a:br>
            <a:r>
              <a:rPr lang="pt-BR" altLang="pt-BR"/>
              <a:t>E, ao ver que Tu plantaste cada pé,</a:t>
            </a:r>
            <a:br>
              <a:rPr lang="pt-BR" altLang="pt-BR"/>
            </a:br>
            <a:r>
              <a:rPr lang="pt-BR" altLang="pt-BR"/>
              <a:t>Recordo a cruz, o lenho tão cruento</a:t>
            </a:r>
            <a:br>
              <a:rPr lang="pt-BR" altLang="pt-BR"/>
            </a:br>
            <a:r>
              <a:rPr lang="pt-BR" altLang="pt-BR"/>
              <a:t>E no Teu Filho afirmo a minha fé.</a:t>
            </a:r>
            <a:endParaRPr lang="en-US" altLang="pt-B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1" name="Rectangle 5">
            <a:extLst>
              <a:ext uri="{FF2B5EF4-FFF2-40B4-BE49-F238E27FC236}">
                <a16:creationId xmlns:a16="http://schemas.microsoft.com/office/drawing/2014/main" id="{5D9BF0BA-B509-0AC3-FF56-83B9193CB7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990600"/>
            <a:ext cx="9144000" cy="4114800"/>
          </a:xfrm>
          <a:noFill/>
          <a:ln/>
        </p:spPr>
        <p:txBody>
          <a:bodyPr anchor="ctr"/>
          <a:lstStyle/>
          <a:p>
            <a:pPr algn="ctr"/>
            <a:r>
              <a:rPr lang="pt-BR" altLang="pt-BR" sz="4200"/>
              <a:t>Então minha alma canta a Ti Senhor</a:t>
            </a:r>
            <a:br>
              <a:rPr lang="pt-BR" altLang="pt-BR" sz="4200"/>
            </a:br>
            <a:r>
              <a:rPr lang="pt-BR" altLang="pt-BR" sz="4200"/>
              <a:t>Grandioso és Tu! Grandioso és Tu!</a:t>
            </a:r>
            <a:br>
              <a:rPr lang="pt-BR" altLang="pt-BR" sz="4200"/>
            </a:br>
            <a:r>
              <a:rPr lang="pt-BR" altLang="pt-BR" sz="4200"/>
              <a:t> Então minha alma canta a Ti Senhor</a:t>
            </a:r>
            <a:br>
              <a:rPr lang="pt-BR" altLang="pt-BR" sz="4200"/>
            </a:br>
            <a:r>
              <a:rPr lang="pt-BR" altLang="pt-BR" sz="4200"/>
              <a:t>Grandioso és Tu! Grandioso és Tu!</a:t>
            </a:r>
            <a:endParaRPr lang="en-US" altLang="pt-BR" sz="4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4">
            <a:extLst>
              <a:ext uri="{FF2B5EF4-FFF2-40B4-BE49-F238E27FC236}">
                <a16:creationId xmlns:a16="http://schemas.microsoft.com/office/drawing/2014/main" id="{1491375E-F503-37CF-E8A9-91EC74CDC0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914400"/>
            <a:ext cx="9144000" cy="4800600"/>
          </a:xfrm>
        </p:spPr>
        <p:txBody>
          <a:bodyPr/>
          <a:lstStyle/>
          <a:p>
            <a:pPr algn="ctr"/>
            <a:r>
              <a:rPr lang="pt-BR" altLang="pt-BR"/>
              <a:t>E quando penso que </a:t>
            </a:r>
            <a:br>
              <a:rPr lang="pt-BR" altLang="pt-BR"/>
            </a:br>
            <a:r>
              <a:rPr lang="pt-BR" altLang="pt-BR"/>
              <a:t>Tu não poupaste</a:t>
            </a:r>
            <a:br>
              <a:rPr lang="pt-BR" altLang="pt-BR"/>
            </a:br>
            <a:r>
              <a:rPr lang="pt-BR" altLang="pt-BR"/>
              <a:t>Teu Filho amado por amor a mim,</a:t>
            </a:r>
            <a:br>
              <a:rPr lang="pt-BR" altLang="pt-BR"/>
            </a:br>
            <a:r>
              <a:rPr lang="pt-BR" altLang="pt-BR"/>
              <a:t>Meu coração, </a:t>
            </a:r>
            <a:br>
              <a:rPr lang="pt-BR" altLang="pt-BR"/>
            </a:br>
            <a:r>
              <a:rPr lang="pt-BR" altLang="pt-BR"/>
              <a:t>Que nele Tu ganhas-te</a:t>
            </a:r>
            <a:br>
              <a:rPr lang="pt-BR" altLang="pt-BR"/>
            </a:br>
            <a:r>
              <a:rPr lang="pt-BR" altLang="pt-BR"/>
              <a:t>Transborda, </a:t>
            </a:r>
            <a:br>
              <a:rPr lang="pt-BR" altLang="pt-BR"/>
            </a:br>
            <a:r>
              <a:rPr lang="pt-BR" altLang="pt-BR"/>
              <a:t>Oh! Pai, de amor que não tem fim!</a:t>
            </a:r>
            <a:endParaRPr lang="en-US" altLang="pt-B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9" name="Rectangle 5">
            <a:extLst>
              <a:ext uri="{FF2B5EF4-FFF2-40B4-BE49-F238E27FC236}">
                <a16:creationId xmlns:a16="http://schemas.microsoft.com/office/drawing/2014/main" id="{E231D732-0149-6694-20CF-6B77846B3C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0"/>
            <a:ext cx="9144000" cy="4724400"/>
          </a:xfrm>
          <a:noFill/>
          <a:ln/>
        </p:spPr>
        <p:txBody>
          <a:bodyPr anchor="ctr"/>
          <a:lstStyle/>
          <a:p>
            <a:pPr algn="ctr"/>
            <a:r>
              <a:rPr lang="pt-BR" altLang="pt-BR" sz="4200"/>
              <a:t>Então minha alma canta a Ti Senhor</a:t>
            </a:r>
            <a:br>
              <a:rPr lang="pt-BR" altLang="pt-BR" sz="4200"/>
            </a:br>
            <a:r>
              <a:rPr lang="pt-BR" altLang="pt-BR" sz="4200"/>
              <a:t>Grandioso és Tu! Grandioso és Tu!</a:t>
            </a:r>
            <a:br>
              <a:rPr lang="pt-BR" altLang="pt-BR" sz="4200"/>
            </a:br>
            <a:r>
              <a:rPr lang="pt-BR" altLang="pt-BR" sz="4200"/>
              <a:t> Então minha alma canta a Ti Senhor</a:t>
            </a:r>
            <a:br>
              <a:rPr lang="pt-BR" altLang="pt-BR" sz="4200"/>
            </a:br>
            <a:r>
              <a:rPr lang="pt-BR" altLang="pt-BR" sz="4200"/>
              <a:t>Grandioso és Tu! Grandioso és Tu!</a:t>
            </a:r>
            <a:endParaRPr lang="en-US" altLang="pt-BR" sz="4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4">
            <a:extLst>
              <a:ext uri="{FF2B5EF4-FFF2-40B4-BE49-F238E27FC236}">
                <a16:creationId xmlns:a16="http://schemas.microsoft.com/office/drawing/2014/main" id="{6E1E5346-1394-67DE-545B-880900593C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4495800"/>
          </a:xfrm>
        </p:spPr>
        <p:txBody>
          <a:bodyPr/>
          <a:lstStyle/>
          <a:p>
            <a:pPr algn="ctr"/>
            <a:r>
              <a:rPr lang="pt-BR" altLang="pt-BR"/>
              <a:t>E quando Cristo</a:t>
            </a:r>
            <a:br>
              <a:rPr lang="pt-BR" altLang="pt-BR"/>
            </a:br>
            <a:r>
              <a:rPr lang="pt-BR" altLang="pt-BR"/>
              <a:t>O amado meu voltando,</a:t>
            </a:r>
            <a:br>
              <a:rPr lang="pt-BR" altLang="pt-BR"/>
            </a:br>
            <a:r>
              <a:rPr lang="pt-BR" altLang="pt-BR"/>
              <a:t>Vier dos céus o povo Seu buscar,</a:t>
            </a:r>
            <a:br>
              <a:rPr lang="pt-BR" altLang="pt-BR"/>
            </a:br>
            <a:r>
              <a:rPr lang="pt-BR" altLang="pt-BR"/>
              <a:t>No lar eterno quero jubilando,</a:t>
            </a:r>
            <a:br>
              <a:rPr lang="pt-BR" altLang="pt-BR"/>
            </a:br>
            <a:r>
              <a:rPr lang="pt-BR" altLang="pt-BR"/>
              <a:t>A Tua santa face contemplar.</a:t>
            </a:r>
            <a:endParaRPr lang="en-US" altLang="pt-B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7" name="Rectangle 5">
            <a:extLst>
              <a:ext uri="{FF2B5EF4-FFF2-40B4-BE49-F238E27FC236}">
                <a16:creationId xmlns:a16="http://schemas.microsoft.com/office/drawing/2014/main" id="{7A2E4B3B-36A5-22C3-6A43-D0D20E4300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990600"/>
            <a:ext cx="9144000" cy="4191000"/>
          </a:xfrm>
          <a:noFill/>
          <a:ln/>
        </p:spPr>
        <p:txBody>
          <a:bodyPr anchor="ctr"/>
          <a:lstStyle/>
          <a:p>
            <a:pPr algn="ctr"/>
            <a:r>
              <a:rPr lang="pt-BR" altLang="pt-BR" sz="4200"/>
              <a:t>Então minha alma canta a Ti Senhor</a:t>
            </a:r>
            <a:br>
              <a:rPr lang="pt-BR" altLang="pt-BR" sz="4200"/>
            </a:br>
            <a:r>
              <a:rPr lang="pt-BR" altLang="pt-BR" sz="4200"/>
              <a:t>Grandioso és Tu! Grandioso és Tu!</a:t>
            </a:r>
            <a:br>
              <a:rPr lang="pt-BR" altLang="pt-BR" sz="4200"/>
            </a:br>
            <a:r>
              <a:rPr lang="pt-BR" altLang="pt-BR" sz="4200"/>
              <a:t> Então minha alma canta a Ti Senhor</a:t>
            </a:r>
            <a:br>
              <a:rPr lang="pt-BR" altLang="pt-BR" sz="4200"/>
            </a:br>
            <a:r>
              <a:rPr lang="pt-BR" altLang="pt-BR" sz="4200"/>
              <a:t>Grandioso és Tu! Grandioso és Tu!</a:t>
            </a:r>
            <a:endParaRPr lang="en-US" altLang="pt-BR" sz="4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quintado">
  <a:themeElements>
    <a:clrScheme name="Requintado 1">
      <a:dk1>
        <a:srgbClr val="666633"/>
      </a:dk1>
      <a:lt1>
        <a:srgbClr val="FFFFFF"/>
      </a:lt1>
      <a:dk2>
        <a:srgbClr val="000000"/>
      </a:dk2>
      <a:lt2>
        <a:srgbClr val="FFFFFF"/>
      </a:lt2>
      <a:accent1>
        <a:srgbClr val="666699"/>
      </a:accent1>
      <a:accent2>
        <a:srgbClr val="990000"/>
      </a:accent2>
      <a:accent3>
        <a:srgbClr val="AAAAAA"/>
      </a:accent3>
      <a:accent4>
        <a:srgbClr val="DADADA"/>
      </a:accent4>
      <a:accent5>
        <a:srgbClr val="B8B8CA"/>
      </a:accent5>
      <a:accent6>
        <a:srgbClr val="8A0000"/>
      </a:accent6>
      <a:hlink>
        <a:srgbClr val="999900"/>
      </a:hlink>
      <a:folHlink>
        <a:srgbClr val="FFFFFF"/>
      </a:folHlink>
    </a:clrScheme>
    <a:fontScheme name="Requintado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Requintado 1">
        <a:dk1>
          <a:srgbClr val="666633"/>
        </a:dk1>
        <a:lt1>
          <a:srgbClr val="FFFFFF"/>
        </a:lt1>
        <a:dk2>
          <a:srgbClr val="000000"/>
        </a:dk2>
        <a:lt2>
          <a:srgbClr val="FFFFFF"/>
        </a:lt2>
        <a:accent1>
          <a:srgbClr val="666699"/>
        </a:accent1>
        <a:accent2>
          <a:srgbClr val="990000"/>
        </a:accent2>
        <a:accent3>
          <a:srgbClr val="AAAAAA"/>
        </a:accent3>
        <a:accent4>
          <a:srgbClr val="DADADA"/>
        </a:accent4>
        <a:accent5>
          <a:srgbClr val="B8B8CA"/>
        </a:accent5>
        <a:accent6>
          <a:srgbClr val="8A0000"/>
        </a:accent6>
        <a:hlink>
          <a:srgbClr val="9999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quintado 2">
        <a:dk1>
          <a:srgbClr val="4D4D4D"/>
        </a:dk1>
        <a:lt1>
          <a:srgbClr val="FFFFFF"/>
        </a:lt1>
        <a:dk2>
          <a:srgbClr val="4A1102"/>
        </a:dk2>
        <a:lt2>
          <a:srgbClr val="FFFFFF"/>
        </a:lt2>
        <a:accent1>
          <a:srgbClr val="CC3300"/>
        </a:accent1>
        <a:accent2>
          <a:srgbClr val="666699"/>
        </a:accent2>
        <a:accent3>
          <a:srgbClr val="B1AAAA"/>
        </a:accent3>
        <a:accent4>
          <a:srgbClr val="DADADA"/>
        </a:accent4>
        <a:accent5>
          <a:srgbClr val="E2ADAA"/>
        </a:accent5>
        <a:accent6>
          <a:srgbClr val="5C5C8A"/>
        </a:accent6>
        <a:hlink>
          <a:srgbClr val="FF99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quintado 3">
        <a:dk1>
          <a:srgbClr val="666699"/>
        </a:dk1>
        <a:lt1>
          <a:srgbClr val="FFFFFF"/>
        </a:lt1>
        <a:dk2>
          <a:srgbClr val="400040"/>
        </a:dk2>
        <a:lt2>
          <a:srgbClr val="FFFFFF"/>
        </a:lt2>
        <a:accent1>
          <a:srgbClr val="FFCC00"/>
        </a:accent1>
        <a:accent2>
          <a:srgbClr val="FF3300"/>
        </a:accent2>
        <a:accent3>
          <a:srgbClr val="AFAAAF"/>
        </a:accent3>
        <a:accent4>
          <a:srgbClr val="DADADA"/>
        </a:accent4>
        <a:accent5>
          <a:srgbClr val="FFE2AA"/>
        </a:accent5>
        <a:accent6>
          <a:srgbClr val="E72D00"/>
        </a:accent6>
        <a:hlink>
          <a:srgbClr val="CC9900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quintado 4">
        <a:dk1>
          <a:srgbClr val="4D4D4D"/>
        </a:dk1>
        <a:lt1>
          <a:srgbClr val="FFFFFF"/>
        </a:lt1>
        <a:dk2>
          <a:srgbClr val="006699"/>
        </a:dk2>
        <a:lt2>
          <a:srgbClr val="CCECFF"/>
        </a:lt2>
        <a:accent1>
          <a:srgbClr val="339966"/>
        </a:accent1>
        <a:accent2>
          <a:srgbClr val="3366FF"/>
        </a:accent2>
        <a:accent3>
          <a:srgbClr val="AAB8CA"/>
        </a:accent3>
        <a:accent4>
          <a:srgbClr val="DADADA"/>
        </a:accent4>
        <a:accent5>
          <a:srgbClr val="ADCAB8"/>
        </a:accent5>
        <a:accent6>
          <a:srgbClr val="2D5CE7"/>
        </a:accent6>
        <a:hlink>
          <a:srgbClr val="33CCFF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quintado 5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FF6600"/>
        </a:accent1>
        <a:accent2>
          <a:srgbClr val="FF9933"/>
        </a:accent2>
        <a:accent3>
          <a:srgbClr val="FFFFFF"/>
        </a:accent3>
        <a:accent4>
          <a:srgbClr val="000000"/>
        </a:accent4>
        <a:accent5>
          <a:srgbClr val="FFB8AA"/>
        </a:accent5>
        <a:accent6>
          <a:srgbClr val="E78A2D"/>
        </a:accent6>
        <a:hlink>
          <a:srgbClr val="FFCC00"/>
        </a:hlink>
        <a:folHlink>
          <a:srgbClr val="3333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quintado 6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CC3300"/>
        </a:accent1>
        <a:accent2>
          <a:srgbClr val="666699"/>
        </a:accent2>
        <a:accent3>
          <a:srgbClr val="FFFFFF"/>
        </a:accent3>
        <a:accent4>
          <a:srgbClr val="000000"/>
        </a:accent4>
        <a:accent5>
          <a:srgbClr val="E2ADAA"/>
        </a:accent5>
        <a:accent6>
          <a:srgbClr val="5C5C8A"/>
        </a:accent6>
        <a:hlink>
          <a:srgbClr val="999900"/>
        </a:hlink>
        <a:folHlink>
          <a:srgbClr val="4D4D4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quintado 7">
        <a:dk1>
          <a:srgbClr val="000000"/>
        </a:dk1>
        <a:lt1>
          <a:srgbClr val="FFFFFF"/>
        </a:lt1>
        <a:dk2>
          <a:srgbClr val="000066"/>
        </a:dk2>
        <a:lt2>
          <a:srgbClr val="333399"/>
        </a:lt2>
        <a:accent1>
          <a:srgbClr val="3399FF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8AE7"/>
        </a:accent6>
        <a:hlink>
          <a:srgbClr val="00CCFF"/>
        </a:hlink>
        <a:folHlink>
          <a:srgbClr val="5F5F5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Requintado</Template>
  <TotalTime>26</TotalTime>
  <Words>359</Words>
  <Application>Microsoft Office PowerPoint</Application>
  <PresentationFormat>Apresentação na tela (4:3)</PresentationFormat>
  <Paragraphs>11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5" baseType="lpstr">
      <vt:lpstr>Arial</vt:lpstr>
      <vt:lpstr>Times New Roman</vt:lpstr>
      <vt:lpstr>Wingdings</vt:lpstr>
      <vt:lpstr>Requintado</vt:lpstr>
      <vt:lpstr>526 Grandioso És Tu</vt:lpstr>
      <vt:lpstr>Senhor meu Deus, Quando eu maravilhado, Contemplo a Tua imensa criação. A terra e o mar  E o céu todo estrelado Me vêm falar da Tua perfeição</vt:lpstr>
      <vt:lpstr>Então minha alma canta a Ti Senhor Grandioso és Tu! Grandioso és Tu!  Então minha alma canta a Ti Senhor Grandioso és Tu! Grandioso és Tu!</vt:lpstr>
      <vt:lpstr>Quando as estrelas  Tão de mim distantes, Vejo a brilhar com vívido esplendor, Relembro, oh! Deus,  As glórias cintilantes Que meu Jesus deixou,  Por meu amor!</vt:lpstr>
      <vt:lpstr>Então minha alma canta a Ti Senhor Grandioso és Tu! Grandioso és Tu!  Então minha alma canta a Ti Senhor Grandioso és Tu! Grandioso és Tu!</vt:lpstr>
      <vt:lpstr>Olho as florestas Murmurando ao vento E, ao ver que Tu plantaste cada pé, Recordo a cruz, o lenho tão cruento E no Teu Filho afirmo a minha fé.</vt:lpstr>
      <vt:lpstr>Então minha alma canta a Ti Senhor Grandioso és Tu! Grandioso és Tu!  Então minha alma canta a Ti Senhor Grandioso és Tu! Grandioso és Tu!</vt:lpstr>
      <vt:lpstr>E quando penso que  Tu não poupaste Teu Filho amado por amor a mim, Meu coração,  Que nele Tu ganhas-te Transborda,  Oh! Pai, de amor que não tem fim!</vt:lpstr>
      <vt:lpstr>Então minha alma canta a Ti Senhor Grandioso és Tu! Grandioso és Tu!  Então minha alma canta a Ti Senhor Grandioso és Tu! Grandioso és Tu!</vt:lpstr>
      <vt:lpstr>E quando Cristo O amado meu voltando, Vier dos céus o povo Seu buscar, No lar eterno quero jubilando, A Tua santa face contemplar.</vt:lpstr>
      <vt:lpstr>Então minha alma canta a Ti Senhor Grandioso és Tu! Grandioso és Tu!  Então minha alma canta a Ti Senhor Grandioso és Tu! Grandioso és Tu!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526 Grandioso És Tu</dc:title>
  <dc:creator>Junior</dc:creator>
  <cp:lastModifiedBy>Emerson Souza</cp:lastModifiedBy>
  <cp:revision>3</cp:revision>
  <dcterms:created xsi:type="dcterms:W3CDTF">2005-10-16T22:49:22Z</dcterms:created>
  <dcterms:modified xsi:type="dcterms:W3CDTF">2026-05-02T22:21:11Z</dcterms:modified>
</cp:coreProperties>
</file>