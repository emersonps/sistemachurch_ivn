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DB0B1-2760-581F-1167-62920C7FD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40B3B7-E791-4EE2-DD81-1521D66E4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2402F5-5650-E368-AC6C-73343689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7EFD43-BACD-E03C-2170-5D2F9362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777FBC-DE94-DA54-1E6E-B359728B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A5DEF-1B05-4821-9A97-18A2A0262F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5397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09D95-CC7C-A723-4951-FB96F0DA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DC50A3-1499-E5C9-2096-9F4AFAF2F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67BAD0-5D7B-56A3-6BD0-D25324D80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ED23BA-C019-811F-EA9E-1F0C92E4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4FF4EB-DFC6-E713-6382-471075C5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1EEB9-193B-4574-9B9B-FF35CE8278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293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9911A-4793-7BF5-5071-11E7098B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32E073-7DAB-D20E-C831-70F7376FC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D48913-5849-0784-9F05-9109DDD4E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C06F22-9178-263B-ADBA-63E3C3A2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C8D0C0-B26A-1D76-A54D-1F9DD170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4B0927-752E-45AD-9F75-59E45370A4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036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8AB532-9AF3-1FC5-FFEC-F71B53B5B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DAC0FD-43A4-2943-CFA4-84E293D0B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63823A-DE4E-BB66-59C2-0FBAE7A9F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E73C7D-D34D-9E9C-7012-54265EE90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4CE91A-1EC9-6649-D766-B6F42EAA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EFA4FD-719C-A9CD-7422-AAD09397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26DBEE-1F14-4FCB-8724-B6A7C056BD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208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9BB4C-9DC6-F3BD-FE0B-E3D3F1DD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EE27E6-A04B-25D6-D094-A90FA0470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812EC0-5573-DC94-9822-E6AFD82A7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544C8B-E570-BEE8-6C59-7E9A57A91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2FFA78C-38E9-0D9E-5E0C-C627AA008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577A49D-43E4-202B-30BC-9B8A361D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BF1FAC-E91C-6EC4-7BD4-50850F22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5B1C9EC-A1F0-8779-2E65-6C9ADD16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A9AA19-98B3-44C3-9BC1-851E4D1814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173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2793D-4E38-0FF0-7148-CA36BB07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F5BED32-1ACE-C4A4-B195-6AB45766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B7FEFFB-69F9-3960-378C-E43505F6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CE208B-460E-5DA8-B0D0-C4BDC97C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9A8EED-7B11-48FD-A428-460AE3C3E0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656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609D78-1B2A-1A41-9933-0FDC1769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DA9482-FB08-446F-E96B-0921C80D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BE1EB1-FFEC-BEEF-74D8-42F6965D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D47945-B436-4AC0-8F5A-0404F4CD10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768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24965-1FF4-4CB1-7C9C-AD7E9631E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74D09B-0B13-B32C-9D1A-6714C815C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F8619C-6AF9-600D-B7F4-165637FC2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21F981-49B6-8016-0004-5CD1048B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8FBB7D-1689-C755-646F-4DA080BE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1725FB-9C05-D617-50D4-A267C5CB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AB44F-80BA-419B-B27A-50D5F95DDF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724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3D00A-E417-6255-7490-5BB07739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6CB5750-96BE-5EE3-4415-DA778E33C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F20988-D67A-35C0-852C-379538942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1225F0-E942-B4E2-D362-4D6B5F92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F1D367-ED39-E5AA-ABAC-B74F016B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367B79-CC24-C74F-0589-76F20DC48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B11739-B0B8-4E0D-BE1E-5FD4855AE8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671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54C2B-D294-D571-75C2-5782823C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40D0C8-2D70-889E-870E-2F6A7A0FE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C79DD9-8DF6-9C74-C5CF-C79ED1F4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80EF4D-D215-EBF0-45E4-3A792789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C0B1B2-2B25-CF94-465E-B190E6D3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D8EB8-F00C-4E0E-9A6C-0C7B2A276F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1924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16D758-C6CD-E4A3-435A-A0B710470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D7039B-40EA-157D-9383-A89D60006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55FB6B-7F0F-F364-17F0-AD80A3E13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814DDA-28BA-075B-663F-9A4344A4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DAE119-2417-E874-DF50-69CFABDA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EFE2CD-5D6E-4075-934A-F63884ADB8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265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3ACD55B-728F-1B13-B599-B535761091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D0BAB2B-5505-7778-6511-A0A61920B3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CCEA0BA-CA60-A2C6-8CD2-25FB004560D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7E3B7E-9CD9-8AAF-8666-ED73A9EDDD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9527567-F88B-8A15-141F-06D43AC4FE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0645332-BCFD-40D0-894B-9408CB9552D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89ED370-7695-05D9-1DCF-A4497901009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412</a:t>
            </a:r>
            <a:br>
              <a:rPr lang="pt-BR" altLang="pt-BR" sz="4000" b="1"/>
            </a:br>
            <a:r>
              <a:rPr lang="pt-BR" altLang="pt-BR" sz="4000" b="1"/>
              <a:t>JESUS CRISTO, BEM AMADO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4F03E7A-DBE9-56AA-B336-8D9EAB82A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Glória ao Salvador divino, </a:t>
            </a:r>
            <a:br>
              <a:rPr lang="pt-BR" altLang="pt-BR"/>
            </a:br>
            <a:r>
              <a:rPr lang="pt-BR" altLang="pt-BR"/>
              <a:t>Nosso guia e Redentor, </a:t>
            </a:r>
            <a:br>
              <a:rPr lang="pt-BR" altLang="pt-BR"/>
            </a:br>
            <a:r>
              <a:rPr lang="pt-BR" altLang="pt-BR"/>
              <a:t>Glória seja ao Deus trino; Aleluia ao Deus de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29E094C-EC64-A66F-CEBF-F84CC6DDD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b="1" i="1"/>
              <a:t>Jesus Cristo, bem amado, </a:t>
            </a:r>
            <a:br>
              <a:rPr lang="pt-BR" altLang="pt-BR" b="1" i="1"/>
            </a:br>
            <a:r>
              <a:rPr lang="pt-BR" altLang="pt-BR" b="1" i="1"/>
              <a:t>Poderoso Salvador,</a:t>
            </a:r>
            <a:br>
              <a:rPr lang="pt-BR" altLang="pt-BR" b="1" i="1"/>
            </a:br>
            <a:r>
              <a:rPr lang="pt-BR" altLang="pt-BR" b="1" i="1"/>
              <a:t>Ele era ontem, é hoje,</a:t>
            </a:r>
            <a:br>
              <a:rPr lang="pt-BR" altLang="pt-BR" b="1" i="1"/>
            </a:br>
            <a:r>
              <a:rPr lang="pt-BR" altLang="pt-BR" b="1" i="1"/>
              <a:t>Será sempre o Deus de amor!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74C4B48-EF3C-544F-4264-A96DEC3CE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Alegrar-se todos devem</a:t>
            </a:r>
            <a:br>
              <a:rPr lang="pt-BR" altLang="pt-BR"/>
            </a:br>
            <a:r>
              <a:rPr lang="pt-BR" altLang="pt-BR"/>
              <a:t>Pela grande salvação;</a:t>
            </a:r>
            <a:br>
              <a:rPr lang="pt-BR" altLang="pt-BR"/>
            </a:br>
            <a:r>
              <a:rPr lang="pt-BR" altLang="pt-BR"/>
              <a:t>Honra e glória a Deus elevem, </a:t>
            </a:r>
            <a:br>
              <a:rPr lang="pt-BR" altLang="pt-BR"/>
            </a:br>
            <a:r>
              <a:rPr lang="pt-BR" altLang="pt-BR"/>
              <a:t>Pois nos dá Seu galardão.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B2D9DD1-45B9-2CAC-C7AE-4E12F3032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b="1" i="1"/>
              <a:t>Jesus Cristo, bem amado, </a:t>
            </a:r>
            <a:br>
              <a:rPr lang="pt-BR" altLang="pt-BR" b="1" i="1"/>
            </a:br>
            <a:r>
              <a:rPr lang="pt-BR" altLang="pt-BR" b="1" i="1"/>
              <a:t>Poderoso Salvador,</a:t>
            </a:r>
            <a:br>
              <a:rPr lang="pt-BR" altLang="pt-BR" b="1" i="1"/>
            </a:br>
            <a:r>
              <a:rPr lang="pt-BR" altLang="pt-BR" b="1" i="1"/>
              <a:t>Ele era ontem, é hoje,</a:t>
            </a:r>
            <a:br>
              <a:rPr lang="pt-BR" altLang="pt-BR" b="1" i="1"/>
            </a:br>
            <a:r>
              <a:rPr lang="pt-BR" altLang="pt-BR" b="1" i="1"/>
              <a:t>Será sempre o Deus de amor!</a:t>
            </a: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EE3F44C-AD09-4651-98F7-547F981F5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Adorai a Deus, com canto, </a:t>
            </a:r>
            <a:br>
              <a:rPr lang="pt-BR" altLang="pt-BR"/>
            </a:br>
            <a:r>
              <a:rPr lang="pt-BR" altLang="pt-BR"/>
              <a:t>Ele é compassivo e bom, </a:t>
            </a:r>
            <a:br>
              <a:rPr lang="pt-BR" altLang="pt-BR"/>
            </a:br>
            <a:r>
              <a:rPr lang="pt-BR" altLang="pt-BR"/>
              <a:t>Ó divino Espírito Santo, </a:t>
            </a:r>
            <a:br>
              <a:rPr lang="pt-BR" altLang="pt-BR"/>
            </a:br>
            <a:r>
              <a:rPr lang="pt-BR" altLang="pt-BR"/>
              <a:t>Desça sobre nós Teu dom.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C2C8B50-EDBD-23E9-894C-5323E979E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b="1" i="1"/>
              <a:t>Jesus Cristo, bem amado, </a:t>
            </a:r>
            <a:br>
              <a:rPr lang="pt-BR" altLang="pt-BR" b="1" i="1"/>
            </a:br>
            <a:r>
              <a:rPr lang="pt-BR" altLang="pt-BR" b="1" i="1"/>
              <a:t>Poderoso Salvador,</a:t>
            </a:r>
            <a:br>
              <a:rPr lang="pt-BR" altLang="pt-BR" b="1" i="1"/>
            </a:br>
            <a:r>
              <a:rPr lang="pt-BR" altLang="pt-BR" b="1" i="1"/>
              <a:t>Ele era ontem, é hoje,</a:t>
            </a:r>
            <a:br>
              <a:rPr lang="pt-BR" altLang="pt-BR" b="1" i="1"/>
            </a:br>
            <a:r>
              <a:rPr lang="pt-BR" altLang="pt-BR" b="1" i="1"/>
              <a:t>Será sempre o Deus de amor!</a:t>
            </a:r>
            <a:endParaRPr lang="en-US" altLang="pt-BR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6B7F80B-BF18-CF23-3CF6-9F0588027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Ao Teu nome seja glória,</a:t>
            </a:r>
            <a:br>
              <a:rPr lang="pt-BR" altLang="pt-BR"/>
            </a:br>
            <a:r>
              <a:rPr lang="pt-BR" altLang="pt-BR"/>
              <a:t>Ó bendito e bom Senhor!</a:t>
            </a:r>
            <a:br>
              <a:rPr lang="pt-BR" altLang="pt-BR"/>
            </a:br>
            <a:r>
              <a:rPr lang="pt-BR" altLang="pt-BR"/>
              <a:t>Tu nos guias p'ra vitória,</a:t>
            </a:r>
            <a:br>
              <a:rPr lang="pt-BR" altLang="pt-BR"/>
            </a:br>
            <a:r>
              <a:rPr lang="pt-BR" altLang="pt-BR"/>
              <a:t>	Aleluia ao Redentor!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B9DDA5C-86C9-1612-9495-17F721DDF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b="1" i="1"/>
              <a:t>Jesus Cristo, bem amado, </a:t>
            </a:r>
            <a:br>
              <a:rPr lang="pt-BR" altLang="pt-BR" b="1" i="1"/>
            </a:br>
            <a:r>
              <a:rPr lang="pt-BR" altLang="pt-BR" b="1" i="1"/>
              <a:t>Poderoso Salvador,</a:t>
            </a:r>
            <a:br>
              <a:rPr lang="pt-BR" altLang="pt-BR" b="1" i="1"/>
            </a:br>
            <a:r>
              <a:rPr lang="pt-BR" altLang="pt-BR" b="1" i="1"/>
              <a:t>Ele era ontem, é hoje,</a:t>
            </a:r>
            <a:br>
              <a:rPr lang="pt-BR" altLang="pt-BR" b="1" i="1"/>
            </a:br>
            <a:r>
              <a:rPr lang="pt-BR" altLang="pt-BR" b="1" i="1"/>
              <a:t>Será sempre o Deus de amor!</a:t>
            </a: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412 JESUS CRISTO, BEM AMADO</vt:lpstr>
      <vt:lpstr>Glória ao Salvador divino,  Nosso guia e Redentor,  Glória seja ao Deus trino; Aleluia ao Deus de amor! </vt:lpstr>
      <vt:lpstr>Jesus Cristo, bem amado,  Poderoso Salvador, Ele era ontem, é hoje, Será sempre o Deus de amor!</vt:lpstr>
      <vt:lpstr>Alegrar-se todos devem Pela grande salvação; Honra e glória a Deus elevem,  Pois nos dá Seu galardão. </vt:lpstr>
      <vt:lpstr>Jesus Cristo, bem amado,  Poderoso Salvador, Ele era ontem, é hoje, Será sempre o Deus de amor!</vt:lpstr>
      <vt:lpstr>Adorai a Deus, com canto,  Ele é compassivo e bom,  Ó divino Espírito Santo,  Desça sobre nós Teu dom. </vt:lpstr>
      <vt:lpstr>Jesus Cristo, bem amado,  Poderoso Salvador, Ele era ontem, é hoje, Será sempre o Deus de amor!</vt:lpstr>
      <vt:lpstr>Ao Teu nome seja glória, Ó bendito e bom Senhor! Tu nos guias p'ra vitória,  Aleluia ao Redentor! </vt:lpstr>
      <vt:lpstr>Jesus Cristo, bem amado,  Poderoso Salvador, Ele era ontem, é hoje, Será sempre o Deus de amor!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412 -  JESUS CRISTO, BEM AMADO</dc:title>
  <dc:creator>Montagna</dc:creator>
  <cp:lastModifiedBy>Emerson Souza</cp:lastModifiedBy>
  <cp:revision>2</cp:revision>
  <dcterms:created xsi:type="dcterms:W3CDTF">2005-10-21T06:21:31Z</dcterms:created>
  <dcterms:modified xsi:type="dcterms:W3CDTF">2026-05-02T22:11:17Z</dcterms:modified>
</cp:coreProperties>
</file>