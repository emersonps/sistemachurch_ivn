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64" r:id="rId3"/>
    <p:sldId id="257" r:id="rId4"/>
    <p:sldId id="258" r:id="rId5"/>
    <p:sldId id="261" r:id="rId6"/>
    <p:sldId id="259" r:id="rId7"/>
    <p:sldId id="262" r:id="rId8"/>
    <p:sldId id="260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66" d="100"/>
          <a:sy n="66" d="100"/>
        </p:scale>
        <p:origin x="-114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>
            <a:extLst>
              <a:ext uri="{FF2B5EF4-FFF2-40B4-BE49-F238E27FC236}">
                <a16:creationId xmlns:a16="http://schemas.microsoft.com/office/drawing/2014/main" id="{1871DD03-0AC0-7087-A6A9-9785AAB7BBA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4339" name="Group 3">
              <a:extLst>
                <a:ext uri="{FF2B5EF4-FFF2-40B4-BE49-F238E27FC236}">
                  <a16:creationId xmlns:a16="http://schemas.microsoft.com/office/drawing/2014/main" id="{EBEECA42-A47A-BE9C-0999-CF1A88141BF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4340" name="Freeform 4">
                <a:extLst>
                  <a:ext uri="{FF2B5EF4-FFF2-40B4-BE49-F238E27FC236}">
                    <a16:creationId xmlns:a16="http://schemas.microsoft.com/office/drawing/2014/main" id="{0B4B0048-6836-49B5-2E27-FDDF3A9239B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1" name="Freeform 5">
                <a:extLst>
                  <a:ext uri="{FF2B5EF4-FFF2-40B4-BE49-F238E27FC236}">
                    <a16:creationId xmlns:a16="http://schemas.microsoft.com/office/drawing/2014/main" id="{4A2B67F1-F553-2BB4-A344-B0ECDA92CDB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2" name="Freeform 6">
                <a:extLst>
                  <a:ext uri="{FF2B5EF4-FFF2-40B4-BE49-F238E27FC236}">
                    <a16:creationId xmlns:a16="http://schemas.microsoft.com/office/drawing/2014/main" id="{67A20B33-F00F-3E8A-68C2-1EDD4A6AEF2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3" name="Freeform 7">
                <a:extLst>
                  <a:ext uri="{FF2B5EF4-FFF2-40B4-BE49-F238E27FC236}">
                    <a16:creationId xmlns:a16="http://schemas.microsoft.com/office/drawing/2014/main" id="{DDB1D2DC-970E-5F26-A4E6-5685C5514F2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4" name="Freeform 8">
                <a:extLst>
                  <a:ext uri="{FF2B5EF4-FFF2-40B4-BE49-F238E27FC236}">
                    <a16:creationId xmlns:a16="http://schemas.microsoft.com/office/drawing/2014/main" id="{D235C070-A506-36CF-30AC-87BB3A0EADE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4345" name="Freeform 9">
              <a:extLst>
                <a:ext uri="{FF2B5EF4-FFF2-40B4-BE49-F238E27FC236}">
                  <a16:creationId xmlns:a16="http://schemas.microsoft.com/office/drawing/2014/main" id="{38D543E5-4066-9E81-98C5-C09EA83BF1A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6" name="Freeform 10">
              <a:extLst>
                <a:ext uri="{FF2B5EF4-FFF2-40B4-BE49-F238E27FC236}">
                  <a16:creationId xmlns:a16="http://schemas.microsoft.com/office/drawing/2014/main" id="{5C007371-8E8D-E69B-E6A5-9EA8C40B63A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D3355157-1C9D-292D-B237-49042B6034B3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69DA5771-393E-AC34-FD30-87EBD9721459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5ACDB719-987C-E89B-E1AB-3B02CFB7A4A5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4350" name="Rectangle 14">
            <a:extLst>
              <a:ext uri="{FF2B5EF4-FFF2-40B4-BE49-F238E27FC236}">
                <a16:creationId xmlns:a16="http://schemas.microsoft.com/office/drawing/2014/main" id="{369D0AB1-FF8E-2980-B19A-EEF82B75BF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4351" name="Rectangle 15">
            <a:extLst>
              <a:ext uri="{FF2B5EF4-FFF2-40B4-BE49-F238E27FC236}">
                <a16:creationId xmlns:a16="http://schemas.microsoft.com/office/drawing/2014/main" id="{562B4BA7-C0C7-6E0B-1E3B-160FE2EB37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4A50A94-5B2A-406D-9DC7-C18E9AEC9A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E78D0-7178-EACB-F133-DC007233D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D840DA-69FB-0FA8-B199-E50BC1E2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D7426D-617A-1D0A-A81D-46A11D42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926D1C-0F83-3327-EFCD-BDF184593B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4CABAA-86C3-4AC0-8A32-6EECF832A518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E4D341-9102-FE09-2C42-116AD3CFF80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206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341BF-F643-8CD9-749F-BD1C2AF1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DC0F5D-3006-2013-DE45-17DD37D10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6D668E-2D1D-F92B-FCC8-ABF4F53A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B350019-40E0-9B5D-6F6E-04B02288CA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4BCE4F-44BA-4AEB-99B0-D96854453840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E6075-4D52-6D7B-4CB9-972550E3E3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134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3BFC1-4E7F-2A2B-478F-2305B19D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A626FF-35FF-0394-C4D9-668ECA1E31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35B056-68F4-96A3-6D90-41A32C7B1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95854E-A986-F5A3-200F-3EF73A908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62DB4B-A174-5506-35AA-C8BFC067E4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9B5FFB-398B-4D3F-B51E-D8BE7CCF6BD3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D79F99DC-781D-F656-02E0-5FFFFE1950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363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A20F4-7E38-6C3F-6D5C-EFF8983F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CCD3CC-956B-29B5-FF35-A4F170E25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DE3298-251B-26F1-368D-8C37DFBC4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F6E290-38AB-A836-1AFA-E728ADB0A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B13715-627E-3607-CD93-97AD3DA395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3D18862-0C0E-BAF7-152D-E1C30BD8A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A5C3B17A-B96F-B1AF-FCE8-0BA3017C05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FE67D1-1A29-458E-9B28-E9FB048C7D18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DEFC2915-0AF0-F00E-99D4-7539F45549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013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CC545-C1C1-EAFF-8AF9-87A21F877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E315A07-ADC2-190E-694B-6B8C8AFE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C21651-6514-ED02-204E-49E169A0A2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6EFDBD-1C49-4DD8-8C42-86BFFCFAABE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F21103-F122-9B44-28A6-D32F101B1F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920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F8F89B-1EF7-609C-92F0-644480CE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91FF1F3-4C45-A351-F944-EBDB785500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579ABF-5207-4517-A99B-BC4AD16AC2C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9837CB-3BE6-E073-56FA-1A2B48EB6C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650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A25AFE-FDA6-04A3-3CDA-3A0C1C5D5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6D44CD-FAF1-8542-EFC3-2602B90CE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28D1D4-D346-9174-A152-B56336C1D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0F3E3A-06FD-417C-6ACC-86DEA4D3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D4F4B9-C368-F9E4-57B8-3418C5BEF9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831F651-D6EC-45F8-ABD4-B644902BF633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1163C645-FA52-CE9D-7DD0-7098FDB9BD8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922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73F06-92F4-EE20-B8D3-C2028BB3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CF2830-3F76-12F2-DA9A-6E2D7DA6B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23633E-7A23-7CFC-D98D-7AA5736D2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47F8A9-DE26-6480-8444-5CEBD884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B4A1B6-B6C7-B7A5-B2AA-6147478D2F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858988-91D8-4BA6-BB2D-8CBF74FCF910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3436C8E1-5A1E-C63B-2699-DE8A3E883C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128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6065D-2F31-77A0-100D-A2050FAE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44B0AD-7645-4743-E525-F31736F91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A66AB8-9151-524E-6E35-36FD1E9D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D08291-C743-EBBE-1226-6D32547FEE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30A07A-92F3-4755-A85A-3EB3B11DBE82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2F4A19-1407-780F-41C0-C80CF0FA56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491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A405232-D970-07BD-2CB5-80C4832BD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70E9AE-D05D-12B3-02FE-FEC9BFAB2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FB648A-7BD4-322F-C5D3-8066B9A4B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B4E9BE-7B9C-07C8-023C-25FE4B3832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3F038E5-D10F-443A-B916-548C8B649B1F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CC2838-0075-A950-8E9C-93A6A5C34E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1475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26D2ADA-2EAB-E05B-7149-BE35C2F144D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82B22FE-DBD6-7FDC-7277-C16793263D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EB584F6-48C7-4DBB-B995-55FA2B35FA33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13316" name="Group 4">
            <a:extLst>
              <a:ext uri="{FF2B5EF4-FFF2-40B4-BE49-F238E27FC236}">
                <a16:creationId xmlns:a16="http://schemas.microsoft.com/office/drawing/2014/main" id="{C6CE43F4-C237-D566-D4F7-3C0E527E00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3317" name="Group 5">
              <a:extLst>
                <a:ext uri="{FF2B5EF4-FFF2-40B4-BE49-F238E27FC236}">
                  <a16:creationId xmlns:a16="http://schemas.microsoft.com/office/drawing/2014/main" id="{9156CA3C-A300-55DD-AF51-93CC6C10BD5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3318" name="Freeform 6">
                <a:extLst>
                  <a:ext uri="{FF2B5EF4-FFF2-40B4-BE49-F238E27FC236}">
                    <a16:creationId xmlns:a16="http://schemas.microsoft.com/office/drawing/2014/main" id="{FD12AEFE-5280-247E-98B3-3A29787155C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19" name="Freeform 7">
                <a:extLst>
                  <a:ext uri="{FF2B5EF4-FFF2-40B4-BE49-F238E27FC236}">
                    <a16:creationId xmlns:a16="http://schemas.microsoft.com/office/drawing/2014/main" id="{E73282CE-2C41-AC51-94C0-868D9F28275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0" name="Freeform 8">
                <a:extLst>
                  <a:ext uri="{FF2B5EF4-FFF2-40B4-BE49-F238E27FC236}">
                    <a16:creationId xmlns:a16="http://schemas.microsoft.com/office/drawing/2014/main" id="{756046E1-4670-34FC-D7C6-59DC414E1EC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1" name="Freeform 9">
                <a:extLst>
                  <a:ext uri="{FF2B5EF4-FFF2-40B4-BE49-F238E27FC236}">
                    <a16:creationId xmlns:a16="http://schemas.microsoft.com/office/drawing/2014/main" id="{D835D140-F705-65E7-7AB5-6FBFE7E0712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2" name="Freeform 10">
                <a:extLst>
                  <a:ext uri="{FF2B5EF4-FFF2-40B4-BE49-F238E27FC236}">
                    <a16:creationId xmlns:a16="http://schemas.microsoft.com/office/drawing/2014/main" id="{EC98F0AF-D903-905C-9381-7F44B9B2DE7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3323" name="Freeform 11">
              <a:extLst>
                <a:ext uri="{FF2B5EF4-FFF2-40B4-BE49-F238E27FC236}">
                  <a16:creationId xmlns:a16="http://schemas.microsoft.com/office/drawing/2014/main" id="{632C68D2-F797-0A8F-AAB1-620DC5A087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4" name="Freeform 12">
              <a:extLst>
                <a:ext uri="{FF2B5EF4-FFF2-40B4-BE49-F238E27FC236}">
                  <a16:creationId xmlns:a16="http://schemas.microsoft.com/office/drawing/2014/main" id="{7DA0DA18-F2BE-6801-4A4D-733D5308B2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F298C18C-9156-618E-7C63-CA929FFF6FD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3326" name="Rectangle 14">
            <a:extLst>
              <a:ext uri="{FF2B5EF4-FFF2-40B4-BE49-F238E27FC236}">
                <a16:creationId xmlns:a16="http://schemas.microsoft.com/office/drawing/2014/main" id="{7A430D38-94B0-0A49-57AA-AF2B8EB640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3327" name="Rectangle 15">
            <a:extLst>
              <a:ext uri="{FF2B5EF4-FFF2-40B4-BE49-F238E27FC236}">
                <a16:creationId xmlns:a16="http://schemas.microsoft.com/office/drawing/2014/main" id="{74770833-4642-9D8E-62E0-7681B3F07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0E64A3E9-A43B-FC26-A65F-AC0DB1F218B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205038"/>
            <a:ext cx="8229600" cy="1143000"/>
          </a:xfrm>
        </p:spPr>
        <p:txBody>
          <a:bodyPr/>
          <a:lstStyle/>
          <a:p>
            <a:r>
              <a:rPr lang="pt-BR" altLang="pt-BR" sz="4000" i="1"/>
              <a:t>7 </a:t>
            </a:r>
            <a:br>
              <a:rPr lang="pt-BR" altLang="pt-BR" sz="4000" i="1"/>
            </a:br>
            <a:r>
              <a:rPr lang="pt-BR" altLang="pt-BR" sz="4000" i="1"/>
              <a:t> CRISTO CURA, SIM!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>
            <a:extLst>
              <a:ext uri="{FF2B5EF4-FFF2-40B4-BE49-F238E27FC236}">
                <a16:creationId xmlns:a16="http://schemas.microsoft.com/office/drawing/2014/main" id="{A45B911B-D277-EDDC-1B6C-8141224AE2C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274638"/>
            <a:ext cx="9144000" cy="5602287"/>
          </a:xfrm>
          <a:noFill/>
          <a:ln/>
        </p:spPr>
        <p:txBody>
          <a:bodyPr/>
          <a:lstStyle/>
          <a:p>
            <a:r>
              <a:rPr lang="pt-BR" altLang="pt-BR" sz="3900"/>
              <a:t>CONTRA OS MALES DESTE MUNDO,</a:t>
            </a:r>
            <a:br>
              <a:rPr lang="pt-BR" altLang="pt-BR" sz="3900"/>
            </a:br>
            <a:r>
              <a:rPr lang="pt-BR" altLang="pt-BR" sz="3900"/>
              <a:t>DEUS NOS VALE SÓ;</a:t>
            </a:r>
            <a:br>
              <a:rPr lang="pt-BR" altLang="pt-BR" sz="3900"/>
            </a:br>
            <a:r>
              <a:rPr lang="pt-BR" altLang="pt-BR" sz="3900"/>
              <a:t>NÃO HÁ MAL QUE DEUS NÃO CURE,</a:t>
            </a:r>
            <a:br>
              <a:rPr lang="pt-BR" altLang="pt-BR" sz="3900"/>
            </a:br>
            <a:r>
              <a:rPr lang="pt-BR" altLang="pt-BR" sz="3900"/>
              <a:t>POIS DE NÓS TEM DÓ.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50BCBA4-6CEC-F265-2AD7-876FC37F697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1628775"/>
            <a:ext cx="8291512" cy="2722563"/>
          </a:xfrm>
        </p:spPr>
        <p:txBody>
          <a:bodyPr/>
          <a:lstStyle/>
          <a:p>
            <a:r>
              <a:rPr lang="pt-BR" altLang="pt-BR" sz="4000"/>
              <a:t>CRISTO CURA, SIM,</a:t>
            </a:r>
            <a:br>
              <a:rPr lang="pt-BR" altLang="pt-BR" sz="4000"/>
            </a:br>
            <a:r>
              <a:rPr lang="pt-BR" altLang="pt-BR" sz="4000"/>
              <a:t>CRISTO CURA, SIM.</a:t>
            </a:r>
            <a:br>
              <a:rPr lang="pt-BR" altLang="pt-BR" sz="4000"/>
            </a:br>
            <a:r>
              <a:rPr lang="pt-BR" altLang="pt-BR" sz="4000"/>
              <a:t>SEU AMOR POR NÓS É IMENSO;</a:t>
            </a:r>
            <a:br>
              <a:rPr lang="pt-BR" altLang="pt-BR" sz="4000"/>
            </a:br>
            <a:r>
              <a:rPr lang="pt-BR" altLang="pt-BR" sz="4000"/>
              <a:t>ELE CURA, SIM!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F7E1E8E-A876-C8D9-F4C9-7E024503CEA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476250"/>
            <a:ext cx="9144000" cy="3441700"/>
          </a:xfrm>
        </p:spPr>
        <p:txBody>
          <a:bodyPr/>
          <a:lstStyle/>
          <a:p>
            <a:r>
              <a:rPr lang="pt-BR" altLang="pt-BR" sz="4000"/>
              <a:t>DERRAMOU SEU SANGUE PURO</a:t>
            </a:r>
            <a:br>
              <a:rPr lang="pt-BR" altLang="pt-BR" sz="4000"/>
            </a:br>
            <a:r>
              <a:rPr lang="pt-BR" altLang="pt-BR" sz="4000"/>
              <a:t>P’RA REMIR A MIM;</a:t>
            </a:r>
            <a:br>
              <a:rPr lang="pt-BR" altLang="pt-BR" sz="4000"/>
            </a:br>
            <a:r>
              <a:rPr lang="pt-BR" altLang="pt-BR" sz="4000"/>
              <a:t>QUANDO UNGIDO SOU DE AZEITE,</a:t>
            </a:r>
            <a:br>
              <a:rPr lang="pt-BR" altLang="pt-BR" sz="4000"/>
            </a:br>
            <a:r>
              <a:rPr lang="pt-BR" altLang="pt-BR" sz="4000"/>
              <a:t>SOU CURADO, ENFIM!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352CC29-A0CB-B5CE-8EF0-293E4457DA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549275"/>
            <a:ext cx="8291512" cy="2722563"/>
          </a:xfrm>
        </p:spPr>
        <p:txBody>
          <a:bodyPr/>
          <a:lstStyle/>
          <a:p>
            <a:r>
              <a:rPr lang="pt-BR" altLang="pt-BR" sz="4000"/>
              <a:t>CRISTO CURA, SIM,</a:t>
            </a:r>
            <a:br>
              <a:rPr lang="pt-BR" altLang="pt-BR" sz="4000"/>
            </a:br>
            <a:r>
              <a:rPr lang="pt-BR" altLang="pt-BR" sz="4000"/>
              <a:t>CRISTO CURA, SIM.</a:t>
            </a:r>
            <a:br>
              <a:rPr lang="pt-BR" altLang="pt-BR" sz="4000"/>
            </a:br>
            <a:r>
              <a:rPr lang="pt-BR" altLang="pt-BR" sz="4000"/>
              <a:t>SEU AMOR POR NÓS É IMENSO;</a:t>
            </a:r>
            <a:br>
              <a:rPr lang="pt-BR" altLang="pt-BR" sz="4000"/>
            </a:br>
            <a:r>
              <a:rPr lang="pt-BR" altLang="pt-BR" sz="4000"/>
              <a:t>ELE CURA, SIM!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FA74917-D049-B9C4-C867-E1B3BED3E3A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620713"/>
            <a:ext cx="8435975" cy="3225800"/>
          </a:xfrm>
        </p:spPr>
        <p:txBody>
          <a:bodyPr/>
          <a:lstStyle/>
          <a:p>
            <a:r>
              <a:rPr lang="pt-BR" altLang="pt-BR" sz="4000"/>
              <a:t>SÓ  NOSS’ALMA É BEM SEGURA,</a:t>
            </a:r>
            <a:br>
              <a:rPr lang="pt-BR" altLang="pt-BR" sz="4000"/>
            </a:br>
            <a:r>
              <a:rPr lang="pt-BR" altLang="pt-BR" sz="4000"/>
              <a:t>OCULTA EM JESUS;</a:t>
            </a:r>
            <a:br>
              <a:rPr lang="pt-BR" altLang="pt-BR" sz="4000"/>
            </a:br>
            <a:r>
              <a:rPr lang="pt-BR" altLang="pt-BR" sz="4000"/>
              <a:t>ELE O BÁLSAMO DA VIDA,</a:t>
            </a:r>
            <a:br>
              <a:rPr lang="pt-BR" altLang="pt-BR" sz="4000"/>
            </a:br>
            <a:r>
              <a:rPr lang="pt-BR" altLang="pt-BR" sz="4000"/>
              <a:t>DERRAMOU NA CRUZ.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4912BBE-2580-8D69-3640-491BE5CFD1D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476250"/>
            <a:ext cx="8291512" cy="2722563"/>
          </a:xfrm>
        </p:spPr>
        <p:txBody>
          <a:bodyPr/>
          <a:lstStyle/>
          <a:p>
            <a:r>
              <a:rPr lang="pt-BR" altLang="pt-BR" sz="4000"/>
              <a:t>CRISTO CURA, SIM,</a:t>
            </a:r>
            <a:br>
              <a:rPr lang="pt-BR" altLang="pt-BR" sz="4000"/>
            </a:br>
            <a:r>
              <a:rPr lang="pt-BR" altLang="pt-BR" sz="4000"/>
              <a:t>CRISTO CURA, SIM.</a:t>
            </a:r>
            <a:br>
              <a:rPr lang="pt-BR" altLang="pt-BR" sz="4000"/>
            </a:br>
            <a:r>
              <a:rPr lang="pt-BR" altLang="pt-BR" sz="4000"/>
              <a:t>SEU AMOR POR NÓS É IMENSO;</a:t>
            </a:r>
            <a:br>
              <a:rPr lang="pt-BR" altLang="pt-BR" sz="4000"/>
            </a:br>
            <a:r>
              <a:rPr lang="pt-BR" altLang="pt-BR" sz="4000"/>
              <a:t>ELE CURA, SIM!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300C453-DE46-DDBE-3C0F-D7D19E02026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476250"/>
            <a:ext cx="8362950" cy="2938463"/>
          </a:xfrm>
        </p:spPr>
        <p:txBody>
          <a:bodyPr/>
          <a:lstStyle/>
          <a:p>
            <a:r>
              <a:rPr lang="pt-BR" altLang="pt-BR" sz="4000"/>
              <a:t>GLÓRIA A DEUS! </a:t>
            </a:r>
            <a:br>
              <a:rPr lang="pt-BR" altLang="pt-BR" sz="4000"/>
            </a:br>
            <a:r>
              <a:rPr lang="pt-BR" altLang="pt-BR" sz="4000"/>
              <a:t>ETERNA GLÓRIA,</a:t>
            </a:r>
            <a:br>
              <a:rPr lang="pt-BR" altLang="pt-BR" sz="4000"/>
            </a:br>
            <a:r>
              <a:rPr lang="pt-BR" altLang="pt-BR" sz="4000"/>
              <a:t>DEMOS-LHE LOUVOR;</a:t>
            </a:r>
            <a:br>
              <a:rPr lang="pt-BR" altLang="pt-BR" sz="4000"/>
            </a:br>
            <a:r>
              <a:rPr lang="pt-BR" altLang="pt-BR" sz="4000"/>
              <a:t>GLÓRIA, CÂNTICOS E HOSANAS</a:t>
            </a:r>
            <a:br>
              <a:rPr lang="pt-BR" altLang="pt-BR" sz="4000"/>
            </a:br>
            <a:r>
              <a:rPr lang="pt-BR" altLang="pt-BR" sz="4000"/>
              <a:t>DAI AO REDENTOR!</a:t>
            </a:r>
            <a:endParaRPr lang="en-US" altLang="pt-BR"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53F0839-444F-D4AF-E091-7FBE72F9146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476250"/>
            <a:ext cx="8291512" cy="2722563"/>
          </a:xfrm>
        </p:spPr>
        <p:txBody>
          <a:bodyPr/>
          <a:lstStyle/>
          <a:p>
            <a:r>
              <a:rPr lang="pt-BR" altLang="pt-BR" sz="4000"/>
              <a:t>CRISTO CURA, SIM,</a:t>
            </a:r>
            <a:br>
              <a:rPr lang="pt-BR" altLang="pt-BR" sz="4000"/>
            </a:br>
            <a:r>
              <a:rPr lang="pt-BR" altLang="pt-BR" sz="4000"/>
              <a:t>CRISTO CURA, SIM.</a:t>
            </a:r>
            <a:br>
              <a:rPr lang="pt-BR" altLang="pt-BR" sz="4000"/>
            </a:br>
            <a:r>
              <a:rPr lang="pt-BR" altLang="pt-BR" sz="4000"/>
              <a:t>SEU AMOR POR NÓS É IMENSO;</a:t>
            </a:r>
            <a:br>
              <a:rPr lang="pt-BR" altLang="pt-BR" sz="4000"/>
            </a:br>
            <a:r>
              <a:rPr lang="pt-BR" altLang="pt-BR" sz="4000"/>
              <a:t>ELE CURA, SIM!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xo">
  <a:themeElements>
    <a:clrScheme name="Fluxo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Fluxo">
      <a:majorFont>
        <a:latin typeface="Garamond"/>
        <a:ea typeface=""/>
        <a:cs typeface="Arial"/>
      </a:majorFont>
      <a:minorFont>
        <a:latin typeface="Garamond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luxo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ux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Fluxo</Template>
  <TotalTime>16</TotalTime>
  <Words>205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Garamond</vt:lpstr>
      <vt:lpstr>Times New Roman</vt:lpstr>
      <vt:lpstr>Wingdings</vt:lpstr>
      <vt:lpstr>Fluxo</vt:lpstr>
      <vt:lpstr>7   CRISTO CURA, SIM!</vt:lpstr>
      <vt:lpstr>CONTRA OS MALES DESTE MUNDO, DEUS NOS VALE SÓ; NÃO HÁ MAL QUE DEUS NÃO CURE, POIS DE NÓS TEM DÓ.</vt:lpstr>
      <vt:lpstr>CRISTO CURA, SIM, CRISTO CURA, SIM. SEU AMOR POR NÓS É IMENSO; ELE CURA, SIM!</vt:lpstr>
      <vt:lpstr>DERRAMOU SEU SANGUE PURO P’RA REMIR A MIM; QUANDO UNGIDO SOU DE AZEITE, SOU CURADO, ENFIM!</vt:lpstr>
      <vt:lpstr>CRISTO CURA, SIM, CRISTO CURA, SIM. SEU AMOR POR NÓS É IMENSO; ELE CURA, SIM!</vt:lpstr>
      <vt:lpstr>SÓ  NOSS’ALMA É BEM SEGURA, OCULTA EM JESUS; ELE O BÁLSAMO DA VIDA, DERRAMOU NA CRUZ.</vt:lpstr>
      <vt:lpstr>CRISTO CURA, SIM, CRISTO CURA, SIM. SEU AMOR POR NÓS É IMENSO; ELE CURA, SIM!</vt:lpstr>
      <vt:lpstr>GLÓRIA A DEUS!  ETERNA GLÓRIA, DEMOS-LHE LOUVOR; GLÓRIA, CÂNTICOS E HOSANAS DAI AO REDENTOR!</vt:lpstr>
      <vt:lpstr>CRISTO CURA, SIM, CRISTO CURA, SIM. SEU AMOR POR NÓS É IMENSO; ELE CURA, SIM!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 OS MALES DESTE MUNDO DEUS NOS VALE SÓ NÃO HÁ MAL QUE DEUS NÃO CURE POIS DE NÓS TEM DÓ.</dc:title>
  <dc:creator>Jose Antonio de Bem</dc:creator>
  <cp:lastModifiedBy>Emerson Souza</cp:lastModifiedBy>
  <cp:revision>4</cp:revision>
  <dcterms:created xsi:type="dcterms:W3CDTF">2004-07-28T23:47:00Z</dcterms:created>
  <dcterms:modified xsi:type="dcterms:W3CDTF">2026-05-02T21:37:37Z</dcterms:modified>
</cp:coreProperties>
</file>