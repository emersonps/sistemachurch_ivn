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71" r:id="rId2"/>
    <p:sldId id="256" r:id="rId3"/>
    <p:sldId id="272" r:id="rId4"/>
    <p:sldId id="258" r:id="rId5"/>
    <p:sldId id="273" r:id="rId6"/>
    <p:sldId id="259" r:id="rId7"/>
    <p:sldId id="274" r:id="rId8"/>
    <p:sldId id="260" r:id="rId9"/>
    <p:sldId id="275" r:id="rId10"/>
    <p:sldId id="261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73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4D2E1853-BFAE-058E-DF64-47758F2C8E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11267" name="Freeform 3">
              <a:extLst>
                <a:ext uri="{FF2B5EF4-FFF2-40B4-BE49-F238E27FC236}">
                  <a16:creationId xmlns:a16="http://schemas.microsoft.com/office/drawing/2014/main" id="{20C3C967-FDB0-8794-57BB-2FED1146D5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8" name="Freeform 4">
              <a:extLst>
                <a:ext uri="{FF2B5EF4-FFF2-40B4-BE49-F238E27FC236}">
                  <a16:creationId xmlns:a16="http://schemas.microsoft.com/office/drawing/2014/main" id="{860AAEA8-4471-A71B-C96D-FDD3054123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69" name="Freeform 5">
              <a:extLst>
                <a:ext uri="{FF2B5EF4-FFF2-40B4-BE49-F238E27FC236}">
                  <a16:creationId xmlns:a16="http://schemas.microsoft.com/office/drawing/2014/main" id="{BBAF0046-7328-025A-59DD-6F37E70829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0" name="Freeform 6">
              <a:extLst>
                <a:ext uri="{FF2B5EF4-FFF2-40B4-BE49-F238E27FC236}">
                  <a16:creationId xmlns:a16="http://schemas.microsoft.com/office/drawing/2014/main" id="{C81D8326-2105-AA44-4436-EFAA884AF2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1" name="Freeform 7">
              <a:extLst>
                <a:ext uri="{FF2B5EF4-FFF2-40B4-BE49-F238E27FC236}">
                  <a16:creationId xmlns:a16="http://schemas.microsoft.com/office/drawing/2014/main" id="{80B195BF-379E-416C-C512-FB2822AB5EF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2" name="Freeform 8">
              <a:extLst>
                <a:ext uri="{FF2B5EF4-FFF2-40B4-BE49-F238E27FC236}">
                  <a16:creationId xmlns:a16="http://schemas.microsoft.com/office/drawing/2014/main" id="{9762A44C-1827-2F82-4861-5961C26988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3" name="Freeform 9">
              <a:extLst>
                <a:ext uri="{FF2B5EF4-FFF2-40B4-BE49-F238E27FC236}">
                  <a16:creationId xmlns:a16="http://schemas.microsoft.com/office/drawing/2014/main" id="{B3E0BA92-744C-E3A0-3BB0-B5602111BC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4" name="Freeform 10">
              <a:extLst>
                <a:ext uri="{FF2B5EF4-FFF2-40B4-BE49-F238E27FC236}">
                  <a16:creationId xmlns:a16="http://schemas.microsoft.com/office/drawing/2014/main" id="{CBCE8722-4640-8BC1-D2F3-95459D06B7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5" name="Freeform 11">
              <a:extLst>
                <a:ext uri="{FF2B5EF4-FFF2-40B4-BE49-F238E27FC236}">
                  <a16:creationId xmlns:a16="http://schemas.microsoft.com/office/drawing/2014/main" id="{A64993B9-4EAB-BF97-4FAF-0A2674630D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FEBF5504-38F2-F490-7310-205C0CBD3F5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88ADD321-9D4E-7FA5-BD72-61A88413BFD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8" name="Freeform 14">
              <a:extLst>
                <a:ext uri="{FF2B5EF4-FFF2-40B4-BE49-F238E27FC236}">
                  <a16:creationId xmlns:a16="http://schemas.microsoft.com/office/drawing/2014/main" id="{4D82D131-74BD-C3FA-784B-70D82908E5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9" name="Freeform 15">
              <a:extLst>
                <a:ext uri="{FF2B5EF4-FFF2-40B4-BE49-F238E27FC236}">
                  <a16:creationId xmlns:a16="http://schemas.microsoft.com/office/drawing/2014/main" id="{E3D1F3F7-5545-6EE6-E5AF-B7870D282C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0" name="Freeform 16">
              <a:extLst>
                <a:ext uri="{FF2B5EF4-FFF2-40B4-BE49-F238E27FC236}">
                  <a16:creationId xmlns:a16="http://schemas.microsoft.com/office/drawing/2014/main" id="{8DC3E474-F48F-58C0-67F0-E7084FC524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1" name="Freeform 17">
              <a:extLst>
                <a:ext uri="{FF2B5EF4-FFF2-40B4-BE49-F238E27FC236}">
                  <a16:creationId xmlns:a16="http://schemas.microsoft.com/office/drawing/2014/main" id="{38FFB086-12BB-5CA2-100B-E4C8EDEF2A3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2" name="Freeform 18">
              <a:extLst>
                <a:ext uri="{FF2B5EF4-FFF2-40B4-BE49-F238E27FC236}">
                  <a16:creationId xmlns:a16="http://schemas.microsoft.com/office/drawing/2014/main" id="{24816F29-117D-D0F9-AF66-94BE587CAE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3" name="Freeform 19">
              <a:extLst>
                <a:ext uri="{FF2B5EF4-FFF2-40B4-BE49-F238E27FC236}">
                  <a16:creationId xmlns:a16="http://schemas.microsoft.com/office/drawing/2014/main" id="{1915C49A-CDCB-93E2-4795-E9434C4786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84" name="Freeform 20">
              <a:extLst>
                <a:ext uri="{FF2B5EF4-FFF2-40B4-BE49-F238E27FC236}">
                  <a16:creationId xmlns:a16="http://schemas.microsoft.com/office/drawing/2014/main" id="{51BA5B8D-7878-4797-8D30-3765288792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33D2D3BD-8E53-0EBE-5938-614DC373A69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AD13497F-4F14-58B1-E172-03658686A2F4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1287" name="Rectangle 23">
            <a:extLst>
              <a:ext uri="{FF2B5EF4-FFF2-40B4-BE49-F238E27FC236}">
                <a16:creationId xmlns:a16="http://schemas.microsoft.com/office/drawing/2014/main" id="{C848177A-4DFA-707B-FF91-283011CD9CC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88" name="Rectangle 24">
            <a:extLst>
              <a:ext uri="{FF2B5EF4-FFF2-40B4-BE49-F238E27FC236}">
                <a16:creationId xmlns:a16="http://schemas.microsoft.com/office/drawing/2014/main" id="{B02B9970-2A90-73FB-EBFB-1F2600ABD68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89" name="Rectangle 25">
            <a:extLst>
              <a:ext uri="{FF2B5EF4-FFF2-40B4-BE49-F238E27FC236}">
                <a16:creationId xmlns:a16="http://schemas.microsoft.com/office/drawing/2014/main" id="{9B7F553E-8B04-352B-8108-FB1AD0E7EC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927696D-886D-4891-B6CC-B649C0C976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691E3-2C60-9D77-2190-9560A97A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432FD-77F4-CAAF-99B9-1A593AA29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EE8890-B3E5-1156-0575-F8A604DA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37400C-0A15-2D1E-F9A8-A5E45D67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B48CE0-4A8E-A372-384C-12A680EB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4227F-5CB5-4387-8F77-A3A9B48866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916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90B27-4F8B-1270-4A4A-06ED05286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0F048D-43B8-B167-A564-67825AD58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A3EC48-9B85-A29D-6A46-D5F2F5A7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2E3B4C-22B8-8729-6DA4-6F7C89D5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2ACBDB-9547-2723-AC15-0C5AEBCD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2DCABD-2AA2-4BCD-89B9-1FE0EACEB5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71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28F26-A315-1336-933D-08D19258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AE369-D85F-AFDD-4E2F-E9E0FE93B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F5355F-3994-074F-5B7B-4A9A15DFD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F6AD0-7401-9AAA-6D58-51D108DF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B36EDB-21DE-E706-C0D7-813188E9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9B69B1-B067-4C44-B824-5866D605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18F996-C8B3-4109-87B3-BAD2426E78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262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E7D5B-6086-ECA3-46AA-8175867B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287688-CC8B-0241-0ED3-C9BF97677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65D74C-598F-2E80-ED4D-52E9F70F8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F08DFE-9121-9DB1-63C6-2BAFF11AA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65AC04-25BF-5BB4-6A8B-BDDD1CCA8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784C4E-4B51-2C59-691C-477EA6EA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8AE2D1-BBEA-1372-63C8-B636DEFB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D7C219-6F87-3658-C49C-7E304BB6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D1E2B-4194-4929-A06D-F83A062975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060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F93D7-0A8B-4B69-FB89-370F386F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C52B98-9EE3-5C49-861B-F27BFE6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D57195-A485-B011-690F-3F18C0AB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1C842C-2C0A-5F70-7B5F-B61C0657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AD4B46-A67E-4612-996C-DBB2B43C36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350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2D7294-F3B1-74D8-C15D-4ED9D490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F26B83-9610-BDA4-DAD1-47E8EF2B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5345FE-0722-E395-929A-BD8C4FDA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A3847-2473-4ED4-AA59-D04DE77B59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493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6B59-96E1-D23B-8BB9-A1007538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BB5C28-F395-06AA-3EEB-FD80A83F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8443A9-808E-0576-7FA8-41399853D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D2DE8E-A289-8DF7-704B-47D4192D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28299-6243-B772-6EAE-AB4B1143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39288B-36D4-1CE9-373C-97314BB1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74C34-8D29-44C5-81CC-BCE0603ACF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009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1FCE8-7090-AE1D-90B4-5A6B690B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EF717C-3EC3-D93C-D1E4-22DE7B9C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3F9644-BC3E-B692-C2ED-BAFC27ED6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D0928C-9489-DF44-1FCB-8AC5CEF1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126163-9562-2BC7-51A3-8A40D631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0FFCA8-0E18-C86D-7C74-CD9FC861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3BCAD5-4D89-47BD-9B31-62548ABABE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568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06F15-BB95-ED11-E0EF-C38B8EFD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5DCF48-17EE-4C31-7E94-77EB1241B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97E739-00B5-1750-F69F-20D58562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E1D5B-2543-A214-637B-AB98D050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DCB26-1367-0B77-57B7-E29B1A14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5BCD0-6FD0-40EA-AEC3-3959C6EDB6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919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52249B-A88A-59BA-F0E7-5B086ACD1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90857-443C-FEC1-B1AB-C5A02C82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E1172C-C9D0-F613-9F08-4B48053B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C43C0C-52AA-EE17-3960-E9BCFB38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DAC0F6-4EBA-2924-F058-CADB986D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59B938-5EAD-43CD-815B-D4F748E2CB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826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069180E5-6BF7-DCB2-7BE9-49BDACAB060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10243" name="Freeform 3">
              <a:extLst>
                <a:ext uri="{FF2B5EF4-FFF2-40B4-BE49-F238E27FC236}">
                  <a16:creationId xmlns:a16="http://schemas.microsoft.com/office/drawing/2014/main" id="{AC66CD45-146C-D7D6-3364-A8DE15A12E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4" name="Freeform 4">
              <a:extLst>
                <a:ext uri="{FF2B5EF4-FFF2-40B4-BE49-F238E27FC236}">
                  <a16:creationId xmlns:a16="http://schemas.microsoft.com/office/drawing/2014/main" id="{615C72E4-5C2D-72D5-C5CE-EAEB612207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5" name="Freeform 5">
              <a:extLst>
                <a:ext uri="{FF2B5EF4-FFF2-40B4-BE49-F238E27FC236}">
                  <a16:creationId xmlns:a16="http://schemas.microsoft.com/office/drawing/2014/main" id="{54BD3A37-8FD5-9920-70A1-D5CE8B1242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6" name="Freeform 6">
              <a:extLst>
                <a:ext uri="{FF2B5EF4-FFF2-40B4-BE49-F238E27FC236}">
                  <a16:creationId xmlns:a16="http://schemas.microsoft.com/office/drawing/2014/main" id="{07602486-4206-B187-EFFE-9F809AE7A5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7" name="Freeform 7">
              <a:extLst>
                <a:ext uri="{FF2B5EF4-FFF2-40B4-BE49-F238E27FC236}">
                  <a16:creationId xmlns:a16="http://schemas.microsoft.com/office/drawing/2014/main" id="{BFADC71A-9216-4C0E-B7EA-9F0927E0275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8" name="Freeform 8">
              <a:extLst>
                <a:ext uri="{FF2B5EF4-FFF2-40B4-BE49-F238E27FC236}">
                  <a16:creationId xmlns:a16="http://schemas.microsoft.com/office/drawing/2014/main" id="{8ECD1AF8-E431-3297-EB95-694C70CC103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9" name="Freeform 9">
              <a:extLst>
                <a:ext uri="{FF2B5EF4-FFF2-40B4-BE49-F238E27FC236}">
                  <a16:creationId xmlns:a16="http://schemas.microsoft.com/office/drawing/2014/main" id="{CC31C4C5-F27A-3EF0-F7ED-0AAF01999F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0" name="Freeform 10">
              <a:extLst>
                <a:ext uri="{FF2B5EF4-FFF2-40B4-BE49-F238E27FC236}">
                  <a16:creationId xmlns:a16="http://schemas.microsoft.com/office/drawing/2014/main" id="{857E33AC-A2C8-9F40-7F67-32DB9F4DB8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1" name="Freeform 11">
              <a:extLst>
                <a:ext uri="{FF2B5EF4-FFF2-40B4-BE49-F238E27FC236}">
                  <a16:creationId xmlns:a16="http://schemas.microsoft.com/office/drawing/2014/main" id="{11C1B54D-59C0-316E-2B3C-1FB474E8F3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66822E05-BB62-8FF1-2A3C-8287C35308B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051EDA25-9615-3A7B-BA76-C27925D6C8B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4" name="Freeform 14">
              <a:extLst>
                <a:ext uri="{FF2B5EF4-FFF2-40B4-BE49-F238E27FC236}">
                  <a16:creationId xmlns:a16="http://schemas.microsoft.com/office/drawing/2014/main" id="{74D3C7E7-B7D0-6A48-B003-C36EE62D9C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5" name="Freeform 15">
              <a:extLst>
                <a:ext uri="{FF2B5EF4-FFF2-40B4-BE49-F238E27FC236}">
                  <a16:creationId xmlns:a16="http://schemas.microsoft.com/office/drawing/2014/main" id="{502A869F-054D-FDE6-CCE3-9A5DE1BFD0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6" name="Freeform 16">
              <a:extLst>
                <a:ext uri="{FF2B5EF4-FFF2-40B4-BE49-F238E27FC236}">
                  <a16:creationId xmlns:a16="http://schemas.microsoft.com/office/drawing/2014/main" id="{CE975CD8-CB9D-9537-EE5F-801E90D3ED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7" name="Freeform 17">
              <a:extLst>
                <a:ext uri="{FF2B5EF4-FFF2-40B4-BE49-F238E27FC236}">
                  <a16:creationId xmlns:a16="http://schemas.microsoft.com/office/drawing/2014/main" id="{418519AD-D2C3-311A-E210-BA9B439DB23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8" name="Freeform 18">
              <a:extLst>
                <a:ext uri="{FF2B5EF4-FFF2-40B4-BE49-F238E27FC236}">
                  <a16:creationId xmlns:a16="http://schemas.microsoft.com/office/drawing/2014/main" id="{1ED57FCA-3B02-EBE9-8F5B-5B60F290EB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9" name="Freeform 19">
              <a:extLst>
                <a:ext uri="{FF2B5EF4-FFF2-40B4-BE49-F238E27FC236}">
                  <a16:creationId xmlns:a16="http://schemas.microsoft.com/office/drawing/2014/main" id="{3F81DF48-C082-8549-22C3-0CF033F834E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0" name="Freeform 20">
              <a:extLst>
                <a:ext uri="{FF2B5EF4-FFF2-40B4-BE49-F238E27FC236}">
                  <a16:creationId xmlns:a16="http://schemas.microsoft.com/office/drawing/2014/main" id="{1391F3CB-9A3E-FD4E-2350-7C8BB6CD90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3E934547-0D93-B15D-3E53-5B234796E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62" name="Rectangle 22">
            <a:extLst>
              <a:ext uri="{FF2B5EF4-FFF2-40B4-BE49-F238E27FC236}">
                <a16:creationId xmlns:a16="http://schemas.microsoft.com/office/drawing/2014/main" id="{A37F35BD-7031-7CB7-6C4A-E5CC05806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B9142FC0-DE40-1FD0-2251-44814BDCB5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ED54297D-5BCF-247D-E6DF-E46D2C0DF7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0E59F351-0B3D-6302-49AD-002333FD6A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E4419BD-F191-4EF6-9036-99C818DF77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BFBAAD8-8824-9CB8-8C2C-6E2E7AFEA5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b="0">
                <a:latin typeface="Arial Unicode MS" pitchFamily="34" charset="-128"/>
              </a:rPr>
              <a:t>298</a:t>
            </a:r>
            <a:br>
              <a:rPr lang="pt-BR" altLang="pt-BR" b="0">
                <a:latin typeface="Arial Unicode MS" pitchFamily="34" charset="-128"/>
              </a:rPr>
            </a:br>
            <a:r>
              <a:rPr lang="pt-BR" altLang="pt-BR" b="0">
                <a:latin typeface="Arial Unicode MS" pitchFamily="34" charset="-128"/>
              </a:rPr>
              <a:t>Avante Servos de Jesus</a:t>
            </a:r>
            <a:endParaRPr lang="en-US" altLang="pt-BR" b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2A4F92-8170-460E-11D3-9E4DC0C2A9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Avante, servos de Jesus,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 Por nosso Deus;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Nas trevas brilhe vossa luz,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A luz lá dos céus.</a:t>
            </a:r>
            <a:br>
              <a:rPr lang="en-US" altLang="pt-BR" sz="4800" b="0">
                <a:latin typeface="Arial Unicode MS" pitchFamily="34" charset="-128"/>
              </a:rPr>
            </a:br>
            <a:endParaRPr lang="en-US" altLang="pt-BR" sz="4800" b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09E3A77-AF05-4B3B-DC4E-5F5E1F45C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Triunfante sigo, levando a cruz!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9443A10-ED6F-414F-9193-76C0E56D8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Levanta Josué pendão,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Com mui valor;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 o inimigo foge, então,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Com grande pavor.</a:t>
            </a:r>
            <a:br>
              <a:rPr lang="en-US" altLang="pt-BR" sz="4800" b="0">
                <a:latin typeface="Arial Unicode MS" pitchFamily="34" charset="-128"/>
              </a:rPr>
            </a:br>
            <a:endParaRPr lang="en-US" altLang="pt-BR" sz="4800" b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82A5276-E89D-D06C-7CE0-596E088A4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Triunfante sigo, levando a cruz!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Em nome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8B791DA-4277-13EA-893E-75CCE165B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Sai com trezentos Gideão,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A combater;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Os midianitas logo vão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A guerra perder.</a:t>
            </a:r>
            <a:br>
              <a:rPr lang="en-US" altLang="pt-BR" sz="4800" b="0">
                <a:latin typeface="Arial Unicode MS" pitchFamily="34" charset="-128"/>
              </a:rPr>
            </a:br>
            <a:br>
              <a:rPr lang="en-US" altLang="pt-BR" sz="4800" b="0">
                <a:latin typeface="Arial Unicode MS" pitchFamily="34" charset="-128"/>
              </a:rPr>
            </a:br>
            <a:endParaRPr lang="en-US" altLang="pt-BR" sz="4800" b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C1ACB51-C52A-DE90-8FDF-F95AE84F9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Triunfante sigo, levando a cruz!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Em nome de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4F64D63-2B09-4408-15CB-DC78F9D6B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Golias mui soberbo está,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Zomba de Deus.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Mas vem Davi, e nele dá,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Com ajuda do céu.</a:t>
            </a:r>
            <a:br>
              <a:rPr lang="en-US" altLang="pt-BR" sz="4800" b="0">
                <a:latin typeface="Arial Unicode MS" pitchFamily="34" charset="-128"/>
              </a:rPr>
            </a:br>
            <a:br>
              <a:rPr lang="en-US" altLang="pt-BR" sz="4800" b="0">
                <a:latin typeface="Arial Unicode MS" pitchFamily="34" charset="-128"/>
              </a:rPr>
            </a:br>
            <a:endParaRPr lang="en-US" altLang="pt-BR" sz="4800" b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DC450A8-38D8-1D03-D318-9A63844F5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Triunfante sigo, levando a cruz!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Em nome de Jesus!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344EB84-2865-D2EF-EC06-F96319B85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Cerrai fileiras, ó fiéis,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Sempre avançai!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No céu coroas e lauréis, 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Jesus vai nos 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267C1EE-45A0-715A-8136-7C631D518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Triunfante sigo, levando a cruz!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Glória a Deus, pois vencerei,</a:t>
            </a:r>
            <a:br>
              <a:rPr lang="en-US" altLang="pt-BR" sz="4800" b="0">
                <a:latin typeface="Arial Unicode MS" pitchFamily="34" charset="-128"/>
              </a:rPr>
            </a:br>
            <a:r>
              <a:rPr lang="en-US" altLang="pt-BR" sz="4800" b="0">
                <a:latin typeface="Arial Unicode MS" pitchFamily="34" charset="-128"/>
              </a:rPr>
              <a:t>Em nome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lhas">
  <a:themeElements>
    <a:clrScheme name="Folhas 1">
      <a:dk1>
        <a:srgbClr val="BB5F03"/>
      </a:dk1>
      <a:lt1>
        <a:srgbClr val="FFFFFF"/>
      </a:lt1>
      <a:dk2>
        <a:srgbClr val="993300"/>
      </a:dk2>
      <a:lt2>
        <a:srgbClr val="FEEC94"/>
      </a:lt2>
      <a:accent1>
        <a:srgbClr val="FF9900"/>
      </a:accent1>
      <a:accent2>
        <a:srgbClr val="B76A03"/>
      </a:accent2>
      <a:accent3>
        <a:srgbClr val="CAADAA"/>
      </a:accent3>
      <a:accent4>
        <a:srgbClr val="DADADA"/>
      </a:accent4>
      <a:accent5>
        <a:srgbClr val="FFCAAA"/>
      </a:accent5>
      <a:accent6>
        <a:srgbClr val="A65F02"/>
      </a:accent6>
      <a:hlink>
        <a:srgbClr val="FFFFCC"/>
      </a:hlink>
      <a:folHlink>
        <a:srgbClr val="CCCC00"/>
      </a:folHlink>
    </a:clrScheme>
    <a:fontScheme name="Folha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olhas 1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2">
        <a:dk1>
          <a:srgbClr val="EA9306"/>
        </a:dk1>
        <a:lt1>
          <a:srgbClr val="FFFFFF"/>
        </a:lt1>
        <a:dk2>
          <a:srgbClr val="FAC120"/>
        </a:dk2>
        <a:lt2>
          <a:srgbClr val="FFFDD1"/>
        </a:lt2>
        <a:accent1>
          <a:srgbClr val="CC6600"/>
        </a:accent1>
        <a:accent2>
          <a:srgbClr val="FF9933"/>
        </a:accent2>
        <a:accent3>
          <a:srgbClr val="FCDDAB"/>
        </a:accent3>
        <a:accent4>
          <a:srgbClr val="DADADA"/>
        </a:accent4>
        <a:accent5>
          <a:srgbClr val="E2B8AA"/>
        </a:accent5>
        <a:accent6>
          <a:srgbClr val="E78A2D"/>
        </a:accent6>
        <a:hlink>
          <a:srgbClr val="A50021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3">
        <a:dk1>
          <a:srgbClr val="000000"/>
        </a:dk1>
        <a:lt1>
          <a:srgbClr val="FFFFCC"/>
        </a:lt1>
        <a:dk2>
          <a:srgbClr val="A26D18"/>
        </a:dk2>
        <a:lt2>
          <a:srgbClr val="F9D793"/>
        </a:lt2>
        <a:accent1>
          <a:srgbClr val="FFD05B"/>
        </a:accent1>
        <a:accent2>
          <a:srgbClr val="FEE1A8"/>
        </a:accent2>
        <a:accent3>
          <a:srgbClr val="FFFFE2"/>
        </a:accent3>
        <a:accent4>
          <a:srgbClr val="000000"/>
        </a:accent4>
        <a:accent5>
          <a:srgbClr val="FFE4B5"/>
        </a:accent5>
        <a:accent6>
          <a:srgbClr val="E6CC98"/>
        </a:accent6>
        <a:hlink>
          <a:srgbClr val="FF0000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has 4">
        <a:dk1>
          <a:srgbClr val="008000"/>
        </a:dk1>
        <a:lt1>
          <a:srgbClr val="FFFFFF"/>
        </a:lt1>
        <a:dk2>
          <a:srgbClr val="005800"/>
        </a:dk2>
        <a:lt2>
          <a:srgbClr val="FFFFCC"/>
        </a:lt2>
        <a:accent1>
          <a:srgbClr val="00CC99"/>
        </a:accent1>
        <a:accent2>
          <a:srgbClr val="007825"/>
        </a:accent2>
        <a:accent3>
          <a:srgbClr val="AAB4AA"/>
        </a:accent3>
        <a:accent4>
          <a:srgbClr val="DADADA"/>
        </a:accent4>
        <a:accent5>
          <a:srgbClr val="AAE2CA"/>
        </a:accent5>
        <a:accent6>
          <a:srgbClr val="006C20"/>
        </a:accent6>
        <a:hlink>
          <a:srgbClr val="9966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5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6">
        <a:dk1>
          <a:srgbClr val="006699"/>
        </a:dk1>
        <a:lt1>
          <a:srgbClr val="FFFFFF"/>
        </a:lt1>
        <a:dk2>
          <a:srgbClr val="006666"/>
        </a:dk2>
        <a:lt2>
          <a:srgbClr val="CCECFF"/>
        </a:lt2>
        <a:accent1>
          <a:srgbClr val="00CCFF"/>
        </a:accent1>
        <a:accent2>
          <a:srgbClr val="017A83"/>
        </a:accent2>
        <a:accent3>
          <a:srgbClr val="AAB8B8"/>
        </a:accent3>
        <a:accent4>
          <a:srgbClr val="DADADA"/>
        </a:accent4>
        <a:accent5>
          <a:srgbClr val="AAE2FF"/>
        </a:accent5>
        <a:accent6>
          <a:srgbClr val="016E76"/>
        </a:accent6>
        <a:hlink>
          <a:srgbClr val="FFFFCC"/>
        </a:hlink>
        <a:folHlink>
          <a:srgbClr val="99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7">
        <a:dk1>
          <a:srgbClr val="80ACC4"/>
        </a:dk1>
        <a:lt1>
          <a:srgbClr val="FFFFFF"/>
        </a:lt1>
        <a:dk2>
          <a:srgbClr val="B3D1DF"/>
        </a:dk2>
        <a:lt2>
          <a:srgbClr val="FFFFFF"/>
        </a:lt2>
        <a:accent1>
          <a:srgbClr val="5089A8"/>
        </a:accent1>
        <a:accent2>
          <a:srgbClr val="BBC6DB"/>
        </a:accent2>
        <a:accent3>
          <a:srgbClr val="D6E5EC"/>
        </a:accent3>
        <a:accent4>
          <a:srgbClr val="DADADA"/>
        </a:accent4>
        <a:accent5>
          <a:srgbClr val="B3C4D1"/>
        </a:accent5>
        <a:accent6>
          <a:srgbClr val="A9B3C6"/>
        </a:accent6>
        <a:hlink>
          <a:srgbClr val="0000FF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8">
        <a:dk1>
          <a:srgbClr val="5700AE"/>
        </a:dk1>
        <a:lt1>
          <a:srgbClr val="FFFFFF"/>
        </a:lt1>
        <a:dk2>
          <a:srgbClr val="7301CB"/>
        </a:dk2>
        <a:lt2>
          <a:srgbClr val="C5C5FF"/>
        </a:lt2>
        <a:accent1>
          <a:srgbClr val="9999FF"/>
        </a:accent1>
        <a:accent2>
          <a:srgbClr val="7000E0"/>
        </a:accent2>
        <a:accent3>
          <a:srgbClr val="BCAAE2"/>
        </a:accent3>
        <a:accent4>
          <a:srgbClr val="DADADA"/>
        </a:accent4>
        <a:accent5>
          <a:srgbClr val="CACAFF"/>
        </a:accent5>
        <a:accent6>
          <a:srgbClr val="6500CB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9">
        <a:dk1>
          <a:srgbClr val="003366"/>
        </a:dk1>
        <a:lt1>
          <a:srgbClr val="FFFFFF"/>
        </a:lt1>
        <a:dk2>
          <a:srgbClr val="003366"/>
        </a:dk2>
        <a:lt2>
          <a:srgbClr val="CBD5DF"/>
        </a:lt2>
        <a:accent1>
          <a:srgbClr val="A9BEE9"/>
        </a:accent1>
        <a:accent2>
          <a:srgbClr val="D6E4F2"/>
        </a:accent2>
        <a:accent3>
          <a:srgbClr val="FFFFFF"/>
        </a:accent3>
        <a:accent4>
          <a:srgbClr val="002A56"/>
        </a:accent4>
        <a:accent5>
          <a:srgbClr val="D1DBF2"/>
        </a:accent5>
        <a:accent6>
          <a:srgbClr val="C2CFDB"/>
        </a:accent6>
        <a:hlink>
          <a:srgbClr val="0000CC"/>
        </a:hlink>
        <a:folHlink>
          <a:srgbClr val="8668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Folhas</Template>
  <TotalTime>219</TotalTime>
  <Words>352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Wingdings</vt:lpstr>
      <vt:lpstr>Arial Unicode MS</vt:lpstr>
      <vt:lpstr>Folhas</vt:lpstr>
      <vt:lpstr>298 Avante Servos de Jesus</vt:lpstr>
      <vt:lpstr>Avante, servos de Jesus,  Por nosso Deus; Nas trevas brilhe vossa luz,  A luz lá dos céus. </vt:lpstr>
      <vt:lpstr>Glória a Deus, pois vencerei, Glória a Deus, pois vencerei, Triunfante sigo, levando a cruz! Glória a Deus, pois vencerei, Glória a Deus, pois vencerei, Em nome de Jesus!</vt:lpstr>
      <vt:lpstr>Levanta Josué pendão,  Com mui valor; E o inimigo foge, então,  Com grande pavor. </vt:lpstr>
      <vt:lpstr>Glória a Deus, pois vencerei, Glória a Deus, pois vencerei, Triunfante sigo, levando a cruz! Glória a Deus, pois vencerei, Glória a Deus, pois vencerei, Em nome de Jesus!</vt:lpstr>
      <vt:lpstr>Sai com trezentos Gideão,  A combater; Os midianitas logo vão  A guerra perder.  </vt:lpstr>
      <vt:lpstr>Glória a Deus, pois vencerei, Glória a Deus, pois vencerei, Triunfante sigo, levando a cruz! Glória a Deus, pois vencerei, Glória a Deus, pois vencerei, Em nome de Jesus!</vt:lpstr>
      <vt:lpstr>Golias mui soberbo está,  Zomba de Deus. Mas vem Davi, e nele dá,  Com ajuda do céu.  </vt:lpstr>
      <vt:lpstr>Glória a Deus, pois vencerei, Glória a Deus, pois vencerei, Triunfante sigo, levando a cruz! Glória a Deus, pois vencerei, Glória a Deus, pois vencerei, Em nome de Jesus!</vt:lpstr>
      <vt:lpstr>Cerrai fileiras, ó fiéis,  Sempre avançai! No céu coroas e lauréis,  Jesus vai nos dar.</vt:lpstr>
      <vt:lpstr>Glória a Deus, pois vencerei, Glória a Deus, pois vencerei, Triunfante sigo, levando a cruz! Glória a Deus, pois vencerei, Glória a Deus, pois vencerei, Em nome de Jesus!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Avante, servos de Jesus, por nosso Deus; Nas trevas brilhe vossa luz, a luz lá dos céus. </dc:title>
  <dc:creator>owner</dc:creator>
  <cp:lastModifiedBy>Emerson Souza</cp:lastModifiedBy>
  <cp:revision>9</cp:revision>
  <dcterms:created xsi:type="dcterms:W3CDTF">2005-01-09T23:28:53Z</dcterms:created>
  <dcterms:modified xsi:type="dcterms:W3CDTF">2026-05-02T22:01:42Z</dcterms:modified>
</cp:coreProperties>
</file>