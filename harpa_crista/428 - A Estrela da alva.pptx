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DE5E8-D5D1-68F3-3DC0-B50DAE1A4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C3AD8-66C2-ACB4-78FB-879134954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A05EE-65A6-9855-86FC-76D1722A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68034A-3470-FCED-621D-2C1B3E2A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B82C0A-6056-0D7C-629D-940BE43C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63849F-1960-4A2D-91D8-B52B658568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4727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73798-7DF3-2810-2C72-55866ACE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3C0CFD-CD65-042B-3A97-A0D0036CC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17A5CC-ED9B-27BE-F266-27F70099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462BDC-7992-E98D-C00B-28F5A60F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BAFC15-4943-819A-FCE0-07A2C9D9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7AEE8B-8A54-4382-B5E7-44605998D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17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B9F20-C2D3-3041-72CA-8A833FE2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CFFA27-F3F2-6000-0786-E3B5C3416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7F7C13-BD4B-2FBF-378F-CA3F9CE4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D40012-8FA4-1AC9-698D-10DC5834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6C2832-3C3E-10D4-D7A7-83E8AFF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0B9053-EA05-4C3C-8627-D78615A8DE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065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9D159-2E94-3B27-635E-5E42D4CB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B83E26-44E6-E8AC-7AD6-6C38DDF4E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AD50F6-4168-0F4E-F171-EAC0F5DC2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02C3C7-1248-A771-241A-C0AEC61F4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0C4F32-73DB-B4C5-57E3-3CF8B08A4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6A3072-DF54-1CFE-96EC-1FE7A8C9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DAADA-7A9B-4EC1-B70F-EE55660DB5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52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0B162-54BE-DE70-5DEE-1F4CAF92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B0796E-9078-9F67-0F37-6EE91AD85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A6FF49-D5CE-1A04-AE0B-C7BD01AE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0E48A0-664A-7B0F-B091-86D58E9DB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8FC190-F798-0A18-5C8F-B907B8BFA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CFD7F30-C9D1-6EA6-23F5-54BBFB09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EEBCE1-EF2C-A47A-1DEE-1B2B807F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1E0291-8CD4-A54B-ABA3-6FF1C613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C01B1C-DF41-4F66-8BAB-DA969B2F7E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349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6B617-768F-7C7E-1F9A-4D514D3E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5866D5-3F18-0591-BE63-3FB4CA047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99863D-06D4-D9DB-64CB-18E83A30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BA20D9-190A-6264-25EC-DCA9098E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BA8A9A-C2AF-4B31-A3C2-958D05F39F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266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0F0245-24FA-0C08-CB2C-0EDB711C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C07E24-FDB0-EA7A-926A-4138AB85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455633-F08A-4C0F-C586-E667B4558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04F30-2A64-4937-A5B5-F8630C19AF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7019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F08D3-8D76-94BA-6005-71BD457F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270043-4664-1B5A-E277-71D527377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1E71E6-A659-14D0-77B0-4E02D426B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37E639-BECB-27C5-AEB9-CC3AF20BD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E3F8B4-6CB9-4B9C-FB46-BA46F1C8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50F14A-C222-A8FB-8951-1DC25D51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0CC78B-CB29-4028-92CB-E24D1EAF6C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560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496FF-AAFE-AFB1-39EC-DB221118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3A8704-3EA6-ABFA-3549-FE4107257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F67D13-7ED6-E46C-B6E4-836F8AFDE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66F077-F6DE-B8E2-E406-6136FE20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7E7312-1A3B-C43F-9684-6C185BDB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535270-6598-0D89-82DC-B9844406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FA3CA-17F3-49DC-9D15-5B99E6697B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348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A8460-A641-4AFA-3853-B27CCB4B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9D8979-B4A4-9AA3-D25F-B5398ADEF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EFB2EF-B469-AE08-46E9-477C1B5F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CCA76C-7D9A-73A5-B908-A9ECE57B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D11BF1-ACFD-B9D2-C6AC-3A4B8912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E4AF1C-69C3-465F-9162-D8BF00AB02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637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F3AF0D-7777-1436-1165-D1ED63546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41C024-AC50-17D3-8ABF-4ACC6E85E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4503AA-E1DE-EC46-D40E-59A36CB8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B65B85-3C4C-11AC-7726-1EC7F5D2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E6B3CA-34B5-72E0-4811-6C0BB7C4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01281-CF7C-40A0-82A6-4CD46BBB42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461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FF7B010-2E83-E974-7894-62B5A41FE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2E80835-22FC-78DC-0E74-5DCB2C05B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398069-748D-B81F-68D0-B530FF7AD31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1DE8A4-921E-8D14-93A1-C2D8852B2B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F062F7-D90D-75B9-D0A3-D0C8272AF9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98FB7C-2DC9-470A-AF00-474CAA4B94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EA1FF1D-AB9F-8767-F473-033896F70A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428 - A Estrela da alva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60EB072-BA7F-1D74-BEB7-C8040751E7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3CF18AD-7D20-E01C-FBE7-821591C44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Mostra-Te, estrela da manhã,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bondoso Salvador!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 Tua luz, a vida é vã,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 Tua luz não temos vigor!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 Tua luz não temos vigor!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C017A3-1C7E-8AE4-5599-F22A331D22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Ó estrela da alva, estrela que salva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perdida alma que vaga sem ter direção!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D74BC2B-00F1-D75A-F603-A4FEA9733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Cristo Jesus é, do fiel,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estrela de fulgor,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Também o bom Emanuel,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de manhã nos enche de amor,</a:t>
            </a:r>
            <a:r>
              <a:rPr lang="en-US" altLang="pt-BR" sz="4000"/>
              <a:t> </a:t>
            </a:r>
            <a:r>
              <a:rPr lang="en-US" altLang="pt-BR" sz="4000" i="1"/>
              <a:t>Que de manhã nos enche de amor.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DBEB481-B4ED-61CF-BFF0-0A2C21D24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Ó estrela da alva, estrela que salva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perdida alma que vaga sem ter direção!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0A93637-7686-384B-D9DA-E6417885D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Bendita estrela dos hebreus,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o mundo iluminou.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nos mandou os raios Seus,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Raios d’amor, que já nos salvou,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Raios d’amor, que já nos salvou.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29692C5-6327-EB08-C777-2FBEB9D1A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Ó estrela da alva, estrela que salva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perdida alma que vaga sem ter direção!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428 - A Estrela da alva </vt:lpstr>
      <vt:lpstr>Mostra-Te, estrela da manhã,  Ó bondoso Salvador!  Sem Tua luz, a vida é vã,  Sem Tua luz não temos vigor!  Sem Tua luz não temos vigor!  </vt:lpstr>
      <vt:lpstr>Ó estrela da alva, estrela que salva  A perdida alma que vaga sem ter direção!  </vt:lpstr>
      <vt:lpstr>Cristo Jesus é, do fiel,  A estrela de fulgor,  Também o bom Emanuel,  Que de manhã nos enche de amor, Que de manhã nos enche de amor.  </vt:lpstr>
      <vt:lpstr>Ó estrela da alva, estrela que salva  A perdida alma que vaga sem ter direção!  </vt:lpstr>
      <vt:lpstr>Bendita estrela dos hebreus,  Que o mundo iluminou.  E nos mandou os raios Seus,  Raios d’amor, que já nos salvou,  Raios d’amor, que já nos salvou.</vt:lpstr>
      <vt:lpstr>Ó estrela da alva, estrela que salva  A perdida alma que vaga sem ter direção!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428 - A Estrela da alva </dc:title>
  <dc:creator>Junior</dc:creator>
  <cp:lastModifiedBy>Emerson Souza</cp:lastModifiedBy>
  <cp:revision>1</cp:revision>
  <dcterms:created xsi:type="dcterms:W3CDTF">2005-12-26T19:46:48Z</dcterms:created>
  <dcterms:modified xsi:type="dcterms:W3CDTF">2026-05-02T22:12:45Z</dcterms:modified>
</cp:coreProperties>
</file>