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2CAD7-1BF5-7A5E-8AEC-DE1ABFFFB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11625B-9006-0315-334F-86F91F564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7E38D6-C115-8495-AF7F-5FC8134E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21A513-0A05-F054-A162-DED51AE2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C2486A-3C28-8BED-45B3-B9A28E03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5FF29-9402-4E90-97A3-F5D6394F33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494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ABA9F-378F-5F17-1589-EA2C4665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BE726F-1F84-1F04-7FDA-5ED694BD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56C31-4A29-D9C6-229A-055D9CFF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B8B02B-54D3-26F8-2FA0-5998F374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64B77-2ED9-2424-BDE7-490A851F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C88A1B-DC45-48D4-AD8B-7AEDEBFBD9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106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75585-F824-707D-872C-4C25EEF9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BE7C7D-C914-A527-ECD5-39E7BA85B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F1A1F5-F453-B992-415E-54B7B480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B78DA6-916D-2EC9-5851-73FA4AE0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694B7-4B3B-1179-D7B0-B0C80720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56D52-DE7B-4CFF-B8D3-FDB3395554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693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7FCEE-0A76-0F4C-3E36-37FEB5BF2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C396CD-1708-D144-3540-BE3B3D5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7BDC97-57B6-A8AC-531D-BA0D413A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2A3197-66BE-4D16-250E-B79C70A1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31BDE-8D73-8CD9-E1B1-1193ED2E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5029CC-ABD8-731A-A97B-1ECD6C9B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22B8D-BA05-4515-969E-E1F7809600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239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30B7D-1067-9AC9-CC64-A057CA180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EDF513-36F1-2EFA-1520-65EFF23A7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C8827-A49B-8560-C61C-5B1EEECEF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B48D258-59DB-CF6D-4D84-C9E3F4188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F35C58-2187-744D-1940-D849631E8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1DE7CD1-B09E-2ECB-7ACF-0474D736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328151-84D6-F697-6162-707DDAB0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76F81C-0EAF-D84B-94F9-BC1E3125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49014-37A8-413E-9C76-EB60B9F316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034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1DB1F-D20C-B435-D03F-BCF8C70B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CBCDBE-A4C6-D434-7382-E0B8E1E1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5D728B3-1D57-8C5D-3753-CD50EBB1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982ACD-2C9F-EC5D-B3D6-D379D5E6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FABA1-EB61-4EF6-B75C-0FC4A3EEDE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258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82DB0F-4062-47E2-3E7E-63C83151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6AC937-699A-3FF9-D5BA-9A224B51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6BD872-F050-42B2-066B-69E6B88D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4DB26D-2957-4A45-B661-1010419559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724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61037-E28C-DD99-014C-580D7B0C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8E6C4D-D7AB-D9D3-C611-D92C2AD27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876D76-7699-D1CF-E3A1-7C38F88E5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264AAF-E680-2DEE-B650-3D5B727C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46DEB6-3D60-0EA2-3E03-5FE2F4D8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39F4F8-A063-305C-AA8E-B664C70E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08696C-CDCA-4314-8F81-EED4C5C0B0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99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6F13A-B429-38CA-C173-B42477C5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FB69C8-7CD0-F928-78F7-CA906B1F1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C22BFA-2C05-596A-4D8A-5F290E975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C3BF19-5E0C-C06E-FAB1-A7AFE0DC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245D96-6F72-8B70-79AB-9F1035CB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19C719-B5DB-6531-BDCB-C801DAE1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F50EEF-78C5-4C0D-A0B5-769493BA3C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335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153D2-8158-20F0-9D2C-E0C84DD7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75309C-56E9-57DB-E8C6-0C14487F2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4E88E7-E81D-299A-8798-1301D2DE0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BF73D8-ACA3-CDF5-8C8C-152B0B3E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704414-B417-F57F-E428-3A1EB167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BF946-74FD-4B62-A88E-D4FC3A48DC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954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69F77C-EE74-5B76-5575-007DC8F2E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0E74C2-5A65-6F5F-5006-AABDD4953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8331DA-C186-DC0B-F0E0-6242B367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FF6279-22B0-F325-08D6-25344E34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CB82CF-BB1C-5E3C-FA44-CD19BA41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A311A-C762-48F1-9E3B-DB75BDE209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701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23819F9-2256-FA88-3133-B5A1AFAFB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CA6F707-23A3-690C-B64C-89E946AF4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13D1446-BD95-EC67-78D8-E2E4FB0514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F4DAEFB-6E1C-2DB5-166B-EC939E7D3C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D1BC109-0E3D-FC2F-E48F-952177BD18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9A8689A-1083-460C-81A3-B4A21F6033B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0AE0AA-4BC5-985F-EFB3-DE9CDB69C7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525 – Vencendo Vem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2AD381C-0E35-D2CA-CE55-C7B95525AD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3B1F434-2990-1409-4226-079DC4C08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Já refulge a glória eterna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Jesus, o Rei dos reis!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Breve os reinos deste mundo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Seguirão as suas leis!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Os sinais da sua vinda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Mais se mostram cada vez: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Vencendo vem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28F251-2711-4E07-F5AF-A884DAD74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Vencendo vem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BD0418E-AC38-C139-BEBC-04022B184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 clarim que chama os crentes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batalha já soou: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Cristo, à frente do seu povo,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Multidões já conquistou.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inimigo, em retirada,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furor já demonstrou: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Vencendo vem Jesus! 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A476CC4-217C-1563-26D4-D2D021DA0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Vencendo vem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4B0DEB4-9E64-B9AC-75A2-BB46090B8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Eis que em glória refulgente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Sobre as nuvens descerá,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as nações e os reis da terra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poder governará.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em paz e santidade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Toda a terra regerá: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Vencendo vem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5BDBE9C-6559-BA92-7BB9-37FDE2EE7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Vencendo vem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FB29AF7-D803-8633-01AD-443ECF2F6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 por fim entronizado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As nações irá julgar: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Todos, grandes e pequenos,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Juiz hão de encarar.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os remidos triunfantes,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Lá no Céu irão cantar:</a:t>
            </a:r>
            <a:r>
              <a:rPr lang="en-US" altLang="pt-BR" sz="4000"/>
              <a:t> </a:t>
            </a:r>
            <a:br>
              <a:rPr lang="en-US" altLang="pt-BR" sz="4000" i="1"/>
            </a:br>
            <a:r>
              <a:rPr lang="en-US" altLang="pt-BR" sz="4000" i="1"/>
              <a:t>“Venceu o Rei Jesus!”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BD62AE2-A821-2CBF-AD13-9C0DA16A36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r>
              <a:rPr lang="en-US" altLang="pt-BR" sz="4000" b="1" i="1"/>
              <a:t>Glória! glória! Aleluia!</a:t>
            </a:r>
            <a:r>
              <a:rPr lang="en-US" altLang="pt-BR" sz="4000"/>
              <a:t> </a:t>
            </a:r>
            <a:r>
              <a:rPr lang="en-US" altLang="pt-BR" sz="4000" b="1" i="1"/>
              <a:t>Venceu o Rei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525 – Vencendo Vem Jesus </vt:lpstr>
      <vt:lpstr>Já refulge a glória eterna  De Jesus, o Rei dos reis!  Breve os reinos deste mundo  Seguirão as suas leis!  Os sinais da sua vinda  Mais se mostram cada vez:  Vencendo vem Jesus!  </vt:lpstr>
      <vt:lpstr>Glória! glória! Aleluia!  Glória! glória! Aleluia!  Glória! glória! Aleluia!  Vencendo vem Jesus!  </vt:lpstr>
      <vt:lpstr>O clarim que chama os crentes  A batalha já soou:  Cristo, à frente do seu povo,  Multidões já conquistou.  O inimigo, em retirada,  Seu furor já demonstrou:  Vencendo vem Jesus! </vt:lpstr>
      <vt:lpstr>Glória! glória! Aleluia!  Glória! glória! Aleluia!  Glória! glória! Aleluia!  Vencendo vem Jesus!  </vt:lpstr>
      <vt:lpstr>Eis que em glória refulgente  Sobre as nuvens descerá,  E as nações e os reis da terra  Com poder governará.  Sim, em paz e santidade  Toda a terra regerá:  Vencendo vem Jesus!  </vt:lpstr>
      <vt:lpstr>Glória! glória! Aleluia!  Glória! glória! Aleluia!  Glória! glória! Aleluia!  Vencendo vem Jesus!  </vt:lpstr>
      <vt:lpstr>E por fim entronizado  As nações irá julgar:  Todos, grandes e pequenos,  O Juiz hão de encarar.  E os remidos triunfantes,  Lá no Céu irão cantar:  “Venceu o Rei Jesus!”  </vt:lpstr>
      <vt:lpstr>Glória! glória! Aleluia! Glória! glória! Aleluia! Glória! glória! Aleluia! Venceu o Rei Jesus!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525 – Vencendo Vem Jesus </dc:title>
  <dc:creator>Junior</dc:creator>
  <cp:lastModifiedBy>Emerson Souza</cp:lastModifiedBy>
  <cp:revision>1</cp:revision>
  <dcterms:created xsi:type="dcterms:W3CDTF">2005-12-26T22:58:04Z</dcterms:created>
  <dcterms:modified xsi:type="dcterms:W3CDTF">2026-05-02T22:21:05Z</dcterms:modified>
</cp:coreProperties>
</file>