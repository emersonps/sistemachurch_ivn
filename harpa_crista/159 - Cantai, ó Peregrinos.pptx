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81669469-9E99-B430-035D-BD5F94D9779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3315" name="Rectangle 3">
              <a:extLst>
                <a:ext uri="{FF2B5EF4-FFF2-40B4-BE49-F238E27FC236}">
                  <a16:creationId xmlns:a16="http://schemas.microsoft.com/office/drawing/2014/main" id="{B87E6B75-D2BA-612F-B37B-4BDD5B61465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B0BCF906-C9F5-2615-AB56-1103FC1D43FF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7" name="Freeform 5">
              <a:extLst>
                <a:ext uri="{FF2B5EF4-FFF2-40B4-BE49-F238E27FC236}">
                  <a16:creationId xmlns:a16="http://schemas.microsoft.com/office/drawing/2014/main" id="{29AFF67A-C589-7948-E75B-825F88884CB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8" name="Freeform 6">
              <a:extLst>
                <a:ext uri="{FF2B5EF4-FFF2-40B4-BE49-F238E27FC236}">
                  <a16:creationId xmlns:a16="http://schemas.microsoft.com/office/drawing/2014/main" id="{B4B94552-EB80-3882-38B4-04C1DB37937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9" name="Freeform 7">
              <a:extLst>
                <a:ext uri="{FF2B5EF4-FFF2-40B4-BE49-F238E27FC236}">
                  <a16:creationId xmlns:a16="http://schemas.microsoft.com/office/drawing/2014/main" id="{A1A90A28-60FB-0889-AB99-D5537014EB3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0" name="Freeform 8">
              <a:extLst>
                <a:ext uri="{FF2B5EF4-FFF2-40B4-BE49-F238E27FC236}">
                  <a16:creationId xmlns:a16="http://schemas.microsoft.com/office/drawing/2014/main" id="{94EE6F31-CE81-EE50-FFF5-2C786955206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1" name="Freeform 9">
              <a:extLst>
                <a:ext uri="{FF2B5EF4-FFF2-40B4-BE49-F238E27FC236}">
                  <a16:creationId xmlns:a16="http://schemas.microsoft.com/office/drawing/2014/main" id="{4F39DEFF-1426-BCBD-E45D-33FAD2082AD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2" name="Freeform 10">
              <a:extLst>
                <a:ext uri="{FF2B5EF4-FFF2-40B4-BE49-F238E27FC236}">
                  <a16:creationId xmlns:a16="http://schemas.microsoft.com/office/drawing/2014/main" id="{1DCDDB11-7B2C-8080-FF9C-3B7E9737ACA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3" name="Freeform 11">
              <a:extLst>
                <a:ext uri="{FF2B5EF4-FFF2-40B4-BE49-F238E27FC236}">
                  <a16:creationId xmlns:a16="http://schemas.microsoft.com/office/drawing/2014/main" id="{DCB4A2A5-42CA-5D7F-B573-D96405E913D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4" name="Freeform 12">
              <a:extLst>
                <a:ext uri="{FF2B5EF4-FFF2-40B4-BE49-F238E27FC236}">
                  <a16:creationId xmlns:a16="http://schemas.microsoft.com/office/drawing/2014/main" id="{9D0AAD5D-7F78-1796-B500-054D217FC60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5" name="Freeform 13">
              <a:extLst>
                <a:ext uri="{FF2B5EF4-FFF2-40B4-BE49-F238E27FC236}">
                  <a16:creationId xmlns:a16="http://schemas.microsoft.com/office/drawing/2014/main" id="{B0D7663B-6E28-B5AB-F384-8A66CE41BDB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6" name="Freeform 14">
              <a:extLst>
                <a:ext uri="{FF2B5EF4-FFF2-40B4-BE49-F238E27FC236}">
                  <a16:creationId xmlns:a16="http://schemas.microsoft.com/office/drawing/2014/main" id="{C0F1D0D6-486F-7815-68AB-429C63C2ACC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7" name="Freeform 15">
              <a:extLst>
                <a:ext uri="{FF2B5EF4-FFF2-40B4-BE49-F238E27FC236}">
                  <a16:creationId xmlns:a16="http://schemas.microsoft.com/office/drawing/2014/main" id="{94A03F36-6ED5-BF3F-BCD6-3364D5D862E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8" name="Freeform 16">
              <a:extLst>
                <a:ext uri="{FF2B5EF4-FFF2-40B4-BE49-F238E27FC236}">
                  <a16:creationId xmlns:a16="http://schemas.microsoft.com/office/drawing/2014/main" id="{F9999BD4-5483-BBCD-FB1E-B347CCC10A2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9" name="Freeform 17">
              <a:extLst>
                <a:ext uri="{FF2B5EF4-FFF2-40B4-BE49-F238E27FC236}">
                  <a16:creationId xmlns:a16="http://schemas.microsoft.com/office/drawing/2014/main" id="{0F3E442F-4B5A-91A3-2B2C-EC7840B8861D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633BBA8A-9DFC-0612-EE71-7B8B4F13264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AF3532DB-3829-4940-E63B-CE57E844DF6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32" name="Rectangle 20">
            <a:extLst>
              <a:ext uri="{FF2B5EF4-FFF2-40B4-BE49-F238E27FC236}">
                <a16:creationId xmlns:a16="http://schemas.microsoft.com/office/drawing/2014/main" id="{51062005-1FB4-0F25-9DA0-3EDAF567D91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33" name="Rectangle 21">
            <a:extLst>
              <a:ext uri="{FF2B5EF4-FFF2-40B4-BE49-F238E27FC236}">
                <a16:creationId xmlns:a16="http://schemas.microsoft.com/office/drawing/2014/main" id="{9469593C-F52F-6743-02EE-B858F2C220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34" name="Rectangle 22">
            <a:extLst>
              <a:ext uri="{FF2B5EF4-FFF2-40B4-BE49-F238E27FC236}">
                <a16:creationId xmlns:a16="http://schemas.microsoft.com/office/drawing/2014/main" id="{20D6B942-70CE-7BAF-737E-E3F7E6D877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2828D6-0D28-4753-A651-FEEB83E31AE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B702E-2850-7393-1154-7456B1B4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BE077A-2093-DF88-236B-1AFF035C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94C4AA-D06C-448D-E78B-07F95576B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6A3C09-3232-5926-1EBF-C358C192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B76098-4268-C627-8250-C93B8705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656793-4321-4CEA-9338-DB690765B2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190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17801-4430-D634-35D9-A1FC1CFC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524F37-948F-768C-4BDC-7D55FFAC6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CDB944-CB2C-92A5-E312-AAD113A1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9520E-3E7E-A9AE-D4B1-5F242B4A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9A12C-28DA-7949-A3B6-F445A5C6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2DC08-19CC-425F-82CF-5C3F9C4777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229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7CA04-5CD0-9C93-0F45-9E6417EC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B517B6-A877-C5B3-D3B4-59F69DC92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981F0C-6B1C-D8B0-2320-57F130279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7271ED-73BE-C1D2-B0B3-382447B6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FFE8B1-1EBD-EB12-1D38-132E4332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0DC115-EA58-516F-FFE0-B7EC4B6C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1A093-F7DB-4194-BEBA-52B290B1B9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202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ED425-A702-CE8B-0493-07F31070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6F876A-C222-BBBB-F8F9-9AE902EB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3D6835-7EF1-5BD7-7E1B-53A288BBC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49C141-69BA-61D4-73F1-AC0FF2739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2DD019-A878-9179-18D2-8A116A4E9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5737CC-4955-E0C4-7F91-9482D579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0457DB-A6BC-CE1B-104A-3C5D38AF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4FB146-978A-D105-9698-AE4DC737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3309B-8FBF-43B1-8452-7F6EAA198F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103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05B4B-9DBB-DACB-6E21-F1C523DD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37505A-37CD-3155-F671-1711CB24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9EF56E-8C5A-20C1-84D1-E160170B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567A74-6F44-45DC-45C4-0999708E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B2A373-AEF9-48A7-8865-59589BCF68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442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70B639-452D-4938-2B16-BB877589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57EA02-2F23-3DAE-DEC1-B51F260E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050243-7E4B-E55E-8079-76AC5142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3CA31-BD57-40DC-BDC2-816774E820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033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23186-A83D-A4E8-3E59-227927E63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CAA77-15E7-14BE-9CB2-3A14924A7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4AE1DE-574B-91CE-175F-1E6092A80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D3553F-A0FE-4DC2-78E8-50798C79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25B387-B5B9-5CDD-B1D4-15D05D01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5C3F84-6442-2349-CAEE-F430B47D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28307-C142-4040-AFE7-F7DC4CD9EF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922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D7F16-1E74-9C8A-5CC8-A5796274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D61924F-4CBE-A5C2-4DBE-D239E5965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56040B-165B-00E2-8FAF-A32125F76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7EF940-C80C-8349-41D3-385258F4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114DA9-E906-CCA8-314F-36ABECC60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AB4301-984D-B2D4-7068-55EA9E07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DF097E-67D1-4FBB-8E1F-415274ED4B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00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85451-E99D-D848-BB15-1C4104D8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51A098-533C-4254-E1BB-4CEAA31EA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5CECBC-B0D8-1F22-25FA-5349B26E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19473C-65D9-D87D-44DB-D97214BF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1101BB-2D74-41E4-1090-AD7CECE9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98AF7-1C31-41A2-B461-8E16FDA240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33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2B0771-39DF-5D4B-247B-085540183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A04763-0663-5091-FE48-47EA1E04A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C41973-54B1-AA84-C195-2F19C08C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700C9C-2A91-A747-6221-E4E2C20B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C35582-438E-0879-1FC7-04D4C0E3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9AA84-7A0C-4C9E-9FC6-D7BF087197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234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85121C9D-DAAB-4565-7C1C-95191C0CD058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96A7488C-2EAB-DFB8-3708-85F8FABAC83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292" name="Freeform 4">
              <a:extLst>
                <a:ext uri="{FF2B5EF4-FFF2-40B4-BE49-F238E27FC236}">
                  <a16:creationId xmlns:a16="http://schemas.microsoft.com/office/drawing/2014/main" id="{1A2DC2BB-A7D8-1CF7-5BD6-66E0BC4778F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3" name="Freeform 5">
              <a:extLst>
                <a:ext uri="{FF2B5EF4-FFF2-40B4-BE49-F238E27FC236}">
                  <a16:creationId xmlns:a16="http://schemas.microsoft.com/office/drawing/2014/main" id="{DE4BA877-C953-40C1-E393-59440FBC7DA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4" name="Freeform 6">
              <a:extLst>
                <a:ext uri="{FF2B5EF4-FFF2-40B4-BE49-F238E27FC236}">
                  <a16:creationId xmlns:a16="http://schemas.microsoft.com/office/drawing/2014/main" id="{B2F25D91-66CF-F134-EEB0-757414B627F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5" name="Freeform 7">
              <a:extLst>
                <a:ext uri="{FF2B5EF4-FFF2-40B4-BE49-F238E27FC236}">
                  <a16:creationId xmlns:a16="http://schemas.microsoft.com/office/drawing/2014/main" id="{8382BE11-2F60-871B-74F7-BA0C1439AA2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6" name="Freeform 8">
              <a:extLst>
                <a:ext uri="{FF2B5EF4-FFF2-40B4-BE49-F238E27FC236}">
                  <a16:creationId xmlns:a16="http://schemas.microsoft.com/office/drawing/2014/main" id="{4B3BB862-A1AC-6A85-809E-CCF3CBF4DE9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7" name="Freeform 9">
              <a:extLst>
                <a:ext uri="{FF2B5EF4-FFF2-40B4-BE49-F238E27FC236}">
                  <a16:creationId xmlns:a16="http://schemas.microsoft.com/office/drawing/2014/main" id="{221F46AD-BE4C-0275-397B-6FB5A91B836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8" name="Freeform 10">
              <a:extLst>
                <a:ext uri="{FF2B5EF4-FFF2-40B4-BE49-F238E27FC236}">
                  <a16:creationId xmlns:a16="http://schemas.microsoft.com/office/drawing/2014/main" id="{C2A88924-348D-72A5-D617-B1D719D4480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9" name="Freeform 11">
              <a:extLst>
                <a:ext uri="{FF2B5EF4-FFF2-40B4-BE49-F238E27FC236}">
                  <a16:creationId xmlns:a16="http://schemas.microsoft.com/office/drawing/2014/main" id="{EFEA6E50-EAF7-B09C-68BA-EA296087C7F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0" name="Freeform 12">
              <a:extLst>
                <a:ext uri="{FF2B5EF4-FFF2-40B4-BE49-F238E27FC236}">
                  <a16:creationId xmlns:a16="http://schemas.microsoft.com/office/drawing/2014/main" id="{19249FE7-FA88-4B40-64F0-7DE516CEE34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1" name="Freeform 13">
              <a:extLst>
                <a:ext uri="{FF2B5EF4-FFF2-40B4-BE49-F238E27FC236}">
                  <a16:creationId xmlns:a16="http://schemas.microsoft.com/office/drawing/2014/main" id="{CEC997EE-659A-6420-26E8-382350BBD18E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2" name="Freeform 14">
              <a:extLst>
                <a:ext uri="{FF2B5EF4-FFF2-40B4-BE49-F238E27FC236}">
                  <a16:creationId xmlns:a16="http://schemas.microsoft.com/office/drawing/2014/main" id="{EFCC3CCE-0182-44CA-19F8-69350E6C6BE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3" name="Freeform 15">
              <a:extLst>
                <a:ext uri="{FF2B5EF4-FFF2-40B4-BE49-F238E27FC236}">
                  <a16:creationId xmlns:a16="http://schemas.microsoft.com/office/drawing/2014/main" id="{B02A2858-6FF5-060D-2734-DE0350A44D5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4" name="Freeform 16">
              <a:extLst>
                <a:ext uri="{FF2B5EF4-FFF2-40B4-BE49-F238E27FC236}">
                  <a16:creationId xmlns:a16="http://schemas.microsoft.com/office/drawing/2014/main" id="{87F35D45-CA2C-3389-9D48-18FF49602216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5" name="Freeform 17">
              <a:extLst>
                <a:ext uri="{FF2B5EF4-FFF2-40B4-BE49-F238E27FC236}">
                  <a16:creationId xmlns:a16="http://schemas.microsoft.com/office/drawing/2014/main" id="{2CCD30D4-DF47-AB27-5C9C-52290D9A842F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9DB97869-1E64-9588-BF5A-A0AB8E328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A93C8671-A202-B6EB-2471-C5F6E5CB3B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1D7B7D91-6F5F-A514-99B3-BC87F07B62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2309" name="Rectangle 21">
            <a:extLst>
              <a:ext uri="{FF2B5EF4-FFF2-40B4-BE49-F238E27FC236}">
                <a16:creationId xmlns:a16="http://schemas.microsoft.com/office/drawing/2014/main" id="{F8D569CF-868E-31C3-9F71-3BB88230AC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EE64EC8-BCD2-422F-ACBC-921AA9F7EF6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10" name="Rectangle 22">
            <a:extLst>
              <a:ext uri="{FF2B5EF4-FFF2-40B4-BE49-F238E27FC236}">
                <a16:creationId xmlns:a16="http://schemas.microsoft.com/office/drawing/2014/main" id="{CC6FB5C8-F707-CF5A-BC21-1814A5B7E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4EB1A8C-3FCD-E0B0-C95D-D9687ECF88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800" b="0">
                <a:solidFill>
                  <a:schemeClr val="tx1"/>
                </a:solidFill>
              </a:rPr>
              <a:t>159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CANTAI, Ó PEREGRINOS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6817EBF-F39D-8A32-7EA3-EDEA01A3C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78550"/>
          </a:xfrm>
        </p:spPr>
        <p:txBody>
          <a:bodyPr/>
          <a:lstStyle/>
          <a:p>
            <a:r>
              <a:rPr lang="en-US" altLang="pt-BR" sz="3600" b="0">
                <a:solidFill>
                  <a:schemeClr val="tx1"/>
                </a:solidFill>
              </a:rPr>
              <a:t>Cantai, ó peregrinos, na lida não canseis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A vossa fé crescendo, as harpas já tocai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Eu sobre o monte santo e glorioso estou,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E para a minha pátria celestial já 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8FB2A59-2C4B-F364-6C7E-D50D1E2A5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6323012"/>
          </a:xfrm>
        </p:spPr>
        <p:txBody>
          <a:bodyPr/>
          <a:lstStyle/>
          <a:p>
            <a:r>
              <a:rPr lang="en-US" altLang="pt-BR" sz="3600" i="1">
                <a:solidFill>
                  <a:schemeClr val="tx1"/>
                </a:solidFill>
              </a:rPr>
              <a:t>Cantai, continuamente,</a:t>
            </a:r>
            <a:br>
              <a:rPr lang="en-US" altLang="pt-BR" sz="3600" i="1">
                <a:solidFill>
                  <a:schemeClr val="tx1"/>
                </a:solidFill>
              </a:rPr>
            </a:br>
            <a:r>
              <a:rPr lang="en-US" altLang="pt-BR" sz="3600" i="1">
                <a:solidFill>
                  <a:schemeClr val="tx1"/>
                </a:solidFill>
              </a:rPr>
              <a:t>louvai p'ra todo o sempre;</a:t>
            </a:r>
            <a:br>
              <a:rPr lang="en-US" altLang="pt-BR" sz="3600" i="1">
                <a:solidFill>
                  <a:schemeClr val="tx1"/>
                </a:solidFill>
              </a:rPr>
            </a:br>
            <a:r>
              <a:rPr lang="en-US" altLang="pt-BR" sz="3600" i="1">
                <a:solidFill>
                  <a:schemeClr val="tx1"/>
                </a:solidFill>
              </a:rPr>
              <a:t>Meu coração transborda com divinal louvor. </a:t>
            </a:r>
            <a:br>
              <a:rPr lang="en-US" altLang="pt-BR" sz="3600" i="1">
                <a:solidFill>
                  <a:schemeClr val="tx1"/>
                </a:solidFill>
              </a:rPr>
            </a:br>
            <a:r>
              <a:rPr lang="en-US" altLang="pt-BR" sz="3600" i="1">
                <a:solidFill>
                  <a:schemeClr val="tx1"/>
                </a:solidFill>
              </a:rPr>
              <a:t>Cantai, continuamente,</a:t>
            </a:r>
            <a:br>
              <a:rPr lang="en-US" altLang="pt-BR" sz="3600" i="1">
                <a:solidFill>
                  <a:schemeClr val="tx1"/>
                </a:solidFill>
              </a:rPr>
            </a:br>
            <a:r>
              <a:rPr lang="en-US" altLang="pt-BR" sz="3600" i="1">
                <a:solidFill>
                  <a:schemeClr val="tx1"/>
                </a:solidFill>
              </a:rPr>
              <a:t>louvai p'ra todo o sempre;</a:t>
            </a:r>
            <a:br>
              <a:rPr lang="en-US" altLang="pt-BR" sz="3600" i="1">
                <a:solidFill>
                  <a:schemeClr val="tx1"/>
                </a:solidFill>
              </a:rPr>
            </a:br>
            <a:r>
              <a:rPr lang="en-US" altLang="pt-BR" sz="3600" i="1">
                <a:solidFill>
                  <a:schemeClr val="tx1"/>
                </a:solidFill>
              </a:rPr>
              <a:t>Meu coração transborda com divinal louvor.</a:t>
            </a:r>
            <a:br>
              <a:rPr lang="en-US" altLang="pt-BR" sz="3600" i="1">
                <a:solidFill>
                  <a:schemeClr val="tx1"/>
                </a:solidFill>
              </a:rPr>
            </a:br>
            <a:endParaRPr lang="en-US" altLang="pt-BR" sz="3600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8F92AC5-7736-D92B-4619-19C529030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713788" cy="6249987"/>
          </a:xfrm>
        </p:spPr>
        <p:txBody>
          <a:bodyPr/>
          <a:lstStyle/>
          <a:p>
            <a:r>
              <a:rPr lang="en-US" altLang="pt-BR" sz="3600" b="0">
                <a:solidFill>
                  <a:schemeClr val="tx1"/>
                </a:solidFill>
              </a:rPr>
              <a:t>Cantai, ó peregrinos, enquanto aqui estais;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Cantai, a Jesus Cristo, enquanto assim passais;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Cantai a velha história de Deus e Seu amor;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O coro sempiterno responde, com fervor.</a:t>
            </a:r>
            <a:br>
              <a:rPr lang="en-US" altLang="pt-BR" sz="3600" b="0">
                <a:solidFill>
                  <a:schemeClr val="tx1"/>
                </a:solidFill>
              </a:rPr>
            </a:br>
            <a:endParaRPr lang="en-US" altLang="pt-BR" sz="36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37DE478-D7BE-D961-FD06-BC30A5D0F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785225" cy="6394450"/>
          </a:xfrm>
        </p:spPr>
        <p:txBody>
          <a:bodyPr/>
          <a:lstStyle/>
          <a:p>
            <a:r>
              <a:rPr lang="en-US" altLang="pt-BR" sz="3600" b="0">
                <a:solidFill>
                  <a:schemeClr val="tx1"/>
                </a:solidFill>
              </a:rPr>
              <a:t>Cantai, ó peregrinos, em breve estareis,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Cantando melhor hino, junto ao Rei dos reis, 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Com os que foram antes, e nos esperam lá,</a:t>
            </a:r>
            <a:br>
              <a:rPr lang="en-US" altLang="pt-BR" sz="3600" b="0">
                <a:solidFill>
                  <a:schemeClr val="tx1"/>
                </a:solidFill>
              </a:rPr>
            </a:br>
            <a:r>
              <a:rPr lang="en-US" altLang="pt-BR" sz="3600" b="0">
                <a:solidFill>
                  <a:schemeClr val="tx1"/>
                </a:solidFill>
              </a:rPr>
              <a:t>	Encontraremos todos, e nada turbará.	</a:t>
            </a:r>
            <a:r>
              <a:rPr lang="en-US" altLang="pt-BR" sz="3600">
                <a:solidFill>
                  <a:schemeClr val="tx1"/>
                </a:solidFill>
              </a:rPr>
              <a:t>             	                                                </a:t>
            </a:r>
            <a:r>
              <a:rPr lang="en-US" altLang="pt-BR" sz="1600">
                <a:solidFill>
                  <a:schemeClr val="tx1"/>
                </a:solidFill>
              </a:rPr>
              <a:t>J.F.J.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balho em equipe">
  <a:themeElements>
    <a:clrScheme name="Trabalho em equipe 4">
      <a:dk1>
        <a:srgbClr val="006E6B"/>
      </a:dk1>
      <a:lt1>
        <a:srgbClr val="FFFFFF"/>
      </a:lt1>
      <a:dk2>
        <a:srgbClr val="006666"/>
      </a:dk2>
      <a:lt2>
        <a:srgbClr val="B9EFEE"/>
      </a:lt2>
      <a:accent1>
        <a:srgbClr val="33CCCC"/>
      </a:accent1>
      <a:accent2>
        <a:srgbClr val="6AB475"/>
      </a:accent2>
      <a:accent3>
        <a:srgbClr val="AAB8B8"/>
      </a:accent3>
      <a:accent4>
        <a:srgbClr val="DADADA"/>
      </a:accent4>
      <a:accent5>
        <a:srgbClr val="ADE2E2"/>
      </a:accent5>
      <a:accent6>
        <a:srgbClr val="5FA369"/>
      </a:accent6>
      <a:hlink>
        <a:srgbClr val="00FF99"/>
      </a:hlink>
      <a:folHlink>
        <a:srgbClr val="CCFF66"/>
      </a:folHlink>
    </a:clrScheme>
    <a:fontScheme name="Trabalho em equip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rabalho em equipe 1">
        <a:dk1>
          <a:srgbClr val="000078"/>
        </a:dk1>
        <a:lt1>
          <a:srgbClr val="FFFFFF"/>
        </a:lt1>
        <a:dk2>
          <a:srgbClr val="000066"/>
        </a:dk2>
        <a:lt2>
          <a:srgbClr val="CCECFF"/>
        </a:lt2>
        <a:accent1>
          <a:srgbClr val="0099CC"/>
        </a:accent1>
        <a:accent2>
          <a:srgbClr val="008080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007373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2">
        <a:dk1>
          <a:srgbClr val="0000A6"/>
        </a:dk1>
        <a:lt1>
          <a:srgbClr val="FFFFFF"/>
        </a:lt1>
        <a:dk2>
          <a:srgbClr val="000099"/>
        </a:dk2>
        <a:lt2>
          <a:srgbClr val="CCFFFF"/>
        </a:lt2>
        <a:accent1>
          <a:srgbClr val="00CCFF"/>
        </a:accent1>
        <a:accent2>
          <a:srgbClr val="FFE701"/>
        </a:accent2>
        <a:accent3>
          <a:srgbClr val="AAAACA"/>
        </a:accent3>
        <a:accent4>
          <a:srgbClr val="DADADA"/>
        </a:accent4>
        <a:accent5>
          <a:srgbClr val="AAE2FF"/>
        </a:accent5>
        <a:accent6>
          <a:srgbClr val="E7D101"/>
        </a:accent6>
        <a:hlink>
          <a:srgbClr val="FFCC66"/>
        </a:hlink>
        <a:folHlink>
          <a:srgbClr val="00CA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3">
        <a:dk1>
          <a:srgbClr val="000000"/>
        </a:dk1>
        <a:lt1>
          <a:srgbClr val="E0EBF6"/>
        </a:lt1>
        <a:dk2>
          <a:srgbClr val="77A4AF"/>
        </a:dk2>
        <a:lt2>
          <a:srgbClr val="F3F7FB"/>
        </a:lt2>
        <a:accent1>
          <a:srgbClr val="B9C4D7"/>
        </a:accent1>
        <a:accent2>
          <a:srgbClr val="B1A1C5"/>
        </a:accent2>
        <a:accent3>
          <a:srgbClr val="EDF3FA"/>
        </a:accent3>
        <a:accent4>
          <a:srgbClr val="000000"/>
        </a:accent4>
        <a:accent5>
          <a:srgbClr val="D9DEE8"/>
        </a:accent5>
        <a:accent6>
          <a:srgbClr val="A091B2"/>
        </a:accent6>
        <a:hlink>
          <a:srgbClr val="3F2FB5"/>
        </a:hlink>
        <a:folHlink>
          <a:srgbClr val="3189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4">
        <a:dk1>
          <a:srgbClr val="006E6B"/>
        </a:dk1>
        <a:lt1>
          <a:srgbClr val="FFFFFF"/>
        </a:lt1>
        <a:dk2>
          <a:srgbClr val="006666"/>
        </a:dk2>
        <a:lt2>
          <a:srgbClr val="B9EFEE"/>
        </a:lt2>
        <a:accent1>
          <a:srgbClr val="33CCCC"/>
        </a:accent1>
        <a:accent2>
          <a:srgbClr val="6AB475"/>
        </a:accent2>
        <a:accent3>
          <a:srgbClr val="AAB8B8"/>
        </a:accent3>
        <a:accent4>
          <a:srgbClr val="DADADA"/>
        </a:accent4>
        <a:accent5>
          <a:srgbClr val="ADE2E2"/>
        </a:accent5>
        <a:accent6>
          <a:srgbClr val="5FA369"/>
        </a:accent6>
        <a:hlink>
          <a:srgbClr val="00FF99"/>
        </a:hlink>
        <a:folHlink>
          <a:srgbClr val="CC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5">
        <a:dk1>
          <a:srgbClr val="8ABA8D"/>
        </a:dk1>
        <a:lt1>
          <a:srgbClr val="FFFFFF"/>
        </a:lt1>
        <a:dk2>
          <a:srgbClr val="6FB56D"/>
        </a:dk2>
        <a:lt2>
          <a:srgbClr val="DCF1F4"/>
        </a:lt2>
        <a:accent1>
          <a:srgbClr val="2E7E2E"/>
        </a:accent1>
        <a:accent2>
          <a:srgbClr val="25735D"/>
        </a:accent2>
        <a:accent3>
          <a:srgbClr val="BBD7BA"/>
        </a:accent3>
        <a:accent4>
          <a:srgbClr val="DADADA"/>
        </a:accent4>
        <a:accent5>
          <a:srgbClr val="ADC0AD"/>
        </a:accent5>
        <a:accent6>
          <a:srgbClr val="206853"/>
        </a:accent6>
        <a:hlink>
          <a:srgbClr val="FFFF00"/>
        </a:hlink>
        <a:folHlink>
          <a:srgbClr val="FFF4B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6">
        <a:dk1>
          <a:srgbClr val="005400"/>
        </a:dk1>
        <a:lt1>
          <a:srgbClr val="FFFFFF"/>
        </a:lt1>
        <a:dk2>
          <a:srgbClr val="004800"/>
        </a:dk2>
        <a:lt2>
          <a:srgbClr val="D6D8C0"/>
        </a:lt2>
        <a:accent1>
          <a:srgbClr val="339933"/>
        </a:accent1>
        <a:accent2>
          <a:srgbClr val="7D8C70"/>
        </a:accent2>
        <a:accent3>
          <a:srgbClr val="AAB1AA"/>
        </a:accent3>
        <a:accent4>
          <a:srgbClr val="DADADA"/>
        </a:accent4>
        <a:accent5>
          <a:srgbClr val="ADCAAD"/>
        </a:accent5>
        <a:accent6>
          <a:srgbClr val="717E65"/>
        </a:accent6>
        <a:hlink>
          <a:srgbClr val="CCCC00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7">
        <a:dk1>
          <a:srgbClr val="000000"/>
        </a:dk1>
        <a:lt1>
          <a:srgbClr val="F5F0BD"/>
        </a:lt1>
        <a:dk2>
          <a:srgbClr val="BD9D69"/>
        </a:dk2>
        <a:lt2>
          <a:srgbClr val="FFFFCC"/>
        </a:lt2>
        <a:accent1>
          <a:srgbClr val="CDBB77"/>
        </a:accent1>
        <a:accent2>
          <a:srgbClr val="F8EBD0"/>
        </a:accent2>
        <a:accent3>
          <a:srgbClr val="F9F6DB"/>
        </a:accent3>
        <a:accent4>
          <a:srgbClr val="000000"/>
        </a:accent4>
        <a:accent5>
          <a:srgbClr val="E3DABD"/>
        </a:accent5>
        <a:accent6>
          <a:srgbClr val="E1D5BC"/>
        </a:accent6>
        <a:hlink>
          <a:srgbClr val="FF9900"/>
        </a:hlink>
        <a:folHlink>
          <a:srgbClr val="C64B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8">
        <a:dk1>
          <a:srgbClr val="000000"/>
        </a:dk1>
        <a:lt1>
          <a:srgbClr val="E2DDD4"/>
        </a:lt1>
        <a:dk2>
          <a:srgbClr val="000000"/>
        </a:dk2>
        <a:lt2>
          <a:srgbClr val="EFEBE3"/>
        </a:lt2>
        <a:accent1>
          <a:srgbClr val="F2F2F2"/>
        </a:accent1>
        <a:accent2>
          <a:srgbClr val="C4AD74"/>
        </a:accent2>
        <a:accent3>
          <a:srgbClr val="EEEBE6"/>
        </a:accent3>
        <a:accent4>
          <a:srgbClr val="000000"/>
        </a:accent4>
        <a:accent5>
          <a:srgbClr val="F7F7F7"/>
        </a:accent5>
        <a:accent6>
          <a:srgbClr val="B19C68"/>
        </a:accent6>
        <a:hlink>
          <a:srgbClr val="A46032"/>
        </a:hlink>
        <a:folHlink>
          <a:srgbClr val="8F8E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9">
        <a:dk1>
          <a:srgbClr val="8A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5831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4AD"/>
        </a:accent5>
        <a:accent6>
          <a:srgbClr val="B24B36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7</TotalTime>
  <Words>178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Garamond</vt:lpstr>
      <vt:lpstr>Times New Roman</vt:lpstr>
      <vt:lpstr>Wingdings</vt:lpstr>
      <vt:lpstr>Trabalho em equipe</vt:lpstr>
      <vt:lpstr>159 CANTAI, Ó PEREGRINOS</vt:lpstr>
      <vt:lpstr>Cantai, ó peregrinos, na lida não canseis  A vossa fé crescendo, as harpas já tocai  Eu sobre o monte santo e glorioso estou,  E para a minha pátria celestial já vou.</vt:lpstr>
      <vt:lpstr>Cantai, continuamente, louvai p'ra todo o sempre; Meu coração transborda com divinal louvor.  Cantai, continuamente, louvai p'ra todo o sempre; Meu coração transborda com divinal louvor. </vt:lpstr>
      <vt:lpstr>Cantai, ó peregrinos, enquanto aqui estais; Cantai, a Jesus Cristo, enquanto assim passais;  Cantai a velha história de Deus e Seu amor;  O coro sempiterno responde, com fervor. </vt:lpstr>
      <vt:lpstr>Cantai, ó peregrinos, em breve estareis, Cantando melhor hino, junto ao Rei dos reis,  Com os que foram antes, e nos esperam lá,  Encontraremos todos, e nada turbará.                                                               J.F.J.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159 - CANTAI, Ó PEREGRINOS</dc:title>
  <dc:creator>Montagna</dc:creator>
  <cp:lastModifiedBy>Emerson Souza</cp:lastModifiedBy>
  <cp:revision>3</cp:revision>
  <dcterms:created xsi:type="dcterms:W3CDTF">2005-10-16T04:20:26Z</dcterms:created>
  <dcterms:modified xsi:type="dcterms:W3CDTF">2026-05-02T21:50:11Z</dcterms:modified>
</cp:coreProperties>
</file>