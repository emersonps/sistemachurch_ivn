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CCECFF"/>
    <a:srgbClr val="66FFFF"/>
    <a:srgbClr val="CCFFFF"/>
    <a:srgbClr val="FFFFFF"/>
    <a:srgbClr val="FFFFCC"/>
    <a:srgbClr val="CCFF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560BB-4E54-A220-D3DF-544E5A415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B5DC70-911B-80BF-C665-0D92B2F1D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790A64-0EA9-BFA5-A2E2-E71ED981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3F3EE7-36BA-7712-64AC-F1F01BC9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DF6CB-E1D4-B0A5-B8D7-56B11029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91DAD-4FD6-4C7F-8A74-A5E9648830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471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CD7FA-6F56-E6C9-8AB0-B706A3A0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9650F-41EF-E834-7AF3-495D631E0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ED928-B941-1851-982B-DC582D94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E8DB22-71D9-5D4A-C98C-5AF3299C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50EF28-561C-77E4-98A2-BF9BC5C4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5EAF39-05A3-4A1B-837D-4481767C8F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907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E4000-C7D5-BA0A-ED6D-57CBBDE5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9993B8-3173-1C38-F27A-BA8B3AAB9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A79C0C-F2E9-7BBE-215C-2DFA839D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58B63-3083-4D45-5970-E390E39B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EA32D9-BCD0-B498-C44B-E488F309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1667A4-7E48-4158-9004-B2FBBF6517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216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EE039-4B9B-91DB-DCE8-BCB4E2D4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426B7B-D146-44B9-7D45-228D9CD83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851E91-31F6-7E0E-5419-F80026750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9C6E44-2157-6860-AC97-AD874914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CC635-4289-54B9-DB19-E7CD9956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EF906E-0C42-0249-9C0F-D99AC78B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237E70-5F06-4EF9-95B0-B6E2D329ED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439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D8683-F3DB-80AA-1F51-66B2DDBA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916946-9056-8224-7712-9B82520B1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F1624D-1A45-624E-1E89-23E26D06E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444B03-EEE1-3C2F-7126-DA362CAFB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1FC686-5E30-DDB8-1843-411D085EC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21AD83-26C7-942F-553C-3A607A6F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A68648-79A4-7894-D436-EC29D1C1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174309-89F1-03B4-9438-CDBE4DDC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F2420-31FF-49D9-B232-A2936CAD85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56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58133-81B3-B325-AA9C-62004603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DE3ABD-F6E6-0F3E-BC76-ECBB297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67F9BC-9957-9C5D-264B-DB5919EF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77F29B-9AB6-1AC4-873C-4D7C7CB9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F9FA9-B52D-4096-BBCF-64AD6A0E34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794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9E5F21-2C27-93EC-64B0-8FC65042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C6CDC3-5096-4123-FFEC-85C29B5C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089915-4AD7-9A51-E7AC-14EA3FEC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D0F33D-E887-4C3A-87A0-4023E2DD29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572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12486-3B9E-6FF2-7743-9F23E3EC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0306FD-F458-CF42-BB01-0C802C3AB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816BF5-EF64-B057-AE39-FF74EBA16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90B216-0447-3444-8775-5954129F4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1D44A1-C55A-EF40-13BA-6D697202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6B2457-03E2-C9B3-836C-3B98923D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C1D44-295A-4C5D-901C-C222E0520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037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D60F5-9882-7E48-EAC0-8F4134B2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8038E6-2138-FB9D-8F86-32F2E00C5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F1F825-CE0A-8FED-67C9-7B934156F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F31740-DAE2-A4B3-31E9-15FFC81F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0CBC00-557C-D0A4-244A-11ADD864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07D7DA-6A7D-B847-F828-2A6F5C4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5D85D-0FAA-4BB4-BDDE-3CD3682ABB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777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65D8F-7826-62B9-396C-359243A3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D23743-E6F6-302A-FDD6-A5160C068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A61B41-C3FA-E12F-DBFC-84746F08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C5641-56C1-DA72-AFEC-F6171981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C5EADA-79C2-3615-08E5-2B510318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8A48-F11A-4870-AC31-EF0506BE91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333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09821F-A194-A770-3F06-FB2C73A0F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4B664E-14BE-A804-DAAC-A66972F8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61FA4-0961-562C-9254-52FCDEFC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47BE6-4C94-6D06-FFAC-4DB80203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92E513-8D34-D3B6-DA0E-DFAE989F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E26A75-B9BC-497D-9C38-4B51FE28F7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199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70738E-C0A8-E47E-7508-BC7388B6D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56EF7A-E26B-BF45-29E2-8C52D4A5D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BA7F3F-CC31-147C-A12A-A650D31FC6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B2586E-70B2-6FB7-1BF6-EE930B3F28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963912-6427-FBE3-BEB0-C841316D585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1391DB-7909-4814-8608-721BFC7E3E9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CD1DC89-5D89-28ED-466B-92DA14E946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981200"/>
            <a:ext cx="7772400" cy="1470025"/>
          </a:xfrm>
        </p:spPr>
        <p:txBody>
          <a:bodyPr anchor="ctr"/>
          <a:lstStyle/>
          <a:p>
            <a:r>
              <a:rPr lang="pt-BR" altLang="pt-BR" sz="4400" i="1">
                <a:solidFill>
                  <a:schemeClr val="bg1"/>
                </a:solidFill>
                <a:latin typeface="Tahoma" panose="020B0604030504040204" pitchFamily="34" charset="0"/>
              </a:rPr>
              <a:t>577</a:t>
            </a:r>
            <a:br>
              <a:rPr lang="pt-BR" altLang="pt-BR" sz="4400" i="1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pt-BR" altLang="pt-BR" sz="4400" i="1">
                <a:solidFill>
                  <a:schemeClr val="bg1"/>
                </a:solidFill>
                <a:latin typeface="Tahoma" panose="020B0604030504040204" pitchFamily="34" charset="0"/>
              </a:rPr>
              <a:t>Em Fervente Oração</a:t>
            </a:r>
            <a:endParaRPr lang="en-US" altLang="pt-BR" sz="4400" i="1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1D63045-A350-3C86-B485-4525713B178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838200"/>
            <a:ext cx="8229600" cy="2819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Em fervente oração, vem o teu coração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Na presença de Deus derramar!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Mas só podes fruir o que estás a pedir,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Quando tudo deixares no altar.</a:t>
            </a:r>
            <a:b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</a:br>
            <a:endParaRPr lang="pt-BR" altLang="pt-BR" sz="3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71952821-FB58-B801-5B03-8B3EA2388AF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533400"/>
            <a:ext cx="8382000" cy="34290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</a:rPr>
              <a:t>Quando tudo perante o Senhor estiver,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</a:rPr>
              <a:t>E todo o teu ser Ele controlar,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</a:rPr>
              <a:t>Só, então, hás de ver 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</a:rPr>
              <a:t>Que o Senhor tem poder,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</a:rPr>
              <a:t>Quando tudo deixares no Altar.</a:t>
            </a:r>
            <a:br>
              <a:rPr lang="pt-BR" altLang="pt-BR" sz="3600" i="1">
                <a:solidFill>
                  <a:schemeClr val="bg1"/>
                </a:solidFill>
              </a:rPr>
            </a:br>
            <a:endParaRPr lang="pt-BR" altLang="pt-BR" sz="3600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0691474-D15D-F5DA-5BE6-F217FCFC631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28600" y="685800"/>
            <a:ext cx="8229600" cy="3276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Maravilhas de amor te fará o Senhor,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Atendendo à oração que aceitar.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Seu imenso poder, te vira socorrer,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Quando tudo deixares no Altar.</a:t>
            </a:r>
            <a:b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</a:br>
            <a:endParaRPr lang="pt-BR" altLang="pt-BR" sz="3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C7066EB-40A7-0402-C52C-84370183CEF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28600" y="457200"/>
            <a:ext cx="8534400" cy="3962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Quando tudo perante o Senhor estiver,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E todo o teu ser Ele controlar,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Só, então, hás de ver 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Que o Senhor tem poder,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Quando tudo deixares no Altar.</a:t>
            </a:r>
            <a:b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D650153-D07C-FE15-94CC-FD2404223FF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609600"/>
            <a:ext cx="8229600" cy="3657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Se orares, porem, sem o teu coração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Ter a paz que o Senhor pode dar,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Foi por Deus não sentir 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Que tua alma se abriu,</a:t>
            </a:r>
          </a:p>
          <a:p>
            <a:pPr>
              <a:buFontTx/>
              <a:buNone/>
            </a:pPr>
            <a: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  <a:t>Tudo, tudo, deixando no Altar</a:t>
            </a:r>
            <a:br>
              <a:rPr lang="pt-BR" altLang="pt-BR" sz="3600">
                <a:solidFill>
                  <a:schemeClr val="bg1"/>
                </a:solidFill>
                <a:latin typeface="Tahoma" panose="020B0604030504040204" pitchFamily="34" charset="0"/>
              </a:rPr>
            </a:br>
            <a:endParaRPr lang="en-US" altLang="pt-BR" sz="3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0EDF7DE-16DF-632E-F255-59C7AC3B45D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609600"/>
            <a:ext cx="8229600" cy="3657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Quando tudo perante o Senhor estiver,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E todo o teu ser Ele controlar,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Só, então, hás de ver 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Que o Senhor tem poder,</a:t>
            </a:r>
          </a:p>
          <a:p>
            <a:pPr>
              <a:buFontTx/>
              <a:buNone/>
            </a:pPr>
            <a: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  <a:t>Quando tudo deixares no Altar.</a:t>
            </a:r>
            <a:br>
              <a:rPr lang="pt-BR" altLang="pt-BR" sz="3600" i="1">
                <a:solidFill>
                  <a:schemeClr val="bg1"/>
                </a:solidFill>
                <a:latin typeface="Tahoma" panose="020B0604030504040204" pitchFamily="34" charset="0"/>
              </a:rPr>
            </a:br>
            <a:endParaRPr lang="pt-BR" altLang="pt-BR" sz="3600" i="1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208</Words>
  <Application>Microsoft Office PowerPoint</Application>
  <PresentationFormat>Apresentação na tela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Tahoma</vt:lpstr>
      <vt:lpstr>Design padrão</vt:lpstr>
      <vt:lpstr>577 Em Fervente Oração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577 Em Fervente Oração</dc:title>
  <dc:creator>Junior</dc:creator>
  <cp:lastModifiedBy>Emerson Souza</cp:lastModifiedBy>
  <cp:revision>1</cp:revision>
  <dcterms:created xsi:type="dcterms:W3CDTF">2005-07-02T17:34:54Z</dcterms:created>
  <dcterms:modified xsi:type="dcterms:W3CDTF">2026-05-02T22:25:32Z</dcterms:modified>
</cp:coreProperties>
</file>