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71C21-1106-8966-E256-157594AFA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EF71AD-5F11-D8B3-B994-C66DE4324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5D38A1-5BA2-E2EF-13B3-7E3A9B62C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A2A90A-BB43-ECFA-E6D4-1AB220F2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0E02EB-B75F-E1F6-344A-542AB4DC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199BAE-B5F8-4CBB-9620-B316AF1B26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016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28363-ED17-21A9-9EE4-A2551ACD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7F61A5-6DDF-8D52-D0EC-F70DF4F6F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344F9B-2225-742A-28C9-8D4DBCEF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BDDEB8-189A-BF4E-3E29-B6E2DB785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7ECC96-1379-CC40-63CF-4657DC99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B64B7E-8DB0-4D07-9E5A-0B3F29D652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118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C9C70-8320-E697-51C2-9F8F6552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23A033-3EBD-1B84-7D55-4713344A7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94A79A-6B0F-BC66-8946-32BE49CA6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12F5B9-C619-EDB8-287A-4D8C9FBF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F84BAB-8AAE-FCD1-9727-391C1F3E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8EBFD-FD67-4800-8C22-5D91C851AD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782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130F5-70BD-8986-E9F8-FC808D9C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021114-C443-A334-1139-CD3F2626D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7D3C35-BD1D-8E9B-9EF2-BD05D657F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96A2FD-5754-5385-1549-F759E77DC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C9A055-AF67-1D01-6314-B013EBEB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7FDFBE-F8DE-BA85-621D-3FE223C9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083972-F5DB-46AE-92B1-43875BCCCF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763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F55ED-68A6-F11A-DB14-CD805788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8F8F9E-D4BC-91F0-7E2C-7B03CAA59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C9125B-092E-EC0F-086B-B0441EA58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B7F796-5C14-1966-5157-2EAFB6F9D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D67491-0063-C838-7D58-38759B99C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339913-982F-5D47-7BCA-7123FE31C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07E95CF-7983-6874-997E-5318B654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49FCA1D-36CB-83FA-47BE-F3A16E68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ABA50A-59A8-49C0-B119-CB403A0C9C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973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DF912-5AD1-5027-6E1B-409EF964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616960-96C9-E247-A8D9-3FFDE0C9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0124D07-89BB-2427-41EE-A4746501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E2B44E-2E89-F474-5AB9-BEF03886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BDA87-C3A0-4CC4-A868-11E0B9C28E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7587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E9FDB8-84CD-C737-5BEA-F8F544B1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524AAC-9B8A-C61C-F6A5-9A601DB8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CF42D8-869E-AE96-4701-BDDB64CD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7521F8-FC2C-4F8F-8D7B-6092B93DAD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104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646A3-C560-5BBF-B08D-0899896E0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BE9353-BABD-3E9A-906D-63D9D417D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3B67EA-0649-1C71-4B2F-4931BEEDC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F471F0-FDB2-0CAD-C24D-E4FD3A4F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825288-9A62-AE96-7767-9D6B283B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A68E79-24DD-E9DF-F067-28CD1C5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3708E-BDFA-4BC8-B150-0850A57186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0339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2F810-E761-DBC0-4391-1AD4E87E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E1D1F9-0AA3-B825-B992-08C702B42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A5FD00-34A2-DE8C-FB95-499889FB5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26901C-24B6-A9C0-250C-78F7BAE6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D3BF7D-DF9C-3A97-E951-A9705335E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FEA924-19F1-2E48-128C-410E23B4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40D46A-86BD-4F35-86B2-6949C7A0D1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971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C671D-9A18-0920-4AE3-7C099B396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11E5CA-473B-3761-0342-2BF7D069B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0DF926-E260-A015-73C5-8DE091B7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F00124-9733-A666-6984-DB26BC2A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8F5EDF-676E-5212-E4B8-69C52D03A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B1590-0D20-4655-B416-CB2299210C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150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029ED9-B5B7-889A-47A9-432EFB7B5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31D917-CE04-70F5-A3B7-727A60490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48EE96-6B9A-FC2E-BE73-488E841B7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DDA58E-B228-58ED-18A6-FE051EA7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87BC45-2F87-D6FA-390E-DFDD8F6C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44440-9997-4CA2-98AA-6763C3D3E8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394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7BC1E0-023E-59B9-0C51-FFD1784ED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9FDBE7-E9A6-34CA-CCF4-52C4BF104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FB2A44-56D2-0BB6-86A2-29DA434A48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4AD657-606C-C15D-4695-E0A96AA766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19D662-A459-0CC5-66EB-063548A707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4BAF472-5EE4-483B-BE77-150D3EEBD6F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B8474F2-5910-C956-D72F-EFB658B9E8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143</a:t>
            </a:r>
            <a:br>
              <a:rPr lang="en-US" altLang="pt-BR" sz="3600" b="1"/>
            </a:br>
            <a:r>
              <a:rPr lang="en-US" altLang="pt-BR" sz="3600" b="1"/>
              <a:t>O VERDADEIRO AMIGO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1521907-1BB8-2012-B5FB-3F113529D5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20293BF-1A6C-9920-206D-59FBF8008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Tu és pra mim o verdadeiro amigo,</a:t>
            </a:r>
            <a:br>
              <a:rPr lang="en-US" altLang="pt-BR" sz="4000"/>
            </a:br>
            <a:r>
              <a:rPr lang="en-US" altLang="pt-BR" sz="4000"/>
              <a:t>Só em Ti, meu Redentor, vou confiar,</a:t>
            </a:r>
            <a:br>
              <a:rPr lang="en-US" altLang="pt-BR" sz="4000"/>
            </a:br>
            <a:r>
              <a:rPr lang="en-US" altLang="pt-BR" sz="4000"/>
              <a:t>Defende-me do mundo, do perigo;</a:t>
            </a:r>
            <a:br>
              <a:rPr lang="en-US" altLang="pt-BR" sz="4000"/>
            </a:br>
            <a:r>
              <a:rPr lang="en-US" altLang="pt-BR" sz="4000"/>
              <a:t>Ansioso, eu Te quero encontrar.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7C5DA81-778B-AEB1-8C0C-5DA224BCBC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800" b="1" i="1"/>
              <a:t>Vem levar me para perto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Do Teu grande e bondoso coração;</a:t>
            </a:r>
            <a:r>
              <a:rPr lang="en-US" altLang="pt-BR" sz="3800" i="1"/>
              <a:t> </a:t>
            </a:r>
            <a:r>
              <a:rPr lang="en-US" altLang="pt-BR" sz="3800" b="1" i="1"/>
              <a:t>Sempre avante e bem certo,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Com Jesus, eu vou andando p'ra Sião.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FC32160-74AE-3F94-DC3C-B3FD0821F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Vem já, Senhor, com Tua graça imensa Ajudar-me a levar a minha cruz, Fazendo-me sentir real presença, </a:t>
            </a:r>
            <a:br>
              <a:rPr lang="en-US" altLang="pt-BR" sz="4000" i="1"/>
            </a:br>
            <a:r>
              <a:rPr lang="en-US" altLang="pt-BR" sz="4000" i="1"/>
              <a:t>Do Consolador divino, ó Jesus!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D2E0D63-DA9E-9B88-0171-D7D080EB1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800" b="1" i="1"/>
              <a:t>Vem levar me para perto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Do Teu grande e bondoso coração;</a:t>
            </a:r>
            <a:r>
              <a:rPr lang="en-US" altLang="pt-BR" sz="3800" i="1"/>
              <a:t> </a:t>
            </a:r>
            <a:r>
              <a:rPr lang="en-US" altLang="pt-BR" sz="3800" b="1" i="1"/>
              <a:t>Sempre avante e bem certo,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Com Jesus, eu vou andando p'ra Sião.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46DED01-967D-60CD-3F8D-71930C32B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Jesus, Tu és a minha esperança, </a:t>
            </a:r>
            <a:br>
              <a:rPr lang="en-US" altLang="pt-BR" sz="4000" i="1"/>
            </a:br>
            <a:r>
              <a:rPr lang="en-US" altLang="pt-BR" sz="4000" i="1"/>
              <a:t>E contente eu desejo Te seguir; </a:t>
            </a:r>
            <a:br>
              <a:rPr lang="en-US" altLang="pt-BR" sz="4000" i="1"/>
            </a:br>
            <a:r>
              <a:rPr lang="en-US" altLang="pt-BR" sz="4000" i="1"/>
              <a:t>A Ti orando, com perseverança, </a:t>
            </a:r>
            <a:br>
              <a:rPr lang="en-US" altLang="pt-BR" sz="4000" i="1"/>
            </a:br>
            <a:r>
              <a:rPr lang="en-US" altLang="pt-BR" sz="4000" i="1"/>
              <a:t>Para que me guardes sempre de cair.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6E580D0-7A80-6831-7799-948CD9898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800" b="1" i="1"/>
              <a:t>Vem levar me para perto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Do Teu grande e bondoso coração;</a:t>
            </a:r>
            <a:r>
              <a:rPr lang="en-US" altLang="pt-BR" sz="3800" i="1"/>
              <a:t> </a:t>
            </a:r>
            <a:r>
              <a:rPr lang="en-US" altLang="pt-BR" sz="3800" b="1" i="1"/>
              <a:t>Sempre avante e bem certo,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Com Jesus, eu vou andando p'ra Sião.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143 O VERDADEIRO AMIGO </vt:lpstr>
      <vt:lpstr>Tu és pra mim o verdadeiro amigo, Só em Ti, meu Redentor, vou confiar, Defende-me do mundo, do perigo; Ansioso, eu Te quero encontrar. </vt:lpstr>
      <vt:lpstr>Vem levar me para perto  Do Teu grande e bondoso coração; Sempre avante e bem certo,  Com Jesus, eu vou andando p'ra Sião. </vt:lpstr>
      <vt:lpstr>Vem já, Senhor, com Tua graça imensa Ajudar-me a levar a minha cruz, Fazendo-me sentir real presença,  Do Consolador divino, ó Jesus!   </vt:lpstr>
      <vt:lpstr>Vem levar me para perto  Do Teu grande e bondoso coração; Sempre avante e bem certo,  Com Jesus, eu vou andando p'ra Sião. </vt:lpstr>
      <vt:lpstr>Jesus, Tu és a minha esperança,  E contente eu desejo Te seguir;  A Ti orando, com perseverança,  Para que me guardes sempre de cair. </vt:lpstr>
      <vt:lpstr>Vem levar me para perto  Do Teu grande e bondoso coração; Sempre avante e bem certo,  Com Jesus, eu vou andando p'ra Sião.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143 O VERDADEIRO AMIGO </dc:title>
  <dc:creator>Junior</dc:creator>
  <cp:lastModifiedBy>Emerson Souza</cp:lastModifiedBy>
  <cp:revision>1</cp:revision>
  <dcterms:created xsi:type="dcterms:W3CDTF">2005-12-23T15:24:22Z</dcterms:created>
  <dcterms:modified xsi:type="dcterms:W3CDTF">2026-05-02T21:48:44Z</dcterms:modified>
</cp:coreProperties>
</file>