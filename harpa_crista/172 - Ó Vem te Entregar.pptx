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108" y="-1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38" name="Group 2">
            <a:extLst>
              <a:ext uri="{FF2B5EF4-FFF2-40B4-BE49-F238E27FC236}">
                <a16:creationId xmlns:a16="http://schemas.microsoft.com/office/drawing/2014/main" id="{4CCD60A0-4A52-6B78-598B-3CA227CDD048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8458200" cy="5943600"/>
            <a:chOff x="0" y="0"/>
            <a:chExt cx="5328" cy="3744"/>
          </a:xfrm>
        </p:grpSpPr>
        <p:sp>
          <p:nvSpPr>
            <p:cNvPr id="14339" name="Freeform 3">
              <a:extLst>
                <a:ext uri="{FF2B5EF4-FFF2-40B4-BE49-F238E27FC236}">
                  <a16:creationId xmlns:a16="http://schemas.microsoft.com/office/drawing/2014/main" id="{C1197099-B169-1349-F7A5-341E1F4AC749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1440"/>
              <a:ext cx="5155" cy="2304"/>
            </a:xfrm>
            <a:custGeom>
              <a:avLst/>
              <a:gdLst>
                <a:gd name="T0" fmla="*/ 5154 w 5155"/>
                <a:gd name="T1" fmla="*/ 1769 h 2304"/>
                <a:gd name="T2" fmla="*/ 0 w 5155"/>
                <a:gd name="T3" fmla="*/ 2304 h 2304"/>
                <a:gd name="T4" fmla="*/ 0 w 5155"/>
                <a:gd name="T5" fmla="*/ 1252 h 2304"/>
                <a:gd name="T6" fmla="*/ 5155 w 5155"/>
                <a:gd name="T7" fmla="*/ 0 h 2304"/>
                <a:gd name="T8" fmla="*/ 5155 w 5155"/>
                <a:gd name="T9" fmla="*/ 1416 h 2304"/>
                <a:gd name="T10" fmla="*/ 5154 w 5155"/>
                <a:gd name="T11" fmla="*/ 1769 h 2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155" h="2304">
                  <a:moveTo>
                    <a:pt x="5154" y="1769"/>
                  </a:moveTo>
                  <a:lnTo>
                    <a:pt x="0" y="2304"/>
                  </a:lnTo>
                  <a:lnTo>
                    <a:pt x="0" y="1252"/>
                  </a:lnTo>
                  <a:lnTo>
                    <a:pt x="5155" y="0"/>
                  </a:lnTo>
                  <a:lnTo>
                    <a:pt x="5155" y="1416"/>
                  </a:lnTo>
                  <a:lnTo>
                    <a:pt x="5154" y="1769"/>
                  </a:lnTo>
                  <a:close/>
                </a:path>
              </a:pathLst>
            </a:custGeom>
            <a:gradFill rotWithShape="1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4340" name="Freeform 4">
              <a:extLst>
                <a:ext uri="{FF2B5EF4-FFF2-40B4-BE49-F238E27FC236}">
                  <a16:creationId xmlns:a16="http://schemas.microsoft.com/office/drawing/2014/main" id="{232DB0EF-1A87-A770-2FA1-F6371120B679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0"/>
              <a:ext cx="5328" cy="3689"/>
            </a:xfrm>
            <a:custGeom>
              <a:avLst/>
              <a:gdLst>
                <a:gd name="T0" fmla="*/ 5311 w 5328"/>
                <a:gd name="T1" fmla="*/ 3209 h 3689"/>
                <a:gd name="T2" fmla="*/ 0 w 5328"/>
                <a:gd name="T3" fmla="*/ 3689 h 3689"/>
                <a:gd name="T4" fmla="*/ 0 w 5328"/>
                <a:gd name="T5" fmla="*/ 9 h 3689"/>
                <a:gd name="T6" fmla="*/ 5328 w 5328"/>
                <a:gd name="T7" fmla="*/ 0 h 3689"/>
                <a:gd name="T8" fmla="*/ 5311 w 5328"/>
                <a:gd name="T9" fmla="*/ 3209 h 3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28" h="3689">
                  <a:moveTo>
                    <a:pt x="5311" y="3209"/>
                  </a:moveTo>
                  <a:lnTo>
                    <a:pt x="0" y="3689"/>
                  </a:lnTo>
                  <a:lnTo>
                    <a:pt x="0" y="9"/>
                  </a:lnTo>
                  <a:lnTo>
                    <a:pt x="5328" y="0"/>
                  </a:lnTo>
                  <a:lnTo>
                    <a:pt x="5311" y="3209"/>
                  </a:lnTo>
                  <a:close/>
                </a:path>
              </a:pathLst>
            </a:custGeom>
            <a:gradFill rotWithShape="1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4341" name="Rectangle 5">
            <a:extLst>
              <a:ext uri="{FF2B5EF4-FFF2-40B4-BE49-F238E27FC236}">
                <a16:creationId xmlns:a16="http://schemas.microsoft.com/office/drawing/2014/main" id="{392E9C6B-3220-9662-C8A9-83C8616C4D48}"/>
              </a:ext>
            </a:extLst>
          </p:cNvPr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pt-BR" noProof="0"/>
              <a:t>Clique para editar o estilo do subtítulo mestre</a:t>
            </a:r>
          </a:p>
        </p:txBody>
      </p:sp>
      <p:sp>
        <p:nvSpPr>
          <p:cNvPr id="14342" name="Rectangle 6">
            <a:extLst>
              <a:ext uri="{FF2B5EF4-FFF2-40B4-BE49-F238E27FC236}">
                <a16:creationId xmlns:a16="http://schemas.microsoft.com/office/drawing/2014/main" id="{CDEDD548-D0CB-AAE9-BC78-52D81392324E}"/>
              </a:ext>
            </a:extLst>
          </p:cNvPr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14343" name="Rectangle 7">
            <a:extLst>
              <a:ext uri="{FF2B5EF4-FFF2-40B4-BE49-F238E27FC236}">
                <a16:creationId xmlns:a16="http://schemas.microsoft.com/office/drawing/2014/main" id="{10359204-7F84-509F-876F-A7436B9475F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14344" name="Rectangle 8">
            <a:extLst>
              <a:ext uri="{FF2B5EF4-FFF2-40B4-BE49-F238E27FC236}">
                <a16:creationId xmlns:a16="http://schemas.microsoft.com/office/drawing/2014/main" id="{4D32F1F1-2285-0F80-CAC8-B1B25819BEC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0875345A-7F0E-47BD-B69E-051A9D926C2E}" type="slidenum">
              <a:rPr lang="en-US" altLang="pt-BR"/>
              <a:pPr/>
              <a:t>‹nº›</a:t>
            </a:fld>
            <a:endParaRPr lang="en-US" altLang="pt-BR"/>
          </a:p>
        </p:txBody>
      </p:sp>
      <p:sp>
        <p:nvSpPr>
          <p:cNvPr id="14345" name="Rectangle 9">
            <a:extLst>
              <a:ext uri="{FF2B5EF4-FFF2-40B4-BE49-F238E27FC236}">
                <a16:creationId xmlns:a16="http://schemas.microsoft.com/office/drawing/2014/main" id="{035678EC-64A1-B848-76ED-49F4B54406CE}"/>
              </a:ext>
            </a:extLst>
          </p:cNvPr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768475"/>
            <a:ext cx="7772400" cy="1736725"/>
          </a:xfrm>
        </p:spPr>
        <p:txBody>
          <a:bodyPr anchor="b" anchorCtr="1"/>
          <a:lstStyle>
            <a:lvl1pPr>
              <a:defRPr sz="5400"/>
            </a:lvl1pPr>
          </a:lstStyle>
          <a:p>
            <a:pPr lvl="0"/>
            <a:r>
              <a:rPr lang="en-US" altLang="pt-BR" noProof="0"/>
              <a:t>Clique para editar o estilo do título mestre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2C3FAE-F0E0-4294-C2A4-55406BFBB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33412D-C6F1-3D45-88B2-889F8480F8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98E4EE1-A9B4-2BEB-F295-67F9253A6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517108D-C098-03ED-6E5A-5F065162F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77772B1-71B5-C43B-E3CA-7F64BBEBD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DD96366-F4AD-4946-86ED-9C662562A0D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508825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DCED69-ACA1-779E-F037-A103DE6EC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6E05F47-80A6-FCFB-8F0F-D1F713AEB4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877AFAD-0E58-8F9F-52CD-B80BA3EE3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8040FD9-90FE-1D97-FDE9-D7D6BA51E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6A57E90-8615-567C-D3B0-7210CB000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00096CE-4F85-4E8D-BEEE-584D43A977D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72132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50DABA-AC0D-8D92-0D20-A543DA46E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90D270C-2B4B-4B69-CBD5-0C9ED08FA4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4958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10A550F-625B-64CA-1914-01B926861C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4958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DE28D84-9F7C-F9B1-E97E-5AA5CD360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2AF2649-33BA-A0A2-5131-5228B0F94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FDC046F-7FBC-8344-0F34-E1DE7A662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A2207A-5880-409D-90CD-2BAD216A343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58147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7533B1-1384-DEB4-E0CF-C5FB94466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7A6B358-DCEC-7BF3-2E7B-439F6A14C6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45BD0C7-B1C1-0AFB-0763-65BF292351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76DC5DB-8D10-C84A-7191-048C49CC29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BAF044F-007B-214B-3663-AE88810541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D1FFE37-7026-953D-C4C6-A41BD468D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9A7D378-C397-D73C-E9E1-CEF6496F4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0A184599-BC54-7E2D-118E-154F4200C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E799629-6918-4A3B-BF5E-60037385850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29599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B7472E-1156-E3E0-9943-D68E433F9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EB64E17E-2CB7-7499-545C-F0052C0F2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8D88716-9605-791F-E458-ADA5724A3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B83D155-6133-DFDD-650C-B99AA09C3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14332D3-812E-4236-9E5F-BF98E01EA1E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277347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F9A27A1-6513-C6DE-EC2A-80468CFD4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035FE4B-A408-B63F-60A0-A6A847AE3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6A09D6F-6FDB-C753-7B8A-B62354B31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1F3C8E4-B6C2-4A29-8C85-23CF62E7AC4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7768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42582D-0AFF-6CB7-B922-F5A0C971E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5E43FBD-BBEC-5413-8CAC-4042B27AF1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D8B5D28-DE20-24D8-D17B-0C501304CA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E16EE50-B4FE-3F10-BBE0-D0A9B9E86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8FC6328-84F6-9B9D-2740-EF073F70D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9B7F7ED-1309-6031-2F25-BA2AA2FBC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AAA08C-5465-48AB-A4A0-12CE4448033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289768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E57466-80E8-ED7B-6098-75B0E751E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AA72CB1-6C22-2AC1-5234-38A54591A0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53CDC69-E29B-8C9D-2097-100A4F1AE0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62146EF-68E2-4A0D-A6A5-6D30AEA07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37B1BFF-2039-9332-E1A8-B8E9A3078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AE9FED4-CE88-DCF1-D9EB-B3CF58F94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0DF4F5-DD6D-4F24-8C80-F03B851E105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945200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324142-B1D0-36B6-1B23-AD7E4C5E6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87061CC-5F19-C367-9909-FAFADD4786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3452F9F-371C-1B41-7BB0-83BC0C213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D325D18-9861-5A01-ED46-1F1E89003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347A0E2-084D-9A25-763A-01E93EF01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6E73D7-9BBE-434B-A0A0-2AB305DB9C2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010669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2B7B298-FDFB-CF54-0726-A9CCA42054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21362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31EEA29-55BE-6430-A207-0D84E05CCD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21362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41B76CB-6E40-FA08-D62C-B20A672B4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A81E3E7-1E94-E98B-838B-42B0A1FBD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6534A45-274A-69BC-A0CA-68A478D5F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FE312F7-BFA3-40BD-91E7-6B4EA491C1B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98356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14" name="Group 2">
            <a:extLst>
              <a:ext uri="{FF2B5EF4-FFF2-40B4-BE49-F238E27FC236}">
                <a16:creationId xmlns:a16="http://schemas.microsoft.com/office/drawing/2014/main" id="{D78A291D-6852-51F3-D529-23827ABFD904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7242175" cy="1981200"/>
            <a:chOff x="0" y="0"/>
            <a:chExt cx="4562" cy="1248"/>
          </a:xfrm>
        </p:grpSpPr>
        <p:sp>
          <p:nvSpPr>
            <p:cNvPr id="13315" name="Freeform 3">
              <a:extLst>
                <a:ext uri="{FF2B5EF4-FFF2-40B4-BE49-F238E27FC236}">
                  <a16:creationId xmlns:a16="http://schemas.microsoft.com/office/drawing/2014/main" id="{0B3C5B4D-0221-ABB3-4574-B1EC1567CD98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583"/>
              <a:ext cx="4487" cy="665"/>
            </a:xfrm>
            <a:custGeom>
              <a:avLst/>
              <a:gdLst>
                <a:gd name="T0" fmla="*/ 4800 w 4806"/>
                <a:gd name="T1" fmla="*/ 299 h 665"/>
                <a:gd name="T2" fmla="*/ 0 w 4806"/>
                <a:gd name="T3" fmla="*/ 665 h 665"/>
                <a:gd name="T4" fmla="*/ 0 w 4806"/>
                <a:gd name="T5" fmla="*/ 0 h 665"/>
                <a:gd name="T6" fmla="*/ 4806 w 4806"/>
                <a:gd name="T7" fmla="*/ 1 h 665"/>
                <a:gd name="T8" fmla="*/ 4800 w 4806"/>
                <a:gd name="T9" fmla="*/ 153 h 665"/>
                <a:gd name="T10" fmla="*/ 4800 w 4806"/>
                <a:gd name="T11" fmla="*/ 299 h 6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806" h="665">
                  <a:moveTo>
                    <a:pt x="4800" y="299"/>
                  </a:moveTo>
                  <a:lnTo>
                    <a:pt x="0" y="665"/>
                  </a:lnTo>
                  <a:lnTo>
                    <a:pt x="0" y="0"/>
                  </a:lnTo>
                  <a:lnTo>
                    <a:pt x="4806" y="1"/>
                  </a:lnTo>
                  <a:lnTo>
                    <a:pt x="4800" y="153"/>
                  </a:lnTo>
                  <a:lnTo>
                    <a:pt x="4800" y="299"/>
                  </a:lnTo>
                  <a:close/>
                </a:path>
              </a:pathLst>
            </a:custGeom>
            <a:gradFill rotWithShape="1">
              <a:gsLst>
                <a:gs pos="0">
                  <a:schemeClr val="bg1">
                    <a:gamma/>
                    <a:shade val="94118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3316" name="Freeform 4">
              <a:extLst>
                <a:ext uri="{FF2B5EF4-FFF2-40B4-BE49-F238E27FC236}">
                  <a16:creationId xmlns:a16="http://schemas.microsoft.com/office/drawing/2014/main" id="{116959EB-C10C-36FA-7E5F-3B793FCDBB6E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0"/>
              <a:ext cx="4562" cy="1199"/>
            </a:xfrm>
            <a:custGeom>
              <a:avLst/>
              <a:gdLst>
                <a:gd name="T0" fmla="*/ 4560 w 4562"/>
                <a:gd name="T1" fmla="*/ 932 h 1199"/>
                <a:gd name="T2" fmla="*/ 0 w 4562"/>
                <a:gd name="T3" fmla="*/ 1199 h 1199"/>
                <a:gd name="T4" fmla="*/ 0 w 4562"/>
                <a:gd name="T5" fmla="*/ 0 h 1199"/>
                <a:gd name="T6" fmla="*/ 4562 w 4562"/>
                <a:gd name="T7" fmla="*/ 0 h 1199"/>
                <a:gd name="T8" fmla="*/ 4560 w 4562"/>
                <a:gd name="T9" fmla="*/ 932 h 1199"/>
                <a:gd name="T10" fmla="*/ 4560 w 4562"/>
                <a:gd name="T11" fmla="*/ 93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562" h="1199">
                  <a:moveTo>
                    <a:pt x="4560" y="932"/>
                  </a:moveTo>
                  <a:lnTo>
                    <a:pt x="0" y="1199"/>
                  </a:lnTo>
                  <a:lnTo>
                    <a:pt x="0" y="0"/>
                  </a:lnTo>
                  <a:lnTo>
                    <a:pt x="4562" y="0"/>
                  </a:lnTo>
                  <a:lnTo>
                    <a:pt x="4560" y="932"/>
                  </a:lnTo>
                  <a:lnTo>
                    <a:pt x="4560" y="93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3317" name="Rectangle 5">
            <a:extLst>
              <a:ext uri="{FF2B5EF4-FFF2-40B4-BE49-F238E27FC236}">
                <a16:creationId xmlns:a16="http://schemas.microsoft.com/office/drawing/2014/main" id="{DC39E498-3C30-20B2-CC4C-919D188801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3318" name="Rectangle 6">
            <a:extLst>
              <a:ext uri="{FF2B5EF4-FFF2-40B4-BE49-F238E27FC236}">
                <a16:creationId xmlns:a16="http://schemas.microsoft.com/office/drawing/2014/main" id="{0D568826-BFAC-6134-610E-1EED112012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49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3319" name="Rectangle 7">
            <a:extLst>
              <a:ext uri="{FF2B5EF4-FFF2-40B4-BE49-F238E27FC236}">
                <a16:creationId xmlns:a16="http://schemas.microsoft.com/office/drawing/2014/main" id="{E5001E7F-1A55-4680-7538-33C7A9F0002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endParaRPr lang="en-US" altLang="pt-BR"/>
          </a:p>
        </p:txBody>
      </p:sp>
      <p:sp>
        <p:nvSpPr>
          <p:cNvPr id="13320" name="Rectangle 8">
            <a:extLst>
              <a:ext uri="{FF2B5EF4-FFF2-40B4-BE49-F238E27FC236}">
                <a16:creationId xmlns:a16="http://schemas.microsoft.com/office/drawing/2014/main" id="{91F6E332-F013-5F43-1861-44665F0533F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endParaRPr lang="en-US" altLang="pt-BR"/>
          </a:p>
        </p:txBody>
      </p:sp>
      <p:sp>
        <p:nvSpPr>
          <p:cNvPr id="13321" name="Rectangle 9">
            <a:extLst>
              <a:ext uri="{FF2B5EF4-FFF2-40B4-BE49-F238E27FC236}">
                <a16:creationId xmlns:a16="http://schemas.microsoft.com/office/drawing/2014/main" id="{EB8C90A1-1C1B-EE69-CF8F-47A2C97D7B9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fld id="{EBCA8DD4-A681-4633-B128-F871041B09B3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anose="05000000000000000000" pitchFamily="2" charset="2"/>
        <a:buChar char="n"/>
        <a:defRPr sz="32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8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25F52CE2-88BC-0197-C786-6242AE2CF97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pt-BR" sz="4800" b="1">
                <a:solidFill>
                  <a:schemeClr val="tx1"/>
                </a:solidFill>
              </a:rPr>
              <a:t>172</a:t>
            </a:r>
            <a:br>
              <a:rPr lang="en-US" altLang="pt-BR" sz="4800" b="1">
                <a:solidFill>
                  <a:schemeClr val="tx1"/>
                </a:solidFill>
              </a:rPr>
            </a:br>
            <a:r>
              <a:rPr lang="en-US" altLang="pt-BR" sz="4800" b="1">
                <a:solidFill>
                  <a:schemeClr val="tx1"/>
                </a:solidFill>
              </a:rPr>
              <a:t>Ó VEM TE ENTREGAR</a:t>
            </a:r>
            <a:br>
              <a:rPr lang="en-US" altLang="pt-BR" sz="4800" b="1">
                <a:solidFill>
                  <a:schemeClr val="tx1"/>
                </a:solidFill>
              </a:rPr>
            </a:br>
            <a:endParaRPr lang="en-US" altLang="pt-BR" sz="4800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DA16D587-C724-3357-5ABC-067F87857A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274638"/>
            <a:ext cx="8362950" cy="6249987"/>
          </a:xfrm>
        </p:spPr>
        <p:txBody>
          <a:bodyPr/>
          <a:lstStyle/>
          <a:p>
            <a:r>
              <a:rPr lang="en-US" altLang="pt-BR" sz="3200">
                <a:solidFill>
                  <a:schemeClr val="tx1"/>
                </a:solidFill>
              </a:rPr>
              <a:t>Ó pecador, cansado e abatido,</a:t>
            </a:r>
            <a:br>
              <a:rPr lang="en-US" altLang="pt-BR" sz="3200">
                <a:solidFill>
                  <a:schemeClr val="tx1"/>
                </a:solidFill>
              </a:rPr>
            </a:br>
            <a:r>
              <a:rPr lang="en-US" altLang="pt-BR" sz="3200">
                <a:solidFill>
                  <a:schemeClr val="tx1"/>
                </a:solidFill>
              </a:rPr>
              <a:t>que neste mundo vagas, sem consolação! </a:t>
            </a:r>
            <a:br>
              <a:rPr lang="en-US" altLang="pt-BR" sz="3200">
                <a:solidFill>
                  <a:schemeClr val="tx1"/>
                </a:solidFill>
              </a:rPr>
            </a:br>
            <a:r>
              <a:rPr lang="en-US" altLang="pt-BR" sz="3200">
                <a:solidFill>
                  <a:schemeClr val="tx1"/>
                </a:solidFill>
              </a:rPr>
              <a:t>Se queres ser, de graça, revestido,</a:t>
            </a:r>
            <a:br>
              <a:rPr lang="en-US" altLang="pt-BR" sz="3200">
                <a:solidFill>
                  <a:schemeClr val="tx1"/>
                </a:solidFill>
              </a:rPr>
            </a:br>
            <a:r>
              <a:rPr lang="en-US" altLang="pt-BR" sz="3200">
                <a:solidFill>
                  <a:schemeClr val="tx1"/>
                </a:solidFill>
              </a:rPr>
              <a:t>Aceita Cristo, e Sua salvação.</a:t>
            </a:r>
            <a:br>
              <a:rPr lang="en-US" altLang="pt-BR" sz="3200">
                <a:solidFill>
                  <a:schemeClr val="tx1"/>
                </a:solidFill>
              </a:rPr>
            </a:br>
            <a:endParaRPr lang="en-US" altLang="pt-BR" sz="32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0FA27C1A-ACFA-CD32-8B24-11462C412D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274638"/>
            <a:ext cx="8362950" cy="6107112"/>
          </a:xfrm>
        </p:spPr>
        <p:txBody>
          <a:bodyPr/>
          <a:lstStyle/>
          <a:p>
            <a:r>
              <a:rPr lang="en-US" altLang="pt-BR" sz="3600" b="1" i="1">
                <a:solidFill>
                  <a:schemeClr val="tx1"/>
                </a:solidFill>
              </a:rPr>
              <a:t>Ó vem te entregar</a:t>
            </a:r>
            <a:br>
              <a:rPr lang="en-US" altLang="pt-BR" sz="3600" b="1" i="1">
                <a:solidFill>
                  <a:schemeClr val="tx1"/>
                </a:solidFill>
              </a:rPr>
            </a:br>
            <a:r>
              <a:rPr lang="en-US" altLang="pt-BR" sz="3600" b="1" i="1">
                <a:solidFill>
                  <a:schemeClr val="tx1"/>
                </a:solidFill>
              </a:rPr>
              <a:t>Ao grande Salvador,</a:t>
            </a:r>
            <a:br>
              <a:rPr lang="en-US" altLang="pt-BR" sz="3600" b="1" i="1">
                <a:solidFill>
                  <a:schemeClr val="tx1"/>
                </a:solidFill>
              </a:rPr>
            </a:br>
            <a:r>
              <a:rPr lang="en-US" altLang="pt-BR" sz="3600" b="1" i="1">
                <a:solidFill>
                  <a:schemeClr val="tx1"/>
                </a:solidFill>
              </a:rPr>
              <a:t>Que veio te salvar,</a:t>
            </a:r>
            <a:br>
              <a:rPr lang="en-US" altLang="pt-BR" sz="3600" b="1" i="1">
                <a:solidFill>
                  <a:schemeClr val="tx1"/>
                </a:solidFill>
              </a:rPr>
            </a:br>
            <a:r>
              <a:rPr lang="en-US" altLang="pt-BR" sz="3600" b="1" i="1">
                <a:solidFill>
                  <a:schemeClr val="tx1"/>
                </a:solidFill>
              </a:rPr>
              <a:t>E te espera, cheio de amor.</a:t>
            </a:r>
            <a:br>
              <a:rPr lang="en-US" altLang="pt-BR" sz="3600" b="1" i="1">
                <a:solidFill>
                  <a:schemeClr val="tx1"/>
                </a:solidFill>
              </a:rPr>
            </a:br>
            <a:endParaRPr lang="en-US" altLang="pt-BR" sz="3600" b="1" i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873FB2E9-65D5-CF76-DF37-D7C06CA7E0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288" y="274638"/>
            <a:ext cx="8291512" cy="6107112"/>
          </a:xfrm>
        </p:spPr>
        <p:txBody>
          <a:bodyPr/>
          <a:lstStyle/>
          <a:p>
            <a:r>
              <a:rPr lang="en-US" altLang="pt-BR" sz="3200">
                <a:solidFill>
                  <a:schemeClr val="tx1"/>
                </a:solidFill>
              </a:rPr>
              <a:t>Ó pecador, se estás desanimado, </a:t>
            </a:r>
            <a:br>
              <a:rPr lang="en-US" altLang="pt-BR" sz="3200">
                <a:solidFill>
                  <a:schemeClr val="tx1"/>
                </a:solidFill>
              </a:rPr>
            </a:br>
            <a:r>
              <a:rPr lang="en-US" altLang="pt-BR" sz="3200">
                <a:solidFill>
                  <a:schemeClr val="tx1"/>
                </a:solidFill>
              </a:rPr>
              <a:t>porque o mal domina todo o teu ser, </a:t>
            </a:r>
            <a:br>
              <a:rPr lang="en-US" altLang="pt-BR" sz="3200">
                <a:solidFill>
                  <a:schemeClr val="tx1"/>
                </a:solidFill>
              </a:rPr>
            </a:br>
            <a:r>
              <a:rPr lang="en-US" altLang="pt-BR" sz="3200">
                <a:solidFill>
                  <a:schemeClr val="tx1"/>
                </a:solidFill>
              </a:rPr>
              <a:t>O crê em Cristo, o crucificado, </a:t>
            </a:r>
            <a:br>
              <a:rPr lang="en-US" altLang="pt-BR" sz="3200">
                <a:solidFill>
                  <a:schemeClr val="tx1"/>
                </a:solidFill>
              </a:rPr>
            </a:br>
            <a:r>
              <a:rPr lang="en-US" altLang="pt-BR" sz="3200">
                <a:solidFill>
                  <a:schemeClr val="tx1"/>
                </a:solidFill>
              </a:rPr>
              <a:t>E contra o vício tu terás poder.</a:t>
            </a:r>
            <a:br>
              <a:rPr lang="en-US" altLang="pt-BR" sz="3200">
                <a:solidFill>
                  <a:schemeClr val="tx1"/>
                </a:solidFill>
              </a:rPr>
            </a:br>
            <a:endParaRPr lang="en-US" altLang="pt-BR" sz="32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F8F60088-C815-D9CF-9A1E-85ECD74D49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288" y="274638"/>
            <a:ext cx="8291512" cy="6107112"/>
          </a:xfrm>
        </p:spPr>
        <p:txBody>
          <a:bodyPr/>
          <a:lstStyle/>
          <a:p>
            <a:r>
              <a:rPr lang="en-US" altLang="pt-BR" sz="3200">
                <a:solidFill>
                  <a:schemeClr val="tx1"/>
                </a:solidFill>
              </a:rPr>
              <a:t>O pecador, por que não te entregas </a:t>
            </a:r>
            <a:br>
              <a:rPr lang="en-US" altLang="pt-BR" sz="3200">
                <a:solidFill>
                  <a:schemeClr val="tx1"/>
                </a:solidFill>
              </a:rPr>
            </a:br>
            <a:r>
              <a:rPr lang="en-US" altLang="pt-BR" sz="3200">
                <a:solidFill>
                  <a:schemeClr val="tx1"/>
                </a:solidFill>
              </a:rPr>
              <a:t>A Jesus Cristo, o bondoso Salvador? </a:t>
            </a:r>
            <a:br>
              <a:rPr lang="en-US" altLang="pt-BR" sz="3200">
                <a:solidFill>
                  <a:schemeClr val="tx1"/>
                </a:solidFill>
              </a:rPr>
            </a:br>
            <a:r>
              <a:rPr lang="en-US" altLang="pt-BR" sz="3200">
                <a:solidFill>
                  <a:schemeClr val="tx1"/>
                </a:solidFill>
              </a:rPr>
              <a:t>Que, vindo a morte, grato te carrega </a:t>
            </a:r>
            <a:br>
              <a:rPr lang="en-US" altLang="pt-BR" sz="3200">
                <a:solidFill>
                  <a:schemeClr val="tx1"/>
                </a:solidFill>
              </a:rPr>
            </a:br>
            <a:r>
              <a:rPr lang="en-US" altLang="pt-BR" sz="3200">
                <a:solidFill>
                  <a:schemeClr val="tx1"/>
                </a:solidFill>
              </a:rPr>
              <a:t>Ao Paraíso, ao país de amor!</a:t>
            </a:r>
            <a:br>
              <a:rPr lang="en-US" altLang="pt-BR" sz="3200">
                <a:solidFill>
                  <a:schemeClr val="tx1"/>
                </a:solidFill>
              </a:rPr>
            </a:br>
            <a:endParaRPr lang="en-US" altLang="pt-BR" sz="32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B7BE6BF8-437E-93AE-678A-AE8D8436DB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274638"/>
            <a:ext cx="8362950" cy="6178550"/>
          </a:xfrm>
        </p:spPr>
        <p:txBody>
          <a:bodyPr/>
          <a:lstStyle/>
          <a:p>
            <a:r>
              <a:rPr lang="en-US" altLang="pt-BR" sz="3200">
                <a:solidFill>
                  <a:schemeClr val="tx1"/>
                </a:solidFill>
              </a:rPr>
              <a:t>Se comoção tu sentes em tu'alma, </a:t>
            </a:r>
            <a:br>
              <a:rPr lang="en-US" altLang="pt-BR" sz="3200">
                <a:solidFill>
                  <a:schemeClr val="tx1"/>
                </a:solidFill>
              </a:rPr>
            </a:br>
            <a:r>
              <a:rPr lang="en-US" altLang="pt-BR" sz="3200">
                <a:solidFill>
                  <a:schemeClr val="tx1"/>
                </a:solidFill>
              </a:rPr>
              <a:t>E queres hoje receber a salvação, </a:t>
            </a:r>
            <a:br>
              <a:rPr lang="en-US" altLang="pt-BR" sz="3200">
                <a:solidFill>
                  <a:schemeClr val="tx1"/>
                </a:solidFill>
              </a:rPr>
            </a:br>
            <a:r>
              <a:rPr lang="en-US" altLang="pt-BR" sz="3200">
                <a:solidFill>
                  <a:schemeClr val="tx1"/>
                </a:solidFill>
              </a:rPr>
              <a:t>Aceita Cristo, com fé e com calma,</a:t>
            </a:r>
            <a:br>
              <a:rPr lang="en-US" altLang="pt-BR" sz="3200">
                <a:solidFill>
                  <a:schemeClr val="tx1"/>
                </a:solidFill>
              </a:rPr>
            </a:br>
            <a:r>
              <a:rPr lang="en-US" altLang="pt-BR" sz="3200">
                <a:solidFill>
                  <a:schemeClr val="tx1"/>
                </a:solidFill>
              </a:rPr>
              <a:t>	Vem te entregar, de todo o coração.</a:t>
            </a:r>
            <a:r>
              <a:rPr lang="en-US" altLang="pt-BR" sz="1600">
                <a:solidFill>
                  <a:schemeClr val="tx1"/>
                </a:solidFill>
              </a:rPr>
              <a:t>	</a:t>
            </a:r>
            <a:br>
              <a:rPr lang="en-US" altLang="pt-BR" sz="1600">
                <a:solidFill>
                  <a:schemeClr val="tx1"/>
                </a:solidFill>
              </a:rPr>
            </a:br>
            <a:r>
              <a:rPr lang="en-US" altLang="pt-BR" sz="1600">
                <a:solidFill>
                  <a:schemeClr val="tx1"/>
                </a:solidFill>
              </a:rPr>
              <a:t>	                                                                                                           P.L.M.</a:t>
            </a:r>
            <a:br>
              <a:rPr lang="en-US" altLang="pt-BR" sz="1600">
                <a:solidFill>
                  <a:schemeClr val="tx1"/>
                </a:solidFill>
              </a:rPr>
            </a:br>
            <a:endParaRPr lang="en-US" altLang="pt-BR" sz="16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enda">
  <a:themeElements>
    <a:clrScheme name="Fenda 1">
      <a:dk1>
        <a:srgbClr val="8C0000"/>
      </a:dk1>
      <a:lt1>
        <a:srgbClr val="FFFFFF"/>
      </a:lt1>
      <a:dk2>
        <a:srgbClr val="720000"/>
      </a:dk2>
      <a:lt2>
        <a:srgbClr val="FFFFCC"/>
      </a:lt2>
      <a:accent1>
        <a:srgbClr val="FF3300"/>
      </a:accent1>
      <a:accent2>
        <a:srgbClr val="BE7960"/>
      </a:accent2>
      <a:accent3>
        <a:srgbClr val="BCAAAA"/>
      </a:accent3>
      <a:accent4>
        <a:srgbClr val="DADADA"/>
      </a:accent4>
      <a:accent5>
        <a:srgbClr val="FFADAA"/>
      </a:accent5>
      <a:accent6>
        <a:srgbClr val="AC6D56"/>
      </a:accent6>
      <a:hlink>
        <a:srgbClr val="FFCC66"/>
      </a:hlink>
      <a:folHlink>
        <a:srgbClr val="FF9900"/>
      </a:folHlink>
    </a:clrScheme>
    <a:fontScheme name="Fenda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Fenda 1">
        <a:dk1>
          <a:srgbClr val="8C0000"/>
        </a:dk1>
        <a:lt1>
          <a:srgbClr val="FFFFFF"/>
        </a:lt1>
        <a:dk2>
          <a:srgbClr val="720000"/>
        </a:dk2>
        <a:lt2>
          <a:srgbClr val="FFFFCC"/>
        </a:lt2>
        <a:accent1>
          <a:srgbClr val="FF3300"/>
        </a:accent1>
        <a:accent2>
          <a:srgbClr val="BE7960"/>
        </a:accent2>
        <a:accent3>
          <a:srgbClr val="BCAAAA"/>
        </a:accent3>
        <a:accent4>
          <a:srgbClr val="DADADA"/>
        </a:accent4>
        <a:accent5>
          <a:srgbClr val="FFADAA"/>
        </a:accent5>
        <a:accent6>
          <a:srgbClr val="AC6D56"/>
        </a:accent6>
        <a:hlink>
          <a:srgbClr val="FFCC66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enda 2">
        <a:dk1>
          <a:srgbClr val="674E2F"/>
        </a:dk1>
        <a:lt1>
          <a:srgbClr val="FFFFFF"/>
        </a:lt1>
        <a:dk2>
          <a:srgbClr val="533F27"/>
        </a:dk2>
        <a:lt2>
          <a:srgbClr val="D8B274"/>
        </a:lt2>
        <a:accent1>
          <a:srgbClr val="CC990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E2CAAA"/>
        </a:accent5>
        <a:accent6>
          <a:srgbClr val="81552A"/>
        </a:accent6>
        <a:hlink>
          <a:srgbClr val="FF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enda 3">
        <a:dk1>
          <a:srgbClr val="646464"/>
        </a:dk1>
        <a:lt1>
          <a:srgbClr val="FFFFFF"/>
        </a:lt1>
        <a:dk2>
          <a:srgbClr val="545454"/>
        </a:dk2>
        <a:lt2>
          <a:srgbClr val="D4D4CE"/>
        </a:lt2>
        <a:accent1>
          <a:srgbClr val="49747D"/>
        </a:accent1>
        <a:accent2>
          <a:srgbClr val="8F9699"/>
        </a:accent2>
        <a:accent3>
          <a:srgbClr val="B3B3B3"/>
        </a:accent3>
        <a:accent4>
          <a:srgbClr val="DADADA"/>
        </a:accent4>
        <a:accent5>
          <a:srgbClr val="B1BCBF"/>
        </a:accent5>
        <a:accent6>
          <a:srgbClr val="81878A"/>
        </a:accent6>
        <a:hlink>
          <a:srgbClr val="8DC4D7"/>
        </a:hlink>
        <a:folHlink>
          <a:srgbClr val="7FB97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enda 4">
        <a:dk1>
          <a:srgbClr val="3A7400"/>
        </a:dk1>
        <a:lt1>
          <a:srgbClr val="FFFFFF"/>
        </a:lt1>
        <a:dk2>
          <a:srgbClr val="2E5C00"/>
        </a:dk2>
        <a:lt2>
          <a:srgbClr val="FFFFFF"/>
        </a:lt2>
        <a:accent1>
          <a:srgbClr val="79CA02"/>
        </a:accent1>
        <a:accent2>
          <a:srgbClr val="008080"/>
        </a:accent2>
        <a:accent3>
          <a:srgbClr val="ADB5AA"/>
        </a:accent3>
        <a:accent4>
          <a:srgbClr val="DADADA"/>
        </a:accent4>
        <a:accent5>
          <a:srgbClr val="BEE1AA"/>
        </a:accent5>
        <a:accent6>
          <a:srgbClr val="007373"/>
        </a:accent6>
        <a:hlink>
          <a:srgbClr val="A8DE0E"/>
        </a:hlink>
        <a:folHlink>
          <a:srgbClr val="00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enda 5">
        <a:dk1>
          <a:srgbClr val="008885"/>
        </a:dk1>
        <a:lt1>
          <a:srgbClr val="FFFFFF"/>
        </a:lt1>
        <a:dk2>
          <a:srgbClr val="007572"/>
        </a:dk2>
        <a:lt2>
          <a:srgbClr val="FFFF99"/>
        </a:lt2>
        <a:accent1>
          <a:srgbClr val="33CCCC"/>
        </a:accent1>
        <a:accent2>
          <a:srgbClr val="6D6FC7"/>
        </a:accent2>
        <a:accent3>
          <a:srgbClr val="AABDBC"/>
        </a:accent3>
        <a:accent4>
          <a:srgbClr val="DADADA"/>
        </a:accent4>
        <a:accent5>
          <a:srgbClr val="ADE2E2"/>
        </a:accent5>
        <a:accent6>
          <a:srgbClr val="6264B4"/>
        </a:accent6>
        <a:hlink>
          <a:srgbClr val="FFFFCC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enda 6">
        <a:dk1>
          <a:srgbClr val="0000AC"/>
        </a:dk1>
        <a:lt1>
          <a:srgbClr val="FFFFFF"/>
        </a:lt1>
        <a:dk2>
          <a:srgbClr val="000086"/>
        </a:dk2>
        <a:lt2>
          <a:srgbClr val="CCFFFF"/>
        </a:lt2>
        <a:accent1>
          <a:srgbClr val="0099FF"/>
        </a:accent1>
        <a:accent2>
          <a:srgbClr val="00B000"/>
        </a:accent2>
        <a:accent3>
          <a:srgbClr val="AAAAC3"/>
        </a:accent3>
        <a:accent4>
          <a:srgbClr val="DADADA"/>
        </a:accent4>
        <a:accent5>
          <a:srgbClr val="AACAFF"/>
        </a:accent5>
        <a:accent6>
          <a:srgbClr val="009F00"/>
        </a:accent6>
        <a:hlink>
          <a:srgbClr val="FFE701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enda 7">
        <a:dk1>
          <a:srgbClr val="7474A2"/>
        </a:dk1>
        <a:lt1>
          <a:srgbClr val="FFFFFF"/>
        </a:lt1>
        <a:dk2>
          <a:srgbClr val="5E5E8E"/>
        </a:dk2>
        <a:lt2>
          <a:srgbClr val="D1D1DF"/>
        </a:lt2>
        <a:accent1>
          <a:srgbClr val="CC66FF"/>
        </a:accent1>
        <a:accent2>
          <a:srgbClr val="6666FF"/>
        </a:accent2>
        <a:accent3>
          <a:srgbClr val="B6B6C6"/>
        </a:accent3>
        <a:accent4>
          <a:srgbClr val="DADADA"/>
        </a:accent4>
        <a:accent5>
          <a:srgbClr val="E2B8FF"/>
        </a:accent5>
        <a:accent6>
          <a:srgbClr val="5C5CE7"/>
        </a:accent6>
        <a:hlink>
          <a:srgbClr val="FFCC99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enda 8">
        <a:dk1>
          <a:srgbClr val="000000"/>
        </a:dk1>
        <a:lt1>
          <a:srgbClr val="D0DAE2"/>
        </a:lt1>
        <a:dk2>
          <a:srgbClr val="000000"/>
        </a:dk2>
        <a:lt2>
          <a:srgbClr val="E7EDF1"/>
        </a:lt2>
        <a:accent1>
          <a:srgbClr val="33CCCC"/>
        </a:accent1>
        <a:accent2>
          <a:srgbClr val="0099CC"/>
        </a:accent2>
        <a:accent3>
          <a:srgbClr val="E4EAEE"/>
        </a:accent3>
        <a:accent4>
          <a:srgbClr val="000000"/>
        </a:accent4>
        <a:accent5>
          <a:srgbClr val="ADE2E2"/>
        </a:accent5>
        <a:accent6>
          <a:srgbClr val="008AB9"/>
        </a:accent6>
        <a:hlink>
          <a:srgbClr val="3333CC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enda 9">
        <a:dk1>
          <a:srgbClr val="000000"/>
        </a:dk1>
        <a:lt1>
          <a:srgbClr val="FFFFFF"/>
        </a:lt1>
        <a:dk2>
          <a:srgbClr val="000000"/>
        </a:dk2>
        <a:lt2>
          <a:srgbClr val="E6E6E6"/>
        </a:lt2>
        <a:accent1>
          <a:srgbClr val="66CCFF"/>
        </a:accent1>
        <a:accent2>
          <a:srgbClr val="9999FF"/>
        </a:accent2>
        <a:accent3>
          <a:srgbClr val="FFFFFF"/>
        </a:accent3>
        <a:accent4>
          <a:srgbClr val="000000"/>
        </a:accent4>
        <a:accent5>
          <a:srgbClr val="B8E2FF"/>
        </a:accent5>
        <a:accent6>
          <a:srgbClr val="8A8AE7"/>
        </a:accent6>
        <a:hlink>
          <a:srgbClr val="3333CC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Slit</Template>
  <TotalTime>4</TotalTime>
  <Words>187</Words>
  <Application>Microsoft Office PowerPoint</Application>
  <PresentationFormat>Apresentação na tela (4:3)</PresentationFormat>
  <Paragraphs>6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1" baseType="lpstr">
      <vt:lpstr>Arial</vt:lpstr>
      <vt:lpstr>Tahoma</vt:lpstr>
      <vt:lpstr>Times New Roman</vt:lpstr>
      <vt:lpstr>Wingdings</vt:lpstr>
      <vt:lpstr>Fenda</vt:lpstr>
      <vt:lpstr>172 Ó VEM TE ENTREGAR </vt:lpstr>
      <vt:lpstr>Ó pecador, cansado e abatido, que neste mundo vagas, sem consolação!  Se queres ser, de graça, revestido, Aceita Cristo, e Sua salvação. </vt:lpstr>
      <vt:lpstr>Ó vem te entregar Ao grande Salvador, Que veio te salvar, E te espera, cheio de amor. </vt:lpstr>
      <vt:lpstr>Ó pecador, se estás desanimado,  porque o mal domina todo o teu ser,  O crê em Cristo, o crucificado,  E contra o vício tu terás poder. </vt:lpstr>
      <vt:lpstr>O pecador, por que não te entregas  A Jesus Cristo, o bondoso Salvador?  Que, vindo a morte, grato te carrega  Ao Paraíso, ao país de amor! </vt:lpstr>
      <vt:lpstr>Se comoção tu sentes em tu'alma,  E queres hoje receber a salvação,  Aceita Cristo, com fé e com calma,  Vem te entregar, de todo o coração.                                                                                                              P.L.M. 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172 - Ó VEM TE ENTREGAR </dc:title>
  <dc:creator>Montagna</dc:creator>
  <cp:lastModifiedBy>Emerson Souza</cp:lastModifiedBy>
  <cp:revision>2</cp:revision>
  <dcterms:created xsi:type="dcterms:W3CDTF">2005-10-16T04:51:09Z</dcterms:created>
  <dcterms:modified xsi:type="dcterms:W3CDTF">2026-05-02T21:51:13Z</dcterms:modified>
</cp:coreProperties>
</file>