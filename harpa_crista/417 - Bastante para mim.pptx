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EE337-EBE9-BFF4-545C-D0FAC311C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27E63E-94B5-6FD7-D331-FAAB4BF69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9A460E-8848-3965-C9B1-9BAFE10D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F2B9B1-8394-D852-E095-92071DC1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34A9BF-F2E9-44B9-08F0-523B0526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C2EF0-04A0-413C-AA10-53B609E978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976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1E4EB-4D64-12B2-26EE-12EC835C2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E339E-67C9-0407-36C5-0EACAD95E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469F0-0433-64A6-5A53-77707447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B9649F-15A1-CD07-D91B-C19C22236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67007C-83E6-4ACA-B437-50213172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4438B6-BB81-4CF2-A74D-3969C3493F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683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3C3E8-C5EF-DD9A-F331-D688EAAF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4831D5-D11A-EA8E-E2EF-2B69F9518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55BDA6-7270-8ABF-4400-66458D25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FC311E-4317-565C-3ABC-0D1529DB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0A23F1-E03C-0709-A950-F4758609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6ABF4E-3835-4229-B735-0D2FF30057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32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3FF48-263E-D39A-EB2F-09BF603F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3ABFEC-4078-025E-6AC6-8BB8BC10F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D91964-4210-FD4B-6DC3-5FA994C11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7231CB-7451-13AD-D02B-73FE074A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0D4EDD-0041-43D5-289E-B1D29C4D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7101BB-4D25-3872-5E14-8CEEEC3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A2CEFE-79CD-4B07-BC8A-5D9360AD6C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147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630BD-1052-EDB1-483E-E91B29F8B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86DA6-1E33-1B79-28F0-651CA5CA2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472EDD-0739-9370-4989-3755F0AF0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38A6D3-482B-4041-BDA9-6F617C11A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67E3A0-7FF8-B54E-4FDF-F6CC30B70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D2C876-A9F7-E7EC-78D2-873340A3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5F06C9-35DE-960D-F670-5E8BD71A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7E4428-5C1E-E08B-0A16-014CCDD2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A25E8B-B768-4565-9B0F-E1188D4D3E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253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5D661-C43E-5942-177F-6C3B4FD6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E27BB2-FEB6-3946-8B5E-875357A5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32751C-C1E8-808A-287E-C90883EC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8DF872-B73C-6BEA-C749-03C50E6D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8C63EE-1034-45CB-9A82-E7D2B362A2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80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ED3969E-4001-3147-5C60-23DD6617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877345-A2B1-07D8-AAB3-5B955D60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F7C5D2-7A32-4028-DD6B-C23FC346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FB4AB-BDEF-4A45-97FA-FE6F127F97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690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775D1-9D52-4539-E2CB-7B9719CB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650281-757A-60C8-F8FF-A43F73751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84A3F7-74A8-9330-EEAE-10737EAB3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26FC24-2F3E-5B27-D1BE-DFE8B978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EA2617-006D-8940-FD1A-A68E4C24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2461D7-6CED-816B-7757-40ED3C79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D8FB8-C89A-4FFD-BB1B-C3EF03B35A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056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089BA-94AF-71FF-1E84-48ECC7ABC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3EBF48-6BCA-1EC5-FCD7-69B38E75C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466659-A43F-2317-3AB4-B0950C125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67EE4A-A155-DE32-0F53-2F5B406AB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FF2251-C1F5-C5F8-D948-AF170E25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FF4A7C-A58F-FC8F-75D9-50F43E69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DC5D7-4CF8-4429-AD57-4CC48A4C85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590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6E7CC-CA05-73C9-D764-DD9E8DE5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BBD411-96BA-3DFF-CBFA-F66A9C8D5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8540B-EDBA-0910-8A2F-1D57F232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88316-17B5-50A6-EF41-ABD73B0A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C14E3A-886F-1810-2C13-D547624F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BC1E69-DCFD-49D3-8EE2-8D8661D07B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803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F958DF-147D-6ADA-FF7B-170C95AF3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645C87-2746-9474-1C77-F3C18F224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3E905C-E39A-E4A8-152C-AF15457D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6BEF91-C873-3A2F-030F-85A67C49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8EF64A-4C8F-086A-8409-2E16C58C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241D9-69DA-4114-A9D0-7DFC489EE7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665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E500CC-FD0A-7AB3-6C48-4EC5F4A91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AD00A0-86F4-1497-C1C5-FC941F809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4DE3F16-11CA-490B-CC67-93495C133A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AB5BAD-40E9-A44A-EC47-540A3BF2ED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136D51-E584-D9C6-F3B5-F6BD5FE14A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46D4403-03A0-4DED-B037-6029A5F83F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AB4C2A4-BE2B-AB3D-DE04-4715A3CBF2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417</a:t>
            </a:r>
            <a:br>
              <a:rPr lang="pt-BR" altLang="pt-BR" sz="4400" b="1"/>
            </a:br>
            <a:r>
              <a:rPr lang="pt-BR" altLang="pt-BR" sz="4400" b="1"/>
              <a:t>BASTANTE PARA MIM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9C0D91C-9007-EF2D-0089-B0B4240D5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No meio duma grande dor, </a:t>
            </a:r>
            <a:br>
              <a:rPr lang="pt-BR" altLang="pt-BR"/>
            </a:br>
            <a:r>
              <a:rPr lang="pt-BR" altLang="pt-BR"/>
              <a:t>A cruz de Cristo eu vi, </a:t>
            </a:r>
            <a:br>
              <a:rPr lang="pt-BR" altLang="pt-BR"/>
            </a:br>
            <a:r>
              <a:rPr lang="pt-BR" altLang="pt-BR"/>
              <a:t>Qual viva fonte de amor, </a:t>
            </a:r>
            <a:br>
              <a:rPr lang="pt-BR" altLang="pt-BR"/>
            </a:br>
            <a:r>
              <a:rPr lang="pt-BR" altLang="pt-BR"/>
              <a:t>Bastante para mim!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7984918-E3C4-EBCE-511D-1F4100C7B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b="1" i="1"/>
              <a:t>Lá da cruz corre sem cessar, </a:t>
            </a:r>
            <a:br>
              <a:rPr lang="pt-BR" altLang="pt-BR" b="1" i="1"/>
            </a:br>
            <a:r>
              <a:rPr lang="pt-BR" altLang="pt-BR" b="1" i="1"/>
              <a:t>Insondável como é o mar. </a:t>
            </a:r>
            <a:br>
              <a:rPr lang="pt-BR" altLang="pt-BR" b="1" i="1"/>
            </a:br>
            <a:r>
              <a:rPr lang="pt-BR" altLang="pt-BR" b="1" i="1"/>
              <a:t>Esta graça, que brota assim, </a:t>
            </a:r>
            <a:br>
              <a:rPr lang="pt-BR" altLang="pt-BR" b="1" i="1"/>
            </a:br>
            <a:r>
              <a:rPr lang="pt-BR" altLang="pt-BR" b="1" i="1"/>
              <a:t>Basta para mim!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C89FD29-B6C7-8059-900A-EB60B27AC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Meu coração, a vacilar</a:t>
            </a:r>
            <a:br>
              <a:rPr lang="pt-BR" altLang="pt-BR"/>
            </a:br>
            <a:r>
              <a:rPr lang="pt-BR" altLang="pt-BR"/>
              <a:t>E apenas, pude assim</a:t>
            </a:r>
            <a:br>
              <a:rPr lang="pt-BR" altLang="pt-BR"/>
            </a:br>
            <a:r>
              <a:rPr lang="pt-BR" altLang="pt-BR"/>
              <a:t>Na graça crer; mas fui achar </a:t>
            </a:r>
            <a:br>
              <a:rPr lang="pt-BR" altLang="pt-BR"/>
            </a:br>
            <a:r>
              <a:rPr lang="pt-BR" altLang="pt-BR"/>
              <a:t>Bastante para mim!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62525E1-2DC7-E385-9D86-8F52861C5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b="1" i="1"/>
              <a:t>Lá da cruz corre sem cessar, </a:t>
            </a:r>
            <a:br>
              <a:rPr lang="pt-BR" altLang="pt-BR" b="1" i="1"/>
            </a:br>
            <a:r>
              <a:rPr lang="pt-BR" altLang="pt-BR" b="1" i="1"/>
              <a:t>Insondável como é o mar. </a:t>
            </a:r>
            <a:br>
              <a:rPr lang="pt-BR" altLang="pt-BR" b="1" i="1"/>
            </a:br>
            <a:r>
              <a:rPr lang="pt-BR" altLang="pt-BR" b="1" i="1"/>
              <a:t>Esta graça, que brota assim, </a:t>
            </a:r>
            <a:br>
              <a:rPr lang="pt-BR" altLang="pt-BR" b="1" i="1"/>
            </a:br>
            <a:r>
              <a:rPr lang="pt-BR" altLang="pt-BR" b="1" i="1"/>
              <a:t>Basta para mim!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BBE9634-4804-4840-2D74-38A476CB7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Cravados já, então, na cruz, </a:t>
            </a:r>
            <a:br>
              <a:rPr lang="pt-BR" altLang="pt-BR"/>
            </a:br>
            <a:r>
              <a:rPr lang="pt-BR" altLang="pt-BR"/>
              <a:t>Os meus pecados vi;</a:t>
            </a:r>
            <a:br>
              <a:rPr lang="pt-BR" altLang="pt-BR"/>
            </a:br>
            <a:r>
              <a:rPr lang="pt-BR" altLang="pt-BR"/>
              <a:t>E a graça achei de meu Jesus; </a:t>
            </a:r>
            <a:br>
              <a:rPr lang="pt-BR" altLang="pt-BR"/>
            </a:br>
            <a:r>
              <a:rPr lang="pt-BR" altLang="pt-BR"/>
              <a:t>Bastante para mim!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48E28E6-6CDA-6778-E3C3-5F6DFA3D0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b="1" i="1"/>
              <a:t>Lá da cruz corre sem cessar, </a:t>
            </a:r>
            <a:br>
              <a:rPr lang="pt-BR" altLang="pt-BR" b="1" i="1"/>
            </a:br>
            <a:r>
              <a:rPr lang="pt-BR" altLang="pt-BR" b="1" i="1"/>
              <a:t>Insondável como é o mar. </a:t>
            </a:r>
            <a:br>
              <a:rPr lang="pt-BR" altLang="pt-BR" b="1" i="1"/>
            </a:br>
            <a:r>
              <a:rPr lang="pt-BR" altLang="pt-BR" b="1" i="1"/>
              <a:t>Esta graça, que brota assim, </a:t>
            </a:r>
            <a:br>
              <a:rPr lang="pt-BR" altLang="pt-BR" b="1" i="1"/>
            </a:br>
            <a:r>
              <a:rPr lang="pt-BR" altLang="pt-BR" b="1" i="1"/>
              <a:t>Basta para mim!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F07E7AD-28AF-992D-F961-163CD5A55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Com meu Jesus eu cantarei </a:t>
            </a:r>
            <a:br>
              <a:rPr lang="pt-BR" altLang="pt-BR"/>
            </a:br>
            <a:r>
              <a:rPr lang="pt-BR" altLang="pt-BR"/>
              <a:t>No céu, alegre, enfim;</a:t>
            </a:r>
            <a:br>
              <a:rPr lang="pt-BR" altLang="pt-BR"/>
            </a:br>
            <a:r>
              <a:rPr lang="pt-BR" altLang="pt-BR"/>
              <a:t>Que Sua graça foi, direi: </a:t>
            </a:r>
            <a:br>
              <a:rPr lang="pt-BR" altLang="pt-BR"/>
            </a:br>
            <a:r>
              <a:rPr lang="pt-BR" altLang="pt-BR"/>
              <a:t>Bastante para mim!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C14CB9B-EC04-D7CB-5CCD-8325FB09E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b="1" i="1"/>
              <a:t>Lá da cruz corre sem cessar, </a:t>
            </a:r>
            <a:br>
              <a:rPr lang="pt-BR" altLang="pt-BR" b="1" i="1"/>
            </a:br>
            <a:r>
              <a:rPr lang="pt-BR" altLang="pt-BR" b="1" i="1"/>
              <a:t>Insondável como é o mar. </a:t>
            </a:r>
            <a:br>
              <a:rPr lang="pt-BR" altLang="pt-BR" b="1" i="1"/>
            </a:br>
            <a:r>
              <a:rPr lang="pt-BR" altLang="pt-BR" b="1" i="1"/>
              <a:t>Esta graça, que brota assim, </a:t>
            </a:r>
            <a:br>
              <a:rPr lang="pt-BR" altLang="pt-BR" b="1" i="1"/>
            </a:br>
            <a:r>
              <a:rPr lang="pt-BR" altLang="pt-BR" b="1" i="1"/>
              <a:t>Basta para mim!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417 BASTANTE PARA MIM</vt:lpstr>
      <vt:lpstr>No meio duma grande dor,  A cruz de Cristo eu vi,  Qual viva fonte de amor,  Bastante para mim! </vt:lpstr>
      <vt:lpstr>Lá da cruz corre sem cessar,  Insondável como é o mar.  Esta graça, que brota assim,  Basta para mim!</vt:lpstr>
      <vt:lpstr>Meu coração, a vacilar E apenas, pude assim Na graça crer; mas fui achar  Bastante para mim! </vt:lpstr>
      <vt:lpstr>Lá da cruz corre sem cessar,  Insondável como é o mar.  Esta graça, que brota assim,  Basta para mim!</vt:lpstr>
      <vt:lpstr>Cravados já, então, na cruz,  Os meus pecados vi; E a graça achei de meu Jesus;  Bastante para mim! </vt:lpstr>
      <vt:lpstr>Lá da cruz corre sem cessar,  Insondável como é o mar.  Esta graça, que brota assim,  Basta para mim!</vt:lpstr>
      <vt:lpstr>Com meu Jesus eu cantarei  No céu, alegre, enfim; Que Sua graça foi, direi:  Bastante para mim! </vt:lpstr>
      <vt:lpstr>Lá da cruz corre sem cessar,  Insondável como é o mar.  Esta graça, que brota assim,  Basta para mim!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417 - BASTANTE PARA MIM</dc:title>
  <dc:creator>Montagna</dc:creator>
  <cp:lastModifiedBy>Emerson Souza</cp:lastModifiedBy>
  <cp:revision>2</cp:revision>
  <dcterms:created xsi:type="dcterms:W3CDTF">2005-10-21T13:10:07Z</dcterms:created>
  <dcterms:modified xsi:type="dcterms:W3CDTF">2026-05-02T22:11:40Z</dcterms:modified>
</cp:coreProperties>
</file>