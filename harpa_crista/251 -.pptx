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761FB-4DEB-E87A-63B9-7D01B606C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E2CF45-1621-02CB-6D35-04E5D3378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A142A4-7837-7D08-7D94-D982CD81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CECB72-DD6F-A7AE-9229-17FE5D8B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B4C6D4-D012-E37C-C20D-CA6E5F42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2683C0-E72F-43BB-BD87-D8980D9E8D9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30414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CE733-DF48-FB67-B3C8-02B9CAF9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EDF869-40BB-9B04-DE59-FD989E236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83BCA-806B-A31B-B4F5-F2EE4C2D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028F3C-DD04-EAE2-8AEF-AC03535D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31AF9A-BFEA-EBF4-295C-00149165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5D12C9-C472-4AC3-8FA2-6A30E45F088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436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4F94B-4119-710E-7489-599FABA4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8821A1-CA2F-2004-22CD-0B3AE4EF4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9A8A4-32CD-20AD-4657-6B599B89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1CA913-5A99-87B1-4ADA-8369FB31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FB7A0F-8052-0301-6D2B-B907BFEE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9883C-7D9C-4BD9-B306-248A6568C4E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53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F46E0-1AD4-DB59-B51F-0AE68F0C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CE865-7E42-8ECC-DB2F-CA6E99DAB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ED2F7E-E247-9265-80C7-DC1273415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55EBF8-2297-0AE5-3E88-294618AD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31155F-8A2F-D564-1588-85FEEC90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5BEF2D-D170-4C75-48CF-EE389DDF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3017E-BA55-4D18-BEDF-D458088FCE7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0818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D9810-D8EE-AE5F-1CF6-80619D2C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766B9B-B98C-C75F-DE99-1BF74EA24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865401-4B65-2171-0F69-A942A1E91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BF3F93-1873-7563-689E-616530E2A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19CFE1-B204-33D8-C837-9A5A0F4AD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134F0B-FEDC-BFB7-6E59-FFCBCE8B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59E015-3C56-34E4-C2C4-A0DA8EFA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94106D4-AE95-3446-1210-E6ED3F39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4EF90-9397-4B61-8493-63C2722F4CB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757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B523-B3FE-FD01-DD3C-2A76740E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5B16AD-4157-2434-1AB8-487F826A8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D74573-E3B3-4586-3783-CAFC4071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703566-ACF9-1B01-C2E6-AAE94F89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57184-F8EE-4904-A234-0251507D962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7177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D4DDE5-AD39-191C-D983-9EBD04EC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14891F-9F75-362E-B9AE-6349F6EF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BEA206-0E91-227C-D160-22535D87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A0DAB6-7D1E-4917-857A-4EA3495BD98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2824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E312C-29B3-B9A3-1917-D7BF8A0B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B1578C-4D07-3937-A028-1E0970B18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D0439A-3624-0405-BD78-9007CE22D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CEC7D2-C881-02F8-596B-8643E0E0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5B76AC-6A58-F3C2-B136-96088999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770165-9A47-A8C0-EA19-FB7A42F5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D52FA-87C7-48D5-99EE-55D028787A7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4058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1436C-75ED-AA11-E4A9-0F75B2AF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E91698-437A-D19B-8642-E3BE387E7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FDB5F7-0A3E-C22F-AD4B-F6F7A6D5C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92B6E5-89B9-BD15-1C83-DE294C99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A7DE61-A0FB-2097-D975-DC9C3137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FFFF5E-BCA1-2690-5A49-293B52C4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6064B-9CD9-47F2-B98D-F668B7280A5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680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E7608-CD7D-5B9A-F285-3D156517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8BC326-F959-36C2-F6A9-3B0B0660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3D8869-704E-E0AB-651A-B622FB36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05F7A1-91DC-D83C-2892-2AE6EB61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158484-9FF3-F37D-C99D-7F470A84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4F29A9-51D5-4666-B6C9-C9BD5907D56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6277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6E5BDA-4871-4BBC-7D37-1FC7227D9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5BAC22-D15E-FD61-F0A7-AFC03DDD9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DA42DD-5934-1157-51EC-BDB4E45F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4DA95E-9E8C-6032-BDBF-482A43B5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6F81B8-3335-F28C-EDA3-F20E4A73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42F948-37A3-479D-B2E5-D8709091C83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4148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E25C24-81D6-FBE4-E82D-668A65679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CA31F8-2CD5-DDA2-7E03-57A65CF27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3ABA7ED-C673-2D58-A081-82D355C1CC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64D9CD-7114-D536-9252-42DDEEAA40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D189C62-CCE0-C9FF-7DCD-CEF2DB2E18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2D99B1-2277-4F7A-A865-A33CDFDDE28C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6E3D7F2-4255-8EAB-2C5C-0B8E60D9D1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251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01C542A-F9C9-7D5B-800C-7A127AE596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4F68E8A-6CD0-DFAA-8F4A-A9D60EE6A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93175" cy="6858000"/>
          </a:xfrm>
        </p:spPr>
        <p:txBody>
          <a:bodyPr/>
          <a:lstStyle/>
          <a:p>
            <a:r>
              <a:rPr lang="pt-BR" altLang="pt-BR"/>
              <a:t>Ao outro culto, não faltar</a:t>
            </a:r>
            <a:br>
              <a:rPr lang="pt-BR" altLang="pt-BR"/>
            </a:br>
            <a:r>
              <a:rPr lang="pt-BR" altLang="pt-BR"/>
              <a:t>Ó vinde todos pra louvar</a:t>
            </a:r>
            <a:br>
              <a:rPr lang="pt-BR" altLang="pt-BR"/>
            </a:br>
            <a:r>
              <a:rPr lang="pt-BR" altLang="pt-BR"/>
              <a:t>O nome santo do Senhor</a:t>
            </a:r>
            <a:br>
              <a:rPr lang="pt-BR" altLang="pt-BR"/>
            </a:br>
            <a:r>
              <a:rPr lang="pt-BR" altLang="pt-BR"/>
              <a:t>Que nos dá vida e fervor</a:t>
            </a:r>
            <a:br>
              <a:rPr lang="pt-BR" altLang="pt-BR"/>
            </a:br>
            <a:endParaRPr lang="pt-BR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98B747E-ACDD-207D-6188-15CB7AAD6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93175" cy="6858000"/>
          </a:xfrm>
        </p:spPr>
        <p:txBody>
          <a:bodyPr/>
          <a:lstStyle/>
          <a:p>
            <a:r>
              <a:rPr lang="pt-BR" altLang="pt-BR"/>
              <a:t>Nos separamos em amor</a:t>
            </a:r>
            <a:br>
              <a:rPr lang="pt-BR" altLang="pt-BR"/>
            </a:br>
            <a:r>
              <a:rPr lang="pt-BR" altLang="pt-BR"/>
              <a:t>Levando a paz do Salvador</a:t>
            </a:r>
            <a:br>
              <a:rPr lang="pt-BR" altLang="pt-BR"/>
            </a:br>
            <a:r>
              <a:rPr lang="pt-BR" altLang="pt-BR"/>
              <a:t>Mas breve vinde, não falteis,</a:t>
            </a:r>
            <a:br>
              <a:rPr lang="pt-BR" altLang="pt-BR"/>
            </a:br>
            <a:r>
              <a:rPr lang="pt-BR" altLang="pt-BR"/>
              <a:t>Os pecadores sim, trazei.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62DE7BD-4A11-9118-192B-958B5A266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93175" cy="6858000"/>
          </a:xfrm>
        </p:spPr>
        <p:txBody>
          <a:bodyPr/>
          <a:lstStyle/>
          <a:p>
            <a:r>
              <a:rPr lang="pt-BR" altLang="pt-BR"/>
              <a:t>Se não pudermos reunir,</a:t>
            </a:r>
            <a:br>
              <a:rPr lang="pt-BR" altLang="pt-BR"/>
            </a:br>
            <a:r>
              <a:rPr lang="pt-BR" altLang="pt-BR"/>
              <a:t>Veremos santos no porvir</a:t>
            </a:r>
            <a:br>
              <a:rPr lang="pt-BR" altLang="pt-BR"/>
            </a:br>
            <a:r>
              <a:rPr lang="pt-BR" altLang="pt-BR"/>
              <a:t>No culto do Senhor Jesus</a:t>
            </a:r>
            <a:br>
              <a:rPr lang="pt-BR" altLang="pt-BR"/>
            </a:br>
            <a:r>
              <a:rPr lang="pt-BR" altLang="pt-BR"/>
              <a:t>Que vai haver no Céu de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251</vt:lpstr>
      <vt:lpstr>Ao outro culto, não faltar Ó vinde todos pra louvar O nome santo do Senhor Que nos dá vida e fervor </vt:lpstr>
      <vt:lpstr>Nos separamos em amor Levando a paz do Salvador Mas breve vinde, não falteis, Os pecadores sim, trazei.</vt:lpstr>
      <vt:lpstr>Se não pudermos reunir, Veremos santos no porvir No culto do Senhor Jesus Que vai haver no Céu de luz.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251</dc:title>
  <dc:creator>User041</dc:creator>
  <cp:lastModifiedBy>Emerson Souza</cp:lastModifiedBy>
  <cp:revision>1</cp:revision>
  <dcterms:created xsi:type="dcterms:W3CDTF">2006-06-18T23:32:43Z</dcterms:created>
  <dcterms:modified xsi:type="dcterms:W3CDTF">2026-05-02T21:57:50Z</dcterms:modified>
</cp:coreProperties>
</file>