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B43A2-D374-43A0-1197-D7AB0EA54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100C5A-3CF4-4430-17D6-919A3605E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BE6BB0-AECC-9FD1-806E-8D2A68D5C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8F5A13-4FCB-3EBD-F503-87336B7F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B4775C-7A08-36EC-0A0A-4ECA4E057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7ABE20-B562-4048-AB06-0AB600691D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4967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2E8A7-0EFF-F41F-9666-BC4C7646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D0F479-3561-6357-5981-7C7EE686C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CBC5E0-3A22-A9B3-FED0-88DF0C686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37895F-DED6-4BFA-5F11-6FBB6D70B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C4C777-7471-B19D-FAA2-253AA681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BB2C7A-D795-4859-A6C0-9B5EB7AF01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8989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D50BB-1494-EF90-61C7-75A7A9CF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32176D-0926-F732-0CE3-B7E26C667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E0A2CE-039F-B0E1-A48B-48E708098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08CEEA-F3BA-DC8E-F010-F606BBA86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E8DB78-19B8-51FE-AB06-2C435E9B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1CFB4F-1831-4A6C-B614-D358088387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096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04E6F-60DE-33A8-17CE-32BD71442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A03218-5448-9283-3190-6CBD7D45B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C36709-2EED-84ED-57E6-F01FAA06A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B3818B-E070-5C8D-F019-4BFFFBBE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277F71-54B0-B775-2737-CEAE971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BF1712-D4BE-EC71-A258-E0AE6AACD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FCAFBC-AC11-4AAC-AE16-D5E423AF7A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992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2753D-8F19-6A83-1986-DDFFF1C2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BED32B-4AA4-74B0-1F28-91D4773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DAAC88-E072-515A-09E5-43251FA72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7F8A24-7049-FAAF-E1E8-0176F4503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200C85F-09A4-5CE2-FA81-6515ADE54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1CFDF9D-D536-4D81-6DCB-4A9DCC51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C9B75E3-1C70-E0D4-3A8E-A5425F8CB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2083E7-311E-A6EA-246B-2DC6ADA7E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316AC-F706-4CBE-9119-ECF8CD6DA1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6935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0A82B-7FA7-BAA3-3FCF-20B530F6D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565A18-195C-CE16-CDB5-90DC74535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A9176C-ABBC-498F-84DE-B33E92F2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A7111AB-6CCA-5B2D-9877-08F216E4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E463C3-D625-4F43-A614-D7F88E51DD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162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44D24A8-ECC4-6524-3A13-E91BD75A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21CA15C-55D0-8B9D-8498-69CA3FAA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FD1F55-0B37-C924-2F4C-5C23C4FA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80C322-3A97-4211-B395-A7DC434AA6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022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166AD-3D34-1D6C-2AB6-8BE871FC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E37C58-C9F8-23C3-81F0-3307B69B2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9BF0B3-A48E-EED6-71F8-EECE12481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04ACEE-C2E8-9C65-2D06-7217AEE7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C77111-6AD1-236B-CB82-CA118C20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E8DE02-B0B8-FB4C-A8DE-5C5E3EE5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E05A49-5F58-45DE-B5F0-222869487A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053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793A5-C0C5-76DD-03B1-0225E325D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ADB90C5-E266-3C0D-BB14-1A63EF62C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529A36-DD9D-D5B6-F434-CF9870167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91BE9F-A5D8-91C9-E06A-284A9AD9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57FE7B-7CC8-D8E7-E2D6-B4D16CDEF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57F7E0-9ECB-0200-5CFE-7B96CFA0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47FB76-EBA2-4009-8A74-B8541BBCCA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8178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E0F36-59A6-F94F-82F0-DCC1159A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B9E52A-2CC4-C873-23D2-CDCFCB5C9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70130C-B5BD-AE90-1879-DEF995F12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92FAA8-682C-9083-878E-9C4F7EB1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1E3D19-95C9-41C1-A911-0EFBAC72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31A987-EF6E-4094-951D-C13B7BCBC6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6857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F1C501-23D5-0C7B-988A-F13DBD02E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CFCF66-321C-2622-48D4-5D6A59F54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2BC8AF-87B7-386B-924B-ED83B461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4B435E-751C-25F2-AB96-568FBD12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E4AC99-2E8E-724F-D574-E3A2BF5D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D043EA-BB81-4B36-A429-E6ECB0C1CF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3461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2BC1A11-ADA0-89CB-70E2-5803EAD95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257E9B7-B0BC-E14A-22A6-7C15BE794D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C93556C-B7A4-6783-50DE-7DDB44E3EC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DE82287-6A1B-CF9F-DB2B-CFD8E80286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02732CD-F3E8-5FCA-540A-9776C208F3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ACBE018-1FBB-460D-9655-6922DC435B9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C6543AB-2E39-5DF1-4C82-DA025B9192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276</a:t>
            </a:r>
            <a:br>
              <a:rPr lang="en-US" altLang="pt-BR" sz="4000" b="1"/>
            </a:br>
            <a:r>
              <a:rPr lang="en-US" altLang="pt-BR" sz="4000" b="1"/>
              <a:t>EM CANAÃ EU ENTRAREI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867739C-A858-AABB-B3F7-87EDAA7D32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AF1E5DB-5F1A-A248-EBDC-313794415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Em Canaã eu entrarei, </a:t>
            </a:r>
            <a:br>
              <a:rPr lang="en-US" altLang="pt-BR" sz="4000" i="1"/>
            </a:br>
            <a:r>
              <a:rPr lang="en-US" altLang="pt-BR" sz="4000" i="1"/>
              <a:t>No meu país ditoso, </a:t>
            </a:r>
            <a:br>
              <a:rPr lang="en-US" altLang="pt-BR" sz="4000" i="1"/>
            </a:br>
            <a:r>
              <a:rPr lang="en-US" altLang="pt-BR" sz="4000" i="1"/>
              <a:t>E em Sião habitarei; que paz ali terei Com meu Jesus! Que gozo! </a:t>
            </a:r>
            <a:br>
              <a:rPr lang="en-US" altLang="pt-BR" sz="4000" i="1"/>
            </a:br>
            <a:r>
              <a:rPr lang="en-US" altLang="pt-BR" sz="4000" i="1"/>
              <a:t>Pois me dará repouso, </a:t>
            </a:r>
            <a:br>
              <a:rPr lang="en-US" altLang="pt-BR" sz="4000" i="1"/>
            </a:br>
            <a:r>
              <a:rPr lang="en-US" altLang="pt-BR" sz="4000" i="1"/>
              <a:t>Irei cantar, então, nos céus, </a:t>
            </a:r>
            <a:br>
              <a:rPr lang="en-US" altLang="pt-BR" sz="4000" i="1"/>
            </a:br>
            <a:r>
              <a:rPr lang="en-US" altLang="pt-BR" sz="4000" i="1"/>
              <a:t>Um hino ao meu Deus!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6EE9A33-4B8B-4F53-7303-27C3943A8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Oh! Glória a Jesus, </a:t>
            </a:r>
            <a:br>
              <a:rPr lang="en-US" altLang="pt-BR" sz="4000" b="1" i="1"/>
            </a:br>
            <a:r>
              <a:rPr lang="en-US" altLang="pt-BR" sz="4000" b="1" i="1"/>
              <a:t>A Jesus,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Oh! Glória a Jesus, </a:t>
            </a:r>
            <a:br>
              <a:rPr lang="en-US" altLang="pt-BR" sz="4000" b="1" i="1"/>
            </a:br>
            <a:r>
              <a:rPr lang="en-US" altLang="pt-BR" sz="4000" b="1" i="1"/>
              <a:t>Ó meu poder e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Os santos reunidos, </a:t>
            </a:r>
            <a:br>
              <a:rPr lang="en-US" altLang="pt-BR" sz="4000" b="1" i="1"/>
            </a:br>
            <a:r>
              <a:rPr lang="en-US" altLang="pt-BR" sz="4000" b="1" i="1"/>
              <a:t>No reino dos remidos,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Entoarão, enfim, nos céus,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U</a:t>
            </a:r>
            <a:r>
              <a:rPr lang="en-US" altLang="pt-BR" sz="4000" b="1" i="1"/>
              <a:t>m hino ao bom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D627844-50D0-106F-F063-32610F4AB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Já muitas provas eu passei </a:t>
            </a:r>
            <a:br>
              <a:rPr lang="en-US" altLang="pt-BR" sz="4000" i="1"/>
            </a:br>
            <a:r>
              <a:rPr lang="en-US" altLang="pt-BR" sz="4000" i="1"/>
              <a:t>E lutas bem notórias; </a:t>
            </a:r>
            <a:br>
              <a:rPr lang="en-US" altLang="pt-BR" sz="4000" i="1"/>
            </a:br>
            <a:r>
              <a:rPr lang="en-US" altLang="pt-BR" sz="4000" i="1"/>
              <a:t>Mas de andar não cansarei, </a:t>
            </a:r>
            <a:br>
              <a:rPr lang="en-US" altLang="pt-BR" sz="4000" i="1"/>
            </a:br>
            <a:r>
              <a:rPr lang="en-US" altLang="pt-BR" sz="4000" i="1"/>
              <a:t>Até eu ver o Rei. </a:t>
            </a:r>
            <a:br>
              <a:rPr lang="en-US" altLang="pt-BR" sz="4000" i="1"/>
            </a:br>
            <a:r>
              <a:rPr lang="en-US" altLang="pt-BR" sz="4000" i="1"/>
              <a:t>Jesus, que dá vitória, </a:t>
            </a:r>
            <a:br>
              <a:rPr lang="en-US" altLang="pt-BR" sz="4000" i="1"/>
            </a:br>
            <a:r>
              <a:rPr lang="en-US" altLang="pt-BR" sz="4000" i="1"/>
              <a:t>Me levará em glória, </a:t>
            </a:r>
            <a:br>
              <a:rPr lang="en-US" altLang="pt-BR" sz="4000" i="1"/>
            </a:br>
            <a:r>
              <a:rPr lang="en-US" altLang="pt-BR" sz="4000" i="1"/>
              <a:t>E entrarei no esplendor </a:t>
            </a:r>
            <a:br>
              <a:rPr lang="en-US" altLang="pt-BR" sz="4000" i="1"/>
            </a:br>
            <a:r>
              <a:rPr lang="en-US" altLang="pt-BR" sz="4000" i="1"/>
              <a:t>Do reino do Senhor.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6EDEB85-9EEA-893D-596E-CAAD1DF6A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Oh! Glória a Jesus, </a:t>
            </a:r>
            <a:br>
              <a:rPr lang="en-US" altLang="pt-BR" sz="4000" b="1" i="1"/>
            </a:br>
            <a:r>
              <a:rPr lang="en-US" altLang="pt-BR" sz="4000" b="1" i="1"/>
              <a:t>A Jesus,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Oh! Glória a Jesus, </a:t>
            </a:r>
            <a:br>
              <a:rPr lang="en-US" altLang="pt-BR" sz="4000" b="1" i="1"/>
            </a:br>
            <a:r>
              <a:rPr lang="en-US" altLang="pt-BR" sz="4000" b="1" i="1"/>
              <a:t>Ó meu poder e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Os santos reunidos, </a:t>
            </a:r>
            <a:br>
              <a:rPr lang="en-US" altLang="pt-BR" sz="4000" b="1" i="1"/>
            </a:br>
            <a:r>
              <a:rPr lang="en-US" altLang="pt-BR" sz="4000" b="1" i="1"/>
              <a:t>No reino dos remidos,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Entoarão, enfim, nos céus,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U</a:t>
            </a:r>
            <a:r>
              <a:rPr lang="en-US" altLang="pt-BR" sz="4000" b="1" i="1"/>
              <a:t>m hino ao bom Deus!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494B7CA-3C4B-B2D0-6095-42610DDD9A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Mui breve Cristo voltará; </a:t>
            </a:r>
            <a:br>
              <a:rPr lang="en-US" altLang="pt-BR" sz="4000" i="1"/>
            </a:br>
            <a:r>
              <a:rPr lang="en-US" altLang="pt-BR" sz="4000" i="1"/>
              <a:t>Nas nuvens, vê-Lo-emos; </a:t>
            </a:r>
            <a:br>
              <a:rPr lang="en-US" altLang="pt-BR" sz="4000" i="1"/>
            </a:br>
            <a:r>
              <a:rPr lang="en-US" altLang="pt-BR" sz="4000" i="1"/>
              <a:t>E o Seu povo levará, e festa haverá; Ao céu nós subiremos, </a:t>
            </a:r>
            <a:br>
              <a:rPr lang="en-US" altLang="pt-BR" sz="4000" i="1"/>
            </a:br>
            <a:r>
              <a:rPr lang="en-US" altLang="pt-BR" sz="4000" i="1"/>
              <a:t>E lá encontraremos </a:t>
            </a:r>
            <a:br>
              <a:rPr lang="en-US" altLang="pt-BR" sz="4000" i="1"/>
            </a:br>
            <a:r>
              <a:rPr lang="en-US" altLang="pt-BR" sz="4000" i="1"/>
              <a:t>O nosso caro e bom Jesus, </a:t>
            </a:r>
            <a:br>
              <a:rPr lang="en-US" altLang="pt-BR" sz="4000" i="1"/>
            </a:br>
            <a:r>
              <a:rPr lang="en-US" altLang="pt-BR" sz="4000" i="1"/>
              <a:t>Verdade, vida e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2F69F46-4ED7-38FE-3232-F47D82B58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Oh! Glória a Jesus, </a:t>
            </a:r>
            <a:br>
              <a:rPr lang="en-US" altLang="pt-BR" sz="4000" b="1" i="1"/>
            </a:br>
            <a:r>
              <a:rPr lang="en-US" altLang="pt-BR" sz="4000" b="1" i="1"/>
              <a:t>A Jesus,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Oh! Glória a Jesus, </a:t>
            </a:r>
            <a:br>
              <a:rPr lang="en-US" altLang="pt-BR" sz="4000" b="1" i="1"/>
            </a:br>
            <a:r>
              <a:rPr lang="en-US" altLang="pt-BR" sz="4000" b="1" i="1"/>
              <a:t>Ó meu poder e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Os santos reunidos, </a:t>
            </a:r>
            <a:br>
              <a:rPr lang="en-US" altLang="pt-BR" sz="4000" b="1" i="1"/>
            </a:br>
            <a:r>
              <a:rPr lang="en-US" altLang="pt-BR" sz="4000" b="1" i="1"/>
              <a:t>No reino dos remidos,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Entoarão, enfim, nos céus,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U</a:t>
            </a:r>
            <a:r>
              <a:rPr lang="en-US" altLang="pt-BR" sz="4000" b="1" i="1"/>
              <a:t>m hino ao bom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276 EM CANAÃ EU ENTRAREI </vt:lpstr>
      <vt:lpstr>Em Canaã eu entrarei,  No meu país ditoso,  E em Sião habitarei; que paz ali terei Com meu Jesus! Que gozo!  Pois me dará repouso,  Irei cantar, então, nos céus,  Um hino ao meu Deus!  </vt:lpstr>
      <vt:lpstr>Oh! Glória a Jesus,  A Jesus, a Jesus!  Oh! Glória a Jesus,  Ó meu poder e luz!  Os santos reunidos,  No reino dos remidos,  Entoarão, enfim, nos céus,  Um hino ao bom Deus!</vt:lpstr>
      <vt:lpstr>Já muitas provas eu passei  E lutas bem notórias;  Mas de andar não cansarei,  Até eu ver o Rei.  Jesus, que dá vitória,  Me levará em glória,  E entrarei no esplendor  Do reino do Senhor.  </vt:lpstr>
      <vt:lpstr>Oh! Glória a Jesus,  A Jesus, a Jesus!  Oh! Glória a Jesus,  Ó meu poder e luz!  Os santos reunidos,  No reino dos remidos,  Entoarão, enfim, nos céus,  Um hino ao bom Deus!</vt:lpstr>
      <vt:lpstr>Mui breve Cristo voltará;  Nas nuvens, vê-Lo-emos;  E o Seu povo levará, e festa haverá; Ao céu nós subiremos,  E lá encontraremos  O nosso caro e bom Jesus,  Verdade, vida e luz.</vt:lpstr>
      <vt:lpstr>Oh! Glória a Jesus,  A Jesus, a Jesus!  Oh! Glória a Jesus,  Ó meu poder e luz!  Os santos reunidos,  No reino dos remidos,  Entoarão, enfim, nos céus,  Um hino ao bom Deus!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276 EM CANAÃ EU ENTRAREI </dc:title>
  <dc:creator>Junior</dc:creator>
  <cp:lastModifiedBy>Emerson Souza</cp:lastModifiedBy>
  <cp:revision>1</cp:revision>
  <dcterms:created xsi:type="dcterms:W3CDTF">2005-12-24T00:37:33Z</dcterms:created>
  <dcterms:modified xsi:type="dcterms:W3CDTF">2026-05-02T21:59:54Z</dcterms:modified>
</cp:coreProperties>
</file>