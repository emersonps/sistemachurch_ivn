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3" r:id="rId8"/>
    <p:sldId id="261" r:id="rId9"/>
    <p:sldId id="264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3" d="100"/>
          <a:sy n="53" d="100"/>
        </p:scale>
        <p:origin x="-4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6DF1C1-FF22-403A-1C00-5E0B33E4A5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C44DB7B-47E9-8473-6876-FDF4D4D3DB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532DFE1-602B-C2CD-A703-9273721E3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7446789-4076-BB93-15E3-B222B434A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BBA331B-93D5-AD88-B857-9787FCCAF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F74CB45-CE33-4588-ABDB-6C8564D81AE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5541766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4E923B-0E05-34AE-29D6-784CF3FAF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71820E7-171C-2E33-B991-0C68080B12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A25BEEE-3157-7373-5F6C-0764CD613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7A8F0F9-C668-0B58-E524-A367C858C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320DA90-9B08-9F09-046D-E5F8C209A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DB41822-5701-42BE-BD66-5850A94232A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343555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4AF9EB-F23E-E218-33B8-E43FE8964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44F1221-CD28-2D63-B377-300328B3F9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04A1D42-660E-AE0C-2CBA-23133E039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0A32091-C6C0-86C8-7861-9B690D2C5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B0E89DC-AB7A-97C5-DEEE-438074F5F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683424B-B6DE-4051-B41C-C26E3FC283F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332721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AE12FC-B34E-4080-3EC1-7F066F5EA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BAF6486-8827-58E2-10DF-77B3F85961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8C9CD15-29E4-621D-9BE0-AF70766C6C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326F13A-542B-2D8C-BC77-E7A565587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2573F3C-8750-B1C5-928E-EEA3B7E32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985132A-FC07-51DB-38F1-CD1CCDBC6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259DE6D-0E30-4359-8E5E-30B02393869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3857748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0E4186-4EAC-92F6-78BA-6E0D065FF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9026193-39F7-F6FB-9E7E-F200ECE9EC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B0A40F3-5090-3098-13A0-5C2668C892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2B358CC-8F79-2BCC-EDF5-802FB303BD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3434176-3136-741D-0212-EEC462248A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09314C3D-54A9-5EAF-950B-365CF999A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408D296-924A-EA86-8B19-15A54076F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AC763B26-7D72-CB44-DE1E-5050365C5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58836D3-7091-477B-9659-C29E4139592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654943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652B75-2AE0-EBE8-B489-E8EAFB4C4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8B5AB51-025A-B0CA-FBF5-52F3975B8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B3D1A8A-FBA2-3B56-6CAD-8F8EB71CA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82ED06A-DD27-FEB3-8308-4297B5100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6C63ED5-8845-4DBC-AFBB-7139DDC1E9B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443267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A00D5C9-9A53-127A-0852-1B25D8ED4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B5FC5C94-F274-0AAD-DBA9-995717E86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C12D599-6491-7061-EDA0-131F1BDB3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5B8F0F2-56F2-45D8-8ACC-B37C07FA767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310333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BF895F-34DB-FD17-D885-EFBCD3FAA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926F585-3FCC-A37A-2B36-C9D70E4224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A6186D7-DF51-7CC7-3F4A-98DB728CEC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0BEDAA3-173C-BCA1-14ED-C6C2525C4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FB76694-9EA4-1657-79F9-1EC46326F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4FB9DEB-7F06-5857-7921-A297CD4B5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25DFB53-7832-4D1E-8E30-9499E902A68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1224095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4E5F81-CCDC-89C0-5DA2-3EC89819F2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69426A89-B676-9DE4-65EB-5C97573127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36D3556-C144-AFBF-DA50-EB760CB028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449CB7A-C779-4B1C-6300-C93A6BB07E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2DB7093-E05B-BCDC-7491-AEA841CAD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42F69CB-E021-F190-983A-9855C410A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231C63D-0BE2-47E7-9B40-DD62AB683AD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351875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8D7741-4FD5-C71F-1E92-F636C77DB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84AF9BC-357E-C888-7663-616FE449CB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6CDD36A-66DD-8339-175B-7F06C747D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97484A1-FB54-FDD8-757F-62F15E534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1366CFF-7009-2BE5-A2A1-72F427264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97A845C-9FD8-47C2-9505-3BF3711AC1A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66709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84D4AEC-AA8E-FD9F-7CA7-14681F510A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7463F3F-129A-EEB1-9D76-9F5CAF1AC4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094AF5B-D1F2-CBF0-94B0-26CAA7E84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1E6EF2B-F651-F740-0F67-4DA4FE4BC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2B7622C-188F-0CE7-8EAA-4EE984A3D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8A9632B-6EE1-4989-B1A4-D569B2343A8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236631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3E0570EF-4F60-BF57-49A2-5DDE2D8853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FEDE2633-848E-596B-059A-54358EC7A4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8319262E-D3AF-5D8C-30AF-810F7C11332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F33FAB34-B4D4-B666-BB61-74F59D17C34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9BF34483-27DA-126C-EBE6-1FB6E00E690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8B21595D-9614-431D-ADCE-1DC5BCA75B39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8DD01BA5-40CA-6DCE-22DA-8DD35FC3DA4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pt-BR" altLang="pt-BR" sz="4400" b="1"/>
              <a:t>249</a:t>
            </a:r>
            <a:br>
              <a:rPr lang="pt-BR" altLang="pt-BR" sz="4400" b="1"/>
            </a:br>
            <a:r>
              <a:rPr lang="pt-BR" altLang="pt-BR" sz="4400" b="1"/>
              <a:t>Ó VEM, SENHOR, E HABITA</a:t>
            </a:r>
            <a:endParaRPr lang="en-US" altLang="pt-BR" sz="4400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85A4F4F3-7789-65BC-100E-A19505AADB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07112"/>
          </a:xfrm>
        </p:spPr>
        <p:txBody>
          <a:bodyPr/>
          <a:lstStyle/>
          <a:p>
            <a:r>
              <a:rPr lang="pt-BR" altLang="pt-BR" sz="3200"/>
              <a:t>Ó vem, Senhor, e habita no meu coração; </a:t>
            </a:r>
            <a:br>
              <a:rPr lang="pt-BR" altLang="pt-BR" sz="3200"/>
            </a:br>
            <a:r>
              <a:rPr lang="pt-BR" altLang="pt-BR" sz="3200"/>
              <a:t>Dá-me a graça bendita por Tua compaixão.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A60A3646-C9BE-3130-4CF4-001DD42830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07112"/>
          </a:xfrm>
        </p:spPr>
        <p:txBody>
          <a:bodyPr/>
          <a:lstStyle/>
          <a:p>
            <a:r>
              <a:rPr lang="pt-BR" altLang="pt-BR" sz="3200" b="1" i="1"/>
              <a:t>meu Deus vem dar-me </a:t>
            </a:r>
            <a:br>
              <a:rPr lang="pt-BR" altLang="pt-BR" sz="3200" b="1" i="1"/>
            </a:br>
            <a:r>
              <a:rPr lang="pt-BR" altLang="pt-BR" sz="3200" b="1" i="1"/>
              <a:t>O dom do Consolador;</a:t>
            </a:r>
            <a:br>
              <a:rPr lang="pt-BR" altLang="pt-BR" sz="3200" b="1" i="1"/>
            </a:br>
            <a:r>
              <a:rPr lang="pt-BR" altLang="pt-BR" sz="3200" b="1" i="1"/>
              <a:t>Vem hoje selar-me,</a:t>
            </a:r>
            <a:br>
              <a:rPr lang="pt-BR" altLang="pt-BR" sz="3200" b="1" i="1"/>
            </a:br>
            <a:r>
              <a:rPr lang="pt-BR" altLang="pt-BR" sz="3200" b="1" i="1"/>
              <a:t>Enchendo-me do Teu amor!</a:t>
            </a:r>
            <a:endParaRPr lang="en-US" altLang="pt-BR" sz="3200" b="1" i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2343A058-A070-CB0F-C618-68DDD46C8B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78550"/>
          </a:xfrm>
        </p:spPr>
        <p:txBody>
          <a:bodyPr/>
          <a:lstStyle/>
          <a:p>
            <a:r>
              <a:rPr lang="pt-BR" altLang="pt-BR" sz="3200"/>
              <a:t>Dia de paz e de gozo eu vou desfrutar, </a:t>
            </a:r>
            <a:br>
              <a:rPr lang="pt-BR" altLang="pt-BR" sz="3200"/>
            </a:br>
            <a:r>
              <a:rPr lang="pt-BR" altLang="pt-BR" sz="3200"/>
              <a:t>Quando Jesus glorioso minh'alma batizar.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8918406B-7EEA-FC5D-8CF2-BBD1BC2547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07112"/>
          </a:xfrm>
        </p:spPr>
        <p:txBody>
          <a:bodyPr/>
          <a:lstStyle/>
          <a:p>
            <a:r>
              <a:rPr lang="pt-BR" altLang="pt-BR" sz="3200" b="1" i="1"/>
              <a:t>meu Deus vem dar-me </a:t>
            </a:r>
            <a:br>
              <a:rPr lang="pt-BR" altLang="pt-BR" sz="3200" b="1" i="1"/>
            </a:br>
            <a:r>
              <a:rPr lang="pt-BR" altLang="pt-BR" sz="3200" b="1" i="1"/>
              <a:t>O dom do Consolador;</a:t>
            </a:r>
            <a:br>
              <a:rPr lang="pt-BR" altLang="pt-BR" sz="3200" b="1" i="1"/>
            </a:br>
            <a:r>
              <a:rPr lang="pt-BR" altLang="pt-BR" sz="3200" b="1" i="1"/>
              <a:t>Vem hoje selar-me,</a:t>
            </a:r>
            <a:br>
              <a:rPr lang="pt-BR" altLang="pt-BR" sz="3200" b="1" i="1"/>
            </a:br>
            <a:r>
              <a:rPr lang="pt-BR" altLang="pt-BR" sz="3200" b="1" i="1"/>
              <a:t>Enchendo-me do Teu amor!</a:t>
            </a:r>
            <a:endParaRPr lang="en-US" altLang="pt-BR" sz="3200" b="1" i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7C1FC9FE-0D33-2EE1-D774-90203C1D89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07112"/>
          </a:xfrm>
        </p:spPr>
        <p:txBody>
          <a:bodyPr/>
          <a:lstStyle/>
          <a:p>
            <a:r>
              <a:rPr lang="pt-BR" altLang="pt-BR" sz="3200"/>
              <a:t>Do Teu amor puro e santo sempre falarei; </a:t>
            </a:r>
            <a:br>
              <a:rPr lang="pt-BR" altLang="pt-BR" sz="3200"/>
            </a:br>
            <a:r>
              <a:rPr lang="pt-BR" altLang="pt-BR" sz="3200"/>
              <a:t>Mesmo com dor e com pranto </a:t>
            </a:r>
            <a:br>
              <a:rPr lang="pt-BR" altLang="pt-BR" sz="3200"/>
            </a:br>
            <a:r>
              <a:rPr lang="pt-BR" altLang="pt-BR" sz="3200"/>
              <a:t>a Cristo louvarei.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AC1291E9-6F8E-27EE-B4FF-1FC5F115B6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07112"/>
          </a:xfrm>
        </p:spPr>
        <p:txBody>
          <a:bodyPr/>
          <a:lstStyle/>
          <a:p>
            <a:r>
              <a:rPr lang="pt-BR" altLang="pt-BR" sz="3200" b="1" i="1"/>
              <a:t>meu Deus vem dar-me </a:t>
            </a:r>
            <a:br>
              <a:rPr lang="pt-BR" altLang="pt-BR" sz="3200" b="1" i="1"/>
            </a:br>
            <a:r>
              <a:rPr lang="pt-BR" altLang="pt-BR" sz="3200" b="1" i="1"/>
              <a:t>O dom do Consolador;</a:t>
            </a:r>
            <a:br>
              <a:rPr lang="pt-BR" altLang="pt-BR" sz="3200" b="1" i="1"/>
            </a:br>
            <a:r>
              <a:rPr lang="pt-BR" altLang="pt-BR" sz="3200" b="1" i="1"/>
              <a:t>Vem hoje selar-me,</a:t>
            </a:r>
            <a:br>
              <a:rPr lang="pt-BR" altLang="pt-BR" sz="3200" b="1" i="1"/>
            </a:br>
            <a:r>
              <a:rPr lang="pt-BR" altLang="pt-BR" sz="3200" b="1" i="1"/>
              <a:t>Enchendo-me do Teu amor!</a:t>
            </a:r>
            <a:endParaRPr lang="en-US" altLang="pt-BR" sz="3200" b="1" i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002B1826-0D7E-434D-5BE6-4C0648F12E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962650"/>
          </a:xfrm>
        </p:spPr>
        <p:txBody>
          <a:bodyPr/>
          <a:lstStyle/>
          <a:p>
            <a:r>
              <a:rPr lang="pt-BR" altLang="pt-BR" sz="3200"/>
              <a:t>Ó Deus, Te peço agora, ouve-me Senhor: </a:t>
            </a:r>
            <a:br>
              <a:rPr lang="pt-BR" altLang="pt-BR" sz="3200"/>
            </a:br>
            <a:r>
              <a:rPr lang="pt-BR" altLang="pt-BR" sz="3200"/>
              <a:t>Batiza-me nesta hora, no Teu Consolador!</a:t>
            </a:r>
            <a:br>
              <a:rPr lang="pt-BR" altLang="pt-BR" sz="3200"/>
            </a:br>
            <a:r>
              <a:rPr lang="pt-BR" altLang="pt-BR" sz="1600"/>
              <a:t>P.L.M.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6C8E4832-6C00-22FB-4B42-348E09575F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07112"/>
          </a:xfrm>
        </p:spPr>
        <p:txBody>
          <a:bodyPr/>
          <a:lstStyle/>
          <a:p>
            <a:r>
              <a:rPr lang="pt-BR" altLang="pt-BR" sz="3200" b="1" i="1"/>
              <a:t>meu Deus vem dar-me </a:t>
            </a:r>
            <a:br>
              <a:rPr lang="pt-BR" altLang="pt-BR" sz="3200" b="1" i="1"/>
            </a:br>
            <a:r>
              <a:rPr lang="pt-BR" altLang="pt-BR" sz="3200" b="1" i="1"/>
              <a:t>O dom do Consolador;</a:t>
            </a:r>
            <a:br>
              <a:rPr lang="pt-BR" altLang="pt-BR" sz="3200" b="1" i="1"/>
            </a:br>
            <a:r>
              <a:rPr lang="pt-BR" altLang="pt-BR" sz="3200" b="1" i="1"/>
              <a:t>Vem hoje selar-me,</a:t>
            </a:r>
            <a:br>
              <a:rPr lang="pt-BR" altLang="pt-BR" sz="3200" b="1" i="1"/>
            </a:br>
            <a:r>
              <a:rPr lang="pt-BR" altLang="pt-BR" sz="3200" b="1" i="1"/>
              <a:t>Enchendo-me do Teu amor!</a:t>
            </a:r>
            <a:endParaRPr lang="en-US" altLang="pt-BR" sz="3200" b="1" i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177</Words>
  <Application>Microsoft Office PowerPoint</Application>
  <PresentationFormat>Apresentação na tela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1" baseType="lpstr">
      <vt:lpstr>Arial</vt:lpstr>
      <vt:lpstr>Design padrão</vt:lpstr>
      <vt:lpstr>249 Ó VEM, SENHOR, E HABITA</vt:lpstr>
      <vt:lpstr>Ó vem, Senhor, e habita no meu coração;  Dá-me a graça bendita por Tua compaixão. </vt:lpstr>
      <vt:lpstr>meu Deus vem dar-me  O dom do Consolador; Vem hoje selar-me, Enchendo-me do Teu amor!</vt:lpstr>
      <vt:lpstr>Dia de paz e de gozo eu vou desfrutar,  Quando Jesus glorioso minh'alma batizar. </vt:lpstr>
      <vt:lpstr>meu Deus vem dar-me  O dom do Consolador; Vem hoje selar-me, Enchendo-me do Teu amor!</vt:lpstr>
      <vt:lpstr>Do Teu amor puro e santo sempre falarei;  Mesmo com dor e com pranto  a Cristo louvarei. </vt:lpstr>
      <vt:lpstr>meu Deus vem dar-me  O dom do Consolador; Vem hoje selar-me, Enchendo-me do Teu amor!</vt:lpstr>
      <vt:lpstr>Ó Deus, Te peço agora, ouve-me Senhor:  Batiza-me nesta hora, no Teu Consolador! P.L.M. </vt:lpstr>
      <vt:lpstr>meu Deus vem dar-me  O dom do Consolador; Vem hoje selar-me, Enchendo-me do Teu amor!</vt:lpstr>
    </vt:vector>
  </TitlesOfParts>
  <Company>IEAD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249 Ó VEM, SENHOR, E HABITA</dc:title>
  <dc:creator>Montagna</dc:creator>
  <cp:lastModifiedBy>Emerson Souza</cp:lastModifiedBy>
  <cp:revision>2</cp:revision>
  <dcterms:created xsi:type="dcterms:W3CDTF">2005-10-18T21:42:42Z</dcterms:created>
  <dcterms:modified xsi:type="dcterms:W3CDTF">2026-05-02T21:57:41Z</dcterms:modified>
</cp:coreProperties>
</file>