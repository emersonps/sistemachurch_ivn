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256D2-F7A5-5D12-591E-6637E25D3F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781074-8C79-C5EE-8825-066A13514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836013-AB81-468B-922B-817B0CBD4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6F13B1-4F96-1AC5-6061-9F6873992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420596-96F9-4457-772C-CF906A8A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E28E37-38AC-46CD-94C1-14BD69E0DD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9845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B7A8F-9E42-B426-4653-4660E1CAE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740CA6-DCB8-4E9B-392A-3BD804256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3051A2-A12C-CAF6-3E30-4FEDB3D32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EC4EBC-B360-0787-5AD1-52F158FDC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DF5890-C295-52C3-B5BE-1F5C6633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1BFD27-D01A-473D-A823-D807DD9EB2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61869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7F711-E0A0-DA8A-0A37-B50DC9D1A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D09ABA-E2BB-B2FA-A6BB-155B0A2E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4DB510-E992-7904-A91F-D278764A4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F869E3-E880-D658-874C-475B3918C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AAA4DE-D47B-E6F2-B0DF-0F3D842D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1A1DA5-0E15-4FB5-B098-F4A497B96E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2694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08536-B84A-823F-E706-92463C68D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C3B31C-3724-ECC4-2810-EFD9ADAC39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00BE640-8D1E-3F5A-109E-EAB7189CA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647703-91B0-5D1A-CF45-EC0A004B2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5D0439-4849-8302-A78F-2391E940C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6F69B3-A35F-E237-395D-A477AA1CB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A8366-1089-4A8C-A2F2-E8018E0FD2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4231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A89F8-02DD-FCB1-AA55-ADE400DB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67DE39-B161-99C9-3DAF-52F36F892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7C52A7-C673-9284-A758-68F557FF3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F0EFD71-286B-C096-50FA-D30B841080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3042B42-E709-841B-B57F-95E9569006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0C6F7D9-1FBA-88B2-0A3F-EAEA2584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1C56E07-9B2F-14F3-5E18-6F115E9F8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E37D70C-B75C-4235-3910-D3D0FB31F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278EDB-C485-42F0-836C-CD60469AD2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3295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0682B-8A28-A452-3879-B2AEB84A2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E2F07C0-CD65-83A3-6CF7-4B0F5574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D74A79D-9837-F6D0-E5C0-5613C8331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5EE925F-904D-72EF-1FB1-8A385E5E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D9008B-3546-45F7-BCFE-7C853877BC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61111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D8DEF1B-B884-7BDE-2710-16E9CAFF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66530B7-8D52-835B-1969-57A3F09EF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46E04B-D19C-4DF7-6B7E-93D418598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472500-7E90-4245-A191-FD17A83799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9541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657732-DE61-A951-9769-7150DEA5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DE5456-265C-B29C-3E2A-8CBC4A824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2A9A5D-E63E-D4C4-0D4C-258ACCAA4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EA111B-D72A-1C10-3956-6D0C34F33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AE06ED-708B-63E6-2A47-59AEC4822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90D365-81F1-5E9C-0A7D-99CB8D6A6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B8AF53-BA50-4D36-A243-3FD9333B17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41175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CDAC8-0BD8-526F-60C9-3D4A814CE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B1262B7-BA7E-78A5-84A2-7AF9541224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81C36AF-3524-BA27-824A-95F63E10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CAF0F7-64DA-4F1F-EFBC-186D1EF0A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474BEE-0B37-FB78-9BB1-86F31F076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5D76E8-227F-49EE-A80B-72E6210C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9EF010-6DE2-4C75-88F9-CB249809E1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08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227C74-9603-C4E6-41D3-7D79322BB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A82F72-F4FF-F148-C343-B63D5081A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C6040A-CB26-2190-E1A2-4B30309A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3E02EC-4B8E-A837-02A2-66783FD5A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610BF3-FD7F-221C-A3AC-26B4F91E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58B367-AD9A-4924-A445-1B980C0878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29329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A77FFE-4645-70CC-9E87-A8AAB73A05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2FD920C-6BD0-7CB8-FE78-F4381B4D9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7AB7A9-E3E2-A98B-80E4-812459B55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1D96E6-10D7-1322-824C-52B88767D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FB20DB-E9AD-C060-1E6E-D38069DC4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DB4E53-F421-464B-BA37-A6A80DC1FB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3355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8CDBCC8-CAD3-D088-60C0-BA55405910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B62860B-7945-9C93-8A22-585B9B1EFB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07017FF-60DD-44ED-A482-0B139A439E8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29DBDAA-18CF-4ACA-FA9B-C56E121B280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A6AB670-2C6F-1F1B-EA7D-929C37CB481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0205CAB-639B-49F7-A7A4-5CEF6C9D622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59C447A-36FC-7ED0-0699-D865B104442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 i="1"/>
              <a:t>572- A Porta Sou Eu</a:t>
            </a:r>
            <a:r>
              <a:rPr lang="en-US" altLang="pt-BR" sz="4400"/>
              <a:t> </a:t>
            </a:r>
            <a:r>
              <a:rPr lang="en-US" altLang="pt-BR" sz="4400" i="1"/>
              <a:t> </a:t>
            </a:r>
            <a:endParaRPr lang="en-US" altLang="pt-BR" sz="44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1A45FDF-95B0-1C13-BE1C-BE483747867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FB54770-82CD-7501-348C-95F6DD42CA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"A porta sou eu”. diz o Senhor, “Alguém entrando por mim, por mim, Salvo será, salvo será; salvar-se-á”.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572- A Porta Sou Eu  </vt:lpstr>
      <vt:lpstr>"A porta sou eu”. diz o Senhor, “Alguém entrando por mim, por mim, Salvo será, salvo será; salvar-se-á”.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572- A Porta Sou Eu  </dc:title>
  <dc:creator>Junior</dc:creator>
  <cp:lastModifiedBy>Emerson Souza</cp:lastModifiedBy>
  <cp:revision>1</cp:revision>
  <dcterms:created xsi:type="dcterms:W3CDTF">2005-12-27T01:37:06Z</dcterms:created>
  <dcterms:modified xsi:type="dcterms:W3CDTF">2026-05-02T22:25:07Z</dcterms:modified>
</cp:coreProperties>
</file>