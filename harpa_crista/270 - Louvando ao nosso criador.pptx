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81962A-8C64-13D2-F981-21ED3B50C2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E703834-6D47-DC41-A049-0E486B17E2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04A0DD9-10F0-D05C-6513-B25EA92FD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A1BD30F-F819-AB6B-0310-134ADE05E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5F84580-1476-4B39-0847-639172818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B1049A-9E9A-4690-8C4F-1A535A60651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77733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252FDD-0814-26DB-84F4-9E387D01B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9ABAF5C-7382-E52D-5710-D9183A8131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5EF23A8-E20C-4061-6E12-20B418631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C938071-4B4E-C907-B541-5C60EC458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AF5B8B7-352E-88CA-4351-53F474C51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B2A23F-1BA0-4F39-A190-5F3ABF14F8D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1697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F061BF-5A26-E31C-1BF9-17920B991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16B7CC2-91D0-2890-89B6-D6FB83BB16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35F8BDE-5F35-5E9F-52E3-7C6E0592B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984526F-EE15-BE2F-4517-BD3323BB8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F243ED-C53E-25A9-88F9-D4E3E1DE5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6E21C8-9E40-4448-9E4D-A2D84BB9881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95776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478E72-5681-3E2B-5BB7-FC45B87E1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EC78485-650F-4EFF-21B6-27793056C0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904B6A0-8AFF-35DE-478A-35E185BB98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EA1F2F0-5115-5343-48C5-6FBB42D64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106810-5B42-820B-336D-28D7262C5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B44CB2D-923B-3420-F95F-3D7D600ED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D9AE6B-42C0-4972-AADF-1FDD382FF1F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77741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34C7E4-332B-C97B-6999-5FF329F8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FD750E9-AE7D-AF31-D329-8095264B1A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F36D1EE-9AC6-52A9-E10F-324C93A976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3DC1384-ACBD-F9F1-5A57-216537591D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B4BA632-7D25-513F-7EEC-A6E8874FF3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A3FC41D-C381-BB8D-31E1-1F5706628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CF7FF7C-DE47-13C0-CE97-920D98F01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C619BA2-ECAC-F99C-7A2A-F8BB06FFC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E5AB32-3621-4762-84A1-94019DAC4FD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01904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3F26E1-F365-C89D-4AC7-326470297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7154131-037E-748A-605E-29D3E9C74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68CC182-6355-933E-C004-57AF874B3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26BE9FA-2A4D-EC04-864A-7002DF34D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D6F724-C5E3-4629-83A4-5D95F070E95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3252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B5877C9-D0C9-975C-C32F-1399C8B53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B9F3203-CB6E-5B72-ACB4-957D89CEF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FDB870C-AB2A-B24E-8429-C3B7078FC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E8DE51-77E7-4E23-BE20-981DA58124C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46246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68927A-C44D-392D-2568-F812EA077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64C44A7-B5EE-13F2-8BB8-E12EAA99BB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E132A24-8214-2563-1EFF-D710F2D95F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B976293-81B5-3674-4D14-F7445E638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BAD5250-749D-BBE0-AAE8-F8FC10480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CB21D92-EAAD-7730-45E1-36C719DFB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543D31-7042-4347-9B5A-F5550221E24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23000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FD15F0-E6C0-DE36-E801-409810DA1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441F060-289E-84D6-E7C6-B319ABC1DF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B4F569-53E6-95A9-28DA-A6EB41EC59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895D105-864D-3390-A78C-1BFA333B4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78FACCA-BAF9-5BA8-EFBD-ECB26F045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6B03B0D-1467-7206-5BDA-E9A6C36EE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B1478C-699D-406C-AA57-43F391647D7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94815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136015-DD75-2879-C5ED-564F012B7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FB0C5ED-2F8B-1C31-DF8D-80C6A608D4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171EED8-0875-A03F-5B0D-CE97A858C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17D6005-367C-EBE9-46AB-C08AD40CC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35A3855-803F-9812-27B8-87C04C331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35CE75-AB3F-46CF-ADB8-37B4BE1F4B4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63792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77416B3-DF70-E392-54F0-F07903C2F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3936A7D-CEC1-9D93-0578-765E5AE032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5A6FF7D-9B1B-6A27-E3B4-9A024E34C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F0980A4-C484-AA1A-7420-591393D8E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B01E411-839D-DC5A-AAC7-3080F3DFA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4AC2A7-B9FC-49FA-B71B-F1C3073CA5C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78879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14326A0-6EE7-CF2D-5C26-9E0C5595A8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9212966-2F63-4EE7-4105-8273748C09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45248CC-9F49-E32E-6710-A06DEC1BB0A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D28C8D6-DD7E-1740-40EF-7563ADF02A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0AD95A6-74A0-DF75-5C5F-706DCF8A360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8ADC235F-C243-4386-8DFE-678DC3EEC73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6DABB211-3256-918C-1A97-3AA2486F6D8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130425"/>
            <a:ext cx="9144000" cy="1470025"/>
          </a:xfrm>
        </p:spPr>
        <p:txBody>
          <a:bodyPr anchor="ctr"/>
          <a:lstStyle/>
          <a:p>
            <a:r>
              <a:rPr lang="en-US" altLang="pt-BR" sz="4000" b="1"/>
              <a:t>270</a:t>
            </a:r>
            <a:br>
              <a:rPr lang="en-US" altLang="pt-BR" sz="4000" b="1"/>
            </a:br>
            <a:r>
              <a:rPr lang="en-US" altLang="pt-BR" sz="4000" b="1"/>
              <a:t>LOUVANDO AO NOSSO CRIADOR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D8398725-2CC2-FC1E-80CB-648D83704A8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12C1B7E4-4FBE-F261-9BCF-ACD9A26B58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i="1"/>
              <a:t>Sinto prazer louvando </a:t>
            </a:r>
            <a:br>
              <a:rPr lang="en-US" altLang="pt-BR" sz="4000" i="1"/>
            </a:br>
            <a:r>
              <a:rPr lang="en-US" altLang="pt-BR" sz="4000" i="1"/>
              <a:t>Ao nosso Criador, </a:t>
            </a:r>
            <a:br>
              <a:rPr lang="en-US" altLang="pt-BR" sz="4000" i="1"/>
            </a:br>
            <a:r>
              <a:rPr lang="en-US" altLang="pt-BR" sz="4000" i="1"/>
              <a:t>E gozo celebrando </a:t>
            </a:r>
            <a:br>
              <a:rPr lang="en-US" altLang="pt-BR" sz="4000" i="1"/>
            </a:br>
            <a:r>
              <a:rPr lang="en-US" altLang="pt-BR" sz="4000" i="1"/>
              <a:t>Os feitos do Senhor; </a:t>
            </a:r>
            <a:br>
              <a:rPr lang="en-US" altLang="pt-BR" sz="4000" i="1"/>
            </a:br>
            <a:r>
              <a:rPr lang="en-US" altLang="pt-BR" sz="4000" i="1"/>
              <a:t>Saber que sou lavado </a:t>
            </a:r>
            <a:br>
              <a:rPr lang="en-US" altLang="pt-BR" sz="4000" i="1"/>
            </a:br>
            <a:r>
              <a:rPr lang="en-US" altLang="pt-BR" sz="4000" i="1"/>
              <a:t>No sangue de Jesus. </a:t>
            </a:r>
            <a:br>
              <a:rPr lang="en-US" altLang="pt-BR" sz="4000" i="1"/>
            </a:br>
            <a:r>
              <a:rPr lang="en-US" altLang="pt-BR" sz="4000" i="1"/>
              <a:t>Também que sou guiado, </a:t>
            </a:r>
            <a:br>
              <a:rPr lang="en-US" altLang="pt-BR" sz="4000" i="1"/>
            </a:br>
            <a:r>
              <a:rPr lang="en-US" altLang="pt-BR" sz="4000" i="1"/>
              <a:t>Pela divina luz! 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F5C2EA22-CADF-A565-9F1D-7959D48860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b="1" i="1"/>
              <a:t>Alegre irei avante,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Unido ao Salvador;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Cantando triunfante,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Ao nosso Criador!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85C7F929-9484-9E4C-E8E5-82E0F5C20F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i="1"/>
              <a:t>Em Cristo, tenho gozo, </a:t>
            </a:r>
            <a:br>
              <a:rPr lang="en-US" altLang="pt-BR" sz="4000" i="1"/>
            </a:br>
            <a:r>
              <a:rPr lang="en-US" altLang="pt-BR" sz="4000" i="1"/>
              <a:t>E paz, celeste luz; </a:t>
            </a:r>
            <a:br>
              <a:rPr lang="en-US" altLang="pt-BR" sz="4000" i="1"/>
            </a:br>
            <a:r>
              <a:rPr lang="en-US" altLang="pt-BR" sz="4000" i="1"/>
              <a:t>Na obra, eu repouso, </a:t>
            </a:r>
            <a:br>
              <a:rPr lang="en-US" altLang="pt-BR" sz="4000" i="1"/>
            </a:br>
            <a:r>
              <a:rPr lang="en-US" altLang="pt-BR" sz="4000" i="1"/>
              <a:t>Cumprida lá na cruz; </a:t>
            </a:r>
            <a:br>
              <a:rPr lang="en-US" altLang="pt-BR" sz="4000" i="1"/>
            </a:br>
            <a:r>
              <a:rPr lang="en-US" altLang="pt-BR" sz="4000" i="1"/>
              <a:t>De graça revestido, </a:t>
            </a:r>
            <a:br>
              <a:rPr lang="en-US" altLang="pt-BR" sz="4000" i="1"/>
            </a:br>
            <a:r>
              <a:rPr lang="en-US" altLang="pt-BR" sz="4000" i="1"/>
              <a:t>Nada me faltará; </a:t>
            </a:r>
            <a:br>
              <a:rPr lang="en-US" altLang="pt-BR" sz="4000" i="1"/>
            </a:br>
            <a:r>
              <a:rPr lang="en-US" altLang="pt-BR" sz="4000" i="1"/>
              <a:t>Cristo tem prometido, </a:t>
            </a:r>
            <a:br>
              <a:rPr lang="en-US" altLang="pt-BR" sz="4000" i="1"/>
            </a:br>
            <a:r>
              <a:rPr lang="en-US" altLang="pt-BR" sz="4000" i="1"/>
              <a:t>Que tudo suprirá!  </a:t>
            </a:r>
            <a:endParaRPr lang="en-US" altLang="pt-BR" sz="4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7693E9B5-0672-9395-ACF4-56AD6ED593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b="1" i="1"/>
              <a:t>Alegre irei avante,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Unido ao Salvador;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Cantando triunfante,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Ao nosso Criador!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51C6AF48-3AF8-BC45-B465-B746686397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i="1"/>
              <a:t>Alegre sigo avante, </a:t>
            </a:r>
            <a:br>
              <a:rPr lang="en-US" altLang="pt-BR" sz="4000" i="1"/>
            </a:br>
            <a:r>
              <a:rPr lang="en-US" altLang="pt-BR" sz="4000" i="1"/>
              <a:t>Na senda que conduz </a:t>
            </a:r>
            <a:br>
              <a:rPr lang="en-US" altLang="pt-BR" sz="4000" i="1"/>
            </a:br>
            <a:r>
              <a:rPr lang="en-US" altLang="pt-BR" sz="4000" i="1"/>
              <a:t>A porta fulgurante </a:t>
            </a:r>
            <a:br>
              <a:rPr lang="en-US" altLang="pt-BR" sz="4000" i="1"/>
            </a:br>
            <a:r>
              <a:rPr lang="en-US" altLang="pt-BR" sz="4000" i="1"/>
              <a:t>Da mansão de Jesus; </a:t>
            </a:r>
            <a:br>
              <a:rPr lang="en-US" altLang="pt-BR" sz="4000" i="1"/>
            </a:br>
            <a:r>
              <a:rPr lang="en-US" altLang="pt-BR" sz="4000" i="1"/>
              <a:t>Com Deus aqui eu ando, </a:t>
            </a:r>
            <a:br>
              <a:rPr lang="en-US" altLang="pt-BR" sz="4000" i="1"/>
            </a:br>
            <a:r>
              <a:rPr lang="en-US" altLang="pt-BR" sz="4000" i="1"/>
              <a:t>Ele me guiará, </a:t>
            </a:r>
            <a:br>
              <a:rPr lang="en-US" altLang="pt-BR" sz="4000" i="1"/>
            </a:br>
            <a:r>
              <a:rPr lang="en-US" altLang="pt-BR" sz="4000" i="1"/>
              <a:t>E por fim me tomando, </a:t>
            </a:r>
            <a:br>
              <a:rPr lang="en-US" altLang="pt-BR" sz="4000" i="1"/>
            </a:br>
            <a:r>
              <a:rPr lang="en-US" altLang="pt-BR" sz="4000" i="1"/>
              <a:t>Ao céu me levará!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4D7D11A7-B5FC-4B4A-4CF6-273DB777A2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b="1" i="1"/>
              <a:t>Alegre irei avante,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Unido ao Salvador;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Cantando triunfante,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Ao nosso Criador!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190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270 LOUVANDO AO NOSSO CRIADOR </vt:lpstr>
      <vt:lpstr>Sinto prazer louvando  Ao nosso Criador,  E gozo celebrando  Os feitos do Senhor;  Saber que sou lavado  No sangue de Jesus.  Também que sou guiado,  Pela divina luz!  </vt:lpstr>
      <vt:lpstr>Alegre irei avante,  Unido ao Salvador;  Cantando triunfante,  Ao nosso Criador!</vt:lpstr>
      <vt:lpstr>Em Cristo, tenho gozo,  E paz, celeste luz;  Na obra, eu repouso,  Cumprida lá na cruz;  De graça revestido,  Nada me faltará;  Cristo tem prometido,  Que tudo suprirá!  </vt:lpstr>
      <vt:lpstr>Alegre irei avante,  Unido ao Salvador;  Cantando triunfante,  Ao nosso Criador!</vt:lpstr>
      <vt:lpstr>Alegre sigo avante,  Na senda que conduz  A porta fulgurante  Da mansão de Jesus;  Com Deus aqui eu ando,  Ele me guiará,  E por fim me tomando,  Ao céu me levará!</vt:lpstr>
      <vt:lpstr>Alegre irei avante,  Unido ao Salvador;  Cantando triunfante,  Ao nosso Criador!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270 LOUVANDO AO NOSSO CRIADOR </dc:title>
  <dc:creator>Junior</dc:creator>
  <cp:lastModifiedBy>Emerson Souza</cp:lastModifiedBy>
  <cp:revision>1</cp:revision>
  <dcterms:created xsi:type="dcterms:W3CDTF">2005-12-24T00:27:54Z</dcterms:created>
  <dcterms:modified xsi:type="dcterms:W3CDTF">2026-05-02T21:59:28Z</dcterms:modified>
</cp:coreProperties>
</file>