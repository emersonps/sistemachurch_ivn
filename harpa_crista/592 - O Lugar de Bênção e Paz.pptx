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88BAE3-DD9B-4A08-7805-AF0BAFF3DB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0A60B9-BE9D-C34A-CE78-0555102A0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CF47AC-2BAB-8B2D-029D-1AA9844DB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0928D4-B85F-BD39-A1ED-C020134EA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C6F896-95AE-C600-486D-C0B6B6CB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48865C-AEB7-4193-8A72-EADF30FD2B6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3688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9052F4-05B3-57A6-DF4D-F4CFED699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7D66C3-10B7-11AF-4EF5-97C313033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97D6E1-C87B-959A-1BAA-80020A032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06D075-08A8-CC6A-5D78-4A173D242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B587C3-D0DA-0B3F-FD1E-49A3FE93F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08053D-45FF-4417-B106-989EC0390BD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15018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F0714-48B2-137C-762D-E12F2813B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CBEAE0-E288-5387-FFC0-64FDD8A79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5DF715-7937-AAB1-BB53-8B86DD6CE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CFEB02-4251-7047-4EF2-7203F47C4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358E26-E69F-ECE2-F094-251CA3D6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893965-EA23-4D24-8EBD-A1B9891D42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07253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ACDFCC-0E5F-94EC-F53F-F482F7B4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449A17-E5B2-1B83-3826-DFC7CCC88C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A7FA4F6-0016-AE8A-0BD0-C9E62EDF5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89A5303-505B-79E1-F49C-9615EF05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FF2F7C-D277-714E-73FA-D2084E347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C803D9-0ADB-6F18-32EA-68C2BE1A6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371094-3646-4E4B-8EF0-4408DA8C6C7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75058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E8C26F-481C-8D9A-DB76-BCA0F48AC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F35B19-ECF4-0A4E-6C46-E7F131378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CF6FD2-64D3-A174-F565-0BC822AD4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4B2B826-182B-F809-7888-B4C726D96B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116AAF2-A144-6D2F-1598-A0EE3DD4FB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66EE018-E579-E00B-53A6-33ED61A4C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EFD30E1-70BD-83C3-268E-F8682DE9A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0A95FAD-0A8A-E110-CAD3-88A140559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87FF25-4FAC-4F0A-8CA4-C945511B0E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30244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ACFCE-00FD-2977-5E36-1DBBB4996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9C11B14-6558-508D-C3DA-E642CB539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C7B611C-EE4E-E44B-77DA-3631FDFFF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84FE673-7578-644E-E8D2-0588EC8FF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E2AD22-A7F5-422C-A40E-F608ADCEBC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6650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4F65B9-2AF7-6768-AF7F-441304083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3155ED6-1A72-D017-2C1D-02E041348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EF5BA57-22CD-CE8C-1A3D-02CA48373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C8B91C-E666-44ED-BB74-927193CB9DD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8382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F6C2E2-F572-C98C-D7B4-4CE79742C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993551-1222-17BB-EAB9-4CE496B1F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BCC58E7-3AE9-9EF9-1230-240F5B830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5E301A-6B53-82A8-96B3-3B1EEAC7F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B973728-87BD-84E9-6B8B-F4609A26A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224D03D-38B6-6332-A437-F7215D1BD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88BF3C-C6AB-42CD-81B4-03EE9149DE6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95759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2C2B6D-3EC3-4F9A-7994-726740DB7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B50FC94-E639-52A1-F911-1B92F96E8C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0FBCE42-9625-97C2-D626-83AB3E2CB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33D3F85-7B18-0156-4C9D-0347CEFA0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4BAC92-AB2B-6610-C57A-9D486F05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003D09-773F-11C5-E571-21772C982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14FA8C-C109-420E-98A6-17B4BE92211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85561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BF389F-9A53-377A-2A03-8F3C6127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C8179DE-44EA-319D-69DF-8EA4AD6DC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616C75-7F9E-E067-9AF1-41408FC1A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16F166-EBB3-9928-BA3E-616648BD4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D44FF5-139F-296A-A012-9B3E3E508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AF9587-1EB5-4858-AA63-B5F30FA97E5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3951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E56B3D-B18B-C26F-7CE6-A2C0078EE2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517587F-FF36-BB91-D417-82869E3EC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05F293-8E56-B15F-EB78-6B825A131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59F1B4-3CFF-340E-83C0-33EEB6F49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CE9A52-BBF9-9500-DF1A-5C8213E39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327CE5-8794-46B5-9A19-045211F2D44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45431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12778A0-3E0D-BBFB-E488-8254CB7488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ADA3737-0FA3-C6A5-C4AD-64140CFD28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B213BD7-0067-79D3-A548-0BFAAAF0CB4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02BE41C-6D7F-91D0-B3EA-34EF51C4A15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480FE4B-E311-B71D-8FC3-ECA4CD1A2DE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F015844-9BF0-4289-8558-489518E2482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1279C79-141E-3BD4-2D8B-5C69D4DA607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057400"/>
            <a:ext cx="9144000" cy="1470025"/>
          </a:xfrm>
        </p:spPr>
        <p:txBody>
          <a:bodyPr anchor="ctr"/>
          <a:lstStyle/>
          <a:p>
            <a:r>
              <a:rPr lang="en-US" altLang="pt-BR" sz="3600" b="1"/>
              <a:t>592 - O Lugar de Bênção e Paz</a:t>
            </a:r>
            <a:r>
              <a:rPr lang="en-US" altLang="pt-BR" sz="36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4160326-CB59-1141-6BC8-64BE1ECF0AB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B5C0BF69-8333-FEEA-3133-88D184EDC5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Eu estou no lugar onde há bênção e paz, </a:t>
            </a:r>
            <a:br>
              <a:rPr lang="en-US" altLang="pt-BR" sz="3600" i="1"/>
            </a:br>
            <a:r>
              <a:rPr lang="en-US" altLang="pt-BR" sz="3600" i="1"/>
              <a:t>Onde sinto comigo Jesus.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Aos humildes seu sangue assegura perdão: </a:t>
            </a:r>
            <a:br>
              <a:rPr lang="en-US" altLang="pt-BR" sz="3600" i="1"/>
            </a:br>
            <a:r>
              <a:rPr lang="en-US" altLang="pt-BR" sz="3600" i="1"/>
              <a:t>Seu Espírito os enche de luz.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  <a:endParaRPr lang="en-US" altLang="pt-BR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249144B-7258-40E0-C481-BA3D99B0CD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b="1" i="1"/>
              <a:t>Estou no lugar onde há bênção e paz,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Onde Cristo nos mostra afeição.</a:t>
            </a:r>
            <a:r>
              <a:rPr lang="en-US" altLang="pt-BR" sz="3600" i="1"/>
              <a:t> </a:t>
            </a:r>
            <a:r>
              <a:rPr lang="en-US" altLang="pt-BR" sz="3600" b="1" i="1"/>
              <a:t>Descansai! exulta!! confessai-o!</a:t>
            </a:r>
            <a:r>
              <a:rPr lang="en-US" altLang="pt-BR" sz="3600"/>
              <a:t> </a:t>
            </a:r>
            <a:r>
              <a:rPr lang="en-US" altLang="pt-BR" sz="3600" b="1" i="1"/>
              <a:t> PublIcai que nele há salvação.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3A7796F-24A8-86C1-6F4F-51C9148B31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Que alegria estar onde há bênção e paz! </a:t>
            </a:r>
            <a:br>
              <a:rPr lang="en-US" altLang="pt-BR" sz="3600" i="1"/>
            </a:br>
            <a:r>
              <a:rPr lang="en-US" altLang="pt-BR" sz="3600" i="1"/>
              <a:t>Que riqueza de amor sem igual: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O cansado recebe alimento e vigor: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Para o triste há consolo real!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E44DD77-14E2-E590-9BAE-2ACB49C98F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b="1" i="1"/>
              <a:t>Estou no lugar onde há bênção e paz,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Onde Cristo nos mostra afeição.</a:t>
            </a:r>
            <a:r>
              <a:rPr lang="en-US" altLang="pt-BR" sz="3600" i="1"/>
              <a:t> </a:t>
            </a:r>
            <a:r>
              <a:rPr lang="en-US" altLang="pt-BR" sz="3600" b="1" i="1"/>
              <a:t>Descansai! exulta!! confessai-o!</a:t>
            </a:r>
            <a:r>
              <a:rPr lang="en-US" altLang="pt-BR" sz="3600"/>
              <a:t> </a:t>
            </a:r>
            <a:r>
              <a:rPr lang="en-US" altLang="pt-BR" sz="3600" b="1" i="1"/>
              <a:t> PublIcai que nele há salvação.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3D00E67-FE15-0074-04D5-5391511962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Que ternura estar onde há bênção e paz, </a:t>
            </a:r>
            <a:br>
              <a:rPr lang="en-US" altLang="pt-BR" sz="3600" i="1"/>
            </a:br>
            <a:r>
              <a:rPr lang="en-US" altLang="pt-BR" sz="3600" i="1"/>
              <a:t>E perdão de inefável valor! </a:t>
            </a:r>
            <a:br>
              <a:rPr lang="en-US" altLang="pt-BR" sz="3600" i="1"/>
            </a:br>
            <a:r>
              <a:rPr lang="en-US" altLang="pt-BR" sz="3600" i="1"/>
              <a:t>Mas somente os fiéis é que podem contar </a:t>
            </a:r>
            <a:br>
              <a:rPr lang="en-US" altLang="pt-BR" sz="3600" i="1"/>
            </a:br>
            <a:r>
              <a:rPr lang="en-US" altLang="pt-BR" sz="3600" i="1"/>
              <a:t>Esta graça do bom Salvador.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F81F2BA-A771-881B-9965-F567FA9BC6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b="1" i="1"/>
              <a:t>Estou no lugar onde há bênção e paz,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Onde Cristo nos mostra afeição.</a:t>
            </a:r>
            <a:r>
              <a:rPr lang="en-US" altLang="pt-BR" sz="3600" i="1"/>
              <a:t> </a:t>
            </a:r>
            <a:r>
              <a:rPr lang="en-US" altLang="pt-BR" sz="3600" b="1" i="1"/>
              <a:t>Descansai! exulta!! confessai-o!</a:t>
            </a:r>
            <a:r>
              <a:rPr lang="en-US" altLang="pt-BR" sz="3600"/>
              <a:t> </a:t>
            </a:r>
            <a:r>
              <a:rPr lang="en-US" altLang="pt-BR" sz="3600" b="1" i="1"/>
              <a:t> PublIcai que nele há salvação.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23407B1-39E3-A033-9948-A9A0DEEEAA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Há louvor sem igual onde há bênção e paz! </a:t>
            </a:r>
            <a:br>
              <a:rPr lang="en-US" altLang="pt-BR" sz="3600" i="1"/>
            </a:br>
            <a:r>
              <a:rPr lang="en-US" altLang="pt-BR" sz="3600" i="1"/>
              <a:t>E eis que os anjos desejam cantar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Com os homens, em coro, a bendita mercê </a:t>
            </a:r>
            <a:br>
              <a:rPr lang="en-US" altLang="pt-BR" sz="3600" i="1"/>
            </a:br>
            <a:r>
              <a:rPr lang="en-US" altLang="pt-BR" sz="3600" i="1"/>
              <a:t>De Jesus, que nos veio salvar!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2719FC6-11F9-9D0C-556E-49A476ABC8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b="1" i="1"/>
              <a:t>Estou no lugar onde há bênção e paz,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Onde Cristo nos mostra afeição.</a:t>
            </a:r>
            <a:r>
              <a:rPr lang="en-US" altLang="pt-BR" sz="3600" i="1"/>
              <a:t> </a:t>
            </a:r>
            <a:r>
              <a:rPr lang="en-US" altLang="pt-BR" sz="3600" b="1" i="1"/>
              <a:t>Descansai! exulta!! confessai-o!</a:t>
            </a:r>
            <a:r>
              <a:rPr lang="en-US" altLang="pt-BR" sz="3600"/>
              <a:t> </a:t>
            </a:r>
            <a:r>
              <a:rPr lang="en-US" altLang="pt-BR" sz="3600" b="1" i="1"/>
              <a:t> PublIcai que nele há salvação.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592 - O Lugar de Bênção e Paz </vt:lpstr>
      <vt:lpstr>Eu estou no lugar onde há bênção e paz,  Onde sinto comigo Jesus.  Aos humildes seu sangue assegura perdão:  Seu Espírito os enche de luz.  </vt:lpstr>
      <vt:lpstr>Estou no lugar onde há bênção e paz,  Onde Cristo nos mostra afeição. Descansai! exulta!! confessai-o!  PublIcai que nele há salvação.  </vt:lpstr>
      <vt:lpstr>Que alegria estar onde há bênção e paz!  Que riqueza de amor sem igual:  O cansado recebe alimento e vigor:  Para o triste há consolo real!  </vt:lpstr>
      <vt:lpstr>Estou no lugar onde há bênção e paz,  Onde Cristo nos mostra afeição. Descansai! exulta!! confessai-o!  PublIcai que nele há salvação.  </vt:lpstr>
      <vt:lpstr>Que ternura estar onde há bênção e paz,  E perdão de inefável valor!  Mas somente os fiéis é que podem contar  Esta graça do bom Salvador.  </vt:lpstr>
      <vt:lpstr>Estou no lugar onde há bênção e paz,  Onde Cristo nos mostra afeição. Descansai! exulta!! confessai-o!  PublIcai que nele há salvação.  </vt:lpstr>
      <vt:lpstr>Há louvor sem igual onde há bênção e paz!  E eis que os anjos desejam cantar  Com os homens, em coro, a bendita mercê  De Jesus, que nos veio salvar! </vt:lpstr>
      <vt:lpstr>Estou no lugar onde há bênção e paz,  Onde Cristo nos mostra afeição. Descansai! exulta!! confessai-o!  PublIcai que nele há salvação.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592 - O Lugar de Bênção e Paz </dc:title>
  <dc:creator>Junior</dc:creator>
  <cp:lastModifiedBy>Emerson Souza</cp:lastModifiedBy>
  <cp:revision>1</cp:revision>
  <dcterms:created xsi:type="dcterms:W3CDTF">2005-12-27T02:21:22Z</dcterms:created>
  <dcterms:modified xsi:type="dcterms:W3CDTF">2026-05-02T22:26:47Z</dcterms:modified>
</cp:coreProperties>
</file>