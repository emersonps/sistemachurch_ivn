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A268B-9FEB-ADF5-5745-D8C6FC7C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EB3807-4081-8258-9E6B-8002AA5C2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78AA4-4DD2-67E0-6E84-15B88019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66C57B-2EED-090B-A139-A3AAF938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F5CF2D-F010-0C89-9430-ABA271CC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3B9EE0-9DFA-48CB-A5E2-0E428D2B99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748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58CC8-7CBF-7679-1400-1709B152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8445A0-0415-C12B-09E3-9B9F94A49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F1C652-D038-384C-9B79-B4B588960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F0A8A3-6164-614F-5FAC-2C896444A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F18066-3D7C-FD87-8F0F-CDF92BE4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A138F-36C7-4FE2-B8DC-27508D14BE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980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372CF-0BFD-EE00-A5DE-608D7817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F325C8-B2EC-610E-58C2-75B1E9380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BEB80B-0325-F9FC-CDE4-5A105ED1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39B6BE-D9CD-E39B-83A4-0F4D19AD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B9494A-B2C7-B254-D5E2-B1F779CF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AB90C5-0F65-48D0-98A7-E6697F9FA8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551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5D5EE-4DD1-A0F2-F29F-0A1A371D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0F61D8-A0A9-37C9-ACE4-997DC8ACE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DA383E-299C-9D73-FC5B-55D440B0C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BE5FB6-7F1D-C7C2-0365-9F189CDE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0975B2-45F5-26FF-A2D4-C2308047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472CFA-75BC-463C-8980-A76361CE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4E56C6-957A-4AFC-BCD7-30FCAC4A6F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156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0FFB0-AD9D-79D8-995D-CAF1A27D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E63DBA-E8C0-9770-6193-C9151E342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23FFE2-F081-54DD-99A7-81C167780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99202D-DC3B-BBEF-EAED-EA98AAC50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633C9C-6CA1-2974-F9B7-90ADBE73D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44D9DA2-1AAF-6A52-2328-7E4D9B1E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434166F-DC8C-8E38-4ABD-6D5E9DD5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F79DFD-02C3-BA0F-138D-3CEF7C78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164F12-7A2C-414C-9147-F93D4E22A6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934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2B390-4333-42A6-F2F2-78A56F0E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EE1FA5-8B51-321D-DB30-F4111538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00FC9FB-DEF9-1DE8-3044-810647A1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F5A422B-F1CB-71CD-CE32-C23CF28A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31F14F-89F1-4E3F-9ADE-D5CA32CA1D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214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0B96F4-8298-E376-359E-D5C1370A6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04206D-A50D-4D25-5987-83A87C6E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5B539-B559-8787-EF95-3399287E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29A46-D9B0-4658-BE5E-448E2BB645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639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96A60-DC82-ECB8-E94F-045D5C8A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2FA02-4229-B8A9-C024-5360471EA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681668-3731-38B1-E67A-21089DCEA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F7B47E-52FB-7746-41B3-E4716E12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084814-AC3E-59FB-54DD-AA65177D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B95462-1113-5DC9-14C1-3764B7A0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0A6FB3-1F5A-414C-891D-A1DDD47E96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11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B6D95-2746-A21D-A0D0-85649728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488B8B-AC65-A4E9-04F9-EABBA2C99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7A9383-1BD0-5CF2-163F-69DF69E36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3D6721-C365-B25C-B0B5-B58276C6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FDEF6B-D46E-4F25-5AE8-BECBA343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DEE446-2900-CF96-0C37-39E694BF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84907-1985-470F-A238-7462B26804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806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5015C-6350-521E-D48B-2AB47549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8E9874-9648-B77D-A71F-E25EC843D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1619BD-A368-D2B8-D62F-FD2D8D4D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3804F7-3821-F9B5-D4DD-5371A3B0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21A528-B37E-928C-C0EF-D79551CB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887EB0-11BE-4049-AB5C-A8711AE462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019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04710B-6020-89E5-8E52-66EB954D1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61C75C-3D99-AC9C-5751-C57F7C21B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CB1B3D-2441-49BE-E79C-FA92E79F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2EFC6-BA12-F2D7-9087-E3D9BD89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DFDFC3-3193-A5D5-1CC1-71EBDA51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11D9C-14DD-47B7-87DA-60FD00037E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6596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E88201-74B8-FC73-ABD8-A0A8A6486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F6302D-3466-B463-4C16-330ECB487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67CFFE-3A46-245A-59CC-74A1B8543BD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2D497D-ED14-59C7-1DCC-E765476F55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2B8BEE-0192-287A-5AE8-1F4E803271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2C6205E-7274-44D9-A810-B6BF0F1119D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8BA155-2152-5899-2AD5-00A4088581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322 – As Santas Escrituras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5EE0C5D-6906-52E9-25F0-00B3D8E5D1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80D175C-F5AA-B91F-3BDC-0332F9E1F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São as santas Escrituras </a:t>
            </a:r>
            <a:br>
              <a:rPr lang="en-US" altLang="pt-BR" sz="4000" i="1"/>
            </a:br>
            <a:r>
              <a:rPr lang="en-US" altLang="pt-BR" sz="4000" i="1"/>
              <a:t>Que nos contam de Jesus, </a:t>
            </a:r>
            <a:br>
              <a:rPr lang="en-US" altLang="pt-BR" sz="4000" i="1"/>
            </a:br>
            <a:r>
              <a:rPr lang="en-US" altLang="pt-BR" sz="4000" i="1"/>
              <a:t>O qual vindo das alturas </a:t>
            </a:r>
            <a:br>
              <a:rPr lang="en-US" altLang="pt-BR" sz="4000" i="1"/>
            </a:br>
            <a:r>
              <a:rPr lang="en-US" altLang="pt-BR" sz="4000" i="1"/>
              <a:t>Fez brilhar nas trevas luz! </a:t>
            </a:r>
            <a:br>
              <a:rPr lang="en-US" altLang="pt-BR" sz="4000" i="1"/>
            </a:br>
            <a:r>
              <a:rPr lang="en-US" altLang="pt-BR" sz="4000" i="1"/>
              <a:t>Pra nos dar eterna vida, </a:t>
            </a:r>
            <a:br>
              <a:rPr lang="en-US" altLang="pt-BR" sz="4000" i="1"/>
            </a:br>
            <a:r>
              <a:rPr lang="en-US" altLang="pt-BR" sz="4000" i="1"/>
              <a:t>Té a morte se humilhou; </a:t>
            </a:r>
            <a:br>
              <a:rPr lang="en-US" altLang="pt-BR" sz="4000" i="1"/>
            </a:br>
            <a:r>
              <a:rPr lang="en-US" altLang="pt-BR" sz="4000" i="1"/>
              <a:t>Tendo já vencido a lida, Deus, o Pai, </a:t>
            </a:r>
            <a:br>
              <a:rPr lang="en-US" altLang="pt-BR" sz="4000" i="1"/>
            </a:br>
            <a:r>
              <a:rPr lang="en-US" altLang="pt-BR" sz="4000" i="1"/>
              <a:t>O exaltou.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1B10B96-3702-7BF8-49D4-8941FACEF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Nunca mais vai ser ouvido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Outro conto de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converta um perdido,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rebelde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Como o santo Evangelho,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nos fala de perdão,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transforma o homem velho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Numa nova criação.</a:t>
            </a:r>
            <a:r>
              <a:rPr lang="en-US" altLang="pt-BR" sz="4000" i="1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9A16563-1F89-0E91-7238-83A2D28C73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Sobre a cruz foi derramado </a:t>
            </a:r>
            <a:br>
              <a:rPr lang="en-US" altLang="pt-BR" sz="4000" i="1"/>
            </a:br>
            <a:r>
              <a:rPr lang="en-US" altLang="pt-BR" sz="4000" i="1"/>
              <a:t>O Seu sangue remidor; </a:t>
            </a:r>
            <a:br>
              <a:rPr lang="en-US" altLang="pt-BR" sz="4000" i="1"/>
            </a:br>
            <a:r>
              <a:rPr lang="en-US" altLang="pt-BR" sz="4000" i="1"/>
              <a:t>Duma lança traspassado </a:t>
            </a:r>
            <a:br>
              <a:rPr lang="en-US" altLang="pt-BR" sz="4000" i="1"/>
            </a:br>
            <a:r>
              <a:rPr lang="en-US" altLang="pt-BR" sz="4000" i="1"/>
              <a:t>Foi o lado do Senhor; </a:t>
            </a:r>
            <a:br>
              <a:rPr lang="en-US" altLang="pt-BR" sz="4000" i="1"/>
            </a:br>
            <a:r>
              <a:rPr lang="en-US" altLang="pt-BR" sz="4000" i="1"/>
              <a:t>Suas mãos e pés pregaram </a:t>
            </a:r>
            <a:br>
              <a:rPr lang="en-US" altLang="pt-BR" sz="4000" i="1"/>
            </a:br>
            <a:r>
              <a:rPr lang="en-US" altLang="pt-BR" sz="4000" i="1"/>
              <a:t>Com uns cravos, sobre a cruz; </a:t>
            </a:r>
            <a:br>
              <a:rPr lang="en-US" altLang="pt-BR" sz="4000" i="1"/>
            </a:br>
            <a:r>
              <a:rPr lang="en-US" altLang="pt-BR" sz="4000" i="1"/>
              <a:t>Tudo isto me contaram </a:t>
            </a:r>
            <a:br>
              <a:rPr lang="en-US" altLang="pt-BR" sz="4000" i="1"/>
            </a:br>
            <a:r>
              <a:rPr lang="en-US" altLang="pt-BR" sz="4000" i="1"/>
              <a:t>Da bondade de Jesus.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9ED303D-20C6-21FD-03F2-67A47117F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Nunca mais vai ser ouvido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Outro conto de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converta um perdido,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rebelde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Como o santo Evangelho,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nos fala de perdão,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transforma o homem velho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Numa nova criação.</a:t>
            </a:r>
            <a:r>
              <a:rPr lang="en-US" altLang="pt-BR" sz="4000" i="1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C74A6C6-7350-364F-32C3-A81D276E8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Quero continuar ouvindo </a:t>
            </a:r>
            <a:br>
              <a:rPr lang="en-US" altLang="pt-BR" sz="4000" i="1"/>
            </a:br>
            <a:r>
              <a:rPr lang="en-US" altLang="pt-BR" sz="4000" i="1"/>
              <a:t>A história do Senhor; </a:t>
            </a:r>
            <a:br>
              <a:rPr lang="en-US" altLang="pt-BR" sz="4000" i="1"/>
            </a:br>
            <a:r>
              <a:rPr lang="en-US" altLang="pt-BR" sz="4000" i="1"/>
              <a:t>Salvação estou fruindo </a:t>
            </a:r>
            <a:br>
              <a:rPr lang="en-US" altLang="pt-BR" sz="4000" i="1"/>
            </a:br>
            <a:r>
              <a:rPr lang="en-US" altLang="pt-BR" sz="4000" i="1"/>
              <a:t>Deste conto de amor! </a:t>
            </a:r>
            <a:br>
              <a:rPr lang="en-US" altLang="pt-BR" sz="4000" i="1"/>
            </a:br>
            <a:r>
              <a:rPr lang="en-US" altLang="pt-BR" sz="4000" i="1"/>
              <a:t>Do juízo fui liberto, </a:t>
            </a:r>
            <a:br>
              <a:rPr lang="en-US" altLang="pt-BR" sz="4000" i="1"/>
            </a:br>
            <a:r>
              <a:rPr lang="en-US" altLang="pt-BR" sz="4000" i="1"/>
              <a:t>Da condenação, da dor. </a:t>
            </a:r>
            <a:br>
              <a:rPr lang="en-US" altLang="pt-BR" sz="4000" i="1"/>
            </a:br>
            <a:r>
              <a:rPr lang="en-US" altLang="pt-BR" sz="4000" i="1"/>
              <a:t>Pela Bíblia estou bem certo, </a:t>
            </a:r>
            <a:br>
              <a:rPr lang="en-US" altLang="pt-BR" sz="4000" i="1"/>
            </a:br>
            <a:r>
              <a:rPr lang="en-US" altLang="pt-BR" sz="4000" i="1"/>
              <a:t>Que Jesus é 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44A00F0-6217-4217-8B5C-19F65FA5D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Nunca mais vai ser ouvido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Outro conto de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converta um perdido,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rebelde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Como o santo Evangelho,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nos fala de perdão,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transforma o homem velho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Numa nova criação.</a:t>
            </a:r>
            <a:r>
              <a:rPr lang="en-US" altLang="pt-BR" sz="4000" i="1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322 – As Santas Escrituras </vt:lpstr>
      <vt:lpstr>São as santas Escrituras  Que nos contam de Jesus,  O qual vindo das alturas  Fez brilhar nas trevas luz!  Pra nos dar eterna vida,  Té a morte se humilhou;  Tendo já vencido a lida, Deus, o Pai,  O exaltou.  </vt:lpstr>
      <vt:lpstr>Nunca mais vai ser ouvido  Outro conto de amor,  Que converta um perdido,  E rebelde pecador,  Como o santo Evangelho,  Que nos fala de perdão,  E transforma o homem velho  Numa nova criação. </vt:lpstr>
      <vt:lpstr>Sobre a cruz foi derramado  O Seu sangue remidor;  Duma lança traspassado  Foi o lado do Senhor;  Suas mãos e pés pregaram  Com uns cravos, sobre a cruz;  Tudo isto me contaram  Da bondade de Jesus.  </vt:lpstr>
      <vt:lpstr>Nunca mais vai ser ouvido  Outro conto de amor,  Que converta um perdido,  E rebelde pecador,  Como o santo Evangelho,  Que nos fala de perdão,  E transforma o homem velho  Numa nova criação. </vt:lpstr>
      <vt:lpstr>Quero continuar ouvindo  A história do Senhor;  Salvação estou fruindo  Deste conto de amor!  Do juízo fui liberto,  Da condenação, da dor.  Pela Bíblia estou bem certo,  Que Jesus é o Salvador.</vt:lpstr>
      <vt:lpstr>Nunca mais vai ser ouvido  Outro conto de amor,  Que converta um perdido,  E rebelde pecador,  Como o santo Evangelho,  Que nos fala de perdão,  E transforma o homem velho  Numa nova criação.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322 – As Santas Escrituras </dc:title>
  <dc:creator>Junior</dc:creator>
  <cp:lastModifiedBy>Emerson Souza</cp:lastModifiedBy>
  <cp:revision>1</cp:revision>
  <dcterms:created xsi:type="dcterms:W3CDTF">2005-12-26T22:10:15Z</dcterms:created>
  <dcterms:modified xsi:type="dcterms:W3CDTF">2026-05-02T22:03:43Z</dcterms:modified>
</cp:coreProperties>
</file>