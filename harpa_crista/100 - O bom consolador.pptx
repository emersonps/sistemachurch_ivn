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082C1-5B6F-F91F-CF14-EA8A091A3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0C0F94-EDDC-606B-3487-33BF9AF99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911F89-7B55-02C1-985D-3718FFE13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5ECA4A-9603-8B84-E41E-CC0670DE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E32C9-6125-3E91-4C06-387D654F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38656-74D7-47F5-A562-79BDEDF042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5532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90FA4-A296-3B7C-CF99-08CEE10DD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06F9E6-C52E-68EC-F3F5-E495BFFAC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E37E60-22E2-B9EA-58A8-C405FDB58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082389-FFAA-7E22-3CA6-F3338EAF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438268-4C40-888F-176E-4E005FAD7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6C1212-B372-4DEF-9F8B-812B099053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775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526E0-E47A-F12F-E4A6-85B56441F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E9023A-CC85-8D76-66F6-D7F1ADB70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160DB8-83BB-B900-1214-0B7602AB1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94666D-1887-DA82-EA2E-4320B980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BAAE0F-51E4-4195-FC6B-693C226D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C6F4D1-FA88-4AB2-B71A-5C3B802524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277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0538B-2330-D4F8-6E00-A1F6DDC7B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D9C7BD-66B1-BB9B-6177-29230CE56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4E6756-BF7A-20A3-EEC6-5FF97883E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3EEC76-0779-CE14-B3CA-968A5881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A4DE3E-9E5D-0BE1-A64B-97B9DA278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163DBB-30A7-6A2B-9150-1D87A7B60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5110DA-9A00-4FC9-8546-73213730CD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56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861D79-B0EA-104C-9A6A-B3FC2B219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11BA6E-51A2-1225-85C9-F67AECD62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52D213-346A-B727-D000-F6C9DFFAF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2B2CAF0-EEEB-BD2A-D15F-F3F5AD3B3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0ABB760-7C7E-9D9E-C1BA-5F6F4C72C8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8D5BFC7-5F87-976E-B664-0DF2EF7C5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2ADD5D9-4570-FB34-43B3-F344D072E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0D1F27-8092-3F51-0717-3BC4CCF0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833765-F399-4636-9E3A-547B5761F9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2217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12BD8-B997-EADF-E367-635C6411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3DBAAC0-C954-1015-3643-A9A640531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9FB45E-F2E9-A41A-D41B-3BC75E0BD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A85B093-E9C5-E015-DFF4-90AFCF1E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34311B-D0ED-45FB-B44B-B7580EE2CF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0764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98BC148-58BF-BA8F-A6B2-EF984A0E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49BAF70-56BA-0C1D-070C-3F8E00C0D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27441E-748A-DBB7-4477-48C1A28DF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A6F0E8-3E86-4AF3-9942-A7B1CA1F7D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78983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B9B7A-90C2-7528-7FBC-4EB72F207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3E6464-29FC-CE8F-F5EE-3F429783A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52758C-AE28-DC9B-F91B-F164BF68D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A2C322-B30D-94CE-B503-8F7BBF6E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3357E1-BF91-A23E-EC2C-00E0F7CE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7104BB-86A1-5B4A-0A2B-9A56292B1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25DFB6-532E-4070-A37D-33F0F3AD17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9551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0F322-56A9-0CBF-EDD8-B81E49166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0D2BCF5-0453-D075-F330-C105C4A167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BAC28B-4C52-0C1D-789A-69E3B2A9B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FB6F73-F1FB-FA50-6C0F-CCD402C89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77F952-C031-6879-6B9C-528D4343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B95C0E-61A5-185E-F764-F80ABBC21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915432-CA37-4C02-9498-A7E011CD23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9684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354DE2-CD0C-75A0-A723-E7D48405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6DD638-5D51-D4EF-963E-76F14355D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6F0106-A658-37A0-746E-76A892929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A6C652-3DFC-17C5-AB20-99DDBC83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27F80E-7DF8-66EA-80BB-957128CD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AA42B7-40F2-47CA-9F50-4D7E926AEC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648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D8BB28-99FF-452E-126A-27F463F4E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CEEAFB-3CC3-486F-3AE9-A86188340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1B4897-9DBC-62B3-58B6-E8458AC0D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347B1C-0341-7DC2-8E7C-5A2799647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0BAE68-53F7-80AB-A4DE-95A406B6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62D7BB-AA67-4504-8914-6E56A4BA28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501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DCD585-2166-49AC-E678-ED5FE94918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00070DB-B92A-C842-D337-435F3D87CC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675EC95-7EFA-6771-C474-1D505511DC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9C98843-B6E9-6CEB-CEA8-895F48363A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22DC094-926F-8B0D-EFA4-099F5D843C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297FECE-9657-4D78-ADDC-52F81F40B8D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E2EFB73-2E09-8150-7809-B69A3E149E7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100</a:t>
            </a:r>
            <a:br>
              <a:rPr lang="en-US" altLang="pt-BR" sz="4000" b="1" i="1"/>
            </a:br>
            <a:r>
              <a:rPr lang="en-US" altLang="pt-BR" sz="4000" b="1" i="1"/>
              <a:t>O BOM CONSOLADOR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5003EDE-503F-35A0-065E-06B7D68A81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E2740AB-51FD-076B-E65C-AFC3A2719F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i="1"/>
              <a:t>Quem quer ir, por Jesus, </a:t>
            </a:r>
            <a:br>
              <a:rPr lang="en-US" altLang="pt-BR" sz="4000" i="1"/>
            </a:br>
            <a:r>
              <a:rPr lang="en-US" altLang="pt-BR" sz="4000" i="1"/>
              <a:t>A nova proclamar </a:t>
            </a:r>
            <a:br>
              <a:rPr lang="en-US" altLang="pt-BR" sz="4000" i="1"/>
            </a:br>
            <a:r>
              <a:rPr lang="en-US" altLang="pt-BR" sz="4000" i="1"/>
              <a:t>Nos antros de aflição, misérias, </a:t>
            </a:r>
            <a:br>
              <a:rPr lang="en-US" altLang="pt-BR" sz="4000" i="1"/>
            </a:br>
            <a:r>
              <a:rPr lang="en-US" altLang="pt-BR" sz="4000" i="1"/>
              <a:t>Mal e dor? </a:t>
            </a:r>
            <a:br>
              <a:rPr lang="en-US" altLang="pt-BR" sz="4000" i="1"/>
            </a:br>
            <a:r>
              <a:rPr lang="en-US" altLang="pt-BR" sz="4000" i="1"/>
              <a:t>Cristãos, anunciei que o Pai </a:t>
            </a:r>
            <a:br>
              <a:rPr lang="en-US" altLang="pt-BR" sz="4000" i="1"/>
            </a:br>
            <a:r>
              <a:rPr lang="en-US" altLang="pt-BR" sz="4000" i="1"/>
              <a:t>Quer derramar </a:t>
            </a:r>
            <a:br>
              <a:rPr lang="en-US" altLang="pt-BR" sz="4000" i="1"/>
            </a:br>
            <a:r>
              <a:rPr lang="en-US" altLang="pt-BR" sz="4000" i="1"/>
              <a:t>O bom Consolador.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6B54AFD-9536-C8A0-6E51-B2CB0923F1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O bom Consolador, </a:t>
            </a:r>
            <a:br>
              <a:rPr lang="en-US" altLang="pt-BR" sz="4000" b="1" i="1"/>
            </a:br>
            <a:r>
              <a:rPr lang="en-US" altLang="pt-BR" sz="4000" b="1" i="1"/>
              <a:t>O bom Consolador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Deus nos prometeu,</a:t>
            </a:r>
            <a:br>
              <a:rPr lang="en-US" altLang="pt-BR" sz="4000" b="1" i="1"/>
            </a:br>
            <a:r>
              <a:rPr lang="en-US" altLang="pt-BR" sz="4000" b="1" i="1"/>
              <a:t>Ao mundo já desceu;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 Ide proclamar, </a:t>
            </a:r>
            <a:br>
              <a:rPr lang="en-US" altLang="pt-BR" sz="4000" b="1" i="1"/>
            </a:br>
            <a:r>
              <a:rPr lang="en-US" altLang="pt-BR" sz="4000" b="1" i="1"/>
              <a:t>Que Deus quer derramar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bom Consolador.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D1B50EA-5CCA-7CCC-BA67-4679342126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i="1"/>
              <a:t>No mundo de horror, a luz, </a:t>
            </a:r>
            <a:br>
              <a:rPr lang="en-US" altLang="pt-BR" sz="4000" i="1"/>
            </a:br>
            <a:r>
              <a:rPr lang="en-US" altLang="pt-BR" sz="4000" i="1"/>
              <a:t>Enfim, brilhou </a:t>
            </a:r>
            <a:br>
              <a:rPr lang="en-US" altLang="pt-BR" sz="4000" i="1"/>
            </a:br>
            <a:r>
              <a:rPr lang="en-US" altLang="pt-BR" sz="4000" i="1"/>
              <a:t>Que veio dissipar as sombras de terror; Também o nosso Pai, </a:t>
            </a:r>
            <a:br>
              <a:rPr lang="en-US" altLang="pt-BR" sz="4000" i="1"/>
            </a:br>
            <a:r>
              <a:rPr lang="en-US" altLang="pt-BR" sz="4000" i="1"/>
              <a:t>Aos Seus fiéis mandou </a:t>
            </a:r>
            <a:br>
              <a:rPr lang="en-US" altLang="pt-BR" sz="4000" i="1"/>
            </a:br>
            <a:r>
              <a:rPr lang="en-US" altLang="pt-BR" sz="4000" i="1"/>
              <a:t>O bom Consolador.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9C44D53-F69E-7ABD-C30B-B52B60C6D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O bom Consolador, </a:t>
            </a:r>
            <a:br>
              <a:rPr lang="en-US" altLang="pt-BR" sz="4000" b="1" i="1"/>
            </a:br>
            <a:r>
              <a:rPr lang="en-US" altLang="pt-BR" sz="4000" b="1" i="1"/>
              <a:t>O bom Consolador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Deus nos prometeu,</a:t>
            </a:r>
            <a:br>
              <a:rPr lang="en-US" altLang="pt-BR" sz="4000" b="1" i="1"/>
            </a:br>
            <a:r>
              <a:rPr lang="en-US" altLang="pt-BR" sz="4000" b="1" i="1"/>
              <a:t>Ao mundo já desceu;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 Ide proclamar, </a:t>
            </a:r>
            <a:br>
              <a:rPr lang="en-US" altLang="pt-BR" sz="4000" b="1" i="1"/>
            </a:br>
            <a:r>
              <a:rPr lang="en-US" altLang="pt-BR" sz="4000" b="1" i="1"/>
              <a:t>Que Deus quer derramar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bom Consolador.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7BCEEFF-DAB4-6CCD-5CD3-F0EBBE98DE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i="1"/>
              <a:t>É o Consolador que traz a salvação Aos que aprisionou o grande tentador: Dizei que veio já, </a:t>
            </a:r>
            <a:br>
              <a:rPr lang="en-US" altLang="pt-BR" sz="4000" i="1"/>
            </a:br>
            <a:r>
              <a:rPr lang="en-US" altLang="pt-BR" sz="4000" i="1"/>
              <a:t>Com todo o coração, </a:t>
            </a:r>
            <a:br>
              <a:rPr lang="en-US" altLang="pt-BR" sz="4000" i="1"/>
            </a:br>
            <a:r>
              <a:rPr lang="en-US" altLang="pt-BR" sz="4000" i="1"/>
              <a:t>O bom Consolador.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9E8B336-6E17-D312-4E74-D7D4C087B7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O bom Consolador, </a:t>
            </a:r>
            <a:br>
              <a:rPr lang="en-US" altLang="pt-BR" sz="4000" b="1" i="1"/>
            </a:br>
            <a:r>
              <a:rPr lang="en-US" altLang="pt-BR" sz="4000" b="1" i="1"/>
              <a:t>O bom Consolador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Deus nos prometeu,</a:t>
            </a:r>
            <a:br>
              <a:rPr lang="en-US" altLang="pt-BR" sz="4000" b="1" i="1"/>
            </a:br>
            <a:r>
              <a:rPr lang="en-US" altLang="pt-BR" sz="4000" b="1" i="1"/>
              <a:t>Ao mundo já desceu;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 Ide proclamar, </a:t>
            </a:r>
            <a:br>
              <a:rPr lang="en-US" altLang="pt-BR" sz="4000" b="1" i="1"/>
            </a:br>
            <a:r>
              <a:rPr lang="en-US" altLang="pt-BR" sz="4000" b="1" i="1"/>
              <a:t>Que Deus quer derramar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bom Consolador.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7244C79-1961-36ED-1B65-57D16B379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i="1"/>
              <a:t>Oh! Grande eterno amor! </a:t>
            </a:r>
            <a:br>
              <a:rPr lang="en-US" altLang="pt-BR" sz="4000" i="1"/>
            </a:br>
            <a:r>
              <a:rPr lang="en-US" altLang="pt-BR" sz="4000" i="1"/>
              <a:t>Oh! Gozo divina!! </a:t>
            </a:r>
            <a:br>
              <a:rPr lang="en-US" altLang="pt-BR" sz="4000" i="1"/>
            </a:br>
            <a:r>
              <a:rPr lang="en-US" altLang="pt-BR" sz="4000" i="1"/>
              <a:t>Que tenho em proclamar </a:t>
            </a:r>
            <a:br>
              <a:rPr lang="en-US" altLang="pt-BR" sz="4000" i="1"/>
            </a:br>
            <a:r>
              <a:rPr lang="en-US" altLang="pt-BR" sz="4000" i="1"/>
              <a:t>O dom de meu Senhor </a:t>
            </a:r>
            <a:br>
              <a:rPr lang="en-US" altLang="pt-BR" sz="4000" i="1"/>
            </a:br>
            <a:r>
              <a:rPr lang="en-US" altLang="pt-BR" sz="4000" i="1"/>
              <a:t>Pois mora já em mim, </a:t>
            </a:r>
            <a:br>
              <a:rPr lang="en-US" altLang="pt-BR" sz="4000" i="1"/>
            </a:br>
            <a:r>
              <a:rPr lang="en-US" altLang="pt-BR" sz="4000" i="1"/>
              <a:t>Poder celestial,</a:t>
            </a:r>
            <a:br>
              <a:rPr lang="en-US" altLang="pt-BR" sz="4000" i="1"/>
            </a:br>
            <a:r>
              <a:rPr lang="en-US" altLang="pt-BR" sz="4000" i="1"/>
              <a:t> O bom Consolador.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985D86A-F0F9-A8FA-58E2-8CBA728F6B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O bom Consolador, </a:t>
            </a:r>
            <a:br>
              <a:rPr lang="en-US" altLang="pt-BR" sz="4000" b="1" i="1"/>
            </a:br>
            <a:r>
              <a:rPr lang="en-US" altLang="pt-BR" sz="4000" b="1" i="1"/>
              <a:t>O bom Consolador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Deus nos prometeu,</a:t>
            </a:r>
            <a:br>
              <a:rPr lang="en-US" altLang="pt-BR" sz="4000" b="1" i="1"/>
            </a:br>
            <a:r>
              <a:rPr lang="en-US" altLang="pt-BR" sz="4000" b="1" i="1"/>
              <a:t>Ao mundo já desceu;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 Ide proclamar, </a:t>
            </a:r>
            <a:br>
              <a:rPr lang="en-US" altLang="pt-BR" sz="4000" b="1" i="1"/>
            </a:br>
            <a:r>
              <a:rPr lang="en-US" altLang="pt-BR" sz="4000" b="1" i="1"/>
              <a:t>Que Deus quer derramar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bom Consolador.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100 O BOM CONSOLADOR </vt:lpstr>
      <vt:lpstr>Quem quer ir, por Jesus,  A nova proclamar  Nos antros de aflição, misérias,  Mal e dor?  Cristãos, anunciei que o Pai  Quer derramar  O bom Consolador. </vt:lpstr>
      <vt:lpstr>O bom Consolador,  O bom Consolador  Que Deus nos prometeu, Ao mundo já desceu;  Ó Ide proclamar,  Que Deus quer derramar  O bom Consolador. </vt:lpstr>
      <vt:lpstr>No mundo de horror, a luz,  Enfim, brilhou  Que veio dissipar as sombras de terror; Também o nosso Pai,  Aos Seus fiéis mandou  O bom Consolador.   </vt:lpstr>
      <vt:lpstr>O bom Consolador,  O bom Consolador  Que Deus nos prometeu, Ao mundo já desceu;  Ó Ide proclamar,  Que Deus quer derramar  O bom Consolador. </vt:lpstr>
      <vt:lpstr>É o Consolador que traz a salvação Aos que aprisionou o grande tentador: Dizei que veio já,  Com todo o coração,  O bom Consolador. </vt:lpstr>
      <vt:lpstr>O bom Consolador,  O bom Consolador  Que Deus nos prometeu, Ao mundo já desceu;  Ó Ide proclamar,  Que Deus quer derramar  O bom Consolador. </vt:lpstr>
      <vt:lpstr>Oh! Grande eterno amor!  Oh! Gozo divina!!  Que tenho em proclamar  O dom de meu Senhor  Pois mora já em mim,  Poder celestial,  O bom Consolador. </vt:lpstr>
      <vt:lpstr>O bom Consolador,  O bom Consolador  Que Deus nos prometeu, Ao mundo já desceu;  Ó Ide proclamar,  Que Deus quer derramar  O bom Consolador.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 O BOM CONSOLADOR </dc:title>
  <dc:creator>Junior</dc:creator>
  <cp:lastModifiedBy>Emerson Souza</cp:lastModifiedBy>
  <cp:revision>1</cp:revision>
  <dcterms:created xsi:type="dcterms:W3CDTF">2005-12-23T13:28:00Z</dcterms:created>
  <dcterms:modified xsi:type="dcterms:W3CDTF">2026-05-02T21:45:07Z</dcterms:modified>
</cp:coreProperties>
</file>