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728" autoAdjust="0"/>
  </p:normalViewPr>
  <p:slideViewPr>
    <p:cSldViewPr>
      <p:cViewPr varScale="1">
        <p:scale>
          <a:sx n="66" d="100"/>
          <a:sy n="66" d="100"/>
        </p:scale>
        <p:origin x="-114" y="-3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E0A26-6AB5-1079-DE2F-ED38D9BC68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FBC74AA-306F-FBE2-F087-7047CF689C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EE24903-97F1-D9C0-FC93-E6742D2EE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2311B9-3BAB-E067-B0D2-1EC17BD8B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B3263EA-9640-AFB2-2045-26F4DE0BF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D9D97A0-8133-40ED-9A81-DEA0A1D7C08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0521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B3015-5A30-FC13-D3E4-E03814B00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D7A203D-2CC3-708E-CA40-6DD23C94F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28984C7-1873-4DB5-DB77-AE88B6E1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84FFB10-0FC9-0D05-EA78-72E1A8ACF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2CB9481-E588-2107-FDFA-2AD6404E8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DACA35-DAEB-4C37-B29D-F13138D4243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116000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3E339E-0E2A-6970-804C-6253A01E8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3C0224-CDDC-1F81-D894-0E8E51F08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9391AD-F5D0-20E2-F6F3-79D4D71D4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D9F110E-C661-EBBB-6E63-B77CEDF30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171C57-1E47-5AAC-AE36-E6FB29A03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D4B787-A173-45E0-8EB5-D23614F693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404815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5A11DC-720C-B23D-4380-AE62FE099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5FC7EE-EE77-B067-6815-3ABA36564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78120EE-A6F2-4121-DF31-8543FF0933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4BACFC4-747F-36A8-F102-4C7178CFC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A71DDA0-176C-150F-1CEC-43F915257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0BA98C-A711-DAFC-A300-06E8D815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DB170F-E3ED-4975-8E30-864769C0EAC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44929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65CB73-5FC2-03A9-CE53-914745C83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24098F-8579-29B7-07F5-812CA0584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3B925D1-1771-40C4-523E-94E636FBED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EEE1481-1354-2A87-3C2C-6737DA9D34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BCD3B74-3C1D-E9C1-B775-B145F21E24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24B7ED3-77D4-C04E-41A8-264BDABDC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F60EE4-081E-2EA5-E6D7-A213E3C2F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02E3613-1BC5-9B20-4C73-8001AEC5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0D65C9-6E1F-4034-9F79-19791AB5C68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945681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6575CF-EE55-1136-9AFA-49288FA40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41C2E82-E49E-3A1E-AD99-063ABA22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750BD58-6935-95BC-98EC-66E80FF51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C64F930-9318-B531-0EB1-25A7E90EB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734A62-6EE2-4942-8E20-A11EC730B5D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6487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AA93B57-4EEA-CF34-C221-B95EFDEB0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1F9416D-E0D9-29D2-5DEC-10D4F3594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F30F0C-8F17-EB68-3FA4-8CCD3B3AE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BD80B3-1B9E-4C0D-8588-D194106E41F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58918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A7F3F4-D1CF-76CB-696F-F129FF77E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5FFA2A9-3BEF-8E24-A633-6C16C2F7E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DF6E4B3-9654-DF13-65ED-0D912A2090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19A3D9B-8922-F32D-1625-C67FAE48A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A6C162-47CD-6057-D402-989A958E0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A400FC-88D0-124C-1FBE-B6FCF4F20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627893-88B4-40FF-97A3-845E0B2B0C1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82168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A1483B-3611-0233-3F8A-C6898CA08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AA1BBA0-9556-309A-4060-18948AD94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0ADE174-D510-0F1E-7634-9615A1BB22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61B72D3-78AB-DC2E-C677-50ACF36F7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6956B4D-67A3-47BF-EC99-80D48ACA2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40325E-797F-82E3-D5DB-FE3B01FE0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2985F-2956-4467-81FC-8BA8718C25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323031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09A620-2841-0D85-6CFD-CF189FDA7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65A87D9-F14A-2313-950D-B72A163ED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79D6D4-42CE-D10F-EECD-5447B452F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76E2B4-C3A5-48F6-EB6F-BB8D5E13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565017D-9BBA-D81E-563B-EB3E1E088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499FFE0-3C37-4CCA-B376-C2C5E72EC21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0441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DD44DC7-1A7F-41B0-90F4-9D1D0A0794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3EA8A1A-E2A5-CED7-A2C6-B6BF8EE21A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4321C10-73A6-B544-9ACB-3196458FA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D380C9-D87F-81EC-6D44-EE9274394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92FAAA-57C8-6FB8-0DF6-DA947F57E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AE05DC2-E0B1-446D-B965-5231C58CA65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00777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695E997-66FA-AC0D-0D3C-119FECC45F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A90F5CF3-F8AC-45DB-29BB-1980BF60D1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F8A0948-8320-0767-2B16-1C5EB3C1AE4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3361413-8D43-FBE7-C979-1A8F579A40B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72C598BC-72FD-4DFE-3D5A-EAB88E6C8748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569B7A78-997F-4608-ABDE-F94A1136DE82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CF8C0AC-FBEB-5741-8E25-1905D3DA322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800" i="1" u="sng">
                <a:solidFill>
                  <a:srgbClr val="FFFFCC"/>
                </a:solidFill>
                <a:latin typeface="Garamond" panose="02020404030301010803" pitchFamily="18" charset="0"/>
              </a:rPr>
              <a:t>135</a:t>
            </a:r>
            <a:br>
              <a:rPr lang="pt-BR" altLang="pt-BR" sz="4800" i="1" u="sng">
                <a:solidFill>
                  <a:srgbClr val="FFFFCC"/>
                </a:solidFill>
                <a:latin typeface="Garamond" panose="02020404030301010803" pitchFamily="18" charset="0"/>
              </a:rPr>
            </a:br>
            <a:r>
              <a:rPr lang="pt-BR" altLang="pt-BR" sz="4800" i="1" u="sng">
                <a:solidFill>
                  <a:srgbClr val="FFFFCC"/>
                </a:solidFill>
                <a:latin typeface="Garamond" panose="02020404030301010803" pitchFamily="18" charset="0"/>
              </a:rPr>
              <a:t>O NOME PRECIOSO</a:t>
            </a:r>
            <a:endParaRPr lang="en-US" altLang="pt-BR" sz="4800" i="1" u="sng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>
            <a:extLst>
              <a:ext uri="{FF2B5EF4-FFF2-40B4-BE49-F238E27FC236}">
                <a16:creationId xmlns:a16="http://schemas.microsoft.com/office/drawing/2014/main" id="{B86BDF9E-E56C-77B7-BF10-869FF804AB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Teu nome é precioso,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Amado Salvador;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E grande, glorioso,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Nos enche de amor,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3">
            <a:extLst>
              <a:ext uri="{FF2B5EF4-FFF2-40B4-BE49-F238E27FC236}">
                <a16:creationId xmlns:a16="http://schemas.microsoft.com/office/drawing/2014/main" id="{25FDC5F2-F637-F58F-CECD-EA12449D50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Nós todos Te adoramos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Com verdadeira fé,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Também nos humilhamos,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Aos Teus santos pés.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  <a:p>
            <a:pPr algn="ctr">
              <a:buFontTx/>
              <a:buNone/>
            </a:pP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DAEAAD2A-E870-2952-55EF-085BDE5AE6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</p:spPr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Quantas bênçãos prometidas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Hoje tenho vida.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Graça é concedida,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>
            <a:extLst>
              <a:ext uri="{FF2B5EF4-FFF2-40B4-BE49-F238E27FC236}">
                <a16:creationId xmlns:a16="http://schemas.microsoft.com/office/drawing/2014/main" id="{DFB9D5BC-0961-77C3-78A1-0FFB5AF31C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Teu nome é sagrado,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Nos dá consolação;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Por Ele foi-nos dado,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Do céu, real perdão;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1" name="Rectangle 3">
            <a:extLst>
              <a:ext uri="{FF2B5EF4-FFF2-40B4-BE49-F238E27FC236}">
                <a16:creationId xmlns:a16="http://schemas.microsoft.com/office/drawing/2014/main" id="{FBA7DF75-0814-2EFE-3EA8-0D7E9AAE72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Aviva a esperança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Aumenta nosso amor;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Dá firme confiança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E mais do teu vigor.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4">
            <a:extLst>
              <a:ext uri="{FF2B5EF4-FFF2-40B4-BE49-F238E27FC236}">
                <a16:creationId xmlns:a16="http://schemas.microsoft.com/office/drawing/2014/main" id="{0838A4EF-EA73-A893-4489-D137C0E157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Quantas bênçãos prometidas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Hoje tenho vida.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Graça é concedida,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3">
            <a:extLst>
              <a:ext uri="{FF2B5EF4-FFF2-40B4-BE49-F238E27FC236}">
                <a16:creationId xmlns:a16="http://schemas.microsoft.com/office/drawing/2014/main" id="{248C0F6A-5ED1-C896-FF35-338C6212FA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Teu nome é nossa vida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e paz, é Salvador!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 arca oferecida 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Ao pobre pecador;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3">
            <a:extLst>
              <a:ext uri="{FF2B5EF4-FFF2-40B4-BE49-F238E27FC236}">
                <a16:creationId xmlns:a16="http://schemas.microsoft.com/office/drawing/2014/main" id="{88C00A94-3F80-7FE5-8121-0C173AE71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Por Ele abençoada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É toda a nação,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Que foi predestinada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À grande vocação.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5">
            <a:extLst>
              <a:ext uri="{FF2B5EF4-FFF2-40B4-BE49-F238E27FC236}">
                <a16:creationId xmlns:a16="http://schemas.microsoft.com/office/drawing/2014/main" id="{44ACFD84-CF79-0C6F-F978-6346EA0DD6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838200"/>
            <a:ext cx="8229600" cy="5287963"/>
          </a:xfrm>
          <a:noFill/>
          <a:ln/>
        </p:spPr>
        <p:txBody>
          <a:bodyPr/>
          <a:lstStyle/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Quantas bênçãos prometidas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Hoje tenho vida.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Graça é concedida,</a:t>
            </a:r>
          </a:p>
          <a:p>
            <a:pPr algn="ctr">
              <a:buFontTx/>
              <a:buNone/>
            </a:pPr>
            <a:r>
              <a:rPr lang="pt-BR" altLang="pt-BR" sz="5400">
                <a:solidFill>
                  <a:srgbClr val="FFFFCC"/>
                </a:solidFill>
                <a:latin typeface="Garamond" panose="02020404030301010803" pitchFamily="18" charset="0"/>
              </a:rPr>
              <a:t>No Teu nome, ó Salvador!</a:t>
            </a:r>
            <a:endParaRPr lang="en-US" altLang="pt-BR" sz="5400">
              <a:solidFill>
                <a:srgbClr val="FFFFCC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184</Words>
  <Application>Microsoft Office PowerPoint</Application>
  <PresentationFormat>Apresentação na tela (4:3)</PresentationFormat>
  <Paragraphs>40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3" baseType="lpstr">
      <vt:lpstr>Arial</vt:lpstr>
      <vt:lpstr>Garamond</vt:lpstr>
      <vt:lpstr>Design padrão</vt:lpstr>
      <vt:lpstr>135 O NOME PRECIOSO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135 O NOME PRECIOSO</dc:title>
  <dc:creator>Junior</dc:creator>
  <cp:lastModifiedBy>Emerson Souza</cp:lastModifiedBy>
  <cp:revision>1</cp:revision>
  <dcterms:created xsi:type="dcterms:W3CDTF">2005-07-17T16:32:05Z</dcterms:created>
  <dcterms:modified xsi:type="dcterms:W3CDTF">2026-05-02T21:48:01Z</dcterms:modified>
</cp:coreProperties>
</file>