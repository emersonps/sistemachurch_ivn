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F5992F-5792-C982-85FE-A84D8AA2E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8B6AAD-4D1C-B0F3-84B1-8E6209949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B0CD89-E3E3-167D-1F64-CC53CFEB7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885563-223B-B642-8202-65CDAA506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CCDCCC-60B0-6C20-550E-57B35F185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806B4D-8C40-42C1-A5B0-D9DF842D61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3524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D8F5BF-3734-887E-B0B1-44BC5F80F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92D2EF-4429-FEF1-CDD3-A447D95D0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8C2016-8035-A533-82FC-D8D21D61C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D4DA90-0308-AAF6-F6BF-28960CE9F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496205-928E-5661-C87A-FDAA98F80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6792F1-F89C-46D9-B569-DA72D04AEF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6736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5790D-79E8-8839-1B50-71C4D5F21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709857-1D84-1757-2000-2115C0922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38F361-3C62-AE8C-446B-FED836347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10ED31-4975-7C84-37E2-E13561C0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E30508-8B58-90A5-048C-6BFF3DA41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AC5B2D-51B0-4638-9CF9-4D7E9A06D6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91845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F1C86-C123-B779-806B-ABD9850EF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EB6F49-3DD3-5D3D-D5CD-BF2A4621C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53F9C5-8928-7A72-26D8-E346C25B5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F05AD4-4182-00A4-BA00-526E54BB2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3FEC73-6F0D-B7BA-CBA3-DBDC09991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295B3F5-A2CE-4682-E2C6-060AFD09D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F7392-9CB2-45E9-8B90-FEAAE990D1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153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BA90F-413F-3EA7-C7A2-8BC5E6A1C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C05361-F350-F005-6D0E-9771FBFD1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3727CA-B3E3-F924-9999-1907E37AE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A886B82-CD8A-256E-2678-3C2E5BAC1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D653AF6-A402-8CF2-FAB8-FD082F57C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6524989-50CB-6FC4-2CF9-8140B1A8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D508031-B3D1-7062-0905-347FBB68E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BE90F61-D5B3-FF1E-DE2D-83845B9A8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A433CC-5D39-4D9A-ACC7-2FEE959A12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1340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57CC3-17CD-3161-8A54-4D5541A71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F4662A9-39CB-C876-3EDF-570088CA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738A707-A821-6D94-9B4E-13F8D39BF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59A70A9-2E18-0714-329F-86543C7D0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0E539-2537-4186-89F9-EFB7322500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21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C68CA5-AB47-06B1-A7A9-91CECB364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D0C5E9-E71D-1192-FAE1-3026B1F9D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835C00-0DF0-C1B7-3C40-979B3E46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AEAADA-35D6-4960-98D5-3DBF1B8F8B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8073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CBDA26-F56B-EE57-1FE4-4BCE96B35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69FEA5-BF43-DC8B-72E5-221B40875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2EC0C6-B17D-BF12-CD45-4E75CCDBF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CD675D1-3C3F-81A8-9768-263ECA851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55C0A2-44B4-5D46-D4B4-BBAE262A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0F444B-CA64-2D18-036E-5F09106F0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1C1432-3A5D-4901-A467-5F91AA505E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2794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48CB6-F97F-AB8B-A232-99863BD29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1F526B1-D3B5-0972-540A-0B5F3AA083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5CCF1A-37A0-51D2-0976-C4367234B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20A29D-FEB1-8AE8-3DE2-479E49A82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5130101-7CB3-FA19-0C97-6A3FE3902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475BCB-4743-9394-1457-C4430F195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F5DF9D-481A-4ABC-9EBE-73B83C0FB9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50628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A12895-4A0A-234E-A6E7-2ADECD283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817758-8176-59EE-63E8-170E2090F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E5565A-0158-5B5D-5D25-2A14D12DF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431863-FE6C-1E60-163F-A3306F6D8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BF3935-FE58-FA33-FDDF-E688167C0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130C68-8F10-47B7-BFAC-9C0CD25D3E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336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E5FD94-F113-6ECF-7E2E-327370DD69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3546DF-FE9F-4193-440D-CEE690EBC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E30CB7-B05F-FA8C-03B9-0A34911EC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2A409B-6CF0-F64F-B1FE-832D180F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A118F4-D979-5623-20D0-33E5BFBF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D3B92E-CCB2-45A3-9BAA-4B3A482438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3953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062BD28-041B-0815-7004-500DEFFE69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5CF6C16-C0EA-5C78-5523-CD57F5CAD6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55F64D2-B7C6-1C79-8CF1-CADF1E01265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1C4E679-5CFF-26FE-1ECB-584CD58346A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F934EFF-D985-7C3D-0F84-1A56EA90B9F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3EAE036-2C64-43FC-9897-C9CD53722DF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F67E457-457B-DD76-886A-DC34DCBBF4B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236</a:t>
            </a:r>
            <a:br>
              <a:rPr lang="en-US" altLang="pt-BR" sz="4000" b="1"/>
            </a:br>
            <a:r>
              <a:rPr lang="en-US" altLang="pt-BR" sz="4000" b="1"/>
              <a:t>JÁ NOS LAVOU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BE10C79-951F-09A8-FCDD-063F509F519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F6AAB0B-F9B3-434C-3412-D6CDD5024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i="1"/>
              <a:t>Sobre a cruz o bom Cordeiro, </a:t>
            </a:r>
            <a:br>
              <a:rPr lang="en-US" altLang="pt-BR" sz="4000" i="1"/>
            </a:br>
            <a:r>
              <a:rPr lang="en-US" altLang="pt-BR" sz="4000" i="1"/>
              <a:t>Dura morte já provou, </a:t>
            </a:r>
            <a:br>
              <a:rPr lang="en-US" altLang="pt-BR" sz="4000" i="1"/>
            </a:br>
            <a:r>
              <a:rPr lang="en-US" altLang="pt-BR" sz="4000" i="1"/>
              <a:t>Por nós todos no madeiro, </a:t>
            </a:r>
            <a:br>
              <a:rPr lang="en-US" altLang="pt-BR" sz="4000" i="1"/>
            </a:br>
            <a:r>
              <a:rPr lang="en-US" altLang="pt-BR" sz="4000" i="1"/>
              <a:t>Para Deus Pai nos comprou; </a:t>
            </a:r>
            <a:br>
              <a:rPr lang="en-US" altLang="pt-BR" sz="4000" i="1"/>
            </a:br>
            <a:r>
              <a:rPr lang="en-US" altLang="pt-BR" sz="4000" i="1"/>
              <a:t>Com Seu sangue tem lavado </a:t>
            </a:r>
            <a:br>
              <a:rPr lang="en-US" altLang="pt-BR" sz="4000" i="1"/>
            </a:br>
            <a:r>
              <a:rPr lang="en-US" altLang="pt-BR" sz="4000" i="1"/>
              <a:t>Nossa alma imortal, </a:t>
            </a:r>
            <a:br>
              <a:rPr lang="en-US" altLang="pt-BR" sz="4000" i="1"/>
            </a:br>
            <a:r>
              <a:rPr lang="en-US" altLang="pt-BR" sz="4000" i="1"/>
              <a:t>E também nos resgatado </a:t>
            </a:r>
            <a:br>
              <a:rPr lang="en-US" altLang="pt-BR" sz="4000" i="1"/>
            </a:br>
            <a:r>
              <a:rPr lang="en-US" altLang="pt-BR" sz="4000" i="1"/>
              <a:t>Do poder do mal.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60E969C-9838-6DE5-833D-BC0564621D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Já nos lavou, Já nos lavou,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Seu precioso sangue, </a:t>
            </a:r>
            <a:br>
              <a:rPr lang="en-US" altLang="pt-BR" sz="4000" b="1" i="1"/>
            </a:br>
            <a:r>
              <a:rPr lang="en-US" altLang="pt-BR" sz="4000" b="1" i="1"/>
              <a:t>Jesus, Salvador.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Nos libertou, nos libertou,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Seu precioso sangue do vil tentador.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FA4199A-F6EC-52B4-7A5C-739B5D9958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i="1"/>
              <a:t>Pelo sangue derramado </a:t>
            </a:r>
            <a:br>
              <a:rPr lang="en-US" altLang="pt-BR" sz="4000" i="1"/>
            </a:br>
            <a:r>
              <a:rPr lang="en-US" altLang="pt-BR" sz="4000" i="1"/>
              <a:t>Livre entrada se nos dá </a:t>
            </a:r>
            <a:br>
              <a:rPr lang="en-US" altLang="pt-BR" sz="4000" i="1"/>
            </a:br>
            <a:r>
              <a:rPr lang="en-US" altLang="pt-BR" sz="4000" i="1"/>
              <a:t>No lugar santificado </a:t>
            </a:r>
            <a:br>
              <a:rPr lang="en-US" altLang="pt-BR" sz="4000" i="1"/>
            </a:br>
            <a:r>
              <a:rPr lang="en-US" altLang="pt-BR" sz="4000" i="1"/>
              <a:t>Onde o Pai celeste está; </a:t>
            </a:r>
            <a:br>
              <a:rPr lang="en-US" altLang="pt-BR" sz="4000" i="1"/>
            </a:br>
            <a:r>
              <a:rPr lang="en-US" altLang="pt-BR" sz="4000" i="1"/>
              <a:t>Este sangue nos indica </a:t>
            </a:r>
            <a:br>
              <a:rPr lang="en-US" altLang="pt-BR" sz="4000" i="1"/>
            </a:br>
            <a:r>
              <a:rPr lang="en-US" altLang="pt-BR" sz="4000" i="1"/>
              <a:t>O infinito, imenso amor </a:t>
            </a:r>
            <a:br>
              <a:rPr lang="en-US" altLang="pt-BR" sz="4000" i="1"/>
            </a:br>
            <a:r>
              <a:rPr lang="en-US" altLang="pt-BR" sz="4000" i="1"/>
              <a:t>De Jesus, pois purifica </a:t>
            </a:r>
            <a:br>
              <a:rPr lang="en-US" altLang="pt-BR" sz="4000" i="1"/>
            </a:br>
            <a:r>
              <a:rPr lang="en-US" altLang="pt-BR" sz="4000" i="1"/>
              <a:t>Todo pecador!   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D473517-5828-8208-F627-48B9C932C9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Já nos lavou, Já nos lavou,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Seu precioso sangue, </a:t>
            </a:r>
            <a:br>
              <a:rPr lang="en-US" altLang="pt-BR" sz="4000" b="1" i="1"/>
            </a:br>
            <a:r>
              <a:rPr lang="en-US" altLang="pt-BR" sz="4000" b="1" i="1"/>
              <a:t>Jesus, Salvador.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Nos libertou, nos libertou,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Seu precioso sangue do vil tentador.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1388829-5568-097D-511E-17237278FA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i="1"/>
              <a:t>Fomos nós predestinados </a:t>
            </a:r>
            <a:br>
              <a:rPr lang="en-US" altLang="pt-BR" sz="4000" i="1"/>
            </a:br>
            <a:r>
              <a:rPr lang="en-US" altLang="pt-BR" sz="4000" i="1"/>
              <a:t>Para crermos em Jesus, </a:t>
            </a:r>
            <a:br>
              <a:rPr lang="en-US" altLang="pt-BR" sz="4000" i="1"/>
            </a:br>
            <a:r>
              <a:rPr lang="en-US" altLang="pt-BR" sz="4000" i="1"/>
              <a:t>Com Espírito selados, </a:t>
            </a:r>
            <a:br>
              <a:rPr lang="en-US" altLang="pt-BR" sz="4000" i="1"/>
            </a:br>
            <a:r>
              <a:rPr lang="en-US" altLang="pt-BR" sz="4000" i="1"/>
              <a:t>Para desfrutar na luz; </a:t>
            </a:r>
            <a:br>
              <a:rPr lang="en-US" altLang="pt-BR" sz="4000" i="1"/>
            </a:br>
            <a:r>
              <a:rPr lang="en-US" altLang="pt-BR" sz="4000" i="1"/>
              <a:t>Se vós hoje mesmo crerdes, </a:t>
            </a:r>
            <a:br>
              <a:rPr lang="en-US" altLang="pt-BR" sz="4000" i="1"/>
            </a:br>
            <a:r>
              <a:rPr lang="en-US" altLang="pt-BR" sz="4000" i="1"/>
              <a:t>Por Deus, feitos vós sereis, </a:t>
            </a:r>
            <a:br>
              <a:rPr lang="en-US" altLang="pt-BR" sz="4000" i="1"/>
            </a:br>
            <a:r>
              <a:rPr lang="en-US" altLang="pt-BR" sz="4000" i="1"/>
              <a:t>Para dons Lhe oferecerdes, Sacerdotes, reis.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BA2774A-1829-7089-A68A-E4FFDB9DB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Já nos lavou, Já nos lavou,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Seu precioso sangue, </a:t>
            </a:r>
            <a:br>
              <a:rPr lang="en-US" altLang="pt-BR" sz="4000" b="1" i="1"/>
            </a:br>
            <a:r>
              <a:rPr lang="en-US" altLang="pt-BR" sz="4000" b="1" i="1"/>
              <a:t>Jesus, Salvador.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Nos libertou, nos libertou,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Seu precioso sangue do vil tentador.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236 JÁ NOS LAVOU </vt:lpstr>
      <vt:lpstr>Sobre a cruz o bom Cordeiro,  Dura morte já provou,  Por nós todos no madeiro,  Para Deus Pai nos comprou;  Com Seu sangue tem lavado  Nossa alma imortal,  E também nos resgatado  Do poder do mal.  </vt:lpstr>
      <vt:lpstr>Já nos lavou, Já nos lavou,  Com Seu precioso sangue,  Jesus, Salvador.  Nos libertou, nos libertou,  Com Seu precioso sangue do vil tentador.  </vt:lpstr>
      <vt:lpstr>Pelo sangue derramado  Livre entrada se nos dá  No lugar santificado  Onde o Pai celeste está;  Este sangue nos indica  O infinito, imenso amor  De Jesus, pois purifica  Todo pecador!   </vt:lpstr>
      <vt:lpstr>Já nos lavou, Já nos lavou,  Com Seu precioso sangue,  Jesus, Salvador.  Nos libertou, nos libertou,  Com Seu precioso sangue do vil tentador.  </vt:lpstr>
      <vt:lpstr>Fomos nós predestinados  Para crermos em Jesus,  Com Espírito selados,  Para desfrutar na luz;  Se vós hoje mesmo crerdes,  Por Deus, feitos vós sereis,  Para dons Lhe oferecerdes, Sacerdotes, reis.</vt:lpstr>
      <vt:lpstr>Já nos lavou, Já nos lavou,  Com Seu precioso sangue,  Jesus, Salvador.  Nos libertou, nos libertou,  Com Seu precioso sangue do vil tentador.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236 JÁ NOS LAVOU </dc:title>
  <dc:creator>Junior</dc:creator>
  <cp:lastModifiedBy>Emerson Souza</cp:lastModifiedBy>
  <cp:revision>1</cp:revision>
  <dcterms:created xsi:type="dcterms:W3CDTF">2005-12-23T23:23:16Z</dcterms:created>
  <dcterms:modified xsi:type="dcterms:W3CDTF">2026-05-02T21:56:37Z</dcterms:modified>
</cp:coreProperties>
</file>