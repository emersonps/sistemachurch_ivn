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90A90-04A1-381C-828F-759B7AC68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B8FC10-342C-29B8-5CC3-1D2C547F8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AE198E-78D2-3ACE-DB65-DCDF3C6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54948-CD2D-43C6-48AD-FFB45D19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FB5AA-C022-859E-F7D6-A68A6E7D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38488D-3BF8-4A2A-B97F-3FB9A999B2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800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BD249-5E9F-AD54-5FC3-F5A0BD5C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89F30-F7C1-D887-E79E-B18736F82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F9A18-E102-C2E1-0ABA-5681A22E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6EDB72-7546-1D6B-376E-A55A7E55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B08BFD-A5C1-3BFB-74D3-DB1A381B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88C39-16A2-428F-98F9-C155BED740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382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A03DD-0892-9561-20F9-E26D31AC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C1AC63-8814-6BA7-FD1E-BB5C6F730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518120-BAA3-1150-EB6B-20A47944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0E68AF-F272-F9F7-B52C-88481DEA8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CC1D92-D262-C01C-2565-E6B229AC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CDA478-3256-4B22-850A-B3439A39DA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569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5AED8-F483-F9AC-BDA9-B07D43AD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91F503-DF93-B217-0308-61682CF02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33659A-53A1-6A06-7E2B-61E17F41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A02523-9BFA-7D28-C0CD-791D4BE5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12980C-D1FE-D7B5-DAF4-502B4361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7F8912-8F5F-72EB-686B-04E6C6EE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C9AC43-4CD6-4B0C-BE89-810BCD56BA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720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5E3DC-076C-745B-50B5-40707122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CB7D3E-446B-F157-5846-F7DC00766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4D8BFD-ED24-8202-0B9B-B14052248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76FFA0-194A-8764-D21A-D7259B68F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8C88BC-C734-D1F8-EBF3-A7C3A92DD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94AC00-8C1C-2CAA-98EB-C4B54470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9170FE-3FB3-57E9-4083-085A983F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68A39E-520F-4510-EE3C-43056531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03EE5-E52F-41C0-B6C6-DF1AFA3435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457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8439B-2C19-4414-BC3C-07B2B7F9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E8F806-E8FE-7208-22AB-69252F5A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EF5F78-4393-AA93-CC78-C83FE325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40550C-EE5E-4DFF-2A63-85304978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6FF6C-F94B-4502-85EB-A01897C04D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211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990017-8B62-F355-C435-DAF58967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78D683-B762-A969-8C39-A43123A1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C2FC2-3EDE-0BFB-CA7D-774F1C13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218AC-A948-445E-A206-103698157A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5754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0A66F-3DCF-125F-CA87-372549CAD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E67D78-6810-02CD-1EA7-FE850B3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D64B06-5908-78EC-63DF-079E45A8F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7F3EB7-1781-9F83-1B15-C4CD9306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68969C-F154-CC86-FD7D-FC123B11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B3C615-45BB-23B9-944B-BFE10D13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B0EE5-23B5-4CAC-A8DE-C1488533BC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049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15D32-E013-AF80-E7C9-8B657109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696168-B8A7-B642-E30C-E55895830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B40B63-9537-6D97-2163-3F122A715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EF2209-3BF5-8FDB-F3E0-4C779FC43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B81BC9-D732-E50E-51D8-1A94E655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0ECBC2-2DE5-131E-0C19-76899C68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EE6C1-13A2-4947-8094-AA331A09F8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673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3D008-3575-6D4A-7C82-E829E6D8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3A5D37-BF03-D0E4-82DB-7EA4A17BB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952B2-CB64-9813-6761-40417422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A2D1B0-235A-2F37-60E1-9193EF3BF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D9A33F-4C03-BB0F-3A44-61539020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4543FB-6BE8-42A5-B2F7-7EF631E881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874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A710D0-6FCD-FF97-01C7-16D5EE2C1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174905-A029-63AB-D7AC-5A7F75C75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8FE353-ECB4-1847-C9BF-0936EB60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3CA0DE-87C2-1DD7-79AC-0865FE1D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92287A-41CF-44E0-4C3B-B70DC443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1B9C6-626D-4FEA-98E1-BF7A775769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310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8BFBD5-AA9D-129A-93B7-177AA12AF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BBC595-D361-BD94-021C-BE0E65826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514812-ED7A-852C-F010-CE7692D760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5D701B-183B-D6E8-1CBF-AA117A30BF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0AC1CE-92DD-6B28-BC3E-E10CD070E92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FD8D4E-D030-41CF-8037-CA276403FA6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97F82A2-5965-A0C8-2333-26E83B351C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406 - À Sombra do meu Redentor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388EA15-58E1-2F9A-5B77-9F231ED37C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812C695-B456-1AD5-FAAA-C2D46DDB2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Preciso sempre encostar-me</a:t>
            </a:r>
            <a:br>
              <a:rPr lang="en-US" altLang="pt-BR" sz="4000" i="1"/>
            </a:br>
            <a:r>
              <a:rPr lang="en-US" altLang="pt-BR" sz="4000" i="1"/>
              <a:t>Aos pés do meu bom Redentor;</a:t>
            </a:r>
            <a:br>
              <a:rPr lang="en-US" altLang="pt-BR" sz="4000" i="1"/>
            </a:br>
            <a:r>
              <a:rPr lang="en-US" altLang="pt-BR" sz="4000" i="1"/>
              <a:t>Presto virá pra levar-me</a:t>
            </a:r>
            <a:br>
              <a:rPr lang="en-US" altLang="pt-BR" sz="4000" i="1"/>
            </a:br>
            <a:r>
              <a:rPr lang="en-US" altLang="pt-BR" sz="4000" i="1"/>
              <a:t>Aos céus, minha pátria de amor.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485CC69-2509-E8FB-F2E8-A58F34C44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b="1" i="1"/>
              <a:t>Eu preciso sempre lançar-me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Nos braços do meu Redentor;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Só em Jesus vou também abrigar-me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 Seu sublime amor.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5D55C8E-79C8-DCCA-8DBE-41B0767A0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Preciso sempre deter-me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sombra do meu Redentor;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posso só defender-me </a:t>
            </a:r>
            <a:br>
              <a:rPr lang="en-US" altLang="pt-BR" sz="4000" i="1"/>
            </a:br>
            <a:r>
              <a:rPr lang="en-US" altLang="pt-BR" sz="4000" i="1"/>
              <a:t>E alçar a bandeira de amor.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ADA6C69-5041-B2A2-84F1-87C5697CD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b="1" i="1"/>
              <a:t>Eu preciso sempre lançar-me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Nos braços do meu Redentor;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Só em Jesus vou também abrigar-me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 Seu sublime amor.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42CA025-9DCD-60CB-61B2-45764677A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Preciso sempre chegar-me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Contrito aos pés do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poder consolar-me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Seu abundante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075318-FC59-72A5-698A-B62BC9E07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b="1" i="1"/>
              <a:t>Eu preciso sempre lançar-me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Nos braços do meu Redentor;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Só em Jesus vou também abrigar-me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No Seu sublime amor.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406 - À Sombra do meu Redentor </vt:lpstr>
      <vt:lpstr>Preciso sempre encostar-me Aos pés do meu bom Redentor; Presto virá pra levar-me Aos céus, minha pátria de amor.  </vt:lpstr>
      <vt:lpstr>Eu preciso sempre lançar-me  Nos braços do meu Redentor;  Só em Jesus vou também abrigar-me  No Seu sublime amor.  </vt:lpstr>
      <vt:lpstr>Preciso sempre deter-me  A sombra do meu Redentor;  Não posso só defender-me  E alçar a bandeira de amor.  </vt:lpstr>
      <vt:lpstr>Eu preciso sempre lançar-me  Nos braços do meu Redentor;  Só em Jesus vou também abrigar-me  No Seu sublime amor.  </vt:lpstr>
      <vt:lpstr>Preciso sempre chegar-me  Contrito aos pés do Salvador,  Para poder consolar-me  No Seu abundante amor.</vt:lpstr>
      <vt:lpstr>Eu preciso sempre lançar-me  Nos braços do meu Redentor;  Só em Jesus vou também abrigar-me  No Seu sublime amor.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406 - À Sombra do meu Redentor </dc:title>
  <dc:creator>Junior</dc:creator>
  <cp:lastModifiedBy>Emerson Souza</cp:lastModifiedBy>
  <cp:revision>1</cp:revision>
  <dcterms:created xsi:type="dcterms:W3CDTF">2005-12-26T20:06:30Z</dcterms:created>
  <dcterms:modified xsi:type="dcterms:W3CDTF">2026-05-02T22:10:41Z</dcterms:modified>
</cp:coreProperties>
</file>