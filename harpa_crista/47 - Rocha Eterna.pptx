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C2D66-41EA-4012-AE23-48B3737EC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DECFEC-AE04-9300-35A0-93D277F07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E42F39-7360-3A86-2A3C-676C6F12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6EEBCE-D742-02A0-A855-734A72FD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8117EA-FF51-0F0D-57BE-7E222BCA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28D40A-55F3-4B01-A1C6-3CB3EF2FF7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192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1485F-C0C2-CDF6-434F-8640B9C9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B63484-276F-B436-7025-902221B8C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CE56EA-AF14-C6D1-3D98-A9EEC213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933367-37F8-991B-4762-68C5CF4C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1134EC-21FF-80E4-B151-FDC26F98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443ED-BA0F-420B-89A8-9B49B19431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200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4E9A6-ACF4-ACC5-D781-62D47B94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5269D-8EBC-914E-D426-5E766E0E9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4EA0D6-1EA6-8072-1D65-5DF26065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5BFC74-6F18-CFF1-B838-6E1619DD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049064-1CBC-CE9B-3895-0846353F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C2D7A-8B4A-4BC7-8C56-99517F6A2C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312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B582-186D-05A9-4476-808344E4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F4B379-8038-18C5-DFC2-64615DC8C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416CCF-D96B-BED8-C7B3-FE273A91A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B4C59F-F62E-10C5-6370-1BD074F81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1A56D5-E12C-EAB5-F59F-383CDC50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86280A-0FAB-FC64-BE44-92DABF80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9030A6-3659-4AF3-978D-52B3C77056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076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88DB8-DF50-C34A-78F9-8E930017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22F8E4-7BD5-66D6-FFE4-D94DC1F52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9915F4-74A0-58A1-2925-9DFE177E8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FF6409-DB88-06F2-7806-E1BEF1DA2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B01FD0-E0B6-E090-DFE7-AE6CD7DB6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0590274-214F-3ECA-57D5-199A0001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68FCC5-22EF-78CE-ED73-A87C0E25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56208E-A71F-6EA1-FA1E-A704C1F5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9DA7-8B45-4BC0-9B6C-06D3BADE5D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454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74143-5F3A-C554-6D68-BFF97C0E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880A972-EB15-B20D-3D19-25E0C72DC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8373B7-CF74-9CA0-A36F-067BE41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C541FC-92DA-73C6-C979-1D37D3D7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A5B957-AC2D-4984-ADB8-C8BF74903F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901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BBACA6-51C1-F62D-E644-956B45E8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8095625-4479-19DE-6DB1-E9E7F26F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2BE23D-DE61-A09C-E56D-786DBFC0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1109E-370E-471C-A611-EFC976B185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006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35E7D-F464-E402-C2B2-D5D3CC78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0AEB12-9681-091F-53CC-C988C814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85781D-DF0B-C4B2-8061-F6EA42FCD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1A563-61D5-D088-5F54-338E4470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54EFA0-CA07-1CC2-6AFE-947FC44F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361EF5-A5F6-9AEC-4367-94258D74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1A224-E862-44D4-B678-0E6285183E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851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3D554-5F07-E2F5-91EA-6D58DBF0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FAFB0B-451D-DD0A-CD04-EA79D469C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A38666-8B12-3816-DAB4-3A94B6746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08BE2D-5388-88CE-ACD3-7D0A1548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366AD2-3B7A-F4A3-8BE3-D7704C58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6D090C-2B15-3D4C-8DF2-75871B2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C7FA50-44F1-4067-9280-F8CDF1FF71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322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9721A-577E-0934-F93E-E0C87F20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A32E72-B7A1-F443-8109-3ADA7F56F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483-F5FB-3D26-ECE9-B6BCFDD3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56A865-F0E7-DCE2-600F-1265EE2B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350975-5221-5853-381A-9E341B50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3A51F-6DCC-491D-AA22-F2D5600020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124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D9B603-E48E-EBC8-D34A-F78ECD85C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8597E6-5202-578A-EA1D-14729F52C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4F6797-A38B-F759-8481-30F5D5C7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98BEC3-D1B1-E7E6-829A-3DDC3DEA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3DFB20-2DDD-37CD-ABFB-20C58CA5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0A8A5-C650-45E4-8B3A-96BEB6E61D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143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72F941-7488-C65C-2783-1F0AE7F87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5C4CA5-CB52-47EB-A4F1-2FE95A0BE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AD7BB57-5038-DB61-6333-06EB7F27E1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8950DD1-DF37-2D4C-26D9-4B9D2E7447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34A518A-CF31-9BCD-9722-E0B4816D46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7DFB795-56D9-4FB3-A482-B35A1418B1F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B667F1D-6DC9-E3B9-FEAE-78D382A7F9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47</a:t>
            </a:r>
            <a:br>
              <a:rPr lang="en-US" altLang="pt-BR" sz="4000" b="1" i="1"/>
            </a:br>
            <a:r>
              <a:rPr lang="en-US" altLang="pt-BR" sz="4000" b="1" i="1"/>
              <a:t>ROCHA ETERNA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29A6AB9-D24A-D834-1F4B-01758BD839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4649028-9292-0483-4226-C3F8C42F3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Rocha eterna, meu Jesus, </a:t>
            </a:r>
            <a:br>
              <a:rPr lang="en-US" altLang="pt-BR" sz="4000" i="1"/>
            </a:br>
            <a:r>
              <a:rPr lang="en-US" altLang="pt-BR" sz="4000" i="1"/>
              <a:t>Que, por mim, na amarga cruz, </a:t>
            </a:r>
            <a:br>
              <a:rPr lang="en-US" altLang="pt-BR" sz="4000" i="1"/>
            </a:br>
            <a:r>
              <a:rPr lang="en-US" altLang="pt-BR" sz="4000" i="1"/>
              <a:t>Foste morto eu meu lugar, </a:t>
            </a:r>
            <a:br>
              <a:rPr lang="en-US" altLang="pt-BR" sz="4000" i="1"/>
            </a:br>
            <a:r>
              <a:rPr lang="en-US" altLang="pt-BR" sz="4000" i="1"/>
              <a:t>Morto para me salvar; </a:t>
            </a:r>
            <a:br>
              <a:rPr lang="en-US" altLang="pt-BR" sz="4000" i="1"/>
            </a:br>
            <a:r>
              <a:rPr lang="en-US" altLang="pt-BR" sz="4000" i="1"/>
              <a:t>Em Ti quero me esconder, </a:t>
            </a:r>
            <a:br>
              <a:rPr lang="en-US" altLang="pt-BR" sz="4000" i="1"/>
            </a:br>
            <a:r>
              <a:rPr lang="en-US" altLang="pt-BR" sz="4000" i="1"/>
              <a:t>Só Tu podes me valer.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BFDE8C-7978-9044-5FBD-C1D3E03FD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Minhas obras, eu bem sei, </a:t>
            </a:r>
            <a:br>
              <a:rPr lang="en-US" altLang="pt-BR" sz="4000" i="1"/>
            </a:br>
            <a:r>
              <a:rPr lang="en-US" altLang="pt-BR" sz="4000" i="1"/>
              <a:t>Nada valem ante a lei; </a:t>
            </a:r>
            <a:br>
              <a:rPr lang="en-US" altLang="pt-BR" sz="4000" i="1"/>
            </a:br>
            <a:r>
              <a:rPr lang="en-US" altLang="pt-BR" sz="4000" i="1"/>
              <a:t>Se eu chorasse sem cessar. Trabalhasse sem cansar, </a:t>
            </a:r>
            <a:br>
              <a:rPr lang="en-US" altLang="pt-BR" sz="4000" i="1"/>
            </a:br>
            <a:r>
              <a:rPr lang="en-US" altLang="pt-BR" sz="4000" i="1"/>
              <a:t>Tudo inútil, tudo em vão! </a:t>
            </a:r>
            <a:br>
              <a:rPr lang="en-US" altLang="pt-BR" sz="4000" i="1"/>
            </a:br>
            <a:r>
              <a:rPr lang="en-US" altLang="pt-BR" sz="4000" i="1"/>
              <a:t>Só em Ti há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2CC2A1A-97F8-F0E2-6F98-EF7E2797B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Nada trago a Ti, Senhor! </a:t>
            </a:r>
            <a:br>
              <a:rPr lang="en-US" altLang="pt-BR" sz="4000" i="1"/>
            </a:br>
            <a:r>
              <a:rPr lang="en-US" altLang="pt-BR" sz="4000" i="1"/>
              <a:t>'Spero só em Teu amor! </a:t>
            </a:r>
            <a:br>
              <a:rPr lang="en-US" altLang="pt-BR" sz="4000" i="1"/>
            </a:br>
            <a:r>
              <a:rPr lang="en-US" altLang="pt-BR" sz="4000" i="1"/>
              <a:t>Todo indigno e imundo sou, </a:t>
            </a:r>
            <a:br>
              <a:rPr lang="en-US" altLang="pt-BR" sz="4000" i="1"/>
            </a:br>
            <a:r>
              <a:rPr lang="en-US" altLang="pt-BR" sz="4000" i="1"/>
              <a:t>Eis, sem Ti, perdido estou! </a:t>
            </a:r>
            <a:br>
              <a:rPr lang="en-US" altLang="pt-BR" sz="4000" i="1"/>
            </a:br>
            <a:r>
              <a:rPr lang="en-US" altLang="pt-BR" sz="4000" i="1"/>
              <a:t>No Teu sangue, ó Salvador, </a:t>
            </a:r>
            <a:br>
              <a:rPr lang="en-US" altLang="pt-BR" sz="4000" i="1"/>
            </a:br>
            <a:r>
              <a:rPr lang="en-US" altLang="pt-BR" sz="4000" i="1"/>
              <a:t>Lava um pobre pecador.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E893C54-A0AD-71F3-4FF7-8AC7A0B38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Quando a morte me chamar, </a:t>
            </a:r>
            <a:br>
              <a:rPr lang="en-US" altLang="pt-BR" sz="4000" i="1"/>
            </a:br>
            <a:r>
              <a:rPr lang="en-US" altLang="pt-BR" sz="4000" i="1"/>
              <a:t>E ante Ti me apresentar, </a:t>
            </a:r>
            <a:br>
              <a:rPr lang="en-US" altLang="pt-BR" sz="4000" i="1"/>
            </a:br>
            <a:r>
              <a:rPr lang="en-US" altLang="pt-BR" sz="4000" i="1"/>
              <a:t>Rocha eterna, meu Jesus, </a:t>
            </a:r>
            <a:br>
              <a:rPr lang="en-US" altLang="pt-BR" sz="4000" i="1"/>
            </a:br>
            <a:r>
              <a:rPr lang="en-US" altLang="pt-BR" sz="4000" i="1"/>
              <a:t>Que por mim, na amarga cruz, </a:t>
            </a:r>
            <a:br>
              <a:rPr lang="en-US" altLang="pt-BR" sz="4000" i="1"/>
            </a:br>
            <a:r>
              <a:rPr lang="en-US" altLang="pt-BR" sz="4000" i="1"/>
              <a:t>Foste morto em meu lugar, </a:t>
            </a:r>
            <a:br>
              <a:rPr lang="en-US" altLang="pt-BR" sz="4000" i="1"/>
            </a:br>
            <a:r>
              <a:rPr lang="en-US" altLang="pt-BR" sz="4000" i="1"/>
              <a:t>Quero em Ti só me abrigar.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47 ROCHA ETERNA </vt:lpstr>
      <vt:lpstr>Rocha eterna, meu Jesus,  Que, por mim, na amarga cruz,  Foste morto eu meu lugar,  Morto para me salvar;  Em Ti quero me esconder,  Só Tu podes me valer. </vt:lpstr>
      <vt:lpstr>Minhas obras, eu bem sei,  Nada valem ante a lei;  Se eu chorasse sem cessar. Trabalhasse sem cansar,  Tudo inútil, tudo em vão!  Só em Ti há salvação. </vt:lpstr>
      <vt:lpstr>Nada trago a Ti, Senhor!  'Spero só em Teu amor!  Todo indigno e imundo sou,  Eis, sem Ti, perdido estou!  No Teu sangue, ó Salvador,  Lava um pobre pecador. </vt:lpstr>
      <vt:lpstr>Quando a morte me chamar,  E ante Ti me apresentar,  Rocha eterna, meu Jesus,  Que por mim, na amarga cruz,  Foste morto em meu lugar,  Quero em Ti só me abrigar.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 ROCHA ETERNA </dc:title>
  <dc:creator>Junior</dc:creator>
  <cp:lastModifiedBy>Emerson Souza</cp:lastModifiedBy>
  <cp:revision>1</cp:revision>
  <dcterms:created xsi:type="dcterms:W3CDTF">2005-12-23T01:38:33Z</dcterms:created>
  <dcterms:modified xsi:type="dcterms:W3CDTF">2026-05-02T21:40:49Z</dcterms:modified>
</cp:coreProperties>
</file>