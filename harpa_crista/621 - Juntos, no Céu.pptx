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48537-59D7-41CF-8701-42DB72C91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D6E6C9-334B-C8BE-6712-4B18DF9F9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F0C974-B145-4BE2-006F-72B5C1E4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FC82D3-4F4A-A74F-5335-251521A8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B5F79-1146-E9B0-DD94-71220655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65145-302B-4D25-8682-3D7991F3B1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925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5E7FF-D327-14B3-8760-F0ADA5BD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1BFF3D-93DB-D89B-0FA7-3B2363CC2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6807B-91C7-8918-8C89-9C485ED5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76A99F-B7E0-438F-7094-55BDAF15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5A2E0-3C2F-E00B-4C10-94E4691A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6C772-331F-45E4-9A70-261FCB990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057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826A8-3D93-363C-7038-5E0ABD6F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2B7241-E8B8-AD1C-E47A-CFDE6EC36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D2A161-B506-1102-B4AA-BAA429A4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9628BA-F3AB-1FE0-39E0-BE7A040C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3EA301-7CB3-D894-DD53-0688C3E3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318C0B-7EEC-4220-BF13-B783270CE3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406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CFCF6-1F02-3A4B-F443-5284541F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DB8113-A673-37D3-4DB4-066B453CA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AFB217-4EFA-FE6B-5739-43E10F0DB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C63FEF-1407-E0A1-7687-6705E6A9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98BD15-2E7E-575C-2E03-0B12A1C9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680AB4-BAB7-332D-8EF3-2168EB77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DEC32-E022-4FCD-A752-67E370ED76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207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F2C49-D578-3B75-302C-B3813E32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DB41F3-FB7C-9443-C1E4-5EE909E19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71E651-6FFE-866F-CE9D-C2927938A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B51215-DF8D-2AA1-7329-659961A01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ED1FB2-A0FC-30C5-4D83-5AC7B64E6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25547F-9803-F457-FB69-10CA3B3B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DE0090-3913-969E-F5A5-300BF968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01D1A3C-9DC2-51DB-33EE-54F58958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F8A68-359E-4E31-841C-3D475A8C21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26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919E0-4000-40C4-366B-927E3BA8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7D4598-D8FE-E607-907A-28D935C61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948CE4-C172-BEA5-4C7B-455A3616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4F8F49-2D6F-B1E1-F46F-DC87A906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5F97A-6C92-41F5-970C-BA7EA45263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153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B64630-E63B-AB19-517B-0EB7D9D1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90C76A-CE4F-9C91-C074-DE846EE5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603FC0-C071-3064-354F-7F897406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30DD77-A7C0-4363-9275-028CB510DF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852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A9D83-0102-F045-8010-64098848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1BA9E7-C8FD-8E2A-BDF8-62383762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451BCA-C1E3-25FA-DCA5-CA2437265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1A0586-0DBE-ED25-0A09-7D210A39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12DD34-FDFE-80F8-CBDC-35B4B40A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979A8F-D382-3CDA-7917-ECD1E21D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BF5C2D-07E4-4F79-AFCA-96E994AC78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278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CF808-9015-AD46-94F6-1302D5DA7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3D886D-8A12-EAA1-FB2A-C3F4BDE61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EE064C-6415-415E-C188-114051145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399715-1183-99D1-58ED-9501BC76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948667-34AE-AF05-68C7-D847AC0F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5E95A7-C45D-5E65-DA0F-6A927DBC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862CA-66A7-4B92-B279-68DA7940CC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205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21D1C-389C-26DB-FF21-08B4C40F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AE585E-40FE-81C7-34E7-AA82230D7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9116E1-F4E8-0060-AFB6-B6AA7C39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B478EF-B0BB-1FD2-2010-93F8A74C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D11FE1-8F90-67A9-77A2-172086A3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4D85D-C91E-4AB7-A14D-7120B74F74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785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2A72DE-BD28-AF09-9590-751FA104C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F712AE-2312-4683-A5BB-A62325E9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DE6707-7CD0-F96B-09EE-C45D9A9BF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AEB071-199C-1F9F-1811-00D0C50E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8F62CE-70AE-D401-3F22-B0E6AB4B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8F10D-17E7-469F-9F1F-8B86124A1E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874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86C805-1E98-F038-B6AE-168E7544F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D2B6939-8C88-0753-170C-3987779F8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800F596-6A08-7697-70D1-2F2841F877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C73662-706B-1AAB-2BE9-3C01CC19F0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1FC413-4501-FC04-355B-BA3DBD1837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99F277-55C8-4E64-BCFF-ADD09AE351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810CBA25-A9D6-09BA-90F9-4DB995900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621 - Juntos, no Céu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Iremos juntos viver no Céu; </a:t>
            </a:r>
            <a:br>
              <a:rPr lang="en-US" altLang="pt-BR" sz="4000" i="1"/>
            </a:br>
            <a:r>
              <a:rPr lang="en-US" altLang="pt-BR" sz="4000" i="1"/>
              <a:t>Felizes vamos ser. </a:t>
            </a:r>
            <a:br>
              <a:rPr lang="en-US" altLang="pt-BR" sz="4000" i="1"/>
            </a:br>
            <a:r>
              <a:rPr lang="en-US" altLang="pt-BR" sz="4000" i="1"/>
              <a:t>Felizes lá no Céu, </a:t>
            </a:r>
            <a:br>
              <a:rPr lang="en-US" altLang="pt-BR" sz="4000" i="1"/>
            </a:br>
            <a:r>
              <a:rPr lang="en-US" altLang="pt-BR" sz="4000" i="1"/>
              <a:t>Iremos juntos viver no Céu: </a:t>
            </a:r>
            <a:br>
              <a:rPr lang="en-US" altLang="pt-BR" sz="4000" i="1"/>
            </a:br>
            <a:r>
              <a:rPr lang="en-US" altLang="pt-BR" sz="4000" i="1"/>
              <a:t>Jesus e eu!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621 - Juntos, no Céu     Iremos juntos viver no Céu;  Felizes vamos ser.  Felizes lá no Céu,  Iremos juntos viver no Céu:  Jesus e eu!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621 - Juntos, no Céu     Iremos juntos viver no Céu;  Felizes vamos ser.  Felizes lá no Céu,  Iremos juntos viver no Céu:  Jesus e eu! </dc:title>
  <dc:creator>Junior</dc:creator>
  <cp:lastModifiedBy>Emerson Souza</cp:lastModifiedBy>
  <cp:revision>1</cp:revision>
  <dcterms:created xsi:type="dcterms:W3CDTF">2005-12-27T17:57:08Z</dcterms:created>
  <dcterms:modified xsi:type="dcterms:W3CDTF">2026-05-02T22:29:20Z</dcterms:modified>
</cp:coreProperties>
</file>