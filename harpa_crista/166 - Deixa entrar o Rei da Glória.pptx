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>
            <a:extLst>
              <a:ext uri="{FF2B5EF4-FFF2-40B4-BE49-F238E27FC236}">
                <a16:creationId xmlns:a16="http://schemas.microsoft.com/office/drawing/2014/main" id="{4CB8A92B-DA92-E8EC-A04F-7433F4EE5674}"/>
              </a:ext>
            </a:extLst>
          </p:cNvPr>
          <p:cNvGrpSpPr>
            <a:grpSpLocks/>
          </p:cNvGrpSpPr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18435" name="AutoShape 3">
              <a:extLst>
                <a:ext uri="{FF2B5EF4-FFF2-40B4-BE49-F238E27FC236}">
                  <a16:creationId xmlns:a16="http://schemas.microsoft.com/office/drawing/2014/main" id="{3AF8D2D1-CF90-CFC4-6AA6-73BA6B0F325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8436" name="Rectangle 4">
              <a:extLst>
                <a:ext uri="{FF2B5EF4-FFF2-40B4-BE49-F238E27FC236}">
                  <a16:creationId xmlns:a16="http://schemas.microsoft.com/office/drawing/2014/main" id="{8934DCFB-90CC-1534-EE18-E6C23AA7B8DF}"/>
                </a:ext>
              </a:extLst>
            </p:cNvPr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8437" name="AutoShape 5">
              <a:extLst>
                <a:ext uri="{FF2B5EF4-FFF2-40B4-BE49-F238E27FC236}">
                  <a16:creationId xmlns:a16="http://schemas.microsoft.com/office/drawing/2014/main" id="{EE17AF07-8120-EEA7-3323-C48979E669A2}"/>
                </a:ext>
              </a:extLst>
            </p:cNvPr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4417 w 1000"/>
                <a:gd name="T3" fmla="*/ 0 h 1000"/>
                <a:gd name="T4" fmla="*/ 4917 w 1000"/>
                <a:gd name="T5" fmla="*/ 500 h 1000"/>
                <a:gd name="T6" fmla="*/ 4417 w 1000"/>
                <a:gd name="T7" fmla="*/ 999 h 1000"/>
                <a:gd name="T8" fmla="*/ 0 w 1000"/>
                <a:gd name="T9" fmla="*/ 1000 h 1000"/>
                <a:gd name="T10" fmla="*/ 0 w 1000"/>
                <a:gd name="T11" fmla="*/ 0 h 1000"/>
                <a:gd name="T12" fmla="*/ G4 w 1000"/>
                <a:gd name="T13" fmla="*/ G1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4917" h="1000">
                  <a:moveTo>
                    <a:pt x="0" y="0"/>
                  </a:moveTo>
                  <a:lnTo>
                    <a:pt x="4417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999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8438" name="Line 6">
              <a:extLst>
                <a:ext uri="{FF2B5EF4-FFF2-40B4-BE49-F238E27FC236}">
                  <a16:creationId xmlns:a16="http://schemas.microsoft.com/office/drawing/2014/main" id="{EABF0204-BD5D-9045-2A86-1E8CBB50550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439" name="Rectangle 7">
            <a:extLst>
              <a:ext uri="{FF2B5EF4-FFF2-40B4-BE49-F238E27FC236}">
                <a16:creationId xmlns:a16="http://schemas.microsoft.com/office/drawing/2014/main" id="{000CB0BC-FFDB-94BD-A7CA-4B65F3391A5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" y="1427163"/>
            <a:ext cx="8077200" cy="1609725"/>
          </a:xfr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B2224AA7-F86F-1A3B-D9DE-91034BD25E0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41700"/>
            <a:ext cx="6629400" cy="16764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8A554B86-D03A-7355-89D4-983C19E867F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71488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8442" name="Rectangle 10">
            <a:extLst>
              <a:ext uri="{FF2B5EF4-FFF2-40B4-BE49-F238E27FC236}">
                <a16:creationId xmlns:a16="http://schemas.microsoft.com/office/drawing/2014/main" id="{BF3AD2E4-D761-EC2C-FAEC-05D59E44DBB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31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6EAB5A78-7209-96BF-A38A-8D6F2AB3959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71488"/>
          </a:xfrm>
        </p:spPr>
        <p:txBody>
          <a:bodyPr/>
          <a:lstStyle>
            <a:lvl1pPr>
              <a:defRPr/>
            </a:lvl1pPr>
          </a:lstStyle>
          <a:p>
            <a:fld id="{F471F9BC-BEE1-4DCC-859F-00DB0071B39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8033B0-2AB6-C60A-DF4E-238A4729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367881-AF6F-C128-EB22-C4634CB1D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ECF010-2833-51C7-1A43-919B2E62B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B80B96-C733-8D29-6158-A5D7C385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B5AE4A-4A7F-FDA5-552F-55C4FC62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A9EB5-0E4E-4A8F-A769-81DA2D897D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43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B4E4B-E13D-E6A0-10B6-E740D329F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1F592C-3183-7D4A-CEE9-DC23938D6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326D95-AB2B-6C25-4B62-634EA595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BE1F1A-BFE0-D200-4C91-814EE3CDF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22FA62-EE04-A53D-BED1-AA21E0F8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989AE1-97AF-46ED-B2A3-29654D0E36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213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09041-ACD8-F403-12AC-0E99671E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AF926-2E57-04A8-2C79-941F49BE7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809947-25A9-126A-60DF-CE2617C33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262BBE-FD15-5DEB-9C71-D46699256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A3FF32-6B21-C288-BF56-8D64B25E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001221-022A-0975-DA9C-918BD1AD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8E8646-7EEB-4F06-83FA-278A6E3CE4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3264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CBDFA-3218-9570-DDEA-3B9C30E2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E4F8F2-DDFA-4DB2-F2D0-C11538886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4ABA1B-EDB6-64BB-E5B4-927D528C8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EBB3AB6-4B91-196B-6534-F3473F1CC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C7FA122-ADD2-C322-F1DC-6B38053576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31ADDFF-B126-90F2-24D8-9E692DAB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43CEA85-C99C-1F75-156F-72BF77479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20FE05-91E3-2D9A-64AF-894E7133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850C33-E799-42B7-B5DC-00637FBA34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082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A8EEC-F64C-AF84-1657-7904012A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4BE1C2-0848-64CA-8D82-047B6E00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99587E-0C37-BC11-EA91-C930333FC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5CC1001-E391-0101-BCF5-BB2366711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2516CF-82C1-4809-AB0D-20A62D19F3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6192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1B05DFB-BC81-44F2-1B3D-4984A0231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FF1CD1-23B5-77E5-CB33-60F8CDC1B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5876B1-6B7D-2D3B-B68C-42662CC6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324-A5CD-423C-87E1-F37E423B77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966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19CB5-6899-5B13-EF8A-313F7459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F19C38-1039-44BE-8856-74D66EAA8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712E90-54F0-C187-51EC-CE6EC2D2E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F3B734-2F8C-CF9F-3F3A-217307430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AE9255-9346-7D0A-C525-2D3DF84E3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BCC4BA-6507-3308-F57C-C4B2B9ED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34A5BF-66F9-4CDD-BD5A-C9EE7B95E3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8174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71F1D-F2A8-857A-94FC-596122346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EA0D08A-268B-6420-00DC-B42B9DA1D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F42C67-1022-09BA-8134-075DA1BC4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DD2DC3-40AD-BC6C-34F7-A156BB097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5FB354-4FB0-7130-8440-BEED83441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DC2176-73C5-6464-EEE6-004075F7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5C5C8-0D5D-47E3-B563-69BAA1F3E5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9460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DFEBE-859E-DC9F-4124-3B65E914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E75911D-6508-D5A0-DD65-E5B6826AF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D643F4-5CEF-803D-CB6E-83DF889F4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76761B-B4F4-CE79-FEDB-2CF795CA4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7A3A9D-2CA7-2677-32D0-D69559AD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8341F3-893F-42D1-ACD3-62148055DB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080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FBABAB-0796-3765-2EED-13D544A1D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C9EE89-A52F-0843-6056-C2A4E8CEF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BE891D-C278-D8C1-75A2-17F05F5C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9B8F64-58F3-B126-D860-00CE4069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F8B01C-027A-BECC-A4AA-F6E5702B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410CDF-2132-4289-8A45-55BFAB1B25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0247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>
            <a:extLst>
              <a:ext uri="{FF2B5EF4-FFF2-40B4-BE49-F238E27FC236}">
                <a16:creationId xmlns:a16="http://schemas.microsoft.com/office/drawing/2014/main" id="{9D83D308-B903-9B49-9F2D-FC6F38BE9C11}"/>
              </a:ext>
            </a:extLst>
          </p:cNvPr>
          <p:cNvGrpSpPr>
            <a:grpSpLocks/>
          </p:cNvGrpSpPr>
          <p:nvPr/>
        </p:nvGrpSpPr>
        <p:grpSpPr bwMode="auto">
          <a:xfrm>
            <a:off x="0" y="152400"/>
            <a:ext cx="8686800" cy="6096000"/>
            <a:chOff x="0" y="96"/>
            <a:chExt cx="5472" cy="3840"/>
          </a:xfrm>
        </p:grpSpPr>
        <p:sp>
          <p:nvSpPr>
            <p:cNvPr id="17411" name="AutoShape 3">
              <a:extLst>
                <a:ext uri="{FF2B5EF4-FFF2-40B4-BE49-F238E27FC236}">
                  <a16:creationId xmlns:a16="http://schemas.microsoft.com/office/drawing/2014/main" id="{F8BB0038-5E2D-B713-5D13-C0DA6DF98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7412" name="AutoShape 4">
              <a:extLst>
                <a:ext uri="{FF2B5EF4-FFF2-40B4-BE49-F238E27FC236}">
                  <a16:creationId xmlns:a16="http://schemas.microsoft.com/office/drawing/2014/main" id="{992B3A39-0E31-B2CD-8D5E-80E930B34557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6500 w 1000"/>
                <a:gd name="T3" fmla="*/ 0 h 1000"/>
                <a:gd name="T4" fmla="*/ 7000 w 1000"/>
                <a:gd name="T5" fmla="*/ 500 h 1000"/>
                <a:gd name="T6" fmla="*/ 6500 w 1000"/>
                <a:gd name="T7" fmla="*/ 999 h 1000"/>
                <a:gd name="T8" fmla="*/ 0 w 1000"/>
                <a:gd name="T9" fmla="*/ 1000 h 1000"/>
                <a:gd name="T10" fmla="*/ 0 w 1000"/>
                <a:gd name="T11" fmla="*/ 0 h 1000"/>
                <a:gd name="T12" fmla="*/ G4 w 1000"/>
                <a:gd name="T13" fmla="*/ G1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7000" h="1000">
                  <a:moveTo>
                    <a:pt x="0" y="0"/>
                  </a:moveTo>
                  <a:lnTo>
                    <a:pt x="6500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999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7413" name="Line 5">
              <a:extLst>
                <a:ext uri="{FF2B5EF4-FFF2-40B4-BE49-F238E27FC236}">
                  <a16:creationId xmlns:a16="http://schemas.microsoft.com/office/drawing/2014/main" id="{3B1CD987-CF87-8C20-04C5-F5CA05121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414" name="Rectangle 6">
            <a:extLst>
              <a:ext uri="{FF2B5EF4-FFF2-40B4-BE49-F238E27FC236}">
                <a16:creationId xmlns:a16="http://schemas.microsoft.com/office/drawing/2014/main" id="{2388D5C7-B0F0-947C-4521-A42D016533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A2C7785-6F83-9E28-182E-752DCBB6D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7416" name="Rectangle 8">
            <a:extLst>
              <a:ext uri="{FF2B5EF4-FFF2-40B4-BE49-F238E27FC236}">
                <a16:creationId xmlns:a16="http://schemas.microsoft.com/office/drawing/2014/main" id="{200D36A7-6720-859E-DE83-459D6BBCBEF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17417" name="Rectangle 9">
            <a:extLst>
              <a:ext uri="{FF2B5EF4-FFF2-40B4-BE49-F238E27FC236}">
                <a16:creationId xmlns:a16="http://schemas.microsoft.com/office/drawing/2014/main" id="{4ECBD2B4-EC36-C96B-813F-D3A06EE9A7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pt-BR"/>
          </a:p>
        </p:txBody>
      </p:sp>
      <p:sp>
        <p:nvSpPr>
          <p:cNvPr id="17418" name="Rectangle 10">
            <a:extLst>
              <a:ext uri="{FF2B5EF4-FFF2-40B4-BE49-F238E27FC236}">
                <a16:creationId xmlns:a16="http://schemas.microsoft.com/office/drawing/2014/main" id="{FCBB57AC-A91E-C886-74EF-B8BEB17F43D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819957CD-B0E6-4590-9A0D-C61F8FEDEA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898E47A-C570-DD51-7977-BBA108686E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" y="1427163"/>
            <a:ext cx="8077200" cy="2073275"/>
          </a:xfrm>
        </p:spPr>
        <p:txBody>
          <a:bodyPr/>
          <a:lstStyle/>
          <a:p>
            <a:pPr algn="ctr"/>
            <a:r>
              <a:rPr lang="en-US" altLang="pt-BR" sz="3600" b="1">
                <a:solidFill>
                  <a:schemeClr val="tx1"/>
                </a:solidFill>
              </a:rPr>
              <a:t>166</a:t>
            </a:r>
            <a:br>
              <a:rPr lang="en-US" altLang="pt-BR" sz="3600" b="1">
                <a:solidFill>
                  <a:schemeClr val="tx1"/>
                </a:solidFill>
              </a:rPr>
            </a:br>
            <a:r>
              <a:rPr lang="en-US" altLang="pt-BR" sz="3600" b="1">
                <a:solidFill>
                  <a:schemeClr val="tx1"/>
                </a:solidFill>
              </a:rPr>
              <a:t>DEIXA ENTRAR O REI DA GLÓRIA</a:t>
            </a:r>
            <a:br>
              <a:rPr lang="en-US" altLang="pt-BR" sz="3600" b="1">
                <a:solidFill>
                  <a:schemeClr val="tx1"/>
                </a:solidFill>
              </a:rPr>
            </a:br>
            <a:endParaRPr lang="en-US" altLang="pt-BR" sz="3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3F611E0-F8C4-59E9-296D-CF4417AFB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1268413"/>
            <a:ext cx="7167562" cy="4968875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Ouves tu? Jesus te chama,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Sim, te chama, ó pecador!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A Jesus, que salva e ama,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Vem agora, sem temor.</a:t>
            </a:r>
            <a:br>
              <a:rPr lang="en-US" altLang="pt-BR" sz="4000">
                <a:solidFill>
                  <a:schemeClr val="tx1"/>
                </a:solidFill>
              </a:rPr>
            </a:br>
            <a:endParaRPr lang="en-US" alt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519CA5A-3582-6075-8C85-02621EB3E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1412875"/>
            <a:ext cx="7023100" cy="4824413"/>
          </a:xfrm>
        </p:spPr>
        <p:txBody>
          <a:bodyPr/>
          <a:lstStyle/>
          <a:p>
            <a:r>
              <a:rPr lang="en-US" altLang="pt-BR" sz="3800" b="1" i="1">
                <a:solidFill>
                  <a:schemeClr val="tx1"/>
                </a:solidFill>
              </a:rPr>
              <a:t>Deixa entrar o Rei da glória Em ti mesmo, ó pecador; Quem é este Rei da glória? </a:t>
            </a:r>
            <a:br>
              <a:rPr lang="en-US" altLang="pt-BR" sz="3800" b="1" i="1">
                <a:solidFill>
                  <a:schemeClr val="tx1"/>
                </a:solidFill>
              </a:rPr>
            </a:br>
            <a:r>
              <a:rPr lang="en-US" altLang="pt-BR" sz="3800" b="1" i="1">
                <a:solidFill>
                  <a:schemeClr val="tx1"/>
                </a:solidFill>
              </a:rPr>
              <a:t>E Jesus, o teu Senhor.</a:t>
            </a:r>
            <a:br>
              <a:rPr lang="en-US" altLang="pt-BR" sz="3800" b="1" i="1">
                <a:solidFill>
                  <a:schemeClr val="tx1"/>
                </a:solidFill>
              </a:rPr>
            </a:br>
            <a:endParaRPr lang="en-US" altLang="pt-BR" sz="38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DA4AF5A-D94F-CF30-8F44-8C255BBE7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1412875"/>
            <a:ext cx="7023100" cy="4824413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Para o mundo e o pecado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Tens no coração lugar,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Mas Jesus ressuscitado,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Tu não podes abrigar?</a:t>
            </a:r>
            <a:br>
              <a:rPr lang="en-US" altLang="pt-BR" sz="4000">
                <a:solidFill>
                  <a:schemeClr val="tx1"/>
                </a:solidFill>
              </a:rPr>
            </a:br>
            <a:endParaRPr lang="en-US" alt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C534AE0-0E60-4640-39D5-E790AF5CB3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1412875"/>
            <a:ext cx="7023100" cy="4824413"/>
          </a:xfrm>
        </p:spPr>
        <p:txBody>
          <a:bodyPr/>
          <a:lstStyle/>
          <a:p>
            <a:r>
              <a:rPr lang="en-US" altLang="pt-BR" sz="3800" b="1" i="1">
                <a:solidFill>
                  <a:schemeClr val="tx1"/>
                </a:solidFill>
              </a:rPr>
              <a:t>Deixa entrar o Rei da glória Em ti mesmo, ó pecador; Quem é este Rei da glória? </a:t>
            </a:r>
            <a:br>
              <a:rPr lang="en-US" altLang="pt-BR" sz="3800" b="1" i="1">
                <a:solidFill>
                  <a:schemeClr val="tx1"/>
                </a:solidFill>
              </a:rPr>
            </a:br>
            <a:r>
              <a:rPr lang="en-US" altLang="pt-BR" sz="3800" b="1" i="1">
                <a:solidFill>
                  <a:schemeClr val="tx1"/>
                </a:solidFill>
              </a:rPr>
              <a:t>E Jesus, o teu Senhor.</a:t>
            </a:r>
            <a:br>
              <a:rPr lang="en-US" altLang="pt-BR" sz="3800" b="1" i="1">
                <a:solidFill>
                  <a:schemeClr val="tx1"/>
                </a:solidFill>
              </a:rPr>
            </a:br>
            <a:endParaRPr lang="en-US" altLang="pt-BR" sz="38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33D67E3-EE01-1F76-CA67-36B42FA79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1341438"/>
            <a:ext cx="7023100" cy="4895850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Do prazer, a vista linda,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Deste mundo sedutor,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Sim, um dia aqui se finda,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Com a morte, ó pecador!</a:t>
            </a:r>
            <a:br>
              <a:rPr lang="en-US" altLang="pt-BR" sz="4000">
                <a:solidFill>
                  <a:schemeClr val="tx1"/>
                </a:solidFill>
              </a:rPr>
            </a:br>
            <a:endParaRPr lang="en-US" alt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9C33E36-2F9F-808B-5FF9-DEF0888820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1412875"/>
            <a:ext cx="7023100" cy="4824413"/>
          </a:xfrm>
        </p:spPr>
        <p:txBody>
          <a:bodyPr/>
          <a:lstStyle/>
          <a:p>
            <a:r>
              <a:rPr lang="en-US" altLang="pt-BR" sz="3800" b="1" i="1">
                <a:solidFill>
                  <a:schemeClr val="tx1"/>
                </a:solidFill>
              </a:rPr>
              <a:t>Deixa entrar o Rei da glória Em ti mesmo, ó pecador; Quem é este Rei da glória? </a:t>
            </a:r>
            <a:br>
              <a:rPr lang="en-US" altLang="pt-BR" sz="3800" b="1" i="1">
                <a:solidFill>
                  <a:schemeClr val="tx1"/>
                </a:solidFill>
              </a:rPr>
            </a:br>
            <a:r>
              <a:rPr lang="en-US" altLang="pt-BR" sz="3800" b="1" i="1">
                <a:solidFill>
                  <a:schemeClr val="tx1"/>
                </a:solidFill>
              </a:rPr>
              <a:t>E Jesus, o teu Senhor.</a:t>
            </a:r>
            <a:br>
              <a:rPr lang="en-US" altLang="pt-BR" sz="3800" b="1" i="1">
                <a:solidFill>
                  <a:schemeClr val="tx1"/>
                </a:solidFill>
              </a:rPr>
            </a:br>
            <a:endParaRPr lang="en-US" altLang="pt-BR" sz="38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8542786-785C-4C1D-E264-F0450D823F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888" y="1412875"/>
            <a:ext cx="6951662" cy="4752975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Hoje é dia aceitável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Para vires t'entregar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A Jesus, que mui amável,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Quer, e pode te salvar.	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1400">
                <a:solidFill>
                  <a:schemeClr val="tx1"/>
                </a:solidFill>
              </a:rPr>
              <a:t>	                                                                                                             P.L.M.</a:t>
            </a:r>
            <a:br>
              <a:rPr lang="en-US" altLang="pt-BR" sz="1400">
                <a:solidFill>
                  <a:schemeClr val="tx1"/>
                </a:solidFill>
              </a:rPr>
            </a:br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D1F8844-1EA4-08A0-0F28-C3D666CC3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1412875"/>
            <a:ext cx="7023100" cy="4824413"/>
          </a:xfrm>
        </p:spPr>
        <p:txBody>
          <a:bodyPr/>
          <a:lstStyle/>
          <a:p>
            <a:r>
              <a:rPr lang="en-US" altLang="pt-BR" sz="3800" b="1" i="1">
                <a:solidFill>
                  <a:schemeClr val="tx1"/>
                </a:solidFill>
              </a:rPr>
              <a:t>Deixa entrar o Rei da glória Em ti mesmo, ó pecador; Quem é este Rei da glória? </a:t>
            </a:r>
            <a:br>
              <a:rPr lang="en-US" altLang="pt-BR" sz="3800" b="1" i="1">
                <a:solidFill>
                  <a:schemeClr val="tx1"/>
                </a:solidFill>
              </a:rPr>
            </a:br>
            <a:r>
              <a:rPr lang="en-US" altLang="pt-BR" sz="3800" b="1" i="1">
                <a:solidFill>
                  <a:schemeClr val="tx1"/>
                </a:solidFill>
              </a:rPr>
              <a:t>E Jesus, o teu Senhor.</a:t>
            </a:r>
            <a:br>
              <a:rPr lang="en-US" altLang="pt-BR" sz="3800" b="1" i="1">
                <a:solidFill>
                  <a:schemeClr val="tx1"/>
                </a:solidFill>
              </a:rPr>
            </a:br>
            <a:endParaRPr lang="en-US" altLang="pt-BR" sz="38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Radial</Template>
  <TotalTime>5</TotalTime>
  <Words>247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Wingdings</vt:lpstr>
      <vt:lpstr>Arial Black</vt:lpstr>
      <vt:lpstr>Radial</vt:lpstr>
      <vt:lpstr>166 DEIXA ENTRAR O REI DA GLÓRIA </vt:lpstr>
      <vt:lpstr>Ouves tu? Jesus te chama,  Sim, te chama, ó pecador!  A Jesus, que salva e ama,  Vem agora, sem temor. </vt:lpstr>
      <vt:lpstr>Deixa entrar o Rei da glória Em ti mesmo, ó pecador; Quem é este Rei da glória?  E Jesus, o teu Senhor. </vt:lpstr>
      <vt:lpstr>Para o mundo e o pecado  Tens no coração lugar,  Mas Jesus ressuscitado,  Tu não podes abrigar? </vt:lpstr>
      <vt:lpstr>Deixa entrar o Rei da glória Em ti mesmo, ó pecador; Quem é este Rei da glória?  E Jesus, o teu Senhor. </vt:lpstr>
      <vt:lpstr>Do prazer, a vista linda, Deste mundo sedutor, Sim, um dia aqui se finda, Com a morte, ó pecador! </vt:lpstr>
      <vt:lpstr>Deixa entrar o Rei da glória Em ti mesmo, ó pecador; Quem é este Rei da glória?  E Jesus, o teu Senhor. </vt:lpstr>
      <vt:lpstr>Hoje é dia aceitável Para vires t'entregar A Jesus, que mui amável, Quer, e pode te salvar.                                                                                                                P.L.M. </vt:lpstr>
      <vt:lpstr>Deixa entrar o Rei da glória Em ti mesmo, ó pecador; Quem é este Rei da glória?  E Jesus, o teu Senhor.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166 - DEIXA ENTRAR 0 REI DA GLORIA </dc:title>
  <dc:creator>Montagna</dc:creator>
  <cp:lastModifiedBy>Emerson Souza</cp:lastModifiedBy>
  <cp:revision>2</cp:revision>
  <dcterms:created xsi:type="dcterms:W3CDTF">2005-10-16T04:36:59Z</dcterms:created>
  <dcterms:modified xsi:type="dcterms:W3CDTF">2026-05-02T21:50:42Z</dcterms:modified>
</cp:coreProperties>
</file>