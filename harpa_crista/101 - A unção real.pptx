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4F2BF4-5168-5A01-F07E-D15316719B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7954790-BFFA-EAB9-F69A-EE55AD4BDB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288CB67-EDF9-C8D0-7AB5-E408707AD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855F016-D81F-9B57-CE1B-13156CDED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A1C3785-3925-1004-99AF-9E8FFDCA5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DF09F6-D9DC-4B20-913C-D4E596956F8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09664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A2532C-0FC2-2B1E-2E4C-77C636E6D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D624DDA-9EB9-AEF1-7BE4-30CC678206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D8E52FB-7713-79C7-7069-49CB1F684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A1BBB3B-461A-9FAC-6A1C-C2EDE2ACF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018996C-7160-BA25-CC76-50B542460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3576F7F-4A8A-4747-97AE-70A587D16A2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928746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29554C-7A0B-98DC-80D2-624055563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71E9D01-B408-FE1C-3F2B-99919FBB86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CFA61D2-C08B-C57D-CC67-31088542B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B0B4B35-B4B8-7F08-3C02-5F64770CD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0E999A9-977A-2B53-A652-FA3E24E34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4873E41-C9DB-4B2D-9450-B6034038A0C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551372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B178FD-2134-A53E-CDB9-516613B11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872AB39-85E9-71BD-E342-B7FA4DFFBD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53D8021-4671-33AA-0B6D-28F56E5F89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01E025D-2E56-CD71-05F2-9637CCF4F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F985EC2-5C5B-8F0D-0B0C-91BFC3267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0DA0AFF-191A-52FB-3D71-8FFBE03D1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8E0D503-248C-48AC-B05F-418CAF7F57D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31450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28E6F3-4AEA-1F16-87BF-1D205043A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FB2F9F7-EFAE-F59D-E813-07DD1D150E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C6F3F71-4E0B-3436-5DDE-57F23DC3E4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A169F1B3-DEC0-C3A0-B663-45BD48A7B1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13EF31E-A421-B84A-EC6C-FAA92DD899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1A9757BA-8A7E-4A8C-9A30-EA066CD18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DE83CE9-C562-A14E-01AE-05307751F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31253670-2DAC-17C1-E61D-211EEDEA2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31CAA0-CA31-462B-B0E4-D63C136605A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91313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1F89D9-09CF-2721-6AE5-EF220963A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EEA91B82-6B4D-668C-3F77-6A1C7D1A2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30D6615-4131-AA4B-96E2-5CDAABC84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994C09A-C123-51BF-679A-1A3ADB909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6F8159D-DE03-4CED-95A5-4D9D7D5F602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98444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C91CE1C-43C1-8C67-3CDB-1D21ABA7F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2E9B68B-9F54-2C9D-D6A3-585E356A2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1726E43-D6A1-132B-E496-E26A08AE7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CD9778-B6D0-40B7-93BB-FA8CA2A0F0E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420114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0D9A90-A091-D122-8E20-2ABC77C07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68143C8-4D96-620F-DE7D-4E0A247570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49C35F0-F16A-ABA1-6470-05D3A3C97B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D0D2418-044F-895E-E24F-3F9F5D3B0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614A796-C23E-EB9C-1935-0CB38B279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5448B37-DD2F-E28A-6F43-0161D7B59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CF375CD-15CD-46D1-9503-F7BEF23E4AF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66844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E5F0CB-2E6C-A831-D3DC-AA1C7E85B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D705BFC-F81B-EA5B-8F11-7E5AF41A33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BF06E0A-F834-5CB1-1CD0-2F1E16DF13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E7A76DC-EF71-B419-54EE-4A401E21D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1C650C9-BC3D-595C-0E80-D915A19DB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C493539-47DD-3479-F7DF-53DBEB900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0B22EE-A5A5-4DB0-9083-0E244CEEE97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73990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1079F3-953B-861D-5CAB-0DFDE6AF1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3E73888-4B10-70F5-BF49-8D0DD06B87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1D891A9-C6B4-09CB-BF46-F9493B801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6CBFE28-A24D-5853-DCEA-FFF7C6B37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BA8AEEB-EC4D-06F6-83C8-F975E5A0F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C1EF54-B4A7-4C91-B8E0-B8B836ECF92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3429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ED7B49E-F65C-C225-4EC7-9BD742E6A4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4675D35-CC52-5175-1BE3-11D29FAC47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12E5426-C3F4-0932-8A6E-961F493D4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2FECA07-BD02-CB57-457B-EF5D23C61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71141A4-A15C-20DC-3E17-BA98C146B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A1C39E2-C0D6-4490-9DD3-449A9356BDD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07037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B4DD71B7-52B1-9E74-4392-86D39BB842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A47E1FF5-CCB6-7237-A977-D46F3D7F44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2416D3A1-3608-E1AA-A65B-CCF7A4DBA70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E33AF16F-9C37-805C-0BBA-D86C9EB74CB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E2701C7A-CD05-BFB5-AF1C-4301BF64104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049257E3-EB6A-4EA5-A32A-6D412ACBBEA1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81D0962C-40F2-21D5-569A-14F29D99853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i="1"/>
              <a:t>101</a:t>
            </a:r>
            <a:br>
              <a:rPr lang="en-US" altLang="pt-BR" sz="4000" i="1"/>
            </a:br>
            <a:r>
              <a:rPr lang="en-US" altLang="pt-BR" sz="4000" i="1"/>
              <a:t>A UNÇÃO REAL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B68D1772-64A6-229D-CD67-A13D2B30A53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4">
            <a:extLst>
              <a:ext uri="{FF2B5EF4-FFF2-40B4-BE49-F238E27FC236}">
                <a16:creationId xmlns:a16="http://schemas.microsoft.com/office/drawing/2014/main" id="{B5D325B3-85FE-1AD4-3095-0C4481AEA8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6019800"/>
          </a:xfrm>
        </p:spPr>
        <p:txBody>
          <a:bodyPr/>
          <a:lstStyle/>
          <a:p>
            <a:r>
              <a:rPr lang="en-US" altLang="pt-BR" sz="4000" i="1"/>
              <a:t>Qual órfãos não nos deixou o Senhor, Mas como nos prometeu,</a:t>
            </a:r>
            <a:br>
              <a:rPr lang="en-US" altLang="pt-BR" sz="4000" i="1"/>
            </a:br>
            <a:r>
              <a:rPr lang="en-US" altLang="pt-BR" sz="4000" i="1"/>
              <a:t>Mandou-nos o bom Consolador, </a:t>
            </a:r>
            <a:br>
              <a:rPr lang="en-US" altLang="pt-BR" sz="4000" i="1"/>
            </a:br>
            <a:r>
              <a:rPr lang="en-US" altLang="pt-BR" sz="4000" i="1"/>
              <a:t>Que nos encheu do poder do céu, </a:t>
            </a:r>
            <a:br>
              <a:rPr lang="en-US" altLang="pt-BR" sz="4000" i="1"/>
            </a:br>
            <a:r>
              <a:rPr lang="en-US" altLang="pt-BR" sz="4000" i="1"/>
              <a:t>Do Seu divinal amor!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37D4280A-D30D-6019-1A55-57E47FDD63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6019800"/>
          </a:xfrm>
        </p:spPr>
        <p:txBody>
          <a:bodyPr/>
          <a:lstStyle/>
          <a:p>
            <a:r>
              <a:rPr lang="en-US" altLang="pt-BR" sz="4000" b="1" i="1"/>
              <a:t>Recebestes já a unção real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Do Espírito Consolador?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Deus quer te usar </a:t>
            </a:r>
            <a:br>
              <a:rPr lang="en-US" altLang="pt-BR" sz="4000" b="1" i="1"/>
            </a:br>
            <a:r>
              <a:rPr lang="en-US" altLang="pt-BR" sz="4000" b="1" i="1"/>
              <a:t>Para outros salvar,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Se recebes o Consolador.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0BCAA390-1648-7264-998F-892B923BC6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6019800"/>
          </a:xfrm>
        </p:spPr>
        <p:txBody>
          <a:bodyPr/>
          <a:lstStyle/>
          <a:p>
            <a:r>
              <a:rPr lang="en-US" altLang="pt-BR" sz="4000" i="1"/>
              <a:t>O crentes, Deus vos convida também </a:t>
            </a:r>
            <a:br>
              <a:rPr lang="en-US" altLang="pt-BR" sz="4000" i="1"/>
            </a:br>
            <a:r>
              <a:rPr lang="en-US" altLang="pt-BR" sz="4000" i="1"/>
              <a:t>A vir buscar Seu poder; </a:t>
            </a:r>
            <a:br>
              <a:rPr lang="en-US" altLang="pt-BR" sz="4000" i="1"/>
            </a:br>
            <a:r>
              <a:rPr lang="en-US" altLang="pt-BR" sz="4000" i="1"/>
              <a:t>E para todo, que humilde vem </a:t>
            </a:r>
            <a:br>
              <a:rPr lang="en-US" altLang="pt-BR" sz="4000" i="1"/>
            </a:br>
            <a:r>
              <a:rPr lang="en-US" altLang="pt-BR" sz="4000" i="1"/>
              <a:t>O Santo Hóspede receber: </a:t>
            </a:r>
            <a:br>
              <a:rPr lang="en-US" altLang="pt-BR" sz="4000" i="1"/>
            </a:br>
            <a:r>
              <a:rPr lang="en-US" altLang="pt-BR" sz="4000" i="1"/>
              <a:t>Orando se obtém.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C1C3ADC3-7703-96C7-7C81-D358CF816F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6019800"/>
          </a:xfrm>
        </p:spPr>
        <p:txBody>
          <a:bodyPr/>
          <a:lstStyle/>
          <a:p>
            <a:r>
              <a:rPr lang="en-US" altLang="pt-BR" sz="4000" b="1" i="1"/>
              <a:t>Recebestes já a unção real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Do Espírito Consolador?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Deus quer te usar </a:t>
            </a:r>
            <a:br>
              <a:rPr lang="en-US" altLang="pt-BR" sz="4000" b="1" i="1"/>
            </a:br>
            <a:r>
              <a:rPr lang="en-US" altLang="pt-BR" sz="4000" b="1" i="1"/>
              <a:t>Para outros salvar,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Se recebes o Consolador.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836028E7-0B64-107A-077B-5D0DC39A13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6019800"/>
          </a:xfrm>
        </p:spPr>
        <p:txBody>
          <a:bodyPr/>
          <a:lstStyle/>
          <a:p>
            <a:r>
              <a:rPr lang="en-US" altLang="pt-BR" sz="4000" i="1"/>
              <a:t>Um Pentecoste, Jesus prometeu, </a:t>
            </a:r>
            <a:br>
              <a:rPr lang="en-US" altLang="pt-BR" sz="4000" i="1"/>
            </a:br>
            <a:r>
              <a:rPr lang="en-US" altLang="pt-BR" sz="4000" i="1"/>
              <a:t>A cada um coração; </a:t>
            </a:r>
            <a:br>
              <a:rPr lang="en-US" altLang="pt-BR" sz="4000" i="1"/>
            </a:br>
            <a:r>
              <a:rPr lang="en-US" altLang="pt-BR" sz="4000" i="1"/>
              <a:t>Prostrados, roguemos, pois a Deus, Com fé, em potente oração, </a:t>
            </a:r>
            <a:br>
              <a:rPr lang="en-US" altLang="pt-BR" sz="4000" i="1"/>
            </a:br>
            <a:r>
              <a:rPr lang="en-US" altLang="pt-BR" sz="4000" i="1"/>
              <a:t>Pra viro poder do céu.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022E18F0-278B-E7FE-9D71-36A8644EAC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6019800"/>
          </a:xfrm>
        </p:spPr>
        <p:txBody>
          <a:bodyPr/>
          <a:lstStyle/>
          <a:p>
            <a:r>
              <a:rPr lang="en-US" altLang="pt-BR" sz="4000" b="1" i="1"/>
              <a:t>Recebestes já a unção real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Do Espírito Consolador?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Deus quer te usar </a:t>
            </a:r>
            <a:br>
              <a:rPr lang="en-US" altLang="pt-BR" sz="4000" b="1" i="1"/>
            </a:br>
            <a:r>
              <a:rPr lang="en-US" altLang="pt-BR" sz="4000" b="1" i="1"/>
              <a:t>Para outros salvar,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Se recebes o Consolador.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185</Words>
  <Application>Microsoft Office PowerPoint</Application>
  <PresentationFormat>Apresentação na tela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9" baseType="lpstr">
      <vt:lpstr>Arial</vt:lpstr>
      <vt:lpstr>Design padrão</vt:lpstr>
      <vt:lpstr>101 A UNÇÃO REAL </vt:lpstr>
      <vt:lpstr>Qual órfãos não nos deixou o Senhor, Mas como nos prometeu, Mandou-nos o bom Consolador,  Que nos encheu do poder do céu,  Do Seu divinal amor! </vt:lpstr>
      <vt:lpstr>Recebestes já a unção real  Do Espírito Consolador?  Deus quer te usar  Para outros salvar,  Se recebes o Consolador. </vt:lpstr>
      <vt:lpstr>O crentes, Deus vos convida também  A vir buscar Seu poder;  E para todo, que humilde vem  O Santo Hóspede receber:  Orando se obtém. </vt:lpstr>
      <vt:lpstr>Recebestes já a unção real  Do Espírito Consolador?  Deus quer te usar  Para outros salvar,  Se recebes o Consolador. </vt:lpstr>
      <vt:lpstr>Um Pentecoste, Jesus prometeu,  A cada um coração;  Prostrados, roguemos, pois a Deus, Com fé, em potente oração,  Pra viro poder do céu. </vt:lpstr>
      <vt:lpstr>Recebestes já a unção real  Do Espírito Consolador?  Deus quer te usar  Para outros salvar,  Se recebes o Consolador.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101 A UNÇÃO REAL </dc:title>
  <dc:creator>Junior</dc:creator>
  <cp:lastModifiedBy>Emerson Souza</cp:lastModifiedBy>
  <cp:revision>1</cp:revision>
  <dcterms:created xsi:type="dcterms:W3CDTF">2005-12-23T13:32:09Z</dcterms:created>
  <dcterms:modified xsi:type="dcterms:W3CDTF">2026-05-02T21:45:10Z</dcterms:modified>
</cp:coreProperties>
</file>