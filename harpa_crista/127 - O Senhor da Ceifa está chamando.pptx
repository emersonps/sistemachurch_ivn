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64" r:id="rId3"/>
    <p:sldId id="257" r:id="rId4"/>
    <p:sldId id="258" r:id="rId5"/>
    <p:sldId id="261" r:id="rId6"/>
    <p:sldId id="259" r:id="rId7"/>
    <p:sldId id="262" r:id="rId8"/>
    <p:sldId id="260" r:id="rId9"/>
    <p:sldId id="263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66" d="100"/>
          <a:sy n="66" d="100"/>
        </p:scale>
        <p:origin x="-114" y="-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>
            <a:extLst>
              <a:ext uri="{FF2B5EF4-FFF2-40B4-BE49-F238E27FC236}">
                <a16:creationId xmlns:a16="http://schemas.microsoft.com/office/drawing/2014/main" id="{357AA121-9904-CDAD-9D06-0F7FF6160B1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10243" name="Freeform 3">
              <a:extLst>
                <a:ext uri="{FF2B5EF4-FFF2-40B4-BE49-F238E27FC236}">
                  <a16:creationId xmlns:a16="http://schemas.microsoft.com/office/drawing/2014/main" id="{4B418082-1BE8-0B58-1FE0-6BA8FB07B7A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44" name="Freeform 4">
              <a:extLst>
                <a:ext uri="{FF2B5EF4-FFF2-40B4-BE49-F238E27FC236}">
                  <a16:creationId xmlns:a16="http://schemas.microsoft.com/office/drawing/2014/main" id="{11E798A3-1105-2257-BEC8-631D3EEF59F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45" name="Freeform 5">
              <a:extLst>
                <a:ext uri="{FF2B5EF4-FFF2-40B4-BE49-F238E27FC236}">
                  <a16:creationId xmlns:a16="http://schemas.microsoft.com/office/drawing/2014/main" id="{E3A696CE-61AD-3DFA-1D54-95BF8793300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0246" name="Group 6">
              <a:extLst>
                <a:ext uri="{FF2B5EF4-FFF2-40B4-BE49-F238E27FC236}">
                  <a16:creationId xmlns:a16="http://schemas.microsoft.com/office/drawing/2014/main" id="{81F14C59-0F3F-223E-673C-4A37F6DAEC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0247" name="Freeform 7">
                <a:extLst>
                  <a:ext uri="{FF2B5EF4-FFF2-40B4-BE49-F238E27FC236}">
                    <a16:creationId xmlns:a16="http://schemas.microsoft.com/office/drawing/2014/main" id="{65574363-C6FC-D51C-F493-1F5C7BF6B7E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48" name="Freeform 8">
                <a:extLst>
                  <a:ext uri="{FF2B5EF4-FFF2-40B4-BE49-F238E27FC236}">
                    <a16:creationId xmlns:a16="http://schemas.microsoft.com/office/drawing/2014/main" id="{60113AC6-1780-A761-C864-AC9E1AA77E8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49" name="Freeform 9">
                <a:extLst>
                  <a:ext uri="{FF2B5EF4-FFF2-40B4-BE49-F238E27FC236}">
                    <a16:creationId xmlns:a16="http://schemas.microsoft.com/office/drawing/2014/main" id="{EDC45340-AD21-5DD0-A51B-15DB979EDE7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0" name="Freeform 10">
                <a:extLst>
                  <a:ext uri="{FF2B5EF4-FFF2-40B4-BE49-F238E27FC236}">
                    <a16:creationId xmlns:a16="http://schemas.microsoft.com/office/drawing/2014/main" id="{B9366BAF-0873-B6CB-3540-6729E664B41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1" name="Freeform 11">
                <a:extLst>
                  <a:ext uri="{FF2B5EF4-FFF2-40B4-BE49-F238E27FC236}">
                    <a16:creationId xmlns:a16="http://schemas.microsoft.com/office/drawing/2014/main" id="{0B7E2CAC-1D02-E1E7-149C-937B54151DC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2" name="Freeform 12">
                <a:extLst>
                  <a:ext uri="{FF2B5EF4-FFF2-40B4-BE49-F238E27FC236}">
                    <a16:creationId xmlns:a16="http://schemas.microsoft.com/office/drawing/2014/main" id="{5462C2E8-1ABD-71C9-62B1-34AC710F005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3" name="Freeform 13">
                <a:extLst>
                  <a:ext uri="{FF2B5EF4-FFF2-40B4-BE49-F238E27FC236}">
                    <a16:creationId xmlns:a16="http://schemas.microsoft.com/office/drawing/2014/main" id="{B40A8B6F-EF06-EEAB-C758-0FF36928F18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4" name="Freeform 14">
                <a:extLst>
                  <a:ext uri="{FF2B5EF4-FFF2-40B4-BE49-F238E27FC236}">
                    <a16:creationId xmlns:a16="http://schemas.microsoft.com/office/drawing/2014/main" id="{D1AA4B72-3425-0DD5-12EE-1784F26A7F9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5" name="Freeform 15">
                <a:extLst>
                  <a:ext uri="{FF2B5EF4-FFF2-40B4-BE49-F238E27FC236}">
                    <a16:creationId xmlns:a16="http://schemas.microsoft.com/office/drawing/2014/main" id="{D92597BF-72B3-276C-C1FD-1CDFAB637FE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6" name="Freeform 16">
                <a:extLst>
                  <a:ext uri="{FF2B5EF4-FFF2-40B4-BE49-F238E27FC236}">
                    <a16:creationId xmlns:a16="http://schemas.microsoft.com/office/drawing/2014/main" id="{2F7F9CA1-D1BF-771B-468A-20729357D2A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7" name="Freeform 17">
                <a:extLst>
                  <a:ext uri="{FF2B5EF4-FFF2-40B4-BE49-F238E27FC236}">
                    <a16:creationId xmlns:a16="http://schemas.microsoft.com/office/drawing/2014/main" id="{95230BC6-3EA6-DEB7-1C84-BAF799C5C59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8" name="Freeform 18">
                <a:extLst>
                  <a:ext uri="{FF2B5EF4-FFF2-40B4-BE49-F238E27FC236}">
                    <a16:creationId xmlns:a16="http://schemas.microsoft.com/office/drawing/2014/main" id="{5F0E5159-11CB-F898-512E-2A572E86A91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9" name="Freeform 19">
                <a:extLst>
                  <a:ext uri="{FF2B5EF4-FFF2-40B4-BE49-F238E27FC236}">
                    <a16:creationId xmlns:a16="http://schemas.microsoft.com/office/drawing/2014/main" id="{6271FCC1-7F43-6145-91C6-078C951345C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0260" name="Freeform 20">
              <a:extLst>
                <a:ext uri="{FF2B5EF4-FFF2-40B4-BE49-F238E27FC236}">
                  <a16:creationId xmlns:a16="http://schemas.microsoft.com/office/drawing/2014/main" id="{D6D8AA3D-EEF7-EA4C-E137-EAD80CAAE1B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1" name="Freeform 21">
              <a:extLst>
                <a:ext uri="{FF2B5EF4-FFF2-40B4-BE49-F238E27FC236}">
                  <a16:creationId xmlns:a16="http://schemas.microsoft.com/office/drawing/2014/main" id="{FA939783-2A63-B31A-E5E6-14EE952D75E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2" name="Freeform 22">
              <a:extLst>
                <a:ext uri="{FF2B5EF4-FFF2-40B4-BE49-F238E27FC236}">
                  <a16:creationId xmlns:a16="http://schemas.microsoft.com/office/drawing/2014/main" id="{A06101AB-0EC3-8F92-AC90-133AC6DB199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3" name="Freeform 23">
              <a:extLst>
                <a:ext uri="{FF2B5EF4-FFF2-40B4-BE49-F238E27FC236}">
                  <a16:creationId xmlns:a16="http://schemas.microsoft.com/office/drawing/2014/main" id="{60ED98CA-9FCB-A8C5-26E0-E6F59DB2EF8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4" name="Freeform 24">
              <a:extLst>
                <a:ext uri="{FF2B5EF4-FFF2-40B4-BE49-F238E27FC236}">
                  <a16:creationId xmlns:a16="http://schemas.microsoft.com/office/drawing/2014/main" id="{7C7D6DF3-7B73-0B1D-71C2-52E560AF716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5" name="Freeform 25">
              <a:extLst>
                <a:ext uri="{FF2B5EF4-FFF2-40B4-BE49-F238E27FC236}">
                  <a16:creationId xmlns:a16="http://schemas.microsoft.com/office/drawing/2014/main" id="{45551FD3-0F2E-34FF-D5F3-3BAD26E6F0F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6" name="Freeform 26">
              <a:extLst>
                <a:ext uri="{FF2B5EF4-FFF2-40B4-BE49-F238E27FC236}">
                  <a16:creationId xmlns:a16="http://schemas.microsoft.com/office/drawing/2014/main" id="{46212B22-F26B-9C6E-C229-FBAA401611F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7" name="Freeform 27">
              <a:extLst>
                <a:ext uri="{FF2B5EF4-FFF2-40B4-BE49-F238E27FC236}">
                  <a16:creationId xmlns:a16="http://schemas.microsoft.com/office/drawing/2014/main" id="{8FF39849-8CBF-F094-4959-33BF7724E3C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8" name="Line 28">
              <a:extLst>
                <a:ext uri="{FF2B5EF4-FFF2-40B4-BE49-F238E27FC236}">
                  <a16:creationId xmlns:a16="http://schemas.microsoft.com/office/drawing/2014/main" id="{AE8683FC-E33A-9839-71FC-3B11B43A70CE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9" name="Line 29">
              <a:extLst>
                <a:ext uri="{FF2B5EF4-FFF2-40B4-BE49-F238E27FC236}">
                  <a16:creationId xmlns:a16="http://schemas.microsoft.com/office/drawing/2014/main" id="{20FD6A61-0104-D75C-E057-55F765579192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70" name="Line 30">
              <a:extLst>
                <a:ext uri="{FF2B5EF4-FFF2-40B4-BE49-F238E27FC236}">
                  <a16:creationId xmlns:a16="http://schemas.microsoft.com/office/drawing/2014/main" id="{20FCEDE7-2F0B-2DD2-625A-5D5DB39ECC8E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0271" name="Group 31">
              <a:extLst>
                <a:ext uri="{FF2B5EF4-FFF2-40B4-BE49-F238E27FC236}">
                  <a16:creationId xmlns:a16="http://schemas.microsoft.com/office/drawing/2014/main" id="{9D767CE1-41A0-64CA-27AA-A345E845B4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272" name="Line 32">
                <a:extLst>
                  <a:ext uri="{FF2B5EF4-FFF2-40B4-BE49-F238E27FC236}">
                    <a16:creationId xmlns:a16="http://schemas.microsoft.com/office/drawing/2014/main" id="{1FF87848-055D-0BA0-C7DD-A7B3E11B99D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73" name="Line 33">
                <a:extLst>
                  <a:ext uri="{FF2B5EF4-FFF2-40B4-BE49-F238E27FC236}">
                    <a16:creationId xmlns:a16="http://schemas.microsoft.com/office/drawing/2014/main" id="{3536A3CD-0AD2-0A9D-2649-5EEE7BFB218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74" name="Line 34">
                <a:extLst>
                  <a:ext uri="{FF2B5EF4-FFF2-40B4-BE49-F238E27FC236}">
                    <a16:creationId xmlns:a16="http://schemas.microsoft.com/office/drawing/2014/main" id="{CB320F76-7FC3-6783-D8B1-FEC7ABC78D1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75" name="Line 35">
                <a:extLst>
                  <a:ext uri="{FF2B5EF4-FFF2-40B4-BE49-F238E27FC236}">
                    <a16:creationId xmlns:a16="http://schemas.microsoft.com/office/drawing/2014/main" id="{D6921CCA-9261-5916-0F50-385D8480D77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76" name="Line 36">
                <a:extLst>
                  <a:ext uri="{FF2B5EF4-FFF2-40B4-BE49-F238E27FC236}">
                    <a16:creationId xmlns:a16="http://schemas.microsoft.com/office/drawing/2014/main" id="{2EBEB48A-A732-E2F7-0A4D-6F3AE65CF38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0277" name="Line 37">
              <a:extLst>
                <a:ext uri="{FF2B5EF4-FFF2-40B4-BE49-F238E27FC236}">
                  <a16:creationId xmlns:a16="http://schemas.microsoft.com/office/drawing/2014/main" id="{425B0B61-647A-5299-FC3F-53C0CF8CE10D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78" name="Line 38">
              <a:extLst>
                <a:ext uri="{FF2B5EF4-FFF2-40B4-BE49-F238E27FC236}">
                  <a16:creationId xmlns:a16="http://schemas.microsoft.com/office/drawing/2014/main" id="{4CBC563B-1F70-7CF7-6F4A-76454C756E32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279" name="Rectangle 39">
            <a:extLst>
              <a:ext uri="{FF2B5EF4-FFF2-40B4-BE49-F238E27FC236}">
                <a16:creationId xmlns:a16="http://schemas.microsoft.com/office/drawing/2014/main" id="{778803F4-4DCD-CED4-6DA5-2A8AD733D006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0280" name="Rectangle 40">
            <a:extLst>
              <a:ext uri="{FF2B5EF4-FFF2-40B4-BE49-F238E27FC236}">
                <a16:creationId xmlns:a16="http://schemas.microsoft.com/office/drawing/2014/main" id="{03332491-3F89-BF91-0C63-F6B0DA83CAB9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0281" name="Rectangle 41">
            <a:extLst>
              <a:ext uri="{FF2B5EF4-FFF2-40B4-BE49-F238E27FC236}">
                <a16:creationId xmlns:a16="http://schemas.microsoft.com/office/drawing/2014/main" id="{113B6729-DFCD-52F6-6B72-7013D3B69B7D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0282" name="Rectangle 42">
            <a:extLst>
              <a:ext uri="{FF2B5EF4-FFF2-40B4-BE49-F238E27FC236}">
                <a16:creationId xmlns:a16="http://schemas.microsoft.com/office/drawing/2014/main" id="{214142BA-54E2-28B2-64D7-AD197FBEB3E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0283" name="Rectangle 43">
            <a:extLst>
              <a:ext uri="{FF2B5EF4-FFF2-40B4-BE49-F238E27FC236}">
                <a16:creationId xmlns:a16="http://schemas.microsoft.com/office/drawing/2014/main" id="{C7AD79E0-1B52-C278-7B07-BDEEBC9063C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C281EB7F-C086-4936-84B8-AE0864171F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8C6EC-DDA2-AB18-3893-B29B72B0D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AF6B65-46F1-AB76-5349-AE29966F2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54C889-0F20-B39F-2A00-2DF7553BD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22B077-8FBE-C1F1-D141-FF407CCB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232AED-944B-B439-1C50-632DABF1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F31F22-ED6C-4627-ABD3-11E75E061D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511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55543-D575-EA69-623A-24E682911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529F42-744A-A373-5190-92B1706BE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703106-7EDE-95A1-7A93-80AB55749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BF5F82-2348-A3C1-255D-9063D89D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82A9CE-24C4-B11A-9A92-E8B16649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FE606C-5D5B-40AA-9192-D8313FEAA4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3188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5776C-E7EC-D986-4323-94128EB9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302C69-CD7E-B01C-C39A-EB9AF9312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96430CB-F07D-AB6F-3CBD-D325A2612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476A73-A61B-9733-BBB5-7FE24EA8D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419BAE-9010-614E-54E4-05221912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45E63E-A603-A45C-87E6-619C58AB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7FC06E-9F7D-4054-9A59-E907402DE8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073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6D5FB-B957-7237-8F88-67F22A877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CC7CF4-E06B-D329-3046-DDC85FFC9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C4B68E-9DE2-5E73-2F8D-CB209CABC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0517625-B2C6-9C40-C9D0-79018C8D3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1C439EC-56D1-7AE5-6A03-E1A259B8C8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C0CFC56-5A88-E307-648D-79E50FCC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69316F7-1DF4-9F65-E77E-28869DE29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08DB543-D0AE-EFDD-1785-80D3ABE5F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6FAD10-8BE6-4CC8-A3FA-96958CF5AB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328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A15453-3FB6-68D9-1120-67949C8F5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28AFA60-7C83-5FB0-727B-53BC32511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B03310-7B54-0712-930F-8301C3C02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BC4FDC1-E354-9008-E6E3-138E0380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E701C1-D3D1-4B9F-8D40-0169275132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99753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9D438-B710-E769-06A0-BE7B059A3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262B51B-58FB-D7D1-C811-5A1A38C63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3F0ABD-D086-1A79-39E6-D01E94900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51C07E-63C8-4EAD-B2C6-CCC30B0F68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75009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EDBD0-AE0F-14B6-CCB7-DDB140836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C3398E-C735-E230-CC18-1975A080B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80051E-7175-AC4D-ADC9-8AEC251C9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7833E0-7316-1837-03AB-A04A41803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12FD6F-679C-BBF3-E176-887642158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E2DB6B-4B12-B8B7-60C7-97C32745F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C1F627-24E2-44F6-85A1-8E5A90CBAB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74309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48AED-E423-E9A7-7698-68F82F0E6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E5E1338-CD56-B89E-B58F-5802B14C79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C4F4E2B-0A22-61BD-F42D-5683B332E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B01BFD-B1A2-8389-101D-ED457F9F5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6680A1-2613-22AD-003F-EA080BA51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67EA0F-A42C-D4C4-530A-BFF865AD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30A932-CCB7-413A-A647-C261DE6161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8627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34B52-BDCD-9138-4448-38D8FE286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F229CFB-45A9-B556-B814-037EC3433B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D1ABC8-987A-2155-7E25-7328008C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975BCB-4571-C56B-B71A-C59981B9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7233AA-DBAB-9F24-210A-53288CCA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034C74-38D8-4CAA-A20D-0A714BB535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5848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57F194C-1591-EE53-E954-A367C7937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0F87F23-21C3-912A-3EC2-27CC93A38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8B33D5-E4B8-7510-796A-04B0BD3A0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0DA573-32B8-E296-7E45-C4F976C05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24BA44-ACA7-4CC8-EA2D-FCD4552A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F1F30-C8AD-46D4-9BE2-95BB17993D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69803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>
            <a:extLst>
              <a:ext uri="{FF2B5EF4-FFF2-40B4-BE49-F238E27FC236}">
                <a16:creationId xmlns:a16="http://schemas.microsoft.com/office/drawing/2014/main" id="{3BFD92FD-03A6-755F-D1E2-D1C9F631A1BB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9219" name="Freeform 3">
              <a:extLst>
                <a:ext uri="{FF2B5EF4-FFF2-40B4-BE49-F238E27FC236}">
                  <a16:creationId xmlns:a16="http://schemas.microsoft.com/office/drawing/2014/main" id="{FABF7776-382D-2B41-A22A-196DFB02B15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0" name="Freeform 4">
              <a:extLst>
                <a:ext uri="{FF2B5EF4-FFF2-40B4-BE49-F238E27FC236}">
                  <a16:creationId xmlns:a16="http://schemas.microsoft.com/office/drawing/2014/main" id="{C5029C3C-C407-B4AD-1ADC-A0AA2A7A751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1" name="Freeform 5">
              <a:extLst>
                <a:ext uri="{FF2B5EF4-FFF2-40B4-BE49-F238E27FC236}">
                  <a16:creationId xmlns:a16="http://schemas.microsoft.com/office/drawing/2014/main" id="{C71AAA08-DE88-02C5-9DEB-1FBFFA85A15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9222" name="Group 6">
              <a:extLst>
                <a:ext uri="{FF2B5EF4-FFF2-40B4-BE49-F238E27FC236}">
                  <a16:creationId xmlns:a16="http://schemas.microsoft.com/office/drawing/2014/main" id="{B9F09464-AFB2-3044-1240-FEE7A5B02D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9223" name="Freeform 7">
                <a:extLst>
                  <a:ext uri="{FF2B5EF4-FFF2-40B4-BE49-F238E27FC236}">
                    <a16:creationId xmlns:a16="http://schemas.microsoft.com/office/drawing/2014/main" id="{1013D4E7-B7A8-954F-ED69-5F1473D82A5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4" name="Freeform 8">
                <a:extLst>
                  <a:ext uri="{FF2B5EF4-FFF2-40B4-BE49-F238E27FC236}">
                    <a16:creationId xmlns:a16="http://schemas.microsoft.com/office/drawing/2014/main" id="{3EC6447E-7F94-E6C6-37E2-F142040E33B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5" name="Freeform 9">
                <a:extLst>
                  <a:ext uri="{FF2B5EF4-FFF2-40B4-BE49-F238E27FC236}">
                    <a16:creationId xmlns:a16="http://schemas.microsoft.com/office/drawing/2014/main" id="{1674E048-7D40-5330-6295-DC23CCAA740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6" name="Freeform 10">
                <a:extLst>
                  <a:ext uri="{FF2B5EF4-FFF2-40B4-BE49-F238E27FC236}">
                    <a16:creationId xmlns:a16="http://schemas.microsoft.com/office/drawing/2014/main" id="{F2B303E9-1F20-36E9-E413-8778F120BA0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7" name="Freeform 11">
                <a:extLst>
                  <a:ext uri="{FF2B5EF4-FFF2-40B4-BE49-F238E27FC236}">
                    <a16:creationId xmlns:a16="http://schemas.microsoft.com/office/drawing/2014/main" id="{3F35ED94-7D95-4BA1-2E5B-CE69642C7B7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8" name="Freeform 12">
                <a:extLst>
                  <a:ext uri="{FF2B5EF4-FFF2-40B4-BE49-F238E27FC236}">
                    <a16:creationId xmlns:a16="http://schemas.microsoft.com/office/drawing/2014/main" id="{FD165109-25AF-3510-6413-43DA88FCED8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9" name="Freeform 13">
                <a:extLst>
                  <a:ext uri="{FF2B5EF4-FFF2-40B4-BE49-F238E27FC236}">
                    <a16:creationId xmlns:a16="http://schemas.microsoft.com/office/drawing/2014/main" id="{9F5A6D2D-C0E2-0CF2-E99D-8660554B5D2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0" name="Freeform 14">
                <a:extLst>
                  <a:ext uri="{FF2B5EF4-FFF2-40B4-BE49-F238E27FC236}">
                    <a16:creationId xmlns:a16="http://schemas.microsoft.com/office/drawing/2014/main" id="{8A6B6372-0830-7B50-FA6B-D10F5E77978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1" name="Freeform 15">
                <a:extLst>
                  <a:ext uri="{FF2B5EF4-FFF2-40B4-BE49-F238E27FC236}">
                    <a16:creationId xmlns:a16="http://schemas.microsoft.com/office/drawing/2014/main" id="{9B8F61BD-5F0E-BAE5-A3C6-BC3165A33D7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2" name="Freeform 16">
                <a:extLst>
                  <a:ext uri="{FF2B5EF4-FFF2-40B4-BE49-F238E27FC236}">
                    <a16:creationId xmlns:a16="http://schemas.microsoft.com/office/drawing/2014/main" id="{802F0788-DD79-DA9B-F13C-AC3AD77EC5E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3" name="Freeform 17">
                <a:extLst>
                  <a:ext uri="{FF2B5EF4-FFF2-40B4-BE49-F238E27FC236}">
                    <a16:creationId xmlns:a16="http://schemas.microsoft.com/office/drawing/2014/main" id="{815FD950-55C0-63F0-7452-89CFFF6A208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4" name="Freeform 18">
                <a:extLst>
                  <a:ext uri="{FF2B5EF4-FFF2-40B4-BE49-F238E27FC236}">
                    <a16:creationId xmlns:a16="http://schemas.microsoft.com/office/drawing/2014/main" id="{87B0722C-1444-D4B3-BA15-F564521E381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5" name="Freeform 19">
                <a:extLst>
                  <a:ext uri="{FF2B5EF4-FFF2-40B4-BE49-F238E27FC236}">
                    <a16:creationId xmlns:a16="http://schemas.microsoft.com/office/drawing/2014/main" id="{118437B7-1A93-69AB-E877-92EE5790F76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9236" name="Freeform 20">
              <a:extLst>
                <a:ext uri="{FF2B5EF4-FFF2-40B4-BE49-F238E27FC236}">
                  <a16:creationId xmlns:a16="http://schemas.microsoft.com/office/drawing/2014/main" id="{8CC7CFFA-F2E2-7C75-8A14-C805BC203E2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7" name="Freeform 21">
              <a:extLst>
                <a:ext uri="{FF2B5EF4-FFF2-40B4-BE49-F238E27FC236}">
                  <a16:creationId xmlns:a16="http://schemas.microsoft.com/office/drawing/2014/main" id="{549C9533-0C8E-E96F-F583-D29806885BA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8" name="Freeform 22">
              <a:extLst>
                <a:ext uri="{FF2B5EF4-FFF2-40B4-BE49-F238E27FC236}">
                  <a16:creationId xmlns:a16="http://schemas.microsoft.com/office/drawing/2014/main" id="{ABD60CAE-0D32-898A-B7A7-D898BC42DB3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9" name="Freeform 23">
              <a:extLst>
                <a:ext uri="{FF2B5EF4-FFF2-40B4-BE49-F238E27FC236}">
                  <a16:creationId xmlns:a16="http://schemas.microsoft.com/office/drawing/2014/main" id="{8D153EAE-922F-6547-E7EA-B0D9CE2BF5E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0" name="Freeform 24">
              <a:extLst>
                <a:ext uri="{FF2B5EF4-FFF2-40B4-BE49-F238E27FC236}">
                  <a16:creationId xmlns:a16="http://schemas.microsoft.com/office/drawing/2014/main" id="{152B10CD-E15C-5D40-7DEE-6CB40707A4D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1" name="Freeform 25">
              <a:extLst>
                <a:ext uri="{FF2B5EF4-FFF2-40B4-BE49-F238E27FC236}">
                  <a16:creationId xmlns:a16="http://schemas.microsoft.com/office/drawing/2014/main" id="{1982B922-3B9E-504B-2B99-E670ED801CE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2" name="Freeform 26">
              <a:extLst>
                <a:ext uri="{FF2B5EF4-FFF2-40B4-BE49-F238E27FC236}">
                  <a16:creationId xmlns:a16="http://schemas.microsoft.com/office/drawing/2014/main" id="{D7DD47AE-F0D5-E0F5-4B54-04F62FC072A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3" name="Freeform 27">
              <a:extLst>
                <a:ext uri="{FF2B5EF4-FFF2-40B4-BE49-F238E27FC236}">
                  <a16:creationId xmlns:a16="http://schemas.microsoft.com/office/drawing/2014/main" id="{28C45D14-D011-9270-4D44-63D26D3EAA1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4" name="Line 28">
              <a:extLst>
                <a:ext uri="{FF2B5EF4-FFF2-40B4-BE49-F238E27FC236}">
                  <a16:creationId xmlns:a16="http://schemas.microsoft.com/office/drawing/2014/main" id="{D30519EF-7BCB-0907-826B-245D694C2E6A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5" name="Line 29">
              <a:extLst>
                <a:ext uri="{FF2B5EF4-FFF2-40B4-BE49-F238E27FC236}">
                  <a16:creationId xmlns:a16="http://schemas.microsoft.com/office/drawing/2014/main" id="{2D763821-4FCC-38E2-DCC3-F7D68033A20B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6" name="Line 30">
              <a:extLst>
                <a:ext uri="{FF2B5EF4-FFF2-40B4-BE49-F238E27FC236}">
                  <a16:creationId xmlns:a16="http://schemas.microsoft.com/office/drawing/2014/main" id="{4CD3B552-1D38-47B0-F5C5-723025BD5652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9247" name="Group 31">
              <a:extLst>
                <a:ext uri="{FF2B5EF4-FFF2-40B4-BE49-F238E27FC236}">
                  <a16:creationId xmlns:a16="http://schemas.microsoft.com/office/drawing/2014/main" id="{F62674A0-145F-2826-C680-E4CFCA4808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9248" name="Line 32">
                <a:extLst>
                  <a:ext uri="{FF2B5EF4-FFF2-40B4-BE49-F238E27FC236}">
                    <a16:creationId xmlns:a16="http://schemas.microsoft.com/office/drawing/2014/main" id="{CC2758DA-A7D4-99F4-7A14-6887C19F8DC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49" name="Line 33">
                <a:extLst>
                  <a:ext uri="{FF2B5EF4-FFF2-40B4-BE49-F238E27FC236}">
                    <a16:creationId xmlns:a16="http://schemas.microsoft.com/office/drawing/2014/main" id="{85732D66-C42C-86DF-24BB-B7DEC6732CD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50" name="Line 34">
                <a:extLst>
                  <a:ext uri="{FF2B5EF4-FFF2-40B4-BE49-F238E27FC236}">
                    <a16:creationId xmlns:a16="http://schemas.microsoft.com/office/drawing/2014/main" id="{ABCBC038-BCFC-3F21-275A-5D30D2D5141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51" name="Line 35">
                <a:extLst>
                  <a:ext uri="{FF2B5EF4-FFF2-40B4-BE49-F238E27FC236}">
                    <a16:creationId xmlns:a16="http://schemas.microsoft.com/office/drawing/2014/main" id="{E7CC1B83-0934-9F91-39AD-1AFC9421CC3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52" name="Line 36">
                <a:extLst>
                  <a:ext uri="{FF2B5EF4-FFF2-40B4-BE49-F238E27FC236}">
                    <a16:creationId xmlns:a16="http://schemas.microsoft.com/office/drawing/2014/main" id="{E19FA161-9F8E-072F-4CEA-B976EF411EB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9253" name="Line 37">
              <a:extLst>
                <a:ext uri="{FF2B5EF4-FFF2-40B4-BE49-F238E27FC236}">
                  <a16:creationId xmlns:a16="http://schemas.microsoft.com/office/drawing/2014/main" id="{9C8C39DF-725E-B941-F6AC-A3E0BA73BF44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54" name="Line 38">
              <a:extLst>
                <a:ext uri="{FF2B5EF4-FFF2-40B4-BE49-F238E27FC236}">
                  <a16:creationId xmlns:a16="http://schemas.microsoft.com/office/drawing/2014/main" id="{77D3B270-B738-48A6-FCAB-1401D2DECDBF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255" name="Rectangle 39">
            <a:extLst>
              <a:ext uri="{FF2B5EF4-FFF2-40B4-BE49-F238E27FC236}">
                <a16:creationId xmlns:a16="http://schemas.microsoft.com/office/drawing/2014/main" id="{112A2C13-1781-1C3F-0C3A-6BE9D3230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9256" name="Rectangle 40">
            <a:extLst>
              <a:ext uri="{FF2B5EF4-FFF2-40B4-BE49-F238E27FC236}">
                <a16:creationId xmlns:a16="http://schemas.microsoft.com/office/drawing/2014/main" id="{0A91C2B2-63B2-C307-8910-AE0769558B0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9257" name="Rectangle 41">
            <a:extLst>
              <a:ext uri="{FF2B5EF4-FFF2-40B4-BE49-F238E27FC236}">
                <a16:creationId xmlns:a16="http://schemas.microsoft.com/office/drawing/2014/main" id="{66F3DACB-021E-D8D8-37C7-5F1BF448EEA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9258" name="Rectangle 42">
            <a:extLst>
              <a:ext uri="{FF2B5EF4-FFF2-40B4-BE49-F238E27FC236}">
                <a16:creationId xmlns:a16="http://schemas.microsoft.com/office/drawing/2014/main" id="{9E6AB5F6-AD7B-5EAB-F946-212703FC473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B540E405-C212-4925-B550-0F4467C3B037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9259" name="Rectangle 43">
            <a:extLst>
              <a:ext uri="{FF2B5EF4-FFF2-40B4-BE49-F238E27FC236}">
                <a16:creationId xmlns:a16="http://schemas.microsoft.com/office/drawing/2014/main" id="{0FEC00D6-2D7C-64AE-5187-EA6224FE70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546C218-929C-D7F2-C52E-4DB5029F889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341438"/>
            <a:ext cx="9144000" cy="1511300"/>
          </a:xfrm>
        </p:spPr>
        <p:txBody>
          <a:bodyPr/>
          <a:lstStyle/>
          <a:p>
            <a:r>
              <a:rPr lang="pt-BR" altLang="pt-BR" sz="4000" b="1"/>
              <a:t>127</a:t>
            </a:r>
            <a:br>
              <a:rPr lang="pt-BR" altLang="pt-BR" sz="4000" b="1"/>
            </a:br>
            <a:r>
              <a:rPr lang="pt-BR" altLang="pt-BR" sz="4000" b="1"/>
              <a:t> O SENHOR DA CEIFA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A1D7469-E26E-48FC-4F33-D21BBB915A7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60350"/>
            <a:ext cx="9144000" cy="2592388"/>
          </a:xfrm>
        </p:spPr>
        <p:txBody>
          <a:bodyPr/>
          <a:lstStyle/>
          <a:p>
            <a:r>
              <a:rPr lang="pt-BR" altLang="pt-BR" sz="4000" b="1"/>
              <a:t>O Senhor da Ceifa está chamando;</a:t>
            </a:r>
            <a:br>
              <a:rPr lang="pt-BR" altLang="pt-BR" sz="4000" b="1"/>
            </a:br>
            <a:r>
              <a:rPr lang="pt-BR" altLang="pt-BR" sz="4000" b="1"/>
              <a:t>“Quem quer ir por Mim a procurar</a:t>
            </a:r>
            <a:br>
              <a:rPr lang="pt-BR" altLang="pt-BR" sz="4000" b="1"/>
            </a:br>
            <a:r>
              <a:rPr lang="pt-BR" altLang="pt-BR" sz="4000" b="1"/>
              <a:t>Almas que no mundo, vão chorando;</a:t>
            </a:r>
            <a:br>
              <a:rPr lang="pt-BR" altLang="pt-BR" sz="4000" b="1"/>
            </a:br>
            <a:r>
              <a:rPr lang="pt-BR" altLang="pt-BR" sz="4000" b="1"/>
              <a:t>Sem da salvação participar?”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24547FF-AE3D-28B1-9F15-CBABF2C47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362950" cy="3082925"/>
          </a:xfrm>
        </p:spPr>
        <p:txBody>
          <a:bodyPr/>
          <a:lstStyle/>
          <a:p>
            <a:r>
              <a:rPr lang="pt-BR" altLang="pt-BR" sz="4000" b="1"/>
              <a:t>Fala Deus! Fala Deus!</a:t>
            </a:r>
            <a:br>
              <a:rPr lang="pt-BR" altLang="pt-BR" sz="4000" b="1"/>
            </a:br>
            <a:r>
              <a:rPr lang="pt-BR" altLang="pt-BR" sz="4000" b="1"/>
              <a:t>Toca-me com brasa do altar;</a:t>
            </a:r>
            <a:br>
              <a:rPr lang="pt-BR" altLang="pt-BR" sz="4000" b="1"/>
            </a:br>
            <a:r>
              <a:rPr lang="pt-BR" altLang="pt-BR" sz="4000" b="1"/>
              <a:t>Fala Deus, Fala Deus!</a:t>
            </a:r>
            <a:br>
              <a:rPr lang="pt-BR" altLang="pt-BR" sz="4000" b="1"/>
            </a:br>
            <a:r>
              <a:rPr lang="pt-BR" altLang="pt-BR" sz="4000" b="1"/>
              <a:t>Sim, alegre, atendo ao Teu mandar.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5F0910F-1B77-D377-19B1-CFCEF44554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362950" cy="2506662"/>
          </a:xfrm>
        </p:spPr>
        <p:txBody>
          <a:bodyPr/>
          <a:lstStyle/>
          <a:p>
            <a:r>
              <a:rPr lang="pt-BR" altLang="pt-BR" sz="4000" b="1"/>
              <a:t>O profeta a Deus se aproximando</a:t>
            </a:r>
            <a:br>
              <a:rPr lang="pt-BR" altLang="pt-BR" sz="4000" b="1"/>
            </a:br>
            <a:r>
              <a:rPr lang="pt-BR" altLang="pt-BR" sz="4000" b="1"/>
              <a:t>Considera-se um pecador,</a:t>
            </a:r>
            <a:br>
              <a:rPr lang="pt-BR" altLang="pt-BR" sz="4000" b="1"/>
            </a:br>
            <a:r>
              <a:rPr lang="pt-BR" altLang="pt-BR" sz="4000" b="1"/>
              <a:t>Mas, o fogo santo o queimando,</a:t>
            </a:r>
            <a:br>
              <a:rPr lang="pt-BR" altLang="pt-BR" sz="4000" b="1"/>
            </a:br>
            <a:r>
              <a:rPr lang="pt-BR" altLang="pt-BR" sz="4000" b="1"/>
              <a:t>Torna-o útil para seu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4B7769D-8435-7A25-6959-2BC8EF0966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362950" cy="3082925"/>
          </a:xfrm>
        </p:spPr>
        <p:txBody>
          <a:bodyPr/>
          <a:lstStyle/>
          <a:p>
            <a:r>
              <a:rPr lang="pt-BR" altLang="pt-BR" sz="4000" b="1"/>
              <a:t>Fala Deus! Fala Deus!</a:t>
            </a:r>
            <a:br>
              <a:rPr lang="pt-BR" altLang="pt-BR" sz="4000" b="1"/>
            </a:br>
            <a:r>
              <a:rPr lang="pt-BR" altLang="pt-BR" sz="4000" b="1"/>
              <a:t>Toca-me com brasa do altar;</a:t>
            </a:r>
            <a:br>
              <a:rPr lang="pt-BR" altLang="pt-BR" sz="4000" b="1"/>
            </a:br>
            <a:r>
              <a:rPr lang="pt-BR" altLang="pt-BR" sz="4000" b="1"/>
              <a:t>Fala Deus, Fala Deus!</a:t>
            </a:r>
            <a:br>
              <a:rPr lang="pt-BR" altLang="pt-BR" sz="4000" b="1"/>
            </a:br>
            <a:r>
              <a:rPr lang="pt-BR" altLang="pt-BR" sz="4000" b="1"/>
              <a:t>Sim, alegre, atendo ao Teu mandar.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F044CCB-FA0A-4046-B5AA-A8D2C677F1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362950" cy="2290762"/>
          </a:xfrm>
        </p:spPr>
        <p:txBody>
          <a:bodyPr/>
          <a:lstStyle/>
          <a:p>
            <a:r>
              <a:rPr lang="pt-BR" altLang="pt-BR" sz="4000" b="1"/>
              <a:t>Muitos são os que vão expirando,</a:t>
            </a:r>
            <a:br>
              <a:rPr lang="pt-BR" altLang="pt-BR" sz="4000" b="1"/>
            </a:br>
            <a:r>
              <a:rPr lang="pt-BR" altLang="pt-BR" sz="4000" b="1"/>
              <a:t>Sem ter esperança de ver Deus:</a:t>
            </a:r>
            <a:br>
              <a:rPr lang="pt-BR" altLang="pt-BR" sz="4000" b="1"/>
            </a:br>
            <a:r>
              <a:rPr lang="pt-BR" altLang="pt-BR" sz="4000" b="1"/>
              <a:t>Vai depressa lhes anunciando,</a:t>
            </a:r>
            <a:br>
              <a:rPr lang="pt-BR" altLang="pt-BR" sz="4000" b="1"/>
            </a:br>
            <a:r>
              <a:rPr lang="pt-BR" altLang="pt-BR" sz="4000" b="1"/>
              <a:t>Que Jesus os leva para os céus.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EEEF254-C116-B158-3BF4-47717B828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362950" cy="3082925"/>
          </a:xfrm>
        </p:spPr>
        <p:txBody>
          <a:bodyPr/>
          <a:lstStyle/>
          <a:p>
            <a:r>
              <a:rPr lang="pt-BR" altLang="pt-BR" sz="4000" b="1"/>
              <a:t>Fala Deus! Fala Deus!</a:t>
            </a:r>
            <a:br>
              <a:rPr lang="pt-BR" altLang="pt-BR" sz="4000" b="1"/>
            </a:br>
            <a:r>
              <a:rPr lang="pt-BR" altLang="pt-BR" sz="4000" b="1"/>
              <a:t>Toca-me com brasa do altar;</a:t>
            </a:r>
            <a:br>
              <a:rPr lang="pt-BR" altLang="pt-BR" sz="4000" b="1"/>
            </a:br>
            <a:r>
              <a:rPr lang="pt-BR" altLang="pt-BR" sz="4000" b="1"/>
              <a:t>Fala Deus, Fala Deus!</a:t>
            </a:r>
            <a:br>
              <a:rPr lang="pt-BR" altLang="pt-BR" sz="4000" b="1"/>
            </a:br>
            <a:r>
              <a:rPr lang="pt-BR" altLang="pt-BR" sz="4000" b="1"/>
              <a:t>Sim, alegre, atendo ao Teu mandar.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F2A403D-32DC-EFD5-DB88-31EF7D590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362950" cy="2649537"/>
          </a:xfrm>
        </p:spPr>
        <p:txBody>
          <a:bodyPr/>
          <a:lstStyle/>
          <a:p>
            <a:r>
              <a:rPr lang="pt-BR" altLang="pt-BR" sz="4000" b="1"/>
              <a:t>Breve, os trabalhos serão findos,</a:t>
            </a:r>
            <a:br>
              <a:rPr lang="pt-BR" altLang="pt-BR" sz="4000" b="1"/>
            </a:br>
            <a:r>
              <a:rPr lang="pt-BR" altLang="pt-BR" sz="4000" b="1"/>
              <a:t>Bençãos vão os servos desfrutar;</a:t>
            </a:r>
            <a:br>
              <a:rPr lang="pt-BR" altLang="pt-BR" sz="4000" b="1"/>
            </a:br>
            <a:r>
              <a:rPr lang="pt-BR" altLang="pt-BR" sz="4000" b="1"/>
              <a:t>E Jesus os saudará: </a:t>
            </a:r>
            <a:br>
              <a:rPr lang="pt-BR" altLang="pt-BR" sz="4000" b="1"/>
            </a:br>
            <a:r>
              <a:rPr lang="pt-BR" altLang="pt-BR" sz="4000" b="1"/>
              <a:t>“Bem-vindos”,</a:t>
            </a:r>
            <a:br>
              <a:rPr lang="pt-BR" altLang="pt-BR" sz="4000" b="1"/>
            </a:br>
            <a:r>
              <a:rPr lang="pt-BR" altLang="pt-BR" sz="4000" b="1"/>
              <a:t>Esta glória espero alcançar.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50B4508-EF06-8F28-21EB-B849763A7F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362950" cy="3082925"/>
          </a:xfrm>
        </p:spPr>
        <p:txBody>
          <a:bodyPr/>
          <a:lstStyle/>
          <a:p>
            <a:r>
              <a:rPr lang="pt-BR" altLang="pt-BR" sz="4000" b="1"/>
              <a:t>Fala Deus! Fala Deus!</a:t>
            </a:r>
            <a:br>
              <a:rPr lang="pt-BR" altLang="pt-BR" sz="4000" b="1"/>
            </a:br>
            <a:r>
              <a:rPr lang="pt-BR" altLang="pt-BR" sz="4000" b="1"/>
              <a:t>Toca-me com brasa do altar;</a:t>
            </a:r>
            <a:br>
              <a:rPr lang="pt-BR" altLang="pt-BR" sz="4000" b="1"/>
            </a:br>
            <a:r>
              <a:rPr lang="pt-BR" altLang="pt-BR" sz="4000" b="1"/>
              <a:t>Fala Deus, Fala Deus!</a:t>
            </a:r>
            <a:br>
              <a:rPr lang="pt-BR" altLang="pt-BR" sz="4000" b="1"/>
            </a:br>
            <a:r>
              <a:rPr lang="pt-BR" altLang="pt-BR" sz="4000" b="1"/>
              <a:t>Sim, alegre, atendo ao Teu mandar.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o">
  <a:themeElements>
    <a:clrScheme name="Globo 3">
      <a:dk1>
        <a:srgbClr val="003B76"/>
      </a:dk1>
      <a:lt1>
        <a:srgbClr val="FFFFFF"/>
      </a:lt1>
      <a:dk2>
        <a:srgbClr val="0066CC"/>
      </a:dk2>
      <a:lt2>
        <a:srgbClr val="CCECFF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o">
      <a:majorFont>
        <a:latin typeface="Arial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pt-B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pt-B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Globo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32</TotalTime>
  <Words>245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Verdana</vt:lpstr>
      <vt:lpstr>Wingdings</vt:lpstr>
      <vt:lpstr>Globo</vt:lpstr>
      <vt:lpstr>127  O SENHOR DA CEIFA</vt:lpstr>
      <vt:lpstr>O Senhor da Ceifa está chamando; “Quem quer ir por Mim a procurar Almas que no mundo, vão chorando; Sem da salvação participar?”</vt:lpstr>
      <vt:lpstr>Fala Deus! Fala Deus! Toca-me com brasa do altar; Fala Deus, Fala Deus! Sim, alegre, atendo ao Teu mandar.</vt:lpstr>
      <vt:lpstr>O profeta a Deus se aproximando Considera-se um pecador, Mas, o fogo santo o queimando, Torna-o útil para seu Senhor.</vt:lpstr>
      <vt:lpstr>Fala Deus! Fala Deus! Toca-me com brasa do altar; Fala Deus, Fala Deus! Sim, alegre, atendo ao Teu mandar.</vt:lpstr>
      <vt:lpstr>Muitos são os que vão expirando, Sem ter esperança de ver Deus: Vai depressa lhes anunciando, Que Jesus os leva para os céus.</vt:lpstr>
      <vt:lpstr>Fala Deus! Fala Deus! Toca-me com brasa do altar; Fala Deus, Fala Deus! Sim, alegre, atendo ao Teu mandar.</vt:lpstr>
      <vt:lpstr>Breve, os trabalhos serão findos, Bençãos vão os servos desfrutar; E Jesus os saudará:  “Bem-vindos”, Esta glória espero alcançar.</vt:lpstr>
      <vt:lpstr>Fala Deus! Fala Deus! Toca-me com brasa do altar; Fala Deus, Fala Deus! Sim, alegre, atendo ao Teu mandar.</vt:lpstr>
    </vt:vector>
  </TitlesOfParts>
  <Company>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Senhor da Ceifa está chamando; “Quem quer ir por Mim a procurar Almas que no mundo, vão chorando; Sem da salvação participar?”</dc:title>
  <dc:creator>Jose Antonio de Bem</dc:creator>
  <cp:lastModifiedBy>Emerson Souza</cp:lastModifiedBy>
  <cp:revision>3</cp:revision>
  <dcterms:created xsi:type="dcterms:W3CDTF">2004-07-25T17:20:29Z</dcterms:created>
  <dcterms:modified xsi:type="dcterms:W3CDTF">2026-05-02T21:47:19Z</dcterms:modified>
</cp:coreProperties>
</file>