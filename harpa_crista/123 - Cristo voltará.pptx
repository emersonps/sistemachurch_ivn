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713" autoAdjust="0"/>
  </p:normalViewPr>
  <p:slideViewPr>
    <p:cSldViewPr>
      <p:cViewPr varScale="1">
        <p:scale>
          <a:sx n="53" d="100"/>
          <a:sy n="53" d="100"/>
        </p:scale>
        <p:origin x="-432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A5B4C-10A0-7B8F-4325-6D299354D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1BD576-AF1A-057C-A3B9-701DB9D35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826C9-1C4B-7287-C880-9877229C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03F8C2-CC40-039F-31B0-232914E11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39C8C2-559C-392B-1908-5BE72A9E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008D9-D530-44C5-8F04-EE9C81D45B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193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7CCC0-06A1-66F9-9769-D601C756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88B467-37E1-E59B-FD50-81114F4F3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519764-A71A-F217-9673-CE4FA9D9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6D98EE-742C-36C5-07E0-54CD8B6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8160F6-D418-780C-BEC7-A53EBCC4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036D6D-87B3-4364-B92E-1464AAE153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425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E48B9-5ECD-2556-7205-2B23C523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FB8E25-D687-BAB9-30F8-DEB39C0BC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2EE3C0-7E67-FCAA-EAA9-8D42FDC2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00BA62-09BD-30DB-B4C5-57675B8B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C2B909-D4AA-F1B3-0A04-6F55B4F8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A4D7B-97B3-42F3-9783-5353E2F96E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112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3436C-E839-6B7C-DB63-AF414588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2EBC61-CA8B-0EDD-3BCB-5CB7E27D83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E2610A-4151-2348-98AC-671BC2289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32F40D-8E67-1559-9195-847E5032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BEC33B-53C6-64EB-8E25-8D0BBF31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25ACB4-49FC-B5F4-DBB3-A969893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B8BEF-D06A-4394-B125-882CB55DB3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586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6433E-D367-67D0-DBD6-0A2ADD37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657BEC-8EB0-7440-4747-C9C8C688C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B9AC4C-4654-B749-2B29-1A1661CF6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51BFAF-AC00-2747-2DF6-C2B20BBFC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5C791A-167D-4D33-CD4C-CBF323876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7ECBFC-D755-5E7C-A3E9-B38A912F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EE42FAF-E46C-E3B7-69F2-8859962E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64ADE7-CEF2-8214-041A-CE59A1B6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9DB85-E583-46F2-9FA0-885E4D25F6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58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8B31B-608D-6156-465A-20AC60ED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88FB3A-5284-FD56-8D05-1019B00E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185D7A-69C9-4342-2F0F-67BC4B1F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DBC6C3-EC3D-A664-B02F-1ACD0814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E1BB4D-6757-4EF3-B927-F1AB001414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372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566623-06A1-C8D0-822E-E30D542E2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D369FA-EA19-73F6-9EC6-F2FCC600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56833D-7207-2A8F-AC5E-2DB77B99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D5093-CC3C-4371-B6C4-1843E484D5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408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E2F32-6649-3399-7CF8-1BA6CD4E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18F6D7-25DF-2EF2-6DC7-36AB1D579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8495B5-4EB7-D9A2-35B0-EE853AAC2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0809AD-2FAF-0547-4241-5BF8AF1E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DE69D9-548E-7B19-7944-B83402566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8FEABE-A52B-3659-4739-B13E2CED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6166C-7153-448D-87D1-30F1A89299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992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1B028-6F64-2414-7B4B-E27A8019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0EE893-3772-5769-A869-4A161FE8BB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345F09-EB5B-BA36-0B5F-C2CF216A2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12A96E-4A17-19C5-F2E2-3F0BCED7B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EB47A6-2F1D-7335-6BFB-818FAE10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BEFAE8-B8C7-6E77-9711-09379BF2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6EB6BB-9AAC-4D64-95BD-1AC9074386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412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7A51D-3D5D-077B-5C67-9E2603CE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E6A5A9-40E3-0F1C-7928-67A0A7D05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9D5B8A-27FF-2B7D-7233-90C84397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1B8C5-B96C-01E8-209F-411ECB0E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CF4649-9A6B-1EED-603C-8A1BF5C1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F6A2AE-A202-4145-B2CB-3428B038EA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701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27604E-80BA-23DB-05FB-5DF34DE2B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AD1430-2FCE-2B06-B420-7D45DD43A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AB3F72-87AC-7B3E-8D3E-54250FECF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52E2C8-179A-44C5-FC13-35A4672F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C8E379-79C0-673A-8216-7CF567D6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121175-132D-4295-BAD9-3FB74B824E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768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B875CA-03F3-47A2-50F3-7410CD091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1FDAAE-4533-7E1F-E258-252EF4029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7143DB0-FB51-D8F5-4A54-2378DB2139F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A41E7CC-9C9D-9044-5678-81AE300023E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63FC46-E828-F4E7-DC02-4C216285D2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1E8E3A-572A-4564-A13D-C431F93FE09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A7D93D44-3289-06EF-DEA3-7D2A10446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7302649C-54EF-6317-21B1-E325484247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chemeClr val="bg1"/>
                </a:solidFill>
              </a:rPr>
              <a:t>123</a:t>
            </a:r>
            <a:br>
              <a:rPr lang="pt-BR" altLang="pt-BR" sz="4400">
                <a:solidFill>
                  <a:schemeClr val="bg1"/>
                </a:solidFill>
              </a:rPr>
            </a:br>
            <a:r>
              <a:rPr lang="pt-BR" altLang="pt-BR" sz="4400">
                <a:solidFill>
                  <a:schemeClr val="bg1"/>
                </a:solidFill>
              </a:rPr>
              <a:t>Cristo Voltará</a:t>
            </a:r>
            <a:endParaRPr lang="en-US" altLang="pt-BR" sz="4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192C50CA-0C47-F4F1-182F-F9D4B16E5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Rectangle 4">
            <a:extLst>
              <a:ext uri="{FF2B5EF4-FFF2-40B4-BE49-F238E27FC236}">
                <a16:creationId xmlns:a16="http://schemas.microsoft.com/office/drawing/2014/main" id="{FDD2A6FB-60E9-E84A-C32E-81F5CA1A3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48768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Um dia, Cristo voltará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Ao ascender prometeu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Do modo que surgiu virá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Há de ver  Rei Jesus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 povo seu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>
            <a:extLst>
              <a:ext uri="{FF2B5EF4-FFF2-40B4-BE49-F238E27FC236}">
                <a16:creationId xmlns:a16="http://schemas.microsoft.com/office/drawing/2014/main" id="{D50418E1-FBD6-A54E-EADA-EA364D5C0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4" name="Rectangle 4">
            <a:extLst>
              <a:ext uri="{FF2B5EF4-FFF2-40B4-BE49-F238E27FC236}">
                <a16:creationId xmlns:a16="http://schemas.microsoft.com/office/drawing/2014/main" id="{5A34EE8C-8060-7235-3F6E-1391F99CE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14400"/>
            <a:ext cx="9144000" cy="44196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Mui breve sim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Jesus virá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Alegre o verás seu povo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Velando todos,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Devem sempre estar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Afim de vê-lo voltar.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>
            <a:extLst>
              <a:ext uri="{FF2B5EF4-FFF2-40B4-BE49-F238E27FC236}">
                <a16:creationId xmlns:a16="http://schemas.microsoft.com/office/drawing/2014/main" id="{940DDADD-314F-7AF8-DBFB-BC7B37795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2" name="Rectangle 4">
            <a:extLst>
              <a:ext uri="{FF2B5EF4-FFF2-40B4-BE49-F238E27FC236}">
                <a16:creationId xmlns:a16="http://schemas.microsoft.com/office/drawing/2014/main" id="{11211DEA-7705-EAB4-42E4-7AC996F27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49530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Os mensageiros do Senhor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Afirmam que Jesus virá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o poder consolador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As fiéis promessas nos revelará.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>
            <a:extLst>
              <a:ext uri="{FF2B5EF4-FFF2-40B4-BE49-F238E27FC236}">
                <a16:creationId xmlns:a16="http://schemas.microsoft.com/office/drawing/2014/main" id="{9FE5C514-EEB2-AFD2-F79E-9EE9EF54F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1" name="Rectangle 5">
            <a:extLst>
              <a:ext uri="{FF2B5EF4-FFF2-40B4-BE49-F238E27FC236}">
                <a16:creationId xmlns:a16="http://schemas.microsoft.com/office/drawing/2014/main" id="{70A1F1D3-74FA-D3B9-9655-15E76B0A3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0292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Mui breve sim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Jesus virá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Alegre o verás seu povo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Velando todos,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Devem sempre estar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Afim de vê-lo voltar.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>
            <a:extLst>
              <a:ext uri="{FF2B5EF4-FFF2-40B4-BE49-F238E27FC236}">
                <a16:creationId xmlns:a16="http://schemas.microsoft.com/office/drawing/2014/main" id="{A132F7C4-09A4-83C8-F8ED-685C969DE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4" name="Rectangle 4">
            <a:extLst>
              <a:ext uri="{FF2B5EF4-FFF2-40B4-BE49-F238E27FC236}">
                <a16:creationId xmlns:a16="http://schemas.microsoft.com/office/drawing/2014/main" id="{A8808414-4D36-07F8-A07B-C72E69D6A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0292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Oh! Gozo sem comparação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No dia do meu Salvador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Com a mui grande multidão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Subiremos ao encontro do Senhor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Picture 6">
            <a:extLst>
              <a:ext uri="{FF2B5EF4-FFF2-40B4-BE49-F238E27FC236}">
                <a16:creationId xmlns:a16="http://schemas.microsoft.com/office/drawing/2014/main" id="{00020DB3-0A07-D895-AB47-EDDAE9746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3" name="Rectangle 5">
            <a:extLst>
              <a:ext uri="{FF2B5EF4-FFF2-40B4-BE49-F238E27FC236}">
                <a16:creationId xmlns:a16="http://schemas.microsoft.com/office/drawing/2014/main" id="{AD77A6AA-08D5-E06E-4139-DF030CDED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458200" cy="52879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Mui breve sim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Jesus virá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Alegre o verás seu povo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Velando todos,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Devem sempre estar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Afim de vê-lo voltar.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7" name="Picture 5">
            <a:extLst>
              <a:ext uri="{FF2B5EF4-FFF2-40B4-BE49-F238E27FC236}">
                <a16:creationId xmlns:a16="http://schemas.microsoft.com/office/drawing/2014/main" id="{68D82BEF-B9BE-657D-A12E-C436268C0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6" name="Rectangle 4">
            <a:extLst>
              <a:ext uri="{FF2B5EF4-FFF2-40B4-BE49-F238E27FC236}">
                <a16:creationId xmlns:a16="http://schemas.microsoft.com/office/drawing/2014/main" id="{EE2DD766-A77C-89C8-19E8-3F7837A06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1054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Bem-vindo sejas, meu Senhor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Em tua gloriosa luz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 nossa fé terá valor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Nós dizemos: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“Ora, vem o Senhor Jesus”.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6">
            <a:extLst>
              <a:ext uri="{FF2B5EF4-FFF2-40B4-BE49-F238E27FC236}">
                <a16:creationId xmlns:a16="http://schemas.microsoft.com/office/drawing/2014/main" id="{3DFE79BE-47E4-E059-F66D-215F6BE42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3" name="Rectangle 5">
            <a:extLst>
              <a:ext uri="{FF2B5EF4-FFF2-40B4-BE49-F238E27FC236}">
                <a16:creationId xmlns:a16="http://schemas.microsoft.com/office/drawing/2014/main" id="{3131D5DD-CA94-8922-E403-E0B8190E5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2578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Mui breve sim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Jesus virá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Alegre o verás seu povo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Velando todos,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Devem sempre estar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Afim de vê-lo voltar.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123 Cristo Voltará</vt:lpstr>
      <vt:lpstr>Um dia, Cristo voltará Ao ascender prometeu Do modo que surgiu virá Há de ver  Rei Jesus O povo seu</vt:lpstr>
      <vt:lpstr>Mui breve sim Jesus virá Alegre o verás seu povo Velando todos,  Devem sempre estar Afim de vê-lo voltar.</vt:lpstr>
      <vt:lpstr>Os mensageiros do Senhor Afirmam que Jesus virá E o poder consolador As fiéis promessas nos revelará.</vt:lpstr>
      <vt:lpstr>Mui breve sim Jesus virá Alegre o verás seu povo Velando todos,  Devem sempre estar Afim de vê-lo voltar.</vt:lpstr>
      <vt:lpstr>Oh! Gozo sem comparação No dia do meu Salvador Com a mui grande multidão Subiremos ao encontro do Senhor</vt:lpstr>
      <vt:lpstr>Mui breve sim Jesus virá Alegre o verás seu povo Velando todos,  Devem sempre estar Afim de vê-lo voltar.</vt:lpstr>
      <vt:lpstr>Bem-vindo sejas, meu Senhor Em tua gloriosa luz E nossa fé terá valor Nós dizemos: “Ora, vem o Senhor Jesus”.</vt:lpstr>
      <vt:lpstr>Mui breve sim Jesus virá Alegre o verás seu povo Velando todos,  Devem sempre estar Afim de vê-lo voltar.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 Cristo Voltará</dc:title>
  <dc:creator>Junior</dc:creator>
  <cp:lastModifiedBy>Emerson Souza</cp:lastModifiedBy>
  <cp:revision>4</cp:revision>
  <dcterms:created xsi:type="dcterms:W3CDTF">2005-09-25T22:26:49Z</dcterms:created>
  <dcterms:modified xsi:type="dcterms:W3CDTF">2026-05-02T21:46:57Z</dcterms:modified>
</cp:coreProperties>
</file>