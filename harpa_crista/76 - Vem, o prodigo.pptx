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D1B13-AD87-65DC-D30C-14F0EBAAF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E95B27-61E6-EA82-82BE-3D9E7EAE0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EF6883-0A78-613B-3A48-2F13FE2E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8EFAB2-D6DD-C372-2276-4AD18346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EBBB41-1B7C-F30B-8162-4D564A8F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9E5015-8DD0-426A-A0B4-70F192F61C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4292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102F4-F53B-ABE3-2CDB-7CD792F7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82C1F3-6815-9DC4-CC87-9E2A4947F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B08BC9-4A61-71D5-24B3-D4120433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3C097D-A7A2-80F0-0292-4EAA12419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5D18E8-7A74-889A-3888-FDDF0F2D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DE1C4-4757-429C-8601-55F89E83B6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133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FDBF0-BDB6-1694-553F-90C10233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FF5D06-B967-E254-B718-16C3D6B1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36F2B-EF3E-C9F7-92FF-8067C064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273E1F-E976-F89B-79FC-DF8691DF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4EC1CF-BB5D-939C-8B69-6F2CEAC4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7A2F4-89E0-462C-A120-112CD46527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594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78B99-1D3D-2A9F-AFA6-FB963C35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A0CC1C-6487-0B58-489E-A2CE56474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4893B3-8B44-4CEE-C8B8-94FDD698B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5DFD1-854D-1E0B-03A1-3C32DC2A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94C847-EC2E-1F95-9261-75B9A699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EEF845-2738-0B4C-2172-106378AA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E7C68B-C0E4-4964-AA0C-2B48571505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727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31D76-1A87-3B6C-A202-80664F86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B1FCB3-9FB3-B998-C16C-9067D5F5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E19D6B-02AF-FBD8-0ACA-2A1145181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6C7041-816C-E21C-C7A9-69EADD35A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CA960E-5978-B37E-1DBE-61948B5D4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03EC03-150D-41DD-D6E1-191F9D41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7F74FD-52AE-3DAE-C6D1-8DD96468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A0C70C-0F42-DEF0-02F0-A5816031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7BBC8-39CC-4305-9336-FCDB20193E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341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D11FA-913B-DD48-0949-41E8412C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21CF330-C3BA-AE69-6B77-31D99ABE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CDEC12-D414-67B0-9341-83F16F86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FBD4D4-90FE-D19A-BE1A-55752C2A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0845C-2AD0-4E25-BCE9-79BD409928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551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1953A5-F4B7-5D21-C480-5E2CBB31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BE96FA0-77AE-7A20-030D-9B3D31B1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653C20-D67E-6313-AE30-8002C04C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F47DDE-8F4E-41F2-A185-8AB006CF21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695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39737-8B81-DB55-B0F9-552381EE5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04BE28-841C-4595-CBEC-9654574D4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69FF97-FBC2-D807-8B99-838A0AB32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333275-819D-8B18-140C-F4DE0497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5604FB-ED78-20D9-372F-58B209C4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5CB903-6610-65C0-1D3A-404318E6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AE3EDB-DB53-4E0E-8FBC-49BF00ACF9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5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BE4D3-5CC1-699C-887B-90ECF5572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B6E993-B2AB-3E18-2357-5F85FCBC3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170659-F611-CF31-CF33-86057E312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5F715F-7A21-AEFF-665E-1E35C24A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7CE065-BA20-324E-3DCA-FDD0EAFA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076C9E-2C07-6685-5866-47969643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B8F89-CF43-45E6-881F-106060BDD0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285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0ED6B-25DE-A827-84C4-0EF2A6E9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72D7FC-121F-C7EF-2F81-0B91292B7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5C5817-A78B-F3DE-10C7-16B5089B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D5E7DF-8D6A-A00E-D795-0F4C3A1E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5F2E91-134E-044F-DDCF-8BC73DB8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ADD6A-D295-44CF-AF79-8975ED1DBB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20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8073E9-FD59-7066-22A6-4CB65456E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8041E1-63A3-0737-C818-9E5D69B19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E7ED4F-3F28-9D21-B717-71EA752F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90F4A-0DE4-057B-649E-A44697EB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D30114-CA98-2DC2-33FD-CCA59BB5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952D2-4FB6-41FC-882E-F09E57CE7B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493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673D73-2C80-1699-18E1-B4A841F24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8C4E311-20BC-A832-3E42-4B8C216F7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FC6BD8D-4986-28B0-314E-D491CF6BAE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DD4F04-8B43-953A-F437-9CDE8E9B34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87DBA7-7F71-6C1B-3C5E-76CE7143ED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20EB637-B0DC-4366-8B22-8F1160EBD1B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84BB2A8-B369-4F8A-72EA-5F7DA31486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1700213"/>
            <a:ext cx="7847012" cy="1944687"/>
          </a:xfrm>
        </p:spPr>
        <p:txBody>
          <a:bodyPr anchor="ctr"/>
          <a:lstStyle/>
          <a:p>
            <a:r>
              <a:rPr lang="en-US" altLang="pt-BR" sz="4000" b="1">
                <a:solidFill>
                  <a:schemeClr val="bg1"/>
                </a:solidFill>
              </a:rPr>
              <a:t>76</a:t>
            </a:r>
            <a:br>
              <a:rPr lang="en-US" altLang="pt-BR" sz="4000" b="1">
                <a:solidFill>
                  <a:schemeClr val="bg1"/>
                </a:solidFill>
              </a:rPr>
            </a:br>
            <a:r>
              <a:rPr lang="en-US" altLang="pt-BR" sz="4000" b="1">
                <a:solidFill>
                  <a:schemeClr val="bg1"/>
                </a:solidFill>
              </a:rPr>
              <a:t>VEM, O PRÓDIGO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37ED164-128A-CE91-6B16-82168036B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824412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Vem, ó pródigo, vem sem tardar,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Te chama Deus,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Ouve-O chamando, sim,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Chamando a ti;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Tu, que vagas errante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Escuta a voz dos céus,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Ó escuta a voz de amor.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58908D4-87C5-AF4B-061F-ADD36F259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465638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chemeClr val="bg1"/>
                </a:solidFill>
              </a:rPr>
              <a:t>Deus espera por ti, 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Perdido, pródigo, vem;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Deus espera por ti, 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Perdido, pródigo, vem</a:t>
            </a:r>
            <a:br>
              <a:rPr lang="en-US" altLang="pt-BR" b="1" i="1">
                <a:solidFill>
                  <a:schemeClr val="bg1"/>
                </a:solidFill>
              </a:rPr>
            </a:b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A1DED327-A3DD-14C7-990A-289F37FC3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4321175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Com paciência e ternura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Te chama o Senhor,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Ouve-O chamando, sim,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Chamando a ti;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Vem enquanto te chama o meigo Salvador, Ó escuta a voz de amor!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C370F71-D4B3-0A53-593A-43104CF78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895850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chemeClr val="bg1"/>
                </a:solidFill>
              </a:rPr>
              <a:t>Deus espera por ti, 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Perdido, pródigo, vem;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Deus espera por ti, 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Perdido, pródigo, vem</a:t>
            </a:r>
            <a:br>
              <a:rPr lang="en-US" altLang="pt-BR" b="1" i="1">
                <a:solidFill>
                  <a:schemeClr val="bg1"/>
                </a:solidFill>
              </a:rPr>
            </a:b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5A09405D-723F-6278-EC0A-5BCB2C8E5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554513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4000">
                <a:solidFill>
                  <a:schemeClr val="bg1"/>
                </a:solidFill>
              </a:rPr>
              <a:t>Lá na casa do Pai,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Abundância há de pão;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Ouve-O chamando, sim,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Chamando a ti;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Já está pronta a mesa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Com toda a provisão,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Ó escuta a voz de amor!	</a:t>
            </a:r>
            <a:br>
              <a:rPr lang="en-US" altLang="pt-BR" sz="4000">
                <a:solidFill>
                  <a:schemeClr val="bg1"/>
                </a:solidFill>
              </a:rPr>
            </a:b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								</a:t>
            </a:r>
            <a:r>
              <a:rPr lang="en-US" altLang="pt-BR" sz="1400">
                <a:solidFill>
                  <a:schemeClr val="bg1"/>
                </a:solidFill>
              </a:rPr>
              <a:t>P.L.M.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A1E050DB-D50A-1544-917A-C7DF0E401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824413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chemeClr val="bg1"/>
                </a:solidFill>
              </a:rPr>
              <a:t>Deus espera por ti, 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Perdido, pródigo, vem;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Deus espera por ti, </a:t>
            </a:r>
            <a:br>
              <a:rPr lang="en-US" altLang="pt-BR" b="1" i="1">
                <a:solidFill>
                  <a:schemeClr val="bg1"/>
                </a:solidFill>
              </a:rPr>
            </a:br>
            <a:r>
              <a:rPr lang="en-US" altLang="pt-BR" b="1" i="1">
                <a:solidFill>
                  <a:schemeClr val="bg1"/>
                </a:solidFill>
              </a:rPr>
              <a:t>Perdido, pródigo, vem</a:t>
            </a:r>
            <a:br>
              <a:rPr lang="en-US" altLang="pt-BR" b="1" i="1">
                <a:solidFill>
                  <a:schemeClr val="bg1"/>
                </a:solidFill>
              </a:rPr>
            </a:b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76 VEM, O PRÓDIGO</vt:lpstr>
      <vt:lpstr>Vem, ó pródigo, vem sem tardar, Te chama Deus,  Ouve-O chamando, sim,  Chamando a ti; Tu, que vagas errante  Escuta a voz dos céus,  Ó escuta a voz de amor. </vt:lpstr>
      <vt:lpstr>Deus espera por ti,  Perdido, pródigo, vem; Deus espera por ti,  Perdido, pródigo, vem </vt:lpstr>
      <vt:lpstr>Com paciência e ternura Te chama o Senhor,  Ouve-O chamando, sim,  Chamando a ti;  Vem enquanto te chama o meigo Salvador, Ó escuta a voz de amor! </vt:lpstr>
      <vt:lpstr>Deus espera por ti,  Perdido, pródigo, vem; Deus espera por ti,  Perdido, pródigo, vem </vt:lpstr>
      <vt:lpstr>Lá na casa do Pai,  Abundância há de pão;  Ouve-O chamando, sim,  Chamando a ti; Já está pronta a mesa  Com toda a provisão, Ó escuta a voz de amor!           P.L.M. </vt:lpstr>
      <vt:lpstr>Deus espera por ti,  Perdido, pródigo, vem; Deus espera por ti,  Perdido, pródigo, vem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76 </dc:title>
  <dc:creator>Montagna</dc:creator>
  <cp:lastModifiedBy>Emerson Souza</cp:lastModifiedBy>
  <cp:revision>2</cp:revision>
  <dcterms:created xsi:type="dcterms:W3CDTF">2005-10-16T00:36:34Z</dcterms:created>
  <dcterms:modified xsi:type="dcterms:W3CDTF">2026-05-02T21:43:07Z</dcterms:modified>
</cp:coreProperties>
</file>