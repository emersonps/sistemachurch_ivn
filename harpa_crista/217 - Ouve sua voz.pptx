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E487BE-7A06-462B-F44A-1177B0A744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B806526-29AB-367D-CEFE-A6206AE710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59941F-B444-E4AD-9BC7-27149224C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C4C841-696A-91E1-943B-B41BAEEE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1232E70-FBA2-4A8F-06F3-DE37FE78C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2BA081-8F65-4088-9BE0-714D743ECC8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25449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EBF05-83AA-66E4-EFB2-9EF68FC49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77D808-626E-7797-4076-7F5650314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6BBEC3-94FE-0FFE-EF53-AE4ACD88B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DB2626-751D-8082-FB54-823736463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2FB2D2-2BB3-BB81-E51F-752255D9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633587-4C30-4A75-9CB5-8FCAA0A5DC2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55352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809A7D-92BF-72CD-C210-D51C73D6E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503B08E-352B-3A43-F42C-0D22F5CD8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FDF67-0D38-D7BE-70B6-054BC134F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6067B1-233B-72DA-5397-9DE977F7C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251603-F696-E760-C499-E64AC0500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E7F495-C363-4830-9FAA-9FEA0CA4BDE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57686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39A507-B728-5E0F-3A2C-5B478B05B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1024E0-691E-9011-45E5-439E721AE6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71DDA14-C9A0-915E-F0AE-558C2267F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1BAEF9B-F029-D3D4-EA32-4C3B4316E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CA7D8F6-623A-1253-5B8D-DB9785BCF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6BB32BB-129B-5BDC-ABA8-14DC13D59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CF9B15-6EAC-41DE-B715-46E34245954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72788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993EB4-61D9-80E2-FCBA-4EE84A517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BBD4D26-DC6D-FC58-A031-6A59BC4BA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999A2B6-2E2C-3062-F5BF-047D6CBB6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2E2EC69-8085-2888-A4D9-6AAB5C3D40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D288439-EE2B-3C2D-B1EC-8E6EA9F3F7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F78D95A-6B8B-D852-D1C5-F5EB5173D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945B1A4-40FB-B86A-D6CA-A86A6707A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275D738-3CF1-656A-A415-C06F5D884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BBB0F3-6763-44F7-B9D2-50EB2F4EDA4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43029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FBD93F-F482-8573-B8FF-DBFC0A200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1A99AA5-4355-61D8-7780-209A2429B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BDE1386-31A5-89B3-2EE0-1B592A67C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BFB26F4-2B0B-1E50-8FB3-2F247F08E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944A91-5CF5-4B5F-80CA-635E8F50BCE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64902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278664A-9151-0A01-D7FC-20B3A30A6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16499DF-0746-E963-ED52-84D0E7646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480C03-E002-72AD-54F4-8321C421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328A1B-7EBC-422A-9684-4FEEB20B93B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96743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A056C2-03E4-B3F9-6B36-CBCE24384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D81AD8-B2B6-5ABA-C316-0BD4B6F9B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80ED9E3-BAC5-C5E1-4962-002027AB3F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2CE1B09-6534-36F4-B03F-2F3BF730A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27AFAC2-5538-D65E-AEB0-F6763F165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EF9E48B-0EC9-B322-ABDC-7E0ED918D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B9D095-0838-4DD6-AFEF-E89FDC0E63C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96690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CCDD8F-1C38-B28C-317E-B6314FB38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B7108E7-DEF3-AC8B-D7D5-23C2D0F0EB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D22978A-B543-308D-0195-D979B86FB0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D59B339-B8E4-EB21-20E7-810D505C7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8F5CB6B-3A1B-CFBB-66E5-88C808295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DFB9D91-7C11-690A-3722-DEB428BC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DC704A-A44B-4F7B-8122-DA0BD6433A7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72283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088A1B-5579-F362-7B30-D07B1ECD9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82DD40A-5F36-26C5-0195-8FF17FD028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53CE15-9C89-3071-57E2-8CE44ECAF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AE241E-2126-4F36-8D55-5C59AF3D6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2A1C32-5419-8B80-7645-F2CEEC280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D2625E-8148-45E3-95A5-538B4B4A07D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65459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7A8B9CE-B582-99E5-8E57-9486DAAC8F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9A24361-E8D5-9564-43C4-C4E623AE3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D4F3FA9-8F1C-6C8B-2C30-E6ACB5D6E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87FE57-9B38-E9F5-3573-B03CE1A8B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2CBE5E-5350-E46D-91FB-3D9C03551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3F314F-5A8D-41DB-AB37-B0511770B1B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5924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BBDC900-8F05-CA30-3A49-F0EC2DB2AD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CCA834C-326B-F0DA-9673-34305F0065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80F1F67-F560-2523-DB1C-F11B9387875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55D3B02-F53D-4659-29E4-D05158C82E5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DA80DBD-769C-4C9B-5DDE-E3D728DD952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58DD2BC-A0A2-4D60-A17B-FA66D1C562A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528F13F-3927-5B7B-1A1A-64EDE3EA1B7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1828800"/>
            <a:ext cx="9144000" cy="1600200"/>
          </a:xfrm>
        </p:spPr>
        <p:txBody>
          <a:bodyPr anchor="ctr"/>
          <a:lstStyle/>
          <a:p>
            <a:r>
              <a:rPr lang="en-US" altLang="pt-BR" sz="4000" b="1" i="1"/>
              <a:t>217</a:t>
            </a:r>
            <a:br>
              <a:rPr lang="en-US" altLang="pt-BR" sz="4000" b="1" i="1"/>
            </a:br>
            <a:r>
              <a:rPr lang="en-US" altLang="pt-BR" sz="4000" b="1" i="1"/>
              <a:t>OUVE SUA VOZ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E71EDE5-882D-09B1-D3D1-32E8D08EF63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17FB918C-120E-F9E5-3C85-CCCE677858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i="1"/>
              <a:t>Cristo com voz amorosa </a:t>
            </a:r>
            <a:br>
              <a:rPr lang="en-US" altLang="pt-BR" sz="4000" i="1"/>
            </a:br>
            <a:r>
              <a:rPr lang="en-US" altLang="pt-BR" sz="4000" i="1"/>
              <a:t>Chama-te pra Sua luz, </a:t>
            </a:r>
            <a:br>
              <a:rPr lang="en-US" altLang="pt-BR" sz="4000" i="1"/>
            </a:br>
            <a:r>
              <a:rPr lang="en-US" altLang="pt-BR" sz="4000" i="1"/>
              <a:t>Torna tua alma ditosa </a:t>
            </a:r>
            <a:br>
              <a:rPr lang="en-US" altLang="pt-BR" sz="4000" i="1"/>
            </a:br>
            <a:r>
              <a:rPr lang="en-US" altLang="pt-BR" sz="4000" i="1"/>
              <a:t>Se carregares a cruz.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CF171AF-F3F2-E342-9020-B40F2BEF06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b="1" i="1"/>
              <a:t>Ouve Sua voz a chamar!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Cristo te quer libertar;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Fala com voz amorosa: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“Paz hoje quero te dar”.</a:t>
            </a:r>
            <a:r>
              <a:rPr lang="en-US" altLang="pt-BR" sz="4000" i="1"/>
              <a:t>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24D27C1-2E85-5769-01CA-C9BA8126F5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i="1"/>
              <a:t>Por que voltar não procuras, </a:t>
            </a:r>
            <a:br>
              <a:rPr lang="en-US" altLang="pt-BR" sz="4000" i="1"/>
            </a:br>
            <a:r>
              <a:rPr lang="en-US" altLang="pt-BR" sz="4000" i="1"/>
              <a:t>Do mau caminho em que estás? </a:t>
            </a:r>
            <a:br>
              <a:rPr lang="en-US" altLang="pt-BR" sz="4000" i="1"/>
            </a:br>
            <a:r>
              <a:rPr lang="en-US" altLang="pt-BR" sz="4000" i="1"/>
              <a:t>No fim do qual amarguras, </a:t>
            </a:r>
            <a:br>
              <a:rPr lang="en-US" altLang="pt-BR" sz="4000" i="1"/>
            </a:br>
            <a:r>
              <a:rPr lang="en-US" altLang="pt-BR" sz="4000" i="1"/>
              <a:t>E eterna dor sofrerás.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B4861D65-5B6A-BFEA-9B3C-869CF9A79D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b="1" i="1"/>
              <a:t>Ouve Sua voz a chamar!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Cristo te quer libertar;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Fala com voz amorosa: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“Paz hoje quero te dar”.</a:t>
            </a:r>
            <a:r>
              <a:rPr lang="en-US" altLang="pt-BR" sz="4000" i="1"/>
              <a:t>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DBF5D6F-4F61-50C7-83B1-96A28B6572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i="1"/>
              <a:t>Mui breve irás encontrar-te </a:t>
            </a:r>
            <a:br>
              <a:rPr lang="en-US" altLang="pt-BR" sz="4000" i="1"/>
            </a:br>
            <a:r>
              <a:rPr lang="en-US" altLang="pt-BR" sz="4000" i="1"/>
              <a:t>Perante a morte, que atroz </a:t>
            </a:r>
            <a:br>
              <a:rPr lang="en-US" altLang="pt-BR" sz="4000" i="1"/>
            </a:br>
            <a:r>
              <a:rPr lang="en-US" altLang="pt-BR" sz="4000" i="1"/>
              <a:t>Vai, sem piedade, levar-te </a:t>
            </a:r>
            <a:br>
              <a:rPr lang="en-US" altLang="pt-BR" sz="4000" i="1"/>
            </a:br>
            <a:r>
              <a:rPr lang="en-US" altLang="pt-BR" sz="4000" i="1"/>
              <a:t>Onde não ouças Sua voz!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722760E-A13E-DD5D-BF28-FCE95262FA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b="1" i="1"/>
              <a:t>Ouve Sua voz a chamar!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Cristo te quer libertar;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Fala com voz amorosa: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“Paz hoje quero te dar”.</a:t>
            </a:r>
            <a:r>
              <a:rPr lang="en-US" altLang="pt-BR" sz="4000" i="1"/>
              <a:t>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E42BE64-B658-CF17-BEE6-81C8A142AF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i="1"/>
              <a:t>Ouve Sua voz amorosa </a:t>
            </a:r>
            <a:br>
              <a:rPr lang="en-US" altLang="pt-BR" sz="4000" i="1"/>
            </a:br>
            <a:r>
              <a:rPr lang="en-US" altLang="pt-BR" sz="4000" i="1"/>
              <a:t>Como persiste. a chamar; </a:t>
            </a:r>
            <a:br>
              <a:rPr lang="en-US" altLang="pt-BR" sz="4000" i="1"/>
            </a:br>
            <a:r>
              <a:rPr lang="en-US" altLang="pt-BR" sz="4000" i="1"/>
              <a:t>Com Sua mão poderosa </a:t>
            </a:r>
            <a:br>
              <a:rPr lang="en-US" altLang="pt-BR" sz="4000" i="1"/>
            </a:br>
            <a:r>
              <a:rPr lang="en-US" altLang="pt-BR" sz="4000" i="1"/>
              <a:t>Cristo te quer libertar.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FEDB387-42DE-62A8-26A6-6D4C19D3A2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b="1" i="1"/>
              <a:t>Ouve Sua voz a chamar!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Cristo te quer libertar;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Fala com voz amorosa: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“Paz hoje quero te dar”.</a:t>
            </a:r>
            <a:r>
              <a:rPr lang="en-US" altLang="pt-BR" sz="4000" i="1"/>
              <a:t>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217 OUVE SUA VOZ </vt:lpstr>
      <vt:lpstr>Cristo com voz amorosa  Chama-te pra Sua luz,  Torna tua alma ditosa  Se carregares a cruz.   </vt:lpstr>
      <vt:lpstr>Ouve Sua voz a chamar!  Cristo te quer libertar;  Fala com voz amorosa:  “Paz hoje quero te dar”.   </vt:lpstr>
      <vt:lpstr>Por que voltar não procuras,  Do mau caminho em que estás?  No fim do qual amarguras,  E eterna dor sofrerás. </vt:lpstr>
      <vt:lpstr>Ouve Sua voz a chamar!  Cristo te quer libertar;  Fala com voz amorosa:  “Paz hoje quero te dar”.   </vt:lpstr>
      <vt:lpstr>Mui breve irás encontrar-te  Perante a morte, que atroz  Vai, sem piedade, levar-te  Onde não ouças Sua voz! </vt:lpstr>
      <vt:lpstr>Ouve Sua voz a chamar!  Cristo te quer libertar;  Fala com voz amorosa:  “Paz hoje quero te dar”.   </vt:lpstr>
      <vt:lpstr>Ouve Sua voz amorosa  Como persiste. a chamar;  Com Sua mão poderosa  Cristo te quer libertar. </vt:lpstr>
      <vt:lpstr>Ouve Sua voz a chamar!  Cristo te quer libertar;  Fala com voz amorosa:  “Paz hoje quero te dar”.  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217 OUVE SUA VOZ </dc:title>
  <dc:creator>Junior</dc:creator>
  <cp:lastModifiedBy>Emerson Souza</cp:lastModifiedBy>
  <cp:revision>1</cp:revision>
  <dcterms:created xsi:type="dcterms:W3CDTF">2005-12-23T21:56:54Z</dcterms:created>
  <dcterms:modified xsi:type="dcterms:W3CDTF">2026-05-02T21:54:57Z</dcterms:modified>
</cp:coreProperties>
</file>