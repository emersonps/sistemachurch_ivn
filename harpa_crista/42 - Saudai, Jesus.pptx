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08" y="-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DA9995-901F-0872-D486-9BDF5F3D34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3362453-621B-96C8-40E0-C0227115B6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971B5BE-1A96-4190-BC29-33CCDA357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4FC9689-F197-AA64-F04E-324555743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BD95973-BF35-606F-B856-3A5C4E8BA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009A61-15A7-462E-8860-964E66BB86F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43119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E49077-02E3-A04C-29F0-6D2E68C24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E9467CD-82B0-9581-97F5-8AB8B53C6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88D6002-322C-3B42-34B3-CF56A2EB1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C388CE-7DB9-A3DF-D1CC-B60535BF8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48D1778-000C-071E-5A09-6BA813BF5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81F4E4-9741-4FDC-B1BE-E7DEDE070C3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29487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BF2C95-586C-83AE-2DE2-79BA6E0F0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152014D-6483-1A82-32D2-165C0E885C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1E84A45-A0CF-C70C-E1B4-80C945CF7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1B5F535-7BDF-FE68-9869-2CD3C5D46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05D1CB3-6497-AEEB-FE07-7E37E5FE8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DCEC52-918B-42AE-B749-A735F21F452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2602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AE4EA0-6397-55DA-D2B1-6236B24B5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4BF2FC-09E8-F001-665C-65CA457017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5EE20A3-4636-9A03-3097-2559766026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E62101D-5B87-C6B5-F9A9-787F643D3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CF607C6-AAE3-5406-00F1-C657FB343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6C06980-B097-29B7-5949-D87E45664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0FADAA-CA50-42D5-ACDD-C9A830CC51E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53046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F15B0A-7DF0-7FDF-B8D6-B5632F4F8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3445ABA-50A7-E503-C40F-50BA71E4B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F1A45B8-4C8F-1764-30A1-A107E3C835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C4EE109-F1C5-E5B5-5120-E9C0DCD22D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BC86E4F-B79C-E051-5785-67D85EC48C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24380A5-DF28-F3E2-B1BA-1F6C2E010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69A3B67-651D-9D49-0147-93A5B10A2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DC2C374-4079-AFDF-D5F2-3EF562BFF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F91AFD-FF57-4F11-9035-5D5150C5DFF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48021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F56078-6DAF-7AB7-4A4F-15A5BED52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9B7C700-4AD6-5306-1BB5-80FF89BFD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C546AFD-250C-8CFB-B1CC-7D5239BCA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726196E-D8A0-C808-4758-8CD1E4AA0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24671E-27E9-436D-8F92-B49EC152F16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07361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008B836-B8E0-517C-E203-ABAAAC242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EF35014-9FBF-4F3D-0507-E5B0D7ADA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4D0A559-98DB-EAAE-BF19-2DB7501B7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239481-A08A-490B-A64E-9D0D77EA019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44451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96DFC6-05E5-1FE4-9425-76048F068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A877C3-4F53-9345-B6EC-0F1227FAA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B4A0770-6348-ED2D-D88C-8DE0D176DB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F19135C-CE93-DA20-8376-3FBE734A6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9A705A2-7A9E-D21B-B2DE-EC4FD4B5E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58E62F5-2A0B-EC0D-60F1-BFC7F09C5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CE61C9-23A8-4AE9-94D0-AC0A88724CC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98290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C110AB-F4C8-EE61-3174-F6A493C5D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C2C9987-0877-C4DE-8E49-182AB1E4A5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6530BF9-6F9B-7A3C-F632-28D260A986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FEAFFE7-CC2D-0793-48A6-CF14A4D9D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DCFBF92-4502-725E-14F8-E189C8587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9AC2E2C-51B1-5BFF-5CC8-D056B2CD1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D700DE-BBCE-40C2-847A-8A71433690D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3808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978949-7591-5D19-CADF-FE9D35FF4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84B40F-09FE-2F14-6C3B-7431797B9B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F9C666F-6F29-BA4E-CD23-4F2D9EA71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B0A820-C988-0517-4C0D-5A2309526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78EC49-9EF2-3543-D7EE-1BD0D7756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520902-4495-4F0C-92EC-39565F819A2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80437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4F8C550-8900-E054-E054-9C3E3735E6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974D5AB-3F98-B985-B1F6-CA7BF63B94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E1D275-D6FF-625F-111D-1E1D9EC0C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8785553-7571-1407-A931-E5C39A9B8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41A36C-EED2-0204-34FB-AC6DB7EAC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03455D-2D0F-40A6-8E1F-61C1832FC79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13962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6826D69-890A-E025-E468-96E10DE89C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A83BBE6-6012-BB9E-CA0B-F05DDB7398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5ED629F-51AD-6C55-91A1-AF8FDFE42AF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6269AEA-EA92-8C96-0519-475E46DC991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085283B-20CD-1B23-7CCF-DECCABB28CC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E75B3A8-3E82-4D9B-975A-BC05B9E0157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C93BC1B-8552-BF8F-F49C-3785253BFA1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400" b="1">
                <a:solidFill>
                  <a:schemeClr val="tx1"/>
                </a:solidFill>
              </a:rPr>
              <a:t>42</a:t>
            </a:r>
            <a:br>
              <a:rPr lang="en-US" altLang="pt-BR" sz="4400" b="1">
                <a:solidFill>
                  <a:schemeClr val="tx1"/>
                </a:solidFill>
              </a:rPr>
            </a:br>
            <a:endParaRPr lang="en-US" altLang="pt-BR" sz="4400" b="1">
              <a:solidFill>
                <a:schemeClr val="tx1"/>
              </a:solidFill>
            </a:endParaRP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54396A89-4E72-1C40-57F4-0B07AFAA47E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pt-BR" sz="3200" b="1"/>
              <a:t>SAUDAI JESUS</a:t>
            </a:r>
            <a:endParaRPr lang="en-US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>
            <a:extLst>
              <a:ext uri="{FF2B5EF4-FFF2-40B4-BE49-F238E27FC236}">
                <a16:creationId xmlns:a16="http://schemas.microsoft.com/office/drawing/2014/main" id="{B821373B-0C4C-0406-3111-9B1622AF49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1913" y="404813"/>
            <a:ext cx="7354887" cy="5472112"/>
          </a:xfrm>
        </p:spPr>
        <p:txBody>
          <a:bodyPr/>
          <a:lstStyle/>
          <a:p>
            <a:pPr>
              <a:buFontTx/>
              <a:buNone/>
            </a:pPr>
            <a:r>
              <a:rPr lang="en-US" altLang="pt-BR" sz="4000"/>
              <a:t>Saudai o nome de Jesus! </a:t>
            </a:r>
          </a:p>
          <a:p>
            <a:pPr>
              <a:buFontTx/>
              <a:buNone/>
            </a:pPr>
            <a:r>
              <a:rPr lang="en-US" altLang="pt-BR" sz="4000"/>
              <a:t>Arcanjos, vos prostrai; </a:t>
            </a:r>
          </a:p>
          <a:p>
            <a:pPr>
              <a:buFontTx/>
              <a:buNone/>
            </a:pPr>
            <a:r>
              <a:rPr lang="en-US" altLang="pt-BR" sz="4000"/>
              <a:t>Arcanjos, vos prostrai; </a:t>
            </a:r>
          </a:p>
          <a:p>
            <a:pPr>
              <a:buFontTx/>
              <a:buNone/>
            </a:pPr>
            <a:r>
              <a:rPr lang="en-US" altLang="pt-BR" sz="4000"/>
              <a:t>Ao Filho do eterno Deus, </a:t>
            </a:r>
          </a:p>
          <a:p>
            <a:pPr>
              <a:buFontTx/>
              <a:buNone/>
            </a:pPr>
            <a:r>
              <a:rPr lang="en-US" altLang="pt-BR" sz="4000"/>
              <a:t>Com glória, glória,</a:t>
            </a:r>
          </a:p>
          <a:p>
            <a:pPr>
              <a:buFontTx/>
              <a:buNone/>
            </a:pPr>
            <a:r>
              <a:rPr lang="en-US" altLang="pt-BR" sz="4000"/>
              <a:t>Glória, glória,</a:t>
            </a:r>
          </a:p>
          <a:p>
            <a:pPr>
              <a:buFontTx/>
              <a:buNone/>
            </a:pPr>
            <a:r>
              <a:rPr lang="en-US" altLang="pt-BR" sz="4000"/>
              <a:t>Com glória, coroai!</a:t>
            </a:r>
          </a:p>
          <a:p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>
            <a:extLst>
              <a:ext uri="{FF2B5EF4-FFF2-40B4-BE49-F238E27FC236}">
                <a16:creationId xmlns:a16="http://schemas.microsoft.com/office/drawing/2014/main" id="{C8604FF3-8B48-0DBE-5DB4-E336DEF6B8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16013" y="476250"/>
            <a:ext cx="7570787" cy="5649913"/>
          </a:xfrm>
        </p:spPr>
        <p:txBody>
          <a:bodyPr/>
          <a:lstStyle/>
          <a:p>
            <a:pPr>
              <a:buFontTx/>
              <a:buNone/>
            </a:pPr>
            <a:r>
              <a:rPr lang="en-US" altLang="pt-BR" sz="4000"/>
              <a:t>Ó escolhida geração </a:t>
            </a:r>
          </a:p>
          <a:p>
            <a:pPr>
              <a:buFontTx/>
              <a:buNone/>
            </a:pPr>
            <a:r>
              <a:rPr lang="en-US" altLang="pt-BR" sz="4000"/>
              <a:t>Do bom eterno Pai, </a:t>
            </a:r>
          </a:p>
          <a:p>
            <a:pPr>
              <a:buFontTx/>
              <a:buNone/>
            </a:pPr>
            <a:r>
              <a:rPr lang="en-US" altLang="pt-BR" sz="4000"/>
              <a:t>Do bom eterno Pai;</a:t>
            </a:r>
          </a:p>
          <a:p>
            <a:pPr>
              <a:buFontTx/>
              <a:buNone/>
            </a:pPr>
            <a:r>
              <a:rPr lang="en-US" altLang="pt-BR" sz="4000"/>
              <a:t>Ao grande autor da salvação,</a:t>
            </a:r>
          </a:p>
          <a:p>
            <a:pPr>
              <a:buFontTx/>
              <a:buNone/>
            </a:pPr>
            <a:r>
              <a:rPr lang="en-US" altLang="pt-BR" sz="4000"/>
              <a:t>Com glória, glória, </a:t>
            </a:r>
          </a:p>
          <a:p>
            <a:pPr>
              <a:buFontTx/>
              <a:buNone/>
            </a:pPr>
            <a:r>
              <a:rPr lang="en-US" altLang="pt-BR" sz="4000"/>
              <a:t>Glória, glória,</a:t>
            </a:r>
          </a:p>
          <a:p>
            <a:pPr>
              <a:buFontTx/>
              <a:buNone/>
            </a:pPr>
            <a:r>
              <a:rPr lang="en-US" altLang="pt-BR" sz="4000"/>
              <a:t>Com glória, coroai!</a:t>
            </a:r>
          </a:p>
          <a:p>
            <a:endParaRPr lang="en-US" altLang="pt-BR" sz="4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>
            <a:extLst>
              <a:ext uri="{FF2B5EF4-FFF2-40B4-BE49-F238E27FC236}">
                <a16:creationId xmlns:a16="http://schemas.microsoft.com/office/drawing/2014/main" id="{E83AC41C-F112-E2D4-2012-C20DEA96D4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58888" y="620713"/>
            <a:ext cx="7427912" cy="550545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pt-BR" sz="4000"/>
              <a:t>Ó perdoados, cujo amor </a:t>
            </a:r>
          </a:p>
          <a:p>
            <a:pPr>
              <a:buFontTx/>
              <a:buNone/>
            </a:pPr>
            <a:r>
              <a:rPr lang="en-US" altLang="pt-BR" sz="4000"/>
              <a:t>Bem triunfante vai, </a:t>
            </a:r>
          </a:p>
          <a:p>
            <a:pPr>
              <a:buFontTx/>
              <a:buNone/>
            </a:pPr>
            <a:r>
              <a:rPr lang="en-US" altLang="pt-BR" sz="4000"/>
              <a:t>Bem triunfante vai,</a:t>
            </a:r>
          </a:p>
          <a:p>
            <a:pPr>
              <a:buFontTx/>
              <a:buNone/>
            </a:pPr>
            <a:r>
              <a:rPr lang="en-US" altLang="pt-BR" sz="4000"/>
              <a:t>Ao Deus Varão, Conquistador,</a:t>
            </a:r>
          </a:p>
          <a:p>
            <a:pPr>
              <a:buFontTx/>
              <a:buNone/>
            </a:pPr>
            <a:r>
              <a:rPr lang="en-US" altLang="pt-BR" sz="4000"/>
              <a:t>Com glória, glória, </a:t>
            </a:r>
          </a:p>
          <a:p>
            <a:pPr>
              <a:buFontTx/>
              <a:buNone/>
            </a:pPr>
            <a:r>
              <a:rPr lang="en-US" altLang="pt-BR" sz="4000"/>
              <a:t>Glória glária</a:t>
            </a:r>
          </a:p>
          <a:p>
            <a:pPr>
              <a:buFontTx/>
              <a:buNone/>
            </a:pPr>
            <a:r>
              <a:rPr lang="en-US" altLang="pt-BR" sz="4000"/>
              <a:t>Com glória, coroai l</a:t>
            </a:r>
          </a:p>
          <a:p>
            <a:endParaRPr lang="en-US" altLang="pt-BR" sz="4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>
            <a:extLst>
              <a:ext uri="{FF2B5EF4-FFF2-40B4-BE49-F238E27FC236}">
                <a16:creationId xmlns:a16="http://schemas.microsoft.com/office/drawing/2014/main" id="{0DDC0E44-CD55-6D30-8F74-DE6478A220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088" y="836613"/>
            <a:ext cx="7859712" cy="528955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pt-BR" sz="4000"/>
              <a:t>Ó raças, tribos e nações, </a:t>
            </a:r>
          </a:p>
          <a:p>
            <a:pPr>
              <a:buFontTx/>
              <a:buNone/>
            </a:pPr>
            <a:r>
              <a:rPr lang="en-US" altLang="pt-BR" sz="4000"/>
              <a:t>Ao Rei dos reis honrai! </a:t>
            </a:r>
          </a:p>
          <a:p>
            <a:pPr>
              <a:buFontTx/>
              <a:buNone/>
            </a:pPr>
            <a:r>
              <a:rPr lang="en-US" altLang="pt-BR" sz="4000"/>
              <a:t>Ao Rei dos reis honrai!</a:t>
            </a:r>
          </a:p>
          <a:p>
            <a:pPr>
              <a:buFontTx/>
              <a:buNone/>
            </a:pPr>
            <a:r>
              <a:rPr lang="en-US" altLang="pt-BR" sz="4000"/>
              <a:t>A quem quebrou vossos grilhões,</a:t>
            </a:r>
          </a:p>
          <a:p>
            <a:pPr>
              <a:buFontTx/>
              <a:buNone/>
            </a:pPr>
            <a:r>
              <a:rPr lang="en-US" altLang="pt-BR" sz="4000"/>
              <a:t>Com glória, glória,</a:t>
            </a:r>
          </a:p>
          <a:p>
            <a:pPr>
              <a:buFontTx/>
              <a:buNone/>
            </a:pPr>
            <a:r>
              <a:rPr lang="en-US" altLang="pt-BR" sz="4000"/>
              <a:t>Glória, glória,</a:t>
            </a:r>
          </a:p>
          <a:p>
            <a:pPr>
              <a:buFontTx/>
              <a:buNone/>
            </a:pPr>
            <a:r>
              <a:rPr lang="en-US" altLang="pt-BR" sz="4000"/>
              <a:t>Com glória, coroai!</a:t>
            </a:r>
            <a:r>
              <a:rPr lang="en-US" altLang="pt-BR"/>
              <a:t>	</a:t>
            </a:r>
            <a:r>
              <a:rPr lang="en-US" altLang="pt-BR" sz="2000"/>
              <a:t>J.H.N.</a:t>
            </a:r>
          </a:p>
          <a:p>
            <a:endParaRPr lang="en-US" altLang="pt-BR" sz="2000"/>
          </a:p>
          <a:p>
            <a:endParaRPr lang="en-US" alt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6">
      <a:dk1>
        <a:srgbClr val="005A58"/>
      </a:dk1>
      <a:lt1>
        <a:srgbClr val="FFFFFF"/>
      </a:lt1>
      <a:dk2>
        <a:srgbClr val="008080"/>
      </a:dk2>
      <a:lt2>
        <a:srgbClr val="FFFF99"/>
      </a:lt2>
      <a:accent1>
        <a:srgbClr val="006462"/>
      </a:accent1>
      <a:accent2>
        <a:srgbClr val="6D6FC7"/>
      </a:accent2>
      <a:accent3>
        <a:srgbClr val="AAC0C0"/>
      </a:accent3>
      <a:accent4>
        <a:srgbClr val="DADADA"/>
      </a:accent4>
      <a:accent5>
        <a:srgbClr val="AAB8B7"/>
      </a:accent5>
      <a:accent6>
        <a:srgbClr val="6264B4"/>
      </a:accent6>
      <a:hlink>
        <a:srgbClr val="00FFFF"/>
      </a:hlink>
      <a:folHlink>
        <a:srgbClr val="00FF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150</Words>
  <Application>Microsoft Office PowerPoint</Application>
  <PresentationFormat>Apresentação na tela (4:3)</PresentationFormat>
  <Paragraphs>30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42 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42 </dc:title>
  <dc:creator>Montagna</dc:creator>
  <cp:lastModifiedBy>Emerson Souza</cp:lastModifiedBy>
  <cp:revision>2</cp:revision>
  <dcterms:created xsi:type="dcterms:W3CDTF">2005-10-15T23:31:52Z</dcterms:created>
  <dcterms:modified xsi:type="dcterms:W3CDTF">2026-05-02T21:40:25Z</dcterms:modified>
</cp:coreProperties>
</file>