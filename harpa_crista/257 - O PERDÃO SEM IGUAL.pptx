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53" d="100"/>
          <a:sy n="53" d="100"/>
        </p:scale>
        <p:origin x="-474" y="-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230E0AA-8D53-0D86-8579-1997AD1A897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DE4EA3C9-324C-F043-187D-B7A215968F6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6D446AE-C7F1-B6C5-1058-2F5FB2C126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9FBAF08-9487-5552-A4C9-208C2B38F0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A67FAEC-9A80-4E70-F644-0CA4A36D35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9623B7D-E41A-472B-9832-5E04FC2311A8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8313015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6E20A2D-66CB-6198-0B60-71042BD51C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F9A72CB-1050-B6A2-A8ED-AE4FDE8843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FBFEB21-FB9E-F3CE-C6AC-C32354214F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F3E7084-8A14-3644-819F-024E3C2609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3818E69-DDC8-0C97-FD52-FA3A6D9B68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5909005-48BA-471D-BC8F-371E3D905383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732573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849B002-FEEA-7B25-D02C-636BBB5B88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B7C4AC15-5B65-E5A2-F1E8-CC8D43731C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A4C3A00-0902-6D87-5899-6D98222F36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9950569-1289-8058-5CE3-677DD3153B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2F22BB2-E53B-AB9A-4607-13401F9A0B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6B630D4-1706-408A-A9DC-AF50765F4840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9441720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5F66498-49DA-64BD-4690-5AE508176B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86513AE-3ABE-C48D-1A8A-4A5C9497B26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D3E56DC4-4F37-D02D-6F88-816B3651178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1FF6558E-2BE1-CC7F-2B82-5A1EA098AA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BF2ED41C-A18D-C7FB-6C63-D9B12395D1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AC021A51-9A63-25AA-B04A-D604DBF39B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54D9ACC-C5D3-46F1-BE74-1E4EDD81BAC2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6901915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A1B7BD4-D8E6-E0A4-8AA8-625B608D5E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FA9C9552-E8C1-EB7A-F026-57A6446721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AC084683-7708-1F41-85A1-68A7647B448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3118AE4E-A635-9ED0-15ED-B1A638EAA29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952677ED-6618-341C-D747-3D57F58041F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E01FC343-1032-173A-22F3-36A779CBF1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0E548A48-B537-2238-A01C-3A2CB00416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1566F0CD-7D02-4448-99EE-96E887C771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BD22A10-849B-4682-BDC5-FDE0F7B1CFEC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8257793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CEE5EFD-CE3E-33B9-6178-9F255DCD0A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8F2E3619-03D9-189A-5848-962C89763E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DFCBEBB3-11BA-D10A-4588-4011C00217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E2315B52-A37E-C8F5-B9A4-7F79C1DBD4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8947B88-51B1-4BCF-BC84-359A195F3235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3101356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79F5AB39-9044-20AE-13B3-3E14D09462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8AC1DE30-F76E-3302-3970-FD5DA0422A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C23E9D70-C46C-F691-E57E-F0601FD8C8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B6D9484-D320-4388-8BA8-F4D6197A0B88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076271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E7AD7E0-F2AE-0E31-7565-12EA368CA7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E05592E-55A4-61D6-744B-081E7E14F1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D498F538-811F-2CA0-78E7-286947CF039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57A4814E-D151-2889-030F-1556837AF6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8DF98284-3C2A-D3E0-27C9-A9E5FF9FD0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BB9CD772-5BE5-127F-F36A-FE9884AE68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812905C-9D01-4515-A145-448FB9C643BB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9229621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4C589FB-F1F2-50B6-B777-2542E3240E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7CDECFC9-D8C1-D0EA-822D-6E27550B2B0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655F7DDF-5EAC-52D8-F191-AF8F3BA43EF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81FCFDDB-6225-B019-174F-C37A601D13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513514C8-6609-332E-1EF5-D8CE0E2678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B307F848-2675-57ED-638D-F9C02E8814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E67FEA2-FAC4-4FE9-87F4-BD15F5EC8E19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5680098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21EF53E-5E9B-8C0E-9ECE-D7A9E6B4A6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DB448AC2-53B9-F286-F077-AF412383A4E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4F720EE-B7E1-3B3B-E997-BB553C0281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7A0AC3A-FC11-AFAB-4073-434B79A8A4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CC5A13F-DF65-A1C1-5472-12C8714834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0911341-EB62-41F9-AEB0-BE9F8BE2CA28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9093814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C4DD753D-4C52-EEB1-3827-EA1B3E679D0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57931F3C-6689-CC80-F0C2-AF3468844BF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A6B47D5-CB58-9FA5-69B9-3B91DF01E9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0AF791C-0EFD-F9EE-BAC4-E15E3CC94E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56624B8-A431-AC57-729A-E2F5DA949E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6283ABA-7D8E-4AD7-A80F-F02BC40C44D8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3426850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D259EEB2-9447-A7AD-CC5F-9E3B7AC7341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 estilo do título mestre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C5304D65-228C-6C8F-6730-9C07B5CF8C6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os estilos do texto mestre</a:t>
            </a:r>
          </a:p>
          <a:p>
            <a:pPr lvl="1"/>
            <a:r>
              <a:rPr lang="en-US" altLang="pt-BR"/>
              <a:t>Segundo nível</a:t>
            </a:r>
          </a:p>
          <a:p>
            <a:pPr lvl="2"/>
            <a:r>
              <a:rPr lang="en-US" altLang="pt-BR"/>
              <a:t>Terceiro nível</a:t>
            </a:r>
          </a:p>
          <a:p>
            <a:pPr lvl="3"/>
            <a:r>
              <a:rPr lang="en-US" altLang="pt-BR"/>
              <a:t>Quarto nível</a:t>
            </a:r>
          </a:p>
          <a:p>
            <a:pPr lvl="4"/>
            <a:r>
              <a:rPr lang="en-US" altLang="pt-BR"/>
              <a:t>Quinto nível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5E0815A0-F68C-ABCC-6D58-38006D92AA55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US" altLang="pt-BR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4B17A587-F5F3-7548-029B-2B2EF339825F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n-US" altLang="pt-BR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B6406EB6-82B1-06A8-37A8-2A1630027519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D9C75F7D-545A-4C70-8610-CDAF0A05666D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C2A689AD-D3E1-ED61-8589-54A1566BD94B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 anchor="ctr"/>
          <a:lstStyle/>
          <a:p>
            <a:r>
              <a:rPr lang="pt-BR" altLang="pt-BR" sz="4400" b="1"/>
              <a:t>257</a:t>
            </a:r>
            <a:br>
              <a:rPr lang="pt-BR" altLang="pt-BR" sz="4400" b="1"/>
            </a:br>
            <a:r>
              <a:rPr lang="pt-BR" altLang="pt-BR" sz="4400" b="1"/>
              <a:t>O PERDÃO SEM IGUAL</a:t>
            </a:r>
            <a:endParaRPr lang="en-US" altLang="pt-BR" sz="4400" b="1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3F2CE9F3-9583-9B4F-45BA-69A942A5EEA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6034087"/>
          </a:xfrm>
        </p:spPr>
        <p:txBody>
          <a:bodyPr/>
          <a:lstStyle/>
          <a:p>
            <a:r>
              <a:rPr lang="pt-BR" altLang="pt-BR"/>
              <a:t>Amoroso Salvador,</a:t>
            </a:r>
            <a:br>
              <a:rPr lang="pt-BR" altLang="pt-BR"/>
            </a:br>
            <a:r>
              <a:rPr lang="pt-BR" altLang="pt-BR"/>
              <a:t>Sem igual é Teu perdão; </a:t>
            </a:r>
            <a:br>
              <a:rPr lang="pt-BR" altLang="pt-BR"/>
            </a:br>
            <a:r>
              <a:rPr lang="pt-BR" altLang="pt-BR"/>
              <a:t>Só Tu és meu Redentor </a:t>
            </a:r>
            <a:br>
              <a:rPr lang="pt-BR" altLang="pt-BR"/>
            </a:br>
            <a:r>
              <a:rPr lang="pt-BR" altLang="pt-BR"/>
              <a:t>E perfeita salvação.</a:t>
            </a:r>
            <a:r>
              <a:rPr lang="en-US" altLang="pt-BR"/>
              <a:t>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82CB27ED-D8F2-78EC-6863-A7E57C28E94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6107112"/>
          </a:xfrm>
        </p:spPr>
        <p:txBody>
          <a:bodyPr/>
          <a:lstStyle/>
          <a:p>
            <a:r>
              <a:rPr lang="pt-BR" altLang="pt-BR"/>
              <a:t>Meu contrito coração </a:t>
            </a:r>
            <a:br>
              <a:rPr lang="pt-BR" altLang="pt-BR"/>
            </a:br>
            <a:r>
              <a:rPr lang="pt-BR" altLang="pt-BR"/>
              <a:t>Te confessa seu pecar, </a:t>
            </a:r>
            <a:br>
              <a:rPr lang="pt-BR" altLang="pt-BR"/>
            </a:br>
            <a:r>
              <a:rPr lang="pt-BR" altLang="pt-BR"/>
              <a:t>Pede ao Pai real perdão, </a:t>
            </a:r>
            <a:br>
              <a:rPr lang="pt-BR" altLang="pt-BR"/>
            </a:br>
            <a:r>
              <a:rPr lang="pt-BR" altLang="pt-BR"/>
              <a:t>Pelo Teu amor sem par.</a:t>
            </a:r>
            <a:r>
              <a:rPr lang="en-US" altLang="pt-BR"/>
              <a:t>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E94F1F5D-E1C2-6637-F671-551A79ECF60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5962650"/>
          </a:xfrm>
        </p:spPr>
        <p:txBody>
          <a:bodyPr/>
          <a:lstStyle/>
          <a:p>
            <a:r>
              <a:rPr lang="pt-BR" altLang="pt-BR"/>
              <a:t>Te contemplo, sem cessar, </a:t>
            </a:r>
            <a:br>
              <a:rPr lang="pt-BR" altLang="pt-BR"/>
            </a:br>
            <a:r>
              <a:rPr lang="pt-BR" altLang="pt-BR"/>
              <a:t>No Teu trono desde aqui; </a:t>
            </a:r>
            <a:br>
              <a:rPr lang="pt-BR" altLang="pt-BR"/>
            </a:br>
            <a:r>
              <a:rPr lang="pt-BR" altLang="pt-BR"/>
              <a:t>Oh! quão grato é meditar, </a:t>
            </a:r>
            <a:br>
              <a:rPr lang="pt-BR" altLang="pt-BR"/>
            </a:br>
            <a:r>
              <a:rPr lang="pt-BR" altLang="pt-BR"/>
              <a:t>Que intercedes Tu por mim.</a:t>
            </a:r>
            <a:r>
              <a:rPr lang="en-US" altLang="pt-BR"/>
              <a:t>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5925C041-B86C-7C2D-0532-66AE136C07F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5891212"/>
          </a:xfrm>
        </p:spPr>
        <p:txBody>
          <a:bodyPr/>
          <a:lstStyle/>
          <a:p>
            <a:r>
              <a:rPr lang="pt-BR" altLang="pt-BR"/>
              <a:t>A fonte és da compaixão, </a:t>
            </a:r>
            <a:br>
              <a:rPr lang="pt-BR" altLang="pt-BR"/>
            </a:br>
            <a:r>
              <a:rPr lang="pt-BR" altLang="pt-BR"/>
              <a:t>Sempre a Ti darei louvor! </a:t>
            </a:r>
            <a:br>
              <a:rPr lang="pt-BR" altLang="pt-BR"/>
            </a:br>
            <a:r>
              <a:rPr lang="pt-BR" altLang="pt-BR"/>
              <a:t>Faz-me bem ao coração,</a:t>
            </a:r>
            <a:br>
              <a:rPr lang="pt-BR" altLang="pt-BR"/>
            </a:br>
            <a:r>
              <a:rPr lang="pt-BR" altLang="pt-BR"/>
              <a:t>Exaltar-Te, meu Senhor!	P.L.M.</a:t>
            </a:r>
            <a:r>
              <a:rPr lang="en-US" altLang="pt-BR"/>
              <a:t>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sign padrão">
  <a:themeElements>
    <a:clrScheme name="Design padrão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sign padrão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Design padrão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110</Words>
  <Application>Microsoft Office PowerPoint</Application>
  <PresentationFormat>Apresentação na tela (4:3)</PresentationFormat>
  <Paragraphs>5</Paragraphs>
  <Slides>5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5</vt:i4>
      </vt:variant>
    </vt:vector>
  </HeadingPairs>
  <TitlesOfParts>
    <vt:vector size="7" baseType="lpstr">
      <vt:lpstr>Arial</vt:lpstr>
      <vt:lpstr>Design padrão</vt:lpstr>
      <vt:lpstr>257 O PERDÃO SEM IGUAL</vt:lpstr>
      <vt:lpstr>Amoroso Salvador, Sem igual é Teu perdão;  Só Tu és meu Redentor  E perfeita salvação. </vt:lpstr>
      <vt:lpstr>Meu contrito coração  Te confessa seu pecar,  Pede ao Pai real perdão,  Pelo Teu amor sem par. </vt:lpstr>
      <vt:lpstr>Te contemplo, sem cessar,  No Teu trono desde aqui;  Oh! quão grato é meditar,  Que intercedes Tu por mim. </vt:lpstr>
      <vt:lpstr>A fonte és da compaixão,  Sempre a Ti darei louvor!  Faz-me bem ao coração, Exaltar-Te, meu Senhor! P.L.M. </vt:lpstr>
    </vt:vector>
  </TitlesOfParts>
  <Company>IEAD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257 - O PERDÃO SEM IGUAL</dc:title>
  <dc:creator>Montagna</dc:creator>
  <cp:lastModifiedBy>Emerson Souza</cp:lastModifiedBy>
  <cp:revision>2</cp:revision>
  <dcterms:created xsi:type="dcterms:W3CDTF">2005-10-19T00:10:10Z</dcterms:created>
  <dcterms:modified xsi:type="dcterms:W3CDTF">2026-05-02T21:58:19Z</dcterms:modified>
</cp:coreProperties>
</file>