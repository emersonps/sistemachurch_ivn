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85DE1-7166-9CFE-64C2-4D887D7B7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7D2765-9193-952A-514E-CE8FF66CB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032F7C-36AD-EF4A-6055-3B5A2806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1659B9-6B93-C8FD-3518-AC61BA97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20AC35-B41C-8144-574F-9649B20EF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48E165-C201-4665-80BB-2F4A41869F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886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A225C-D431-F139-ED2D-3695AA77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0329C-1441-6C97-8D28-89CDFD0B6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E46E57-45F6-7C80-45FF-E9A04BC5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29546-F9FD-264E-3691-635EA5DE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19FEBC-2331-271E-A386-B235D4B3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F89FB3-FE6D-4277-8871-AA645EECD7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148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55E34-BAB4-3203-E93D-FEC76018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3FB550-923E-3387-D289-B018C2854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03FCD4-9B4E-A572-33FC-1FC8C458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5C3841-96C5-10E9-2EE3-8DE29674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34B876-59DB-6563-4F72-8125C3C0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8C78FC-3695-4CF0-A112-D95818E06E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818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64FAE-DC84-A9AF-BA59-6885C804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FC350E-842F-E3CC-A23B-FFD58D8ED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349875-0A09-BF9D-22B4-DFA2801C5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DE2DEB-EA22-9A53-49C2-7E19198A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E56F01-8359-FE46-45E5-66ABB1A9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CBB9DC-EDF8-CE22-97DB-10865FAB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911A41-9E39-4DCB-B8F0-D620269748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7367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2A2FE-FE35-9628-A787-496325AF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E87215-03F3-21F1-D345-4B655985E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5A6D0E-4B75-7238-ACFF-C986D53CC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CC30A7-1E6C-3E9B-68C3-598C40ED3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9BC4A5-60F1-99EF-D975-B99F3BAA3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AD3FB91-602F-1872-8B8D-22DA6E3E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A8F46B-EC56-3BA3-8467-E3B5F5230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4130BD-DABD-6771-52FC-4CB2A103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FED939-8BB8-4A94-BD08-281D289986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165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1A2E3-EED1-E645-4EB0-609569DE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A77D55-8886-747A-03AA-3E8411FC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8C5BA9-164C-C050-E50A-EE71EFFE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0DFAB5-C3BA-610A-0F76-0CFD867A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8F9582-ABA7-406A-B256-B602A68CC7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749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C6D937-091B-16C7-0DB4-9868A34A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8E883F-DC71-A7FB-5035-1103C47A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98AE88-1E63-35C8-9C8C-2D2A4042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D21FE-D0C6-4B4E-B5D8-E4805CF11B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440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F60A4-1C9A-EBAF-9B0B-7BEFF64D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6370E2-D10D-7600-6009-9FD783F3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D8BC13-45B3-D827-3A60-B7E87C543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F6CED3-106C-081A-C91A-24212ED0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4BCE65-B05C-10E2-72D7-8A922C5B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661153-8FEB-8A99-6BD7-10E859DA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5C674-35F4-480B-842F-A1C80A8ADA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50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C47E3-ACBA-D1E1-E4CC-FDC6CC13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D7B8078-8FD5-38F0-3F08-2BD9239A8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2FD50B-D9F6-B24A-1A1A-D483D4D70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E9BF94-E301-E5DC-4893-6F568DF64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564D47-0B2C-48D0-E77B-6FAA8DB4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829787-375B-9C5A-4331-62955957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957E2-4E66-45BD-86BF-D14B135B1A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133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F76DF-76FD-D1FC-8B5D-044892C9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2BD07D-8C1B-AC71-CCA8-5A0CAF898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9B96E1-AF52-D0A2-32E9-8E717369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2A1B01-A41F-17DC-DB31-AF842FE38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9B624A-E11C-9F03-F9F5-1D4DC2F2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D8B731-E401-4B80-B4AB-4F30C46920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991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E01DBB-E231-4BB0-9D49-ACAC3D064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59231B-EF17-24A8-E69F-55C772504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4EE1AF-C599-2E06-1CCF-F61B66C1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687D73-6973-9C19-E69D-71B25E78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757897-E1A5-73D8-9969-1EF25B82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6852E-E7E2-4252-A0DA-26257D3AEA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301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044949-71E1-7594-8843-0B9070619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AFE733-27BC-9E47-0D24-4BEF4953D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8C9FB6-A34B-B1CA-E73F-42A269BA50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C40BD4-7781-B258-6C0A-561137FF38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AC58D1-8F38-1F20-7BC4-C7D81BCF3C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3F6F777-9C80-45DD-8343-202A93EDF7A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9C4FE71-DE19-34AD-92CD-309AE15461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238</a:t>
            </a:r>
            <a:br>
              <a:rPr lang="en-US" altLang="pt-BR" sz="4000" b="1" i="1"/>
            </a:br>
            <a:r>
              <a:rPr lang="en-US" altLang="pt-BR" sz="4000" b="1" i="1"/>
              <a:t>Ó PECADOR DESALENTADO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932D3B3-CA5A-4AE4-2FF2-388CFEDD94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7E749FD-D940-CA1D-A3A6-D454E94C4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Ó pecador desalentado</a:t>
            </a:r>
            <a:br>
              <a:rPr lang="en-US" altLang="pt-BR" sz="4000"/>
            </a:br>
            <a:r>
              <a:rPr lang="en-US" altLang="pt-BR" sz="4000"/>
              <a:t>Vem a Jesus, teu Salvador;</a:t>
            </a:r>
            <a:br>
              <a:rPr lang="en-US" altLang="pt-BR" sz="4000"/>
            </a:br>
            <a:r>
              <a:rPr lang="en-US" altLang="pt-BR" sz="4000"/>
              <a:t>Por que viver atribulado?</a:t>
            </a:r>
            <a:br>
              <a:rPr lang="en-US" altLang="pt-BR" sz="4000"/>
            </a:br>
            <a:r>
              <a:rPr lang="en-US" altLang="pt-BR" sz="4000"/>
              <a:t>Vem a Jesus, teu Salvador;</a:t>
            </a:r>
            <a:br>
              <a:rPr lang="en-US" altLang="pt-BR" sz="4000"/>
            </a:br>
            <a:r>
              <a:rPr lang="en-US" altLang="pt-BR" sz="4000"/>
              <a:t>Eis o Cristo te chamando,</a:t>
            </a:r>
            <a:br>
              <a:rPr lang="en-US" altLang="pt-BR" sz="4000"/>
            </a:br>
            <a:r>
              <a:rPr lang="en-US" altLang="pt-BR" sz="4000"/>
              <a:t>Pois quer te dar Seu grande amor,</a:t>
            </a:r>
            <a:br>
              <a:rPr lang="en-US" altLang="pt-BR" sz="4000"/>
            </a:br>
            <a:r>
              <a:rPr lang="en-US" altLang="pt-BR" sz="4000"/>
              <a:t>Vem nos Seus braços te lançando</a:t>
            </a:r>
            <a:br>
              <a:rPr lang="en-US" altLang="pt-BR" sz="4000"/>
            </a:br>
            <a:r>
              <a:rPr lang="en-US" altLang="pt-BR" sz="4000"/>
              <a:t>Vem a Jesus, o teu Salvador.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674F3C8-3EEB-1606-4EA3-B8A70E259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Ó não rejeites a liberdade,</a:t>
            </a:r>
            <a:br>
              <a:rPr lang="en-US" altLang="pt-BR" sz="4000"/>
            </a:br>
            <a:r>
              <a:rPr lang="en-US" altLang="pt-BR" sz="4000"/>
              <a:t>Vem a Jesus, teu Salvador;</a:t>
            </a:r>
            <a:br>
              <a:rPr lang="en-US" altLang="pt-BR" sz="4000"/>
            </a:br>
            <a:r>
              <a:rPr lang="en-US" altLang="pt-BR" sz="4000"/>
              <a:t>Recebe hoje a santidade;</a:t>
            </a:r>
            <a:br>
              <a:rPr lang="en-US" altLang="pt-BR" sz="4000"/>
            </a:br>
            <a:r>
              <a:rPr lang="en-US" altLang="pt-BR" sz="4000"/>
              <a:t>Vem a Jesus, teu Salvador;</a:t>
            </a:r>
            <a:br>
              <a:rPr lang="en-US" altLang="pt-BR" sz="4000"/>
            </a:br>
            <a:r>
              <a:rPr lang="en-US" altLang="pt-BR" sz="4000"/>
              <a:t>Tudo aqui no mundo passa;</a:t>
            </a:r>
            <a:br>
              <a:rPr lang="en-US" altLang="pt-BR" sz="4000"/>
            </a:br>
            <a:r>
              <a:rPr lang="en-US" altLang="pt-BR" sz="4000"/>
              <a:t>Tu morrerás, ó pecador,</a:t>
            </a:r>
            <a:br>
              <a:rPr lang="en-US" altLang="pt-BR" sz="4000"/>
            </a:br>
            <a:r>
              <a:rPr lang="en-US" altLang="pt-BR" sz="4000"/>
              <a:t>Vem aceitar a vera graça,</a:t>
            </a:r>
            <a:br>
              <a:rPr lang="en-US" altLang="pt-BR" sz="4000"/>
            </a:br>
            <a:r>
              <a:rPr lang="en-US" altLang="pt-BR" sz="4000"/>
              <a:t>Vem a Jesus, o teu Salvador.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0227714-0AF2-AF6D-D37F-FCABDF10E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Se queres paz, também o gozo, </a:t>
            </a:r>
            <a:br>
              <a:rPr lang="en-US" altLang="pt-BR" sz="4000" i="1"/>
            </a:br>
            <a:r>
              <a:rPr lang="en-US" altLang="pt-BR" sz="4000" i="1"/>
              <a:t>Vem a Jesus, teu Salvador. </a:t>
            </a:r>
            <a:br>
              <a:rPr lang="en-US" altLang="pt-BR" sz="4000" i="1"/>
            </a:br>
            <a:r>
              <a:rPr lang="en-US" altLang="pt-BR" sz="4000" i="1"/>
              <a:t>Pois nEle tu terás repouso,</a:t>
            </a:r>
            <a:br>
              <a:rPr lang="en-US" altLang="pt-BR" sz="4000" i="1"/>
            </a:br>
            <a:r>
              <a:rPr lang="en-US" altLang="pt-BR" sz="4000" i="1"/>
              <a:t>Vem a Jesus, teu Salvador; </a:t>
            </a:r>
            <a:br>
              <a:rPr lang="en-US" altLang="pt-BR" sz="4000" i="1"/>
            </a:br>
            <a:r>
              <a:rPr lang="en-US" altLang="pt-BR" sz="4000" i="1"/>
              <a:t>Não terás senão tristeza, </a:t>
            </a:r>
            <a:br>
              <a:rPr lang="en-US" altLang="pt-BR" sz="4000" i="1"/>
            </a:br>
            <a:r>
              <a:rPr lang="en-US" altLang="pt-BR" sz="4000" i="1"/>
              <a:t>Cá neste mundo de horror, </a:t>
            </a:r>
            <a:br>
              <a:rPr lang="en-US" altLang="pt-BR" sz="4000" i="1"/>
            </a:br>
            <a:r>
              <a:rPr lang="en-US" altLang="pt-BR" sz="4000" i="1"/>
              <a:t>Mas em Jesus há fortaleza, </a:t>
            </a:r>
            <a:br>
              <a:rPr lang="en-US" altLang="pt-BR" sz="4000" i="1"/>
            </a:br>
            <a:r>
              <a:rPr lang="en-US" altLang="pt-BR" sz="4000" i="1"/>
              <a:t>Vem a Jesus, o teu Salvador.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3D74F1D-58A2-90FF-1CC2-52EF95A53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br>
              <a:rPr lang="en-US" altLang="pt-BR" sz="4000" i="1"/>
            </a:br>
            <a:r>
              <a:rPr lang="en-US" altLang="pt-BR" sz="4000" i="1"/>
              <a:t> Vem a Jesus, teu Salvador. </a:t>
            </a:r>
            <a:br>
              <a:rPr lang="en-US" altLang="pt-BR" sz="4000" i="1"/>
            </a:br>
            <a:r>
              <a:rPr lang="en-US" altLang="pt-BR" sz="4000" i="1"/>
              <a:t>Ó Seu amor é irresistível, </a:t>
            </a:r>
            <a:br>
              <a:rPr lang="en-US" altLang="pt-BR" sz="4000" i="1"/>
            </a:br>
            <a:r>
              <a:rPr lang="en-US" altLang="pt-BR" sz="4000" i="1"/>
              <a:t>Vem a Jesus, teu Salvador. </a:t>
            </a:r>
            <a:br>
              <a:rPr lang="en-US" altLang="pt-BR" sz="4000" i="1"/>
            </a:br>
            <a:r>
              <a:rPr lang="en-US" altLang="pt-BR" sz="4000" i="1"/>
              <a:t>Tuas horas vão passando, </a:t>
            </a:r>
            <a:br>
              <a:rPr lang="en-US" altLang="pt-BR" sz="4000" i="1"/>
            </a:br>
            <a:r>
              <a:rPr lang="en-US" altLang="pt-BR" sz="4000" i="1"/>
              <a:t>Ó não desprezes, pecador; </a:t>
            </a:r>
            <a:br>
              <a:rPr lang="en-US" altLang="pt-BR" sz="4000" i="1"/>
            </a:br>
            <a:r>
              <a:rPr lang="en-US" altLang="pt-BR" sz="4000" i="1"/>
              <a:t>A voz de Deus te convidando. </a:t>
            </a:r>
            <a:br>
              <a:rPr lang="en-US" altLang="pt-BR" sz="4000" i="1"/>
            </a:br>
            <a:r>
              <a:rPr lang="en-US" altLang="pt-BR" sz="4000" i="1"/>
              <a:t>Vem a Jesus, o teu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 238 Ó PECADOR DESALENTADO</vt:lpstr>
      <vt:lpstr>Ó pecador desalentado Vem a Jesus, teu Salvador; Por que viver atribulado? Vem a Jesus, teu Salvador; Eis o Cristo te chamando, Pois quer te dar Seu grande amor, Vem nos Seus braços te lançando Vem a Jesus, o teu Salvador. </vt:lpstr>
      <vt:lpstr>Ó não rejeites a liberdade, Vem a Jesus, teu Salvador; Recebe hoje a santidade; Vem a Jesus, teu Salvador; Tudo aqui no mundo passa; Tu morrerás, ó pecador, Vem aceitar a vera graça, Vem a Jesus, o teu Salvador. </vt:lpstr>
      <vt:lpstr>Se queres paz, também o gozo,  Vem a Jesus, teu Salvador.  Pois nEle tu terás repouso, Vem a Jesus, teu Salvador;  Não terás senão tristeza,  Cá neste mundo de horror,  Mas em Jesus há fortaleza,  Vem a Jesus, o teu Salvador.   </vt:lpstr>
      <vt:lpstr>  Vem a Jesus, teu Salvador.  Ó Seu amor é irresistível,  Vem a Jesus, teu Salvador.  Tuas horas vão passando,  Ó não desprezes, pecador;  A voz de Deus te convidando.  Vem a Jesus, o teu Salvador.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238 Ó PECADOR DESALENTADO</dc:title>
  <dc:creator>Junior</dc:creator>
  <cp:lastModifiedBy>Emerson Souza</cp:lastModifiedBy>
  <cp:revision>1</cp:revision>
  <dcterms:created xsi:type="dcterms:W3CDTF">2005-12-23T23:28:49Z</dcterms:created>
  <dcterms:modified xsi:type="dcterms:W3CDTF">2026-05-02T21:56:46Z</dcterms:modified>
</cp:coreProperties>
</file>