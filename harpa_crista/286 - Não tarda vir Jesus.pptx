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1CA95D-A52E-C01E-7200-4CD886080D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F020C26-DF2D-1F98-E5DB-4A523B1547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3F595F4-B60F-3185-D072-6AB2F07B6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E89F078-7069-7131-AE2E-CA9C8E6C5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002E405-74FB-8D77-FAB7-99EDB3668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10023D-B3A7-4542-8249-3288833D671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41070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7D4FF3-194F-0B07-0A59-CC8738BC4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D72785B-75CB-3E71-B6D0-61DA8349FB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7B08EF4-AF93-16E4-6C4A-4DE4815EA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21471DA-CE3A-D438-540B-C975D7552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0EC72A8-FED5-035F-D935-6C59E3A39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C4A47E-7BD1-445D-AA97-D2F6FBB8ABF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11994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681A46-EDFD-F06C-702D-BDDBE011E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630A600-AEB6-7E16-A745-3937879CD2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59F0258-19BF-624E-0D3E-6D169A112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E32B7DA-E14A-F378-14F6-B674CC29B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C9738F2-7BD3-F4CB-A2DE-0B0A57DCD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610FF3-AEAA-4CD1-AC87-D0CD381B5B9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66873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DAB995-7538-2B58-9FAB-128EBB39A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44751B-9743-4E7F-6225-2461424A30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9F52F2A-4FCF-9F71-DC6C-BD6B28E24F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173039A-15E5-0F48-04AF-F8E240EC2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2AA9A6E-3140-7B2D-B31A-086A52C5B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EC8F73-307B-4342-F9FD-89791719B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121519-AE37-4832-91ED-3ECA6890C7A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61553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931E25-8CE0-AF44-47B8-42797F315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1DC6B4E-B952-8A9B-2E39-04336BF36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AB8382B-C477-3EB3-7963-6E8B7B3F8A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E121BE8-C8D3-8C8A-42D5-C507C4BB82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DCB2FA7-47AD-2E6E-CB95-BC6896DBAA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E94D26D-C2C8-B771-35CB-C183617DD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2986746-12E4-667E-1BCE-1F7DC990D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43E70B9-7190-74FC-7051-1EEF3ABCC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6D1D7D-47AD-446E-8807-61AAF29FB3D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06120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9365F5-EB3C-3DA8-E624-74DD1AA8D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F25F655-A412-D1E0-28A4-9067E4387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FBEBA0A-B955-25B4-D495-49E78D728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4D7D3B3-55DD-F8F3-6237-EBE102761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8E1542-61C7-4476-9295-BBC3278981A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57262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3F3C0A2-6537-7F7A-9155-6F6426CEE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FBB2928-CF0E-9C0C-1BA3-9027E8421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DBEEB94-38D5-B898-511F-858DE73D0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4F42DB-7AD2-43B8-B128-ECFD3A42F29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77798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883082-3211-4E42-477E-AD9F7A0C3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EDC2397-3CC6-0207-BE80-9A4B30DCBF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A550F1C-6BB1-D7B9-F836-58178A7F06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D2697C7-1ED7-38E9-2F3B-81A5F8F99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F4BC268-4435-BB65-6D59-442747F84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AB99C56-9818-85A2-CD12-12AEF477B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3D22D3-D149-4CD2-88AE-EB098CEAC8F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28445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9C8E42-7F92-A16F-B6D1-59DC0F33F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4B20382-34D6-AB84-09D5-B06D10A796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E0676C4-1C86-3812-07F9-3B3107B46B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29C4613-E57B-2DB0-1D84-A203825AB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B49A458-88FD-7CDA-2DD0-0DC68CC2F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4D24BAA-CDCE-53EF-7BFC-144300997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DE4C98-40A1-4164-B1BE-A4FBDFE524B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05094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5A4D56-E857-A7C4-8AEA-EE3042EFB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F8E9512-C5D1-7FE3-BA9E-8D13AE173F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CFAA05-8D4F-293E-BFFB-96C9A801A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36322FE-5FD3-DA18-221F-9217AC652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7D81ABD-86A2-C619-5DDE-7807E5322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09C827-4FFC-459D-98CC-9E9A6134F21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68727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3B07B1F-3807-2620-7C6C-B032914A10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5AAD141-3708-AB16-F795-D6A9ED7649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64E52AE-A42A-2802-E8DB-3C06CE62A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2987412-8F2D-4CAC-E4B1-E23F9BCF0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C563128-18B4-558F-7373-A939A1628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77479C-775D-41F4-8BA8-62457B28AD6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80985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9B6CCC9-D02A-E6F1-05AD-41280EC361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463DF25-209A-EB10-7639-D00742EC83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007B573-CD13-290B-28CF-B57ACD41E21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0196D0C-8B07-49D0-145F-576AFC50D78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E5C2CD2-D662-A360-2BC3-C612A20AF0C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848E07E-4E06-4498-8100-2B2B61DD48E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3D927A67-A2D6-E2A3-1DDF-51096D439AB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286</a:t>
            </a:r>
            <a:br>
              <a:rPr lang="en-US" altLang="pt-BR" sz="4000" b="1"/>
            </a:br>
            <a:r>
              <a:rPr lang="en-US" altLang="pt-BR" sz="4000" b="1"/>
              <a:t>NÃO TARDA VIR JESUS!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248E79EE-99BE-CA77-6501-FC39847558C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39556F3D-35EA-1482-F76B-22C5D06969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i="1"/>
              <a:t>Ó Jesus, nesta terra, </a:t>
            </a:r>
            <a:br>
              <a:rPr lang="en-US" altLang="pt-BR" sz="4000" i="1"/>
            </a:br>
            <a:r>
              <a:rPr lang="en-US" altLang="pt-BR" sz="4000" i="1"/>
              <a:t>Há só tristeza e dor; </a:t>
            </a:r>
            <a:br>
              <a:rPr lang="en-US" altLang="pt-BR" sz="4000" i="1"/>
            </a:br>
            <a:r>
              <a:rPr lang="en-US" altLang="pt-BR" sz="4000" i="1"/>
              <a:t>Os Ímpios fazem guerra </a:t>
            </a:r>
            <a:br>
              <a:rPr lang="en-US" altLang="pt-BR" sz="4000" i="1"/>
            </a:br>
            <a:r>
              <a:rPr lang="en-US" altLang="pt-BR" sz="4000" i="1"/>
              <a:t>Aos santos do Senhor. 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60A39333-1559-C48F-7A0E-75925F8A74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b="1" i="1"/>
              <a:t>Cristo volta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Em fulgurante luz;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O mar já se revolta,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Não tarda vir Jesus!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D2F86EA2-778B-F8ED-721E-ED17922BD9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i="1"/>
              <a:t>Do mundo nós não somos, </a:t>
            </a:r>
            <a:br>
              <a:rPr lang="en-US" altLang="pt-BR" sz="4000" i="1"/>
            </a:br>
            <a:r>
              <a:rPr lang="en-US" altLang="pt-BR" sz="4000" i="1"/>
              <a:t>Mas do Senhor Jesus; </a:t>
            </a:r>
            <a:br>
              <a:rPr lang="en-US" altLang="pt-BR" sz="4000" i="1"/>
            </a:br>
            <a:r>
              <a:rPr lang="en-US" altLang="pt-BR" sz="4000" i="1"/>
              <a:t>Remidos todos fomos </a:t>
            </a:r>
            <a:br>
              <a:rPr lang="en-US" altLang="pt-BR" sz="4000" i="1"/>
            </a:br>
            <a:r>
              <a:rPr lang="en-US" altLang="pt-BR" sz="4000" i="1"/>
              <a:t>Com sangue, lá na cruz! </a:t>
            </a:r>
            <a:endParaRPr lang="en-US" altLang="pt-BR" sz="4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3481058A-3A23-D516-60D8-D441FC44CE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b="1" i="1"/>
              <a:t>Cristo volta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Em fulgurante luz;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O mar já se revolta,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Não tarda vir Jesus!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2D4EB492-F3C2-3BA2-E9C1-F6E51C1996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i="1"/>
              <a:t>No mundo tenebroso </a:t>
            </a:r>
            <a:br>
              <a:rPr lang="en-US" altLang="pt-BR" sz="4000" i="1"/>
            </a:br>
            <a:r>
              <a:rPr lang="en-US" altLang="pt-BR" sz="4000" i="1"/>
              <a:t>Não vamos descansar, </a:t>
            </a:r>
            <a:br>
              <a:rPr lang="en-US" altLang="pt-BR" sz="4000" i="1"/>
            </a:br>
            <a:r>
              <a:rPr lang="en-US" altLang="pt-BR" sz="4000" i="1"/>
              <a:t>Mas para o céu, de gozo, </a:t>
            </a:r>
            <a:br>
              <a:rPr lang="en-US" altLang="pt-BR" sz="4000" i="1"/>
            </a:br>
            <a:r>
              <a:rPr lang="en-US" altLang="pt-BR" sz="4000" i="1"/>
              <a:t>Queremos já voar! 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0D35879-DFC5-DF85-CCF1-8F7EC8C3DE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b="1" i="1"/>
              <a:t>Cristo volta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Em fulgurante luz;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O mar já se revolta,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Não tarda vir Jesus!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DE916761-385D-63D6-0688-61EEB9A5E1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i="1"/>
              <a:t>Olhamos para cima </a:t>
            </a:r>
            <a:br>
              <a:rPr lang="en-US" altLang="pt-BR" sz="4000" i="1"/>
            </a:br>
            <a:r>
              <a:rPr lang="en-US" altLang="pt-BR" sz="4000" i="1"/>
              <a:t>Donde virá Jesus; </a:t>
            </a:r>
            <a:br>
              <a:rPr lang="en-US" altLang="pt-BR" sz="4000" i="1"/>
            </a:br>
            <a:r>
              <a:rPr lang="en-US" altLang="pt-BR" sz="4000" i="1"/>
              <a:t>Pois isto nos anima </a:t>
            </a:r>
            <a:br>
              <a:rPr lang="en-US" altLang="pt-BR" sz="4000" i="1"/>
            </a:br>
            <a:r>
              <a:rPr lang="en-US" altLang="pt-BR" sz="4000" i="1"/>
              <a:t>Para viver na luz.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60C52D8D-4868-CF4F-DEC5-58D280CD63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b="1" i="1"/>
              <a:t>Cristo volta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Em fulgurante luz;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O mar já se revolta,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Não tarda vir Jesus!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286 NÃO TARDA VIR JESUS! </vt:lpstr>
      <vt:lpstr>Ó Jesus, nesta terra,  Há só tristeza e dor;  Os Ímpios fazem guerra  Aos santos do Senhor.  </vt:lpstr>
      <vt:lpstr>Cristo volta  Em fulgurante luz;  O mar já se revolta,  Não tarda vir Jesus!</vt:lpstr>
      <vt:lpstr>Do mundo nós não somos,  Mas do Senhor Jesus;  Remidos todos fomos  Com sangue, lá na cruz! </vt:lpstr>
      <vt:lpstr>Cristo volta  Em fulgurante luz;  O mar já se revolta,  Não tarda vir Jesus!</vt:lpstr>
      <vt:lpstr>No mundo tenebroso  Não vamos descansar,  Mas para o céu, de gozo,  Queremos já voar!  </vt:lpstr>
      <vt:lpstr>Cristo volta  Em fulgurante luz;  O mar já se revolta,  Não tarda vir Jesus!</vt:lpstr>
      <vt:lpstr>Olhamos para cima  Donde virá Jesus;  Pois isto nos anima  Para viver na luz.</vt:lpstr>
      <vt:lpstr>Cristo volta  Em fulgurante luz;  O mar já se revolta,  Não tarda vir Jesus!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286 NÃO TARDA VIR JESUS! </dc:title>
  <dc:creator>Junior</dc:creator>
  <cp:lastModifiedBy>Emerson Souza</cp:lastModifiedBy>
  <cp:revision>1</cp:revision>
  <dcterms:created xsi:type="dcterms:W3CDTF">2005-12-24T11:47:17Z</dcterms:created>
  <dcterms:modified xsi:type="dcterms:W3CDTF">2026-05-02T22:00:52Z</dcterms:modified>
</cp:coreProperties>
</file>