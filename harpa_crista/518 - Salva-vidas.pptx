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C0FB4B-9847-27CF-A177-1060A4C0F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015535-A567-C361-3EDD-3FA80D511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A5A4A7-3BC3-E698-8D46-C99D2923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6CD174-851E-F88F-FEC0-69999F09D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ACCD30-E96C-776E-BBEB-438CA1932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69197-CD27-4A72-9CAF-DC11D9E82C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5737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8B25-7706-FAFE-ADC5-FE3C142C3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BF6D2C-9341-7E3F-F0FC-49D37C9C4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0744F3-4FA1-750D-229D-A66AFB8D2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E8D18-E424-C9A2-6D2C-2A58858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173450-5245-BED6-9D46-BE500A60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AE7899-D2E0-486A-A162-1B9BE8C53C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8113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B1BA74-9386-C03F-5606-911346AA6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2CDB8E-60B4-1F91-1C61-557E93C9A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1DDD84-2D08-F667-A62E-4662AB63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FBF49-B39D-51EC-ED40-73C3601B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B18E7E-B865-C34B-B0E6-4706FE0A1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5F16F3-ED9A-4FC4-B22E-719CD646F0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5590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6A0C50-7717-2B69-83E4-433E4E397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ACA731-5752-DC95-15A5-DB3F27ACE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90C294-CFB4-02EB-502D-8FCFC7E2A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BD97170-94D5-C093-1072-BBC07CCFD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3C83F5-DA47-01DD-8726-D60D5D4C7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8BABD6-79E0-B558-0902-1ECEC410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2D3901-B6DA-4827-9C6D-C68A081817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987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023D18-A31E-7E8B-B630-A9147894D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3A630B6-CE47-9F68-BE4B-252764C65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72A00D-68DA-E60B-8BE6-00A291370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B46ADB-DB58-1EE9-3E9C-3E0CEEC64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AEA113-3327-3A72-1AEF-705D17FE7F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1AF5EFA-5D64-202A-8883-242C2BB8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215786D-6CE5-B3EC-81B8-AD40813B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99AF183-65C5-E457-4720-BDB8FECA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8C212E-4815-40A9-99FB-0AF0CC08F5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129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CC17E3-E06D-E460-958C-6AD47B6B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FB21F88-B39F-1F3A-55EF-F4641BB0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4DEFCB-5CF9-FEDD-0584-73B90844D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251493-4533-826F-14E0-5AF31769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6D132A-064F-44EB-BED0-56CB1348BD7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1226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50CC48-FA55-AFFB-056F-8179125FB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15C2A0C-11D4-BB96-76E6-B023B548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44C8BB-00F8-DBDD-3B82-D1B2AC01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1E861F-B285-4A9D-9655-A8BF5281AB1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23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7CBBA-271F-0A3C-EA67-D4F15FDB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DDE32FD-A421-F800-ABDD-4DDEB0381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472C2E9-7D92-20D8-2636-D2265F1E3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908795-9E5D-899D-01CC-3541E626A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DB808D-7771-C7F6-4299-EC9BA41C9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FE9BAB-F77D-2296-9B3B-4FB8ED84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7DAEB-DD0B-42AA-85D8-3222EEC9E28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5944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D2E243-B6CA-3FCD-0EB8-4F5AD2E2C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B712F4-718A-0EA4-DF50-3AC67F1EB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E5C744-1C00-4EF2-64C3-9570610E0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A61F32-A0BA-73B1-44F6-4CF545780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7C77B-63B7-0427-CDB7-D19D078F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AB4285-85F8-742E-A8C7-95EEF79D4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8F7BCC-C702-4DCA-BE5D-618AECABD7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960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7837F-18FA-A60E-C2FA-08B78C26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DD352F9-9209-CCF8-591D-A1151D25A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68602E-02C9-811B-5869-6005F387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DD692D-73CA-8DA4-DA7E-7E788E835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99CEBF-2DD2-4044-4D8E-3B684EC01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E233B2-114C-495C-AEA1-9FC3BB526D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823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5D11E4-6051-E2B9-0B11-E0D2000852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6664035-9C58-CC75-F858-11D4D3FE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20EF08-1F08-2094-300F-E97B8E8E0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D158A8-363F-A5DC-0E4A-5DCB8634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CC4BD2-DB9C-4188-B307-225B5EEF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3A90D7-E11A-474A-961C-BE95F1BF75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34317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6E395A8-C6E0-B79F-AEF7-8373EFC6D9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D1074-FB00-B1F4-D72A-7118D8F7FA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BC9361-E5E9-9C4A-0345-29564307351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D47752B-8CDB-67F3-2F4B-D55079DC27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3CE04C7-CED6-A6DE-0B79-33020F5DEB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DD1CCD0-F83C-422A-962A-60369AD47E7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6FD33D6-3EFF-1AE9-DE60-AD5E4107D1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518</a:t>
            </a:r>
            <a:br>
              <a:rPr lang="en-US" altLang="pt-BR" sz="4000" b="1"/>
            </a:br>
            <a:r>
              <a:rPr lang="en-US" altLang="pt-BR" sz="4000" b="1"/>
              <a:t>SALVA-VIDAS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4817975B-6F3B-59BF-873B-AA944DADC9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F4CF0B9-02D1-5AF3-4A12-AD929602F1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Por seus pecados, 'stá o pecador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pobre náufrago sem Salvador;</a:t>
            </a:r>
            <a:r>
              <a:rPr lang="en-US" altLang="pt-BR" sz="4000"/>
              <a:t> </a:t>
            </a:r>
            <a:r>
              <a:rPr lang="en-US" altLang="pt-BR" sz="4000" i="1"/>
              <a:t>Que triste sorte, perece no mar,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Nada, se cansa, e vai afundar.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5B3411-2C41-584C-92C7-C4930608DE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Orando, joga ao que se afoga,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salva-vidas sem demorar;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Antes que desça - Desapareça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Nas profundezas do mar.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189C471F-80AA-D75C-4000-581DCF34F8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O salva-vidas não queres lançar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que s’afoga nas ondas do mar?</a:t>
            </a:r>
            <a:r>
              <a:rPr lang="en-US" altLang="pt-BR" sz="4000"/>
              <a:t> </a:t>
            </a:r>
            <a:r>
              <a:rPr lang="en-US" altLang="pt-BR" sz="4000" i="1"/>
              <a:t>Que morte horrível tem o pecador,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Que não aceita o bom Salvador!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A517EC6-0431-1480-1BC5-4CF13F3706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Orando, joga ao que se afoga,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salva-vidas sem demorar;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Antes que desça - Desapareça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Nas profundezas do mar.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5C666D6-3E85-56E4-3E77-44C2529FA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É Jesus Cristo, o Filho de Deus;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salva-vidas lançado dos céus;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Cristo te pode salvar hoje até,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salva-vidas segura com fé.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DAF0D4-EFB4-3574-5E08-CC9DD78F10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Orando, joga ao que se afoga,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salva-vidas sem demorar;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Antes que desça - Desapareça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Nas profundezas do mar.</a:t>
            </a:r>
            <a:r>
              <a:rPr lang="en-US" altLang="pt-BR" sz="4000"/>
              <a:t> 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518 SALVA-VIDAS </vt:lpstr>
      <vt:lpstr>Por seus pecados, 'stá o pecador  Qual pobre náufrago sem Salvador; Que triste sorte, perece no mar,  Nada, se cansa, e vai afundar.    </vt:lpstr>
      <vt:lpstr>Orando, joga ao que se afoga,  O salva-vidas sem demorar;  Antes que desça - Desapareça  Nas profundezas do mar. </vt:lpstr>
      <vt:lpstr>  O salva-vidas não queres lançar  Ao que s’afoga nas ondas do mar? Que morte horrível tem o pecador,  Que não aceita o bom Salvador!  </vt:lpstr>
      <vt:lpstr>Orando, joga ao que se afoga,  O salva-vidas sem demorar;  Antes que desça - Desapareça  Nas profundezas do mar. </vt:lpstr>
      <vt:lpstr>É Jesus Cristo, o Filho de Deus;  O salva-vidas lançado dos céus;  Cristo te pode salvar hoje até,  O salva-vidas segura com fé.</vt:lpstr>
      <vt:lpstr>Orando, joga ao que se afoga,  O salva-vidas sem demorar;  Antes que desça - Desapareça  Nas profundezas do mar.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518 SALVA-VIDAS </dc:title>
  <dc:creator>Junior</dc:creator>
  <cp:lastModifiedBy>Emerson Souza</cp:lastModifiedBy>
  <cp:revision>1</cp:revision>
  <dcterms:created xsi:type="dcterms:W3CDTF">2005-12-24T14:23:04Z</dcterms:created>
  <dcterms:modified xsi:type="dcterms:W3CDTF">2026-05-02T22:20:25Z</dcterms:modified>
</cp:coreProperties>
</file>