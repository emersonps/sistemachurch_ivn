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A698F-72A1-EDA8-1BFF-986AF6CBD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4DF55-AA81-D358-E7DB-25C0F6FA7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6ED118-CCD7-453C-CE15-08B1BE19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E2310C-D759-AB68-72B3-934EFE35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895D28-FFB4-A612-4847-E9D78643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CF884-39F2-480B-8E7B-B2FB5CF0D6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182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5783E-BBDB-2A0B-0EAD-C5AB9548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1928D-27AF-2380-5CA9-FC8702509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13AFF9-D55C-BC8E-AF85-6B78ABA8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56A02E-533B-1006-CAA1-495A1B4A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4D9B8B-E88F-74C0-8065-1B217BDE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A30A03-9417-45C9-97A0-51AE3CF2AC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546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308C7-9E16-A864-125B-7265AFEC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D68A5-856C-1136-B20C-BE852E379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53441-0527-849E-BE34-0A286B56C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8E1C80-6055-4160-0DCA-0D78773A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5505A3-4E48-1E4F-E40E-69807631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5C020-2675-4FAD-B89D-9715C27B73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502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AFA7A-DA32-C538-52C9-684E1F03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C8A73-1670-0D1A-2142-CAD16D372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DC044E-2544-A511-FF54-B6A666320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CC25CC-4626-1148-3DE3-01394664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0FC855-2443-BFDF-CB84-D1692942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B3B376-18F8-5DB1-4015-1C8BB168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30D82-90A4-4BA0-8958-376F4E748A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630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F4801-C218-07B8-8DBF-0B2482D7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F5D86D-1C22-F4F7-D3D5-9955011E4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C75263-D5FB-29BF-5AE6-EBE743ADD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318163-8597-94F5-6A17-CD014C7A4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BE2DDC-C47F-00DB-0720-A28F991B9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F3714A-2CA2-57BA-B6C3-7E8BC625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D7E70E-AF6B-6482-0B4B-F6430055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ADD3C8-75AE-B071-EF13-8D23A07E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8B73F-82A7-409E-BC09-7FD2257CDB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127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49930-587F-E200-4989-AEC8C85A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E3228A-B87A-FEBE-E902-C4AE6D31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15561F-4EF5-BB22-49DB-9862A6F7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E1E1BE-E26C-20AA-8784-B104F2BD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F6806-5FDE-4CFE-B0AB-CC661FC6D1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307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70BD0C-366A-6B3A-B674-4F980CC7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668BAE-BA0D-A59D-5530-CF790219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33F897-A03A-BB0C-63CA-88622D4B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DC4F5-EE7E-46D5-B0E9-73F38C34FD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432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55BE2-8FFD-478B-5A23-090470A2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E97903-9316-9B26-AB44-1D548A973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82B0A1-C36B-6F3A-6D39-5272101F2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32611C-A5E9-C2A5-A98E-3690C629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20156E-D6A8-DACC-11DD-3E301A9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351B30-7A6F-5E6E-BB8C-F7E407BD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3204E-5F2E-46AA-91BE-C42487226B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677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CD1F8-C050-0E39-7E17-6D16EC1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A8E586-E2D9-EFF8-E945-408D6E2C6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D065B6-7498-CFBE-3EFF-4D55B51C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FBA9AE-C0F9-55B4-C8D5-8C10A253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973694-8803-80C5-16D3-E945A34F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60E1F4-BFD9-861A-F525-AADC5AFC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2EB842-69B1-463E-8239-B959B74EE8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673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5A987-219D-376C-EA29-659F2B38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CF4AF8-3C5F-D90F-CBB6-EC4BDDB92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159018-A469-49B4-68E2-12F148E3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EF852-1EFE-FDAC-278F-E3601DA4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90B708-0498-3528-DA47-00AC4269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8F46C-8735-4D7A-B728-1874058750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602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F316D4-A60B-10E5-4067-B34AEBE7B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2E944D-87AA-4B3A-3976-34753E2AD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58C8D2-CDA1-C69B-3414-750151C2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BC31F2-EC33-6CAF-EE90-2BC8F02E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9A7BD-B95F-EB65-950B-5603B9EA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5D0F0-DC4C-47EE-8021-4283C0EC95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657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5E180E0-0B4C-7FBB-CA45-DFDC7A677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347B97-F308-1E59-0967-AC3CA9982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C4D9E26-C656-4CF4-7E79-CDDFDDC17C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F780A9-A4FD-70AA-23FD-42F8718EAB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FCD9FE-BD84-7ED9-7D53-CE6B7A1484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A76744D-91A2-4974-8F60-CEC76F2319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5F870E-89C9-3B44-E2DD-6A1E1AD170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490 – Passando Está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6267AF3-E3B4-CCE7-7D4D-EB5F18695D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097D866-7BDC-2E22-F1A0-B8FFE6F72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Vem, fatigado coração,</a:t>
            </a:r>
            <a:br>
              <a:rPr lang="en-US" altLang="pt-BR" i="1"/>
            </a:br>
            <a:r>
              <a:rPr lang="en-US" altLang="pt-BR" i="1"/>
              <a:t>Cristo está passando;</a:t>
            </a:r>
            <a:br>
              <a:rPr lang="en-US" altLang="pt-BR" i="1"/>
            </a:br>
            <a:r>
              <a:rPr lang="en-US" altLang="pt-BR" i="1"/>
              <a:t>A Ele estende tua mão,</a:t>
            </a:r>
            <a:br>
              <a:rPr lang="en-US" altLang="pt-BR" i="1"/>
            </a:br>
            <a:r>
              <a:rPr lang="en-US" altLang="pt-BR" i="1"/>
              <a:t>No Seu amor, confiando.</a:t>
            </a:r>
            <a:r>
              <a:rPr lang="en-US" altLang="pt-BR"/>
              <a:t> </a:t>
            </a:r>
            <a:br>
              <a:rPr lang="en-US" altLang="pt-BR" i="1"/>
            </a:b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F08B22-0C0C-688D-D7CA-A6B4E5088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b="1" i="1"/>
              <a:t>Passando está - passando está...</a:t>
            </a:r>
            <a:br>
              <a:rPr lang="en-US" altLang="pt-BR" b="1" i="1"/>
            </a:br>
            <a:r>
              <a:rPr lang="en-US" altLang="pt-BR" b="1" i="1"/>
              <a:t>O amoroso Salvador!</a:t>
            </a:r>
            <a:br>
              <a:rPr lang="en-US" altLang="pt-BR" b="1" i="1"/>
            </a:br>
            <a:r>
              <a:rPr lang="en-US" altLang="pt-BR" b="1" i="1"/>
              <a:t>Vem tu a Ele, ó pecador!</a:t>
            </a:r>
            <a:br>
              <a:rPr lang="en-US" altLang="pt-BR" b="1" i="1"/>
            </a:br>
            <a:r>
              <a:rPr lang="en-US" altLang="pt-BR" b="1" i="1"/>
              <a:t>Passa aqui - Chama por ti.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004114-134F-0C2B-3E4F-6A655CDBC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2 Vem, oprimido pecador,</a:t>
            </a:r>
            <a:r>
              <a:rPr lang="en-US" altLang="pt-BR"/>
              <a:t> </a:t>
            </a:r>
            <a:r>
              <a:rPr lang="en-US" altLang="pt-BR" i="1"/>
              <a:t>Cristo está passando;</a:t>
            </a:r>
            <a:r>
              <a:rPr lang="en-US" altLang="pt-BR"/>
              <a:t> </a:t>
            </a:r>
            <a:r>
              <a:rPr lang="en-US" altLang="pt-BR" i="1"/>
              <a:t>Vem receber do Seu amor,</a:t>
            </a:r>
            <a:r>
              <a:rPr lang="en-US" altLang="pt-BR"/>
              <a:t> </a:t>
            </a:r>
            <a:r>
              <a:rPr lang="en-US" altLang="pt-BR" i="1"/>
              <a:t>Que te está ofertando!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0B26A4C-CA20-B9E0-70F2-0ECC5FE2A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3 Vem, ó faminto, te fartar!</a:t>
            </a:r>
            <a:r>
              <a:rPr lang="en-US" altLang="pt-BR"/>
              <a:t> </a:t>
            </a:r>
            <a:r>
              <a:rPr lang="en-US" altLang="pt-BR" i="1"/>
              <a:t>Cristo está passando;</a:t>
            </a:r>
            <a:r>
              <a:rPr lang="en-US" altLang="pt-BR"/>
              <a:t> </a:t>
            </a:r>
            <a:r>
              <a:rPr lang="en-US" altLang="pt-BR" i="1"/>
              <a:t>O pão da vida vem tomar;</a:t>
            </a:r>
            <a:r>
              <a:rPr lang="en-US" altLang="pt-BR"/>
              <a:t> </a:t>
            </a:r>
            <a:r>
              <a:rPr lang="en-US" altLang="pt-BR" i="1"/>
              <a:t>Por que estás demorando?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6352FA2-A49F-8A60-25A6-B94DE3579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4 Vem, pecador, sem demorar,</a:t>
            </a:r>
            <a:r>
              <a:rPr lang="en-US" altLang="pt-BR"/>
              <a:t> </a:t>
            </a:r>
            <a:r>
              <a:rPr lang="en-US" altLang="pt-BR" i="1"/>
              <a:t>Cristo está passando;</a:t>
            </a:r>
            <a:r>
              <a:rPr lang="en-US" altLang="pt-BR"/>
              <a:t> </a:t>
            </a:r>
            <a:r>
              <a:rPr lang="en-US" altLang="pt-BR" i="1"/>
              <a:t>Nos braços Seus vem te lançar,</a:t>
            </a:r>
            <a:r>
              <a:rPr lang="en-US" altLang="pt-BR"/>
              <a:t> </a:t>
            </a:r>
            <a:r>
              <a:rPr lang="en-US" altLang="pt-BR" i="1"/>
              <a:t>Jesus te está chamando.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490 – Passando Está</vt:lpstr>
      <vt:lpstr>Vem, fatigado coração, Cristo está passando; A Ele estende tua mão, No Seu amor, confiando.  </vt:lpstr>
      <vt:lpstr>Passando está - passando está... O amoroso Salvador! Vem tu a Ele, ó pecador! Passa aqui - Chama por ti.  </vt:lpstr>
      <vt:lpstr>2 Vem, oprimido pecador, Cristo está passando; Vem receber do Seu amor, Que te está ofertando!  </vt:lpstr>
      <vt:lpstr>3 Vem, ó faminto, te fartar! Cristo está passando; O pão da vida vem tomar; Por que estás demorando?  </vt:lpstr>
      <vt:lpstr>4 Vem, pecador, sem demorar, Cristo está passando; Nos braços Seus vem te lançar, Jesus te está chamando.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490 – Passando Está</dc:title>
  <dc:creator>Junior</dc:creator>
  <cp:lastModifiedBy>Emerson Souza</cp:lastModifiedBy>
  <cp:revision>1</cp:revision>
  <dcterms:created xsi:type="dcterms:W3CDTF">2005-12-24T22:25:36Z</dcterms:created>
  <dcterms:modified xsi:type="dcterms:W3CDTF">2026-05-02T22:17:59Z</dcterms:modified>
</cp:coreProperties>
</file>