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4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1F288-F683-39CF-AE07-92A1AB012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B2CFCA-30EE-E7C3-5892-273EC1CC5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B009C0-5CAB-70EA-918C-533A7B384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FB7F5D-6894-56B0-D2E5-536604AAA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919E45-2574-A677-F2FD-2E46CFE68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B68AFC-7611-4D18-90AE-48DC43B7DB7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7027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AAE134-5DDD-0468-BEFA-C2522C63C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AE886-C5B4-80B5-1C00-0127F2B65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6F1007-BF14-52DC-5A94-8D4AF5E1F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7EC117-4065-3D31-26AA-FDBC87E71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28520B-0562-5939-1B86-0E3A65542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7D9E0D-1539-4E1D-A800-DA2E11D5132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59568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64A3C9-4BC1-26D1-C9C2-EBCA33722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D66BCA9-4987-2AB1-A284-1EF3BEAB8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6643A7-7501-CB45-9982-C51DC4CBF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D2531B-360D-AA47-942F-60349162E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AD7F31-910E-9CF3-9FD7-843E856A9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1C91BD-A7D2-4AAA-83A9-D53EBC5A686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23677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2E07C-57D3-B4C4-1542-990C996FD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38E820-2B0E-58D9-85FD-52172C8204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95D3F4A-E0E8-A667-C4F7-7155AD64E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C71571F-147E-CCCB-4216-78532FF85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37FC2C3-A148-1FDA-2F1C-A32F66F3D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12B8863-942E-9516-F89E-4B907E952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A99B0C-D380-48E3-BB06-23FC3D35B6C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28771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3B7B1-A99B-EE3A-04CD-172A64291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882E7E-00C3-8D4B-256C-5B056E2FA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FA9BB81-07EC-2F0D-CC1B-6A6227E36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1F4F7B1-20E6-D1F2-29DA-CDCDD5D3A5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57A636F-8690-F3A9-BF46-2797F198E9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025C51B-6994-4E17-DCA7-784E2CD6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014BBC1-458D-2CD5-D4B5-32C8DA03D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F56DD98-8605-9C36-62FF-891B9DC25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3FF15E-4B32-4BBA-B32B-E1C6CB70CD9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51258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609830-6F6B-7806-928C-AD5C8B9AB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70A0B04-6B6C-AE94-B648-4D11E8166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BAF868-336B-E910-AEB8-3F2F97FC1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C32DEDE-2C30-3358-3755-F6F55D2C4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59EE93-86E4-432D-AE56-C0AF4B10CE4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81473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D7B317F-1BB5-B967-E70E-9AE4C6CE5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6F0B9F-BAE3-702D-4BC1-B24219FFC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DA8A47-2508-1EF9-5E2C-932855AE9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EE5605-E685-4340-BB08-3931AA79144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33804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29A0E-7E3B-7DE3-AB46-7E09A57CC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9BCFD0-756A-8852-D11A-6CBD43410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22BD9A2-A619-7339-5B4D-60D0FC3F8C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85B64A-FCEA-CDA8-9709-A813F9471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44F9BFC-5E0E-907D-AE17-1DD7A83FE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260191C-BC3E-E394-96C9-D816B9436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A2B6CE-3F7F-4168-ADC0-200F5357B3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68272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FCA25C-B2F3-C7CB-404F-6FE597036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0147B41-D925-1F06-B54F-D7A3BA5A13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C1F0D4-CDA7-BD0D-3ABF-A998CA72F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8CE7E30-11B5-B400-F9E4-59F6EF5D2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81E58AE-2EB4-5BAE-EA27-B3D82BCE6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A2C07F8-998C-6366-5FA2-45BCDACA2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EAF84F-D2A7-436D-97BD-C69D4444F43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27824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4B6D40-B954-A359-E31B-5BE9791AA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D8A9ED-EE37-CC58-E35A-8A37C7B0E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0F6884-020A-4CDC-9FD2-B830E97C4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ECF7FB-BD0B-2890-CFE8-CF4F38C60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E026ED-ECA9-9937-ACEF-0F0F8A357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D3BF5F-D574-41C1-A4F9-4FFE887ED8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80740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3235CEC-8DAE-19AF-4E4E-1A23B3A9BA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9F9A3EE-0A73-F411-FBF9-86725403D6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E48300-7616-C4A1-224D-B714D325F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D84B79-28C6-06EE-030D-BD32EDA4A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DDAAB6-2A3E-6E42-0868-9D52B1C82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3C6461-3FD6-4AE9-982F-BF2EC39E7AF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83822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50F59C6-693C-19AE-1613-6ECF425E12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2244EBA-EAEC-61A8-3EC8-90988593A7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C8DB265-001E-2E39-B9D9-91D8D126D20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360CF70-DD46-CA86-7335-43419F97F38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3CEEC8B-9F70-722F-E6C0-FD25AB6693F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03FE100-CD3F-4421-997F-AF4FB4FA894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5D027D5-05CF-F011-8D1E-CA11B0AD70B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273</a:t>
            </a:r>
            <a:br>
              <a:rPr lang="pt-BR" altLang="pt-BR" sz="4400" b="1"/>
            </a:br>
            <a:r>
              <a:rPr lang="pt-BR" altLang="pt-BR" sz="4400" b="1"/>
              <a:t>SÓ A TI RECORREREI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88A1425-10EB-EE8E-49C6-26388F591D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/>
              <a:t>Quer nas trevas quer na luz, </a:t>
            </a:r>
            <a:br>
              <a:rPr lang="pt-BR" altLang="pt-BR"/>
            </a:br>
            <a:r>
              <a:rPr lang="pt-BR" altLang="pt-BR"/>
              <a:t>Só a Ti recorrerei,</a:t>
            </a:r>
            <a:br>
              <a:rPr lang="pt-BR" altLang="pt-BR"/>
            </a:br>
            <a:r>
              <a:rPr lang="pt-BR" altLang="pt-BR"/>
              <a:t>Só a Ti meu bom Jesus, </a:t>
            </a:r>
            <a:br>
              <a:rPr lang="pt-BR" altLang="pt-BR"/>
            </a:br>
            <a:r>
              <a:rPr lang="pt-BR" altLang="pt-BR"/>
              <a:t>E socorro acharei.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D515D7C-8239-EBFD-D784-55A608ED54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b="1" i="1"/>
              <a:t>Só a Ti, meu Senhor, </a:t>
            </a:r>
            <a:br>
              <a:rPr lang="pt-BR" altLang="pt-BR" b="1" i="1"/>
            </a:br>
            <a:r>
              <a:rPr lang="pt-BR" altLang="pt-BR" b="1" i="1"/>
              <a:t>Só a Ti recorrerei;</a:t>
            </a:r>
            <a:br>
              <a:rPr lang="pt-BR" altLang="pt-BR" b="1" i="1"/>
            </a:br>
            <a:r>
              <a:rPr lang="pt-BR" altLang="pt-BR" b="1" i="1"/>
              <a:t>Só em Ti, Salvador,</a:t>
            </a:r>
            <a:br>
              <a:rPr lang="pt-BR" altLang="pt-BR" b="1" i="1"/>
            </a:br>
            <a:r>
              <a:rPr lang="pt-BR" altLang="pt-BR" b="1" i="1"/>
              <a:t>Um refúgio encontrarei!</a:t>
            </a:r>
            <a:endParaRPr lang="en-US" altLang="pt-BR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B228FF-537C-87D5-D8BC-06F5A4EA54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91212"/>
          </a:xfrm>
        </p:spPr>
        <p:txBody>
          <a:bodyPr/>
          <a:lstStyle/>
          <a:p>
            <a:r>
              <a:rPr lang="pt-BR" altLang="pt-BR"/>
              <a:t>Quando lutas, penas, dor, </a:t>
            </a:r>
            <a:br>
              <a:rPr lang="pt-BR" altLang="pt-BR"/>
            </a:br>
            <a:r>
              <a:rPr lang="pt-BR" altLang="pt-BR"/>
              <a:t>Neste mundo encontrar, </a:t>
            </a:r>
            <a:br>
              <a:rPr lang="pt-BR" altLang="pt-BR"/>
            </a:br>
            <a:r>
              <a:rPr lang="pt-BR" altLang="pt-BR"/>
              <a:t>Eu Te buscarei, Senhor, </a:t>
            </a:r>
            <a:br>
              <a:rPr lang="pt-BR" altLang="pt-BR"/>
            </a:br>
            <a:r>
              <a:rPr lang="pt-BR" altLang="pt-BR"/>
              <a:t>E virás me consolar!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67F3368-B6D7-6736-ADC9-B59F7B5CB9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b="1" i="1"/>
              <a:t>Só a Ti, meu Senhor, </a:t>
            </a:r>
            <a:br>
              <a:rPr lang="pt-BR" altLang="pt-BR" b="1" i="1"/>
            </a:br>
            <a:r>
              <a:rPr lang="pt-BR" altLang="pt-BR" b="1" i="1"/>
              <a:t>Só a Ti recorrerei;</a:t>
            </a:r>
            <a:br>
              <a:rPr lang="pt-BR" altLang="pt-BR" b="1" i="1"/>
            </a:br>
            <a:r>
              <a:rPr lang="pt-BR" altLang="pt-BR" b="1" i="1"/>
              <a:t>Só em Ti, Salvador,</a:t>
            </a:r>
            <a:br>
              <a:rPr lang="pt-BR" altLang="pt-BR" b="1" i="1"/>
            </a:br>
            <a:r>
              <a:rPr lang="pt-BR" altLang="pt-BR" b="1" i="1"/>
              <a:t>Um refúgio encontrarei!</a:t>
            </a:r>
            <a:endParaRPr lang="en-US" altLang="pt-BR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06EA371-D16B-8AFF-1974-70089EEFB9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/>
              <a:t>Quando o grande tentador</a:t>
            </a:r>
            <a:br>
              <a:rPr lang="pt-BR" altLang="pt-BR"/>
            </a:br>
            <a:r>
              <a:rPr lang="pt-BR" altLang="pt-BR"/>
              <a:t>A minh'alma combater,</a:t>
            </a:r>
            <a:br>
              <a:rPr lang="pt-BR" altLang="pt-BR"/>
            </a:br>
            <a:r>
              <a:rPr lang="pt-BR" altLang="pt-BR"/>
              <a:t>Pela graça do Senhor,</a:t>
            </a:r>
            <a:br>
              <a:rPr lang="pt-BR" altLang="pt-BR"/>
            </a:br>
            <a:r>
              <a:rPr lang="pt-BR" altLang="pt-BR"/>
              <a:t>Todo o mal hei de vencer.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4A55750-FD57-0161-55C9-049425B70B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b="1" i="1"/>
              <a:t>Só a Ti, meu Senhor, </a:t>
            </a:r>
            <a:br>
              <a:rPr lang="pt-BR" altLang="pt-BR" b="1" i="1"/>
            </a:br>
            <a:r>
              <a:rPr lang="pt-BR" altLang="pt-BR" b="1" i="1"/>
              <a:t>Só a Ti recorrerei;</a:t>
            </a:r>
            <a:br>
              <a:rPr lang="pt-BR" altLang="pt-BR" b="1" i="1"/>
            </a:br>
            <a:r>
              <a:rPr lang="pt-BR" altLang="pt-BR" b="1" i="1"/>
              <a:t>Só em Ti, Salvador,</a:t>
            </a:r>
            <a:br>
              <a:rPr lang="pt-BR" altLang="pt-BR" b="1" i="1"/>
            </a:br>
            <a:r>
              <a:rPr lang="pt-BR" altLang="pt-BR" b="1" i="1"/>
              <a:t>Um refúgio encontrarei!</a:t>
            </a:r>
            <a:endParaRPr lang="en-US" altLang="pt-BR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273 SÓ A TI RECORREREI</vt:lpstr>
      <vt:lpstr>Quer nas trevas quer na luz,  Só a Ti recorrerei, Só a Ti meu bom Jesus,  E socorro acharei. </vt:lpstr>
      <vt:lpstr>Só a Ti, meu Senhor,  Só a Ti recorrerei; Só em Ti, Salvador, Um refúgio encontrarei!</vt:lpstr>
      <vt:lpstr>Quando lutas, penas, dor,  Neste mundo encontrar,  Eu Te buscarei, Senhor,  E virás me consolar! </vt:lpstr>
      <vt:lpstr>Só a Ti, meu Senhor,  Só a Ti recorrerei; Só em Ti, Salvador, Um refúgio encontrarei!</vt:lpstr>
      <vt:lpstr>Quando o grande tentador A minh'alma combater, Pela graça do Senhor, Todo o mal hei de vencer. </vt:lpstr>
      <vt:lpstr>Só a Ti, meu Senhor,  Só a Ti recorrerei; Só em Ti, Salvador, Um refúgio encontrarei!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273 - SÓ A TI RECORREREI</dc:title>
  <dc:creator>Montagna</dc:creator>
  <cp:lastModifiedBy>Emerson Souza</cp:lastModifiedBy>
  <cp:revision>2</cp:revision>
  <dcterms:created xsi:type="dcterms:W3CDTF">2005-10-19T00:47:20Z</dcterms:created>
  <dcterms:modified xsi:type="dcterms:W3CDTF">2026-05-02T21:59:39Z</dcterms:modified>
</cp:coreProperties>
</file>