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D9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AB7B2-C88C-C396-EDC6-C8F24F2BC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949524-E52D-17A8-8D95-8ACECF809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749283-6324-574B-41E1-13724BCB6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87E8A3-1391-A0A4-3D76-13041A86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6B7CD5-2C87-9050-3FD3-E71E4C56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142D36-D744-4938-BA05-FC4A189BB8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527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89C44-6B88-3B2B-80ED-53C4D131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DA34DD-AE39-5C4D-8275-8B81816B0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F79FBB-DFEB-1E0B-FC64-878FBEB2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88BD3C-798A-2283-5163-5879E5F4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64D130-3A71-7D03-7649-F70341C2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C956E-F544-4658-9E63-F4A43863FF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481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7DDB2-AF9B-A5EB-473D-0DE6652E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292A5D-2221-182B-EE72-31C0A155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2DA93D-0E13-5201-F862-86C2ECFE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1BC16B-19C5-831B-A585-F2C5311C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EC3E26-1F0A-A80B-58F4-12924871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2CD406-7718-43BD-BB5C-CAC4BB0C6C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2699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E74B1-8F71-FB4B-3CE3-8C1AB696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C015DC-E2A6-0AEA-7331-C0DDB2884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5FBB44-7171-6A04-AEBA-75FDC0845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0D3232-694B-29AF-06B2-8DE45DC9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CCD8E1-71EB-440F-49E0-EB5C11BC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6D6133-99CB-C5A2-325D-35F1EFAF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7AA400-0FFD-4A06-B9D9-A7CC1E1320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622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B9868-5756-B8F2-AAF7-95DA4479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B3B237-06C9-C382-7D12-9EE085967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7420E1-F52B-D321-2831-FD2A7A431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9F0FDEC-C87B-5AC6-5035-50386328B7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871FD6B-D2C2-E822-E470-E9AB9A9820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7C0565-1471-9B17-B7F4-6EC1C39D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B57505-81C7-538B-7DB7-10CE1537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18ABA9-ED20-7031-679A-9E54B264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F480D4-65A4-455F-8444-41AD525C68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913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7031A-331D-9BCD-C1D1-27EACE08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4CA5D23-B085-6DD5-1349-F7D7DA27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C5A6F9-F221-4423-DA54-880EE841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6E42A6D-6758-0AAA-2890-7798AE01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0E250-E917-4E60-9A0A-E6D7A2704F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623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24876A-27DB-BA6D-E2FB-5D0EE4A2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0ED8DE4-DFFB-BC76-4A1E-0BCA30A2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0B3A1D-A4B5-DA07-C6D7-4CD0C42F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EDC4B8-9E6C-4574-A458-80D2A94332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2715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76243-81B6-CA8D-A7A8-57E9CD95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CD8EAE-F7CE-42F4-1A68-D375D84AD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A38FB2-E4B1-A87A-7262-4E227248E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426F34-D273-97AC-2000-493C6D384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C12459-1CE5-E904-3AAE-E2766A5E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80740B-EC63-8263-780C-1F2061DC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E5B39E-7C01-4877-BAC3-1B07ABA9C0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9603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E8C91-BF7B-0A4B-8FC1-168623FD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6C8F12D-5DC0-B8C2-8FA3-7C402B479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08DDB2-F813-D98E-AF90-9C433C9C0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370748-4BC6-3FAF-96D6-A3D6F469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B871F7-4B1F-D9BE-B7FE-C5B62361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EB12B5-983F-0702-BB7A-E71AA7FC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A2C388-15CD-463A-9DDA-38F96054CA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823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87E02-6B0E-2B24-EC0D-D78605C1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CDBA46-C633-0CF2-450E-39D0BB2F3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FEA115-EAE1-F210-DC28-9173D30A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B972B-7370-C0ED-384B-E9D13AFF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92255B-1455-D325-E85F-E4993BD2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640831-810D-4CD6-A537-E620A000FC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597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9D2966-D1C8-5899-10E9-AC46A93E7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ABA7EF-316B-983C-0F6A-D19A52716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7F13F2-A8AA-E834-6EFD-AE538DB3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92D3D7-236B-CFCF-9248-6CDC93E1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1CD68A-A748-5F73-FB3B-61B02FD5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DBD4B-F140-4A59-A398-AFAD3793A0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8857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C8E9FF0-49DE-0C1A-0F1F-E057A6E14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405844-DE2D-5670-0857-8A1B6F098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B7EE229-9A43-6233-FB9F-67D0600805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8C38FD5-4F94-1B05-8C64-856DFA6D28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11BE44B-E7F9-E94F-1FD9-04AF9C3EC2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9D7AA64-BC85-428A-8FB2-B7FAF255650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CADD9D1-386B-592C-2319-B5E25986F5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>
                <a:solidFill>
                  <a:srgbClr val="CDD9FF"/>
                </a:solidFill>
              </a:rPr>
              <a:t>91</a:t>
            </a:r>
            <a:br>
              <a:rPr lang="en-US" altLang="pt-BR" sz="4400" b="1">
                <a:solidFill>
                  <a:srgbClr val="CDD9FF"/>
                </a:solidFill>
              </a:rPr>
            </a:br>
            <a:r>
              <a:rPr lang="en-US" altLang="pt-BR" sz="4400" b="1">
                <a:solidFill>
                  <a:srgbClr val="CDD9FF"/>
                </a:solidFill>
              </a:rPr>
              <a:t> NÍVEA LUZ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D8F8039-438E-E539-FD44-B0DA900B2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321175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CDD9FF"/>
                </a:solidFill>
              </a:rPr>
              <a:t>Jesus, eu almejo a pureza do céu,</a:t>
            </a:r>
            <a:br>
              <a:rPr lang="en-US" altLang="pt-BR" sz="4000">
                <a:solidFill>
                  <a:srgbClr val="CDD9FF"/>
                </a:solidFill>
              </a:rPr>
            </a:br>
            <a:r>
              <a:rPr lang="en-US" altLang="pt-BR" sz="4000">
                <a:solidFill>
                  <a:srgbClr val="CDD9FF"/>
                </a:solidFill>
              </a:rPr>
              <a:t> Tua linda presença no coração meu. </a:t>
            </a:r>
            <a:br>
              <a:rPr lang="en-US" altLang="pt-BR" sz="4000">
                <a:solidFill>
                  <a:srgbClr val="CDD9FF"/>
                </a:solidFill>
              </a:rPr>
            </a:br>
            <a:r>
              <a:rPr lang="en-US" altLang="pt-BR" sz="4000">
                <a:solidFill>
                  <a:srgbClr val="CDD9FF"/>
                </a:solidFill>
              </a:rPr>
              <a:t>Os ídolos quebro, me toma Jesus;</a:t>
            </a:r>
            <a:br>
              <a:rPr lang="en-US" altLang="pt-BR" sz="4000">
                <a:solidFill>
                  <a:srgbClr val="CDD9FF"/>
                </a:solidFill>
              </a:rPr>
            </a:br>
            <a:r>
              <a:rPr lang="en-US" altLang="pt-BR" sz="4000">
                <a:solidFill>
                  <a:srgbClr val="CDD9FF"/>
                </a:solidFill>
              </a:rPr>
              <a:t>O dá-me a pureza da nívea luz.</a:t>
            </a:r>
            <a:br>
              <a:rPr lang="en-US" altLang="pt-BR" sz="4000">
                <a:solidFill>
                  <a:srgbClr val="CDD9FF"/>
                </a:solidFill>
              </a:rPr>
            </a:br>
            <a:endParaRPr lang="en-US" altLang="pt-BR" sz="4000">
              <a:solidFill>
                <a:srgbClr val="CDD9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D122E0B9-60F0-D0DA-26DD-A62113231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3887788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CDD9FF"/>
                </a:solidFill>
              </a:rPr>
              <a:t>Nívea luz, a nívea luz,</a:t>
            </a:r>
            <a:br>
              <a:rPr lang="en-US" altLang="pt-BR" b="1" i="1">
                <a:solidFill>
                  <a:srgbClr val="CDD9FF"/>
                </a:solidFill>
              </a:rPr>
            </a:br>
            <a:r>
              <a:rPr lang="en-US" altLang="pt-BR" b="1" i="1">
                <a:solidFill>
                  <a:srgbClr val="CDD9FF"/>
                </a:solidFill>
              </a:rPr>
              <a:t>O dá-me a pureza da nívea luz.</a:t>
            </a:r>
            <a:br>
              <a:rPr lang="en-US" altLang="pt-BR" b="1" i="1">
                <a:solidFill>
                  <a:srgbClr val="CDD9FF"/>
                </a:solidFill>
              </a:rPr>
            </a:br>
            <a:endParaRPr lang="en-US" altLang="pt-BR" b="1" i="1">
              <a:solidFill>
                <a:srgbClr val="CDD9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D4735418-BCBE-3414-21D8-06A176040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3960813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CDD9FF"/>
                </a:solidFill>
              </a:rPr>
              <a:t>Jesus, me acode enquanto lidar, </a:t>
            </a:r>
            <a:br>
              <a:rPr lang="en-US" altLang="pt-BR" sz="4000">
                <a:solidFill>
                  <a:srgbClr val="CDD9FF"/>
                </a:solidFill>
              </a:rPr>
            </a:br>
            <a:r>
              <a:rPr lang="en-US" altLang="pt-BR" sz="4000">
                <a:solidFill>
                  <a:srgbClr val="CDD9FF"/>
                </a:solidFill>
              </a:rPr>
              <a:t>A colocar tudo no santo altar;</a:t>
            </a:r>
            <a:br>
              <a:rPr lang="en-US" altLang="pt-BR" sz="4000">
                <a:solidFill>
                  <a:srgbClr val="CDD9FF"/>
                </a:solidFill>
              </a:rPr>
            </a:br>
            <a:r>
              <a:rPr lang="en-US" altLang="pt-BR" sz="4000">
                <a:solidFill>
                  <a:srgbClr val="CDD9FF"/>
                </a:solidFill>
              </a:rPr>
              <a:t>A Ti me entrego; nas chamas me pus; O dá-me a pureza da nívea luz!</a:t>
            </a:r>
            <a:br>
              <a:rPr lang="en-US" altLang="pt-BR" sz="4000">
                <a:solidFill>
                  <a:srgbClr val="CDD9FF"/>
                </a:solidFill>
              </a:rPr>
            </a:br>
            <a:endParaRPr lang="en-US" altLang="pt-BR" sz="4000">
              <a:solidFill>
                <a:srgbClr val="CDD9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1A0ECC09-B62D-6154-42D0-E2D0B3430D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3816350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CDD9FF"/>
                </a:solidFill>
              </a:rPr>
              <a:t>Nívea luz, a nívea luz,</a:t>
            </a:r>
            <a:br>
              <a:rPr lang="en-US" altLang="pt-BR" b="1" i="1">
                <a:solidFill>
                  <a:srgbClr val="CDD9FF"/>
                </a:solidFill>
              </a:rPr>
            </a:br>
            <a:r>
              <a:rPr lang="en-US" altLang="pt-BR" b="1" i="1">
                <a:solidFill>
                  <a:srgbClr val="CDD9FF"/>
                </a:solidFill>
              </a:rPr>
              <a:t>O dá-me a pureza da nívea luz.</a:t>
            </a:r>
            <a:br>
              <a:rPr lang="en-US" altLang="pt-BR" b="1" i="1">
                <a:solidFill>
                  <a:srgbClr val="CDD9FF"/>
                </a:solidFill>
              </a:rPr>
            </a:br>
            <a:endParaRPr lang="en-US" altLang="pt-BR" b="1" i="1">
              <a:solidFill>
                <a:srgbClr val="CDD9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8752B62A-5323-0ED5-4CB2-5B5F76B10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52513"/>
            <a:ext cx="9144000" cy="360045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pt-BR" sz="4000">
                <a:solidFill>
                  <a:srgbClr val="CDD9FF"/>
                </a:solidFill>
              </a:rPr>
              <a:t>Jesus, com instância, humilde, roguei Que o sangue perfeito pureza me dê; Me lava na fonte aberta na cruz;</a:t>
            </a:r>
            <a:br>
              <a:rPr lang="en-US" altLang="pt-BR" sz="4000">
                <a:solidFill>
                  <a:srgbClr val="CDD9FF"/>
                </a:solidFill>
              </a:rPr>
            </a:br>
            <a:r>
              <a:rPr lang="en-US" altLang="pt-BR" sz="4000">
                <a:solidFill>
                  <a:srgbClr val="CDD9FF"/>
                </a:solidFill>
              </a:rPr>
              <a:t> O dá-me a pureza da nívea luz!</a:t>
            </a:r>
            <a:br>
              <a:rPr lang="en-US" altLang="pt-BR" sz="4000">
                <a:solidFill>
                  <a:srgbClr val="CDD9FF"/>
                </a:solidFill>
              </a:rPr>
            </a:br>
            <a:br>
              <a:rPr lang="en-US" altLang="pt-BR" sz="4000">
                <a:solidFill>
                  <a:srgbClr val="CDD9FF"/>
                </a:solidFill>
              </a:rPr>
            </a:br>
            <a:endParaRPr lang="en-US" altLang="pt-BR" sz="4000">
              <a:solidFill>
                <a:srgbClr val="CDD9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>
            <a:extLst>
              <a:ext uri="{FF2B5EF4-FFF2-40B4-BE49-F238E27FC236}">
                <a16:creationId xmlns:a16="http://schemas.microsoft.com/office/drawing/2014/main" id="{7A01382B-6905-6067-08F7-726BC8D05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52513"/>
            <a:ext cx="9144000" cy="3889375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CDD9FF"/>
                </a:solidFill>
              </a:rPr>
              <a:t>Nívea luz, a nívea luz,</a:t>
            </a:r>
            <a:br>
              <a:rPr lang="en-US" altLang="pt-BR" b="1" i="1">
                <a:solidFill>
                  <a:srgbClr val="CDD9FF"/>
                </a:solidFill>
              </a:rPr>
            </a:br>
            <a:r>
              <a:rPr lang="en-US" altLang="pt-BR" b="1" i="1">
                <a:solidFill>
                  <a:srgbClr val="CDD9FF"/>
                </a:solidFill>
              </a:rPr>
              <a:t>O dá-me a pureza da nívea luz.</a:t>
            </a:r>
            <a:br>
              <a:rPr lang="en-US" altLang="pt-BR" b="1" i="1">
                <a:solidFill>
                  <a:srgbClr val="CDD9FF"/>
                </a:solidFill>
              </a:rPr>
            </a:br>
            <a:endParaRPr lang="en-US" altLang="pt-BR" b="1" i="1">
              <a:solidFill>
                <a:srgbClr val="CDD9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B399EDAE-7571-395C-B46B-75C07B603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4248150"/>
          </a:xfrm>
          <a:noFill/>
          <a:ln/>
        </p:spPr>
        <p:txBody>
          <a:bodyPr/>
          <a:lstStyle/>
          <a:p>
            <a:r>
              <a:rPr lang="pt-BR" altLang="pt-BR" sz="4000">
                <a:solidFill>
                  <a:srgbClr val="CDD9FF"/>
                </a:solidFill>
              </a:rPr>
              <a:t>Jesus, neste instante, espero a mão</a:t>
            </a:r>
            <a:br>
              <a:rPr lang="pt-BR" altLang="pt-BR" sz="4000">
                <a:solidFill>
                  <a:srgbClr val="CDD9FF"/>
                </a:solidFill>
              </a:rPr>
            </a:br>
            <a:r>
              <a:rPr lang="pt-BR" altLang="pt-BR" sz="4000">
                <a:solidFill>
                  <a:srgbClr val="CDD9FF"/>
                </a:solidFill>
              </a:rPr>
              <a:t>Que há de criár-me o bom coração;</a:t>
            </a:r>
            <a:br>
              <a:rPr lang="pt-BR" altLang="pt-BR" sz="4000">
                <a:solidFill>
                  <a:srgbClr val="CDD9FF"/>
                </a:solidFill>
              </a:rPr>
            </a:br>
            <a:r>
              <a:rPr lang="pt-BR" altLang="pt-BR" sz="4000">
                <a:solidFill>
                  <a:srgbClr val="CDD9FF"/>
                </a:solidFill>
              </a:rPr>
              <a:t>Aqueles que o Espírito </a:t>
            </a:r>
            <a:br>
              <a:rPr lang="pt-BR" altLang="pt-BR" sz="4000">
                <a:solidFill>
                  <a:srgbClr val="CDD9FF"/>
                </a:solidFill>
              </a:rPr>
            </a:br>
            <a:r>
              <a:rPr lang="pt-BR" altLang="pt-BR" sz="4000">
                <a:solidFill>
                  <a:srgbClr val="CDD9FF"/>
                </a:solidFill>
              </a:rPr>
              <a:t>Pedem de Deus,</a:t>
            </a:r>
            <a:br>
              <a:rPr lang="pt-BR" altLang="pt-BR" sz="4000">
                <a:solidFill>
                  <a:srgbClr val="CDD9FF"/>
                </a:solidFill>
              </a:rPr>
            </a:br>
            <a:r>
              <a:rPr lang="pt-BR" altLang="pt-BR" sz="4000">
                <a:solidFill>
                  <a:srgbClr val="CDD9FF"/>
                </a:solidFill>
              </a:rPr>
              <a:t>Dás sempre a pureza da nívea luz!</a:t>
            </a:r>
            <a:br>
              <a:rPr lang="pt-BR" altLang="pt-BR" sz="4000">
                <a:solidFill>
                  <a:srgbClr val="CDD9FF"/>
                </a:solidFill>
              </a:rPr>
            </a:br>
            <a:br>
              <a:rPr lang="pt-BR" altLang="pt-BR" sz="4000">
                <a:solidFill>
                  <a:srgbClr val="CDD9FF"/>
                </a:solidFill>
              </a:rPr>
            </a:br>
            <a:r>
              <a:rPr lang="pt-BR" altLang="pt-BR" sz="4000">
                <a:solidFill>
                  <a:srgbClr val="CDD9FF"/>
                </a:solidFill>
              </a:rPr>
              <a:t>								</a:t>
            </a:r>
            <a:r>
              <a:rPr lang="pt-BR" altLang="pt-BR" sz="1600">
                <a:solidFill>
                  <a:srgbClr val="CDD9FF"/>
                </a:solidFill>
              </a:rPr>
              <a:t>J.H.N</a:t>
            </a:r>
            <a:endParaRPr lang="en-US" altLang="pt-BR" sz="1600">
              <a:solidFill>
                <a:srgbClr val="CDD9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5">
            <a:extLst>
              <a:ext uri="{FF2B5EF4-FFF2-40B4-BE49-F238E27FC236}">
                <a16:creationId xmlns:a16="http://schemas.microsoft.com/office/drawing/2014/main" id="{4D54F838-BE6A-FDCD-B2DA-AF279C4D6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52513"/>
            <a:ext cx="9144000" cy="3168650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CDD9FF"/>
                </a:solidFill>
              </a:rPr>
              <a:t>Nívea luz, a nívea luz,</a:t>
            </a:r>
            <a:br>
              <a:rPr lang="en-US" altLang="pt-BR" b="1" i="1">
                <a:solidFill>
                  <a:srgbClr val="CDD9FF"/>
                </a:solidFill>
              </a:rPr>
            </a:br>
            <a:r>
              <a:rPr lang="en-US" altLang="pt-BR" b="1" i="1">
                <a:solidFill>
                  <a:srgbClr val="CDD9FF"/>
                </a:solidFill>
              </a:rPr>
              <a:t>O dá-me a pureza da nívea luz.</a:t>
            </a:r>
            <a:br>
              <a:rPr lang="en-US" altLang="pt-BR" b="1" i="1">
                <a:solidFill>
                  <a:srgbClr val="CDD9FF"/>
                </a:solidFill>
              </a:rPr>
            </a:br>
            <a:endParaRPr lang="en-US" altLang="pt-BR" b="1" i="1">
              <a:solidFill>
                <a:srgbClr val="CDD9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91  NÍVEA LUZ </vt:lpstr>
      <vt:lpstr>Jesus, eu almejo a pureza do céu,  Tua linda presença no coração meu.  Os ídolos quebro, me toma Jesus; O dá-me a pureza da nívea luz. </vt:lpstr>
      <vt:lpstr>Nívea luz, a nívea luz, O dá-me a pureza da nívea luz. </vt:lpstr>
      <vt:lpstr>Jesus, me acode enquanto lidar,  A colocar tudo no santo altar; A Ti me entrego; nas chamas me pus; O dá-me a pureza da nívea luz! </vt:lpstr>
      <vt:lpstr>Nívea luz, a nívea luz, O dá-me a pureza da nívea luz. </vt:lpstr>
      <vt:lpstr>Jesus, com instância, humilde, roguei Que o sangue perfeito pureza me dê; Me lava na fonte aberta na cruz;  O dá-me a pureza da nívea luz!  </vt:lpstr>
      <vt:lpstr>Nívea luz, a nívea luz, O dá-me a pureza da nívea luz. </vt:lpstr>
      <vt:lpstr>Jesus, neste instante, espero a mão Que há de criár-me o bom coração; Aqueles que o Espírito  Pedem de Deus, Dás sempre a pureza da nívea luz!          J.H.N</vt:lpstr>
      <vt:lpstr>Nívea luz, a nívea luz, O dá-me a pureza da nívea luz.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NÍVEA LUZ 91 </dc:title>
  <dc:creator>Montagna</dc:creator>
  <cp:lastModifiedBy>Emerson Souza</cp:lastModifiedBy>
  <cp:revision>4</cp:revision>
  <dcterms:created xsi:type="dcterms:W3CDTF">2005-10-16T01:34:45Z</dcterms:created>
  <dcterms:modified xsi:type="dcterms:W3CDTF">2026-05-02T21:44:23Z</dcterms:modified>
</cp:coreProperties>
</file>