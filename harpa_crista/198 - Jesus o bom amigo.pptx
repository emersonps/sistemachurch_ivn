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728" autoAdjust="0"/>
  </p:normalViewPr>
  <p:slideViewPr>
    <p:cSldViewPr>
      <p:cViewPr varScale="1">
        <p:scale>
          <a:sx n="75" d="100"/>
          <a:sy n="75" d="100"/>
        </p:scale>
        <p:origin x="-366" y="-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7E33B5-46A7-E4C5-034C-E6E6CE5A32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F0C3878-E6E7-4138-5DCD-1EBBE73639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A0522D5-BD9F-6AD8-3A17-9871742A90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5C29B91-3FF4-D064-FE48-BFF9ED1FDA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31583E5-AD92-1CE7-0E50-85A3A4342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FC9AB5C-515E-438E-9237-AE7267CCE3B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9604720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E03F51-8FAC-C057-B698-CFEBE8D300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00842DA-90C2-9AB5-1187-5619E39C7C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01A359D-6C3B-E64B-D292-1FAF810B43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8E68326-A8C9-E252-EE86-8B2E97D637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19DD6E4-F724-A195-7F56-D5C8F16618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699C55D-6C0C-4639-BC8E-77336B6068B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8912810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DA4DF9-566A-BD86-230A-F58F3938F6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5827FDA-FFEE-11AF-CFD9-2BF5B27144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7FED30A-58CE-7D81-F8B0-EFDA16CC95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032FB15-339B-79FD-EB0B-D387BE8CE6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6DB3D0F-ADDC-63A7-A774-07C755BDA6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A120D86-6D4F-44ED-9FA7-ED8358CD4E2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7765782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40D2F7-BF07-8DC7-0906-897257DD5F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F3D6AFF-BDBE-C51F-3060-125A7F9C2C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26D6424-91DE-A262-E108-69794A60AE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1590059-5426-7C82-3533-04D2C08F86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C481CFB-D8CC-374D-25F6-76A02E45C6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B4A90DA-8E42-7A4A-337C-943D366086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A9A6CCF-F2C8-4975-B1CB-71C1F5999A5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7428020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A744403-01AD-586C-E9A2-F28EB8986C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82FFC0F-13BA-107B-A9ED-F3D1842CC2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D3A777B-D20F-D445-D584-F4D062D3AF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339AA9BB-47A1-8714-6E4A-663F0A5A44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EEC2FD16-2D11-37CB-FA36-97E26237FF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631AF85C-4278-F356-95B8-1FD895CAA2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98E190DC-B05A-D952-E393-34629A39FB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201323FF-7E3B-2136-92B9-3BBBE8F33F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91C61C8-DB33-4659-92BF-441A3CF4694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1550712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EA306B-8BE4-B174-6BA7-FD041C7E39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A5A49613-BA4E-E7AD-42B0-EAE32C8157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CDC0298E-4FF9-13BA-3C96-8E6E4FFC21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7FBF853F-89E8-722E-FC48-C9029002E0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2404632-FC86-4407-B2FB-A08467B2E90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818448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7EABFDDB-CD3D-38AF-F14C-5017F5EF37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E59C70B8-4899-6839-3344-7F385D8143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2144AEC-33AF-8172-D79B-984944553D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C99BE76-F680-4283-B1E4-0B8F44353F5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0584831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754A6E-2B3E-81DA-4051-A923780BB2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E5D7CEE-0E1B-718C-F854-E72321A5DF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C744C42-7B02-23FE-C8AA-168B83557F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891081C-B1B1-32BB-BB1A-92243969B2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7ABCC62-3A97-C17A-8E5D-1D78D523E8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DA2BA69-2C48-EE3E-EDF6-6DB9F3F20C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9BA7308-6B67-4A8E-81CE-588EBF0C412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1755117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9B88FD-3334-7F9F-682A-E2BB0FAF5B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7E596F4A-ACFF-9DF8-DF52-A222AE020C7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AD6B7F9-E202-81B4-ACD1-A74BE8F347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B86FCE7-8351-669B-FCED-2CE7B53942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C64507D-1D04-1F52-403D-E2A488EC4C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AFD4112-F628-04ED-158F-DD87327BA9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87B879B-9A09-47E2-8B5D-8A63999DB6F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6100532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4F9A40-1221-FAB1-D55B-D5E7F61C61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FAC11F7-1AB6-FB29-86A5-882A1FD338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7E0B471-7E0D-730D-40BC-AE49312CE0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F0E58A5-13E9-751D-3ECD-86308C1605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605F3FE-8190-8024-5FAF-EB0125121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E88B4F3-1D98-4EAB-887D-E29953F3E05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0650522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82F15F35-549E-0E0C-F458-9A7E397D67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C3BDE58-03AC-41D8-5683-F4D0476C9A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3A000F8-E043-4E5C-DF0A-77940D1E7A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26FC72A-1F50-9C1B-D5B8-B68C905DE9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101EE59-12A6-F694-258C-42D6F94146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9B572B4-1CEC-4BAD-A9F2-775670899DB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6526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4FA731AB-80B6-D104-E325-CE1FD2A5125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4389F46E-C437-80AC-EBF2-ADE27282FD5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D3105236-7896-3B51-C0DB-D6A7611BF0CE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38951135-9079-74AC-7DB5-FFAE64C08746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CB39A852-70A7-8410-8A95-983496E2374E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6B3D9CB6-1E6D-4793-9458-AAE773A4C6E0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E37CB7CC-4174-CB5E-44FD-511BB51616A8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pt-BR" altLang="pt-BR" sz="4400">
                <a:solidFill>
                  <a:schemeClr val="bg1"/>
                </a:solidFill>
              </a:rPr>
              <a:t>198</a:t>
            </a:r>
            <a:br>
              <a:rPr lang="pt-BR" altLang="pt-BR" sz="4400">
                <a:solidFill>
                  <a:schemeClr val="bg1"/>
                </a:solidFill>
              </a:rPr>
            </a:br>
            <a:r>
              <a:rPr lang="pt-BR" altLang="pt-BR" sz="4400">
                <a:solidFill>
                  <a:schemeClr val="bg1"/>
                </a:solidFill>
              </a:rPr>
              <a:t>Jesus, O Bom Amigo</a:t>
            </a:r>
            <a:endParaRPr lang="en-US" altLang="pt-BR" sz="440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8E94D7B6-1672-6ECE-94D7-0B23777BB6B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274638"/>
            <a:ext cx="9144000" cy="5668962"/>
          </a:xfrm>
        </p:spPr>
        <p:txBody>
          <a:bodyPr/>
          <a:lstStyle/>
          <a:p>
            <a:r>
              <a:rPr lang="pt-BR" altLang="pt-BR">
                <a:solidFill>
                  <a:schemeClr val="bg1"/>
                </a:solidFill>
              </a:rPr>
              <a:t>Achei um bom amigo</a:t>
            </a:r>
            <a:br>
              <a:rPr lang="pt-BR" altLang="pt-BR">
                <a:solidFill>
                  <a:schemeClr val="bg1"/>
                </a:solidFill>
              </a:rPr>
            </a:br>
            <a:r>
              <a:rPr lang="pt-BR" altLang="pt-BR">
                <a:solidFill>
                  <a:schemeClr val="bg1"/>
                </a:solidFill>
              </a:rPr>
              <a:t>Jesus o Salvador</a:t>
            </a:r>
            <a:br>
              <a:rPr lang="pt-BR" altLang="pt-BR">
                <a:solidFill>
                  <a:schemeClr val="bg1"/>
                </a:solidFill>
              </a:rPr>
            </a:br>
            <a:r>
              <a:rPr lang="pt-BR" altLang="pt-BR">
                <a:solidFill>
                  <a:schemeClr val="bg1"/>
                </a:solidFill>
              </a:rPr>
              <a:t>O Escolhido dos milhares para mim</a:t>
            </a:r>
            <a:br>
              <a:rPr lang="pt-BR" altLang="pt-BR">
                <a:solidFill>
                  <a:schemeClr val="bg1"/>
                </a:solidFill>
              </a:rPr>
            </a:br>
            <a:r>
              <a:rPr lang="pt-BR" altLang="pt-BR">
                <a:solidFill>
                  <a:schemeClr val="bg1"/>
                </a:solidFill>
              </a:rPr>
              <a:t>Dos vales é o lírio é o forte Mediador</a:t>
            </a:r>
            <a:br>
              <a:rPr lang="pt-BR" altLang="pt-BR">
                <a:solidFill>
                  <a:schemeClr val="bg1"/>
                </a:solidFill>
              </a:rPr>
            </a:br>
            <a:r>
              <a:rPr lang="pt-BR" altLang="pt-BR">
                <a:solidFill>
                  <a:schemeClr val="bg1"/>
                </a:solidFill>
              </a:rPr>
              <a:t>Que me purifica e guarda para Si</a:t>
            </a:r>
            <a:endParaRPr lang="en-US" altLang="pt-BR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4" name="Rectangle 4">
            <a:extLst>
              <a:ext uri="{FF2B5EF4-FFF2-40B4-BE49-F238E27FC236}">
                <a16:creationId xmlns:a16="http://schemas.microsoft.com/office/drawing/2014/main" id="{A13DE42C-8D71-9C2C-C640-AD14D09432E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274638"/>
            <a:ext cx="9144000" cy="5668962"/>
          </a:xfrm>
        </p:spPr>
        <p:txBody>
          <a:bodyPr/>
          <a:lstStyle/>
          <a:p>
            <a:r>
              <a:rPr lang="pt-BR" altLang="pt-BR">
                <a:solidFill>
                  <a:schemeClr val="bg1"/>
                </a:solidFill>
              </a:rPr>
              <a:t>Consolador amado, </a:t>
            </a:r>
            <a:br>
              <a:rPr lang="pt-BR" altLang="pt-BR">
                <a:solidFill>
                  <a:schemeClr val="bg1"/>
                </a:solidFill>
              </a:rPr>
            </a:br>
            <a:r>
              <a:rPr lang="pt-BR" altLang="pt-BR">
                <a:solidFill>
                  <a:schemeClr val="bg1"/>
                </a:solidFill>
              </a:rPr>
              <a:t>Meu protetor do mal</a:t>
            </a:r>
            <a:br>
              <a:rPr lang="pt-BR" altLang="pt-BR">
                <a:solidFill>
                  <a:schemeClr val="bg1"/>
                </a:solidFill>
              </a:rPr>
            </a:br>
            <a:r>
              <a:rPr lang="pt-BR" altLang="pt-BR">
                <a:solidFill>
                  <a:schemeClr val="bg1"/>
                </a:solidFill>
              </a:rPr>
              <a:t>Solicitude minha toma a Si</a:t>
            </a:r>
            <a:endParaRPr lang="en-US" altLang="pt-BR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2" name="Rectangle 4">
            <a:extLst>
              <a:ext uri="{FF2B5EF4-FFF2-40B4-BE49-F238E27FC236}">
                <a16:creationId xmlns:a16="http://schemas.microsoft.com/office/drawing/2014/main" id="{AF0C82FD-248F-F1B4-310A-EFB9902E569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5562600"/>
          </a:xfrm>
        </p:spPr>
        <p:txBody>
          <a:bodyPr/>
          <a:lstStyle/>
          <a:p>
            <a:r>
              <a:rPr lang="pt-BR" altLang="pt-BR" sz="4000">
                <a:solidFill>
                  <a:schemeClr val="bg1"/>
                </a:solidFill>
              </a:rPr>
              <a:t>Dos vales é o Lírio</a:t>
            </a:r>
            <a:br>
              <a:rPr lang="pt-BR" altLang="pt-BR" sz="4000">
                <a:solidFill>
                  <a:schemeClr val="bg1"/>
                </a:solidFill>
              </a:rPr>
            </a:br>
            <a:r>
              <a:rPr lang="pt-BR" altLang="pt-BR" sz="4000">
                <a:solidFill>
                  <a:schemeClr val="bg1"/>
                </a:solidFill>
              </a:rPr>
              <a:t>A Estrela da manhã</a:t>
            </a:r>
            <a:br>
              <a:rPr lang="pt-BR" altLang="pt-BR" sz="4000">
                <a:solidFill>
                  <a:schemeClr val="bg1"/>
                </a:solidFill>
              </a:rPr>
            </a:br>
            <a:r>
              <a:rPr lang="pt-BR" altLang="pt-BR" sz="4000">
                <a:solidFill>
                  <a:schemeClr val="bg1"/>
                </a:solidFill>
              </a:rPr>
              <a:t>O Escolhido dos milhares para mim</a:t>
            </a:r>
            <a:br>
              <a:rPr lang="pt-BR" altLang="pt-BR" sz="4000">
                <a:solidFill>
                  <a:schemeClr val="bg1"/>
                </a:solidFill>
              </a:rPr>
            </a:br>
            <a:r>
              <a:rPr lang="pt-BR" altLang="pt-BR" sz="4000">
                <a:solidFill>
                  <a:schemeClr val="bg1"/>
                </a:solidFill>
              </a:rPr>
              <a:t>Consolador amado, </a:t>
            </a:r>
            <a:br>
              <a:rPr lang="pt-BR" altLang="pt-BR" sz="4000">
                <a:solidFill>
                  <a:schemeClr val="bg1"/>
                </a:solidFill>
              </a:rPr>
            </a:br>
            <a:r>
              <a:rPr lang="pt-BR" altLang="pt-BR" sz="4000">
                <a:solidFill>
                  <a:schemeClr val="bg1"/>
                </a:solidFill>
              </a:rPr>
              <a:t>Meu protetor do mal,</a:t>
            </a:r>
            <a:br>
              <a:rPr lang="pt-BR" altLang="pt-BR" sz="4000">
                <a:solidFill>
                  <a:schemeClr val="bg1"/>
                </a:solidFill>
              </a:rPr>
            </a:br>
            <a:r>
              <a:rPr lang="pt-BR" altLang="pt-BR" sz="4000">
                <a:solidFill>
                  <a:schemeClr val="bg1"/>
                </a:solidFill>
              </a:rPr>
              <a:t>Solicitude minha toma a Si.</a:t>
            </a:r>
            <a:br>
              <a:rPr lang="pt-BR" altLang="pt-BR" sz="4000">
                <a:solidFill>
                  <a:schemeClr val="bg1"/>
                </a:solidFill>
              </a:rPr>
            </a:br>
            <a:r>
              <a:rPr lang="pt-BR" altLang="pt-BR" sz="4000">
                <a:solidFill>
                  <a:schemeClr val="bg1"/>
                </a:solidFill>
              </a:rPr>
              <a:t>Dos vales é o Lírio</a:t>
            </a:r>
            <a:br>
              <a:rPr lang="pt-BR" altLang="pt-BR" sz="4000">
                <a:solidFill>
                  <a:schemeClr val="bg1"/>
                </a:solidFill>
              </a:rPr>
            </a:br>
            <a:r>
              <a:rPr lang="pt-BR" altLang="pt-BR" sz="4000">
                <a:solidFill>
                  <a:schemeClr val="bg1"/>
                </a:solidFill>
              </a:rPr>
              <a:t>A Estrela da manhã</a:t>
            </a:r>
            <a:br>
              <a:rPr lang="pt-BR" altLang="pt-BR" sz="4000">
                <a:solidFill>
                  <a:schemeClr val="bg1"/>
                </a:solidFill>
              </a:rPr>
            </a:br>
            <a:r>
              <a:rPr lang="pt-BR" altLang="pt-BR" sz="4000">
                <a:solidFill>
                  <a:schemeClr val="bg1"/>
                </a:solidFill>
              </a:rPr>
              <a:t>O Escolhido dos milhares para mim. </a:t>
            </a:r>
            <a:endParaRPr lang="en-US" altLang="pt-BR" sz="400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Rectangle 4">
            <a:extLst>
              <a:ext uri="{FF2B5EF4-FFF2-40B4-BE49-F238E27FC236}">
                <a16:creationId xmlns:a16="http://schemas.microsoft.com/office/drawing/2014/main" id="{B976B678-52C2-D39B-AE17-48C5D961E87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274638"/>
            <a:ext cx="9144000" cy="5745162"/>
          </a:xfrm>
        </p:spPr>
        <p:txBody>
          <a:bodyPr/>
          <a:lstStyle/>
          <a:p>
            <a:r>
              <a:rPr lang="pt-BR" altLang="pt-BR">
                <a:solidFill>
                  <a:schemeClr val="bg1"/>
                </a:solidFill>
              </a:rPr>
              <a:t>Levou-me as dores todas,</a:t>
            </a:r>
            <a:br>
              <a:rPr lang="pt-BR" altLang="pt-BR">
                <a:solidFill>
                  <a:schemeClr val="bg1"/>
                </a:solidFill>
              </a:rPr>
            </a:br>
            <a:r>
              <a:rPr lang="pt-BR" altLang="pt-BR">
                <a:solidFill>
                  <a:schemeClr val="bg1"/>
                </a:solidFill>
              </a:rPr>
              <a:t>As mágoas lhe entreguei</a:t>
            </a:r>
            <a:br>
              <a:rPr lang="pt-BR" altLang="pt-BR">
                <a:solidFill>
                  <a:schemeClr val="bg1"/>
                </a:solidFill>
              </a:rPr>
            </a:br>
            <a:r>
              <a:rPr lang="pt-BR" altLang="pt-BR">
                <a:solidFill>
                  <a:schemeClr val="bg1"/>
                </a:solidFill>
              </a:rPr>
              <a:t>Minha fortaleza é, na tentação</a:t>
            </a:r>
            <a:br>
              <a:rPr lang="pt-BR" altLang="pt-BR">
                <a:solidFill>
                  <a:schemeClr val="bg1"/>
                </a:solidFill>
              </a:rPr>
            </a:br>
            <a:r>
              <a:rPr lang="pt-BR" altLang="pt-BR">
                <a:solidFill>
                  <a:schemeClr val="bg1"/>
                </a:solidFill>
              </a:rPr>
              <a:t>Deixei, por Ele tudo; </a:t>
            </a:r>
            <a:br>
              <a:rPr lang="pt-BR" altLang="pt-BR">
                <a:solidFill>
                  <a:schemeClr val="bg1"/>
                </a:solidFill>
              </a:rPr>
            </a:br>
            <a:r>
              <a:rPr lang="pt-BR" altLang="pt-BR">
                <a:solidFill>
                  <a:schemeClr val="bg1"/>
                </a:solidFill>
              </a:rPr>
              <a:t>Os ídolos queimei;</a:t>
            </a:r>
            <a:br>
              <a:rPr lang="pt-BR" altLang="pt-BR">
                <a:solidFill>
                  <a:schemeClr val="bg1"/>
                </a:solidFill>
              </a:rPr>
            </a:br>
            <a:r>
              <a:rPr lang="pt-BR" altLang="pt-BR">
                <a:solidFill>
                  <a:schemeClr val="bg1"/>
                </a:solidFill>
              </a:rPr>
              <a:t>Ele me conserva santo o coração.</a:t>
            </a:r>
            <a:endParaRPr lang="en-US" altLang="pt-BR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8" name="Rectangle 4">
            <a:extLst>
              <a:ext uri="{FF2B5EF4-FFF2-40B4-BE49-F238E27FC236}">
                <a16:creationId xmlns:a16="http://schemas.microsoft.com/office/drawing/2014/main" id="{785B28A8-353D-E4EE-0F2A-03A2BA82BFD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685800"/>
            <a:ext cx="9144000" cy="4953000"/>
          </a:xfrm>
        </p:spPr>
        <p:txBody>
          <a:bodyPr/>
          <a:lstStyle/>
          <a:p>
            <a:r>
              <a:rPr lang="pt-BR" altLang="pt-BR">
                <a:solidFill>
                  <a:schemeClr val="bg1"/>
                </a:solidFill>
              </a:rPr>
              <a:t>Que o mundo me abandone;</a:t>
            </a:r>
            <a:br>
              <a:rPr lang="pt-BR" altLang="pt-BR">
                <a:solidFill>
                  <a:schemeClr val="bg1"/>
                </a:solidFill>
              </a:rPr>
            </a:br>
            <a:r>
              <a:rPr lang="pt-BR" altLang="pt-BR">
                <a:solidFill>
                  <a:schemeClr val="bg1"/>
                </a:solidFill>
              </a:rPr>
              <a:t>Persiga o tentador</a:t>
            </a:r>
            <a:br>
              <a:rPr lang="pt-BR" altLang="pt-BR">
                <a:solidFill>
                  <a:schemeClr val="bg1"/>
                </a:solidFill>
              </a:rPr>
            </a:br>
            <a:r>
              <a:rPr lang="pt-BR" altLang="pt-BR">
                <a:solidFill>
                  <a:schemeClr val="bg1"/>
                </a:solidFill>
              </a:rPr>
              <a:t>Jesus me guarda até da vida o fim</a:t>
            </a:r>
            <a:endParaRPr lang="en-US" altLang="pt-BR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7" name="Rectangle 5">
            <a:extLst>
              <a:ext uri="{FF2B5EF4-FFF2-40B4-BE49-F238E27FC236}">
                <a16:creationId xmlns:a16="http://schemas.microsoft.com/office/drawing/2014/main" id="{19680A61-5581-2D9E-C48D-D8806FE9E45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5867400"/>
          </a:xfrm>
          <a:noFill/>
          <a:ln/>
        </p:spPr>
        <p:txBody>
          <a:bodyPr/>
          <a:lstStyle/>
          <a:p>
            <a:r>
              <a:rPr lang="pt-BR" altLang="pt-BR" sz="4000">
                <a:solidFill>
                  <a:schemeClr val="bg1"/>
                </a:solidFill>
              </a:rPr>
              <a:t>Dos vales é o Lírio</a:t>
            </a:r>
            <a:br>
              <a:rPr lang="pt-BR" altLang="pt-BR" sz="4000">
                <a:solidFill>
                  <a:schemeClr val="bg1"/>
                </a:solidFill>
              </a:rPr>
            </a:br>
            <a:r>
              <a:rPr lang="pt-BR" altLang="pt-BR" sz="4000">
                <a:solidFill>
                  <a:schemeClr val="bg1"/>
                </a:solidFill>
              </a:rPr>
              <a:t>A Estrela da manhã</a:t>
            </a:r>
            <a:br>
              <a:rPr lang="pt-BR" altLang="pt-BR" sz="4000">
                <a:solidFill>
                  <a:schemeClr val="bg1"/>
                </a:solidFill>
              </a:rPr>
            </a:br>
            <a:r>
              <a:rPr lang="pt-BR" altLang="pt-BR" sz="4000">
                <a:solidFill>
                  <a:schemeClr val="bg1"/>
                </a:solidFill>
              </a:rPr>
              <a:t>O Escolhido dos milhares para mim</a:t>
            </a:r>
            <a:br>
              <a:rPr lang="pt-BR" altLang="pt-BR" sz="4000">
                <a:solidFill>
                  <a:schemeClr val="bg1"/>
                </a:solidFill>
              </a:rPr>
            </a:br>
            <a:r>
              <a:rPr lang="pt-BR" altLang="pt-BR" sz="4000">
                <a:solidFill>
                  <a:schemeClr val="bg1"/>
                </a:solidFill>
              </a:rPr>
              <a:t>Consolador amado, </a:t>
            </a:r>
            <a:br>
              <a:rPr lang="pt-BR" altLang="pt-BR" sz="4000">
                <a:solidFill>
                  <a:schemeClr val="bg1"/>
                </a:solidFill>
              </a:rPr>
            </a:br>
            <a:r>
              <a:rPr lang="pt-BR" altLang="pt-BR" sz="4000">
                <a:solidFill>
                  <a:schemeClr val="bg1"/>
                </a:solidFill>
              </a:rPr>
              <a:t>Meu protetor do mal,</a:t>
            </a:r>
            <a:br>
              <a:rPr lang="pt-BR" altLang="pt-BR" sz="4000">
                <a:solidFill>
                  <a:schemeClr val="bg1"/>
                </a:solidFill>
              </a:rPr>
            </a:br>
            <a:r>
              <a:rPr lang="pt-BR" altLang="pt-BR" sz="4000">
                <a:solidFill>
                  <a:schemeClr val="bg1"/>
                </a:solidFill>
              </a:rPr>
              <a:t>Solicitude minha toma a Si.</a:t>
            </a:r>
            <a:br>
              <a:rPr lang="pt-BR" altLang="pt-BR" sz="4000">
                <a:solidFill>
                  <a:schemeClr val="bg1"/>
                </a:solidFill>
              </a:rPr>
            </a:br>
            <a:r>
              <a:rPr lang="pt-BR" altLang="pt-BR" sz="4000">
                <a:solidFill>
                  <a:schemeClr val="bg1"/>
                </a:solidFill>
              </a:rPr>
              <a:t>Dos vales é o Lírio</a:t>
            </a:r>
            <a:br>
              <a:rPr lang="pt-BR" altLang="pt-BR" sz="4000">
                <a:solidFill>
                  <a:schemeClr val="bg1"/>
                </a:solidFill>
              </a:rPr>
            </a:br>
            <a:r>
              <a:rPr lang="pt-BR" altLang="pt-BR" sz="4000">
                <a:solidFill>
                  <a:schemeClr val="bg1"/>
                </a:solidFill>
              </a:rPr>
              <a:t>A Estrela da manhã</a:t>
            </a:r>
            <a:br>
              <a:rPr lang="pt-BR" altLang="pt-BR" sz="4000">
                <a:solidFill>
                  <a:schemeClr val="bg1"/>
                </a:solidFill>
              </a:rPr>
            </a:br>
            <a:r>
              <a:rPr lang="pt-BR" altLang="pt-BR" sz="4000">
                <a:solidFill>
                  <a:schemeClr val="bg1"/>
                </a:solidFill>
              </a:rPr>
              <a:t>O Escolhido dos milhares para mim. </a:t>
            </a:r>
            <a:endParaRPr lang="en-US" altLang="pt-BR" sz="400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0" name="Rectangle 4">
            <a:extLst>
              <a:ext uri="{FF2B5EF4-FFF2-40B4-BE49-F238E27FC236}">
                <a16:creationId xmlns:a16="http://schemas.microsoft.com/office/drawing/2014/main" id="{ABA9D32D-2A88-7021-11BC-5BC7354CA51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9144000" cy="5181600"/>
          </a:xfrm>
        </p:spPr>
        <p:txBody>
          <a:bodyPr/>
          <a:lstStyle/>
          <a:p>
            <a:r>
              <a:rPr lang="pt-BR" altLang="pt-BR">
                <a:solidFill>
                  <a:schemeClr val="bg1"/>
                </a:solidFill>
              </a:rPr>
              <a:t>Não desampara nunca,</a:t>
            </a:r>
            <a:br>
              <a:rPr lang="pt-BR" altLang="pt-BR">
                <a:solidFill>
                  <a:schemeClr val="bg1"/>
                </a:solidFill>
              </a:rPr>
            </a:br>
            <a:r>
              <a:rPr lang="pt-BR" altLang="pt-BR">
                <a:solidFill>
                  <a:schemeClr val="bg1"/>
                </a:solidFill>
              </a:rPr>
              <a:t>Nem me abandonará,</a:t>
            </a:r>
            <a:br>
              <a:rPr lang="pt-BR" altLang="pt-BR">
                <a:solidFill>
                  <a:schemeClr val="bg1"/>
                </a:solidFill>
              </a:rPr>
            </a:br>
            <a:r>
              <a:rPr lang="pt-BR" altLang="pt-BR">
                <a:solidFill>
                  <a:schemeClr val="bg1"/>
                </a:solidFill>
              </a:rPr>
              <a:t>Se fiel e obediente eu viver</a:t>
            </a:r>
            <a:br>
              <a:rPr lang="pt-BR" altLang="pt-BR">
                <a:solidFill>
                  <a:schemeClr val="bg1"/>
                </a:solidFill>
              </a:rPr>
            </a:br>
            <a:r>
              <a:rPr lang="pt-BR" altLang="pt-BR">
                <a:solidFill>
                  <a:schemeClr val="bg1"/>
                </a:solidFill>
              </a:rPr>
              <a:t>Um muro é de fogo,</a:t>
            </a:r>
            <a:br>
              <a:rPr lang="pt-BR" altLang="pt-BR">
                <a:solidFill>
                  <a:schemeClr val="bg1"/>
                </a:solidFill>
              </a:rPr>
            </a:br>
            <a:r>
              <a:rPr lang="pt-BR" altLang="pt-BR">
                <a:solidFill>
                  <a:schemeClr val="bg1"/>
                </a:solidFill>
              </a:rPr>
              <a:t>Que me protegerá</a:t>
            </a:r>
            <a:br>
              <a:rPr lang="pt-BR" altLang="pt-BR">
                <a:solidFill>
                  <a:schemeClr val="bg1"/>
                </a:solidFill>
              </a:rPr>
            </a:br>
            <a:r>
              <a:rPr lang="pt-BR" altLang="pt-BR">
                <a:solidFill>
                  <a:schemeClr val="bg1"/>
                </a:solidFill>
              </a:rPr>
              <a:t>Te que venha a mim </a:t>
            </a:r>
            <a:br>
              <a:rPr lang="pt-BR" altLang="pt-BR">
                <a:solidFill>
                  <a:schemeClr val="bg1"/>
                </a:solidFill>
              </a:rPr>
            </a:br>
            <a:r>
              <a:rPr lang="pt-BR" altLang="pt-BR">
                <a:solidFill>
                  <a:schemeClr val="bg1"/>
                </a:solidFill>
              </a:rPr>
              <a:t>O tempo de morrer</a:t>
            </a:r>
            <a:endParaRPr lang="en-US" altLang="pt-BR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8" name="Rectangle 4">
            <a:extLst>
              <a:ext uri="{FF2B5EF4-FFF2-40B4-BE49-F238E27FC236}">
                <a16:creationId xmlns:a16="http://schemas.microsoft.com/office/drawing/2014/main" id="{235ACAB8-0F39-41C1-F325-4A5B3DCB835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81000"/>
            <a:ext cx="9144000" cy="4648200"/>
          </a:xfrm>
        </p:spPr>
        <p:txBody>
          <a:bodyPr/>
          <a:lstStyle/>
          <a:p>
            <a:r>
              <a:rPr lang="pt-BR" altLang="pt-BR">
                <a:solidFill>
                  <a:schemeClr val="bg1"/>
                </a:solidFill>
              </a:rPr>
              <a:t>Ao céu então voando</a:t>
            </a:r>
            <a:br>
              <a:rPr lang="pt-BR" altLang="pt-BR">
                <a:solidFill>
                  <a:schemeClr val="bg1"/>
                </a:solidFill>
              </a:rPr>
            </a:br>
            <a:r>
              <a:rPr lang="pt-BR" altLang="pt-BR">
                <a:solidFill>
                  <a:schemeClr val="bg1"/>
                </a:solidFill>
              </a:rPr>
              <a:t>Sua glória eu verei</a:t>
            </a:r>
            <a:br>
              <a:rPr lang="pt-BR" altLang="pt-BR">
                <a:solidFill>
                  <a:schemeClr val="bg1"/>
                </a:solidFill>
              </a:rPr>
            </a:br>
            <a:r>
              <a:rPr lang="pt-BR" altLang="pt-BR">
                <a:solidFill>
                  <a:schemeClr val="bg1"/>
                </a:solidFill>
              </a:rPr>
              <a:t>Onde a dor e a morte nunca vêm.</a:t>
            </a:r>
            <a:endParaRPr lang="en-US" altLang="pt-BR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7" name="Rectangle 5">
            <a:extLst>
              <a:ext uri="{FF2B5EF4-FFF2-40B4-BE49-F238E27FC236}">
                <a16:creationId xmlns:a16="http://schemas.microsoft.com/office/drawing/2014/main" id="{8C6CED4D-CA48-2399-A31B-24F46ADFCC8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5943600"/>
          </a:xfrm>
          <a:noFill/>
          <a:ln/>
        </p:spPr>
        <p:txBody>
          <a:bodyPr/>
          <a:lstStyle/>
          <a:p>
            <a:r>
              <a:rPr lang="pt-BR" altLang="pt-BR" sz="4000">
                <a:solidFill>
                  <a:schemeClr val="bg1"/>
                </a:solidFill>
              </a:rPr>
              <a:t>Dos vales é o Lírio</a:t>
            </a:r>
            <a:br>
              <a:rPr lang="pt-BR" altLang="pt-BR" sz="4000">
                <a:solidFill>
                  <a:schemeClr val="bg1"/>
                </a:solidFill>
              </a:rPr>
            </a:br>
            <a:r>
              <a:rPr lang="pt-BR" altLang="pt-BR" sz="4000">
                <a:solidFill>
                  <a:schemeClr val="bg1"/>
                </a:solidFill>
              </a:rPr>
              <a:t>A Estrela da manhã</a:t>
            </a:r>
            <a:br>
              <a:rPr lang="pt-BR" altLang="pt-BR" sz="4000">
                <a:solidFill>
                  <a:schemeClr val="bg1"/>
                </a:solidFill>
              </a:rPr>
            </a:br>
            <a:r>
              <a:rPr lang="pt-BR" altLang="pt-BR" sz="4000">
                <a:solidFill>
                  <a:schemeClr val="bg1"/>
                </a:solidFill>
              </a:rPr>
              <a:t>O Escolhido dos milhares para mim</a:t>
            </a:r>
            <a:br>
              <a:rPr lang="pt-BR" altLang="pt-BR" sz="4000">
                <a:solidFill>
                  <a:schemeClr val="bg1"/>
                </a:solidFill>
              </a:rPr>
            </a:br>
            <a:r>
              <a:rPr lang="pt-BR" altLang="pt-BR" sz="4000">
                <a:solidFill>
                  <a:schemeClr val="bg1"/>
                </a:solidFill>
              </a:rPr>
              <a:t>Consolador amado, </a:t>
            </a:r>
            <a:br>
              <a:rPr lang="pt-BR" altLang="pt-BR" sz="4000">
                <a:solidFill>
                  <a:schemeClr val="bg1"/>
                </a:solidFill>
              </a:rPr>
            </a:br>
            <a:r>
              <a:rPr lang="pt-BR" altLang="pt-BR" sz="4000">
                <a:solidFill>
                  <a:schemeClr val="bg1"/>
                </a:solidFill>
              </a:rPr>
              <a:t>Meu protetor do mal,</a:t>
            </a:r>
            <a:br>
              <a:rPr lang="pt-BR" altLang="pt-BR" sz="4000">
                <a:solidFill>
                  <a:schemeClr val="bg1"/>
                </a:solidFill>
              </a:rPr>
            </a:br>
            <a:r>
              <a:rPr lang="pt-BR" altLang="pt-BR" sz="4000">
                <a:solidFill>
                  <a:schemeClr val="bg1"/>
                </a:solidFill>
              </a:rPr>
              <a:t>Solicitude minha toma a Si.</a:t>
            </a:r>
            <a:br>
              <a:rPr lang="pt-BR" altLang="pt-BR" sz="4000">
                <a:solidFill>
                  <a:schemeClr val="bg1"/>
                </a:solidFill>
              </a:rPr>
            </a:br>
            <a:r>
              <a:rPr lang="pt-BR" altLang="pt-BR" sz="4000">
                <a:solidFill>
                  <a:schemeClr val="bg1"/>
                </a:solidFill>
              </a:rPr>
              <a:t>Dos vales é o Lírio</a:t>
            </a:r>
            <a:br>
              <a:rPr lang="pt-BR" altLang="pt-BR" sz="4000">
                <a:solidFill>
                  <a:schemeClr val="bg1"/>
                </a:solidFill>
              </a:rPr>
            </a:br>
            <a:r>
              <a:rPr lang="pt-BR" altLang="pt-BR" sz="4000">
                <a:solidFill>
                  <a:schemeClr val="bg1"/>
                </a:solidFill>
              </a:rPr>
              <a:t>A Estrela da manhã</a:t>
            </a:r>
            <a:br>
              <a:rPr lang="pt-BR" altLang="pt-BR" sz="4000">
                <a:solidFill>
                  <a:schemeClr val="bg1"/>
                </a:solidFill>
              </a:rPr>
            </a:br>
            <a:r>
              <a:rPr lang="pt-BR" altLang="pt-BR" sz="4000">
                <a:solidFill>
                  <a:schemeClr val="bg1"/>
                </a:solidFill>
              </a:rPr>
              <a:t>O Escolhido dos milhares para mim. </a:t>
            </a:r>
            <a:endParaRPr lang="en-US" altLang="pt-BR" sz="400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326</Words>
  <Application>Microsoft Office PowerPoint</Application>
  <PresentationFormat>Apresentação na tela (4:3)</PresentationFormat>
  <Paragraphs>10</Paragraphs>
  <Slides>10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2" baseType="lpstr">
      <vt:lpstr>Arial</vt:lpstr>
      <vt:lpstr>Design padrão</vt:lpstr>
      <vt:lpstr>198 Jesus, O Bom Amigo</vt:lpstr>
      <vt:lpstr>Achei um bom amigo Jesus o Salvador O Escolhido dos milhares para mim Dos vales é o lírio é o forte Mediador Que me purifica e guarda para Si</vt:lpstr>
      <vt:lpstr>Consolador amado,  Meu protetor do mal Solicitude minha toma a Si</vt:lpstr>
      <vt:lpstr>Dos vales é o Lírio A Estrela da manhã O Escolhido dos milhares para mim Consolador amado,  Meu protetor do mal, Solicitude minha toma a Si. Dos vales é o Lírio A Estrela da manhã O Escolhido dos milhares para mim. </vt:lpstr>
      <vt:lpstr>Levou-me as dores todas, As mágoas lhe entreguei Minha fortaleza é, na tentação Deixei, por Ele tudo;  Os ídolos queimei; Ele me conserva santo o coração.</vt:lpstr>
      <vt:lpstr>Que o mundo me abandone; Persiga o tentador Jesus me guarda até da vida o fim</vt:lpstr>
      <vt:lpstr>Dos vales é o Lírio A Estrela da manhã O Escolhido dos milhares para mim Consolador amado,  Meu protetor do mal, Solicitude minha toma a Si. Dos vales é o Lírio A Estrela da manhã O Escolhido dos milhares para mim. </vt:lpstr>
      <vt:lpstr>Não desampara nunca, Nem me abandonará, Se fiel e obediente eu viver Um muro é de fogo, Que me protegerá Te que venha a mim  O tempo de morrer</vt:lpstr>
      <vt:lpstr>Ao céu então voando Sua glória eu verei Onde a dor e a morte nunca vêm.</vt:lpstr>
      <vt:lpstr>Dos vales é o Lírio A Estrela da manhã O Escolhido dos milhares para mim Consolador amado,  Meu protetor do mal, Solicitude minha toma a Si. Dos vales é o Lírio A Estrela da manhã O Escolhido dos milhares para mim. 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198 Jesus, O Bom Amigo</dc:title>
  <dc:creator>Junior</dc:creator>
  <cp:lastModifiedBy>Emerson Souza</cp:lastModifiedBy>
  <cp:revision>4</cp:revision>
  <dcterms:created xsi:type="dcterms:W3CDTF">2005-08-07T22:01:23Z</dcterms:created>
  <dcterms:modified xsi:type="dcterms:W3CDTF">2026-05-02T21:53:22Z</dcterms:modified>
</cp:coreProperties>
</file>