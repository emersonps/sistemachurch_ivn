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3436B-2479-47B9-FC09-CD1A42B7B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A690E4-D96B-B134-44D6-4BC6E702D8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70F9CE-77B4-B791-4742-70F7CA53D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FB3F3C-E30A-CF05-9233-34542445B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1F6BF4-2537-2827-D385-D3603C2D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E3500D-EEF3-422D-8927-3CE993B025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81126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F85D8-AA4B-1D6C-7A08-4EA1CA950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746EC1-F39B-0D65-4273-FCF3D7876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31578E-1E05-558F-A202-E566FCE0E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28EFCC-7621-4B2E-C7B7-A7A32ED0F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BAC237-ADAB-80B0-D123-C4DCDF7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960511-E076-41F4-ACC2-1138976ADC5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0667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EDACB3-6881-D6DC-C425-92D903C03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5921A5-86AE-98A6-8DA6-01A51DF2E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90DEE8-1F81-46C3-30AA-22D6FAFC6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427BD7-C04A-8A16-D9B5-7263DB17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B6ACC5-6B5A-1B03-2B2E-3FDDCE398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6FCD27-09F7-4E07-912C-47DCFAFE77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7985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52BEDD-BEA0-E0CC-46EC-527573B53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79FB67-1BAD-FACD-CD46-BC9B80EC9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109FF5-2020-D90D-EA3E-708DAE437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4FCCC8-4A0F-186D-F68B-F5E006ACB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6B8A33-190D-3EBC-4322-6A61409C9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C9104E-FDDD-D68B-1EBD-C160D8035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D38F7D-4BA4-4361-BD17-10E86AF1C6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6314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83016B-2029-6D5F-AB4F-0E10E18F1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FDB32F-267F-8C61-25E7-77C45B584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C01797F-C8AB-C512-7B9E-4C3C6717B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AB05AB-CE45-0977-9D59-85011B5EF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8CA40F8-2363-F3EE-C218-8C24ACE4FF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D18AC0E-3CB8-F96A-DF3C-B9A8BC141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F7B24AC-CED4-C8FB-7832-E11BA4A68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0A9C43B-BA0F-80CB-2601-657E9C20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256695-1F3E-49A3-9D47-17B9651067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6068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78767-547F-430A-A53E-5200DAD3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625C51A-1F2D-D7C2-6F17-2F99F8DD3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F9AE54-FB36-903D-264E-DA668FED8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958F52-1D60-A03F-A0D1-16B7BF54E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07A5A-A487-4DCC-A4BB-A8019945C6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87229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49F8185-51CA-E3EB-9692-D344AB726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A691EA9-7794-8649-9CD0-7876603B6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BD4809-AB80-7E40-E0FA-54A656FB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4C0D28-C19A-4CD8-BD22-8FD1975BEC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468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AB16B-C6F2-F85A-14C4-16BCA2F91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394FC1-684D-CCA8-81B3-4027C0C03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7E35780-473A-0803-960B-F30FCA761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A4A672-82FB-6E23-02F4-CD2D15422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334C2E-427D-DB1D-836C-7BB080F5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29787-8707-88FF-C07E-92B1D8F0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8D9E38-80FD-48D0-97F5-0F419938BD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9526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79150-30BB-D5DD-9543-2C9B71B89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616D180-570A-AD22-C934-7B139C36F9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67639E-A9EE-D2A9-5568-FC4D53C78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E016F1-1458-F3B9-F55E-6B5BE0339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0BBA4D-522C-D93A-9D41-02BECB413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99F77E-795A-42C7-B425-FAB0BC40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6C357-A3C2-4539-8966-38F3E03E7D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373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FDCE9-9739-F760-8E82-EA37CDA8A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84FE956-50B0-1AE8-CBAF-A753BDCFE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AB2AED-D0C6-5F46-AF94-94F48C0B2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81A0D3-CC69-1CBB-8BF5-2D7F3B54E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55ABFC-EE5A-90FC-E4E5-C4266867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4F6650-326C-450B-93EC-05E0E5475B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67734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879310-06F0-89C4-6977-5B25A9951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107DF5-DD84-3703-1F24-E6E9F976B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D81BE1-7F42-EA61-42A8-95E10D1F6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98C49-9E0E-8595-4531-B1C6FB606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4F35CA-0F7E-B9B1-3B59-5CA971EAA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894D8A-0365-45DC-AB3E-DFFE794B49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2808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EC32940-481D-C22A-B05F-D88B743DE4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E2D9CBB-8FC4-BCB5-0474-3CFFD7184C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D9C09AC-BC00-5253-26CB-4726F79855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378E6BB-1AEC-C9CF-C880-3CCE4DC921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6B9B896-C6B7-F4BB-ED78-C9FB53633CF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62B7434-CF8B-436F-BA50-FF1B81BD983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EE87862-8435-199D-FA70-6C0799A67B9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614 – Terra Feliz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7E2C67E-370D-2915-C6C2-1E17DFA674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6771E3C-A795-F44E-71D4-7FE8638E0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Eu avisto uma terra feliz,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Onde irei para sempre morar: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Há mansões nesse lindo país, </a:t>
            </a:r>
            <a:br>
              <a:rPr lang="en-US" altLang="pt-BR" sz="4000" i="1"/>
            </a:br>
            <a:r>
              <a:rPr lang="en-US" altLang="pt-BR" sz="4000" i="1"/>
              <a:t>Que Jesus foi pra mim preparar.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B8D9640-3B4E-4363-9632-11C692D11D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Vou morar! vou morar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Nessa terra celeste porvir!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Vou morar! vou morar!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Nessa terra celeste porvir!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75B0A25-B710-ED43-F855-A248F5B967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Cantarei nesse lindo país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Belos hinos ao meu Salvador.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ali viverei bem feliz,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Sem angústias, tristezas, nem dor.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7E26757-5D9E-71D5-AA47-524B96D4AC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Vou cantar! vou cantar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Nessa terra celeste porvir!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Vou cantar! vou cantar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Nessa terra celeste porvir!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C435423-14DA-CC9F-8E0D-BF8B30140A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Deixarei este mundo, afinal,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ir a Jesus adorar.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Nessa linda cidade real,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venturas sem fim vou estar.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6865784-437B-C77D-26D8-68662A5E7A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Vou estar! vou estar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Nessa terra celeste porvir!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Vou estar! vou estar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Nessa terra celeste porvir!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614 – Terra Feliz </vt:lpstr>
      <vt:lpstr>Eu avisto uma terra feliz,  Onde irei para sempre morar:  Há mansões nesse lindo país,  Que Jesus foi pra mim preparar.  </vt:lpstr>
      <vt:lpstr>Vou morar! vou morar  Nessa terra celeste porvir!  Vou morar! vou morar!  Nessa terra celeste porvir!  </vt:lpstr>
      <vt:lpstr>Cantarei nesse lindo país  Belos hinos ao meu Salvador.  Pois ali viverei bem feliz,  Sem angústias, tristezas, nem dor.  </vt:lpstr>
      <vt:lpstr>Vou cantar! vou cantar  Nessa terra celeste porvir!  Vou cantar! vou cantar  Nessa terra celeste porvir!  </vt:lpstr>
      <vt:lpstr>Deixarei este mundo, afinal,  Para ir a Jesus adorar.  Nessa linda cidade real,  Em venturas sem fim vou estar.  </vt:lpstr>
      <vt:lpstr>Vou estar! vou estar  Nessa terra celeste porvir!  Vou estar! vou estar  Nessa terra celeste porvir!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614 – Terra Feliz </dc:title>
  <dc:creator>Junior</dc:creator>
  <cp:lastModifiedBy>Emerson Souza</cp:lastModifiedBy>
  <cp:revision>1</cp:revision>
  <dcterms:created xsi:type="dcterms:W3CDTF">2005-12-27T17:47:51Z</dcterms:created>
  <dcterms:modified xsi:type="dcterms:W3CDTF">2026-05-02T22:28:41Z</dcterms:modified>
</cp:coreProperties>
</file>