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2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DB10D-5928-7E90-CEFD-E76867F2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97CA18-2975-C117-5D4D-181003FB1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94630D-5F8F-C9C7-B8FF-3083309F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8F100-7FEF-F8ED-8D6A-C71A6DB7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132C35-B28C-1EFF-671C-62910F23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595DED-A10B-4A72-ACBB-D0114B485E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754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4BEFC-AB75-E9FA-4CF7-1EE7A62A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3143FD-567B-0CE3-396E-351955242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70E5DE-2F10-337C-0EAB-335AC1CA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0F6BD8-7ADB-198E-1C15-FB38A334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8A0872-7C73-2380-106A-EB8DA198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67C3CD-9EB6-460A-BC98-6D9B154A3C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153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9FE29-AA47-2506-612D-E51AA1F6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EC3C70-CBD8-C54C-B0D2-5BC5C05A2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3D2608-C66C-8D92-4A7C-883779C9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EFDE8D-F9E3-962D-0AA1-1120262F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F68DF0-D897-439E-3106-6D516381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C5FDB-4355-4424-9CBB-160BFA3CDB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415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00AEF-1B9B-DBF7-7861-D2FE0BFE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DDE6C4-7340-84C5-1EE1-4065211FF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8CBAC3-FB1E-9105-CD02-ACDB0775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9E0D11-6FC6-456D-D2EC-D350014B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8AD51D-2F48-5C96-9FC4-3E121C27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058331-AA45-92DA-D14A-8F3EDCC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4E316-BBBD-42BE-B13C-47731DF8D7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144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5FB8B-13AB-B32A-E5C5-7504C4B4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C0D9D4-5D61-754A-9FCA-B18D80665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90AAD-C32E-D60D-AAD6-0CA0333AA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37DE42-0BFD-8959-1D63-36B8FE706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142A07-7938-EA48-EA0E-6E642A23E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088F33-60B5-4D50-6113-BAE0F30D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5BF1F1-7650-BCDA-08B0-5C9169A6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74794E-F694-F000-7BDE-4A70A6E1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3371C-8868-4286-A8D4-68CDD91B7E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802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B957E-4EF3-F3D4-6C0F-7731B39F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C29480-3C87-1355-9495-9082FC6F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0E7224-D21A-A4E9-456C-618AC8A6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4536CE-448A-1605-1113-0404F43F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96FC8-B226-4065-AA45-A56E886E03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810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CBF4B1-88EA-E21A-C660-59354FA9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4A8443-1AB6-AAD9-C468-E95FB927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1CF6EF-8CB9-C625-14DA-91914490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8E476-D1A9-4A71-BDFC-5E27238DFD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777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544A4-A98A-F0BC-D11A-D3D245FE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D39E84-76B3-B0CC-52B6-0EC2872F3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7AF311-BC61-DFD7-825C-5FFC401A9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39BA9F-C3F4-6EF3-B36A-AFDBE10E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59156C-1CB4-1A2A-7929-5BAFD9AD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424C0C-E4E5-310D-6876-18E4E4E8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3C222-B144-4311-9B09-BADDC6875D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730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38520-C4BB-E9E5-518C-B36098F8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3C07A9-6659-FC87-7470-F07EE655B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5CEA5E-4538-5288-3B78-8E2FBC65D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5EA903-410F-4280-D2F4-22026746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0C84ED-B42B-BD49-7901-5FA81CC0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D1128C-DBC8-0F57-9D0C-4FAEA4E4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FEAF5F-3D18-485E-8EEF-D2B04FE0CF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538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D0578-6B55-0017-1763-EA5E00E8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157272-4843-3E65-8F28-228A61B22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A3298D-94F8-5FE9-01B5-CB5DAEFD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1B9AB-B78B-46D9-F3ED-24CFA9FD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80DEBD-FD92-C48E-7780-478780D9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29F1D0-74D3-49E4-B231-586F40165D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28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593542-5EFC-83E3-4CF0-525E465DA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42D633-FD01-AB1B-93BF-851C2FE8F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615BD-5403-61F7-C056-8A4CF303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366B9-D8D0-6CAD-AC03-6DA7E5D1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1E45CC-C0C0-0471-D9E0-C1101707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7136A6-E2E0-43FE-B6D5-694512114A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768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3FBC69-A7E7-E98A-D0A0-2550B7EE9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CC414C-1721-4EC1-7AAD-49C3DC635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0710C0-7F5C-DFD6-77C2-5530DD331A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97684C-FE1F-E1ED-CF4D-B988D331BD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A0E6D9-9820-446A-525C-289135F26A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AC856C3-81E7-42CD-93FA-37F15D711F8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0BB65E6-B669-7512-4A47-CE15F4C4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14313"/>
            <a:ext cx="9753600" cy="731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81B68D8A-0DF9-0DDC-ABB8-04A39E68DE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800" b="1">
                <a:solidFill>
                  <a:schemeClr val="bg1"/>
                </a:solidFill>
              </a:rPr>
              <a:t>171</a:t>
            </a:r>
            <a:br>
              <a:rPr lang="en-US" altLang="pt-BR" sz="4800" b="1">
                <a:solidFill>
                  <a:schemeClr val="bg1"/>
                </a:solidFill>
              </a:rPr>
            </a:br>
            <a:r>
              <a:rPr lang="en-US" altLang="pt-BR" sz="4800" b="1">
                <a:solidFill>
                  <a:schemeClr val="bg1"/>
                </a:solidFill>
              </a:rPr>
              <a:t>UM PECADOR REMIDO</a:t>
            </a:r>
            <a:br>
              <a:rPr lang="en-US" altLang="pt-BR" sz="4800" b="1">
                <a:solidFill>
                  <a:schemeClr val="bg1"/>
                </a:solidFill>
              </a:rPr>
            </a:br>
            <a:endParaRPr lang="en-US" altLang="pt-BR"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6A5551CF-F73A-47A7-4F45-24B65B689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92C8FA71-91BC-A7E6-A495-28F78DF29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Era um pecador, andava sem Jesus,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Não tinha esperança, nem divina luz;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Hoje sou remido, Cristo me salvou,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Co'o Seu sangue me lavou!</a:t>
            </a:r>
            <a:br>
              <a:rPr lang="en-US" altLang="pt-BR" sz="3600">
                <a:solidFill>
                  <a:schemeClr val="bg1"/>
                </a:solidFill>
              </a:rPr>
            </a:b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C1E034AF-D157-3A59-5E2B-D4F93D3A6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FD4A2E70-5600-5A60-DEF5-78A0D0E86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Que amor me concedeu Jesus, Gozo santo e celeste luz;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Cristo, breve, do céu descerá,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E consigo, então, me levará.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ACCAE830-AAC9-927D-4C76-36550990F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FC3C7F1D-7FCF-B822-9BED-B3FA415BB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O Consolador já veio em mim morar,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A Palavra santa veio iluminar;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Quero ser guiado por tão clara luz,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Que a Cristo me conduz.</a:t>
            </a:r>
            <a:br>
              <a:rPr lang="en-US" altLang="pt-BR" sz="3600">
                <a:solidFill>
                  <a:schemeClr val="bg1"/>
                </a:solidFill>
              </a:rPr>
            </a:br>
            <a:endParaRPr lang="en-US" alt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0EBE4743-6C6A-B8E2-A38E-29576ACCA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:a16="http://schemas.microsoft.com/office/drawing/2014/main" id="{66E06C58-C224-5B65-CDF0-F1B1C2125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Que amor me concedeu Jesus, Gozo santo e celeste luz;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Cristo, breve, do céu descerá,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E consigo, então, me levará.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C3AA6EFD-E874-D8FD-7626-2612317BE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8314A31D-A23B-285D-E08C-8AF0F071E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Vem, Jesus amado, vem sem demorar,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Eu estou ansioso p'ra no céu entrar;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Vem sem mais tardança, faz raiar a luz, 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"Ora vem, Senhor Jesus"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BDD07BF4-311D-AC16-D99F-3E8805328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CBEAD5D8-1A3C-47CF-15B8-6DFC4981F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Que amor me concedeu Jesus, Gozo santo e celeste luz;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Cristo, breve, do céu descerá,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E consigo, então, me levará.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B2C371DE-ECFE-01DA-4E01-6DFBF5FE0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DBDE4D47-7501-2C3C-6584-0912E7EC6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07112"/>
          </a:xfrm>
        </p:spPr>
        <p:txBody>
          <a:bodyPr/>
          <a:lstStyle/>
          <a:p>
            <a:r>
              <a:rPr lang="en-US" altLang="pt-BR" sz="3600">
                <a:solidFill>
                  <a:schemeClr val="bg1"/>
                </a:solidFill>
              </a:rPr>
              <a:t>Queres, pecador, gozar a salvação?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Vem a Cristo, hoje, receber perdão,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Cristo te aceita, pobre pecador,</a:t>
            </a:r>
            <a:br>
              <a:rPr lang="en-US" altLang="pt-BR" sz="3600">
                <a:solidFill>
                  <a:schemeClr val="bg1"/>
                </a:solidFill>
              </a:rPr>
            </a:br>
            <a:r>
              <a:rPr lang="en-US" altLang="pt-BR" sz="3600">
                <a:solidFill>
                  <a:schemeClr val="bg1"/>
                </a:solidFill>
              </a:rPr>
              <a:t>Nos Seus braços de amor!</a:t>
            </a:r>
            <a:r>
              <a:rPr lang="en-US" altLang="pt-BR" sz="1400">
                <a:solidFill>
                  <a:schemeClr val="bg1"/>
                </a:solidFill>
              </a:rPr>
              <a:t>	</a:t>
            </a:r>
            <a:br>
              <a:rPr lang="en-US" altLang="pt-BR" sz="14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                         </a:t>
            </a:r>
            <a:r>
              <a:rPr lang="en-US" altLang="pt-BR" sz="1400">
                <a:solidFill>
                  <a:schemeClr val="bg1"/>
                </a:solidFill>
              </a:rPr>
              <a:t>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5BA1143-18AC-1EED-E70E-20015830A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C160356F-2B4D-E76F-DA15-9D4D9A790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Que amor me concedeu Jesus, Gozo santo e celeste luz;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Cristo, breve, do céu descerá,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E consigo, então, me levará.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171 UM PECADOR REMIDO </vt:lpstr>
      <vt:lpstr>Era um pecador, andava sem Jesus,  Não tinha esperança, nem divina luz;  Hoje sou remido, Cristo me salvou,  Co'o Seu sangue me lavou! </vt:lpstr>
      <vt:lpstr>Que amor me concedeu Jesus, Gozo santo e celeste luz; Cristo, breve, do céu descerá,  E consigo, então, me levará. </vt:lpstr>
      <vt:lpstr>O Consolador já veio em mim morar,  A Palavra santa veio iluminar; Quero ser guiado por tão clara luz,  Que a Cristo me conduz. </vt:lpstr>
      <vt:lpstr>Que amor me concedeu Jesus, Gozo santo e celeste luz; Cristo, breve, do céu descerá,  E consigo, então, me levará. </vt:lpstr>
      <vt:lpstr>Vem, Jesus amado, vem sem demorar,  Eu estou ansioso p'ra no céu entrar;  Vem sem mais tardança, faz raiar a luz,  "Ora vem, Senhor Jesus" </vt:lpstr>
      <vt:lpstr>Que amor me concedeu Jesus, Gozo santo e celeste luz; Cristo, breve, do céu descerá,  E consigo, então, me levará. </vt:lpstr>
      <vt:lpstr>Queres, pecador, gozar a salvação? Vem a Cristo, hoje, receber perdão, Cristo te aceita, pobre pecador, Nos Seus braços de amor!                                                                                                                               P.L.M.</vt:lpstr>
      <vt:lpstr>Que amor me concedeu Jesus, Gozo santo e celeste luz; Cristo, breve, do céu descerá,  E consigo, então, me levará.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171 - UM PECADOR REMIDO </dc:title>
  <dc:creator>Montagna</dc:creator>
  <cp:lastModifiedBy>Emerson Souza</cp:lastModifiedBy>
  <cp:revision>4</cp:revision>
  <dcterms:created xsi:type="dcterms:W3CDTF">2005-10-16T04:44:02Z</dcterms:created>
  <dcterms:modified xsi:type="dcterms:W3CDTF">2026-05-02T21:51:07Z</dcterms:modified>
</cp:coreProperties>
</file>