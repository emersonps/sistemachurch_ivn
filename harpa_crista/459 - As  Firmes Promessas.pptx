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90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580FB-C29E-AB5A-D1A6-61D52A545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C54747-3194-6659-F4A6-90DA3213B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F4AF91-D964-4AF9-F648-92A57031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932CFA-9254-0279-43DE-83CA01A1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307DE7-9B1A-DFBC-9EA7-7C6443C0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1AB65A-29A2-4309-9DE5-15380E5EB4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583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50D99-81B4-D448-087B-67A63A46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87EE03-522F-3AB7-AB2F-B0A4CD3A3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A69448-37C8-D08B-6192-1B3AC169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87758B-63F3-B7E8-5C57-DC1C44B1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39CCFE-76CA-0D34-427D-D2894D63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A890-B2F1-4651-A8BD-B15045A5F7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007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149C1-6989-1B6E-3248-09C4CFF1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D57875-C322-7F23-0B7B-539CD1E6E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64AE6C-6F7C-DCDF-B2EE-7281C998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3D9198-8376-CDCC-1F7D-98E579F7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55BD74-39BA-5B57-75FB-FF89EFA4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C5C637-6B45-421B-B108-2C399CD920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37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9E407-257A-70FF-8772-C88B48E0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704529-03B4-FFD7-25E1-EB815A3B6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65DD34-10F2-EF9A-F919-9561D4175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723462-90C2-6558-B95E-BEE042F2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73EF7D-2D49-ADC2-91C9-3C681345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38725A-D36A-9530-869E-B6BC192E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05BDA6-4E53-4882-9480-8901338622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127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C3A5F-B721-E10D-9DA0-9223652C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ACAE20-28F3-F70E-D928-9C7650B2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F42E2D-CD89-8226-8C2F-1164BECD7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02DC1C-4F1F-EA24-6F4C-C7ED31ADD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9F66BE-635F-347D-1019-E6B01E719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30C678-B862-55B2-C066-D9F3D53A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797C28-E02E-F88C-7A70-B061CC64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9FD6C2B-F7DE-C760-C032-71B1959D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1F0EE-DF9D-4D10-B20B-9E01ED7042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019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739CB-6450-E415-6959-0E902DDF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9764F3-2335-9B00-D8F3-B6AC69EC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37FF94-632A-9D0C-4F59-3DB61BE7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32FF23-E9E2-1635-97DF-4F27B1F8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31F634-1F59-4E7E-8002-71A67ADA79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970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71378FC-E942-7A68-5A78-490FAD7D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8B868F-7EEC-A65E-91FC-A0B9E399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222B8D-4B9D-9FED-030B-56FF0181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80AFA6-9313-4641-A10F-05390BD999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057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9CB04-8E9C-9AC3-90B2-874E2559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44320E-5DB7-B3D5-8C9E-A55491069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9CBADE-B22C-732B-81FF-DF8E979E1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4EDC6F-91ED-CCFB-F915-88407EB2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AD7B09-BEF3-98B3-DD01-D8664B1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D21648-54E8-E7AB-3B83-F9B7371B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687F4-7D19-4E79-98C4-0095AAD776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876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9BE15-912B-823D-1CED-72671421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8FB2D3-F6A5-4196-EE44-8AD261A2B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AB7F08-C9AB-82AE-F40B-C6AF1914D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D42D45-0ACD-11C1-2C9B-36549FD8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FB9683-90CD-5F0E-2607-2156E529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632E96-1097-5A4B-948F-98072D2D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D62439-F9F6-4918-A989-215ABA3C04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363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1761F-8948-0811-EECB-402803D0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6A99C6-96BA-BBF8-51EB-D88DE28B6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7296DD-15CB-289D-C067-26A49420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4E9FDA-E65E-E215-528F-479B9820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B116FC-877F-751E-5C17-4C03C62F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74CFEC-2783-4198-A1A1-909052BBF2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873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0ED94E-52BA-314D-4C64-CEB1F7597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D5AE84-EB98-ED96-5D26-A5FABD7C8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44B3AD-6397-0936-4025-B7AAC592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B182E6-B520-FE98-878B-97397E5F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D6F2E0-232A-F5EA-3BB2-E76F8C49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31B26-EB64-4C5D-8927-F665626707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677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B690097-2254-45E6-BF8A-3570790D5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158BA9-F7FC-8648-33C2-61E63B696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0E0F227-198B-ABFC-98E2-DCE152AB48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F6D06E8-29FA-F600-4E1A-9314E868A0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6215FC1-5C96-FC73-97C0-47DBCD553C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5AB680-B01E-4FA7-8D86-56FA6CD058E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6C514B2-B746-8E56-7521-2E0BCE9407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459</a:t>
            </a:r>
            <a:br>
              <a:rPr lang="pt-BR" altLang="pt-BR" sz="4400" b="1"/>
            </a:br>
            <a:r>
              <a:rPr lang="pt-BR" altLang="pt-BR" sz="4400" b="1"/>
              <a:t>AS FIRMES PROMESSAS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732978C-6850-5E95-3F0F-0BD5C1F46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De Deus mui firmes são as promessas </a:t>
            </a:r>
            <a:br>
              <a:rPr lang="pt-BR" altLang="pt-BR" sz="3600"/>
            </a:br>
            <a:r>
              <a:rPr lang="pt-BR" altLang="pt-BR" sz="3600"/>
              <a:t>Mais firmes que as montanhas são. </a:t>
            </a:r>
            <a:br>
              <a:rPr lang="pt-BR" altLang="pt-BR" sz="3600"/>
            </a:br>
            <a:r>
              <a:rPr lang="pt-BR" altLang="pt-BR" sz="3600"/>
              <a:t>Quando o socorro terrestre cessa, </a:t>
            </a:r>
            <a:br>
              <a:rPr lang="pt-BR" altLang="pt-BR" sz="3600"/>
            </a:br>
            <a:r>
              <a:rPr lang="pt-BR" altLang="pt-BR" sz="3600"/>
              <a:t>Os de Deus não falharão!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3444795-7206-DF30-4FDF-6ABF3AE7E3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 b="1" i="1"/>
              <a:t>De Deus mui firmes são as promessas, </a:t>
            </a:r>
            <a:br>
              <a:rPr lang="pt-BR" altLang="pt-BR" sz="3600" b="1" i="1"/>
            </a:br>
            <a:r>
              <a:rPr lang="pt-BR" altLang="pt-BR" sz="3600" b="1" i="1"/>
              <a:t>Falhando tudo, não falharão;</a:t>
            </a:r>
            <a:br>
              <a:rPr lang="pt-BR" altLang="pt-BR" sz="3600" b="1" i="1"/>
            </a:br>
            <a:r>
              <a:rPr lang="pt-BR" altLang="pt-BR" sz="3600" b="1" i="1"/>
              <a:t>Se das estrelas o brilho cessa,</a:t>
            </a:r>
            <a:br>
              <a:rPr lang="pt-BR" altLang="pt-BR" sz="3600" b="1" i="1"/>
            </a:br>
            <a:r>
              <a:rPr lang="pt-BR" altLang="pt-BR" sz="3600" b="1" i="1"/>
              <a:t>Mas as promessas brilharão!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8787A34-A8E6-8D82-B69B-75F22C178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Se a fé te falta, nos teus apertos,</a:t>
            </a:r>
            <a:br>
              <a:rPr lang="pt-BR" altLang="pt-BR" sz="3600"/>
            </a:br>
            <a:r>
              <a:rPr lang="pt-BR" altLang="pt-BR" sz="3600"/>
              <a:t>Nas Suas promessas descansa em paz. </a:t>
            </a:r>
            <a:br>
              <a:rPr lang="pt-BR" altLang="pt-BR" sz="3600"/>
            </a:br>
            <a:r>
              <a:rPr lang="pt-BR" altLang="pt-BR" sz="3600"/>
              <a:t>Quando és tentado, estou bem certo </a:t>
            </a:r>
            <a:br>
              <a:rPr lang="pt-BR" altLang="pt-BR" sz="3600"/>
            </a:br>
            <a:r>
              <a:rPr lang="pt-BR" altLang="pt-BR" sz="3600"/>
              <a:t>Que Cristo auxílio te traz.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D5E384C-F80D-9395-F569-5C6BFB108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 b="1" i="1"/>
              <a:t>De Deus mui firmes são as promessas, </a:t>
            </a:r>
            <a:br>
              <a:rPr lang="pt-BR" altLang="pt-BR" sz="3600" b="1" i="1"/>
            </a:br>
            <a:r>
              <a:rPr lang="pt-BR" altLang="pt-BR" sz="3600" b="1" i="1"/>
              <a:t>Falhando tudo, não falharão;</a:t>
            </a:r>
            <a:br>
              <a:rPr lang="pt-BR" altLang="pt-BR" sz="3600" b="1" i="1"/>
            </a:br>
            <a:r>
              <a:rPr lang="pt-BR" altLang="pt-BR" sz="3600" b="1" i="1"/>
              <a:t>Se das estrelas o brilho cessa,</a:t>
            </a:r>
            <a:br>
              <a:rPr lang="pt-BR" altLang="pt-BR" sz="3600" b="1" i="1"/>
            </a:br>
            <a:r>
              <a:rPr lang="pt-BR" altLang="pt-BR" sz="3600" b="1" i="1"/>
              <a:t>Mas as promessas brilharão!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9B1D5D5-6E2C-DAFD-0CFD-1C006BB42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Se a febre arde, se extingue a vida </a:t>
            </a:r>
            <a:br>
              <a:rPr lang="pt-BR" altLang="pt-BR" sz="3600"/>
            </a:br>
            <a:r>
              <a:rPr lang="pt-BR" altLang="pt-BR" sz="3600"/>
              <a:t>E quer a morte te arrebatar,</a:t>
            </a:r>
            <a:br>
              <a:rPr lang="pt-BR" altLang="pt-BR" sz="3600"/>
            </a:br>
            <a:r>
              <a:rPr lang="pt-BR" altLang="pt-BR" sz="3600"/>
              <a:t>Nas Suas promessas terás guarida </a:t>
            </a:r>
            <a:br>
              <a:rPr lang="pt-BR" altLang="pt-BR" sz="3600"/>
            </a:br>
            <a:r>
              <a:rPr lang="pt-BR" altLang="pt-BR" sz="3600"/>
              <a:t>Bastante p'ra te abrigar.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EC92277-39DE-E769-AC2B-8A4D104C1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 b="1" i="1"/>
              <a:t>De Deus mui firmes são as promessas, </a:t>
            </a:r>
            <a:br>
              <a:rPr lang="pt-BR" altLang="pt-BR" sz="3600" b="1" i="1"/>
            </a:br>
            <a:r>
              <a:rPr lang="pt-BR" altLang="pt-BR" sz="3600" b="1" i="1"/>
              <a:t>Falhando tudo, não falharão;</a:t>
            </a:r>
            <a:br>
              <a:rPr lang="pt-BR" altLang="pt-BR" sz="3600" b="1" i="1"/>
            </a:br>
            <a:r>
              <a:rPr lang="pt-BR" altLang="pt-BR" sz="3600" b="1" i="1"/>
              <a:t>Se das estrelas o brilho cessa,</a:t>
            </a:r>
            <a:br>
              <a:rPr lang="pt-BR" altLang="pt-BR" sz="3600" b="1" i="1"/>
            </a:br>
            <a:r>
              <a:rPr lang="pt-BR" altLang="pt-BR" sz="3600" b="1" i="1"/>
              <a:t>Mas as promessas brilharão!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41AFB2F-DE4E-4E20-0BA7-18C9A0940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Promessa temos que ao céu de gozo</a:t>
            </a:r>
            <a:br>
              <a:rPr lang="pt-BR" altLang="pt-BR" sz="3600"/>
            </a:br>
            <a:r>
              <a:rPr lang="pt-BR" altLang="pt-BR" sz="3600"/>
              <a:t>Virá levar-nos o Rei Jesus;</a:t>
            </a:r>
            <a:br>
              <a:rPr lang="pt-BR" altLang="pt-BR" sz="3600"/>
            </a:br>
            <a:r>
              <a:rPr lang="pt-BR" altLang="pt-BR" sz="3600"/>
              <a:t>Então ao crente fiel, corajoso,</a:t>
            </a:r>
            <a:br>
              <a:rPr lang="pt-BR" altLang="pt-BR" sz="3600"/>
            </a:br>
            <a:r>
              <a:rPr lang="pt-BR" altLang="pt-BR" sz="3600"/>
              <a:t>Dará coroa de luz.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6F14045-28C2-AEED-4B29-26B7B996F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 b="1" i="1"/>
              <a:t>De Deus mui firmes são as promessas, </a:t>
            </a:r>
            <a:br>
              <a:rPr lang="pt-BR" altLang="pt-BR" sz="3600" b="1" i="1"/>
            </a:br>
            <a:r>
              <a:rPr lang="pt-BR" altLang="pt-BR" sz="3600" b="1" i="1"/>
              <a:t>Falhando tudo, não falharão;</a:t>
            </a:r>
            <a:br>
              <a:rPr lang="pt-BR" altLang="pt-BR" sz="3600" b="1" i="1"/>
            </a:br>
            <a:r>
              <a:rPr lang="pt-BR" altLang="pt-BR" sz="3600" b="1" i="1"/>
              <a:t>Se das estrelas o brilho cessa,</a:t>
            </a:r>
            <a:br>
              <a:rPr lang="pt-BR" altLang="pt-BR" sz="3600" b="1" i="1"/>
            </a:br>
            <a:r>
              <a:rPr lang="pt-BR" altLang="pt-BR" sz="3600" b="1" i="1"/>
              <a:t>Mas as promessas brilharão!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459 AS FIRMES PROMESSAS</vt:lpstr>
      <vt:lpstr>De Deus mui firmes são as promessas  Mais firmes que as montanhas são.  Quando o socorro terrestre cessa,  Os de Deus não falharão! </vt:lpstr>
      <vt:lpstr>De Deus mui firmes são as promessas,  Falhando tudo, não falharão; Se das estrelas o brilho cessa, Mas as promessas brilharão!</vt:lpstr>
      <vt:lpstr>Se a fé te falta, nos teus apertos, Nas Suas promessas descansa em paz.  Quando és tentado, estou bem certo  Que Cristo auxílio te traz. </vt:lpstr>
      <vt:lpstr>De Deus mui firmes são as promessas,  Falhando tudo, não falharão; Se das estrelas o brilho cessa, Mas as promessas brilharão!</vt:lpstr>
      <vt:lpstr>Se a febre arde, se extingue a vida  E quer a morte te arrebatar, Nas Suas promessas terás guarida  Bastante p'ra te abrigar. </vt:lpstr>
      <vt:lpstr>De Deus mui firmes são as promessas,  Falhando tudo, não falharão; Se das estrelas o brilho cessa, Mas as promessas brilharão!</vt:lpstr>
      <vt:lpstr>Promessa temos que ao céu de gozo Virá levar-nos o Rei Jesus; Então ao crente fiel, corajoso, Dará coroa de luz. </vt:lpstr>
      <vt:lpstr>De Deus mui firmes são as promessas,  Falhando tudo, não falharão; Se das estrelas o brilho cessa, Mas as promessas brilharão!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459 - AS FIRMES PROMESSAS</dc:title>
  <dc:creator>Montagna</dc:creator>
  <cp:lastModifiedBy>Emerson Souza</cp:lastModifiedBy>
  <cp:revision>3</cp:revision>
  <dcterms:created xsi:type="dcterms:W3CDTF">2005-10-21T09:38:56Z</dcterms:created>
  <dcterms:modified xsi:type="dcterms:W3CDTF">2026-05-02T22:15:31Z</dcterms:modified>
</cp:coreProperties>
</file>