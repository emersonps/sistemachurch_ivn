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75" d="100"/>
          <a:sy n="75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1A989-FE94-700A-0D40-A5DCC3C9D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95BF06-15B7-ADFA-5B6E-C1D286242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15587E-4E35-6C30-A4F7-1D45C642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720ACF-A6CD-1A0E-0E45-C1551664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CDCBCC-E4BE-F9B0-1B20-493A5ED1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E2987-7E32-4D70-8E7E-474BF8916B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203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64489-655D-9FAE-16AF-7AC06904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66C23E-6587-B9E2-AB64-FE11EAF91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37B81C-C346-B403-0F27-1142BA2C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8F038A-814C-887A-99C1-4988318D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69DCDC-2E25-D890-D180-A8416F37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C25C6-01C5-4199-AC5D-3F401B2B78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724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07F74-2A14-343F-6FD4-7A201825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12D5F9-21C1-F51E-EB77-70FA97D25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1D9744-BDBF-6693-377C-5BA83702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B74DD9-ABCF-741C-E700-7722D914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B85F4A-94AB-CFBB-F86B-FD8E30CC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15E16-23CA-4732-98ED-2A133879DC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275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86F15-9ECF-4EF7-BF56-1CB72568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BA50EE-B8F6-7EFA-1EAA-2654C7FC5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D4D6DA-2348-ACF8-1AB3-CCB0DB5DB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90707E-866B-6F1B-1083-E05D8F55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7D79EE-5BA5-8537-15EA-E7CF5EAD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9DE1E5-94FB-9603-03CD-0B45F13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0221F-649B-4289-8C83-23DFB72892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963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E0E53-416A-D35F-B926-8D86EE890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E0548-7152-D590-2C35-F5D0F3C2D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15B727-9123-017C-1501-A720FD9AE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D45450B-F9F7-2989-8291-4F675BABC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54A7E5-459B-69E3-DEF2-E2B9434E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51CE02-6B28-45F4-52E6-4D02D1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99C9FB-00E6-2BC8-D5D2-6130E70E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AD0C39-9AD9-E74A-2618-3ADF3CF8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46AB3-989C-4E56-ABA2-F26680C023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188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A268B-8A78-6AB4-E86D-A2C1A5CE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32BC19D-931A-F289-BED3-273ABCEE4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26FCF8-ECE1-5A8E-F3A5-81A4DDC4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628F07-2FC2-823F-96C3-0231FBA1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1547C9-1457-4ACF-8E2D-7369C30D2F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225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077E73-6CA1-16B5-0313-FAA8BAEC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BAC2CE-D206-2634-31AD-B079488E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DE1597-5420-E7FE-8585-B7D54616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EF420F-F496-4237-A5E5-1858F7FC9B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530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BA5ED-3F38-114B-D084-55CC30C8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3245FA-C363-84A7-9753-35124F78C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37974E-10E9-E957-0D2F-0EDA94221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C73208-C8D1-FC0F-6F59-B4A80889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B00A0C-D581-890A-8553-54D2A9BD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20BFBA-EE3E-DB3D-F2D5-430B852D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AD60D0-B0B3-4765-B729-E49BE34C59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076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F5EF4-F081-5315-1FDA-9187C426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B64BC3-3047-2A7E-3E33-E3B734507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ADF90D-C649-7395-DC6D-0F9C63299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9D6E1-1A2C-EBF4-F973-1A260094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245AD4-0A2E-D17B-6AC2-723CADE1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DEA64C-D22C-B6E7-1C25-8FA1B374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C873F3-E6B1-4E53-9C0C-38B0E5DB3A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240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C49BA-090E-082E-6A1E-0901E0E5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6CC26D-4DC9-B45F-6D5F-69EDF02F9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20B729-AD10-4CBC-BE51-CC174D60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30F08D-89C1-6A6E-4224-D0B082DF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909D2A-3F94-340A-63FE-661BDEBC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2B8BD-EA00-4EC6-BC06-849F23FFA6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93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AECE0-7A26-3388-BE56-A040C5F3A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39CE53-14CD-8FEE-C10D-B88743136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00AE76-7BB0-B7A4-87A9-CA2D4374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C109C2-2A88-3342-ECBB-D4E661CC8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786E0F-87AF-8BCE-4DF6-E0D4DDA4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DAC022-F76E-4BC0-A11C-3FD6B2CB99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089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48B9F21-5602-1A44-B645-AFF76062F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D91133-0CED-9EAB-F5CA-F72CBFF0F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E047AA-36F7-F4CA-1ED5-E028547917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2E5AEE-4ACF-9B94-4BED-20AF8B6E43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5862C7C-2227-45C0-4645-6CEB701A5F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7676D8B-7E9C-49CF-8E2D-9D5EEE9EE28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E8F135A-28D2-EDCF-56A3-52F79D653D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chemeClr val="accent1"/>
                </a:solidFill>
              </a:rPr>
              <a:t>244</a:t>
            </a:r>
            <a:br>
              <a:rPr lang="pt-BR" altLang="pt-BR" sz="4400">
                <a:solidFill>
                  <a:schemeClr val="accent1"/>
                </a:solidFill>
              </a:rPr>
            </a:br>
            <a:r>
              <a:rPr lang="pt-BR" altLang="pt-BR" sz="4400">
                <a:solidFill>
                  <a:schemeClr val="accent1"/>
                </a:solidFill>
              </a:rPr>
              <a:t>Louvai a Jesus</a:t>
            </a:r>
            <a:endParaRPr lang="en-US" altLang="pt-BR" sz="4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063D42D-290D-7DE4-B346-3D5507BBA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3505200"/>
          </a:xfrm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Louvai a Jesus, amoroso;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Na cruz os pecados levou,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nos enche de santo gozo;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Com sangue o céu nos ganhou.</a:t>
            </a:r>
            <a:br>
              <a:rPr lang="pt-BR" altLang="pt-BR">
                <a:solidFill>
                  <a:schemeClr val="accent1"/>
                </a:solidFill>
              </a:rPr>
            </a:b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4ABDB951-3FE6-B4AF-AF29-60C711007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3733800"/>
          </a:xfrm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Ao meu Senhor,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tenho no meu coração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Eu dou louvor,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Pois Ele me deu salvação.</a:t>
            </a: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F2D51FCD-2535-8DA8-74B5-3E0CD8EED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3657600"/>
          </a:xfrm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Louvai a Jesus poderoso,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veio livrar da prisão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Um povo cativo, medroso,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não tinha consolação.</a:t>
            </a:r>
            <a:br>
              <a:rPr lang="pt-BR" altLang="pt-BR">
                <a:solidFill>
                  <a:schemeClr val="accent1"/>
                </a:solidFill>
              </a:rPr>
            </a:b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E4F56226-9236-4C74-33FB-D14C8ACAE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29718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Ao meu Senhor,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tenho no meu coração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Eu dou louvor,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Pois Ele me deu salvação.</a:t>
            </a: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7C2E67B-2AC1-D90F-D082-F161DE1AB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3505200"/>
          </a:xfrm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Louvai a Jesus, vosso guia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No mundo de tribulação;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 não tem temor, quem confia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Em Deus, mas real proteção.</a:t>
            </a:r>
            <a:br>
              <a:rPr lang="pt-BR" altLang="pt-BR">
                <a:solidFill>
                  <a:schemeClr val="accent1"/>
                </a:solidFill>
              </a:rPr>
            </a:b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F68CA6C0-CBF8-81DF-7AAF-3E2F2982F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9257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Ao meu Senhor,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tenho no meu coração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Eu dou louvor,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Pois Ele me deu salvação.</a:t>
            </a: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5ACC7CD-19D7-7858-7568-C742EAD65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3001962"/>
          </a:xfrm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Louvai a Jesus, dai-Lhe glória,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Pois Rei e Senhor Ele é;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Na cruz nos ganhou a vitória;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Vencei com Jesus pela fé.</a:t>
            </a: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6F5506B5-A5E0-47FF-697E-3647B3E8F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32305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Ao meu Senhor,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tenho no meu coração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Eu dou louvor,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Pois Ele me deu salvação.</a:t>
            </a: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DB504946-61F9-5E3A-E150-B5ABC1BE5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32305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accent1"/>
                </a:solidFill>
              </a:rPr>
              <a:t>Ao meu Senhor,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Que tenho no meu coração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Eu dou louvor,</a:t>
            </a:r>
            <a:br>
              <a:rPr lang="pt-BR" altLang="pt-BR">
                <a:solidFill>
                  <a:schemeClr val="accent1"/>
                </a:solidFill>
              </a:rPr>
            </a:br>
            <a:r>
              <a:rPr lang="pt-BR" altLang="pt-BR">
                <a:solidFill>
                  <a:schemeClr val="accent1"/>
                </a:solidFill>
              </a:rPr>
              <a:t>Pois Ele me deu salvação.</a:t>
            </a:r>
            <a:endParaRPr lang="en-US" altLang="pt-BR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229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244 Louvai a Jesus</vt:lpstr>
      <vt:lpstr>Louvai a Jesus, amoroso; Na cruz os pecados levou, Que nos enche de santo gozo; Com sangue o céu nos ganhou. </vt:lpstr>
      <vt:lpstr>Ao meu Senhor, Que tenho no meu coração Eu dou louvor, Pois Ele me deu salvação.</vt:lpstr>
      <vt:lpstr>Louvai a Jesus poderoso, Que veio livrar da prisão Um povo cativo, medroso, Que não tinha consolação. </vt:lpstr>
      <vt:lpstr>Ao meu Senhor, Que tenho no meu coração Eu dou louvor, Pois Ele me deu salvação.</vt:lpstr>
      <vt:lpstr>Louvai a Jesus, vosso guia No mundo de tribulação; E não tem temor, quem confia Em Deus, mas real proteção. </vt:lpstr>
      <vt:lpstr>Ao meu Senhor, Que tenho no meu coração Eu dou louvor, Pois Ele me deu salvação.</vt:lpstr>
      <vt:lpstr>Louvai a Jesus, dai-Lhe glória, Pois Rei e Senhor Ele é; Na cruz nos ganhou a vitória; Vencei com Jesus pela fé.</vt:lpstr>
      <vt:lpstr>Ao meu Senhor, Que tenho no meu coração Eu dou louvor, Pois Ele me deu salvação.</vt:lpstr>
      <vt:lpstr>Ao meu Senhor, Que tenho no meu coração Eu dou louvor, Pois Ele me deu salvação.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244 Louva a Jesus</dc:title>
  <dc:creator>Junior</dc:creator>
  <cp:lastModifiedBy>Emerson Souza</cp:lastModifiedBy>
  <cp:revision>2</cp:revision>
  <dcterms:created xsi:type="dcterms:W3CDTF">2005-08-21T18:06:09Z</dcterms:created>
  <dcterms:modified xsi:type="dcterms:W3CDTF">2026-05-02T21:57:17Z</dcterms:modified>
</cp:coreProperties>
</file>