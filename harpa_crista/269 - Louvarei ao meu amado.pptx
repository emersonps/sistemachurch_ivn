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6C786-52E5-473E-A5D1-5785C6541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5EFECC-9238-FCF3-A364-799607C9A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F92091-0380-16D9-417D-364D3607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F2C3E1-0CD1-23C4-BE70-437066E5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3F0BCB-3DA6-85D2-2E64-3A1B3FBF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8E256C-70D4-416E-895D-E6101E7F5F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181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5D28D-D5B5-6187-0E63-E775F8295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FAD869-1F7E-AA5F-EC4E-70E5AECAC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4A05D2-47A2-9343-68DE-6B268DEB6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BEBBA2-6140-2677-783E-2441ACB8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F2533D-D2BD-1177-9AD4-7D8DBE5D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18A7E9-6CDE-43E0-998B-3AD87C6A8C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3089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D096F-77E5-7969-91D6-71E4468C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2042A2-9DD0-CEB5-479C-0E69D8DA5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04BF0E-B9D9-C293-A6A5-FD33D63C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1920F1-091B-07F9-AB04-8462BE80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891FB9-7CFF-BBD9-1489-636ADAB09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0C2166-8603-46E7-9329-E4D3C85292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4645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18AD5-0875-3D82-BB87-FFD4D004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6D80BC-3EA8-D447-8C46-1C5A8F2C0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491523-AADA-319F-E489-AB365CF8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5265D1-9723-9228-15A1-9C187E5A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9CD407-9C72-3030-29AE-555108983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873DAD-0216-50D5-95E7-20CBE655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D6FAFF-EE1A-49E9-AAFB-DBC6C6F679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469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3E914-E082-30AF-0AB0-BED63BA4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E7B673-928F-343C-E329-7CA85CB43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0F4434-FDF8-0067-7BB8-283E4D306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9F019F-30E9-2FBB-0E8C-1FB187DD3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41D8FD-0874-65EF-36B8-9C58F261C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136E37-B0A6-1132-B254-95C59933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57CE3C5-D224-49AE-B236-0B2EEEAC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CE634A3-8CEA-1ED1-9686-2A12FF91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CAADB3-35E6-44DA-94DD-88A68695D0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75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3DD95-898D-A02C-7299-8CE20811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368B98-230D-6A36-EF12-90361FEE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CFB12CD-0B70-DD06-8867-B085F195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B1A949E-DF75-09C8-7AD5-E8672BD7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249760-9F51-49EC-9723-9D39D5B981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256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764C1C-F03F-73B1-C0E0-692AF59A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56FE06-113B-23CF-C92E-B809BE18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B56FBC-325B-7EBD-221C-2F6DBE01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BFF716-F23A-4ABA-BB4D-EB232E34E9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399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2BAF5-2F4C-C10B-7891-B2D037B3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40ADDF-EE56-F262-84FA-49291D969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B2E0C9-03C4-0C38-95F2-75441F425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43EE03-2C01-BB31-5851-FD3D07CF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EE27A1-09A2-0152-7C45-05BED2A9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ADA09A-4BD3-B071-785E-83D6822B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4D0266-2E20-4D06-AB3B-81EC2FE624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847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B57A3-0F84-40C1-4079-9A62AB03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09F5507-C196-552F-08B7-29950696B5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5B739D-BDEA-D378-451A-0F501EF8C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F8F71E-A155-D95F-B36B-10F550E0E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4875B1-4147-AB3D-B0C9-9B6C9497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9563ED-AF81-36A3-118A-B7823E60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8C966B-314C-4F37-8186-220FACDCB1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6198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329B6-B77F-147A-B16F-3B4FF08F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3FF3E2-A9B2-502A-CCC4-0EB94BC02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C4E83C-0ED2-BA03-3798-84993E7C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B36731-E27B-7DE2-A3FA-6C19228F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C10A79-3228-E9BD-DB3C-76DD773F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15CE8D-8089-4D2A-9151-023672679B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614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B32A2F-3C67-7E96-4419-B35BE8BAB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592BE0-04D3-BA19-4795-ABD4FF97E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E9E543-26F0-3E68-452D-B9E46941E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66669B-31C8-B926-72E2-E36191B3D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F3BA0B-6361-2D63-3B39-B417C10C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57A9B9-071C-47FC-9506-EF16BD6AB2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7438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0372259-6EFD-3600-E769-DB2A3C429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DDD753-3F4F-B3AB-A085-BE76086904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4F68114-ACC7-F9A4-3BC3-A5BE47E7BD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A8EA040-F500-783B-010D-C9CE574E2CA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AC72689-8331-224C-D94E-8D8A2C2CD0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5FF58FB-A335-4D59-9F3B-1BAC8C90F5C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4B3F04B-C2B9-FE75-9AA9-A535AC3C0E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269</a:t>
            </a:r>
            <a:br>
              <a:rPr lang="en-US" altLang="pt-BR" sz="4000" b="1"/>
            </a:br>
            <a:r>
              <a:rPr lang="en-US" altLang="pt-BR" sz="4000" b="1"/>
              <a:t>LOUVAREI AO MEU AMADO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2E06E63-95B0-43AD-6B7A-6021AEE78C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8CEC3E6-89F1-4EE4-C3EE-AF79E8DF2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Louvarei ao meu amado; </a:t>
            </a:r>
            <a:br>
              <a:rPr lang="en-US" altLang="pt-BR" sz="4000" i="1"/>
            </a:br>
            <a:r>
              <a:rPr lang="en-US" altLang="pt-BR" sz="4000" i="1"/>
              <a:t>Sobre todos exaltado; </a:t>
            </a:r>
            <a:br>
              <a:rPr lang="en-US" altLang="pt-BR" sz="4000" i="1"/>
            </a:br>
            <a:r>
              <a:rPr lang="en-US" altLang="pt-BR" sz="4000" i="1"/>
              <a:t>Por Seu sangue fui comprado; </a:t>
            </a:r>
            <a:br>
              <a:rPr lang="en-US" altLang="pt-BR" sz="4000" i="1"/>
            </a:br>
            <a:r>
              <a:rPr lang="en-US" altLang="pt-BR" sz="4000" i="1"/>
              <a:t>Todo dEle sou.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EC4C5E4-F8A9-BA6D-A92D-D5DBD330E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No Seu nome há melodia; </a:t>
            </a:r>
            <a:br>
              <a:rPr lang="en-US" altLang="pt-BR" sz="4000" i="1"/>
            </a:br>
            <a:r>
              <a:rPr lang="en-US" altLang="pt-BR" sz="4000" i="1"/>
              <a:t>Quão suave em harmonia! </a:t>
            </a:r>
            <a:br>
              <a:rPr lang="en-US" altLang="pt-BR" sz="4000" i="1"/>
            </a:br>
            <a:r>
              <a:rPr lang="en-US" altLang="pt-BR" sz="4000" i="1"/>
              <a:t>Enche as almas de alegria </a:t>
            </a:r>
            <a:br>
              <a:rPr lang="en-US" altLang="pt-BR" sz="4000" i="1"/>
            </a:br>
            <a:r>
              <a:rPr lang="en-US" altLang="pt-BR" sz="4000" i="1"/>
              <a:t>Esse som - JESUS!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DDA7E9A-65C9-A2F3-9562-458C48130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Digno é de confiança, </a:t>
            </a:r>
            <a:br>
              <a:rPr lang="en-US" altLang="pt-BR" sz="4000" i="1"/>
            </a:br>
            <a:r>
              <a:rPr lang="en-US" altLang="pt-BR" sz="4000" i="1"/>
              <a:t>Mui fiel e sem mudança; </a:t>
            </a:r>
            <a:br>
              <a:rPr lang="en-US" altLang="pt-BR" sz="4000" i="1"/>
            </a:br>
            <a:r>
              <a:rPr lang="en-US" altLang="pt-BR" sz="4000" i="1"/>
              <a:t>NEle está minha esperança; </a:t>
            </a:r>
            <a:br>
              <a:rPr lang="en-US" altLang="pt-BR" sz="4000" i="1"/>
            </a:br>
            <a:r>
              <a:rPr lang="en-US" altLang="pt-BR" sz="4000" i="1"/>
              <a:t>Bem seguro estou!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15A930D-1F31-9070-71C8-8C1AC24529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Seu caminho vou seguindo, </a:t>
            </a:r>
            <a:br>
              <a:rPr lang="en-US" altLang="pt-BR" sz="4000" i="1"/>
            </a:br>
            <a:r>
              <a:rPr lang="en-US" altLang="pt-BR" sz="4000" i="1"/>
              <a:t>Sua força me cingindo, </a:t>
            </a:r>
            <a:br>
              <a:rPr lang="en-US" altLang="pt-BR" sz="4000" i="1"/>
            </a:br>
            <a:r>
              <a:rPr lang="en-US" altLang="pt-BR" sz="4000" i="1"/>
              <a:t>Na carreira prosseguindo, </a:t>
            </a:r>
            <a:br>
              <a:rPr lang="en-US" altLang="pt-BR" sz="4000" i="1"/>
            </a:br>
            <a:r>
              <a:rPr lang="en-US" altLang="pt-BR" sz="4000" i="1"/>
              <a:t>Té no céu entrar.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B36ED9B-D810-E9C0-A1E3-2C685835E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Lá verei meu Rei glorioso, </a:t>
            </a:r>
            <a:br>
              <a:rPr lang="en-US" altLang="pt-BR" sz="4000" i="1"/>
            </a:br>
            <a:r>
              <a:rPr lang="en-US" altLang="pt-BR" sz="4000" i="1"/>
              <a:t>Coroado, majestoso, </a:t>
            </a:r>
            <a:br>
              <a:rPr lang="en-US" altLang="pt-BR" sz="4000" i="1"/>
            </a:br>
            <a:r>
              <a:rPr lang="en-US" altLang="pt-BR" sz="4000" i="1"/>
              <a:t>Mais que todos amoroso, </a:t>
            </a:r>
            <a:br>
              <a:rPr lang="en-US" altLang="pt-BR" sz="4000" i="1"/>
            </a:br>
            <a:r>
              <a:rPr lang="en-US" altLang="pt-BR" sz="4000" i="1"/>
              <a:t>Meu Senhor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269 LOUVAREI AO MEU AMADO </vt:lpstr>
      <vt:lpstr>Louvarei ao meu amado;  Sobre todos exaltado;  Por Seu sangue fui comprado;  Todo dEle sou.  </vt:lpstr>
      <vt:lpstr>No Seu nome há melodia;  Quão suave em harmonia!  Enche as almas de alegria  Esse som - JESUS!  </vt:lpstr>
      <vt:lpstr>Digno é de confiança,  Mui fiel e sem mudança;  NEle está minha esperança;  Bem seguro estou!  </vt:lpstr>
      <vt:lpstr>Seu caminho vou seguindo,  Sua força me cingindo,  Na carreira prosseguindo,  Té no céu entrar. </vt:lpstr>
      <vt:lpstr>Lá verei meu Rei glorioso,  Coroado, majestoso,  Mais que todos amoroso,  Meu Senhor Jesus.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269 LOUVAREI AO MEU AMADO </dc:title>
  <dc:creator>Junior</dc:creator>
  <cp:lastModifiedBy>Emerson Souza</cp:lastModifiedBy>
  <cp:revision>1</cp:revision>
  <dcterms:created xsi:type="dcterms:W3CDTF">2005-12-24T00:24:47Z</dcterms:created>
  <dcterms:modified xsi:type="dcterms:W3CDTF">2026-05-02T21:59:22Z</dcterms:modified>
</cp:coreProperties>
</file>