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47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8B7351-F8F0-F9AB-1D10-ACC714BC735A}"/>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5A744FF-D3A4-63E9-048A-6D0675B6E64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D85748B-8054-6AD2-D63B-3EF7C12E379D}"/>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618ED71C-705A-DC42-7A04-375EF5BB75D9}"/>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237583A4-E3BE-8695-7E1F-5B538FF96C26}"/>
              </a:ext>
            </a:extLst>
          </p:cNvPr>
          <p:cNvSpPr>
            <a:spLocks noGrp="1"/>
          </p:cNvSpPr>
          <p:nvPr>
            <p:ph type="sldNum" sz="quarter" idx="12"/>
          </p:nvPr>
        </p:nvSpPr>
        <p:spPr/>
        <p:txBody>
          <a:bodyPr/>
          <a:lstStyle>
            <a:lvl1pPr>
              <a:defRPr/>
            </a:lvl1pPr>
          </a:lstStyle>
          <a:p>
            <a:fld id="{43CEC073-9DCC-41B6-87E1-CF0D840580C4}" type="slidenum">
              <a:rPr lang="en-US" altLang="pt-BR"/>
              <a:pPr/>
              <a:t>‹nº›</a:t>
            </a:fld>
            <a:endParaRPr lang="en-US" altLang="pt-BR"/>
          </a:p>
        </p:txBody>
      </p:sp>
    </p:spTree>
    <p:extLst>
      <p:ext uri="{BB962C8B-B14F-4D97-AF65-F5344CB8AC3E}">
        <p14:creationId xmlns:p14="http://schemas.microsoft.com/office/powerpoint/2010/main" val="3773755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8B85D5-6370-EEBD-689F-9BA9F4DDA1B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9DB9238-55FF-C301-D242-A01DCC400CA0}"/>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3BA8AED-7023-B036-EBFD-801168A3F135}"/>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2C63182D-D311-C2ED-4D28-E2D446527083}"/>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658EC156-2222-790E-80FD-7439CB6584C2}"/>
              </a:ext>
            </a:extLst>
          </p:cNvPr>
          <p:cNvSpPr>
            <a:spLocks noGrp="1"/>
          </p:cNvSpPr>
          <p:nvPr>
            <p:ph type="sldNum" sz="quarter" idx="12"/>
          </p:nvPr>
        </p:nvSpPr>
        <p:spPr/>
        <p:txBody>
          <a:bodyPr/>
          <a:lstStyle>
            <a:lvl1pPr>
              <a:defRPr/>
            </a:lvl1pPr>
          </a:lstStyle>
          <a:p>
            <a:fld id="{2D05DD8D-0FDC-489C-B068-2B4AF41CB30B}" type="slidenum">
              <a:rPr lang="en-US" altLang="pt-BR"/>
              <a:pPr/>
              <a:t>‹nº›</a:t>
            </a:fld>
            <a:endParaRPr lang="en-US" altLang="pt-BR"/>
          </a:p>
        </p:txBody>
      </p:sp>
    </p:spTree>
    <p:extLst>
      <p:ext uri="{BB962C8B-B14F-4D97-AF65-F5344CB8AC3E}">
        <p14:creationId xmlns:p14="http://schemas.microsoft.com/office/powerpoint/2010/main" val="3506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347C6-2BDC-EB15-7934-474303D22027}"/>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8749A12-EB6A-707A-CFCE-1B8DDD49919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934B662-9F4B-0B1C-9799-E8C057481608}"/>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083D5305-40E8-C715-5C44-9F238A0AD60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2EFB46D2-746D-A1BA-77A2-0D3B64BBCCC8}"/>
              </a:ext>
            </a:extLst>
          </p:cNvPr>
          <p:cNvSpPr>
            <a:spLocks noGrp="1"/>
          </p:cNvSpPr>
          <p:nvPr>
            <p:ph type="sldNum" sz="quarter" idx="12"/>
          </p:nvPr>
        </p:nvSpPr>
        <p:spPr/>
        <p:txBody>
          <a:bodyPr/>
          <a:lstStyle>
            <a:lvl1pPr>
              <a:defRPr/>
            </a:lvl1pPr>
          </a:lstStyle>
          <a:p>
            <a:fld id="{3E6B5B48-CBF0-46A9-BEC2-0EA67D0BE479}" type="slidenum">
              <a:rPr lang="en-US" altLang="pt-BR"/>
              <a:pPr/>
              <a:t>‹nº›</a:t>
            </a:fld>
            <a:endParaRPr lang="en-US" altLang="pt-BR"/>
          </a:p>
        </p:txBody>
      </p:sp>
    </p:spTree>
    <p:extLst>
      <p:ext uri="{BB962C8B-B14F-4D97-AF65-F5344CB8AC3E}">
        <p14:creationId xmlns:p14="http://schemas.microsoft.com/office/powerpoint/2010/main" val="4223812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1D69B8-3B01-7D5F-5714-42FECEF8B9F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39CF69-32AD-45DE-9F05-C4FFD3AD0755}"/>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6217BAD0-10F0-D252-10CB-730C291ED2BE}"/>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74E24B-CF8A-6759-156E-491A3E93B8A5}"/>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8F5A6385-76F6-6EB0-B1D6-09254DAA4486}"/>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403DC32D-588F-4390-1589-005B431CAF6F}"/>
              </a:ext>
            </a:extLst>
          </p:cNvPr>
          <p:cNvSpPr>
            <a:spLocks noGrp="1"/>
          </p:cNvSpPr>
          <p:nvPr>
            <p:ph type="sldNum" sz="quarter" idx="12"/>
          </p:nvPr>
        </p:nvSpPr>
        <p:spPr/>
        <p:txBody>
          <a:bodyPr/>
          <a:lstStyle>
            <a:lvl1pPr>
              <a:defRPr/>
            </a:lvl1pPr>
          </a:lstStyle>
          <a:p>
            <a:fld id="{4B042124-A051-499B-98EE-95E7765ECEFE}" type="slidenum">
              <a:rPr lang="en-US" altLang="pt-BR"/>
              <a:pPr/>
              <a:t>‹nº›</a:t>
            </a:fld>
            <a:endParaRPr lang="en-US" altLang="pt-BR"/>
          </a:p>
        </p:txBody>
      </p:sp>
    </p:spTree>
    <p:extLst>
      <p:ext uri="{BB962C8B-B14F-4D97-AF65-F5344CB8AC3E}">
        <p14:creationId xmlns:p14="http://schemas.microsoft.com/office/powerpoint/2010/main" val="2529967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1D8362-E422-A161-2A1A-4A787F3406AB}"/>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213C2223-8C4A-0BE0-A7CB-9185C4CE9E4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FA3D29D4-DFCC-658A-1013-0C173530C04A}"/>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8AC816D0-6440-F4AD-23C5-1269A4CC09F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AB952FB-ADF6-CC75-67E9-3157D8BF70DD}"/>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3D91111E-8BB5-C084-A8C0-F405CD5C267D}"/>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3E2020AD-2AC4-3345-0BB8-4331AFC83308}"/>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DE948384-54FF-85DC-6DD6-B0D9A704E02F}"/>
              </a:ext>
            </a:extLst>
          </p:cNvPr>
          <p:cNvSpPr>
            <a:spLocks noGrp="1"/>
          </p:cNvSpPr>
          <p:nvPr>
            <p:ph type="sldNum" sz="quarter" idx="12"/>
          </p:nvPr>
        </p:nvSpPr>
        <p:spPr/>
        <p:txBody>
          <a:bodyPr/>
          <a:lstStyle>
            <a:lvl1pPr>
              <a:defRPr/>
            </a:lvl1pPr>
          </a:lstStyle>
          <a:p>
            <a:fld id="{874456C6-3A84-4B1F-92ED-B2B17362689C}" type="slidenum">
              <a:rPr lang="en-US" altLang="pt-BR"/>
              <a:pPr/>
              <a:t>‹nº›</a:t>
            </a:fld>
            <a:endParaRPr lang="en-US" altLang="pt-BR"/>
          </a:p>
        </p:txBody>
      </p:sp>
    </p:spTree>
    <p:extLst>
      <p:ext uri="{BB962C8B-B14F-4D97-AF65-F5344CB8AC3E}">
        <p14:creationId xmlns:p14="http://schemas.microsoft.com/office/powerpoint/2010/main" val="19911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2E009-AEA4-785E-7EC7-E265E02F5EA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BE84DDB-988B-03EA-624A-54B4E598B22D}"/>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D05CAEB3-CFA0-5E96-0364-CF6D7A5FAF10}"/>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2D5836CB-CC5A-010F-FC08-17180D73F9AF}"/>
              </a:ext>
            </a:extLst>
          </p:cNvPr>
          <p:cNvSpPr>
            <a:spLocks noGrp="1"/>
          </p:cNvSpPr>
          <p:nvPr>
            <p:ph type="sldNum" sz="quarter" idx="12"/>
          </p:nvPr>
        </p:nvSpPr>
        <p:spPr/>
        <p:txBody>
          <a:bodyPr/>
          <a:lstStyle>
            <a:lvl1pPr>
              <a:defRPr/>
            </a:lvl1pPr>
          </a:lstStyle>
          <a:p>
            <a:fld id="{5256B0D0-0229-493C-A702-87D971C4DBB8}" type="slidenum">
              <a:rPr lang="en-US" altLang="pt-BR"/>
              <a:pPr/>
              <a:t>‹nº›</a:t>
            </a:fld>
            <a:endParaRPr lang="en-US" altLang="pt-BR"/>
          </a:p>
        </p:txBody>
      </p:sp>
    </p:spTree>
    <p:extLst>
      <p:ext uri="{BB962C8B-B14F-4D97-AF65-F5344CB8AC3E}">
        <p14:creationId xmlns:p14="http://schemas.microsoft.com/office/powerpoint/2010/main" val="137940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9DC3FBC-C1FF-8557-EF71-851E5D4C7A81}"/>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AC67F79C-688A-EF3F-1D3E-346E91F6EB11}"/>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51FEBED8-C3FA-B3F7-7AF1-883BF2EA1E09}"/>
              </a:ext>
            </a:extLst>
          </p:cNvPr>
          <p:cNvSpPr>
            <a:spLocks noGrp="1"/>
          </p:cNvSpPr>
          <p:nvPr>
            <p:ph type="sldNum" sz="quarter" idx="12"/>
          </p:nvPr>
        </p:nvSpPr>
        <p:spPr/>
        <p:txBody>
          <a:bodyPr/>
          <a:lstStyle>
            <a:lvl1pPr>
              <a:defRPr/>
            </a:lvl1pPr>
          </a:lstStyle>
          <a:p>
            <a:fld id="{E71FCD40-8F9B-4701-84DB-3E3E1091755D}" type="slidenum">
              <a:rPr lang="en-US" altLang="pt-BR"/>
              <a:pPr/>
              <a:t>‹nº›</a:t>
            </a:fld>
            <a:endParaRPr lang="en-US" altLang="pt-BR"/>
          </a:p>
        </p:txBody>
      </p:sp>
    </p:spTree>
    <p:extLst>
      <p:ext uri="{BB962C8B-B14F-4D97-AF65-F5344CB8AC3E}">
        <p14:creationId xmlns:p14="http://schemas.microsoft.com/office/powerpoint/2010/main" val="186036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7D3AF-C77B-2939-5017-9E57E39AD488}"/>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8A3E0F4-017F-A391-3B36-4529F3F55D3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7EB2B565-2F65-8BE9-FFB7-94A243BCDF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D8B4BC5-FC6B-4B67-D900-E51930E7DA0F}"/>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C8F46F9A-EFEB-D163-0ECB-32CA47A83EA9}"/>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F209BD4C-36A5-3A4A-00E0-CA715FF88A0A}"/>
              </a:ext>
            </a:extLst>
          </p:cNvPr>
          <p:cNvSpPr>
            <a:spLocks noGrp="1"/>
          </p:cNvSpPr>
          <p:nvPr>
            <p:ph type="sldNum" sz="quarter" idx="12"/>
          </p:nvPr>
        </p:nvSpPr>
        <p:spPr/>
        <p:txBody>
          <a:bodyPr/>
          <a:lstStyle>
            <a:lvl1pPr>
              <a:defRPr/>
            </a:lvl1pPr>
          </a:lstStyle>
          <a:p>
            <a:fld id="{CBE0A284-4D13-4398-9C7D-9E19CA5CC33C}" type="slidenum">
              <a:rPr lang="en-US" altLang="pt-BR"/>
              <a:pPr/>
              <a:t>‹nº›</a:t>
            </a:fld>
            <a:endParaRPr lang="en-US" altLang="pt-BR"/>
          </a:p>
        </p:txBody>
      </p:sp>
    </p:spTree>
    <p:extLst>
      <p:ext uri="{BB962C8B-B14F-4D97-AF65-F5344CB8AC3E}">
        <p14:creationId xmlns:p14="http://schemas.microsoft.com/office/powerpoint/2010/main" val="3364653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21F6CC-2F56-CB1B-8152-0EDAACCAF603}"/>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BB1330D7-3D20-79BA-F7A4-7E8DB81E469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D869754-CB61-7F9A-E5EA-EB74A7FD6F9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673D986-20A1-4F21-4643-2F69FCBB739A}"/>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32B4CDB6-B04B-452C-6BF4-B76D0280D982}"/>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CC14786F-E172-9E97-D188-C5873AD0D168}"/>
              </a:ext>
            </a:extLst>
          </p:cNvPr>
          <p:cNvSpPr>
            <a:spLocks noGrp="1"/>
          </p:cNvSpPr>
          <p:nvPr>
            <p:ph type="sldNum" sz="quarter" idx="12"/>
          </p:nvPr>
        </p:nvSpPr>
        <p:spPr/>
        <p:txBody>
          <a:bodyPr/>
          <a:lstStyle>
            <a:lvl1pPr>
              <a:defRPr/>
            </a:lvl1pPr>
          </a:lstStyle>
          <a:p>
            <a:fld id="{81E1A65C-6224-4A76-9030-4320AAD21641}" type="slidenum">
              <a:rPr lang="en-US" altLang="pt-BR"/>
              <a:pPr/>
              <a:t>‹nº›</a:t>
            </a:fld>
            <a:endParaRPr lang="en-US" altLang="pt-BR"/>
          </a:p>
        </p:txBody>
      </p:sp>
    </p:spTree>
    <p:extLst>
      <p:ext uri="{BB962C8B-B14F-4D97-AF65-F5344CB8AC3E}">
        <p14:creationId xmlns:p14="http://schemas.microsoft.com/office/powerpoint/2010/main" val="1444863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F8828-62E9-A96C-5E36-E68ED4B45F0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96B6CE72-C64D-EC37-E75B-A5EED6D5CE7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1240311-DFDD-2E43-1EB6-130E59B3BFE9}"/>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03AFC583-8057-4DBE-50EE-6C917514E705}"/>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58B7392-47AD-63E3-B8C0-4ECF8AAE82D8}"/>
              </a:ext>
            </a:extLst>
          </p:cNvPr>
          <p:cNvSpPr>
            <a:spLocks noGrp="1"/>
          </p:cNvSpPr>
          <p:nvPr>
            <p:ph type="sldNum" sz="quarter" idx="12"/>
          </p:nvPr>
        </p:nvSpPr>
        <p:spPr/>
        <p:txBody>
          <a:bodyPr/>
          <a:lstStyle>
            <a:lvl1pPr>
              <a:defRPr/>
            </a:lvl1pPr>
          </a:lstStyle>
          <a:p>
            <a:fld id="{6C501985-151A-4E6B-B0A4-BBC6FE72AC38}" type="slidenum">
              <a:rPr lang="en-US" altLang="pt-BR"/>
              <a:pPr/>
              <a:t>‹nº›</a:t>
            </a:fld>
            <a:endParaRPr lang="en-US" altLang="pt-BR"/>
          </a:p>
        </p:txBody>
      </p:sp>
    </p:spTree>
    <p:extLst>
      <p:ext uri="{BB962C8B-B14F-4D97-AF65-F5344CB8AC3E}">
        <p14:creationId xmlns:p14="http://schemas.microsoft.com/office/powerpoint/2010/main" val="2880924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4B1AE48-B66C-5ACD-F750-C0769CC168C1}"/>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54E519C-8DDC-E775-691B-D84DE2BD7568}"/>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BE70182-3C68-292B-8689-4D3A7A9D443C}"/>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6AB90651-D6D9-98D1-4E8D-F017828B2295}"/>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C4D51714-4A79-410A-8E07-1A4071B8599C}"/>
              </a:ext>
            </a:extLst>
          </p:cNvPr>
          <p:cNvSpPr>
            <a:spLocks noGrp="1"/>
          </p:cNvSpPr>
          <p:nvPr>
            <p:ph type="sldNum" sz="quarter" idx="12"/>
          </p:nvPr>
        </p:nvSpPr>
        <p:spPr/>
        <p:txBody>
          <a:bodyPr/>
          <a:lstStyle>
            <a:lvl1pPr>
              <a:defRPr/>
            </a:lvl1pPr>
          </a:lstStyle>
          <a:p>
            <a:fld id="{876DE354-CF9F-4E9B-8380-26F842B75686}" type="slidenum">
              <a:rPr lang="en-US" altLang="pt-BR"/>
              <a:pPr/>
              <a:t>‹nº›</a:t>
            </a:fld>
            <a:endParaRPr lang="en-US" altLang="pt-BR"/>
          </a:p>
        </p:txBody>
      </p:sp>
    </p:spTree>
    <p:extLst>
      <p:ext uri="{BB962C8B-B14F-4D97-AF65-F5344CB8AC3E}">
        <p14:creationId xmlns:p14="http://schemas.microsoft.com/office/powerpoint/2010/main" val="34770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8A635E9-0772-F9C0-207C-D5BD8335E843}"/>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480A4C99-7CCD-B71D-9818-63C8738F749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4855DA9D-F9BF-8991-4502-C9F84F20F18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8B93AF06-61E4-1C31-4603-7105CC142199}"/>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EEB31C0D-0EAE-65D5-43E9-51B513CA2B36}"/>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A5AA32E-50AE-4F88-AAF0-A8513045D930}"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DBF0029-8AD9-E5BB-B3D8-E92D498561AF}"/>
              </a:ext>
            </a:extLst>
          </p:cNvPr>
          <p:cNvSpPr>
            <a:spLocks noGrp="1" noChangeArrowheads="1"/>
          </p:cNvSpPr>
          <p:nvPr>
            <p:ph type="ctrTitle"/>
          </p:nvPr>
        </p:nvSpPr>
        <p:spPr>
          <a:xfrm>
            <a:off x="685800" y="2130425"/>
            <a:ext cx="7772400" cy="1470025"/>
          </a:xfrm>
        </p:spPr>
        <p:txBody>
          <a:bodyPr anchor="ctr"/>
          <a:lstStyle/>
          <a:p>
            <a:r>
              <a:rPr lang="pt-BR" altLang="pt-BR" sz="4000" b="1"/>
              <a:t>272</a:t>
            </a:r>
            <a:br>
              <a:rPr lang="pt-BR" altLang="pt-BR" sz="4000" b="1"/>
            </a:br>
            <a:r>
              <a:rPr lang="pt-BR" altLang="pt-BR" sz="4000" b="1"/>
              <a:t>QUANDO JESUS APARECER</a:t>
            </a:r>
            <a:endParaRPr lang="en-US" altLang="pt-BR" sz="40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BFC17BA-EA7E-2378-714D-D209C092F809}"/>
              </a:ext>
            </a:extLst>
          </p:cNvPr>
          <p:cNvSpPr>
            <a:spLocks noGrp="1" noChangeArrowheads="1"/>
          </p:cNvSpPr>
          <p:nvPr>
            <p:ph type="title"/>
          </p:nvPr>
        </p:nvSpPr>
        <p:spPr>
          <a:xfrm>
            <a:off x="457200" y="274638"/>
            <a:ext cx="8229600" cy="6034087"/>
          </a:xfrm>
        </p:spPr>
        <p:txBody>
          <a:bodyPr/>
          <a:lstStyle/>
          <a:p>
            <a:r>
              <a:rPr lang="pt-BR" altLang="pt-BR" sz="3600"/>
              <a:t>Quando Jesus aparecer,</a:t>
            </a:r>
            <a:br>
              <a:rPr lang="pt-BR" altLang="pt-BR" sz="3600"/>
            </a:br>
            <a:r>
              <a:rPr lang="pt-BR" altLang="pt-BR" sz="3600"/>
              <a:t>Que festa para nós há de ser, </a:t>
            </a:r>
            <a:br>
              <a:rPr lang="pt-BR" altLang="pt-BR" sz="3600"/>
            </a:br>
            <a:r>
              <a:rPr lang="pt-BR" altLang="pt-BR" sz="3600"/>
              <a:t>Ao céu de luz iremos ter, </a:t>
            </a:r>
            <a:br>
              <a:rPr lang="pt-BR" altLang="pt-BR" sz="3600"/>
            </a:br>
            <a:r>
              <a:rPr lang="pt-BR" altLang="pt-BR" sz="3600"/>
              <a:t>P'ra desfrutar eterno prazer, </a:t>
            </a:r>
            <a:br>
              <a:rPr lang="pt-BR" altLang="pt-BR" sz="3600"/>
            </a:br>
            <a:r>
              <a:rPr lang="pt-BR" altLang="pt-BR" sz="3600"/>
              <a:t>Quando ao Seu Pai nos apresentar,</a:t>
            </a:r>
            <a:br>
              <a:rPr lang="pt-BR" altLang="pt-BR" sz="3600"/>
            </a:br>
            <a:r>
              <a:rPr lang="pt-BR" altLang="pt-BR" sz="3600"/>
              <a:t>Que alegria no céu haverá; </a:t>
            </a:r>
            <a:br>
              <a:rPr lang="pt-BR" altLang="pt-BR" sz="3600"/>
            </a:br>
            <a:r>
              <a:rPr lang="pt-BR" altLang="pt-BR" sz="3600"/>
              <a:t>No trono Seu teremos lugar, </a:t>
            </a:r>
            <a:br>
              <a:rPr lang="pt-BR" altLang="pt-BR" sz="3600"/>
            </a:br>
            <a:r>
              <a:rPr lang="pt-BR" altLang="pt-BR" sz="3600"/>
              <a:t>Em nossa fronte coroa porá.</a:t>
            </a:r>
            <a:endParaRPr lang="en-US" altLang="pt-BR"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A18494C-1300-388D-0C3B-3B66C6884611}"/>
              </a:ext>
            </a:extLst>
          </p:cNvPr>
          <p:cNvSpPr>
            <a:spLocks noGrp="1" noChangeArrowheads="1"/>
          </p:cNvSpPr>
          <p:nvPr>
            <p:ph type="title"/>
          </p:nvPr>
        </p:nvSpPr>
        <p:spPr>
          <a:xfrm>
            <a:off x="457200" y="274638"/>
            <a:ext cx="8229600" cy="6107112"/>
          </a:xfrm>
        </p:spPr>
        <p:txBody>
          <a:bodyPr/>
          <a:lstStyle/>
          <a:p>
            <a:r>
              <a:rPr lang="pt-BR" altLang="pt-BR" sz="4000"/>
              <a:t>Marchai com Deus, sem vos deter, </a:t>
            </a:r>
            <a:br>
              <a:rPr lang="pt-BR" altLang="pt-BR" sz="4000"/>
            </a:br>
            <a:r>
              <a:rPr lang="pt-BR" altLang="pt-BR" sz="4000"/>
              <a:t>Em santidade e sem temer;</a:t>
            </a:r>
            <a:br>
              <a:rPr lang="pt-BR" altLang="pt-BR" sz="4000"/>
            </a:br>
            <a:r>
              <a:rPr lang="pt-BR" altLang="pt-BR" sz="4000"/>
              <a:t>Se nada mais podeis fazer -</a:t>
            </a:r>
            <a:br>
              <a:rPr lang="pt-BR" altLang="pt-BR" sz="4000"/>
            </a:br>
            <a:r>
              <a:rPr lang="pt-BR" altLang="pt-BR" sz="4000"/>
              <a:t>Por crer em Cristo - tendes poder, </a:t>
            </a:r>
            <a:br>
              <a:rPr lang="pt-BR" altLang="pt-BR" sz="4000"/>
            </a:br>
            <a:r>
              <a:rPr lang="pt-BR" altLang="pt-BR" sz="4000"/>
              <a:t>Se hoje crerdes... Deus vos dará; </a:t>
            </a:r>
            <a:br>
              <a:rPr lang="pt-BR" altLang="pt-BR" sz="4000"/>
            </a:br>
            <a:r>
              <a:rPr lang="pt-BR" altLang="pt-BR" sz="4000"/>
              <a:t>Se fé tiverdes, vós recebereis, </a:t>
            </a:r>
            <a:br>
              <a:rPr lang="pt-BR" altLang="pt-BR" sz="4000"/>
            </a:br>
            <a:r>
              <a:rPr lang="pt-BR" altLang="pt-BR" sz="4000"/>
              <a:t>Vida de paz no céu gozará</a:t>
            </a:r>
            <a:br>
              <a:rPr lang="pt-BR" altLang="pt-BR" sz="4000"/>
            </a:br>
            <a:r>
              <a:rPr lang="pt-BR" altLang="pt-BR" sz="4000"/>
              <a:t>Todo que crer em Jesus, nosso Rei.</a:t>
            </a:r>
            <a:r>
              <a:rPr lang="en-US" altLang="pt-B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2BB6D44-C6F9-1518-6C32-393A95C5B7C9}"/>
              </a:ext>
            </a:extLst>
          </p:cNvPr>
          <p:cNvSpPr>
            <a:spLocks noGrp="1" noChangeArrowheads="1"/>
          </p:cNvSpPr>
          <p:nvPr>
            <p:ph type="title"/>
          </p:nvPr>
        </p:nvSpPr>
        <p:spPr>
          <a:xfrm>
            <a:off x="457200" y="274638"/>
            <a:ext cx="8229600" cy="6034087"/>
          </a:xfrm>
        </p:spPr>
        <p:txBody>
          <a:bodyPr/>
          <a:lstStyle/>
          <a:p>
            <a:r>
              <a:rPr lang="pt-BR" altLang="pt-BR" sz="3600"/>
              <a:t>Iremos nós, no céu cear</a:t>
            </a:r>
            <a:br>
              <a:rPr lang="pt-BR" altLang="pt-BR" sz="3600"/>
            </a:br>
            <a:r>
              <a:rPr lang="pt-BR" altLang="pt-BR" sz="3600"/>
              <a:t>E Jesus Cristo nos servirá; </a:t>
            </a:r>
            <a:br>
              <a:rPr lang="pt-BR" altLang="pt-BR" sz="3600"/>
            </a:br>
            <a:r>
              <a:rPr lang="pt-BR" altLang="pt-BR" sz="3600"/>
              <a:t>A Sua grei que quis salvar, </a:t>
            </a:r>
            <a:br>
              <a:rPr lang="pt-BR" altLang="pt-BR" sz="3600"/>
            </a:br>
            <a:r>
              <a:rPr lang="pt-BR" altLang="pt-BR" sz="3600"/>
              <a:t>No céu, então, se reunirá. </a:t>
            </a:r>
            <a:br>
              <a:rPr lang="pt-BR" altLang="pt-BR" sz="3600"/>
            </a:br>
            <a:r>
              <a:rPr lang="pt-BR" altLang="pt-BR" sz="3600"/>
              <a:t>Qual forte sol, dará resplendor </a:t>
            </a:r>
            <a:br>
              <a:rPr lang="pt-BR" altLang="pt-BR" sz="3600"/>
            </a:br>
            <a:r>
              <a:rPr lang="pt-BR" altLang="pt-BR" sz="3600"/>
              <a:t>Ante Jesus, o Senhor eternal!</a:t>
            </a:r>
            <a:r>
              <a:rPr lang="en-US" altLang="pt-BR"/>
              <a:t> </a:t>
            </a: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Words>
  <Application>Microsoft Office PowerPoint</Application>
  <PresentationFormat>Apresentação na tela (4:3)</PresentationFormat>
  <Paragraphs>4</Paragraphs>
  <Slides>4</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4</vt:i4>
      </vt:variant>
    </vt:vector>
  </HeadingPairs>
  <TitlesOfParts>
    <vt:vector size="6" baseType="lpstr">
      <vt:lpstr>Arial</vt:lpstr>
      <vt:lpstr>Design padrão</vt:lpstr>
      <vt:lpstr>272 QUANDO JESUS APARECER</vt:lpstr>
      <vt:lpstr>Quando Jesus aparecer, Que festa para nós há de ser,  Ao céu de luz iremos ter,  P'ra desfrutar eterno prazer,  Quando ao Seu Pai nos apresentar, Que alegria no céu haverá;  No trono Seu teremos lugar,  Em nossa fronte coroa porá.</vt:lpstr>
      <vt:lpstr>Marchai com Deus, sem vos deter,  Em santidade e sem temer; Se nada mais podeis fazer - Por crer em Cristo - tendes poder,  Se hoje crerdes... Deus vos dará;  Se fé tiverdes, vós recebereis,  Vida de paz no céu gozará Todo que crer em Jesus, nosso Rei. </vt:lpstr>
      <vt:lpstr>Iremos nós, no céu cear E Jesus Cristo nos servirá;  A Sua grei que quis salvar,  No céu, então, se reunirá.  Qual forte sol, dará resplendor  Ante Jesus, o Senhor eternal! </vt:lpstr>
    </vt:vector>
  </TitlesOfParts>
  <Company>IEAD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272-QUANDO JESUS APARECER</dc:title>
  <dc:creator>Montagna</dc:creator>
  <cp:lastModifiedBy>Emerson Souza</cp:lastModifiedBy>
  <cp:revision>2</cp:revision>
  <dcterms:created xsi:type="dcterms:W3CDTF">2005-10-19T00:43:52Z</dcterms:created>
  <dcterms:modified xsi:type="dcterms:W3CDTF">2026-05-02T21:59:36Z</dcterms:modified>
</cp:coreProperties>
</file>