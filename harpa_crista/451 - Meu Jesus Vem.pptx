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CA7253-1E55-4530-5C5D-539805B8C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DCE587-DE42-75AB-BBCF-C48E5E24B9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8F60CC-CDC7-D60B-5400-F3C3161C2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B5D73F-0547-B7C4-E35E-6125103C9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22F7AC-4B26-501B-3295-14DB4B298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DCE2D6-F3AE-4071-9A9C-492B5A588D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24561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25766B-844A-1DCD-5658-17A09E43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D9BAF9-5551-7C03-210C-CED91F50B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449D04-3D77-D083-A2B7-CECB431A3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6114DF-7EAF-6470-688B-FE55642A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80ED68-001D-77C4-5507-7168EF52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E447AC-B386-4C70-BA6C-A8A459A5E2E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78928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34AC5A-8A5D-4840-BE2F-058DDE943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6DA35D5-0660-4F3A-C27F-F4AE80FC5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EA41C3-48CA-C41E-3B60-862059509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84F6F-1D82-18B4-33D5-C12262F73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63AD2-D8E8-F6DD-299E-1F01F22D0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06AB97-08B7-4E78-96F9-5DF2A5C241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04237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0C1A21-9BE9-FE35-C950-08A88D26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483357-7354-5502-BD0C-DAC87FDA89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3A9C299-3A57-C394-C914-FB2BFCC9C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E01305-8414-28A5-B3C7-0B9C040F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996EF4-C29D-1E78-B478-DF31462B4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3A8DA6-F76C-766F-5EF3-E073432FA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25E262-67AA-4A98-8B77-E15B93FBB74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54407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A4D62D-794E-1ECC-D3FA-77A76E107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4C64BCC-0FAB-32E7-C42D-1350FB3D9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12CAE45-6B51-28DB-801C-34DB20E3D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2F739BB-F6E5-B6DE-2F78-5068B89D58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5F5CEA1-6917-4694-0A07-74E68CC30E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2ED396C-BC5C-B435-D6EF-AE5CAC27D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5400948-6329-06CF-95C6-B023EF79B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60DDFB8-5C79-4B95-FC94-AE051778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A92E0C-472A-4927-9F6A-FDE0AE4C275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34843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6069EC-6DAE-8E4E-5540-EA27DDD20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66FC232-F11A-6D36-55D0-7D58A81F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4459AC4-7FA9-D464-A995-FDD74032A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EAC1E37-3B69-4298-AE6D-C20E71FB5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337192-575F-42C8-A845-AFC4608B96D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08339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EAD01E-8D93-AA17-622E-A7B32053F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4F4531E-D4B8-7253-EB74-85B283832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A5F445B-A48A-6EF8-0373-D15257EC5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7081C9-E838-4C84-A806-7EBAD03330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6193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6217D1-350B-831A-70B2-33509DFE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67340D-79BC-50E4-17E4-1465A6C7D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4936D2D-8752-C9F9-4CF6-226BE6AB4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634227D-F8EF-D739-352E-A73D502EB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4B748E-7360-DA35-AB2F-BFD505EE2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70D450-D6EA-C5F8-DF21-D239CD087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3A963C-CA66-4779-90B9-8887F978C6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016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46F82-6FF0-C8B1-2907-3F686B38B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B378281-72D2-2A86-D488-538089A3FE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4678AF8-B3E2-B7A7-AB87-A7F9E7E4F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CF7095-FDAF-991C-A9C4-11D4372D5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59B1F3-3462-A7F9-9A68-E13C4AAC7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B4EAE8-F463-37D3-8E41-4AB68EE1D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ED4AA-D135-44DB-AEB7-BB9DB048F6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03216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0332D-B03E-C424-DDDD-94C2ECDA1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6378F25-7487-0FCB-2A7B-E4EDE78C8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050235-2201-92B0-76E6-7DC0DB733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F6D5D9-5F55-71BB-FB3F-6CDE2BB9B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8398CC-5DCC-9B71-A470-601A234A7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259812-9433-4490-9043-6A2B8D4489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47365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82E535-751C-CCE7-BCEF-DCD08AB631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9B3995E-1A07-09C2-4FEA-E69C866D6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D20F7C-B005-B450-C738-4B0CE58B6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4AD4DB-3A18-059B-3173-23B06B116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7D20CF-296A-E362-B7D0-EA492A948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B6259C-30FC-4A86-8A06-2D5CADEAB4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22492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B85CC63-651C-2D63-FCFF-6A492FA915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DBDEB27-EE5B-34BF-94C4-0207480F0F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66E5AC1-E086-8390-895F-645ECBB0713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0A696FE-FD8E-2570-AC36-322B4E1E1F5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5A1C586-0B1B-FE22-74D1-05C518F5C0B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2EF44E7-2F94-4548-801D-B1E8B23BBEE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53D385A-D4FD-DCEC-B0DA-1D96A9946F2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451 – Meu Jesus Vem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8D1E60B-4E1A-6D36-CD76-70BC179AEA7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A26743E-E08D-DAB1-0770-5E4391B437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Os testemunhos indicam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breve Cristo virá;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Já os sinais testificam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Ele vem, não tardará.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Oh! Dia de grande glória,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Para os remidos será!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Dia será de vitória;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Jesus em breve virá.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2EABF24-1E37-9828-CE50-4A0F9C47DD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Meu Jesus vem, meu Jesus vem;</a:t>
            </a:r>
            <a:r>
              <a:rPr lang="en-US" altLang="pt-BR" sz="4000"/>
              <a:t> </a:t>
            </a:r>
            <a:r>
              <a:rPr lang="en-US" altLang="pt-BR" sz="4000" b="1" i="1"/>
              <a:t>Vou encontrá-Lo no céu!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Os anjos nas harpas tangem,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Dando louvores a Deus!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F4E5755-90A7-0A81-8B73-94AB6F4FB3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Tudo é trevas no mundo,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noite chegada está,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Mas voz de amor mui profundo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Diz que Jesus voltará.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Meu corpo já transformado,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Um céu aberto achará!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anjos mil a Seu lado,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Jesus em breve virá!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F681640-9648-23A0-B2E4-E2C6B77B06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Meu Jesus vem, meu Jesus vem;</a:t>
            </a:r>
            <a:r>
              <a:rPr lang="en-US" altLang="pt-BR" sz="4000"/>
              <a:t> </a:t>
            </a:r>
            <a:r>
              <a:rPr lang="en-US" altLang="pt-BR" sz="4000" b="1" i="1"/>
              <a:t>Vou encontrá-Lo no céu!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Os anjos nas harpas tangem,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Dando louvores a Deus!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6C3A677-0982-F60D-438E-8856803EB7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Tristezas desaparecem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dores não haverá;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Estrelas já resplandecem;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festa começará!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Descanso ali prometido,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Minh'alma então gozará;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Ouve a mensagem, perdido;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Jesus em breve virá!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24C0875-CA60-2F26-8F6C-B855D4B36F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Meu Jesus vem, meu Jesus vem;</a:t>
            </a:r>
            <a:r>
              <a:rPr lang="en-US" altLang="pt-BR" sz="4000"/>
              <a:t> </a:t>
            </a:r>
            <a:r>
              <a:rPr lang="en-US" altLang="pt-BR" sz="4000" b="1" i="1"/>
              <a:t>Vou encontrá-Lo no céu!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Os anjos nas harpas tangem,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Dando louvores a Deus!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451 – Meu Jesus Vem </vt:lpstr>
      <vt:lpstr>Os testemunhos indicam  Que breve Cristo virá;  Já os sinais testificam  Que Ele vem, não tardará.  Oh! Dia de grande glória,  Para os remidos será!  Dia será de vitória;  Jesus em breve virá.  </vt:lpstr>
      <vt:lpstr>Meu Jesus vem, meu Jesus vem; Vou encontrá-Lo no céu!  Os anjos nas harpas tangem,  Dando louvores a Deus!  </vt:lpstr>
      <vt:lpstr>Tudo é trevas no mundo,  A noite chegada está,  Mas voz de amor mui profundo  Diz que Jesus voltará.  Meu corpo já transformado,  Um céu aberto achará!  Com anjos mil a Seu lado,  Jesus em breve virá!  </vt:lpstr>
      <vt:lpstr>Meu Jesus vem, meu Jesus vem; Vou encontrá-Lo no céu!  Os anjos nas harpas tangem,  Dando louvores a Deus!  </vt:lpstr>
      <vt:lpstr>Tristezas desaparecem  E dores não haverá;  Estrelas já resplandecem;  A festa começará!  Descanso ali prometido,  Minh'alma então gozará;  Ouve a mensagem, perdido;  Jesus em breve virá!</vt:lpstr>
      <vt:lpstr>Meu Jesus vem, meu Jesus vem; Vou encontrá-Lo no céu!  Os anjos nas harpas tangem,  Dando louvores a Deus!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451 – Meu Jesus Vem </dc:title>
  <dc:creator>Junior</dc:creator>
  <cp:lastModifiedBy>Emerson Souza</cp:lastModifiedBy>
  <cp:revision>1</cp:revision>
  <dcterms:created xsi:type="dcterms:W3CDTF">2005-12-26T18:27:57Z</dcterms:created>
  <dcterms:modified xsi:type="dcterms:W3CDTF">2026-05-02T22:14:47Z</dcterms:modified>
</cp:coreProperties>
</file>