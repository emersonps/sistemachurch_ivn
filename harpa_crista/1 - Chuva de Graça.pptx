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58" r:id="rId6"/>
    <p:sldId id="257" r:id="rId7"/>
    <p:sldId id="262" r:id="rId8"/>
    <p:sldId id="263" r:id="rId9"/>
    <p:sldId id="264" r:id="rId10"/>
    <p:sldId id="266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15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7240EB-197F-B165-510E-4FCC8FDFE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B91016-333C-0B17-11F2-7D206B7840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C9BA32-208A-1CB4-155F-7056F26E5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A4BFAF-D5DF-F413-0BB8-380AD854B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BBC61F-E3E1-BC8E-9BAB-A551342C2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29A23F-F7A8-475D-B19A-3BEA2544E5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98766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06BCE-C337-1D13-1DE2-1D27FEDDD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2821FA-D825-DF32-FDA9-418C283D4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8391D5-7246-C170-6548-43A6C650B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EEB2E1-8090-DE9D-4345-5CD362AEC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9972DC-9516-FDFE-C291-B10ECFAE0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4BA823-3415-4034-A259-82516657B0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13836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FE72E8-EA21-3ADF-CCF8-3B7A06CFD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DFE9E1-E711-8696-BF2F-95903FFDA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84BC52-EDE6-C8B1-76B1-76BCD0D97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D57753-87DE-50EB-4D8F-4809221F9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C98AE1-BD09-EC76-5FC2-3C6F04D5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7E5D74-A9B8-4A78-9A1A-A4F681E07B9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91618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CC4DF-D673-E6C1-A373-7E2EFA030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190FDD-04C0-41E3-1366-E21C79CDA4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D2209D8-6BB8-2994-C473-F9C1C7BC5B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F5A28AF-69FB-1F98-E6FE-378A4BDA3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FA50C3-BDF7-1E4C-D5A0-BABAFED81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54326E8-66AC-36C8-41E7-DF478CF2F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8814A6-1CC0-4E73-9812-35E5C0FEC5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15460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BCF192-7FE2-C169-A2C1-35106F9BB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585D94-F4E0-EBBC-FC6C-3AD3F12F0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4306B86-3AE4-4D6D-3491-06BFC593A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F481DFA-19A0-DDDF-FDBA-2F72F9475D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820EE0C-478C-A58F-7ADD-264D5D92FA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D457192-797E-1E80-5B1A-ECB775CB7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A5475DE-F2F5-3650-8CA2-2E3CF9CE5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53CF044-1E43-A0E1-FD7C-089534660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E0F183-0844-4BA9-AFA7-51C0BBC0EAA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34752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C1FB04-ED7F-117E-D324-89B14AA9D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3C3F099-4F56-A436-F458-FE822C3E7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7A5843B-6DCC-CC0E-E465-C1CC2CC56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A024DCC-2184-F46D-A0ED-7D8908227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43BABA-907C-411D-BCCB-817807A6BA2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88504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E2A757F-AA47-7420-03E8-DF41E1E49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764E159-C065-0216-CA42-830F38D89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59339D-96CA-C99C-5411-03D0F8A20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10B7FA-6587-463E-A59C-28EA6405E6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46089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364B31-185D-30E5-110B-317887F00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FA12D8-DE5A-FFE1-DA94-21DB83D12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6EAB397-7542-6D12-2352-EA9EFAF8B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5A0320-43E2-35A4-DA81-59E5E2493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DE6DAF-AAB3-8B88-1686-B00A2AF2E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AA4AA4D-AA1E-624E-7C44-02C21593A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74890A-4D83-4597-BDD5-AEA3EC20F66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25483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8C1A42-8D13-D830-F928-67AB1431E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A22F361-9C79-8A2B-EA98-BAF072556F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C954A5-128E-A83D-A21B-48D60AB57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AE35D44-D0EF-3C00-36E2-6281F933D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6C80155-4E52-4420-98E0-777EE116C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C1E520F-37E1-4F64-5424-004493BE2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44A33C-7A8E-4C84-A0FE-E16318C53C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45957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98FDF-4F54-0AA9-8B50-9AD457A38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2736621-BD15-E5C5-6677-9E5ACD69C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E01AD7-56A7-F56D-37D1-2C111F14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6BC3C-2849-5757-3CE8-DE63A1D56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E25655-6891-1ADC-C33D-88A2AE343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DBFBB6-5AB6-45D9-993D-2DFB65AADA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81653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E4233C5-D14E-36FA-BE54-407AB720B8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853FF48-DB15-95D5-681C-9CB938D0F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441F62-583C-8614-0603-CED48633E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C27365-EECD-4C1C-33D6-39158EB3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DCD4AC-7A95-6B5C-0158-73374FCD0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EB0BF1-38C5-4B3C-AA54-E5BC26A5B0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0915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A9A30FD-A876-1E29-467A-51DDBC7C4F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BE9463D-4895-5101-FC35-1F76D69248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0DC6CB2-6931-17FC-E065-21A9331B55B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6395C56-13BF-1ED9-676F-09FC32DB212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66C8843-B083-D78A-7CB7-A5F6DFD9052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7A6BDCC-3491-4DA7-AAEE-3C40EAAE427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D15816B-644B-64B3-57C5-FBAF8088080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>
                <a:solidFill>
                  <a:srgbClr val="CCCCFF"/>
                </a:solidFill>
              </a:rPr>
              <a:t>1</a:t>
            </a:r>
            <a:br>
              <a:rPr lang="pt-BR" altLang="pt-BR" sz="4400">
                <a:solidFill>
                  <a:srgbClr val="CCCCFF"/>
                </a:solidFill>
              </a:rPr>
            </a:br>
            <a:r>
              <a:rPr lang="pt-BR" altLang="pt-BR" sz="4400">
                <a:solidFill>
                  <a:srgbClr val="CCCCFF"/>
                </a:solidFill>
              </a:rPr>
              <a:t>Chuvas de Graça</a:t>
            </a:r>
            <a:endParaRPr lang="en-US" altLang="pt-BR" sz="4400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0ACA55A7-B781-D427-5D67-11EF060E15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486400"/>
          </a:xfrm>
        </p:spPr>
        <p:txBody>
          <a:bodyPr/>
          <a:lstStyle/>
          <a:p>
            <a:r>
              <a:rPr lang="pt-BR" altLang="pt-BR">
                <a:solidFill>
                  <a:srgbClr val="CCCCFF"/>
                </a:solidFill>
              </a:rPr>
              <a:t>Deus prometeu com certeza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Chuvas de graça mandar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Ele nos dá fortaleza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E ricas bênçãos sem par</a:t>
            </a:r>
            <a:endParaRPr lang="en-US" altLang="pt-BR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D56095E1-D513-9EA5-EADC-BDA4C7FBCE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592762"/>
          </a:xfrm>
        </p:spPr>
        <p:txBody>
          <a:bodyPr/>
          <a:lstStyle/>
          <a:p>
            <a:r>
              <a:rPr lang="pt-BR" altLang="pt-BR">
                <a:solidFill>
                  <a:srgbClr val="CCCCFF"/>
                </a:solidFill>
              </a:rPr>
              <a:t>Chuvas de graça,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Chuvas pedimos, Senhor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Manda-nos chuvas constantes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Chuvas do Consolador</a:t>
            </a:r>
            <a:endParaRPr lang="en-US" altLang="pt-BR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E07189C5-50DD-F07E-9D3C-FE5F5EDD6B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229600" cy="5287963"/>
          </a:xfrm>
        </p:spPr>
        <p:txBody>
          <a:bodyPr/>
          <a:lstStyle/>
          <a:p>
            <a:r>
              <a:rPr lang="pt-BR" altLang="pt-BR">
                <a:solidFill>
                  <a:srgbClr val="CCCCFF"/>
                </a:solidFill>
              </a:rPr>
              <a:t>Cristo nos tem concedido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O Santo Consolador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De plena paz nos enchido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Para o reinado de amor</a:t>
            </a:r>
            <a:endParaRPr lang="en-US" altLang="pt-BR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5">
            <a:extLst>
              <a:ext uri="{FF2B5EF4-FFF2-40B4-BE49-F238E27FC236}">
                <a16:creationId xmlns:a16="http://schemas.microsoft.com/office/drawing/2014/main" id="{205E90DA-4DCC-E5F3-76B4-19E5140838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516562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rgbClr val="CCCCFF"/>
                </a:solidFill>
              </a:rPr>
              <a:t>Chuvas de graça,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Chuvas pedimos, Senhor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Manda-nos chuvas constantes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Chuvas do Consolador</a:t>
            </a:r>
            <a:endParaRPr lang="en-US" altLang="pt-BR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7B9E8B7-BF37-AB5A-BF74-930318E964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229600" cy="4983163"/>
          </a:xfrm>
        </p:spPr>
        <p:txBody>
          <a:bodyPr/>
          <a:lstStyle/>
          <a:p>
            <a:r>
              <a:rPr lang="pt-BR" altLang="pt-BR">
                <a:solidFill>
                  <a:srgbClr val="CCCCFF"/>
                </a:solidFill>
              </a:rPr>
              <a:t>Dá-nos, Senhor, amplamente,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Teu grande gozo e poder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Fonte de amor permanente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Põe dentro de nosso ser</a:t>
            </a:r>
            <a:endParaRPr lang="en-US" altLang="pt-BR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6">
            <a:extLst>
              <a:ext uri="{FF2B5EF4-FFF2-40B4-BE49-F238E27FC236}">
                <a16:creationId xmlns:a16="http://schemas.microsoft.com/office/drawing/2014/main" id="{81168645-54FE-780D-70E3-489BB25F16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5211763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rgbClr val="CCCCFF"/>
                </a:solidFill>
              </a:rPr>
              <a:t>Chuvas de graça,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Chuvas pedimos, Senhor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Manda-nos chuvas constantes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Chuvas do Consolador</a:t>
            </a:r>
            <a:endParaRPr lang="en-US" altLang="pt-BR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4">
            <a:extLst>
              <a:ext uri="{FF2B5EF4-FFF2-40B4-BE49-F238E27FC236}">
                <a16:creationId xmlns:a16="http://schemas.microsoft.com/office/drawing/2014/main" id="{8E24A26A-2F3A-362C-3511-81D2F3DF02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685800"/>
            <a:ext cx="8229600" cy="4983163"/>
          </a:xfrm>
        </p:spPr>
        <p:txBody>
          <a:bodyPr/>
          <a:lstStyle/>
          <a:p>
            <a:r>
              <a:rPr lang="pt-BR" altLang="pt-BR">
                <a:solidFill>
                  <a:srgbClr val="CCCCFF"/>
                </a:solidFill>
              </a:rPr>
              <a:t>Faze os Teus servos piedosos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Dá-lhes virtude e valor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Dando os Teus dons preciosos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Do Santo Preceptor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								</a:t>
            </a:r>
            <a:r>
              <a:rPr lang="pt-BR" altLang="pt-BR" sz="1800">
                <a:solidFill>
                  <a:srgbClr val="CCCCFF"/>
                </a:solidFill>
              </a:rPr>
              <a:t>J.R</a:t>
            </a:r>
            <a:endParaRPr lang="en-US" altLang="pt-BR" sz="1800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5">
            <a:extLst>
              <a:ext uri="{FF2B5EF4-FFF2-40B4-BE49-F238E27FC236}">
                <a16:creationId xmlns:a16="http://schemas.microsoft.com/office/drawing/2014/main" id="{E3188B81-0A91-A866-C19C-F475D6B0A2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90600"/>
            <a:ext cx="8229600" cy="4221163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rgbClr val="CCCCFF"/>
                </a:solidFill>
              </a:rPr>
              <a:t>Chuvas de graça,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Chuvas pedimos, Senhor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Manda-nos chuvas constantes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Chuvas do Consolador</a:t>
            </a:r>
            <a:endParaRPr lang="en-US" altLang="pt-BR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90CB141-E033-E58D-0350-35614A81AA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90600"/>
            <a:ext cx="8229600" cy="4221163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rgbClr val="CCCCFF"/>
                </a:solidFill>
              </a:rPr>
              <a:t>Chuvas de graça,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Chuvas pedimos, Senhor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Manda-nos chuvas constantes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Chuvas do Consolador</a:t>
            </a:r>
            <a:endParaRPr lang="en-US" altLang="pt-BR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185</Words>
  <Application>Microsoft Office PowerPoint</Application>
  <PresentationFormat>Apresentação na tela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2" baseType="lpstr">
      <vt:lpstr>Arial</vt:lpstr>
      <vt:lpstr>Design padrão</vt:lpstr>
      <vt:lpstr>1 Chuvas de Graça</vt:lpstr>
      <vt:lpstr>Deus prometeu com certeza Chuvas de graça mandar Ele nos dá fortaleza E ricas bênçãos sem par</vt:lpstr>
      <vt:lpstr>Chuvas de graça, Chuvas pedimos, Senhor Manda-nos chuvas constantes Chuvas do Consolador</vt:lpstr>
      <vt:lpstr>Cristo nos tem concedido O Santo Consolador De plena paz nos enchido Para o reinado de amor</vt:lpstr>
      <vt:lpstr>Chuvas de graça, Chuvas pedimos, Senhor Manda-nos chuvas constantes Chuvas do Consolador</vt:lpstr>
      <vt:lpstr>Dá-nos, Senhor, amplamente, Teu grande gozo e poder Fonte de amor permanente Põe dentro de nosso ser</vt:lpstr>
      <vt:lpstr>Chuvas de graça, Chuvas pedimos, Senhor Manda-nos chuvas constantes Chuvas do Consolador</vt:lpstr>
      <vt:lpstr>Faze os Teus servos piedosos Dá-lhes virtude e valor Dando os Teus dons preciosos Do Santo Preceptor         J.R</vt:lpstr>
      <vt:lpstr>Chuvas de graça, Chuvas pedimos, Senhor Manda-nos chuvas constantes Chuvas do Consolador</vt:lpstr>
      <vt:lpstr>Chuvas de graça, Chuvas pedimos, Senhor Manda-nos chuvas constantes Chuvas do Consolador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Chuvas de Graça</dc:title>
  <dc:creator>Junior</dc:creator>
  <cp:lastModifiedBy>Emerson Souza</cp:lastModifiedBy>
  <cp:revision>3</cp:revision>
  <dcterms:created xsi:type="dcterms:W3CDTF">2005-07-30T04:24:12Z</dcterms:created>
  <dcterms:modified xsi:type="dcterms:W3CDTF">2026-05-02T21:37:06Z</dcterms:modified>
</cp:coreProperties>
</file>