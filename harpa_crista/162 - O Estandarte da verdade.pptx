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EB532-E363-15B9-00D4-02AB5EEAF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09011-7C9F-20CA-903A-7927CDE5F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F29E8-FE13-08B4-5C73-1E9D13354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D6D4F1-082A-975C-E872-38DFD2C77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89CDE-8B1D-660F-9041-F4183379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9EC84F-812B-4007-8A82-060012D22B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7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A513D-2FAE-9FD3-45C4-23E38B719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6A208-1E1E-C969-1FDF-C30D6D987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FBC204-5025-E006-730C-86C8DA51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321CEC-7C9A-A029-0F41-2D872C7A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185FDB-3BBA-2B33-163E-00681DEB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6B6A10-AC82-4092-8CAA-1FF50B3DC9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687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3E66D-8977-7B55-39B4-1C16B384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644FBA-9F34-6953-33CD-AA1D4FAFA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E0A934-1430-1524-735C-6806AB53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28B8AD-C19E-0EB5-61BE-6556EC21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325982-6202-B92E-B0F1-D79BB34C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D59705-D587-4719-A28A-B60AA99A43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20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20775-A57D-BFCF-97AB-51551389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BF5A7B-E244-140C-8819-FB4A840B1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865336-068C-6763-BC96-7B8F4BC20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09F869-C039-35CE-09AC-78086C8D6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3413B1-C9DF-66F1-052F-CA6F9AD6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E09F17-9B46-2FDA-59DF-2DCAB20D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B191E1-1935-4D14-AA87-6A11D60696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15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A41B4-33A0-30DF-5444-CF3C5CFF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FD5B50-872D-B8FE-946D-49C991D11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A244D9-AE9F-5140-1EBF-E7AADC5A8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C7249E-0C35-709F-6E02-DEE93685E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ED3590-F4D6-2217-4F4B-8B2E5CADD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7DDC82-3D4F-6AD8-76F8-6CA1A741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5B7C77-BD6E-84E8-1EB2-EE5D91E3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5B8B1DE-D05B-08FF-E672-EBC94B5C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EE0C5-44D3-4538-8667-54198CD4D2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119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7B803-F49F-1846-F5C3-BE7588CF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E3008C-1263-1D99-9A89-7663CB33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121F69B-7905-E1BD-6F57-5A184EC5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2FDAA02-5094-2ECC-1E1B-7C684C8F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1163C-41BD-4FFE-9257-E3BD122A17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897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4F5490-FD84-1B3D-0C3D-158F158A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D48599-D143-7655-729B-6021D375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3098E8-8C64-3291-B4CC-09958187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0B91DA-7E6F-4661-A9A6-156CBB7A5E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229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E3CDA-D3E0-2271-4CB2-ABAA4F91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57A6A2-D5C8-9B3C-F140-39AD0917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0ACFB1-0A74-1BCF-FD67-7F2F28960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C8313C-710E-8B08-B0F0-5E699B8E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631808-A912-BDF5-1F2B-1FA42B81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FB7F37-BAFE-D514-D560-8C53A26C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53EABC-8AB1-4832-84A0-DF9857453C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790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1CF58-FF59-6264-791F-3A5A1B9C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12A43F-0994-F87E-5396-C411BAF38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1F80CD-E3F6-151F-68EC-74B34CA73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5A8924-F303-0BDA-079E-B1D97585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26AC54-A782-2438-8E9F-C48B22EF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AE7040-F5B6-8971-A494-0C33BE35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F7E9A7-D57A-4675-BC5F-DF89EA71B2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779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A5174-C4DD-9DB7-CD07-6591E020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FAC832-C9B7-2566-59DF-134A96445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18BF07-C06A-E341-D3E0-EECCE393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4A1783-70F3-D71C-B8C3-9AEA6A2B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D39541-0637-77C8-6C59-ADAE0EF7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AD98D-A999-44D9-A7EB-1D0214F806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538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A6E7D7-BEDF-B44E-BE76-FAE8A29A07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FF6101-D067-2754-809F-F148EBB7D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4B08CF-C549-1C89-1626-57D3C91D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62115C-34AA-43A8-50AF-BB201374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FBFA16-A2C0-3BA5-E46E-31002C2F0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E3DF40-5783-4BBA-A64B-5591C6B25F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614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75CDB11-8E9F-2305-4632-801B1A141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E853DB6-077F-D90E-1D2C-8170AE818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7A6084-5E6F-214F-80C5-E3B2391E58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7834371-4E7D-C643-F4C3-0D7117BFBB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A2CEF4-17F9-4504-994C-5318EA0EF5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5D1900-58C1-4748-9488-B20C620D442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46B3B82-282B-F39A-616C-9888663A25B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162</a:t>
            </a:r>
            <a:br>
              <a:rPr lang="en-US" altLang="pt-BR" sz="4000" b="1" i="1"/>
            </a:br>
            <a:r>
              <a:rPr lang="en-US" altLang="pt-BR" sz="4000" b="1" i="1"/>
              <a:t>O ESTANDARTE DA VERDADE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3195964-59CF-129E-F5EE-6EED833702E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0259E17-3272-9C9E-E5DD-154B1918C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Da verdade, levantemos o estandarte, Arvoremos o estandarte de Jesus. Proclamemos, com valor, </a:t>
            </a:r>
            <a:br>
              <a:rPr lang="en-US" altLang="pt-BR" sz="4000" i="1"/>
            </a:br>
            <a:r>
              <a:rPr lang="en-US" altLang="pt-BR" sz="4000" i="1"/>
              <a:t>Por toda parte, </a:t>
            </a:r>
            <a:br>
              <a:rPr lang="en-US" altLang="pt-BR" sz="4000" i="1"/>
            </a:br>
            <a:r>
              <a:rPr lang="en-US" altLang="pt-BR" sz="4000" i="1"/>
              <a:t>A mensagem soleníssima da cruz.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68DB4E-3114-550A-51A8-FE2217480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 mundo está sem luz, sem paz;</a:t>
            </a:r>
            <a:r>
              <a:rPr lang="en-US" altLang="pt-BR" sz="4000" i="1"/>
              <a:t> </a:t>
            </a:r>
            <a:r>
              <a:rPr lang="en-US" altLang="pt-BR" sz="4000" b="1" i="1"/>
              <a:t>Levemos paz, consolação,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quem, na dor, no luto faz,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 luz, sem paz, sem 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25C7E9D-1102-DA60-F230-8777D72D5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Da verdade, levantemos o estandarte; Proclamaremos o Senhor, </a:t>
            </a:r>
            <a:br>
              <a:rPr lang="en-US" altLang="pt-BR" sz="4000" i="1"/>
            </a:br>
            <a:r>
              <a:rPr lang="en-US" altLang="pt-BR" sz="4000" i="1"/>
              <a:t>Que é luz e paz; </a:t>
            </a:r>
            <a:br>
              <a:rPr lang="en-US" altLang="pt-BR" sz="4000" i="1"/>
            </a:br>
            <a:r>
              <a:rPr lang="en-US" altLang="pt-BR" sz="4000" i="1"/>
              <a:t>Pecador, ouve! Jesus tem para dar-te Salvação que nEle só, encontrarás.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A2EE372-7E4C-6528-AE04-FBCD19868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 mundo está sem luz, sem paz;</a:t>
            </a:r>
            <a:r>
              <a:rPr lang="en-US" altLang="pt-BR" sz="4000" i="1"/>
              <a:t> </a:t>
            </a:r>
            <a:r>
              <a:rPr lang="en-US" altLang="pt-BR" sz="4000" b="1" i="1"/>
              <a:t>Levemos paz, consolação,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quem, na dor, no luto faz,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 luz, sem paz, sem 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390B950-A826-67B8-BBB6-A1DEAFB0D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3800" i="1"/>
              <a:t>Do Evangelho, levantemos o estandarte, </a:t>
            </a:r>
            <a:br>
              <a:rPr lang="en-US" altLang="pt-BR" sz="3800" i="1"/>
            </a:br>
            <a:r>
              <a:rPr lang="en-US" altLang="pt-BR" sz="3800" i="1"/>
              <a:t>Vem, desperta do teu sono, pecador; Que o teu Deus, que o </a:t>
            </a:r>
            <a:br>
              <a:rPr lang="en-US" altLang="pt-BR" sz="3800" i="1"/>
            </a:br>
            <a:r>
              <a:rPr lang="en-US" altLang="pt-BR" sz="3800" i="1"/>
              <a:t>Teu Senhor tem para dar-te </a:t>
            </a:r>
            <a:br>
              <a:rPr lang="en-US" altLang="pt-BR" sz="3800" i="1"/>
            </a:br>
            <a:r>
              <a:rPr lang="en-US" altLang="pt-BR" sz="3800" i="1"/>
              <a:t>Copiosas bênçãos do Seu grande amor.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BA21524-180E-AE69-5164-9B96ED7CB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 mundo está sem luz, sem paz;</a:t>
            </a:r>
            <a:r>
              <a:rPr lang="en-US" altLang="pt-BR" sz="4000" i="1"/>
              <a:t> </a:t>
            </a:r>
            <a:r>
              <a:rPr lang="en-US" altLang="pt-BR" sz="4000" b="1" i="1"/>
              <a:t>Levemos paz, consolação,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quem, na dor, no luto faz,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 luz, sem paz, sem salvação.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 162 O ESTANDARTE DA VERDADE </vt:lpstr>
      <vt:lpstr>Da verdade, levantemos o estandarte, Arvoremos o estandarte de Jesus. Proclamemos, com valor,  Por toda parte,  A mensagem soleníssima da cruz.   </vt:lpstr>
      <vt:lpstr>O mundo está sem luz, sem paz; Levemos paz, consolação,  A quem, na dor, no luto faz,  Sem luz, sem paz, sem salvação. </vt:lpstr>
      <vt:lpstr>Da verdade, levantemos o estandarte; Proclamaremos o Senhor,  Que é luz e paz;  Pecador, ouve! Jesus tem para dar-te Salvação que nEle só, encontrarás. </vt:lpstr>
      <vt:lpstr>O mundo está sem luz, sem paz; Levemos paz, consolação,  A quem, na dor, no luto faz,  Sem luz, sem paz, sem salvação. </vt:lpstr>
      <vt:lpstr>Do Evangelho, levantemos o estandarte,  Vem, desperta do teu sono, pecador; Que o teu Deus, que o  Teu Senhor tem para dar-te  Copiosas bênçãos do Seu grande amor. </vt:lpstr>
      <vt:lpstr>O mundo está sem luz, sem paz; Levemos paz, consolação,  A quem, na dor, no luto faz,  Sem luz, sem paz, sem salvação.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162 O ESTANDARTE DA VERDADE </dc:title>
  <dc:creator>Junior</dc:creator>
  <cp:lastModifiedBy>Emerson Souza</cp:lastModifiedBy>
  <cp:revision>1</cp:revision>
  <dcterms:created xsi:type="dcterms:W3CDTF">2005-12-23T15:53:53Z</dcterms:created>
  <dcterms:modified xsi:type="dcterms:W3CDTF">2026-05-02T21:50:22Z</dcterms:modified>
</cp:coreProperties>
</file>