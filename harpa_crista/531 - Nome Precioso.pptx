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FC3A8D-E17F-C2DA-857F-41277C77BD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0C4B86-B278-2019-0E53-A49EE5F5B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28A244-C86F-8613-3B7C-ABE509B20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D73E94-7680-B825-D410-0166D57BD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B895C2-BD1A-8595-A142-A6116F3EF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A4A571-6052-4208-933F-9F907EF3DF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0244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D1CCE5-B349-477A-C041-C82819138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0CDF02-A0FC-4E27-B933-1DD4DA863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BC3856-1C2C-FCCA-A702-ABBFE6F2B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4159D1-3B10-5087-0462-5375FA9B0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1305B6-A62D-E5F9-EA2C-4DE4356F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ECFF53-CC1B-4042-8E8B-939EE839C8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66035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E99D49-E77F-6701-32B8-359021ABD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F95B10-A0B3-9A4C-75FF-F38E131A5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9E39E9-C599-B8B4-1347-5219DAEA2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C90BBD-A74A-FABD-6E24-49742E32A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55CD4F-06A2-6716-4F7D-D921EBE4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6E556-5C0D-4862-BE44-99F7A7C316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5176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991BA-4088-5DF9-3E9C-3CFCBC77E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8B508D-9B5A-9AD0-9D3B-E6A5D383C1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AF5517D-CABD-F5D3-4344-DEB529322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FEFD7D-3E69-C286-F817-253356145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2B0E2C-EEF8-91BB-9603-3F6497AFE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9D474F-FDC0-EDE1-C9A5-52A1A2ECB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8C01C1-96F7-4025-AEE4-EC09834DCB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7211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C99D8-C3D1-6736-09E2-4103E4A4B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B78716-BEF5-80B9-639D-801BB7540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3AC68A-ABFD-3F42-1639-9F402FC57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A8E0FF6-D78D-52E8-A130-D006D143E1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7B85BE0-5292-8480-F901-30168BF6B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7A8DB9D-12A9-5B84-5E74-35B1984C6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5DDD3AD-AE5E-DAF8-6E0E-D791C7393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C183E7A-07AA-68FB-10A8-D7C112172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FCDF0F-661B-4EF9-ACF0-CF209E28EE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68617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9F520E-095C-057F-4276-1A28CF0C1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921561-7753-43D4-D73C-C7511F3AC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8E413E2-8489-8640-4637-F915DEB8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20F1F3D-59F3-D4B3-66DA-77FDEA022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85EA4D-3212-4FC8-B89C-6ACB05655B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50777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5F5697-39CF-B16A-9E28-ADF36784C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1F1DDBF-EAEA-8332-7AA7-EDADA2B6C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BE6FE35-5F25-748E-6990-F4A90DA02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1A8C3B-107F-43F2-8E34-65594B871CA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85055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B76B6-B307-B560-C8A0-D38B630B9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056567-B2FC-FC89-FDC5-15D0260AB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89DB6A3-8FE7-AC00-807C-32A857B07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489637-C6BF-EC8E-C252-B8B68AFF4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88A7459-16AF-8D80-67C1-FC7A7DCB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D61999-12E6-6CE7-FD44-90CCC709E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341030-CE95-471C-97B3-9997F5C8EE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0676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710CA8-E9EC-93E9-18E1-792D51692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C8F04F0-C0A3-FD26-328F-D0D3E6EC8A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1060FE-CA18-4DC9-ECB0-C81BF56B7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69B813-EF05-D61D-CB9A-29B1BA53C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AE67C8-49C2-9C88-53CF-D034B6BAC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EEC999-70EC-D2B6-6FBF-E51E40A89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F01F10-1927-4460-BF35-34D47CACD2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8700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D803F-309B-26FC-973E-1D7A732C3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2FD0E1B-67AC-15BF-FBE7-E6E598FD1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9135C5-4B90-BFBA-00E2-6FF39C2B7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C85783-396E-C872-D1A2-EACBCBE43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3F04B1-9FD6-5416-B84C-21810A58B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3FF7A0-C473-4BFC-986E-12540424ED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8095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EBC6B9D-A844-CDC7-0E25-500A34FAA4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E20866-DBB8-775C-9BBA-3CA7294E6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491EF9-AFC1-DEC9-483D-B052044C8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A079D7-DD8A-340D-45C7-7F133A7D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0CE8D4-9DEE-6C80-9578-F869770A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5E2E7E-4B18-47B9-B848-4D3F1DC04E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45068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DC89E11-7439-2AFD-EC42-CADF8A660B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25F3817-D9F8-2E00-D20D-8CC5057ACE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AF8DAFD-BC8C-D71D-2410-BAB8D240A6E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A9A3706-7658-9E61-B920-02F9D59696A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6E9BD25-34CF-9B31-11B6-5657ED77C85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899CEF3-7CC3-4F52-8563-75985DE5824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DA9D4C8-96A1-0654-4168-E87930B3003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531 - Nome Precioso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4EB9BC9-D048-E33A-0BEF-1F203A69B34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5D66A9D-C501-42A2-5866-037DC1E3C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Leva tu contigo o nome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Jesus, o Salvador!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Este nome dá conforto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Hoje, sempre e onde for.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2F80948-C945-7C86-F551-7370E726A0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Nome bom! - doce à fé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esperança do porvir!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Nome bom! - doce à fé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esperança do porvir!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C798AA1-4FB9-908D-1FC8-F7D91E8321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Este nome leva sempre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bem te defender: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Ele é a arma ao teu alcance,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Quando o mal te aparecer.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EBF8EDD-4D10-ED89-545D-56D8622E0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Nome bom! - doce à fé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esperança do porvir!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Nome bom! - doce à fé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esperança do porvir!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3BF3806-6739-217F-4CB7-284D4358E1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Oh! que nome precioso!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Gozo traz ao coração!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Sendo por Jesus aceito,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Tu terás o seu perdão.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F1F76B4-9BA8-1B2D-C125-69A06565A8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Nome bom! - doce à fé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esperança do porvir!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Nome bom! - doce à fé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esperança do porvir!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7C24246-9AA3-0BB2-18E0-B069E49E9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Santo nome! adorável!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Tem Jesus, o amado teu:</a:t>
            </a:r>
            <a:r>
              <a:rPr lang="en-US" altLang="pt-BR" sz="4000"/>
              <a:t> </a:t>
            </a:r>
            <a:br>
              <a:rPr lang="en-US" altLang="pt-BR" sz="4000" i="1"/>
            </a:br>
            <a:r>
              <a:rPr lang="en-US" altLang="pt-BR" sz="4000" i="1"/>
              <a:t> "Rei dos reis”, "Senhor eterno”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Tu o aclamarás no Céu.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6CBC453-B7A9-DDFC-1DA8-E9B62305B8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Nome bom! - doce à fé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esperança do porvir!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Nome bom! - doce à fé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esperança do porvir!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531 - Nome Precioso</vt:lpstr>
      <vt:lpstr>Leva tu contigo o nome  De Jesus, o Salvador!  Este nome dá conforto  Hoje, sempre e onde for.  </vt:lpstr>
      <vt:lpstr>Nome bom! - doce à fé  A esperança do porvir!  Nome bom! - doce à fé  A esperança do porvir!  </vt:lpstr>
      <vt:lpstr>Este nome leva sempre  Para bem te defender:  Ele é a arma ao teu alcance,  Quando o mal te aparecer.  </vt:lpstr>
      <vt:lpstr>Nome bom! - doce à fé  A esperança do porvir!  Nome bom! - doce à fé  A esperança do porvir!  </vt:lpstr>
      <vt:lpstr>Oh! que nome precioso!  Gozo traz ao coração!  Sendo por Jesus aceito,  Tu terás o seu perdão.  </vt:lpstr>
      <vt:lpstr>Nome bom! - doce à fé  A esperança do porvir!  Nome bom! - doce à fé  A esperança do porvir!  </vt:lpstr>
      <vt:lpstr>Santo nome! adorável!  Tem Jesus, o amado teu:   "Rei dos reis”, "Senhor eterno”  Tu o aclamarás no Céu.</vt:lpstr>
      <vt:lpstr>Nome bom! - doce à fé  A esperança do porvir!  Nome bom! - doce à fé  A esperança do porvir!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531 - Nome Precioso</dc:title>
  <dc:creator>Junior</dc:creator>
  <cp:lastModifiedBy>Emerson Souza</cp:lastModifiedBy>
  <cp:revision>1</cp:revision>
  <dcterms:created xsi:type="dcterms:W3CDTF">2005-12-26T23:09:47Z</dcterms:created>
  <dcterms:modified xsi:type="dcterms:W3CDTF">2026-05-02T22:21:36Z</dcterms:modified>
</cp:coreProperties>
</file>