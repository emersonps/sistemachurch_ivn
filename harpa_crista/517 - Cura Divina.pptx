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3FE73-F439-C9D9-E0C5-87A822CAB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EDA504-BD08-2AF2-E627-1552DD92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65651-A25F-4486-DEC3-6D42D71E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BA2397-94E7-8035-3318-B8C3F46D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C99F68-4FCD-70F0-519D-87A5B198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0E227-B540-4254-984E-A488E409F8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521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9C964-9BF2-6CCC-3AC8-CA20FBD7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9E0D60-7485-EC77-9160-474773D7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0EC928-71F4-3365-FD53-32816EB2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2522ED-0094-280D-E0A4-5CCB4207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B04279-FDC7-04F6-9523-92D3F8A4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4DD1E2-CF50-4C55-8F38-2AE0110B66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432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C76F7-DFD3-1A73-02A1-6AFA2E09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AD68CA-C7EA-979D-0B15-4E1578EE5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C95E20-5D39-2466-C33A-6CEC5217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4F368F-CFE4-5E05-8722-DC63F8BB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467A67-126D-F48C-1EC5-39E5599B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4BD3E-898B-4B96-A7BC-2EBEA37F06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943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BC991-1AEC-4061-EBD0-E4663BDB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C2E9CC-38CE-2CA4-6CEC-62E5C0845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C1D47F-274D-6EC4-ED1C-5A14511C0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E76812-3BDD-E690-6083-288257936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B6C6BE-B692-588F-72AB-D4FDA50E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CBFD79-54D9-85A8-9E8D-57C7A0D9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1BB95-56F8-41EE-89A4-7AFDF44095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488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0F75C-B648-5B7E-81CD-69374469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778F26-D8DE-2EC1-B25A-B42A1FF09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6B63D0-8687-9FAF-1154-330A7EC36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394D8B-21B9-8498-EFA3-261D812B1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1BAB02-82AB-F755-65C5-36C02DE7E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20FA05-DB13-93F1-EE01-EBF78D3E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C04340-1B1A-A42E-99C5-84C6EF7F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03F367-70DE-4CBD-1B7D-25BED543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13DCF8-F0F8-4EA9-A649-AB66B22221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021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8890E-3098-75F6-087D-5BF8614B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FA8AB0-3554-3156-C238-AFD74004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F40D51-FAD3-E829-D58C-964C1CA0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F31BF2-9B81-4237-25F1-BB11EF94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B4C7BE-E5FA-428A-885E-780DCD0D56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681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EDCF4F-5837-53AA-959F-3083E313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26CFF5-546E-C16D-B11A-022E24C1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8BF76C-FA31-D881-3AEC-7B041F33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58D9BC-1065-4AFF-8194-56A492914B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526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BA96C-E827-201A-D505-D40074E0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16D4BD-A0F0-C5F8-2860-8E6430C8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E47E21-043C-8925-3AD5-F75E226FC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493B01-31C7-11F1-212C-E4C44297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5E96E1-3C55-D419-78AF-2D5924AB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90AAFF-FE44-CA2F-0D24-2475F699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212B8A-35EF-4BFE-B186-7AD10A2573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451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030CB-2D73-E128-14F2-FCE25A4E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2C58E77-043C-6B6B-6837-2DFFD5302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2E0A9E-D858-774D-C6AD-753B879CD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C1A6DA-B5F6-87D8-40A5-DD1CCF41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C47075-4B63-0EAE-B82E-8C43A21E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B9DBBB-682C-240D-5B0F-6D7A515D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721C5B-2267-48A4-9162-AAD92DD337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393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8B126-FCF2-6B52-7CFA-D3FE3019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F31948-9384-BA0A-2374-8D1D15B09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F96C9C-4207-4EFD-CCE3-1DB21B9A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37D57-8513-8308-4372-22A7D50F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76DCFF-0731-A690-49D3-F2F6B1C7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A7F5A3-0745-4917-9801-C37C982A3B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027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BC8AA-057F-A003-4D23-03CFBB7E3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02E7AF-8459-C5F6-3555-ABBAF1295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5A4FF7-5B3C-9E54-FBFA-C1A98831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F876DD-D2D7-13D0-C715-FCDFDB9C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CAE737-FCAD-36D6-D737-72685C83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C6CF8-5078-41B5-8187-BEF67534FE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511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7CEE79-2A40-7FAE-9F06-EEE70A37D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DFA2C9-BF3C-5C64-5F46-AD3711AF8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D56BA08-4AF7-3F48-DD31-953A888B27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40B603-3375-E99E-4B8B-474711DF26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85C1F8-4A19-AC00-A50A-A6AE97D5165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CEF6DAB-4B56-49E0-9124-6CAC42E1F66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ADB17E6-0B11-7724-6CC8-FC94BCB2DB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517</a:t>
            </a:r>
            <a:br>
              <a:rPr lang="en-US" altLang="pt-BR" sz="4000" b="1"/>
            </a:br>
            <a:r>
              <a:rPr lang="en-US" altLang="pt-BR" sz="4000" b="1"/>
              <a:t>CURA DIVINA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3B1A50E-F0CD-1536-FCF9-57533EA068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0CE2AD3-A143-983B-4FB8-EB7C01CA5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Cristo Jesus hoje vai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podes crer, se podes crer.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tem virtude e graça sem par,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curar teu ser!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76107D5-132B-D29E-950B-55E0EDA54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Vem, Vem, para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Crê, crê, que hás de 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Cura divina se manifestar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teu fraco ser!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46B873B-AE3D-378B-1147-66550CC27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Crendo em Cristo irás receber.</a:t>
            </a:r>
            <a:r>
              <a:rPr lang="en-US" altLang="pt-BR"/>
              <a:t> </a:t>
            </a:r>
            <a:r>
              <a:rPr lang="en-US" altLang="pt-BR" i="1"/>
              <a:t>Cura do céu, cura do céu;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Pois Ele tem ‘inda o mesmo poder,</a:t>
            </a:r>
            <a:r>
              <a:rPr lang="en-US" altLang="pt-BR"/>
              <a:t> </a:t>
            </a:r>
            <a:r>
              <a:rPr lang="en-US" altLang="pt-BR" i="1"/>
              <a:t>O poder de Deus!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3F671C4-B2AC-9C8A-060A-4D7B80E67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Vem, Vem, para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Crê, crê, que hás de 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Cura divina se manifestar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teu fraco ser!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F72364D-8C9A-91CE-2B61-C98FA06A2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Mui poderoso é Cristo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te curar, pra te curar.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Todas as doenças cravou sobre a cruz,</a:t>
            </a:r>
            <a:r>
              <a:rPr lang="en-US" altLang="pt-BR" sz="4000"/>
              <a:t> </a:t>
            </a:r>
            <a:r>
              <a:rPr lang="en-US" altLang="pt-BR" sz="4000" i="1"/>
              <a:t>Para te sarar!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EE99D0D-714A-6B34-0769-8E68B89BA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Vem, Vem, para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Crê, crê, que hás de 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Cura divina se manifestar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teu fraco ser!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99ED5FC-49A0-5844-DCD1-5F1B61A51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“Não te hei dito: Se creres em Mim,</a:t>
            </a:r>
            <a:r>
              <a:rPr lang="en-US" altLang="pt-BR" sz="4000"/>
              <a:t> </a:t>
            </a:r>
            <a:r>
              <a:rPr lang="en-US" altLang="pt-BR" sz="4000" i="1"/>
              <a:t>Que hás de ver, que hás de 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Cura divina manando enfim,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puderes crer!”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56F36AD-261E-2DA8-54C4-B9EF98C6B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Vem, Vem, para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Crê, crê, que hás de 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Cura divina se manifestar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teu fraco ser!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517 CURA DIVINA </vt:lpstr>
      <vt:lpstr>Cristo Jesus hoje vai te curar,  Se podes crer, se podes crer.  Pois tem virtude e graça sem par,  Pra curar teu ser!  </vt:lpstr>
      <vt:lpstr>Vem, Vem, para te curar,  Crê, crê, que hás de ver;  Cura divina se manifestar  No teu fraco ser!  </vt:lpstr>
      <vt:lpstr>Crendo em Cristo irás receber. Cura do céu, cura do céu;  Pois Ele tem ‘inda o mesmo poder, O poder de Deus!  </vt:lpstr>
      <vt:lpstr>Vem, Vem, para te curar,  Crê, crê, que hás de ver;  Cura divina se manifestar  No teu fraco ser!  </vt:lpstr>
      <vt:lpstr>Mui poderoso é Cristo Jesus,  Pra te curar, pra te curar.  Todas as doenças cravou sobre a cruz, Para te sarar!  </vt:lpstr>
      <vt:lpstr>Vem, Vem, para te curar,  Crê, crê, que hás de ver;  Cura divina se manifestar  No teu fraco ser!  </vt:lpstr>
      <vt:lpstr>“Não te hei dito: Se creres em Mim, Que hás de ver, que hás de ver;  Cura divina manando enfim,  Se puderes crer!”</vt:lpstr>
      <vt:lpstr>Vem, Vem, para te curar,  Crê, crê, que hás de ver;  Cura divina se manifestar  No teu fraco ser!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517 CURA DIVINA </dc:title>
  <dc:creator>Junior</dc:creator>
  <cp:lastModifiedBy>Emerson Souza</cp:lastModifiedBy>
  <cp:revision>1</cp:revision>
  <dcterms:created xsi:type="dcterms:W3CDTF">2005-12-24T14:26:41Z</dcterms:created>
  <dcterms:modified xsi:type="dcterms:W3CDTF">2026-05-02T22:20:18Z</dcterms:modified>
</cp:coreProperties>
</file>