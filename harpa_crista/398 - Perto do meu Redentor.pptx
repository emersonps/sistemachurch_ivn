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4B616-4341-41B2-1428-A11C4D30F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F19789-2A66-6C25-DBBA-2F79F7B42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E88A51-3FF3-FDE0-239D-DD6A087D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CAE92-4841-4086-6C7D-E00F06D0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EE6565-9933-E202-4D52-4A4E569B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6F24F-D015-48BE-BE4F-CBF972C79D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200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67D16-6CC7-1693-54BB-6BC54577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346AEC-4A70-C2C8-7453-12C42808E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F63FFE-0A75-181E-21D5-61E46AA16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6F9E8C-F392-86F2-B48E-BE1FD2FC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63FFC-FC36-8E75-1666-10F21610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448E3-40B4-41FE-9972-D1A63BC3DE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656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EF890-DEA5-607A-B6CE-DFE32418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2FDA60-5787-59AA-0AA4-C2A7D446D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FF16A-4391-1B39-44D1-694CF2A8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711B76-1508-2730-2AA0-8C22EA4C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7738D2-1407-5F72-ED6C-272FA63A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DE995-AEE7-4C7C-B12B-E5445A6776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4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31AA2-11AC-E7C5-478C-8AFC8EEC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79D9A-D553-E1EE-045D-35F9B6E5D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5FD3B-5629-EEBA-954E-4BADE442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5CB0E4-B880-1B8F-C3A8-C4381906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A91706-60BC-1474-BCA7-A5338209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81EB06-2E37-4FAD-F334-B9EA63E4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BCF6C-EB05-48E2-8585-04D8F2E6A9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323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8234A-D18B-DCB9-BFA8-0C742789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F79FDA-A342-EA1B-CE2E-02E609AD4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D33AB0-9DAB-CE9B-2FC3-371355C7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B5FAF4-FF93-1BE2-2DB1-65595F32F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F0215F-C9F0-3D78-7B71-425ABCC4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BBA8B44-A633-28FB-821F-47F3FDA8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D9A35F-EE0A-51BB-22AF-880B5018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38565D-0DB0-F65B-0FB3-E6133AC3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E73D4-1A56-4B46-9D1D-D3B5E62678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712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C6BBC-58C7-B411-7FAE-A8C6FD94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1E1C8C-24CB-1F51-8A31-E1A216FF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7DD13B-C815-E040-D9FA-F8387EB34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07137F-F287-D359-B88B-05CD7E81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7FE66-C5A2-4C1F-BFA0-6EBF1EEB24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216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2C9FAE-E70E-5D79-AF48-5421C2BC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DB953D1-F849-6818-4B08-6EB34C49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C2EC60-63CC-FE79-83F9-B3A0ACAB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7D782-509B-4C8E-9BD1-D748113C06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178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4EB30-EB0B-CEC1-5A0A-2B4E23B2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BEAB58-9E7B-D8BC-793F-F7805C9CF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E00BC3-8DE4-6FDD-B395-1366A1AFF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1CA7B7-7E69-8FC1-3DF1-4297E7CE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F54791-529E-4765-2144-566A0963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27A389-1C50-0F83-EA86-336C8C8B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9C735-73BF-416E-8FF8-F05C70E56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343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97C7A-404B-D6D0-3988-1BF4493F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D1AB4A-5B1B-AB24-1046-5FE77AA7A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95FB94-0D1E-B9C5-BB66-BC78AC610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127918-1844-4F46-A63A-DCDC84D1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6B9E7A-A125-FC4A-0549-2A120395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C288F0-98B7-28F4-D69B-477D1A55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2DC21C-0868-4C98-8F2F-87DAEE8C1A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090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C4F44-7F33-B6EA-4FEC-4A90CAE9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09CFB0-2CA8-D306-95DD-FA79411DC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9D7E43-8DA6-2764-9B9B-145D5964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9501E4-8796-8707-9657-5BDF64C8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092078-2416-DC08-D0D5-D1AD78EB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B803DC-C440-403B-9414-F7F9F6FCF7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391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F10063-FB9A-D1B8-0691-977D03674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131160-143F-41D8-360B-4CC9DB0F6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FC2AA2-E26D-0CAC-E527-71F10565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185F9E-B1B8-D782-AB17-C905C704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05B263-4324-FF69-44A6-35D35BDF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E999DA-3B9C-4538-93C3-037963037C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873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09A9D7-5417-C547-313B-CB221E770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501248B-3D3E-BB74-10B6-A8CC28AF3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D28F77F-DDE6-5F1C-150D-69908AD7A9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82EB96-F3C0-A86A-7729-D46C473FED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480B77-3F34-979A-B4A3-C182356647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8C8D9A-0B48-4414-8A53-83C3A956E7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9AC9186-3AF0-D2AA-3972-72E5A2C135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3600" b="1"/>
              <a:t>398 – Perto do meu Redentor </a:t>
            </a:r>
            <a:endParaRPr lang="en-US" altLang="pt-BR" sz="36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7CD0D96-08CF-F78B-2982-A99DE94D7F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2944AA8-44CB-9DD2-D8A5-C0E6FD03F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Desejo estar em um lugar </a:t>
            </a:r>
            <a:br>
              <a:rPr lang="en-US" altLang="pt-BR" sz="4000" i="1"/>
            </a:br>
            <a:r>
              <a:rPr lang="en-US" altLang="pt-BR" sz="4000" i="1"/>
              <a:t>Mui perto do meu Redentor; </a:t>
            </a:r>
            <a:br>
              <a:rPr lang="en-US" altLang="pt-BR" sz="4000" i="1"/>
            </a:br>
            <a:r>
              <a:rPr lang="en-US" altLang="pt-BR" sz="4000" i="1"/>
              <a:t>Ali eu posso descansar, </a:t>
            </a:r>
            <a:br>
              <a:rPr lang="en-US" altLang="pt-BR" sz="4000" i="1"/>
            </a:br>
            <a:r>
              <a:rPr lang="en-US" altLang="pt-BR" sz="4000" i="1"/>
              <a:t>Por Seu amparo e Seu amor.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575D79-FA30-685C-6F26-45C6DF902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Mui perto do meu Redentor,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Seguro abrigo encontrarei;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 guardará do tentador,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Assim eu nada temerei.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E74BB2-0ED2-6446-203C-CAA93686D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Ninguém me poderá tirar </a:t>
            </a:r>
            <a:br>
              <a:rPr lang="en-US" altLang="pt-BR" sz="4000" i="1"/>
            </a:br>
            <a:r>
              <a:rPr lang="en-US" altLang="pt-BR" sz="4000" i="1"/>
              <a:t>A paz que frui o coração; </a:t>
            </a:r>
            <a:br>
              <a:rPr lang="en-US" altLang="pt-BR" sz="4000" i="1"/>
            </a:br>
            <a:r>
              <a:rPr lang="en-US" altLang="pt-BR" sz="4000" i="1"/>
              <a:t>Jesus bondoso vai me dar </a:t>
            </a:r>
            <a:br>
              <a:rPr lang="en-US" altLang="pt-BR" sz="4000" i="1"/>
            </a:br>
            <a:r>
              <a:rPr lang="en-US" altLang="pt-BR" sz="4000" i="1"/>
              <a:t>A mais segura proteção.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39B7DA0-BDDC-8863-15D3-40AB0694C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Mui perto do meu Redentor,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Seguro abrigo encontrarei;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 guardará do tentador,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Assim eu nada temerei.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8C9528-7F27-8E38-6C40-98B7EB4E6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Tristezas, nem temor terei, </a:t>
            </a:r>
            <a:br>
              <a:rPr lang="en-US" altLang="pt-BR" sz="4000" i="1"/>
            </a:br>
            <a:r>
              <a:rPr lang="en-US" altLang="pt-BR" sz="4000" i="1"/>
              <a:t>Estando perto de Jesus; </a:t>
            </a:r>
            <a:br>
              <a:rPr lang="en-US" altLang="pt-BR" sz="4000" i="1"/>
            </a:br>
            <a:r>
              <a:rPr lang="en-US" altLang="pt-BR" sz="4000" i="1"/>
              <a:t>Envolto sempre me verei, </a:t>
            </a:r>
            <a:br>
              <a:rPr lang="en-US" altLang="pt-BR" sz="4000" i="1"/>
            </a:br>
            <a:r>
              <a:rPr lang="en-US" altLang="pt-BR" sz="4000" i="1"/>
              <a:t>Com Seu fulgor, com Sua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B1D14D-3032-FE5F-D8DE-9ECC06C8E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Mui perto do meu Redentor,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Seguro abrigo encontrarei;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 guardará do tentador,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Assim eu nada temerei.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398 – Perto do meu Redentor </vt:lpstr>
      <vt:lpstr>Desejo estar em um lugar  Mui perto do meu Redentor;  Ali eu posso descansar,  Por Seu amparo e Seu amor.  </vt:lpstr>
      <vt:lpstr>Mui perto do meu Redentor,  Seguro abrigo encontrarei;  Me guardará do tentador,  Assim eu nada temerei.  </vt:lpstr>
      <vt:lpstr>Ninguém me poderá tirar  A paz que frui o coração;  Jesus bondoso vai me dar  A mais segura proteção.  </vt:lpstr>
      <vt:lpstr>Mui perto do meu Redentor,  Seguro abrigo encontrarei;  Me guardará do tentador,  Assim eu nada temerei.  </vt:lpstr>
      <vt:lpstr>Tristezas, nem temor terei,  Estando perto de Jesus;  Envolto sempre me verei,  Com Seu fulgor, com Sua luz.</vt:lpstr>
      <vt:lpstr>Mui perto do meu Redentor,  Seguro abrigo encontrarei;  Me guardará do tentador,  Assim eu nada temerei.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398 – Perto do meu Redentor </dc:title>
  <dc:creator>Junior</dc:creator>
  <cp:lastModifiedBy>Emerson Souza</cp:lastModifiedBy>
  <cp:revision>1</cp:revision>
  <dcterms:created xsi:type="dcterms:W3CDTF">2005-12-26T20:17:45Z</dcterms:created>
  <dcterms:modified xsi:type="dcterms:W3CDTF">2026-05-02T22:10:04Z</dcterms:modified>
</cp:coreProperties>
</file>