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5" r:id="rId6"/>
    <p:sldId id="261" r:id="rId7"/>
    <p:sldId id="266" r:id="rId8"/>
    <p:sldId id="262" r:id="rId9"/>
    <p:sldId id="267" r:id="rId10"/>
    <p:sldId id="263" r:id="rId11"/>
    <p:sldId id="268" r:id="rId12"/>
    <p:sldId id="264" r:id="rId13"/>
    <p:sldId id="269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C5F9F57-E765-0C12-7496-B5A87002663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51B1C62-12A6-328C-64E9-0445F0F77EF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0BBDF5E3-D75B-1961-58A4-C01EDD3032B8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B0D6062E-D32C-2C6F-C818-A1AE67DCE2D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71657C17-F237-7887-4A11-4860E0A5EA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CD0AB75A-5151-E794-1D64-5282403369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9100FD69-1A3A-46F8-9A27-BCB8E33122E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2">
            <a:extLst>
              <a:ext uri="{FF2B5EF4-FFF2-40B4-BE49-F238E27FC236}">
                <a16:creationId xmlns:a16="http://schemas.microsoft.com/office/drawing/2014/main" id="{7A3F94D4-5A53-A87B-9252-229D6F2C94F9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144000" cy="4046538"/>
            <a:chOff x="0" y="1536"/>
            <a:chExt cx="5760" cy="2549"/>
          </a:xfrm>
        </p:grpSpPr>
        <p:sp>
          <p:nvSpPr>
            <p:cNvPr id="36867" name="Rectangle 3">
              <a:extLst>
                <a:ext uri="{FF2B5EF4-FFF2-40B4-BE49-F238E27FC236}">
                  <a16:creationId xmlns:a16="http://schemas.microsoft.com/office/drawing/2014/main" id="{B585345E-B759-5FD2-A0FC-3778F03C560D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 rot="-1424751">
              <a:off x="2121" y="2592"/>
              <a:ext cx="3072" cy="384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6868" name="Freeform 4">
              <a:extLst>
                <a:ext uri="{FF2B5EF4-FFF2-40B4-BE49-F238E27FC236}">
                  <a16:creationId xmlns:a16="http://schemas.microsoft.com/office/drawing/2014/main" id="{64169B2E-6FBF-82D1-A64A-5FCBFEC85C31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64"/>
              <a:ext cx="2688" cy="1224"/>
            </a:xfrm>
            <a:custGeom>
              <a:avLst/>
              <a:gdLst>
                <a:gd name="T0" fmla="*/ 0 w 2688"/>
                <a:gd name="T1" fmla="*/ 0 h 1224"/>
                <a:gd name="T2" fmla="*/ 960 w 2688"/>
                <a:gd name="T3" fmla="*/ 552 h 1224"/>
                <a:gd name="T4" fmla="*/ 1968 w 2688"/>
                <a:gd name="T5" fmla="*/ 264 h 1224"/>
                <a:gd name="T6" fmla="*/ 2028 w 2688"/>
                <a:gd name="T7" fmla="*/ 270 h 1224"/>
                <a:gd name="T8" fmla="*/ 2661 w 2688"/>
                <a:gd name="T9" fmla="*/ 528 h 1224"/>
                <a:gd name="T10" fmla="*/ 2688 w 2688"/>
                <a:gd name="T11" fmla="*/ 648 h 1224"/>
                <a:gd name="T12" fmla="*/ 2304 w 2688"/>
                <a:gd name="T13" fmla="*/ 1080 h 1224"/>
                <a:gd name="T14" fmla="*/ 1584 w 2688"/>
                <a:gd name="T15" fmla="*/ 1224 h 1224"/>
                <a:gd name="T16" fmla="*/ 1296 w 2688"/>
                <a:gd name="T17" fmla="*/ 936 h 1224"/>
                <a:gd name="T18" fmla="*/ 864 w 2688"/>
                <a:gd name="T19" fmla="*/ 1032 h 1224"/>
                <a:gd name="T20" fmla="*/ 0 w 2688"/>
                <a:gd name="T21" fmla="*/ 552 h 1224"/>
                <a:gd name="T22" fmla="*/ 0 w 2688"/>
                <a:gd name="T23" fmla="*/ 0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69" name="Freeform 5">
              <a:extLst>
                <a:ext uri="{FF2B5EF4-FFF2-40B4-BE49-F238E27FC236}">
                  <a16:creationId xmlns:a16="http://schemas.microsoft.com/office/drawing/2014/main" id="{0DEF0F09-230E-5E45-0018-0C63F40ECAD9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9" y="1536"/>
              <a:ext cx="2401" cy="1232"/>
            </a:xfrm>
            <a:custGeom>
              <a:avLst/>
              <a:gdLst>
                <a:gd name="T0" fmla="*/ 2208 w 2401"/>
                <a:gd name="T1" fmla="*/ 15 h 1232"/>
                <a:gd name="T2" fmla="*/ 2088 w 2401"/>
                <a:gd name="T3" fmla="*/ 57 h 1232"/>
                <a:gd name="T4" fmla="*/ 1951 w 2401"/>
                <a:gd name="T5" fmla="*/ 99 h 1232"/>
                <a:gd name="T6" fmla="*/ 1704 w 2401"/>
                <a:gd name="T7" fmla="*/ 135 h 1232"/>
                <a:gd name="T8" fmla="*/ 1314 w 2401"/>
                <a:gd name="T9" fmla="*/ 177 h 1232"/>
                <a:gd name="T10" fmla="*/ 1176 w 2401"/>
                <a:gd name="T11" fmla="*/ 189 h 1232"/>
                <a:gd name="T12" fmla="*/ 1122 w 2401"/>
                <a:gd name="T13" fmla="*/ 195 h 1232"/>
                <a:gd name="T14" fmla="*/ 1075 w 2401"/>
                <a:gd name="T15" fmla="*/ 231 h 1232"/>
                <a:gd name="T16" fmla="*/ 924 w 2401"/>
                <a:gd name="T17" fmla="*/ 321 h 1232"/>
                <a:gd name="T18" fmla="*/ 840 w 2401"/>
                <a:gd name="T19" fmla="*/ 369 h 1232"/>
                <a:gd name="T20" fmla="*/ 630 w 2401"/>
                <a:gd name="T21" fmla="*/ 458 h 1232"/>
                <a:gd name="T22" fmla="*/ 529 w 2401"/>
                <a:gd name="T23" fmla="*/ 500 h 1232"/>
                <a:gd name="T24" fmla="*/ 487 w 2401"/>
                <a:gd name="T25" fmla="*/ 542 h 1232"/>
                <a:gd name="T26" fmla="*/ 457 w 2401"/>
                <a:gd name="T27" fmla="*/ 590 h 1232"/>
                <a:gd name="T28" fmla="*/ 402 w 2401"/>
                <a:gd name="T29" fmla="*/ 638 h 1232"/>
                <a:gd name="T30" fmla="*/ 330 w 2401"/>
                <a:gd name="T31" fmla="*/ 758 h 1232"/>
                <a:gd name="T32" fmla="*/ 312 w 2401"/>
                <a:gd name="T33" fmla="*/ 788 h 1232"/>
                <a:gd name="T34" fmla="*/ 252 w 2401"/>
                <a:gd name="T35" fmla="*/ 824 h 1232"/>
                <a:gd name="T36" fmla="*/ 84 w 2401"/>
                <a:gd name="T37" fmla="*/ 926 h 1232"/>
                <a:gd name="T38" fmla="*/ 0 w 2401"/>
                <a:gd name="T39" fmla="*/ 992 h 1232"/>
                <a:gd name="T40" fmla="*/ 12 w 2401"/>
                <a:gd name="T41" fmla="*/ 1040 h 1232"/>
                <a:gd name="T42" fmla="*/ 132 w 2401"/>
                <a:gd name="T43" fmla="*/ 1034 h 1232"/>
                <a:gd name="T44" fmla="*/ 336 w 2401"/>
                <a:gd name="T45" fmla="*/ 980 h 1232"/>
                <a:gd name="T46" fmla="*/ 529 w 2401"/>
                <a:gd name="T47" fmla="*/ 896 h 1232"/>
                <a:gd name="T48" fmla="*/ 576 w 2401"/>
                <a:gd name="T49" fmla="*/ 872 h 1232"/>
                <a:gd name="T50" fmla="*/ 714 w 2401"/>
                <a:gd name="T51" fmla="*/ 848 h 1232"/>
                <a:gd name="T52" fmla="*/ 966 w 2401"/>
                <a:gd name="T53" fmla="*/ 794 h 1232"/>
                <a:gd name="T54" fmla="*/ 1212 w 2401"/>
                <a:gd name="T55" fmla="*/ 782 h 1232"/>
                <a:gd name="T56" fmla="*/ 1416 w 2401"/>
                <a:gd name="T57" fmla="*/ 872 h 1232"/>
                <a:gd name="T58" fmla="*/ 1464 w 2401"/>
                <a:gd name="T59" fmla="*/ 932 h 1232"/>
                <a:gd name="T60" fmla="*/ 1440 w 2401"/>
                <a:gd name="T61" fmla="*/ 992 h 1232"/>
                <a:gd name="T62" fmla="*/ 1302 w 2401"/>
                <a:gd name="T63" fmla="*/ 1040 h 1232"/>
                <a:gd name="T64" fmla="*/ 1158 w 2401"/>
                <a:gd name="T65" fmla="*/ 1100 h 1232"/>
                <a:gd name="T66" fmla="*/ 1093 w 2401"/>
                <a:gd name="T67" fmla="*/ 1148 h 1232"/>
                <a:gd name="T68" fmla="*/ 1075 w 2401"/>
                <a:gd name="T69" fmla="*/ 1208 h 1232"/>
                <a:gd name="T70" fmla="*/ 1093 w 2401"/>
                <a:gd name="T71" fmla="*/ 1232 h 1232"/>
                <a:gd name="T72" fmla="*/ 1152 w 2401"/>
                <a:gd name="T73" fmla="*/ 1226 h 1232"/>
                <a:gd name="T74" fmla="*/ 1332 w 2401"/>
                <a:gd name="T75" fmla="*/ 1208 h 1232"/>
                <a:gd name="T76" fmla="*/ 1434 w 2401"/>
                <a:gd name="T77" fmla="*/ 1184 h 1232"/>
                <a:gd name="T78" fmla="*/ 1464 w 2401"/>
                <a:gd name="T79" fmla="*/ 1172 h 1232"/>
                <a:gd name="T80" fmla="*/ 1578 w 2401"/>
                <a:gd name="T81" fmla="*/ 1130 h 1232"/>
                <a:gd name="T82" fmla="*/ 1758 w 2401"/>
                <a:gd name="T83" fmla="*/ 1064 h 1232"/>
                <a:gd name="T84" fmla="*/ 1872 w 2401"/>
                <a:gd name="T85" fmla="*/ 962 h 1232"/>
                <a:gd name="T86" fmla="*/ 1986 w 2401"/>
                <a:gd name="T87" fmla="*/ 800 h 1232"/>
                <a:gd name="T88" fmla="*/ 2166 w 2401"/>
                <a:gd name="T89" fmla="*/ 650 h 1232"/>
                <a:gd name="T90" fmla="*/ 2257 w 2401"/>
                <a:gd name="T91" fmla="*/ 590 h 1232"/>
                <a:gd name="T92" fmla="*/ 2400 w 2401"/>
                <a:gd name="T93" fmla="*/ 57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70" name="Freeform 6">
              <a:extLst>
                <a:ext uri="{FF2B5EF4-FFF2-40B4-BE49-F238E27FC236}">
                  <a16:creationId xmlns:a16="http://schemas.microsoft.com/office/drawing/2014/main" id="{7B897E99-FF55-1B59-12E3-0C414ECFB7BB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92" y="1536"/>
              <a:ext cx="1968" cy="762"/>
            </a:xfrm>
            <a:custGeom>
              <a:avLst/>
              <a:gdLst>
                <a:gd name="T0" fmla="*/ 965 w 1968"/>
                <a:gd name="T1" fmla="*/ 165 h 762"/>
                <a:gd name="T2" fmla="*/ 696 w 1968"/>
                <a:gd name="T3" fmla="*/ 200 h 762"/>
                <a:gd name="T4" fmla="*/ 693 w 1968"/>
                <a:gd name="T5" fmla="*/ 237 h 762"/>
                <a:gd name="T6" fmla="*/ 924 w 1968"/>
                <a:gd name="T7" fmla="*/ 258 h 762"/>
                <a:gd name="T8" fmla="*/ 993 w 1968"/>
                <a:gd name="T9" fmla="*/ 267 h 762"/>
                <a:gd name="T10" fmla="*/ 681 w 1968"/>
                <a:gd name="T11" fmla="*/ 291 h 762"/>
                <a:gd name="T12" fmla="*/ 633 w 1968"/>
                <a:gd name="T13" fmla="*/ 309 h 762"/>
                <a:gd name="T14" fmla="*/ 645 w 1968"/>
                <a:gd name="T15" fmla="*/ 336 h 762"/>
                <a:gd name="T16" fmla="*/ 672 w 1968"/>
                <a:gd name="T17" fmla="*/ 351 h 762"/>
                <a:gd name="T18" fmla="*/ 984 w 1968"/>
                <a:gd name="T19" fmla="*/ 333 h 762"/>
                <a:gd name="T20" fmla="*/ 1080 w 1968"/>
                <a:gd name="T21" fmla="*/ 357 h 762"/>
                <a:gd name="T22" fmla="*/ 624 w 1968"/>
                <a:gd name="T23" fmla="*/ 492 h 762"/>
                <a:gd name="T24" fmla="*/ 616 w 1968"/>
                <a:gd name="T25" fmla="*/ 536 h 762"/>
                <a:gd name="T26" fmla="*/ 8 w 1968"/>
                <a:gd name="T27" fmla="*/ 724 h 762"/>
                <a:gd name="T28" fmla="*/ 0 w 1968"/>
                <a:gd name="T29" fmla="*/ 756 h 762"/>
                <a:gd name="T30" fmla="*/ 27 w 1968"/>
                <a:gd name="T31" fmla="*/ 762 h 762"/>
                <a:gd name="T32" fmla="*/ 664 w 1968"/>
                <a:gd name="T33" fmla="*/ 564 h 762"/>
                <a:gd name="T34" fmla="*/ 856 w 1968"/>
                <a:gd name="T35" fmla="*/ 600 h 762"/>
                <a:gd name="T36" fmla="*/ 1158 w 1968"/>
                <a:gd name="T37" fmla="*/ 507 h 762"/>
                <a:gd name="T38" fmla="*/ 1434 w 1968"/>
                <a:gd name="T39" fmla="*/ 465 h 762"/>
                <a:gd name="T40" fmla="*/ 1572 w 1968"/>
                <a:gd name="T41" fmla="*/ 368 h 762"/>
                <a:gd name="T42" fmla="*/ 1712 w 1968"/>
                <a:gd name="T43" fmla="*/ 340 h 762"/>
                <a:gd name="T44" fmla="*/ 1856 w 1968"/>
                <a:gd name="T45" fmla="*/ 328 h 762"/>
                <a:gd name="T46" fmla="*/ 1968 w 1968"/>
                <a:gd name="T47" fmla="*/ 330 h 762"/>
                <a:gd name="T48" fmla="*/ 1968 w 1968"/>
                <a:gd name="T49" fmla="*/ 0 h 762"/>
                <a:gd name="T50" fmla="*/ 1934 w 1968"/>
                <a:gd name="T51" fmla="*/ 3 h 762"/>
                <a:gd name="T52" fmla="*/ 1832 w 1968"/>
                <a:gd name="T53" fmla="*/ 5 h 762"/>
                <a:gd name="T54" fmla="*/ 1682 w 1968"/>
                <a:gd name="T55" fmla="*/ 35 h 762"/>
                <a:gd name="T56" fmla="*/ 1643 w 1968"/>
                <a:gd name="T57" fmla="*/ 72 h 762"/>
                <a:gd name="T58" fmla="*/ 1392 w 1968"/>
                <a:gd name="T59" fmla="*/ 119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71" name="Freeform 7">
              <a:extLst>
                <a:ext uri="{FF2B5EF4-FFF2-40B4-BE49-F238E27FC236}">
                  <a16:creationId xmlns:a16="http://schemas.microsoft.com/office/drawing/2014/main" id="{1F857023-82FB-2A93-9AF9-CB76CE2CAC3C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599" y="2477"/>
              <a:ext cx="186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85 w 185"/>
                <a:gd name="T5" fmla="*/ 18 h 120"/>
                <a:gd name="T6" fmla="*/ 185 w 185"/>
                <a:gd name="T7" fmla="*/ 36 h 120"/>
                <a:gd name="T8" fmla="*/ 179 w 185"/>
                <a:gd name="T9" fmla="*/ 54 h 120"/>
                <a:gd name="T10" fmla="*/ 161 w 185"/>
                <a:gd name="T11" fmla="*/ 72 h 120"/>
                <a:gd name="T12" fmla="*/ 137 w 185"/>
                <a:gd name="T13" fmla="*/ 96 h 120"/>
                <a:gd name="T14" fmla="*/ 101 w 185"/>
                <a:gd name="T15" fmla="*/ 108 h 120"/>
                <a:gd name="T16" fmla="*/ 47 w 185"/>
                <a:gd name="T17" fmla="*/ 120 h 120"/>
                <a:gd name="T18" fmla="*/ 29 w 185"/>
                <a:gd name="T19" fmla="*/ 120 h 120"/>
                <a:gd name="T20" fmla="*/ 17 w 185"/>
                <a:gd name="T21" fmla="*/ 114 h 120"/>
                <a:gd name="T22" fmla="*/ 0 w 185"/>
                <a:gd name="T23" fmla="*/ 96 h 120"/>
                <a:gd name="T24" fmla="*/ 0 w 185"/>
                <a:gd name="T25" fmla="*/ 78 h 120"/>
                <a:gd name="T26" fmla="*/ 0 w 185"/>
                <a:gd name="T27" fmla="*/ 72 h 120"/>
                <a:gd name="T28" fmla="*/ 185 w 185"/>
                <a:gd name="T29" fmla="*/ 0 h 120"/>
                <a:gd name="T30" fmla="*/ 185 w 185"/>
                <a:gd name="T3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72" name="Freeform 8">
              <a:extLst>
                <a:ext uri="{FF2B5EF4-FFF2-40B4-BE49-F238E27FC236}">
                  <a16:creationId xmlns:a16="http://schemas.microsoft.com/office/drawing/2014/main" id="{3CD0A942-569F-F65C-744B-C323196EEBEC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79" y="2393"/>
              <a:ext cx="185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79 w 185"/>
                <a:gd name="T5" fmla="*/ 24 h 120"/>
                <a:gd name="T6" fmla="*/ 167 w 185"/>
                <a:gd name="T7" fmla="*/ 42 h 120"/>
                <a:gd name="T8" fmla="*/ 149 w 185"/>
                <a:gd name="T9" fmla="*/ 66 h 120"/>
                <a:gd name="T10" fmla="*/ 131 w 185"/>
                <a:gd name="T11" fmla="*/ 90 h 120"/>
                <a:gd name="T12" fmla="*/ 102 w 185"/>
                <a:gd name="T13" fmla="*/ 108 h 120"/>
                <a:gd name="T14" fmla="*/ 66 w 185"/>
                <a:gd name="T15" fmla="*/ 120 h 120"/>
                <a:gd name="T16" fmla="*/ 18 w 185"/>
                <a:gd name="T17" fmla="*/ 120 h 120"/>
                <a:gd name="T18" fmla="*/ 0 w 185"/>
                <a:gd name="T19" fmla="*/ 60 h 120"/>
                <a:gd name="T20" fmla="*/ 185 w 185"/>
                <a:gd name="T21" fmla="*/ 0 h 120"/>
                <a:gd name="T22" fmla="*/ 185 w 185"/>
                <a:gd name="T2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73" name="Freeform 9">
              <a:extLst>
                <a:ext uri="{FF2B5EF4-FFF2-40B4-BE49-F238E27FC236}">
                  <a16:creationId xmlns:a16="http://schemas.microsoft.com/office/drawing/2014/main" id="{0242A908-12A3-4C2E-1F33-1BACB6DF2A95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36"/>
              <a:ext cx="528" cy="275"/>
            </a:xfrm>
            <a:custGeom>
              <a:avLst/>
              <a:gdLst>
                <a:gd name="T0" fmla="*/ 0 w 526"/>
                <a:gd name="T1" fmla="*/ 275 h 275"/>
                <a:gd name="T2" fmla="*/ 0 w 526"/>
                <a:gd name="T3" fmla="*/ 269 h 275"/>
                <a:gd name="T4" fmla="*/ 6 w 526"/>
                <a:gd name="T5" fmla="*/ 251 h 275"/>
                <a:gd name="T6" fmla="*/ 6 w 526"/>
                <a:gd name="T7" fmla="*/ 239 h 275"/>
                <a:gd name="T8" fmla="*/ 12 w 526"/>
                <a:gd name="T9" fmla="*/ 227 h 275"/>
                <a:gd name="T10" fmla="*/ 18 w 526"/>
                <a:gd name="T11" fmla="*/ 221 h 275"/>
                <a:gd name="T12" fmla="*/ 36 w 526"/>
                <a:gd name="T13" fmla="*/ 215 h 275"/>
                <a:gd name="T14" fmla="*/ 77 w 526"/>
                <a:gd name="T15" fmla="*/ 203 h 275"/>
                <a:gd name="T16" fmla="*/ 137 w 526"/>
                <a:gd name="T17" fmla="*/ 179 h 275"/>
                <a:gd name="T18" fmla="*/ 209 w 526"/>
                <a:gd name="T19" fmla="*/ 143 h 275"/>
                <a:gd name="T20" fmla="*/ 251 w 526"/>
                <a:gd name="T21" fmla="*/ 120 h 275"/>
                <a:gd name="T22" fmla="*/ 299 w 526"/>
                <a:gd name="T23" fmla="*/ 96 h 275"/>
                <a:gd name="T24" fmla="*/ 394 w 526"/>
                <a:gd name="T25" fmla="*/ 48 h 275"/>
                <a:gd name="T26" fmla="*/ 442 w 526"/>
                <a:gd name="T27" fmla="*/ 30 h 275"/>
                <a:gd name="T28" fmla="*/ 478 w 526"/>
                <a:gd name="T29" fmla="*/ 12 h 275"/>
                <a:gd name="T30" fmla="*/ 502 w 526"/>
                <a:gd name="T31" fmla="*/ 6 h 275"/>
                <a:gd name="T32" fmla="*/ 520 w 526"/>
                <a:gd name="T33" fmla="*/ 0 h 275"/>
                <a:gd name="T34" fmla="*/ 526 w 526"/>
                <a:gd name="T35" fmla="*/ 0 h 275"/>
                <a:gd name="T36" fmla="*/ 520 w 526"/>
                <a:gd name="T37" fmla="*/ 6 h 275"/>
                <a:gd name="T38" fmla="*/ 508 w 526"/>
                <a:gd name="T39" fmla="*/ 12 h 275"/>
                <a:gd name="T40" fmla="*/ 484 w 526"/>
                <a:gd name="T41" fmla="*/ 24 h 275"/>
                <a:gd name="T42" fmla="*/ 460 w 526"/>
                <a:gd name="T43" fmla="*/ 42 h 275"/>
                <a:gd name="T44" fmla="*/ 436 w 526"/>
                <a:gd name="T45" fmla="*/ 54 h 275"/>
                <a:gd name="T46" fmla="*/ 394 w 526"/>
                <a:gd name="T47" fmla="*/ 78 h 275"/>
                <a:gd name="T48" fmla="*/ 340 w 526"/>
                <a:gd name="T49" fmla="*/ 108 h 275"/>
                <a:gd name="T50" fmla="*/ 275 w 526"/>
                <a:gd name="T51" fmla="*/ 143 h 275"/>
                <a:gd name="T52" fmla="*/ 131 w 526"/>
                <a:gd name="T53" fmla="*/ 221 h 275"/>
                <a:gd name="T54" fmla="*/ 65 w 526"/>
                <a:gd name="T55" fmla="*/ 251 h 275"/>
                <a:gd name="T56" fmla="*/ 0 w 526"/>
                <a:gd name="T57" fmla="*/ 275 h 275"/>
                <a:gd name="T58" fmla="*/ 0 w 526"/>
                <a:gd name="T59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74" name="Freeform 10">
              <a:extLst>
                <a:ext uri="{FF2B5EF4-FFF2-40B4-BE49-F238E27FC236}">
                  <a16:creationId xmlns:a16="http://schemas.microsoft.com/office/drawing/2014/main" id="{DAA5F56B-6547-CF95-E8B1-C84E814186E8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676" y="2015"/>
              <a:ext cx="721" cy="306"/>
            </a:xfrm>
            <a:custGeom>
              <a:avLst/>
              <a:gdLst>
                <a:gd name="T0" fmla="*/ 48 w 718"/>
                <a:gd name="T1" fmla="*/ 216 h 306"/>
                <a:gd name="T2" fmla="*/ 30 w 718"/>
                <a:gd name="T3" fmla="*/ 252 h 306"/>
                <a:gd name="T4" fmla="*/ 12 w 718"/>
                <a:gd name="T5" fmla="*/ 282 h 306"/>
                <a:gd name="T6" fmla="*/ 6 w 718"/>
                <a:gd name="T7" fmla="*/ 300 h 306"/>
                <a:gd name="T8" fmla="*/ 0 w 718"/>
                <a:gd name="T9" fmla="*/ 306 h 306"/>
                <a:gd name="T10" fmla="*/ 48 w 718"/>
                <a:gd name="T11" fmla="*/ 276 h 306"/>
                <a:gd name="T12" fmla="*/ 84 w 718"/>
                <a:gd name="T13" fmla="*/ 252 h 306"/>
                <a:gd name="T14" fmla="*/ 108 w 718"/>
                <a:gd name="T15" fmla="*/ 234 h 306"/>
                <a:gd name="T16" fmla="*/ 120 w 718"/>
                <a:gd name="T17" fmla="*/ 228 h 306"/>
                <a:gd name="T18" fmla="*/ 126 w 718"/>
                <a:gd name="T19" fmla="*/ 228 h 306"/>
                <a:gd name="T20" fmla="*/ 144 w 718"/>
                <a:gd name="T21" fmla="*/ 222 h 306"/>
                <a:gd name="T22" fmla="*/ 168 w 718"/>
                <a:gd name="T23" fmla="*/ 216 h 306"/>
                <a:gd name="T24" fmla="*/ 198 w 718"/>
                <a:gd name="T25" fmla="*/ 204 h 306"/>
                <a:gd name="T26" fmla="*/ 275 w 718"/>
                <a:gd name="T27" fmla="*/ 180 h 306"/>
                <a:gd name="T28" fmla="*/ 371 w 718"/>
                <a:gd name="T29" fmla="*/ 156 h 306"/>
                <a:gd name="T30" fmla="*/ 461 w 718"/>
                <a:gd name="T31" fmla="*/ 126 h 306"/>
                <a:gd name="T32" fmla="*/ 544 w 718"/>
                <a:gd name="T33" fmla="*/ 102 h 306"/>
                <a:gd name="T34" fmla="*/ 574 w 718"/>
                <a:gd name="T35" fmla="*/ 90 h 306"/>
                <a:gd name="T36" fmla="*/ 604 w 718"/>
                <a:gd name="T37" fmla="*/ 84 h 306"/>
                <a:gd name="T38" fmla="*/ 622 w 718"/>
                <a:gd name="T39" fmla="*/ 78 h 306"/>
                <a:gd name="T40" fmla="*/ 628 w 718"/>
                <a:gd name="T41" fmla="*/ 72 h 306"/>
                <a:gd name="T42" fmla="*/ 634 w 718"/>
                <a:gd name="T43" fmla="*/ 66 h 306"/>
                <a:gd name="T44" fmla="*/ 652 w 718"/>
                <a:gd name="T45" fmla="*/ 60 h 306"/>
                <a:gd name="T46" fmla="*/ 694 w 718"/>
                <a:gd name="T47" fmla="*/ 30 h 306"/>
                <a:gd name="T48" fmla="*/ 712 w 718"/>
                <a:gd name="T49" fmla="*/ 18 h 306"/>
                <a:gd name="T50" fmla="*/ 718 w 718"/>
                <a:gd name="T51" fmla="*/ 6 h 306"/>
                <a:gd name="T52" fmla="*/ 712 w 718"/>
                <a:gd name="T53" fmla="*/ 0 h 306"/>
                <a:gd name="T54" fmla="*/ 688 w 718"/>
                <a:gd name="T55" fmla="*/ 0 h 306"/>
                <a:gd name="T56" fmla="*/ 628 w 718"/>
                <a:gd name="T57" fmla="*/ 0 h 306"/>
                <a:gd name="T58" fmla="*/ 580 w 718"/>
                <a:gd name="T59" fmla="*/ 0 h 306"/>
                <a:gd name="T60" fmla="*/ 544 w 718"/>
                <a:gd name="T61" fmla="*/ 0 h 306"/>
                <a:gd name="T62" fmla="*/ 514 w 718"/>
                <a:gd name="T63" fmla="*/ 18 h 306"/>
                <a:gd name="T64" fmla="*/ 485 w 718"/>
                <a:gd name="T65" fmla="*/ 42 h 306"/>
                <a:gd name="T66" fmla="*/ 467 w 718"/>
                <a:gd name="T67" fmla="*/ 54 h 306"/>
                <a:gd name="T68" fmla="*/ 449 w 718"/>
                <a:gd name="T69" fmla="*/ 60 h 306"/>
                <a:gd name="T70" fmla="*/ 425 w 718"/>
                <a:gd name="T71" fmla="*/ 60 h 306"/>
                <a:gd name="T72" fmla="*/ 389 w 718"/>
                <a:gd name="T73" fmla="*/ 66 h 306"/>
                <a:gd name="T74" fmla="*/ 347 w 718"/>
                <a:gd name="T75" fmla="*/ 84 h 306"/>
                <a:gd name="T76" fmla="*/ 311 w 718"/>
                <a:gd name="T77" fmla="*/ 108 h 306"/>
                <a:gd name="T78" fmla="*/ 287 w 718"/>
                <a:gd name="T79" fmla="*/ 126 h 306"/>
                <a:gd name="T80" fmla="*/ 275 w 718"/>
                <a:gd name="T81" fmla="*/ 132 h 306"/>
                <a:gd name="T82" fmla="*/ 257 w 718"/>
                <a:gd name="T83" fmla="*/ 138 h 306"/>
                <a:gd name="T84" fmla="*/ 221 w 718"/>
                <a:gd name="T85" fmla="*/ 138 h 306"/>
                <a:gd name="T86" fmla="*/ 186 w 718"/>
                <a:gd name="T87" fmla="*/ 138 h 306"/>
                <a:gd name="T88" fmla="*/ 180 w 718"/>
                <a:gd name="T89" fmla="*/ 138 h 306"/>
                <a:gd name="T90" fmla="*/ 174 w 718"/>
                <a:gd name="T91" fmla="*/ 138 h 306"/>
                <a:gd name="T92" fmla="*/ 114 w 718"/>
                <a:gd name="T93" fmla="*/ 162 h 306"/>
                <a:gd name="T94" fmla="*/ 48 w 718"/>
                <a:gd name="T95" fmla="*/ 216 h 306"/>
                <a:gd name="T96" fmla="*/ 48 w 718"/>
                <a:gd name="T97" fmla="*/ 21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75" name="Freeform 11">
              <a:extLst>
                <a:ext uri="{FF2B5EF4-FFF2-40B4-BE49-F238E27FC236}">
                  <a16:creationId xmlns:a16="http://schemas.microsoft.com/office/drawing/2014/main" id="{CAD5FE27-805A-F015-2E40-7338F47B335F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8" y="1890"/>
              <a:ext cx="2400" cy="881"/>
            </a:xfrm>
            <a:custGeom>
              <a:avLst/>
              <a:gdLst>
                <a:gd name="T0" fmla="*/ 2231 w 2392"/>
                <a:gd name="T1" fmla="*/ 54 h 881"/>
                <a:gd name="T2" fmla="*/ 2189 w 2392"/>
                <a:gd name="T3" fmla="*/ 54 h 881"/>
                <a:gd name="T4" fmla="*/ 2147 w 2392"/>
                <a:gd name="T5" fmla="*/ 66 h 881"/>
                <a:gd name="T6" fmla="*/ 2021 w 2392"/>
                <a:gd name="T7" fmla="*/ 101 h 881"/>
                <a:gd name="T8" fmla="*/ 1956 w 2392"/>
                <a:gd name="T9" fmla="*/ 119 h 881"/>
                <a:gd name="T10" fmla="*/ 1860 w 2392"/>
                <a:gd name="T11" fmla="*/ 167 h 881"/>
                <a:gd name="T12" fmla="*/ 1836 w 2392"/>
                <a:gd name="T13" fmla="*/ 245 h 881"/>
                <a:gd name="T14" fmla="*/ 1842 w 2392"/>
                <a:gd name="T15" fmla="*/ 305 h 881"/>
                <a:gd name="T16" fmla="*/ 1758 w 2392"/>
                <a:gd name="T17" fmla="*/ 317 h 881"/>
                <a:gd name="T18" fmla="*/ 1597 w 2392"/>
                <a:gd name="T19" fmla="*/ 263 h 881"/>
                <a:gd name="T20" fmla="*/ 1507 w 2392"/>
                <a:gd name="T21" fmla="*/ 257 h 881"/>
                <a:gd name="T22" fmla="*/ 1399 w 2392"/>
                <a:gd name="T23" fmla="*/ 311 h 881"/>
                <a:gd name="T24" fmla="*/ 1334 w 2392"/>
                <a:gd name="T25" fmla="*/ 353 h 881"/>
                <a:gd name="T26" fmla="*/ 1310 w 2392"/>
                <a:gd name="T27" fmla="*/ 359 h 881"/>
                <a:gd name="T28" fmla="*/ 1214 w 2392"/>
                <a:gd name="T29" fmla="*/ 371 h 881"/>
                <a:gd name="T30" fmla="*/ 1160 w 2392"/>
                <a:gd name="T31" fmla="*/ 365 h 881"/>
                <a:gd name="T32" fmla="*/ 1053 w 2392"/>
                <a:gd name="T33" fmla="*/ 371 h 881"/>
                <a:gd name="T34" fmla="*/ 957 w 2392"/>
                <a:gd name="T35" fmla="*/ 383 h 881"/>
                <a:gd name="T36" fmla="*/ 921 w 2392"/>
                <a:gd name="T37" fmla="*/ 401 h 881"/>
                <a:gd name="T38" fmla="*/ 819 w 2392"/>
                <a:gd name="T39" fmla="*/ 419 h 881"/>
                <a:gd name="T40" fmla="*/ 778 w 2392"/>
                <a:gd name="T41" fmla="*/ 419 h 881"/>
                <a:gd name="T42" fmla="*/ 664 w 2392"/>
                <a:gd name="T43" fmla="*/ 437 h 881"/>
                <a:gd name="T44" fmla="*/ 598 w 2392"/>
                <a:gd name="T45" fmla="*/ 473 h 881"/>
                <a:gd name="T46" fmla="*/ 503 w 2392"/>
                <a:gd name="T47" fmla="*/ 467 h 881"/>
                <a:gd name="T48" fmla="*/ 431 w 2392"/>
                <a:gd name="T49" fmla="*/ 491 h 881"/>
                <a:gd name="T50" fmla="*/ 413 w 2392"/>
                <a:gd name="T51" fmla="*/ 539 h 881"/>
                <a:gd name="T52" fmla="*/ 347 w 2392"/>
                <a:gd name="T53" fmla="*/ 569 h 881"/>
                <a:gd name="T54" fmla="*/ 222 w 2392"/>
                <a:gd name="T55" fmla="*/ 599 h 881"/>
                <a:gd name="T56" fmla="*/ 138 w 2392"/>
                <a:gd name="T57" fmla="*/ 647 h 881"/>
                <a:gd name="T58" fmla="*/ 108 w 2392"/>
                <a:gd name="T59" fmla="*/ 659 h 881"/>
                <a:gd name="T60" fmla="*/ 0 w 2392"/>
                <a:gd name="T61" fmla="*/ 671 h 881"/>
                <a:gd name="T62" fmla="*/ 84 w 2392"/>
                <a:gd name="T63" fmla="*/ 695 h 881"/>
                <a:gd name="T64" fmla="*/ 263 w 2392"/>
                <a:gd name="T65" fmla="*/ 653 h 881"/>
                <a:gd name="T66" fmla="*/ 473 w 2392"/>
                <a:gd name="T67" fmla="*/ 569 h 881"/>
                <a:gd name="T68" fmla="*/ 568 w 2392"/>
                <a:gd name="T69" fmla="*/ 521 h 881"/>
                <a:gd name="T70" fmla="*/ 646 w 2392"/>
                <a:gd name="T71" fmla="*/ 515 h 881"/>
                <a:gd name="T72" fmla="*/ 873 w 2392"/>
                <a:gd name="T73" fmla="*/ 461 h 881"/>
                <a:gd name="T74" fmla="*/ 1148 w 2392"/>
                <a:gd name="T75" fmla="*/ 425 h 881"/>
                <a:gd name="T76" fmla="*/ 1292 w 2392"/>
                <a:gd name="T77" fmla="*/ 461 h 881"/>
                <a:gd name="T78" fmla="*/ 1417 w 2392"/>
                <a:gd name="T79" fmla="*/ 533 h 881"/>
                <a:gd name="T80" fmla="*/ 1435 w 2392"/>
                <a:gd name="T81" fmla="*/ 617 h 881"/>
                <a:gd name="T82" fmla="*/ 1376 w 2392"/>
                <a:gd name="T83" fmla="*/ 653 h 881"/>
                <a:gd name="T84" fmla="*/ 1226 w 2392"/>
                <a:gd name="T85" fmla="*/ 701 h 881"/>
                <a:gd name="T86" fmla="*/ 1112 w 2392"/>
                <a:gd name="T87" fmla="*/ 755 h 881"/>
                <a:gd name="T88" fmla="*/ 1065 w 2392"/>
                <a:gd name="T89" fmla="*/ 809 h 881"/>
                <a:gd name="T90" fmla="*/ 1077 w 2392"/>
                <a:gd name="T91" fmla="*/ 869 h 881"/>
                <a:gd name="T92" fmla="*/ 1106 w 2392"/>
                <a:gd name="T93" fmla="*/ 881 h 881"/>
                <a:gd name="T94" fmla="*/ 1208 w 2392"/>
                <a:gd name="T95" fmla="*/ 869 h 881"/>
                <a:gd name="T96" fmla="*/ 1388 w 2392"/>
                <a:gd name="T97" fmla="*/ 857 h 881"/>
                <a:gd name="T98" fmla="*/ 1441 w 2392"/>
                <a:gd name="T99" fmla="*/ 851 h 881"/>
                <a:gd name="T100" fmla="*/ 1483 w 2392"/>
                <a:gd name="T101" fmla="*/ 833 h 881"/>
                <a:gd name="T102" fmla="*/ 1675 w 2392"/>
                <a:gd name="T103" fmla="*/ 743 h 881"/>
                <a:gd name="T104" fmla="*/ 1806 w 2392"/>
                <a:gd name="T105" fmla="*/ 689 h 881"/>
                <a:gd name="T106" fmla="*/ 1884 w 2392"/>
                <a:gd name="T107" fmla="*/ 581 h 881"/>
                <a:gd name="T108" fmla="*/ 2039 w 2392"/>
                <a:gd name="T109" fmla="*/ 389 h 881"/>
                <a:gd name="T110" fmla="*/ 2207 w 2392"/>
                <a:gd name="T111" fmla="*/ 269 h 881"/>
                <a:gd name="T112" fmla="*/ 2249 w 2392"/>
                <a:gd name="T113" fmla="*/ 239 h 881"/>
                <a:gd name="T114" fmla="*/ 2392 w 2392"/>
                <a:gd name="T115" fmla="*/ 0 h 881"/>
                <a:gd name="T116" fmla="*/ 2302 w 2392"/>
                <a:gd name="T117" fmla="*/ 36 h 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76" name="Freeform 12">
              <a:extLst>
                <a:ext uri="{FF2B5EF4-FFF2-40B4-BE49-F238E27FC236}">
                  <a16:creationId xmlns:a16="http://schemas.microsoft.com/office/drawing/2014/main" id="{84279A5B-9365-3910-7DB0-BBDF5D522A00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54"/>
              <a:ext cx="577" cy="258"/>
            </a:xfrm>
            <a:custGeom>
              <a:avLst/>
              <a:gdLst>
                <a:gd name="T0" fmla="*/ 30 w 550"/>
                <a:gd name="T1" fmla="*/ 245 h 257"/>
                <a:gd name="T2" fmla="*/ 18 w 550"/>
                <a:gd name="T3" fmla="*/ 251 h 257"/>
                <a:gd name="T4" fmla="*/ 6 w 550"/>
                <a:gd name="T5" fmla="*/ 257 h 257"/>
                <a:gd name="T6" fmla="*/ 0 w 550"/>
                <a:gd name="T7" fmla="*/ 257 h 257"/>
                <a:gd name="T8" fmla="*/ 305 w 550"/>
                <a:gd name="T9" fmla="*/ 113 h 257"/>
                <a:gd name="T10" fmla="*/ 520 w 550"/>
                <a:gd name="T11" fmla="*/ 0 h 257"/>
                <a:gd name="T12" fmla="*/ 526 w 550"/>
                <a:gd name="T13" fmla="*/ 6 h 257"/>
                <a:gd name="T14" fmla="*/ 544 w 550"/>
                <a:gd name="T15" fmla="*/ 18 h 257"/>
                <a:gd name="T16" fmla="*/ 550 w 550"/>
                <a:gd name="T17" fmla="*/ 24 h 257"/>
                <a:gd name="T18" fmla="*/ 550 w 550"/>
                <a:gd name="T19" fmla="*/ 36 h 257"/>
                <a:gd name="T20" fmla="*/ 544 w 550"/>
                <a:gd name="T21" fmla="*/ 42 h 257"/>
                <a:gd name="T22" fmla="*/ 526 w 550"/>
                <a:gd name="T23" fmla="*/ 54 h 257"/>
                <a:gd name="T24" fmla="*/ 514 w 550"/>
                <a:gd name="T25" fmla="*/ 60 h 257"/>
                <a:gd name="T26" fmla="*/ 502 w 550"/>
                <a:gd name="T27" fmla="*/ 66 h 257"/>
                <a:gd name="T28" fmla="*/ 448 w 550"/>
                <a:gd name="T29" fmla="*/ 84 h 257"/>
                <a:gd name="T30" fmla="*/ 382 w 550"/>
                <a:gd name="T31" fmla="*/ 113 h 257"/>
                <a:gd name="T32" fmla="*/ 305 w 550"/>
                <a:gd name="T33" fmla="*/ 143 h 257"/>
                <a:gd name="T34" fmla="*/ 227 w 550"/>
                <a:gd name="T35" fmla="*/ 173 h 257"/>
                <a:gd name="T36" fmla="*/ 149 w 550"/>
                <a:gd name="T37" fmla="*/ 203 h 257"/>
                <a:gd name="T38" fmla="*/ 83 w 550"/>
                <a:gd name="T39" fmla="*/ 227 h 257"/>
                <a:gd name="T40" fmla="*/ 30 w 550"/>
                <a:gd name="T41" fmla="*/ 245 h 257"/>
                <a:gd name="T42" fmla="*/ 30 w 550"/>
                <a:gd name="T43" fmla="*/ 245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77" name="Freeform 13">
              <a:extLst>
                <a:ext uri="{FF2B5EF4-FFF2-40B4-BE49-F238E27FC236}">
                  <a16:creationId xmlns:a16="http://schemas.microsoft.com/office/drawing/2014/main" id="{C0D49216-A6DC-6B22-A5D7-914528EE08E5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5327" y="1642"/>
              <a:ext cx="5" cy="1"/>
            </a:xfrm>
            <a:custGeom>
              <a:avLst/>
              <a:gdLst>
                <a:gd name="T0" fmla="*/ 0 w 5"/>
                <a:gd name="T1" fmla="*/ 5 w 5"/>
                <a:gd name="T2" fmla="*/ 0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78" name="Freeform 14">
              <a:extLst>
                <a:ext uri="{FF2B5EF4-FFF2-40B4-BE49-F238E27FC236}">
                  <a16:creationId xmlns:a16="http://schemas.microsoft.com/office/drawing/2014/main" id="{27AA128B-0BD8-6B7D-015C-242B66E198BA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728"/>
              <a:ext cx="716" cy="383"/>
            </a:xfrm>
            <a:custGeom>
              <a:avLst/>
              <a:gdLst>
                <a:gd name="T0" fmla="*/ 659 w 716"/>
                <a:gd name="T1" fmla="*/ 6 h 383"/>
                <a:gd name="T2" fmla="*/ 588 w 716"/>
                <a:gd name="T3" fmla="*/ 42 h 383"/>
                <a:gd name="T4" fmla="*/ 515 w 716"/>
                <a:gd name="T5" fmla="*/ 84 h 383"/>
                <a:gd name="T6" fmla="*/ 509 w 716"/>
                <a:gd name="T7" fmla="*/ 90 h 383"/>
                <a:gd name="T8" fmla="*/ 485 w 716"/>
                <a:gd name="T9" fmla="*/ 102 h 383"/>
                <a:gd name="T10" fmla="*/ 455 w 716"/>
                <a:gd name="T11" fmla="*/ 120 h 383"/>
                <a:gd name="T12" fmla="*/ 425 w 716"/>
                <a:gd name="T13" fmla="*/ 138 h 383"/>
                <a:gd name="T14" fmla="*/ 371 w 716"/>
                <a:gd name="T15" fmla="*/ 168 h 383"/>
                <a:gd name="T16" fmla="*/ 306 w 716"/>
                <a:gd name="T17" fmla="*/ 198 h 383"/>
                <a:gd name="T18" fmla="*/ 186 w 716"/>
                <a:gd name="T19" fmla="*/ 251 h 383"/>
                <a:gd name="T20" fmla="*/ 131 w 716"/>
                <a:gd name="T21" fmla="*/ 269 h 383"/>
                <a:gd name="T22" fmla="*/ 89 w 716"/>
                <a:gd name="T23" fmla="*/ 287 h 383"/>
                <a:gd name="T24" fmla="*/ 53 w 716"/>
                <a:gd name="T25" fmla="*/ 305 h 383"/>
                <a:gd name="T26" fmla="*/ 36 w 716"/>
                <a:gd name="T27" fmla="*/ 311 h 383"/>
                <a:gd name="T28" fmla="*/ 12 w 716"/>
                <a:gd name="T29" fmla="*/ 329 h 383"/>
                <a:gd name="T30" fmla="*/ 0 w 716"/>
                <a:gd name="T31" fmla="*/ 353 h 383"/>
                <a:gd name="T32" fmla="*/ 0 w 716"/>
                <a:gd name="T33" fmla="*/ 371 h 383"/>
                <a:gd name="T34" fmla="*/ 0 w 716"/>
                <a:gd name="T35" fmla="*/ 383 h 383"/>
                <a:gd name="T36" fmla="*/ 0 w 716"/>
                <a:gd name="T37" fmla="*/ 383 h 383"/>
                <a:gd name="T38" fmla="*/ 12 w 716"/>
                <a:gd name="T39" fmla="*/ 371 h 383"/>
                <a:gd name="T40" fmla="*/ 30 w 716"/>
                <a:gd name="T41" fmla="*/ 353 h 383"/>
                <a:gd name="T42" fmla="*/ 53 w 716"/>
                <a:gd name="T43" fmla="*/ 335 h 383"/>
                <a:gd name="T44" fmla="*/ 77 w 716"/>
                <a:gd name="T45" fmla="*/ 317 h 383"/>
                <a:gd name="T46" fmla="*/ 101 w 716"/>
                <a:gd name="T47" fmla="*/ 311 h 383"/>
                <a:gd name="T48" fmla="*/ 131 w 716"/>
                <a:gd name="T49" fmla="*/ 299 h 383"/>
                <a:gd name="T50" fmla="*/ 204 w 716"/>
                <a:gd name="T51" fmla="*/ 269 h 383"/>
                <a:gd name="T52" fmla="*/ 240 w 716"/>
                <a:gd name="T53" fmla="*/ 251 h 383"/>
                <a:gd name="T54" fmla="*/ 270 w 716"/>
                <a:gd name="T55" fmla="*/ 239 h 383"/>
                <a:gd name="T56" fmla="*/ 294 w 716"/>
                <a:gd name="T57" fmla="*/ 228 h 383"/>
                <a:gd name="T58" fmla="*/ 312 w 716"/>
                <a:gd name="T59" fmla="*/ 222 h 383"/>
                <a:gd name="T60" fmla="*/ 330 w 716"/>
                <a:gd name="T61" fmla="*/ 210 h 383"/>
                <a:gd name="T62" fmla="*/ 365 w 716"/>
                <a:gd name="T63" fmla="*/ 186 h 383"/>
                <a:gd name="T64" fmla="*/ 419 w 716"/>
                <a:gd name="T65" fmla="*/ 156 h 383"/>
                <a:gd name="T66" fmla="*/ 473 w 716"/>
                <a:gd name="T67" fmla="*/ 120 h 383"/>
                <a:gd name="T68" fmla="*/ 527 w 716"/>
                <a:gd name="T69" fmla="*/ 90 h 383"/>
                <a:gd name="T70" fmla="*/ 576 w 716"/>
                <a:gd name="T71" fmla="*/ 60 h 383"/>
                <a:gd name="T72" fmla="*/ 612 w 716"/>
                <a:gd name="T73" fmla="*/ 42 h 383"/>
                <a:gd name="T74" fmla="*/ 629 w 716"/>
                <a:gd name="T75" fmla="*/ 36 h 383"/>
                <a:gd name="T76" fmla="*/ 647 w 716"/>
                <a:gd name="T77" fmla="*/ 30 h 383"/>
                <a:gd name="T78" fmla="*/ 677 w 716"/>
                <a:gd name="T79" fmla="*/ 18 h 383"/>
                <a:gd name="T80" fmla="*/ 701 w 716"/>
                <a:gd name="T81" fmla="*/ 6 h 383"/>
                <a:gd name="T82" fmla="*/ 713 w 716"/>
                <a:gd name="T83" fmla="*/ 0 h 383"/>
                <a:gd name="T84" fmla="*/ 713 w 716"/>
                <a:gd name="T85" fmla="*/ 0 h 383"/>
                <a:gd name="T86" fmla="*/ 659 w 716"/>
                <a:gd name="T87" fmla="*/ 6 h 383"/>
                <a:gd name="T88" fmla="*/ 716 w 716"/>
                <a:gd name="T89" fmla="*/ 6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79" name="Freeform 15">
              <a:extLst>
                <a:ext uri="{FF2B5EF4-FFF2-40B4-BE49-F238E27FC236}">
                  <a16:creationId xmlns:a16="http://schemas.microsoft.com/office/drawing/2014/main" id="{19E1EE2C-9481-08ED-1D87-92D5A3807E43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453" y="2271"/>
              <a:ext cx="318" cy="225"/>
            </a:xfrm>
            <a:custGeom>
              <a:avLst/>
              <a:gdLst>
                <a:gd name="T0" fmla="*/ 6 w 318"/>
                <a:gd name="T1" fmla="*/ 225 h 225"/>
                <a:gd name="T2" fmla="*/ 0 w 318"/>
                <a:gd name="T3" fmla="*/ 195 h 225"/>
                <a:gd name="T4" fmla="*/ 315 w 318"/>
                <a:gd name="T5" fmla="*/ 0 h 225"/>
                <a:gd name="T6" fmla="*/ 303 w 318"/>
                <a:gd name="T7" fmla="*/ 27 h 225"/>
                <a:gd name="T8" fmla="*/ 318 w 318"/>
                <a:gd name="T9" fmla="*/ 4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80" name="Freeform 16">
              <a:extLst>
                <a:ext uri="{FF2B5EF4-FFF2-40B4-BE49-F238E27FC236}">
                  <a16:creationId xmlns:a16="http://schemas.microsoft.com/office/drawing/2014/main" id="{A9CE23A8-79A7-66E2-D985-288DE5DA5FA4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58"/>
              <a:ext cx="2595" cy="933"/>
            </a:xfrm>
            <a:custGeom>
              <a:avLst/>
              <a:gdLst>
                <a:gd name="T0" fmla="*/ 1050 w 2595"/>
                <a:gd name="T1" fmla="*/ 657 h 933"/>
                <a:gd name="T2" fmla="*/ 1581 w 2595"/>
                <a:gd name="T3" fmla="*/ 690 h 933"/>
                <a:gd name="T4" fmla="*/ 1671 w 2595"/>
                <a:gd name="T5" fmla="*/ 723 h 933"/>
                <a:gd name="T6" fmla="*/ 1176 w 2595"/>
                <a:gd name="T7" fmla="*/ 621 h 933"/>
                <a:gd name="T8" fmla="*/ 1854 w 2595"/>
                <a:gd name="T9" fmla="*/ 567 h 933"/>
                <a:gd name="T10" fmla="*/ 1869 w 2595"/>
                <a:gd name="T11" fmla="*/ 612 h 933"/>
                <a:gd name="T12" fmla="*/ 2103 w 2595"/>
                <a:gd name="T13" fmla="*/ 861 h 933"/>
                <a:gd name="T14" fmla="*/ 1883 w 2595"/>
                <a:gd name="T15" fmla="*/ 520 h 933"/>
                <a:gd name="T16" fmla="*/ 1842 w 2595"/>
                <a:gd name="T17" fmla="*/ 490 h 933"/>
                <a:gd name="T18" fmla="*/ 1770 w 2595"/>
                <a:gd name="T19" fmla="*/ 466 h 933"/>
                <a:gd name="T20" fmla="*/ 1740 w 2595"/>
                <a:gd name="T21" fmla="*/ 448 h 933"/>
                <a:gd name="T22" fmla="*/ 1758 w 2595"/>
                <a:gd name="T23" fmla="*/ 436 h 933"/>
                <a:gd name="T24" fmla="*/ 1830 w 2595"/>
                <a:gd name="T25" fmla="*/ 430 h 933"/>
                <a:gd name="T26" fmla="*/ 1877 w 2595"/>
                <a:gd name="T27" fmla="*/ 424 h 933"/>
                <a:gd name="T28" fmla="*/ 1955 w 2595"/>
                <a:gd name="T29" fmla="*/ 394 h 933"/>
                <a:gd name="T30" fmla="*/ 2052 w 2595"/>
                <a:gd name="T31" fmla="*/ 396 h 933"/>
                <a:gd name="T32" fmla="*/ 2253 w 2595"/>
                <a:gd name="T33" fmla="*/ 732 h 933"/>
                <a:gd name="T34" fmla="*/ 2415 w 2595"/>
                <a:gd name="T35" fmla="*/ 933 h 933"/>
                <a:gd name="T36" fmla="*/ 2397 w 2595"/>
                <a:gd name="T37" fmla="*/ 828 h 933"/>
                <a:gd name="T38" fmla="*/ 2088 w 2595"/>
                <a:gd name="T39" fmla="*/ 400 h 933"/>
                <a:gd name="T40" fmla="*/ 2046 w 2595"/>
                <a:gd name="T41" fmla="*/ 346 h 933"/>
                <a:gd name="T42" fmla="*/ 1997 w 2595"/>
                <a:gd name="T43" fmla="*/ 304 h 933"/>
                <a:gd name="T44" fmla="*/ 1967 w 2595"/>
                <a:gd name="T45" fmla="*/ 286 h 933"/>
                <a:gd name="T46" fmla="*/ 1973 w 2595"/>
                <a:gd name="T47" fmla="*/ 286 h 933"/>
                <a:gd name="T48" fmla="*/ 2009 w 2595"/>
                <a:gd name="T49" fmla="*/ 286 h 933"/>
                <a:gd name="T50" fmla="*/ 2082 w 2595"/>
                <a:gd name="T51" fmla="*/ 322 h 933"/>
                <a:gd name="T52" fmla="*/ 2199 w 2595"/>
                <a:gd name="T53" fmla="*/ 384 h 933"/>
                <a:gd name="T54" fmla="*/ 2394 w 2595"/>
                <a:gd name="T55" fmla="*/ 448 h 933"/>
                <a:gd name="T56" fmla="*/ 2595 w 2595"/>
                <a:gd name="T57" fmla="*/ 516 h 933"/>
                <a:gd name="T58" fmla="*/ 2388 w 2595"/>
                <a:gd name="T59" fmla="*/ 424 h 933"/>
                <a:gd name="T60" fmla="*/ 2219 w 2595"/>
                <a:gd name="T61" fmla="*/ 340 h 933"/>
                <a:gd name="T62" fmla="*/ 2052 w 2595"/>
                <a:gd name="T63" fmla="*/ 280 h 933"/>
                <a:gd name="T64" fmla="*/ 1955 w 2595"/>
                <a:gd name="T65" fmla="*/ 262 h 933"/>
                <a:gd name="T66" fmla="*/ 1877 w 2595"/>
                <a:gd name="T67" fmla="*/ 274 h 933"/>
                <a:gd name="T68" fmla="*/ 1752 w 2595"/>
                <a:gd name="T69" fmla="*/ 274 h 933"/>
                <a:gd name="T70" fmla="*/ 1661 w 2595"/>
                <a:gd name="T71" fmla="*/ 292 h 933"/>
                <a:gd name="T72" fmla="*/ 1607 w 2595"/>
                <a:gd name="T73" fmla="*/ 316 h 933"/>
                <a:gd name="T74" fmla="*/ 1589 w 2595"/>
                <a:gd name="T75" fmla="*/ 322 h 933"/>
                <a:gd name="T76" fmla="*/ 1409 w 2595"/>
                <a:gd name="T77" fmla="*/ 358 h 933"/>
                <a:gd name="T78" fmla="*/ 1152 w 2595"/>
                <a:gd name="T79" fmla="*/ 442 h 933"/>
                <a:gd name="T80" fmla="*/ 966 w 2595"/>
                <a:gd name="T81" fmla="*/ 460 h 933"/>
                <a:gd name="T82" fmla="*/ 870 w 2595"/>
                <a:gd name="T83" fmla="*/ 442 h 933"/>
                <a:gd name="T84" fmla="*/ 828 w 2595"/>
                <a:gd name="T85" fmla="*/ 430 h 933"/>
                <a:gd name="T86" fmla="*/ 743 w 2595"/>
                <a:gd name="T87" fmla="*/ 388 h 933"/>
                <a:gd name="T88" fmla="*/ 636 w 2595"/>
                <a:gd name="T89" fmla="*/ 334 h 933"/>
                <a:gd name="T90" fmla="*/ 467 w 2595"/>
                <a:gd name="T91" fmla="*/ 256 h 933"/>
                <a:gd name="T92" fmla="*/ 0 w 2595"/>
                <a:gd name="T93" fmla="*/ 0 h 933"/>
                <a:gd name="T94" fmla="*/ 585 w 2595"/>
                <a:gd name="T95" fmla="*/ 390 h 933"/>
                <a:gd name="T96" fmla="*/ 849 w 2595"/>
                <a:gd name="T97" fmla="*/ 543 h 933"/>
                <a:gd name="T98" fmla="*/ 897 w 2595"/>
                <a:gd name="T99" fmla="*/ 621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881" name="Freeform 17">
              <a:extLst>
                <a:ext uri="{FF2B5EF4-FFF2-40B4-BE49-F238E27FC236}">
                  <a16:creationId xmlns:a16="http://schemas.microsoft.com/office/drawing/2014/main" id="{03CBDFBA-27AB-1878-F48B-9FD0A9054CAC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994"/>
              <a:ext cx="2723" cy="1091"/>
            </a:xfrm>
            <a:custGeom>
              <a:avLst/>
              <a:gdLst>
                <a:gd name="T0" fmla="*/ 2370 w 2723"/>
                <a:gd name="T1" fmla="*/ 72 h 1091"/>
                <a:gd name="T2" fmla="*/ 2597 w 2723"/>
                <a:gd name="T3" fmla="*/ 198 h 1091"/>
                <a:gd name="T4" fmla="*/ 2639 w 2723"/>
                <a:gd name="T5" fmla="*/ 276 h 1091"/>
                <a:gd name="T6" fmla="*/ 2453 w 2723"/>
                <a:gd name="T7" fmla="*/ 264 h 1091"/>
                <a:gd name="T8" fmla="*/ 2297 w 2723"/>
                <a:gd name="T9" fmla="*/ 204 h 1091"/>
                <a:gd name="T10" fmla="*/ 2112 w 2723"/>
                <a:gd name="T11" fmla="*/ 66 h 1091"/>
                <a:gd name="T12" fmla="*/ 2088 w 2723"/>
                <a:gd name="T13" fmla="*/ 72 h 1091"/>
                <a:gd name="T14" fmla="*/ 2106 w 2723"/>
                <a:gd name="T15" fmla="*/ 114 h 1091"/>
                <a:gd name="T16" fmla="*/ 2412 w 2723"/>
                <a:gd name="T17" fmla="*/ 552 h 1091"/>
                <a:gd name="T18" fmla="*/ 2279 w 2723"/>
                <a:gd name="T19" fmla="*/ 564 h 1091"/>
                <a:gd name="T20" fmla="*/ 2189 w 2723"/>
                <a:gd name="T21" fmla="*/ 492 h 1091"/>
                <a:gd name="T22" fmla="*/ 2058 w 2723"/>
                <a:gd name="T23" fmla="*/ 330 h 1091"/>
                <a:gd name="T24" fmla="*/ 1991 w 2723"/>
                <a:gd name="T25" fmla="*/ 234 h 1091"/>
                <a:gd name="T26" fmla="*/ 1949 w 2723"/>
                <a:gd name="T27" fmla="*/ 174 h 1091"/>
                <a:gd name="T28" fmla="*/ 1824 w 2723"/>
                <a:gd name="T29" fmla="*/ 132 h 1091"/>
                <a:gd name="T30" fmla="*/ 1794 w 2723"/>
                <a:gd name="T31" fmla="*/ 144 h 1091"/>
                <a:gd name="T32" fmla="*/ 1895 w 2723"/>
                <a:gd name="T33" fmla="*/ 222 h 1091"/>
                <a:gd name="T34" fmla="*/ 1943 w 2723"/>
                <a:gd name="T35" fmla="*/ 366 h 1091"/>
                <a:gd name="T36" fmla="*/ 2064 w 2723"/>
                <a:gd name="T37" fmla="*/ 630 h 1091"/>
                <a:gd name="T38" fmla="*/ 2052 w 2723"/>
                <a:gd name="T39" fmla="*/ 695 h 1091"/>
                <a:gd name="T40" fmla="*/ 1955 w 2723"/>
                <a:gd name="T41" fmla="*/ 683 h 1091"/>
                <a:gd name="T42" fmla="*/ 1913 w 2723"/>
                <a:gd name="T43" fmla="*/ 636 h 1091"/>
                <a:gd name="T44" fmla="*/ 1703 w 2723"/>
                <a:gd name="T45" fmla="*/ 312 h 1091"/>
                <a:gd name="T46" fmla="*/ 1637 w 2723"/>
                <a:gd name="T47" fmla="*/ 276 h 1091"/>
                <a:gd name="T48" fmla="*/ 1643 w 2723"/>
                <a:gd name="T49" fmla="*/ 318 h 1091"/>
                <a:gd name="T50" fmla="*/ 1673 w 2723"/>
                <a:gd name="T51" fmla="*/ 408 h 1091"/>
                <a:gd name="T52" fmla="*/ 1716 w 2723"/>
                <a:gd name="T53" fmla="*/ 779 h 1091"/>
                <a:gd name="T54" fmla="*/ 1691 w 2723"/>
                <a:gd name="T55" fmla="*/ 737 h 1091"/>
                <a:gd name="T56" fmla="*/ 1613 w 2723"/>
                <a:gd name="T57" fmla="*/ 582 h 1091"/>
                <a:gd name="T58" fmla="*/ 1494 w 2723"/>
                <a:gd name="T59" fmla="*/ 480 h 1091"/>
                <a:gd name="T60" fmla="*/ 1248 w 2723"/>
                <a:gd name="T61" fmla="*/ 528 h 1091"/>
                <a:gd name="T62" fmla="*/ 996 w 2723"/>
                <a:gd name="T63" fmla="*/ 630 h 1091"/>
                <a:gd name="T64" fmla="*/ 714 w 2723"/>
                <a:gd name="T65" fmla="*/ 534 h 1091"/>
                <a:gd name="T66" fmla="*/ 198 w 2723"/>
                <a:gd name="T67" fmla="*/ 288 h 1091"/>
                <a:gd name="T68" fmla="*/ 0 w 2723"/>
                <a:gd name="T69" fmla="*/ 460 h 1091"/>
                <a:gd name="T70" fmla="*/ 288 w 2723"/>
                <a:gd name="T71" fmla="*/ 570 h 1091"/>
                <a:gd name="T72" fmla="*/ 461 w 2723"/>
                <a:gd name="T73" fmla="*/ 654 h 1091"/>
                <a:gd name="T74" fmla="*/ 725 w 2723"/>
                <a:gd name="T75" fmla="*/ 755 h 1091"/>
                <a:gd name="T76" fmla="*/ 966 w 2723"/>
                <a:gd name="T77" fmla="*/ 791 h 1091"/>
                <a:gd name="T78" fmla="*/ 1176 w 2723"/>
                <a:gd name="T79" fmla="*/ 779 h 1091"/>
                <a:gd name="T80" fmla="*/ 1278 w 2723"/>
                <a:gd name="T81" fmla="*/ 791 h 1091"/>
                <a:gd name="T82" fmla="*/ 1404 w 2723"/>
                <a:gd name="T83" fmla="*/ 845 h 1091"/>
                <a:gd name="T84" fmla="*/ 1416 w 2723"/>
                <a:gd name="T85" fmla="*/ 887 h 1091"/>
                <a:gd name="T86" fmla="*/ 1361 w 2723"/>
                <a:gd name="T87" fmla="*/ 923 h 1091"/>
                <a:gd name="T88" fmla="*/ 1385 w 2723"/>
                <a:gd name="T89" fmla="*/ 1007 h 1091"/>
                <a:gd name="T90" fmla="*/ 1494 w 2723"/>
                <a:gd name="T91" fmla="*/ 1085 h 1091"/>
                <a:gd name="T92" fmla="*/ 1697 w 2723"/>
                <a:gd name="T93" fmla="*/ 1043 h 1091"/>
                <a:gd name="T94" fmla="*/ 1812 w 2723"/>
                <a:gd name="T95" fmla="*/ 989 h 1091"/>
                <a:gd name="T96" fmla="*/ 1973 w 2723"/>
                <a:gd name="T97" fmla="*/ 917 h 1091"/>
                <a:gd name="T98" fmla="*/ 2201 w 2723"/>
                <a:gd name="T99" fmla="*/ 899 h 1091"/>
                <a:gd name="T100" fmla="*/ 2364 w 2723"/>
                <a:gd name="T101" fmla="*/ 863 h 1091"/>
                <a:gd name="T102" fmla="*/ 2400 w 2723"/>
                <a:gd name="T103" fmla="*/ 743 h 1091"/>
                <a:gd name="T104" fmla="*/ 2471 w 2723"/>
                <a:gd name="T105" fmla="*/ 701 h 1091"/>
                <a:gd name="T106" fmla="*/ 2621 w 2723"/>
                <a:gd name="T107" fmla="*/ 504 h 1091"/>
                <a:gd name="T108" fmla="*/ 2693 w 2723"/>
                <a:gd name="T109" fmla="*/ 374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6882" name="Rectangle 18">
            <a:extLst>
              <a:ext uri="{FF2B5EF4-FFF2-40B4-BE49-F238E27FC236}">
                <a16:creationId xmlns:a16="http://schemas.microsoft.com/office/drawing/2014/main" id="{BC49EE1E-A913-BB51-8959-8200A4968F22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36883" name="Rectangle 19">
            <a:extLst>
              <a:ext uri="{FF2B5EF4-FFF2-40B4-BE49-F238E27FC236}">
                <a16:creationId xmlns:a16="http://schemas.microsoft.com/office/drawing/2014/main" id="{506D8ADB-7817-44CB-50E1-09DBF547BDDA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36884" name="Rectangle 20">
            <a:extLst>
              <a:ext uri="{FF2B5EF4-FFF2-40B4-BE49-F238E27FC236}">
                <a16:creationId xmlns:a16="http://schemas.microsoft.com/office/drawing/2014/main" id="{EA9D9086-B54D-AC8C-B3FA-EE8AA959878F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6885" name="Rectangle 21">
            <a:extLst>
              <a:ext uri="{FF2B5EF4-FFF2-40B4-BE49-F238E27FC236}">
                <a16:creationId xmlns:a16="http://schemas.microsoft.com/office/drawing/2014/main" id="{DD14DBDF-330C-FE4D-4F56-6B266A3B774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6886" name="Rectangle 22">
            <a:extLst>
              <a:ext uri="{FF2B5EF4-FFF2-40B4-BE49-F238E27FC236}">
                <a16:creationId xmlns:a16="http://schemas.microsoft.com/office/drawing/2014/main" id="{6A623227-7D11-B123-28E4-033EE30396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DE68AC2-67B0-4BFD-B20E-5A7472E5817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D4651-662E-84A1-D7ED-CFE0C6504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B8EDBE-AE66-DFA5-B3C1-318DB1F50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22D2DA-B7F4-9171-336B-1FDE7EAA6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0C9FA3-4220-A2E3-0D12-04CED77B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CA3CEA-2950-BD66-5C08-68DC7AB0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7BF7BA-5D52-4220-BDE3-A2CECF5D45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790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FAAEA-BDFD-BAE2-E955-CCBD8B7A6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CCBEA9-8364-7306-501D-89D656F0F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9C32E6-5BB2-ADE9-1A4A-729F3C780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2BA85C-7B04-1AF3-33D1-2200F94E4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EDA5B9-4684-287E-5B87-3702A899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66A0D-4076-441C-A244-1B719C0B0D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5713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CB707-9155-6EBD-590E-DE0F15A0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A87EA3-7D77-830C-4632-FE3C77E6C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0C2FCE-42CE-60B4-5EE4-9BD097DA1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534336-2909-63FF-864B-F48302A1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4894DD-E1CA-BBEE-E187-749EE7FC7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E03E30-6F18-F059-BD39-0595022DE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1A0962-92C5-4B57-9E09-E42102C512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4406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A84FB-FA87-D80B-C53F-6288D518C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3F499B-D631-A61B-ADFA-EA309C41F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44CE6C-AED5-1163-559A-5D5704FD3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9ACC520-BC11-EC5E-F3F3-9DFFE3CAC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5C566C-64ED-8178-393A-85CEBCF64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EE6ECA8-7333-64B3-F63B-0D9A84606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E44DB3F-6CEC-4AC6-ADDA-A89B16956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45D5DE-C2D5-2478-67E6-F9DB65EB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5142F8-F70E-4C1A-9143-12386D74D7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588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1ED70-1246-EE38-A8D7-9EAE569E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A46770-BC37-850D-A1F0-100EFA59E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2E29C6-53EC-6777-3BDF-94CFB77B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0E621D7-1717-76D9-1980-D08DA11C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013C07-F23F-4CF5-BF1F-44596601C8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277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1192CB-DDF2-2EBE-50EE-AE0474B7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A0A2D1-D56D-ADDA-6E0B-B86BC566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D78068-3129-E4B8-5992-66436DA06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1B2C6-1EB3-48EE-B199-CA6E1530F8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331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0EB74-80E2-ABEF-EB77-391BAB915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11AE9F-C3DE-DDE1-EAD2-0D4C6BB18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A103E1-3D22-8C50-1CEA-1C22D4144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F39A37-4392-443A-FBA0-CC6C31413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151D69-CEE7-EA3F-DBD7-09C4C7A55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C3D040-3B23-AE09-365D-4807ABC9F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8BC2B2-1ECD-4933-8187-454CCAD6B9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26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E291F-E066-2859-F57D-5FE8E202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B7ECDE-201E-CDD5-BB09-9BD7F7EAC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22D9BC-782B-14AF-4620-B7ADF75B3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E951B0-C8BF-B8E8-A502-55B075C7C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06F764-7EA9-A341-8165-06FE5A75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E92D61-4E1B-A982-CB42-327261E5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CCF47A-8A34-41B7-8BAC-F0F93546EC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4861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072A4-F88C-D35A-3689-E949CB541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6441D5-D744-C9F8-AD72-95827A259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CFD51D-B7FD-C791-1FBB-13195D3A1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837951-1B9E-96F3-95C9-9484A410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CA92B4-8EB6-3A30-7E2C-CE5EE6AA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7F83-BCC9-4BF2-9F29-73616050D0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372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7CAE84-40F6-3289-B9B4-15390A4C2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455A87-C221-97B7-08F6-6E978ED3F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F6FA26-6CB7-206E-4624-C9EDE923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F81403-5F29-C1B3-720B-7D8DA6DC5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1DB3B2-22A1-C358-9E36-A1852B60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9EE60F-2754-4D14-9EB5-1110117C62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745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>
            <a:extLst>
              <a:ext uri="{FF2B5EF4-FFF2-40B4-BE49-F238E27FC236}">
                <a16:creationId xmlns:a16="http://schemas.microsoft.com/office/drawing/2014/main" id="{C2537E34-DF67-AD07-8A55-92E226F6F24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144000" cy="4046538"/>
            <a:chOff x="0" y="1536"/>
            <a:chExt cx="5760" cy="2549"/>
          </a:xfrm>
        </p:grpSpPr>
        <p:sp>
          <p:nvSpPr>
            <p:cNvPr id="35843" name="Rectangle 3">
              <a:extLst>
                <a:ext uri="{FF2B5EF4-FFF2-40B4-BE49-F238E27FC236}">
                  <a16:creationId xmlns:a16="http://schemas.microsoft.com/office/drawing/2014/main" id="{F00B9E8A-5C32-3717-F44B-8C0FE0C23A3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 rot="-1424751">
              <a:off x="2121" y="2592"/>
              <a:ext cx="3072" cy="384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5844" name="Freeform 4">
              <a:extLst>
                <a:ext uri="{FF2B5EF4-FFF2-40B4-BE49-F238E27FC236}">
                  <a16:creationId xmlns:a16="http://schemas.microsoft.com/office/drawing/2014/main" id="{0AC672F0-6C51-270A-A900-EF31BA9F156C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64"/>
              <a:ext cx="2688" cy="1224"/>
            </a:xfrm>
            <a:custGeom>
              <a:avLst/>
              <a:gdLst>
                <a:gd name="T0" fmla="*/ 0 w 2688"/>
                <a:gd name="T1" fmla="*/ 0 h 1224"/>
                <a:gd name="T2" fmla="*/ 960 w 2688"/>
                <a:gd name="T3" fmla="*/ 552 h 1224"/>
                <a:gd name="T4" fmla="*/ 1968 w 2688"/>
                <a:gd name="T5" fmla="*/ 264 h 1224"/>
                <a:gd name="T6" fmla="*/ 2028 w 2688"/>
                <a:gd name="T7" fmla="*/ 270 h 1224"/>
                <a:gd name="T8" fmla="*/ 2661 w 2688"/>
                <a:gd name="T9" fmla="*/ 528 h 1224"/>
                <a:gd name="T10" fmla="*/ 2688 w 2688"/>
                <a:gd name="T11" fmla="*/ 648 h 1224"/>
                <a:gd name="T12" fmla="*/ 2304 w 2688"/>
                <a:gd name="T13" fmla="*/ 1080 h 1224"/>
                <a:gd name="T14" fmla="*/ 1584 w 2688"/>
                <a:gd name="T15" fmla="*/ 1224 h 1224"/>
                <a:gd name="T16" fmla="*/ 1296 w 2688"/>
                <a:gd name="T17" fmla="*/ 936 h 1224"/>
                <a:gd name="T18" fmla="*/ 864 w 2688"/>
                <a:gd name="T19" fmla="*/ 1032 h 1224"/>
                <a:gd name="T20" fmla="*/ 0 w 2688"/>
                <a:gd name="T21" fmla="*/ 552 h 1224"/>
                <a:gd name="T22" fmla="*/ 0 w 2688"/>
                <a:gd name="T23" fmla="*/ 0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45" name="Freeform 5">
              <a:extLst>
                <a:ext uri="{FF2B5EF4-FFF2-40B4-BE49-F238E27FC236}">
                  <a16:creationId xmlns:a16="http://schemas.microsoft.com/office/drawing/2014/main" id="{87CDD489-A689-ABEE-E21B-585B4FC3B2B8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9" y="1536"/>
              <a:ext cx="2401" cy="1232"/>
            </a:xfrm>
            <a:custGeom>
              <a:avLst/>
              <a:gdLst>
                <a:gd name="T0" fmla="*/ 2208 w 2401"/>
                <a:gd name="T1" fmla="*/ 15 h 1232"/>
                <a:gd name="T2" fmla="*/ 2088 w 2401"/>
                <a:gd name="T3" fmla="*/ 57 h 1232"/>
                <a:gd name="T4" fmla="*/ 1951 w 2401"/>
                <a:gd name="T5" fmla="*/ 99 h 1232"/>
                <a:gd name="T6" fmla="*/ 1704 w 2401"/>
                <a:gd name="T7" fmla="*/ 135 h 1232"/>
                <a:gd name="T8" fmla="*/ 1314 w 2401"/>
                <a:gd name="T9" fmla="*/ 177 h 1232"/>
                <a:gd name="T10" fmla="*/ 1176 w 2401"/>
                <a:gd name="T11" fmla="*/ 189 h 1232"/>
                <a:gd name="T12" fmla="*/ 1122 w 2401"/>
                <a:gd name="T13" fmla="*/ 195 h 1232"/>
                <a:gd name="T14" fmla="*/ 1075 w 2401"/>
                <a:gd name="T15" fmla="*/ 231 h 1232"/>
                <a:gd name="T16" fmla="*/ 924 w 2401"/>
                <a:gd name="T17" fmla="*/ 321 h 1232"/>
                <a:gd name="T18" fmla="*/ 840 w 2401"/>
                <a:gd name="T19" fmla="*/ 369 h 1232"/>
                <a:gd name="T20" fmla="*/ 630 w 2401"/>
                <a:gd name="T21" fmla="*/ 458 h 1232"/>
                <a:gd name="T22" fmla="*/ 529 w 2401"/>
                <a:gd name="T23" fmla="*/ 500 h 1232"/>
                <a:gd name="T24" fmla="*/ 487 w 2401"/>
                <a:gd name="T25" fmla="*/ 542 h 1232"/>
                <a:gd name="T26" fmla="*/ 457 w 2401"/>
                <a:gd name="T27" fmla="*/ 590 h 1232"/>
                <a:gd name="T28" fmla="*/ 402 w 2401"/>
                <a:gd name="T29" fmla="*/ 638 h 1232"/>
                <a:gd name="T30" fmla="*/ 330 w 2401"/>
                <a:gd name="T31" fmla="*/ 758 h 1232"/>
                <a:gd name="T32" fmla="*/ 312 w 2401"/>
                <a:gd name="T33" fmla="*/ 788 h 1232"/>
                <a:gd name="T34" fmla="*/ 252 w 2401"/>
                <a:gd name="T35" fmla="*/ 824 h 1232"/>
                <a:gd name="T36" fmla="*/ 84 w 2401"/>
                <a:gd name="T37" fmla="*/ 926 h 1232"/>
                <a:gd name="T38" fmla="*/ 0 w 2401"/>
                <a:gd name="T39" fmla="*/ 992 h 1232"/>
                <a:gd name="T40" fmla="*/ 12 w 2401"/>
                <a:gd name="T41" fmla="*/ 1040 h 1232"/>
                <a:gd name="T42" fmla="*/ 132 w 2401"/>
                <a:gd name="T43" fmla="*/ 1034 h 1232"/>
                <a:gd name="T44" fmla="*/ 336 w 2401"/>
                <a:gd name="T45" fmla="*/ 980 h 1232"/>
                <a:gd name="T46" fmla="*/ 529 w 2401"/>
                <a:gd name="T47" fmla="*/ 896 h 1232"/>
                <a:gd name="T48" fmla="*/ 576 w 2401"/>
                <a:gd name="T49" fmla="*/ 872 h 1232"/>
                <a:gd name="T50" fmla="*/ 714 w 2401"/>
                <a:gd name="T51" fmla="*/ 848 h 1232"/>
                <a:gd name="T52" fmla="*/ 966 w 2401"/>
                <a:gd name="T53" fmla="*/ 794 h 1232"/>
                <a:gd name="T54" fmla="*/ 1212 w 2401"/>
                <a:gd name="T55" fmla="*/ 782 h 1232"/>
                <a:gd name="T56" fmla="*/ 1416 w 2401"/>
                <a:gd name="T57" fmla="*/ 872 h 1232"/>
                <a:gd name="T58" fmla="*/ 1464 w 2401"/>
                <a:gd name="T59" fmla="*/ 932 h 1232"/>
                <a:gd name="T60" fmla="*/ 1440 w 2401"/>
                <a:gd name="T61" fmla="*/ 992 h 1232"/>
                <a:gd name="T62" fmla="*/ 1302 w 2401"/>
                <a:gd name="T63" fmla="*/ 1040 h 1232"/>
                <a:gd name="T64" fmla="*/ 1158 w 2401"/>
                <a:gd name="T65" fmla="*/ 1100 h 1232"/>
                <a:gd name="T66" fmla="*/ 1093 w 2401"/>
                <a:gd name="T67" fmla="*/ 1148 h 1232"/>
                <a:gd name="T68" fmla="*/ 1075 w 2401"/>
                <a:gd name="T69" fmla="*/ 1208 h 1232"/>
                <a:gd name="T70" fmla="*/ 1093 w 2401"/>
                <a:gd name="T71" fmla="*/ 1232 h 1232"/>
                <a:gd name="T72" fmla="*/ 1152 w 2401"/>
                <a:gd name="T73" fmla="*/ 1226 h 1232"/>
                <a:gd name="T74" fmla="*/ 1332 w 2401"/>
                <a:gd name="T75" fmla="*/ 1208 h 1232"/>
                <a:gd name="T76" fmla="*/ 1434 w 2401"/>
                <a:gd name="T77" fmla="*/ 1184 h 1232"/>
                <a:gd name="T78" fmla="*/ 1464 w 2401"/>
                <a:gd name="T79" fmla="*/ 1172 h 1232"/>
                <a:gd name="T80" fmla="*/ 1578 w 2401"/>
                <a:gd name="T81" fmla="*/ 1130 h 1232"/>
                <a:gd name="T82" fmla="*/ 1758 w 2401"/>
                <a:gd name="T83" fmla="*/ 1064 h 1232"/>
                <a:gd name="T84" fmla="*/ 1872 w 2401"/>
                <a:gd name="T85" fmla="*/ 962 h 1232"/>
                <a:gd name="T86" fmla="*/ 1986 w 2401"/>
                <a:gd name="T87" fmla="*/ 800 h 1232"/>
                <a:gd name="T88" fmla="*/ 2166 w 2401"/>
                <a:gd name="T89" fmla="*/ 650 h 1232"/>
                <a:gd name="T90" fmla="*/ 2257 w 2401"/>
                <a:gd name="T91" fmla="*/ 590 h 1232"/>
                <a:gd name="T92" fmla="*/ 2400 w 2401"/>
                <a:gd name="T93" fmla="*/ 57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46" name="Freeform 6">
              <a:extLst>
                <a:ext uri="{FF2B5EF4-FFF2-40B4-BE49-F238E27FC236}">
                  <a16:creationId xmlns:a16="http://schemas.microsoft.com/office/drawing/2014/main" id="{8B3239FF-3E24-4F3C-1C9C-1F7DF792C0E3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92" y="1536"/>
              <a:ext cx="1968" cy="762"/>
            </a:xfrm>
            <a:custGeom>
              <a:avLst/>
              <a:gdLst>
                <a:gd name="T0" fmla="*/ 965 w 1968"/>
                <a:gd name="T1" fmla="*/ 165 h 762"/>
                <a:gd name="T2" fmla="*/ 696 w 1968"/>
                <a:gd name="T3" fmla="*/ 200 h 762"/>
                <a:gd name="T4" fmla="*/ 693 w 1968"/>
                <a:gd name="T5" fmla="*/ 237 h 762"/>
                <a:gd name="T6" fmla="*/ 924 w 1968"/>
                <a:gd name="T7" fmla="*/ 258 h 762"/>
                <a:gd name="T8" fmla="*/ 993 w 1968"/>
                <a:gd name="T9" fmla="*/ 267 h 762"/>
                <a:gd name="T10" fmla="*/ 681 w 1968"/>
                <a:gd name="T11" fmla="*/ 291 h 762"/>
                <a:gd name="T12" fmla="*/ 633 w 1968"/>
                <a:gd name="T13" fmla="*/ 309 h 762"/>
                <a:gd name="T14" fmla="*/ 645 w 1968"/>
                <a:gd name="T15" fmla="*/ 336 h 762"/>
                <a:gd name="T16" fmla="*/ 672 w 1968"/>
                <a:gd name="T17" fmla="*/ 351 h 762"/>
                <a:gd name="T18" fmla="*/ 984 w 1968"/>
                <a:gd name="T19" fmla="*/ 333 h 762"/>
                <a:gd name="T20" fmla="*/ 1080 w 1968"/>
                <a:gd name="T21" fmla="*/ 357 h 762"/>
                <a:gd name="T22" fmla="*/ 624 w 1968"/>
                <a:gd name="T23" fmla="*/ 492 h 762"/>
                <a:gd name="T24" fmla="*/ 616 w 1968"/>
                <a:gd name="T25" fmla="*/ 536 h 762"/>
                <a:gd name="T26" fmla="*/ 8 w 1968"/>
                <a:gd name="T27" fmla="*/ 724 h 762"/>
                <a:gd name="T28" fmla="*/ 0 w 1968"/>
                <a:gd name="T29" fmla="*/ 756 h 762"/>
                <a:gd name="T30" fmla="*/ 27 w 1968"/>
                <a:gd name="T31" fmla="*/ 762 h 762"/>
                <a:gd name="T32" fmla="*/ 664 w 1968"/>
                <a:gd name="T33" fmla="*/ 564 h 762"/>
                <a:gd name="T34" fmla="*/ 856 w 1968"/>
                <a:gd name="T35" fmla="*/ 600 h 762"/>
                <a:gd name="T36" fmla="*/ 1158 w 1968"/>
                <a:gd name="T37" fmla="*/ 507 h 762"/>
                <a:gd name="T38" fmla="*/ 1434 w 1968"/>
                <a:gd name="T39" fmla="*/ 465 h 762"/>
                <a:gd name="T40" fmla="*/ 1572 w 1968"/>
                <a:gd name="T41" fmla="*/ 368 h 762"/>
                <a:gd name="T42" fmla="*/ 1712 w 1968"/>
                <a:gd name="T43" fmla="*/ 340 h 762"/>
                <a:gd name="T44" fmla="*/ 1856 w 1968"/>
                <a:gd name="T45" fmla="*/ 328 h 762"/>
                <a:gd name="T46" fmla="*/ 1968 w 1968"/>
                <a:gd name="T47" fmla="*/ 330 h 762"/>
                <a:gd name="T48" fmla="*/ 1968 w 1968"/>
                <a:gd name="T49" fmla="*/ 0 h 762"/>
                <a:gd name="T50" fmla="*/ 1934 w 1968"/>
                <a:gd name="T51" fmla="*/ 3 h 762"/>
                <a:gd name="T52" fmla="*/ 1832 w 1968"/>
                <a:gd name="T53" fmla="*/ 5 h 762"/>
                <a:gd name="T54" fmla="*/ 1682 w 1968"/>
                <a:gd name="T55" fmla="*/ 35 h 762"/>
                <a:gd name="T56" fmla="*/ 1643 w 1968"/>
                <a:gd name="T57" fmla="*/ 72 h 762"/>
                <a:gd name="T58" fmla="*/ 1392 w 1968"/>
                <a:gd name="T59" fmla="*/ 119 h 7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47" name="Freeform 7">
              <a:extLst>
                <a:ext uri="{FF2B5EF4-FFF2-40B4-BE49-F238E27FC236}">
                  <a16:creationId xmlns:a16="http://schemas.microsoft.com/office/drawing/2014/main" id="{4DA9340C-3C31-E038-6F9D-536392BB0B7B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599" y="2477"/>
              <a:ext cx="186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85 w 185"/>
                <a:gd name="T5" fmla="*/ 18 h 120"/>
                <a:gd name="T6" fmla="*/ 185 w 185"/>
                <a:gd name="T7" fmla="*/ 36 h 120"/>
                <a:gd name="T8" fmla="*/ 179 w 185"/>
                <a:gd name="T9" fmla="*/ 54 h 120"/>
                <a:gd name="T10" fmla="*/ 161 w 185"/>
                <a:gd name="T11" fmla="*/ 72 h 120"/>
                <a:gd name="T12" fmla="*/ 137 w 185"/>
                <a:gd name="T13" fmla="*/ 96 h 120"/>
                <a:gd name="T14" fmla="*/ 101 w 185"/>
                <a:gd name="T15" fmla="*/ 108 h 120"/>
                <a:gd name="T16" fmla="*/ 47 w 185"/>
                <a:gd name="T17" fmla="*/ 120 h 120"/>
                <a:gd name="T18" fmla="*/ 29 w 185"/>
                <a:gd name="T19" fmla="*/ 120 h 120"/>
                <a:gd name="T20" fmla="*/ 17 w 185"/>
                <a:gd name="T21" fmla="*/ 114 h 120"/>
                <a:gd name="T22" fmla="*/ 0 w 185"/>
                <a:gd name="T23" fmla="*/ 96 h 120"/>
                <a:gd name="T24" fmla="*/ 0 w 185"/>
                <a:gd name="T25" fmla="*/ 78 h 120"/>
                <a:gd name="T26" fmla="*/ 0 w 185"/>
                <a:gd name="T27" fmla="*/ 72 h 120"/>
                <a:gd name="T28" fmla="*/ 185 w 185"/>
                <a:gd name="T29" fmla="*/ 0 h 120"/>
                <a:gd name="T30" fmla="*/ 185 w 185"/>
                <a:gd name="T31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48" name="Freeform 8">
              <a:extLst>
                <a:ext uri="{FF2B5EF4-FFF2-40B4-BE49-F238E27FC236}">
                  <a16:creationId xmlns:a16="http://schemas.microsoft.com/office/drawing/2014/main" id="{89F174E0-BBCE-CDEA-E8D7-721DE3EEA59F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779" y="2393"/>
              <a:ext cx="185" cy="120"/>
            </a:xfrm>
            <a:custGeom>
              <a:avLst/>
              <a:gdLst>
                <a:gd name="T0" fmla="*/ 185 w 185"/>
                <a:gd name="T1" fmla="*/ 0 h 120"/>
                <a:gd name="T2" fmla="*/ 185 w 185"/>
                <a:gd name="T3" fmla="*/ 6 h 120"/>
                <a:gd name="T4" fmla="*/ 179 w 185"/>
                <a:gd name="T5" fmla="*/ 24 h 120"/>
                <a:gd name="T6" fmla="*/ 167 w 185"/>
                <a:gd name="T7" fmla="*/ 42 h 120"/>
                <a:gd name="T8" fmla="*/ 149 w 185"/>
                <a:gd name="T9" fmla="*/ 66 h 120"/>
                <a:gd name="T10" fmla="*/ 131 w 185"/>
                <a:gd name="T11" fmla="*/ 90 h 120"/>
                <a:gd name="T12" fmla="*/ 102 w 185"/>
                <a:gd name="T13" fmla="*/ 108 h 120"/>
                <a:gd name="T14" fmla="*/ 66 w 185"/>
                <a:gd name="T15" fmla="*/ 120 h 120"/>
                <a:gd name="T16" fmla="*/ 18 w 185"/>
                <a:gd name="T17" fmla="*/ 120 h 120"/>
                <a:gd name="T18" fmla="*/ 0 w 185"/>
                <a:gd name="T19" fmla="*/ 60 h 120"/>
                <a:gd name="T20" fmla="*/ 185 w 185"/>
                <a:gd name="T21" fmla="*/ 0 h 120"/>
                <a:gd name="T22" fmla="*/ 185 w 185"/>
                <a:gd name="T2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49" name="Freeform 9">
              <a:extLst>
                <a:ext uri="{FF2B5EF4-FFF2-40B4-BE49-F238E27FC236}">
                  <a16:creationId xmlns:a16="http://schemas.microsoft.com/office/drawing/2014/main" id="{7C06B067-AF92-4263-7858-E1A03B6B457A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36"/>
              <a:ext cx="528" cy="275"/>
            </a:xfrm>
            <a:custGeom>
              <a:avLst/>
              <a:gdLst>
                <a:gd name="T0" fmla="*/ 0 w 526"/>
                <a:gd name="T1" fmla="*/ 275 h 275"/>
                <a:gd name="T2" fmla="*/ 0 w 526"/>
                <a:gd name="T3" fmla="*/ 269 h 275"/>
                <a:gd name="T4" fmla="*/ 6 w 526"/>
                <a:gd name="T5" fmla="*/ 251 h 275"/>
                <a:gd name="T6" fmla="*/ 6 w 526"/>
                <a:gd name="T7" fmla="*/ 239 h 275"/>
                <a:gd name="T8" fmla="*/ 12 w 526"/>
                <a:gd name="T9" fmla="*/ 227 h 275"/>
                <a:gd name="T10" fmla="*/ 18 w 526"/>
                <a:gd name="T11" fmla="*/ 221 h 275"/>
                <a:gd name="T12" fmla="*/ 36 w 526"/>
                <a:gd name="T13" fmla="*/ 215 h 275"/>
                <a:gd name="T14" fmla="*/ 77 w 526"/>
                <a:gd name="T15" fmla="*/ 203 h 275"/>
                <a:gd name="T16" fmla="*/ 137 w 526"/>
                <a:gd name="T17" fmla="*/ 179 h 275"/>
                <a:gd name="T18" fmla="*/ 209 w 526"/>
                <a:gd name="T19" fmla="*/ 143 h 275"/>
                <a:gd name="T20" fmla="*/ 251 w 526"/>
                <a:gd name="T21" fmla="*/ 120 h 275"/>
                <a:gd name="T22" fmla="*/ 299 w 526"/>
                <a:gd name="T23" fmla="*/ 96 h 275"/>
                <a:gd name="T24" fmla="*/ 394 w 526"/>
                <a:gd name="T25" fmla="*/ 48 h 275"/>
                <a:gd name="T26" fmla="*/ 442 w 526"/>
                <a:gd name="T27" fmla="*/ 30 h 275"/>
                <a:gd name="T28" fmla="*/ 478 w 526"/>
                <a:gd name="T29" fmla="*/ 12 h 275"/>
                <a:gd name="T30" fmla="*/ 502 w 526"/>
                <a:gd name="T31" fmla="*/ 6 h 275"/>
                <a:gd name="T32" fmla="*/ 520 w 526"/>
                <a:gd name="T33" fmla="*/ 0 h 275"/>
                <a:gd name="T34" fmla="*/ 526 w 526"/>
                <a:gd name="T35" fmla="*/ 0 h 275"/>
                <a:gd name="T36" fmla="*/ 520 w 526"/>
                <a:gd name="T37" fmla="*/ 6 h 275"/>
                <a:gd name="T38" fmla="*/ 508 w 526"/>
                <a:gd name="T39" fmla="*/ 12 h 275"/>
                <a:gd name="T40" fmla="*/ 484 w 526"/>
                <a:gd name="T41" fmla="*/ 24 h 275"/>
                <a:gd name="T42" fmla="*/ 460 w 526"/>
                <a:gd name="T43" fmla="*/ 42 h 275"/>
                <a:gd name="T44" fmla="*/ 436 w 526"/>
                <a:gd name="T45" fmla="*/ 54 h 275"/>
                <a:gd name="T46" fmla="*/ 394 w 526"/>
                <a:gd name="T47" fmla="*/ 78 h 275"/>
                <a:gd name="T48" fmla="*/ 340 w 526"/>
                <a:gd name="T49" fmla="*/ 108 h 275"/>
                <a:gd name="T50" fmla="*/ 275 w 526"/>
                <a:gd name="T51" fmla="*/ 143 h 275"/>
                <a:gd name="T52" fmla="*/ 131 w 526"/>
                <a:gd name="T53" fmla="*/ 221 h 275"/>
                <a:gd name="T54" fmla="*/ 65 w 526"/>
                <a:gd name="T55" fmla="*/ 251 h 275"/>
                <a:gd name="T56" fmla="*/ 0 w 526"/>
                <a:gd name="T57" fmla="*/ 275 h 275"/>
                <a:gd name="T58" fmla="*/ 0 w 526"/>
                <a:gd name="T59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50" name="Freeform 10">
              <a:extLst>
                <a:ext uri="{FF2B5EF4-FFF2-40B4-BE49-F238E27FC236}">
                  <a16:creationId xmlns:a16="http://schemas.microsoft.com/office/drawing/2014/main" id="{5A9518B7-C301-D244-5426-7A1B94DFE53C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676" y="2015"/>
              <a:ext cx="721" cy="306"/>
            </a:xfrm>
            <a:custGeom>
              <a:avLst/>
              <a:gdLst>
                <a:gd name="T0" fmla="*/ 48 w 718"/>
                <a:gd name="T1" fmla="*/ 216 h 306"/>
                <a:gd name="T2" fmla="*/ 30 w 718"/>
                <a:gd name="T3" fmla="*/ 252 h 306"/>
                <a:gd name="T4" fmla="*/ 12 w 718"/>
                <a:gd name="T5" fmla="*/ 282 h 306"/>
                <a:gd name="T6" fmla="*/ 6 w 718"/>
                <a:gd name="T7" fmla="*/ 300 h 306"/>
                <a:gd name="T8" fmla="*/ 0 w 718"/>
                <a:gd name="T9" fmla="*/ 306 h 306"/>
                <a:gd name="T10" fmla="*/ 48 w 718"/>
                <a:gd name="T11" fmla="*/ 276 h 306"/>
                <a:gd name="T12" fmla="*/ 84 w 718"/>
                <a:gd name="T13" fmla="*/ 252 h 306"/>
                <a:gd name="T14" fmla="*/ 108 w 718"/>
                <a:gd name="T15" fmla="*/ 234 h 306"/>
                <a:gd name="T16" fmla="*/ 120 w 718"/>
                <a:gd name="T17" fmla="*/ 228 h 306"/>
                <a:gd name="T18" fmla="*/ 126 w 718"/>
                <a:gd name="T19" fmla="*/ 228 h 306"/>
                <a:gd name="T20" fmla="*/ 144 w 718"/>
                <a:gd name="T21" fmla="*/ 222 h 306"/>
                <a:gd name="T22" fmla="*/ 168 w 718"/>
                <a:gd name="T23" fmla="*/ 216 h 306"/>
                <a:gd name="T24" fmla="*/ 198 w 718"/>
                <a:gd name="T25" fmla="*/ 204 h 306"/>
                <a:gd name="T26" fmla="*/ 275 w 718"/>
                <a:gd name="T27" fmla="*/ 180 h 306"/>
                <a:gd name="T28" fmla="*/ 371 w 718"/>
                <a:gd name="T29" fmla="*/ 156 h 306"/>
                <a:gd name="T30" fmla="*/ 461 w 718"/>
                <a:gd name="T31" fmla="*/ 126 h 306"/>
                <a:gd name="T32" fmla="*/ 544 w 718"/>
                <a:gd name="T33" fmla="*/ 102 h 306"/>
                <a:gd name="T34" fmla="*/ 574 w 718"/>
                <a:gd name="T35" fmla="*/ 90 h 306"/>
                <a:gd name="T36" fmla="*/ 604 w 718"/>
                <a:gd name="T37" fmla="*/ 84 h 306"/>
                <a:gd name="T38" fmla="*/ 622 w 718"/>
                <a:gd name="T39" fmla="*/ 78 h 306"/>
                <a:gd name="T40" fmla="*/ 628 w 718"/>
                <a:gd name="T41" fmla="*/ 72 h 306"/>
                <a:gd name="T42" fmla="*/ 634 w 718"/>
                <a:gd name="T43" fmla="*/ 66 h 306"/>
                <a:gd name="T44" fmla="*/ 652 w 718"/>
                <a:gd name="T45" fmla="*/ 60 h 306"/>
                <a:gd name="T46" fmla="*/ 694 w 718"/>
                <a:gd name="T47" fmla="*/ 30 h 306"/>
                <a:gd name="T48" fmla="*/ 712 w 718"/>
                <a:gd name="T49" fmla="*/ 18 h 306"/>
                <a:gd name="T50" fmla="*/ 718 w 718"/>
                <a:gd name="T51" fmla="*/ 6 h 306"/>
                <a:gd name="T52" fmla="*/ 712 w 718"/>
                <a:gd name="T53" fmla="*/ 0 h 306"/>
                <a:gd name="T54" fmla="*/ 688 w 718"/>
                <a:gd name="T55" fmla="*/ 0 h 306"/>
                <a:gd name="T56" fmla="*/ 628 w 718"/>
                <a:gd name="T57" fmla="*/ 0 h 306"/>
                <a:gd name="T58" fmla="*/ 580 w 718"/>
                <a:gd name="T59" fmla="*/ 0 h 306"/>
                <a:gd name="T60" fmla="*/ 544 w 718"/>
                <a:gd name="T61" fmla="*/ 0 h 306"/>
                <a:gd name="T62" fmla="*/ 514 w 718"/>
                <a:gd name="T63" fmla="*/ 18 h 306"/>
                <a:gd name="T64" fmla="*/ 485 w 718"/>
                <a:gd name="T65" fmla="*/ 42 h 306"/>
                <a:gd name="T66" fmla="*/ 467 w 718"/>
                <a:gd name="T67" fmla="*/ 54 h 306"/>
                <a:gd name="T68" fmla="*/ 449 w 718"/>
                <a:gd name="T69" fmla="*/ 60 h 306"/>
                <a:gd name="T70" fmla="*/ 425 w 718"/>
                <a:gd name="T71" fmla="*/ 60 h 306"/>
                <a:gd name="T72" fmla="*/ 389 w 718"/>
                <a:gd name="T73" fmla="*/ 66 h 306"/>
                <a:gd name="T74" fmla="*/ 347 w 718"/>
                <a:gd name="T75" fmla="*/ 84 h 306"/>
                <a:gd name="T76" fmla="*/ 311 w 718"/>
                <a:gd name="T77" fmla="*/ 108 h 306"/>
                <a:gd name="T78" fmla="*/ 287 w 718"/>
                <a:gd name="T79" fmla="*/ 126 h 306"/>
                <a:gd name="T80" fmla="*/ 275 w 718"/>
                <a:gd name="T81" fmla="*/ 132 h 306"/>
                <a:gd name="T82" fmla="*/ 257 w 718"/>
                <a:gd name="T83" fmla="*/ 138 h 306"/>
                <a:gd name="T84" fmla="*/ 221 w 718"/>
                <a:gd name="T85" fmla="*/ 138 h 306"/>
                <a:gd name="T86" fmla="*/ 186 w 718"/>
                <a:gd name="T87" fmla="*/ 138 h 306"/>
                <a:gd name="T88" fmla="*/ 180 w 718"/>
                <a:gd name="T89" fmla="*/ 138 h 306"/>
                <a:gd name="T90" fmla="*/ 174 w 718"/>
                <a:gd name="T91" fmla="*/ 138 h 306"/>
                <a:gd name="T92" fmla="*/ 114 w 718"/>
                <a:gd name="T93" fmla="*/ 162 h 306"/>
                <a:gd name="T94" fmla="*/ 48 w 718"/>
                <a:gd name="T95" fmla="*/ 216 h 306"/>
                <a:gd name="T96" fmla="*/ 48 w 718"/>
                <a:gd name="T97" fmla="*/ 21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51" name="Freeform 11">
              <a:extLst>
                <a:ext uri="{FF2B5EF4-FFF2-40B4-BE49-F238E27FC236}">
                  <a16:creationId xmlns:a16="http://schemas.microsoft.com/office/drawing/2014/main" id="{9B94E147-8E00-D7D5-FE3C-D1480E7F47AC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358" y="1890"/>
              <a:ext cx="2400" cy="881"/>
            </a:xfrm>
            <a:custGeom>
              <a:avLst/>
              <a:gdLst>
                <a:gd name="T0" fmla="*/ 2231 w 2392"/>
                <a:gd name="T1" fmla="*/ 54 h 881"/>
                <a:gd name="T2" fmla="*/ 2189 w 2392"/>
                <a:gd name="T3" fmla="*/ 54 h 881"/>
                <a:gd name="T4" fmla="*/ 2147 w 2392"/>
                <a:gd name="T5" fmla="*/ 66 h 881"/>
                <a:gd name="T6" fmla="*/ 2021 w 2392"/>
                <a:gd name="T7" fmla="*/ 101 h 881"/>
                <a:gd name="T8" fmla="*/ 1956 w 2392"/>
                <a:gd name="T9" fmla="*/ 119 h 881"/>
                <a:gd name="T10" fmla="*/ 1860 w 2392"/>
                <a:gd name="T11" fmla="*/ 167 h 881"/>
                <a:gd name="T12" fmla="*/ 1836 w 2392"/>
                <a:gd name="T13" fmla="*/ 245 h 881"/>
                <a:gd name="T14" fmla="*/ 1842 w 2392"/>
                <a:gd name="T15" fmla="*/ 305 h 881"/>
                <a:gd name="T16" fmla="*/ 1758 w 2392"/>
                <a:gd name="T17" fmla="*/ 317 h 881"/>
                <a:gd name="T18" fmla="*/ 1597 w 2392"/>
                <a:gd name="T19" fmla="*/ 263 h 881"/>
                <a:gd name="T20" fmla="*/ 1507 w 2392"/>
                <a:gd name="T21" fmla="*/ 257 h 881"/>
                <a:gd name="T22" fmla="*/ 1399 w 2392"/>
                <a:gd name="T23" fmla="*/ 311 h 881"/>
                <a:gd name="T24" fmla="*/ 1334 w 2392"/>
                <a:gd name="T25" fmla="*/ 353 h 881"/>
                <a:gd name="T26" fmla="*/ 1310 w 2392"/>
                <a:gd name="T27" fmla="*/ 359 h 881"/>
                <a:gd name="T28" fmla="*/ 1214 w 2392"/>
                <a:gd name="T29" fmla="*/ 371 h 881"/>
                <a:gd name="T30" fmla="*/ 1160 w 2392"/>
                <a:gd name="T31" fmla="*/ 365 h 881"/>
                <a:gd name="T32" fmla="*/ 1053 w 2392"/>
                <a:gd name="T33" fmla="*/ 371 h 881"/>
                <a:gd name="T34" fmla="*/ 957 w 2392"/>
                <a:gd name="T35" fmla="*/ 383 h 881"/>
                <a:gd name="T36" fmla="*/ 921 w 2392"/>
                <a:gd name="T37" fmla="*/ 401 h 881"/>
                <a:gd name="T38" fmla="*/ 819 w 2392"/>
                <a:gd name="T39" fmla="*/ 419 h 881"/>
                <a:gd name="T40" fmla="*/ 778 w 2392"/>
                <a:gd name="T41" fmla="*/ 419 h 881"/>
                <a:gd name="T42" fmla="*/ 664 w 2392"/>
                <a:gd name="T43" fmla="*/ 437 h 881"/>
                <a:gd name="T44" fmla="*/ 598 w 2392"/>
                <a:gd name="T45" fmla="*/ 473 h 881"/>
                <a:gd name="T46" fmla="*/ 503 w 2392"/>
                <a:gd name="T47" fmla="*/ 467 h 881"/>
                <a:gd name="T48" fmla="*/ 431 w 2392"/>
                <a:gd name="T49" fmla="*/ 491 h 881"/>
                <a:gd name="T50" fmla="*/ 413 w 2392"/>
                <a:gd name="T51" fmla="*/ 539 h 881"/>
                <a:gd name="T52" fmla="*/ 347 w 2392"/>
                <a:gd name="T53" fmla="*/ 569 h 881"/>
                <a:gd name="T54" fmla="*/ 222 w 2392"/>
                <a:gd name="T55" fmla="*/ 599 h 881"/>
                <a:gd name="T56" fmla="*/ 138 w 2392"/>
                <a:gd name="T57" fmla="*/ 647 h 881"/>
                <a:gd name="T58" fmla="*/ 108 w 2392"/>
                <a:gd name="T59" fmla="*/ 659 h 881"/>
                <a:gd name="T60" fmla="*/ 0 w 2392"/>
                <a:gd name="T61" fmla="*/ 671 h 881"/>
                <a:gd name="T62" fmla="*/ 84 w 2392"/>
                <a:gd name="T63" fmla="*/ 695 h 881"/>
                <a:gd name="T64" fmla="*/ 263 w 2392"/>
                <a:gd name="T65" fmla="*/ 653 h 881"/>
                <a:gd name="T66" fmla="*/ 473 w 2392"/>
                <a:gd name="T67" fmla="*/ 569 h 881"/>
                <a:gd name="T68" fmla="*/ 568 w 2392"/>
                <a:gd name="T69" fmla="*/ 521 h 881"/>
                <a:gd name="T70" fmla="*/ 646 w 2392"/>
                <a:gd name="T71" fmla="*/ 515 h 881"/>
                <a:gd name="T72" fmla="*/ 873 w 2392"/>
                <a:gd name="T73" fmla="*/ 461 h 881"/>
                <a:gd name="T74" fmla="*/ 1148 w 2392"/>
                <a:gd name="T75" fmla="*/ 425 h 881"/>
                <a:gd name="T76" fmla="*/ 1292 w 2392"/>
                <a:gd name="T77" fmla="*/ 461 h 881"/>
                <a:gd name="T78" fmla="*/ 1417 w 2392"/>
                <a:gd name="T79" fmla="*/ 533 h 881"/>
                <a:gd name="T80" fmla="*/ 1435 w 2392"/>
                <a:gd name="T81" fmla="*/ 617 h 881"/>
                <a:gd name="T82" fmla="*/ 1376 w 2392"/>
                <a:gd name="T83" fmla="*/ 653 h 881"/>
                <a:gd name="T84" fmla="*/ 1226 w 2392"/>
                <a:gd name="T85" fmla="*/ 701 h 881"/>
                <a:gd name="T86" fmla="*/ 1112 w 2392"/>
                <a:gd name="T87" fmla="*/ 755 h 881"/>
                <a:gd name="T88" fmla="*/ 1065 w 2392"/>
                <a:gd name="T89" fmla="*/ 809 h 881"/>
                <a:gd name="T90" fmla="*/ 1077 w 2392"/>
                <a:gd name="T91" fmla="*/ 869 h 881"/>
                <a:gd name="T92" fmla="*/ 1106 w 2392"/>
                <a:gd name="T93" fmla="*/ 881 h 881"/>
                <a:gd name="T94" fmla="*/ 1208 w 2392"/>
                <a:gd name="T95" fmla="*/ 869 h 881"/>
                <a:gd name="T96" fmla="*/ 1388 w 2392"/>
                <a:gd name="T97" fmla="*/ 857 h 881"/>
                <a:gd name="T98" fmla="*/ 1441 w 2392"/>
                <a:gd name="T99" fmla="*/ 851 h 881"/>
                <a:gd name="T100" fmla="*/ 1483 w 2392"/>
                <a:gd name="T101" fmla="*/ 833 h 881"/>
                <a:gd name="T102" fmla="*/ 1675 w 2392"/>
                <a:gd name="T103" fmla="*/ 743 h 881"/>
                <a:gd name="T104" fmla="*/ 1806 w 2392"/>
                <a:gd name="T105" fmla="*/ 689 h 881"/>
                <a:gd name="T106" fmla="*/ 1884 w 2392"/>
                <a:gd name="T107" fmla="*/ 581 h 881"/>
                <a:gd name="T108" fmla="*/ 2039 w 2392"/>
                <a:gd name="T109" fmla="*/ 389 h 881"/>
                <a:gd name="T110" fmla="*/ 2207 w 2392"/>
                <a:gd name="T111" fmla="*/ 269 h 881"/>
                <a:gd name="T112" fmla="*/ 2249 w 2392"/>
                <a:gd name="T113" fmla="*/ 239 h 881"/>
                <a:gd name="T114" fmla="*/ 2392 w 2392"/>
                <a:gd name="T115" fmla="*/ 0 h 881"/>
                <a:gd name="T116" fmla="*/ 2302 w 2392"/>
                <a:gd name="T117" fmla="*/ 36 h 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52" name="Freeform 12">
              <a:extLst>
                <a:ext uri="{FF2B5EF4-FFF2-40B4-BE49-F238E27FC236}">
                  <a16:creationId xmlns:a16="http://schemas.microsoft.com/office/drawing/2014/main" id="{16AB0636-EEEE-A3C4-2040-794A0E2C8C1E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854"/>
              <a:ext cx="577" cy="258"/>
            </a:xfrm>
            <a:custGeom>
              <a:avLst/>
              <a:gdLst>
                <a:gd name="T0" fmla="*/ 30 w 550"/>
                <a:gd name="T1" fmla="*/ 245 h 257"/>
                <a:gd name="T2" fmla="*/ 18 w 550"/>
                <a:gd name="T3" fmla="*/ 251 h 257"/>
                <a:gd name="T4" fmla="*/ 6 w 550"/>
                <a:gd name="T5" fmla="*/ 257 h 257"/>
                <a:gd name="T6" fmla="*/ 0 w 550"/>
                <a:gd name="T7" fmla="*/ 257 h 257"/>
                <a:gd name="T8" fmla="*/ 305 w 550"/>
                <a:gd name="T9" fmla="*/ 113 h 257"/>
                <a:gd name="T10" fmla="*/ 520 w 550"/>
                <a:gd name="T11" fmla="*/ 0 h 257"/>
                <a:gd name="T12" fmla="*/ 526 w 550"/>
                <a:gd name="T13" fmla="*/ 6 h 257"/>
                <a:gd name="T14" fmla="*/ 544 w 550"/>
                <a:gd name="T15" fmla="*/ 18 h 257"/>
                <a:gd name="T16" fmla="*/ 550 w 550"/>
                <a:gd name="T17" fmla="*/ 24 h 257"/>
                <a:gd name="T18" fmla="*/ 550 w 550"/>
                <a:gd name="T19" fmla="*/ 36 h 257"/>
                <a:gd name="T20" fmla="*/ 544 w 550"/>
                <a:gd name="T21" fmla="*/ 42 h 257"/>
                <a:gd name="T22" fmla="*/ 526 w 550"/>
                <a:gd name="T23" fmla="*/ 54 h 257"/>
                <a:gd name="T24" fmla="*/ 514 w 550"/>
                <a:gd name="T25" fmla="*/ 60 h 257"/>
                <a:gd name="T26" fmla="*/ 502 w 550"/>
                <a:gd name="T27" fmla="*/ 66 h 257"/>
                <a:gd name="T28" fmla="*/ 448 w 550"/>
                <a:gd name="T29" fmla="*/ 84 h 257"/>
                <a:gd name="T30" fmla="*/ 382 w 550"/>
                <a:gd name="T31" fmla="*/ 113 h 257"/>
                <a:gd name="T32" fmla="*/ 305 w 550"/>
                <a:gd name="T33" fmla="*/ 143 h 257"/>
                <a:gd name="T34" fmla="*/ 227 w 550"/>
                <a:gd name="T35" fmla="*/ 173 h 257"/>
                <a:gd name="T36" fmla="*/ 149 w 550"/>
                <a:gd name="T37" fmla="*/ 203 h 257"/>
                <a:gd name="T38" fmla="*/ 83 w 550"/>
                <a:gd name="T39" fmla="*/ 227 h 257"/>
                <a:gd name="T40" fmla="*/ 30 w 550"/>
                <a:gd name="T41" fmla="*/ 245 h 257"/>
                <a:gd name="T42" fmla="*/ 30 w 550"/>
                <a:gd name="T43" fmla="*/ 245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53" name="Freeform 13">
              <a:extLst>
                <a:ext uri="{FF2B5EF4-FFF2-40B4-BE49-F238E27FC236}">
                  <a16:creationId xmlns:a16="http://schemas.microsoft.com/office/drawing/2014/main" id="{4661145B-7EBA-90AB-FD34-A449CF27AD18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5327" y="1642"/>
              <a:ext cx="5" cy="1"/>
            </a:xfrm>
            <a:custGeom>
              <a:avLst/>
              <a:gdLst>
                <a:gd name="T0" fmla="*/ 0 w 5"/>
                <a:gd name="T1" fmla="*/ 5 w 5"/>
                <a:gd name="T2" fmla="*/ 0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54" name="Freeform 14">
              <a:extLst>
                <a:ext uri="{FF2B5EF4-FFF2-40B4-BE49-F238E27FC236}">
                  <a16:creationId xmlns:a16="http://schemas.microsoft.com/office/drawing/2014/main" id="{E1409CB3-6881-2D89-4E1D-9EF4759C3E09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839" y="1728"/>
              <a:ext cx="716" cy="383"/>
            </a:xfrm>
            <a:custGeom>
              <a:avLst/>
              <a:gdLst>
                <a:gd name="T0" fmla="*/ 659 w 716"/>
                <a:gd name="T1" fmla="*/ 6 h 383"/>
                <a:gd name="T2" fmla="*/ 588 w 716"/>
                <a:gd name="T3" fmla="*/ 42 h 383"/>
                <a:gd name="T4" fmla="*/ 515 w 716"/>
                <a:gd name="T5" fmla="*/ 84 h 383"/>
                <a:gd name="T6" fmla="*/ 509 w 716"/>
                <a:gd name="T7" fmla="*/ 90 h 383"/>
                <a:gd name="T8" fmla="*/ 485 w 716"/>
                <a:gd name="T9" fmla="*/ 102 h 383"/>
                <a:gd name="T10" fmla="*/ 455 w 716"/>
                <a:gd name="T11" fmla="*/ 120 h 383"/>
                <a:gd name="T12" fmla="*/ 425 w 716"/>
                <a:gd name="T13" fmla="*/ 138 h 383"/>
                <a:gd name="T14" fmla="*/ 371 w 716"/>
                <a:gd name="T15" fmla="*/ 168 h 383"/>
                <a:gd name="T16" fmla="*/ 306 w 716"/>
                <a:gd name="T17" fmla="*/ 198 h 383"/>
                <a:gd name="T18" fmla="*/ 186 w 716"/>
                <a:gd name="T19" fmla="*/ 251 h 383"/>
                <a:gd name="T20" fmla="*/ 131 w 716"/>
                <a:gd name="T21" fmla="*/ 269 h 383"/>
                <a:gd name="T22" fmla="*/ 89 w 716"/>
                <a:gd name="T23" fmla="*/ 287 h 383"/>
                <a:gd name="T24" fmla="*/ 53 w 716"/>
                <a:gd name="T25" fmla="*/ 305 h 383"/>
                <a:gd name="T26" fmla="*/ 36 w 716"/>
                <a:gd name="T27" fmla="*/ 311 h 383"/>
                <a:gd name="T28" fmla="*/ 12 w 716"/>
                <a:gd name="T29" fmla="*/ 329 h 383"/>
                <a:gd name="T30" fmla="*/ 0 w 716"/>
                <a:gd name="T31" fmla="*/ 353 h 383"/>
                <a:gd name="T32" fmla="*/ 0 w 716"/>
                <a:gd name="T33" fmla="*/ 371 h 383"/>
                <a:gd name="T34" fmla="*/ 0 w 716"/>
                <a:gd name="T35" fmla="*/ 383 h 383"/>
                <a:gd name="T36" fmla="*/ 0 w 716"/>
                <a:gd name="T37" fmla="*/ 383 h 383"/>
                <a:gd name="T38" fmla="*/ 12 w 716"/>
                <a:gd name="T39" fmla="*/ 371 h 383"/>
                <a:gd name="T40" fmla="*/ 30 w 716"/>
                <a:gd name="T41" fmla="*/ 353 h 383"/>
                <a:gd name="T42" fmla="*/ 53 w 716"/>
                <a:gd name="T43" fmla="*/ 335 h 383"/>
                <a:gd name="T44" fmla="*/ 77 w 716"/>
                <a:gd name="T45" fmla="*/ 317 h 383"/>
                <a:gd name="T46" fmla="*/ 101 w 716"/>
                <a:gd name="T47" fmla="*/ 311 h 383"/>
                <a:gd name="T48" fmla="*/ 131 w 716"/>
                <a:gd name="T49" fmla="*/ 299 h 383"/>
                <a:gd name="T50" fmla="*/ 204 w 716"/>
                <a:gd name="T51" fmla="*/ 269 h 383"/>
                <a:gd name="T52" fmla="*/ 240 w 716"/>
                <a:gd name="T53" fmla="*/ 251 h 383"/>
                <a:gd name="T54" fmla="*/ 270 w 716"/>
                <a:gd name="T55" fmla="*/ 239 h 383"/>
                <a:gd name="T56" fmla="*/ 294 w 716"/>
                <a:gd name="T57" fmla="*/ 228 h 383"/>
                <a:gd name="T58" fmla="*/ 312 w 716"/>
                <a:gd name="T59" fmla="*/ 222 h 383"/>
                <a:gd name="T60" fmla="*/ 330 w 716"/>
                <a:gd name="T61" fmla="*/ 210 h 383"/>
                <a:gd name="T62" fmla="*/ 365 w 716"/>
                <a:gd name="T63" fmla="*/ 186 h 383"/>
                <a:gd name="T64" fmla="*/ 419 w 716"/>
                <a:gd name="T65" fmla="*/ 156 h 383"/>
                <a:gd name="T66" fmla="*/ 473 w 716"/>
                <a:gd name="T67" fmla="*/ 120 h 383"/>
                <a:gd name="T68" fmla="*/ 527 w 716"/>
                <a:gd name="T69" fmla="*/ 90 h 383"/>
                <a:gd name="T70" fmla="*/ 576 w 716"/>
                <a:gd name="T71" fmla="*/ 60 h 383"/>
                <a:gd name="T72" fmla="*/ 612 w 716"/>
                <a:gd name="T73" fmla="*/ 42 h 383"/>
                <a:gd name="T74" fmla="*/ 629 w 716"/>
                <a:gd name="T75" fmla="*/ 36 h 383"/>
                <a:gd name="T76" fmla="*/ 647 w 716"/>
                <a:gd name="T77" fmla="*/ 30 h 383"/>
                <a:gd name="T78" fmla="*/ 677 w 716"/>
                <a:gd name="T79" fmla="*/ 18 h 383"/>
                <a:gd name="T80" fmla="*/ 701 w 716"/>
                <a:gd name="T81" fmla="*/ 6 h 383"/>
                <a:gd name="T82" fmla="*/ 713 w 716"/>
                <a:gd name="T83" fmla="*/ 0 h 383"/>
                <a:gd name="T84" fmla="*/ 713 w 716"/>
                <a:gd name="T85" fmla="*/ 0 h 383"/>
                <a:gd name="T86" fmla="*/ 659 w 716"/>
                <a:gd name="T87" fmla="*/ 6 h 383"/>
                <a:gd name="T88" fmla="*/ 716 w 716"/>
                <a:gd name="T89" fmla="*/ 6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55" name="Freeform 15">
              <a:extLst>
                <a:ext uri="{FF2B5EF4-FFF2-40B4-BE49-F238E27FC236}">
                  <a16:creationId xmlns:a16="http://schemas.microsoft.com/office/drawing/2014/main" id="{12127BA5-158B-266A-A19E-BEEFD09528CD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3453" y="2271"/>
              <a:ext cx="318" cy="225"/>
            </a:xfrm>
            <a:custGeom>
              <a:avLst/>
              <a:gdLst>
                <a:gd name="T0" fmla="*/ 6 w 318"/>
                <a:gd name="T1" fmla="*/ 225 h 225"/>
                <a:gd name="T2" fmla="*/ 0 w 318"/>
                <a:gd name="T3" fmla="*/ 195 h 225"/>
                <a:gd name="T4" fmla="*/ 315 w 318"/>
                <a:gd name="T5" fmla="*/ 0 h 225"/>
                <a:gd name="T6" fmla="*/ 303 w 318"/>
                <a:gd name="T7" fmla="*/ 27 h 225"/>
                <a:gd name="T8" fmla="*/ 318 w 318"/>
                <a:gd name="T9" fmla="*/ 4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94118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56" name="Freeform 16">
              <a:extLst>
                <a:ext uri="{FF2B5EF4-FFF2-40B4-BE49-F238E27FC236}">
                  <a16:creationId xmlns:a16="http://schemas.microsoft.com/office/drawing/2014/main" id="{432633AE-14BD-E6F7-EAA1-A180ABF8C3C0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658"/>
              <a:ext cx="2595" cy="933"/>
            </a:xfrm>
            <a:custGeom>
              <a:avLst/>
              <a:gdLst>
                <a:gd name="T0" fmla="*/ 1050 w 2595"/>
                <a:gd name="T1" fmla="*/ 657 h 933"/>
                <a:gd name="T2" fmla="*/ 1581 w 2595"/>
                <a:gd name="T3" fmla="*/ 690 h 933"/>
                <a:gd name="T4" fmla="*/ 1671 w 2595"/>
                <a:gd name="T5" fmla="*/ 723 h 933"/>
                <a:gd name="T6" fmla="*/ 1176 w 2595"/>
                <a:gd name="T7" fmla="*/ 621 h 933"/>
                <a:gd name="T8" fmla="*/ 1854 w 2595"/>
                <a:gd name="T9" fmla="*/ 567 h 933"/>
                <a:gd name="T10" fmla="*/ 1869 w 2595"/>
                <a:gd name="T11" fmla="*/ 612 h 933"/>
                <a:gd name="T12" fmla="*/ 2103 w 2595"/>
                <a:gd name="T13" fmla="*/ 861 h 933"/>
                <a:gd name="T14" fmla="*/ 1883 w 2595"/>
                <a:gd name="T15" fmla="*/ 520 h 933"/>
                <a:gd name="T16" fmla="*/ 1842 w 2595"/>
                <a:gd name="T17" fmla="*/ 490 h 933"/>
                <a:gd name="T18" fmla="*/ 1770 w 2595"/>
                <a:gd name="T19" fmla="*/ 466 h 933"/>
                <a:gd name="T20" fmla="*/ 1740 w 2595"/>
                <a:gd name="T21" fmla="*/ 448 h 933"/>
                <a:gd name="T22" fmla="*/ 1758 w 2595"/>
                <a:gd name="T23" fmla="*/ 436 h 933"/>
                <a:gd name="T24" fmla="*/ 1830 w 2595"/>
                <a:gd name="T25" fmla="*/ 430 h 933"/>
                <a:gd name="T26" fmla="*/ 1877 w 2595"/>
                <a:gd name="T27" fmla="*/ 424 h 933"/>
                <a:gd name="T28" fmla="*/ 1955 w 2595"/>
                <a:gd name="T29" fmla="*/ 394 h 933"/>
                <a:gd name="T30" fmla="*/ 2052 w 2595"/>
                <a:gd name="T31" fmla="*/ 396 h 933"/>
                <a:gd name="T32" fmla="*/ 2253 w 2595"/>
                <a:gd name="T33" fmla="*/ 732 h 933"/>
                <a:gd name="T34" fmla="*/ 2415 w 2595"/>
                <a:gd name="T35" fmla="*/ 933 h 933"/>
                <a:gd name="T36" fmla="*/ 2397 w 2595"/>
                <a:gd name="T37" fmla="*/ 828 h 933"/>
                <a:gd name="T38" fmla="*/ 2088 w 2595"/>
                <a:gd name="T39" fmla="*/ 400 h 933"/>
                <a:gd name="T40" fmla="*/ 2046 w 2595"/>
                <a:gd name="T41" fmla="*/ 346 h 933"/>
                <a:gd name="T42" fmla="*/ 1997 w 2595"/>
                <a:gd name="T43" fmla="*/ 304 h 933"/>
                <a:gd name="T44" fmla="*/ 1967 w 2595"/>
                <a:gd name="T45" fmla="*/ 286 h 933"/>
                <a:gd name="T46" fmla="*/ 1973 w 2595"/>
                <a:gd name="T47" fmla="*/ 286 h 933"/>
                <a:gd name="T48" fmla="*/ 2009 w 2595"/>
                <a:gd name="T49" fmla="*/ 286 h 933"/>
                <a:gd name="T50" fmla="*/ 2082 w 2595"/>
                <a:gd name="T51" fmla="*/ 322 h 933"/>
                <a:gd name="T52" fmla="*/ 2199 w 2595"/>
                <a:gd name="T53" fmla="*/ 384 h 933"/>
                <a:gd name="T54" fmla="*/ 2394 w 2595"/>
                <a:gd name="T55" fmla="*/ 448 h 933"/>
                <a:gd name="T56" fmla="*/ 2595 w 2595"/>
                <a:gd name="T57" fmla="*/ 516 h 933"/>
                <a:gd name="T58" fmla="*/ 2388 w 2595"/>
                <a:gd name="T59" fmla="*/ 424 h 933"/>
                <a:gd name="T60" fmla="*/ 2219 w 2595"/>
                <a:gd name="T61" fmla="*/ 340 h 933"/>
                <a:gd name="T62" fmla="*/ 2052 w 2595"/>
                <a:gd name="T63" fmla="*/ 280 h 933"/>
                <a:gd name="T64" fmla="*/ 1955 w 2595"/>
                <a:gd name="T65" fmla="*/ 262 h 933"/>
                <a:gd name="T66" fmla="*/ 1877 w 2595"/>
                <a:gd name="T67" fmla="*/ 274 h 933"/>
                <a:gd name="T68" fmla="*/ 1752 w 2595"/>
                <a:gd name="T69" fmla="*/ 274 h 933"/>
                <a:gd name="T70" fmla="*/ 1661 w 2595"/>
                <a:gd name="T71" fmla="*/ 292 h 933"/>
                <a:gd name="T72" fmla="*/ 1607 w 2595"/>
                <a:gd name="T73" fmla="*/ 316 h 933"/>
                <a:gd name="T74" fmla="*/ 1589 w 2595"/>
                <a:gd name="T75" fmla="*/ 322 h 933"/>
                <a:gd name="T76" fmla="*/ 1409 w 2595"/>
                <a:gd name="T77" fmla="*/ 358 h 933"/>
                <a:gd name="T78" fmla="*/ 1152 w 2595"/>
                <a:gd name="T79" fmla="*/ 442 h 933"/>
                <a:gd name="T80" fmla="*/ 966 w 2595"/>
                <a:gd name="T81" fmla="*/ 460 h 933"/>
                <a:gd name="T82" fmla="*/ 870 w 2595"/>
                <a:gd name="T83" fmla="*/ 442 h 933"/>
                <a:gd name="T84" fmla="*/ 828 w 2595"/>
                <a:gd name="T85" fmla="*/ 430 h 933"/>
                <a:gd name="T86" fmla="*/ 743 w 2595"/>
                <a:gd name="T87" fmla="*/ 388 h 933"/>
                <a:gd name="T88" fmla="*/ 636 w 2595"/>
                <a:gd name="T89" fmla="*/ 334 h 933"/>
                <a:gd name="T90" fmla="*/ 467 w 2595"/>
                <a:gd name="T91" fmla="*/ 256 h 933"/>
                <a:gd name="T92" fmla="*/ 0 w 2595"/>
                <a:gd name="T93" fmla="*/ 0 h 933"/>
                <a:gd name="T94" fmla="*/ 585 w 2595"/>
                <a:gd name="T95" fmla="*/ 390 h 933"/>
                <a:gd name="T96" fmla="*/ 849 w 2595"/>
                <a:gd name="T97" fmla="*/ 543 h 933"/>
                <a:gd name="T98" fmla="*/ 897 w 2595"/>
                <a:gd name="T99" fmla="*/ 621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57" name="Freeform 17">
              <a:extLst>
                <a:ext uri="{FF2B5EF4-FFF2-40B4-BE49-F238E27FC236}">
                  <a16:creationId xmlns:a16="http://schemas.microsoft.com/office/drawing/2014/main" id="{F399B7C9-C134-C4B9-7E52-4427197C63AC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2994"/>
              <a:ext cx="2723" cy="1091"/>
            </a:xfrm>
            <a:custGeom>
              <a:avLst/>
              <a:gdLst>
                <a:gd name="T0" fmla="*/ 2370 w 2723"/>
                <a:gd name="T1" fmla="*/ 72 h 1091"/>
                <a:gd name="T2" fmla="*/ 2597 w 2723"/>
                <a:gd name="T3" fmla="*/ 198 h 1091"/>
                <a:gd name="T4" fmla="*/ 2639 w 2723"/>
                <a:gd name="T5" fmla="*/ 276 h 1091"/>
                <a:gd name="T6" fmla="*/ 2453 w 2723"/>
                <a:gd name="T7" fmla="*/ 264 h 1091"/>
                <a:gd name="T8" fmla="*/ 2297 w 2723"/>
                <a:gd name="T9" fmla="*/ 204 h 1091"/>
                <a:gd name="T10" fmla="*/ 2112 w 2723"/>
                <a:gd name="T11" fmla="*/ 66 h 1091"/>
                <a:gd name="T12" fmla="*/ 2088 w 2723"/>
                <a:gd name="T13" fmla="*/ 72 h 1091"/>
                <a:gd name="T14" fmla="*/ 2106 w 2723"/>
                <a:gd name="T15" fmla="*/ 114 h 1091"/>
                <a:gd name="T16" fmla="*/ 2412 w 2723"/>
                <a:gd name="T17" fmla="*/ 552 h 1091"/>
                <a:gd name="T18" fmla="*/ 2279 w 2723"/>
                <a:gd name="T19" fmla="*/ 564 h 1091"/>
                <a:gd name="T20" fmla="*/ 2189 w 2723"/>
                <a:gd name="T21" fmla="*/ 492 h 1091"/>
                <a:gd name="T22" fmla="*/ 2058 w 2723"/>
                <a:gd name="T23" fmla="*/ 330 h 1091"/>
                <a:gd name="T24" fmla="*/ 1991 w 2723"/>
                <a:gd name="T25" fmla="*/ 234 h 1091"/>
                <a:gd name="T26" fmla="*/ 1949 w 2723"/>
                <a:gd name="T27" fmla="*/ 174 h 1091"/>
                <a:gd name="T28" fmla="*/ 1824 w 2723"/>
                <a:gd name="T29" fmla="*/ 132 h 1091"/>
                <a:gd name="T30" fmla="*/ 1794 w 2723"/>
                <a:gd name="T31" fmla="*/ 144 h 1091"/>
                <a:gd name="T32" fmla="*/ 1895 w 2723"/>
                <a:gd name="T33" fmla="*/ 222 h 1091"/>
                <a:gd name="T34" fmla="*/ 1943 w 2723"/>
                <a:gd name="T35" fmla="*/ 366 h 1091"/>
                <a:gd name="T36" fmla="*/ 2064 w 2723"/>
                <a:gd name="T37" fmla="*/ 630 h 1091"/>
                <a:gd name="T38" fmla="*/ 2052 w 2723"/>
                <a:gd name="T39" fmla="*/ 695 h 1091"/>
                <a:gd name="T40" fmla="*/ 1955 w 2723"/>
                <a:gd name="T41" fmla="*/ 683 h 1091"/>
                <a:gd name="T42" fmla="*/ 1913 w 2723"/>
                <a:gd name="T43" fmla="*/ 636 h 1091"/>
                <a:gd name="T44" fmla="*/ 1703 w 2723"/>
                <a:gd name="T45" fmla="*/ 312 h 1091"/>
                <a:gd name="T46" fmla="*/ 1637 w 2723"/>
                <a:gd name="T47" fmla="*/ 276 h 1091"/>
                <a:gd name="T48" fmla="*/ 1643 w 2723"/>
                <a:gd name="T49" fmla="*/ 318 h 1091"/>
                <a:gd name="T50" fmla="*/ 1673 w 2723"/>
                <a:gd name="T51" fmla="*/ 408 h 1091"/>
                <a:gd name="T52" fmla="*/ 1716 w 2723"/>
                <a:gd name="T53" fmla="*/ 779 h 1091"/>
                <a:gd name="T54" fmla="*/ 1691 w 2723"/>
                <a:gd name="T55" fmla="*/ 737 h 1091"/>
                <a:gd name="T56" fmla="*/ 1613 w 2723"/>
                <a:gd name="T57" fmla="*/ 582 h 1091"/>
                <a:gd name="T58" fmla="*/ 1494 w 2723"/>
                <a:gd name="T59" fmla="*/ 480 h 1091"/>
                <a:gd name="T60" fmla="*/ 1248 w 2723"/>
                <a:gd name="T61" fmla="*/ 528 h 1091"/>
                <a:gd name="T62" fmla="*/ 996 w 2723"/>
                <a:gd name="T63" fmla="*/ 630 h 1091"/>
                <a:gd name="T64" fmla="*/ 714 w 2723"/>
                <a:gd name="T65" fmla="*/ 534 h 1091"/>
                <a:gd name="T66" fmla="*/ 198 w 2723"/>
                <a:gd name="T67" fmla="*/ 288 h 1091"/>
                <a:gd name="T68" fmla="*/ 0 w 2723"/>
                <a:gd name="T69" fmla="*/ 460 h 1091"/>
                <a:gd name="T70" fmla="*/ 288 w 2723"/>
                <a:gd name="T71" fmla="*/ 570 h 1091"/>
                <a:gd name="T72" fmla="*/ 461 w 2723"/>
                <a:gd name="T73" fmla="*/ 654 h 1091"/>
                <a:gd name="T74" fmla="*/ 725 w 2723"/>
                <a:gd name="T75" fmla="*/ 755 h 1091"/>
                <a:gd name="T76" fmla="*/ 966 w 2723"/>
                <a:gd name="T77" fmla="*/ 791 h 1091"/>
                <a:gd name="T78" fmla="*/ 1176 w 2723"/>
                <a:gd name="T79" fmla="*/ 779 h 1091"/>
                <a:gd name="T80" fmla="*/ 1278 w 2723"/>
                <a:gd name="T81" fmla="*/ 791 h 1091"/>
                <a:gd name="T82" fmla="*/ 1404 w 2723"/>
                <a:gd name="T83" fmla="*/ 845 h 1091"/>
                <a:gd name="T84" fmla="*/ 1416 w 2723"/>
                <a:gd name="T85" fmla="*/ 887 h 1091"/>
                <a:gd name="T86" fmla="*/ 1361 w 2723"/>
                <a:gd name="T87" fmla="*/ 923 h 1091"/>
                <a:gd name="T88" fmla="*/ 1385 w 2723"/>
                <a:gd name="T89" fmla="*/ 1007 h 1091"/>
                <a:gd name="T90" fmla="*/ 1494 w 2723"/>
                <a:gd name="T91" fmla="*/ 1085 h 1091"/>
                <a:gd name="T92" fmla="*/ 1697 w 2723"/>
                <a:gd name="T93" fmla="*/ 1043 h 1091"/>
                <a:gd name="T94" fmla="*/ 1812 w 2723"/>
                <a:gd name="T95" fmla="*/ 989 h 1091"/>
                <a:gd name="T96" fmla="*/ 1973 w 2723"/>
                <a:gd name="T97" fmla="*/ 917 h 1091"/>
                <a:gd name="T98" fmla="*/ 2201 w 2723"/>
                <a:gd name="T99" fmla="*/ 899 h 1091"/>
                <a:gd name="T100" fmla="*/ 2364 w 2723"/>
                <a:gd name="T101" fmla="*/ 863 h 1091"/>
                <a:gd name="T102" fmla="*/ 2400 w 2723"/>
                <a:gd name="T103" fmla="*/ 743 h 1091"/>
                <a:gd name="T104" fmla="*/ 2471 w 2723"/>
                <a:gd name="T105" fmla="*/ 701 h 1091"/>
                <a:gd name="T106" fmla="*/ 2621 w 2723"/>
                <a:gd name="T107" fmla="*/ 504 h 1091"/>
                <a:gd name="T108" fmla="*/ 2693 w 2723"/>
                <a:gd name="T109" fmla="*/ 374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5858" name="Rectangle 18">
            <a:extLst>
              <a:ext uri="{FF2B5EF4-FFF2-40B4-BE49-F238E27FC236}">
                <a16:creationId xmlns:a16="http://schemas.microsoft.com/office/drawing/2014/main" id="{E873CA8E-0D1C-6AEA-E5AA-AB61B5088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35859" name="Rectangle 19">
            <a:extLst>
              <a:ext uri="{FF2B5EF4-FFF2-40B4-BE49-F238E27FC236}">
                <a16:creationId xmlns:a16="http://schemas.microsoft.com/office/drawing/2014/main" id="{7DE98E38-43F4-371A-126D-7C16B320A25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35860" name="Rectangle 20">
            <a:extLst>
              <a:ext uri="{FF2B5EF4-FFF2-40B4-BE49-F238E27FC236}">
                <a16:creationId xmlns:a16="http://schemas.microsoft.com/office/drawing/2014/main" id="{06B0B758-CA4F-8E9B-5B9B-94D3921A85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pt-BR"/>
          </a:p>
        </p:txBody>
      </p:sp>
      <p:sp>
        <p:nvSpPr>
          <p:cNvPr id="35861" name="Rectangle 21">
            <a:extLst>
              <a:ext uri="{FF2B5EF4-FFF2-40B4-BE49-F238E27FC236}">
                <a16:creationId xmlns:a16="http://schemas.microsoft.com/office/drawing/2014/main" id="{1352A9F9-703E-32AB-FDAA-196CB78774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6844DB1-EDA4-4BF6-85D4-CD304093F534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35862" name="Rectangle 22">
            <a:extLst>
              <a:ext uri="{FF2B5EF4-FFF2-40B4-BE49-F238E27FC236}">
                <a16:creationId xmlns:a16="http://schemas.microsoft.com/office/drawing/2014/main" id="{141466AF-6477-70E5-5B8A-4DAB8F5A9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D7485EE-EE78-9387-8827-CCA1D87E17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908050"/>
            <a:ext cx="8218487" cy="4249738"/>
          </a:xfrm>
        </p:spPr>
        <p:txBody>
          <a:bodyPr/>
          <a:lstStyle/>
          <a:p>
            <a:r>
              <a:rPr lang="en-US" altLang="pt-BR" sz="6000" b="0"/>
              <a:t>45</a:t>
            </a:r>
            <a:br>
              <a:rPr lang="en-US" altLang="pt-BR" sz="6000" b="0">
                <a:solidFill>
                  <a:schemeClr val="tx1"/>
                </a:solidFill>
              </a:rPr>
            </a:br>
            <a:r>
              <a:rPr lang="en-US" altLang="pt-BR" sz="6000" b="0"/>
              <a:t>REDENTOR ONIPOTENTE</a:t>
            </a:r>
            <a:br>
              <a:rPr lang="en-US" altLang="pt-BR" sz="6000"/>
            </a:br>
            <a:br>
              <a:rPr lang="en-US" altLang="pt-BR" sz="4000" b="0">
                <a:solidFill>
                  <a:schemeClr val="tx1"/>
                </a:solidFill>
              </a:rPr>
            </a:br>
            <a:endParaRPr lang="en-US" altLang="pt-BR" sz="40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F024BE0D-3547-7BC2-E165-E1EB9C982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8888" y="1484313"/>
            <a:ext cx="8229600" cy="4495800"/>
          </a:xfrm>
        </p:spPr>
        <p:txBody>
          <a:bodyPr/>
          <a:lstStyle/>
          <a:p>
            <a:pPr lvl="2">
              <a:buFontTx/>
              <a:buNone/>
            </a:pPr>
            <a:r>
              <a:rPr lang="en-US" altLang="pt-BR" sz="4000"/>
              <a:t>Redentor onipotente, </a:t>
            </a:r>
          </a:p>
          <a:p>
            <a:pPr lvl="2">
              <a:buFontTx/>
              <a:buNone/>
            </a:pPr>
            <a:r>
              <a:rPr lang="en-US" altLang="pt-BR" sz="4000"/>
              <a:t>Poderoso Salvador, </a:t>
            </a:r>
          </a:p>
          <a:p>
            <a:pPr lvl="2">
              <a:buFontTx/>
              <a:buNone/>
            </a:pPr>
            <a:r>
              <a:rPr lang="en-US" altLang="pt-BR" sz="4000"/>
              <a:t>Advogado onisciente</a:t>
            </a:r>
          </a:p>
          <a:p>
            <a:pPr lvl="2">
              <a:buFontTx/>
              <a:buNone/>
            </a:pPr>
            <a:r>
              <a:rPr lang="en-US" altLang="pt-BR" sz="4000"/>
              <a:t>É Jesus, meu bom Senhor.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C75929CB-1C99-5755-4F67-553F9D098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Ó Amante da minh'alma,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Tu és tudo para mim!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Tudo quanto eu careço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Acho, Jesus, só em </a:t>
            </a:r>
            <a:r>
              <a:rPr lang="en-US" altLang="pt-BR" sz="4000" i="1"/>
              <a:t>Ti.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C7DE522D-B791-EC4A-FC8C-6B9F80EE9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013" y="1484313"/>
            <a:ext cx="7488237" cy="4495800"/>
          </a:xfrm>
        </p:spPr>
        <p:txBody>
          <a:bodyPr/>
          <a:lstStyle/>
          <a:p>
            <a:pPr lvl="2">
              <a:buFontTx/>
              <a:buNone/>
            </a:pPr>
            <a:r>
              <a:rPr lang="en-US" altLang="pt-BR" sz="4000"/>
              <a:t>Um abrigo sempre perto, </a:t>
            </a:r>
          </a:p>
          <a:p>
            <a:pPr lvl="2">
              <a:buFontTx/>
              <a:buNone/>
            </a:pPr>
            <a:r>
              <a:rPr lang="en-US" altLang="pt-BR" sz="4000"/>
              <a:t>Para todo o pecador;</a:t>
            </a:r>
          </a:p>
          <a:p>
            <a:pPr lvl="2">
              <a:buFontTx/>
              <a:buNone/>
            </a:pPr>
            <a:r>
              <a:rPr lang="en-US" altLang="pt-BR" sz="4000"/>
              <a:t>Um refúgio sempre aberto, </a:t>
            </a:r>
          </a:p>
          <a:p>
            <a:pPr lvl="2">
              <a:buFontTx/>
              <a:buNone/>
            </a:pPr>
            <a:r>
              <a:rPr lang="en-US" altLang="pt-BR" sz="4000"/>
              <a:t>E Jesus, meu Salvador.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2A384AD-5D89-26A7-3D04-D034F0F00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Ó Amante da minh'alma,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Tu és tudo para mim!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Tudo quanto eu careço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Acho, Jesus, só em </a:t>
            </a:r>
            <a:r>
              <a:rPr lang="en-US" altLang="pt-BR" sz="4000" i="1"/>
              <a:t>Ti.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E9C137C8-AE0E-69F8-8D1B-353DD815D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8888" y="1600200"/>
            <a:ext cx="7427912" cy="4495800"/>
          </a:xfrm>
        </p:spPr>
        <p:txBody>
          <a:bodyPr/>
          <a:lstStyle/>
          <a:p>
            <a:pPr lvl="1">
              <a:buFontTx/>
              <a:buNone/>
            </a:pPr>
            <a:r>
              <a:rPr lang="en-US" altLang="pt-BR" sz="4000"/>
              <a:t>Água viva! pão da vida!</a:t>
            </a:r>
          </a:p>
          <a:p>
            <a:pPr lvl="1">
              <a:buFontTx/>
              <a:buNone/>
            </a:pPr>
            <a:r>
              <a:rPr lang="en-US" altLang="pt-BR" sz="4000"/>
              <a:t>Doce sombra no calor,</a:t>
            </a:r>
          </a:p>
          <a:p>
            <a:pPr lvl="1">
              <a:buFontTx/>
              <a:buNone/>
            </a:pPr>
            <a:r>
              <a:rPr lang="en-US" altLang="pt-BR" sz="4000"/>
              <a:t>Que ao descanso nos convida,</a:t>
            </a:r>
          </a:p>
          <a:p>
            <a:pPr lvl="1">
              <a:buFontTx/>
              <a:buNone/>
            </a:pPr>
            <a:r>
              <a:rPr lang="en-US" altLang="pt-BR" sz="4000"/>
              <a:t>E Jesus, meu Salvador!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C07D752-1BFB-5024-0E13-E34C77BBC7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Ó Amante da minh'alma,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Tu és tudo para mim!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Tudo quanto eu careço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Acho, Jesus, só em </a:t>
            </a:r>
            <a:r>
              <a:rPr lang="en-US" altLang="pt-BR" sz="4000" i="1"/>
              <a:t>Ti.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293E5CCB-4F04-6087-9B05-723FF15C30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7450" y="1600200"/>
            <a:ext cx="7499350" cy="4495800"/>
          </a:xfrm>
        </p:spPr>
        <p:txBody>
          <a:bodyPr/>
          <a:lstStyle/>
          <a:p>
            <a:pPr lvl="1">
              <a:buFontTx/>
              <a:buNone/>
            </a:pPr>
            <a:r>
              <a:rPr lang="en-US" altLang="pt-BR" sz="4000"/>
              <a:t>Ó Cordeiro imaculado;,</a:t>
            </a:r>
          </a:p>
          <a:p>
            <a:pPr lvl="1">
              <a:buFontTx/>
              <a:buNone/>
            </a:pPr>
            <a:r>
              <a:rPr lang="en-US" altLang="pt-BR" sz="4000"/>
              <a:t>Que Seu sangue derramou, </a:t>
            </a:r>
          </a:p>
          <a:p>
            <a:pPr lvl="1">
              <a:buFontTx/>
              <a:buNone/>
            </a:pPr>
            <a:r>
              <a:rPr lang="en-US" altLang="pt-BR" sz="4000"/>
              <a:t>Meus pecados expiando, </a:t>
            </a:r>
          </a:p>
          <a:p>
            <a:pPr lvl="1">
              <a:buFontTx/>
              <a:buNone/>
            </a:pPr>
            <a:r>
              <a:rPr lang="en-US" altLang="pt-BR" sz="4000"/>
              <a:t>A minh'alma resgatou.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D126CA9-4673-4D4D-1893-A2D8818B76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Ó Amante da minh'alma,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Tu és tudo para mim!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Tudo quanto eu careço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Acho, Jesus, só em </a:t>
            </a:r>
            <a:r>
              <a:rPr lang="en-US" altLang="pt-BR" sz="4000" i="1"/>
              <a:t>Ti.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C8375B83-DCEF-B496-568D-F4E02EB83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7450" y="1600200"/>
            <a:ext cx="7499350" cy="4495800"/>
          </a:xfrm>
        </p:spPr>
        <p:txBody>
          <a:bodyPr/>
          <a:lstStyle/>
          <a:p>
            <a:pPr lvl="2">
              <a:buFontTx/>
              <a:buNone/>
            </a:pPr>
            <a:r>
              <a:rPr lang="en-US" altLang="pt-BR" sz="4000"/>
              <a:t>Fundamento inabalável! </a:t>
            </a:r>
          </a:p>
          <a:p>
            <a:pPr lvl="2">
              <a:buFontTx/>
              <a:buNone/>
            </a:pPr>
            <a:r>
              <a:rPr lang="en-US" altLang="pt-BR" sz="4000"/>
              <a:t>Rocha firme e secular! </a:t>
            </a:r>
          </a:p>
          <a:p>
            <a:pPr lvl="2">
              <a:buFontTx/>
              <a:buNone/>
            </a:pPr>
            <a:r>
              <a:rPr lang="en-US" altLang="pt-BR" sz="4000"/>
              <a:t>Infalível! Imutável!</a:t>
            </a:r>
          </a:p>
          <a:p>
            <a:pPr lvl="2">
              <a:buFontTx/>
              <a:buNone/>
            </a:pPr>
            <a:r>
              <a:rPr lang="en-US" altLang="pt-BR" sz="4000"/>
              <a:t>Quem mo poderá tirar?</a:t>
            </a:r>
          </a:p>
          <a:p>
            <a:pPr>
              <a:buFontTx/>
              <a:buNone/>
            </a:pPr>
            <a:endParaRPr lang="en-US" altLang="pt-BR"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F4DF3D7-D3AE-AEED-582B-6B01ED3CB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Ó Amante da minh'alma,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Tu és tudo para mim!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Tudo quanto eu careço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Acho, Jesus, só em </a:t>
            </a:r>
            <a:r>
              <a:rPr lang="en-US" altLang="pt-BR" sz="4000" i="1"/>
              <a:t>Ti.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679787B6-5182-677B-9E7E-4C583C6E62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47813" y="1600200"/>
            <a:ext cx="7138987" cy="4495800"/>
          </a:xfrm>
        </p:spPr>
        <p:txBody>
          <a:bodyPr/>
          <a:lstStyle/>
          <a:p>
            <a:pPr lvl="1">
              <a:buFontTx/>
              <a:buNone/>
            </a:pPr>
            <a:r>
              <a:rPr lang="en-US" altLang="pt-BR" sz="4000"/>
              <a:t>Caminho que, seguro,</a:t>
            </a:r>
          </a:p>
          <a:p>
            <a:pPr lvl="1">
              <a:buFontTx/>
              <a:buNone/>
            </a:pPr>
            <a:r>
              <a:rPr lang="en-US" altLang="pt-BR" sz="4000"/>
              <a:t>Sempre para o céu conduz,</a:t>
            </a:r>
          </a:p>
          <a:p>
            <a:pPr lvl="1">
              <a:buFontTx/>
              <a:buNone/>
            </a:pPr>
            <a:r>
              <a:rPr lang="en-US" altLang="pt-BR" sz="4000"/>
              <a:t>Quem a Cristo pronto segue,</a:t>
            </a:r>
          </a:p>
          <a:p>
            <a:pPr lvl="1">
              <a:buFontTx/>
              <a:buNone/>
            </a:pPr>
            <a:r>
              <a:rPr lang="en-US" altLang="pt-BR" sz="4000"/>
              <a:t>Quem tomar a sua cruz.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A14AF629-F36D-9803-6CEB-FB6A3E28E8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Ó Amante da minh'alma,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Tu és tudo para mim!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Tudo quanto eu careço </a:t>
            </a:r>
          </a:p>
          <a:p>
            <a:pPr lvl="4">
              <a:spcBef>
                <a:spcPct val="0"/>
              </a:spcBef>
              <a:buFontTx/>
              <a:buNone/>
            </a:pPr>
            <a:r>
              <a:rPr lang="en-US" altLang="pt-BR" sz="4000" b="1" i="1"/>
              <a:t>Acho, Jesus, só em </a:t>
            </a:r>
            <a:r>
              <a:rPr lang="en-US" altLang="pt-BR" sz="4000" i="1"/>
              <a:t>Ti.</a:t>
            </a:r>
          </a:p>
          <a:p>
            <a:endParaRPr lang="en-US" alt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balho em equipe">
  <a:themeElements>
    <a:clrScheme name="Trabalho em equipe 4">
      <a:dk1>
        <a:srgbClr val="006E6B"/>
      </a:dk1>
      <a:lt1>
        <a:srgbClr val="FFFFFF"/>
      </a:lt1>
      <a:dk2>
        <a:srgbClr val="006666"/>
      </a:dk2>
      <a:lt2>
        <a:srgbClr val="B9EFEE"/>
      </a:lt2>
      <a:accent1>
        <a:srgbClr val="33CCCC"/>
      </a:accent1>
      <a:accent2>
        <a:srgbClr val="6AB475"/>
      </a:accent2>
      <a:accent3>
        <a:srgbClr val="AAB8B8"/>
      </a:accent3>
      <a:accent4>
        <a:srgbClr val="DADADA"/>
      </a:accent4>
      <a:accent5>
        <a:srgbClr val="ADE2E2"/>
      </a:accent5>
      <a:accent6>
        <a:srgbClr val="5FA369"/>
      </a:accent6>
      <a:hlink>
        <a:srgbClr val="00FF99"/>
      </a:hlink>
      <a:folHlink>
        <a:srgbClr val="CCFF66"/>
      </a:folHlink>
    </a:clrScheme>
    <a:fontScheme name="Trabalho em equipe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Trabalho em equipe 1">
        <a:dk1>
          <a:srgbClr val="000078"/>
        </a:dk1>
        <a:lt1>
          <a:srgbClr val="FFFFFF"/>
        </a:lt1>
        <a:dk2>
          <a:srgbClr val="000066"/>
        </a:dk2>
        <a:lt2>
          <a:srgbClr val="CCECFF"/>
        </a:lt2>
        <a:accent1>
          <a:srgbClr val="0099CC"/>
        </a:accent1>
        <a:accent2>
          <a:srgbClr val="008080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007373"/>
        </a:accent6>
        <a:hlink>
          <a:srgbClr val="00FF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2">
        <a:dk1>
          <a:srgbClr val="0000A6"/>
        </a:dk1>
        <a:lt1>
          <a:srgbClr val="FFFFFF"/>
        </a:lt1>
        <a:dk2>
          <a:srgbClr val="000099"/>
        </a:dk2>
        <a:lt2>
          <a:srgbClr val="CCFFFF"/>
        </a:lt2>
        <a:accent1>
          <a:srgbClr val="00CCFF"/>
        </a:accent1>
        <a:accent2>
          <a:srgbClr val="FFE701"/>
        </a:accent2>
        <a:accent3>
          <a:srgbClr val="AAAACA"/>
        </a:accent3>
        <a:accent4>
          <a:srgbClr val="DADADA"/>
        </a:accent4>
        <a:accent5>
          <a:srgbClr val="AAE2FF"/>
        </a:accent5>
        <a:accent6>
          <a:srgbClr val="E7D101"/>
        </a:accent6>
        <a:hlink>
          <a:srgbClr val="FFCC66"/>
        </a:hlink>
        <a:folHlink>
          <a:srgbClr val="00CA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3">
        <a:dk1>
          <a:srgbClr val="000000"/>
        </a:dk1>
        <a:lt1>
          <a:srgbClr val="E0EBF6"/>
        </a:lt1>
        <a:dk2>
          <a:srgbClr val="77A4AF"/>
        </a:dk2>
        <a:lt2>
          <a:srgbClr val="F3F7FB"/>
        </a:lt2>
        <a:accent1>
          <a:srgbClr val="B9C4D7"/>
        </a:accent1>
        <a:accent2>
          <a:srgbClr val="B1A1C5"/>
        </a:accent2>
        <a:accent3>
          <a:srgbClr val="EDF3FA"/>
        </a:accent3>
        <a:accent4>
          <a:srgbClr val="000000"/>
        </a:accent4>
        <a:accent5>
          <a:srgbClr val="D9DEE8"/>
        </a:accent5>
        <a:accent6>
          <a:srgbClr val="A091B2"/>
        </a:accent6>
        <a:hlink>
          <a:srgbClr val="3F2FB5"/>
        </a:hlink>
        <a:folHlink>
          <a:srgbClr val="3189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balho em equipe 4">
        <a:dk1>
          <a:srgbClr val="006E6B"/>
        </a:dk1>
        <a:lt1>
          <a:srgbClr val="FFFFFF"/>
        </a:lt1>
        <a:dk2>
          <a:srgbClr val="006666"/>
        </a:dk2>
        <a:lt2>
          <a:srgbClr val="B9EFEE"/>
        </a:lt2>
        <a:accent1>
          <a:srgbClr val="33CCCC"/>
        </a:accent1>
        <a:accent2>
          <a:srgbClr val="6AB475"/>
        </a:accent2>
        <a:accent3>
          <a:srgbClr val="AAB8B8"/>
        </a:accent3>
        <a:accent4>
          <a:srgbClr val="DADADA"/>
        </a:accent4>
        <a:accent5>
          <a:srgbClr val="ADE2E2"/>
        </a:accent5>
        <a:accent6>
          <a:srgbClr val="5FA369"/>
        </a:accent6>
        <a:hlink>
          <a:srgbClr val="00FF99"/>
        </a:hlink>
        <a:folHlink>
          <a:srgbClr val="CC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5">
        <a:dk1>
          <a:srgbClr val="8ABA8D"/>
        </a:dk1>
        <a:lt1>
          <a:srgbClr val="FFFFFF"/>
        </a:lt1>
        <a:dk2>
          <a:srgbClr val="6FB56D"/>
        </a:dk2>
        <a:lt2>
          <a:srgbClr val="DCF1F4"/>
        </a:lt2>
        <a:accent1>
          <a:srgbClr val="2E7E2E"/>
        </a:accent1>
        <a:accent2>
          <a:srgbClr val="25735D"/>
        </a:accent2>
        <a:accent3>
          <a:srgbClr val="BBD7BA"/>
        </a:accent3>
        <a:accent4>
          <a:srgbClr val="DADADA"/>
        </a:accent4>
        <a:accent5>
          <a:srgbClr val="ADC0AD"/>
        </a:accent5>
        <a:accent6>
          <a:srgbClr val="206853"/>
        </a:accent6>
        <a:hlink>
          <a:srgbClr val="FFFF00"/>
        </a:hlink>
        <a:folHlink>
          <a:srgbClr val="FFF4B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6">
        <a:dk1>
          <a:srgbClr val="005400"/>
        </a:dk1>
        <a:lt1>
          <a:srgbClr val="FFFFFF"/>
        </a:lt1>
        <a:dk2>
          <a:srgbClr val="004800"/>
        </a:dk2>
        <a:lt2>
          <a:srgbClr val="D6D8C0"/>
        </a:lt2>
        <a:accent1>
          <a:srgbClr val="339933"/>
        </a:accent1>
        <a:accent2>
          <a:srgbClr val="7D8C70"/>
        </a:accent2>
        <a:accent3>
          <a:srgbClr val="AAB1AA"/>
        </a:accent3>
        <a:accent4>
          <a:srgbClr val="DADADA"/>
        </a:accent4>
        <a:accent5>
          <a:srgbClr val="ADCAAD"/>
        </a:accent5>
        <a:accent6>
          <a:srgbClr val="717E65"/>
        </a:accent6>
        <a:hlink>
          <a:srgbClr val="CCCC00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balho em equipe 7">
        <a:dk1>
          <a:srgbClr val="000000"/>
        </a:dk1>
        <a:lt1>
          <a:srgbClr val="F5F0BD"/>
        </a:lt1>
        <a:dk2>
          <a:srgbClr val="BD9D69"/>
        </a:dk2>
        <a:lt2>
          <a:srgbClr val="FFFFCC"/>
        </a:lt2>
        <a:accent1>
          <a:srgbClr val="CDBB77"/>
        </a:accent1>
        <a:accent2>
          <a:srgbClr val="F8EBD0"/>
        </a:accent2>
        <a:accent3>
          <a:srgbClr val="F9F6DB"/>
        </a:accent3>
        <a:accent4>
          <a:srgbClr val="000000"/>
        </a:accent4>
        <a:accent5>
          <a:srgbClr val="E3DABD"/>
        </a:accent5>
        <a:accent6>
          <a:srgbClr val="E1D5BC"/>
        </a:accent6>
        <a:hlink>
          <a:srgbClr val="FF9900"/>
        </a:hlink>
        <a:folHlink>
          <a:srgbClr val="C64B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balho em equipe 8">
        <a:dk1>
          <a:srgbClr val="000000"/>
        </a:dk1>
        <a:lt1>
          <a:srgbClr val="E2DDD4"/>
        </a:lt1>
        <a:dk2>
          <a:srgbClr val="000000"/>
        </a:dk2>
        <a:lt2>
          <a:srgbClr val="EFEBE3"/>
        </a:lt2>
        <a:accent1>
          <a:srgbClr val="F2F2F2"/>
        </a:accent1>
        <a:accent2>
          <a:srgbClr val="C4AD74"/>
        </a:accent2>
        <a:accent3>
          <a:srgbClr val="EEEBE6"/>
        </a:accent3>
        <a:accent4>
          <a:srgbClr val="000000"/>
        </a:accent4>
        <a:accent5>
          <a:srgbClr val="F7F7F7"/>
        </a:accent5>
        <a:accent6>
          <a:srgbClr val="B19C68"/>
        </a:accent6>
        <a:hlink>
          <a:srgbClr val="A46032"/>
        </a:hlink>
        <a:folHlink>
          <a:srgbClr val="8F8E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balho em equipe 9">
        <a:dk1>
          <a:srgbClr val="8A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5831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4AD"/>
        </a:accent5>
        <a:accent6>
          <a:srgbClr val="B24B36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Teamwork</Template>
  <TotalTime>10</TotalTime>
  <Words>261</Words>
  <Application>Microsoft Office PowerPoint</Application>
  <PresentationFormat>Apresentação na tela (4:3)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Garamond</vt:lpstr>
      <vt:lpstr>Times New Roman</vt:lpstr>
      <vt:lpstr>Wingdings</vt:lpstr>
      <vt:lpstr>Trabalho em equipe</vt:lpstr>
      <vt:lpstr>45 REDENTOR ONIPOTENTE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 </dc:title>
  <dc:creator>Montagna</dc:creator>
  <cp:lastModifiedBy>Emerson Souza</cp:lastModifiedBy>
  <cp:revision>2</cp:revision>
  <dcterms:created xsi:type="dcterms:W3CDTF">2005-10-15T23:39:49Z</dcterms:created>
  <dcterms:modified xsi:type="dcterms:W3CDTF">2026-05-02T21:40:41Z</dcterms:modified>
</cp:coreProperties>
</file>