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924885-D80F-C2CE-3741-E4C20048DD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3564F16-74EE-0E25-4B1E-61CC06D14E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4FFBD2-91CB-AB57-1ED3-CDFAA8AB3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6AEE00-15BE-1291-4D62-CDC6DB576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D8A9E4C-B7BE-01CC-53F4-6894D3A32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EBC1F8-2F17-4353-A937-EE5442E49A8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08190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0E9A5-49C6-C8B0-7186-A2D80EBB5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02BD4C-81B4-2CAE-E44A-9E76C1BD2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8F32F56-043A-9D90-39AF-2A6134FEE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D7972BE-723B-0864-FE9A-9175D182B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3E1A5E-521C-12E7-AB34-1224247B7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66895F-2845-4B30-AEC0-0145230E496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71366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28E82-E9F9-B974-4118-4516EA7A8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F6F63A-28C7-ADD9-0CD9-78FBDE5B1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AB939C-2EF9-6B32-A509-B6502514D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24A61C-4793-074E-6EAF-9B3E602D0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42C5A56-380F-05CD-3D21-177E9E609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BA3D64-14D0-4FB7-85DA-E598023ABE7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89610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8E32F9-9304-60E8-B60E-8F2BDB649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C97B774-A0C0-CD49-B3DC-0BA4E58F02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9DFDA82-BD3C-F770-F0D8-8532FAAFB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FFC9190-33E8-565C-206B-9FE722143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0B05FFA-2707-6295-E32C-DAEF76737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868A630-AD41-40CC-ACFE-5BA8D75EB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7703C5-E2A3-4C00-AE22-E1ECA3BB99B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52869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D3A1E1-E2E2-AC95-CB35-390F3CB63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74D5807-957E-CC74-D60F-36256B7A0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B50067D-6AD6-B103-A0AD-8900FFAC89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DCA25C3-22AB-2BD9-F351-A23946C4B7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97307C1-CB26-3632-2E71-39DC845080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2F18C27-8270-E2E8-A684-CB86240A1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DA0DC3B-2CED-72D8-A96D-D7109A36C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037AD21-E6BB-41E0-D0CE-D1E8BD4AA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BB2CB0-8E40-46B1-927A-01860759AF0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39630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9AB1F0-E2EE-683F-54CE-F42335CBF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1C1386A-5039-E2D1-37A9-C21E1F4AE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A792BF2-0BB5-3504-CB2E-F2AD654E8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6718F32-28C6-4552-8163-DFE05E928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EBD29E-3172-455D-A914-8FF8221C8A8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61109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14B1B16-5C36-3B95-5601-3DFF66C08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9439B6C-D9C1-3C99-E560-B5DE50C0B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90965F7-7FF4-1A7E-66AC-6E9FDDC4C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0331A4-D9F5-4DAF-87F3-9CE290F6874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30048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75B707-C73F-2B41-8613-A5BB04E5B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457DB6-0232-2C22-0518-3ED750790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8820246-AD21-39C3-78BB-F7A979B082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68DEA0E-FEE8-6022-A8E3-B7D5C828E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18961D3-12CB-DCD0-6767-89BDA41DA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129B57E-DB5F-655E-7CB6-DD0EEF2C5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40E5A4-1BE1-49C7-AC80-5DCAE3F973E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13197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A653E9-C654-4B00-29FE-016FDEE72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BC620EA-84E4-0593-4EAA-321EDE8F63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556FA7C-EE71-3D50-44A3-117C948D9C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F6F43AF-DF58-DAFB-8B5D-AB1856479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1443E89-1F68-3F7B-73C1-529545D05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EF52B4F-3B3B-ABFB-EDF9-F37898F0F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B3BE2F-811A-487B-85B7-FF3B2135AB2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97543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F1029D-85C4-1109-A836-EADBD4EC6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FB972CE-4D89-5DB3-F854-599E109830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31C102-9DB2-B653-BEF5-54AC958C6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AB40BA-0F67-8751-F293-92B14B959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6C04654-532F-9462-92DA-C6DDCA99D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527B78-8F00-4A9F-B592-D82EF682AD5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04857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1AAEE4-85E8-6B47-B6A4-2C0BA29979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C685417-74AA-CAF5-B797-5B03C1355B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71427F-8F53-ABD6-6B87-4769E1A9F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DA1AD54-B19C-AC94-57DF-8A4DA01F4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2C0F731-4D0D-A204-BF84-F513C35DF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8A2C36-6AEE-4161-9B0A-DDED71BF342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43873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96299DF-1DBD-5FDA-8C46-C113F17BA6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082309E-D930-3350-3B62-8008B163E9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3ED171E-06AD-596C-F043-190B1C2D21D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FEC00CA-C5D7-F911-D944-65E69707BB0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6A151D1-7614-A961-C7A5-3C0E547A31F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0C09C90-4741-4C25-A6EA-86062E3A53C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692C46D-92CC-592B-1457-6BE72904C37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0425"/>
            <a:ext cx="8915400" cy="1470025"/>
          </a:xfrm>
        </p:spPr>
        <p:txBody>
          <a:bodyPr anchor="ctr"/>
          <a:lstStyle/>
          <a:p>
            <a:r>
              <a:rPr lang="en-US" altLang="pt-BR" sz="4000" b="1"/>
              <a:t>237</a:t>
            </a:r>
            <a:br>
              <a:rPr lang="en-US" altLang="pt-BR" sz="4000" b="1"/>
            </a:br>
            <a:r>
              <a:rPr lang="en-US" altLang="pt-BR" sz="4000" b="1"/>
              <a:t>O GOZO DE ESTAR PREPARADO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9C06BA8-1CB1-56C3-08F5-42FE186ABB6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D39781CB-ED19-70EF-5930-407D80ABC2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O Noivo estamos prontos </a:t>
            </a:r>
            <a:br>
              <a:rPr lang="en-US" altLang="pt-BR" sz="4000" i="1"/>
            </a:br>
            <a:r>
              <a:rPr lang="en-US" altLang="pt-BR" sz="4000" i="1"/>
              <a:t>Pra encontrar,</a:t>
            </a:r>
            <a:br>
              <a:rPr lang="en-US" altLang="pt-BR" sz="4000" i="1"/>
            </a:br>
            <a:r>
              <a:rPr lang="en-US" altLang="pt-BR" sz="4000" i="1"/>
              <a:t>Eis que do céu virá.</a:t>
            </a:r>
            <a:br>
              <a:rPr lang="en-US" altLang="pt-BR" sz="4000" i="1"/>
            </a:br>
            <a:r>
              <a:rPr lang="en-US" altLang="pt-BR" sz="4000" i="1"/>
              <a:t>Com nossas luzes vamos esperar,</a:t>
            </a:r>
            <a:br>
              <a:rPr lang="en-US" altLang="pt-BR" sz="4000" i="1"/>
            </a:br>
            <a:r>
              <a:rPr lang="en-US" altLang="pt-BR" sz="4000" i="1"/>
              <a:t>Jesus não tardará!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784900E-50F0-6CC6-55EF-61E0FAA666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Oh! que gozo preparado está,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Para os servos do Senhor Jesus;</a:t>
            </a:r>
            <a:r>
              <a:rPr lang="en-US" altLang="pt-BR" sz="4000" i="1"/>
              <a:t> </a:t>
            </a:r>
            <a:r>
              <a:rPr lang="en-US" altLang="pt-BR" sz="4000" b="1" i="1"/>
              <a:t>Breve Cristo do céu voltará</a:t>
            </a:r>
            <a:br>
              <a:rPr lang="en-US" altLang="pt-BR" sz="4000" b="1" i="1"/>
            </a:br>
            <a:r>
              <a:rPr lang="en-US" altLang="pt-BR" sz="4000" b="1" i="1"/>
              <a:t>Em gloriosa luz!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9FE5D09-E46A-ED95-8C1A-91F0DEAF11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Coroa nós teremos lá no céu, </a:t>
            </a:r>
            <a:br>
              <a:rPr lang="en-US" altLang="pt-BR" sz="4000" i="1"/>
            </a:br>
            <a:r>
              <a:rPr lang="en-US" altLang="pt-BR" sz="4000" i="1"/>
              <a:t>Se Cristo em nós viver; </a:t>
            </a:r>
            <a:br>
              <a:rPr lang="en-US" altLang="pt-BR" sz="4000" i="1"/>
            </a:br>
            <a:r>
              <a:rPr lang="en-US" altLang="pt-BR" sz="4000" i="1"/>
              <a:t>Em breve Ele vem rompendo o véu, </a:t>
            </a:r>
            <a:br>
              <a:rPr lang="en-US" altLang="pt-BR" sz="4000" i="1"/>
            </a:br>
            <a:r>
              <a:rPr lang="en-US" altLang="pt-BR" sz="4000" i="1"/>
              <a:t>O mal vem desfazer!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60C3637-AA94-16FD-5EB4-10EDFDF0CD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Oh! que gozo preparado está,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Para os servos do Senhor Jesus;</a:t>
            </a:r>
            <a:r>
              <a:rPr lang="en-US" altLang="pt-BR" sz="4000" i="1"/>
              <a:t> </a:t>
            </a:r>
            <a:r>
              <a:rPr lang="en-US" altLang="pt-BR" sz="4000" b="1" i="1"/>
              <a:t>Breve Cristo do céu voltará</a:t>
            </a:r>
            <a:br>
              <a:rPr lang="en-US" altLang="pt-BR" sz="4000" b="1" i="1"/>
            </a:br>
            <a:r>
              <a:rPr lang="en-US" altLang="pt-BR" sz="4000" b="1" i="1"/>
              <a:t>Em gloriosa luz!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2E5B544-F9B2-60C9-FA8A-A0100F61D9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Lá em Sião nós vamos encontrar </a:t>
            </a:r>
            <a:br>
              <a:rPr lang="en-US" altLang="pt-BR" sz="4000" i="1"/>
            </a:br>
            <a:r>
              <a:rPr lang="en-US" altLang="pt-BR" sz="4000" i="1"/>
              <a:t>Com nosso Redentor; </a:t>
            </a:r>
            <a:br>
              <a:rPr lang="en-US" altLang="pt-BR" sz="4000" i="1"/>
            </a:br>
            <a:r>
              <a:rPr lang="en-US" altLang="pt-BR" sz="4000" i="1"/>
              <a:t>Na glória eterna vamos desfrutar </a:t>
            </a:r>
            <a:br>
              <a:rPr lang="en-US" altLang="pt-BR" sz="4000" i="1"/>
            </a:br>
            <a:r>
              <a:rPr lang="en-US" altLang="pt-BR" sz="4000" i="1"/>
              <a:t>Do divinal amor!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EBAADA3-4D86-762D-0977-ABFAA8E9CA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Oh! que gozo preparado está,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Para os servos do Senhor Jesus;</a:t>
            </a:r>
            <a:r>
              <a:rPr lang="en-US" altLang="pt-BR" sz="4000" i="1"/>
              <a:t> </a:t>
            </a:r>
            <a:r>
              <a:rPr lang="en-US" altLang="pt-BR" sz="4000" b="1" i="1"/>
              <a:t>Breve Cristo do céu voltará</a:t>
            </a:r>
            <a:br>
              <a:rPr lang="en-US" altLang="pt-BR" sz="4000" b="1" i="1"/>
            </a:br>
            <a:r>
              <a:rPr lang="en-US" altLang="pt-BR" sz="4000" b="1" i="1"/>
              <a:t>Em gloriosa luz!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237 O GOZO DE ESTAR PREPARADO </vt:lpstr>
      <vt:lpstr>O Noivo estamos prontos  Pra encontrar, Eis que do céu virá. Com nossas luzes vamos esperar, Jesus não tardará!  </vt:lpstr>
      <vt:lpstr>Oh! que gozo preparado está,  Para os servos do Senhor Jesus; Breve Cristo do céu voltará Em gloriosa luz!  </vt:lpstr>
      <vt:lpstr>Coroa nós teremos lá no céu,  Se Cristo em nós viver;  Em breve Ele vem rompendo o véu,  O mal vem desfazer!  </vt:lpstr>
      <vt:lpstr>Oh! que gozo preparado está,  Para os servos do Senhor Jesus; Breve Cristo do céu voltará Em gloriosa luz!  </vt:lpstr>
      <vt:lpstr>Lá em Sião nós vamos encontrar  Com nosso Redentor;  Na glória eterna vamos desfrutar  Do divinal amor!</vt:lpstr>
      <vt:lpstr>Oh! que gozo preparado está,  Para os servos do Senhor Jesus; Breve Cristo do céu voltará Em gloriosa luz!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237 O GOZO DE ESTAR PREPARADO </dc:title>
  <dc:creator>Junior</dc:creator>
  <cp:lastModifiedBy>Emerson Souza</cp:lastModifiedBy>
  <cp:revision>1</cp:revision>
  <dcterms:created xsi:type="dcterms:W3CDTF">2005-12-23T23:26:10Z</dcterms:created>
  <dcterms:modified xsi:type="dcterms:W3CDTF">2026-05-02T21:56:43Z</dcterms:modified>
</cp:coreProperties>
</file>