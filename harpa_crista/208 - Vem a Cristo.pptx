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66E82-1051-B6E3-02C6-70D0C0AD2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42D113-238B-B7A2-AE3F-E069F345D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8C159D-AA16-40E3-22A6-6AB4342BC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E60A41-EF7C-BCB5-698E-2D8B18B4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120CC2-10F3-D10C-2FF4-8DB7A16F4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509438-7678-4763-8A35-47A99EB745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872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296A5-1792-7897-1374-2FA98C2C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08A120-277E-3A30-77E3-DEBC0AF12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A20D7F-ED0A-3BF8-3D1A-D152F4CE4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1F0004-9C07-6E4F-F96D-0E2CD8C7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81E481-8E03-C5AA-6B7D-6A20A077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68C99F-5F5F-4DA6-8E08-F4D340CCAF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5913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0D606-77B8-9D3D-4A40-15B4C3FDB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B5FB83-692C-20F2-2B20-AA9F4C3D3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C57FCE-8471-BC93-ED2E-9842C9851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E892C7-900F-5ADD-6611-AC05930F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49C233-DC5C-0765-E1DB-F042A256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003D6A-1E2A-4A56-936D-2836AA26EB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947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A5F29-C072-C46A-2C6C-29ACD0D3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68F171-B5AB-2EF1-7C9D-207C8EA4C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DD9062-FC9B-6A63-78A3-90A8EC522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9E3A4A-DC69-F078-6B4F-317BF3AB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C13CD0-36A6-B728-8AEF-0E9C45BCE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051B3F-F4A7-F213-BDD4-00F783D7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1DB980-7CAE-43C4-BBD3-317E5C9DCE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65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307F49-1882-F40F-4329-CFD866245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672240-A658-821D-54AA-DAD4A6374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433B33-FE3C-28A3-7ABA-5167E195F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7B3ED2B-1994-4D38-3F6C-5E216CE79A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A32A15-586B-C3EA-CD5F-CC7E998A8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F57297-D5A7-22B1-1AB3-12B9AB26B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EA90C9C-FF96-E9AB-44CD-42942C13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D4BD010-251E-02F3-4C41-39EFD089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CA5E39-FBB3-4199-903B-C47020FACB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7782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7A09B-E275-5C74-3BDD-102BC093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090706-200E-2C37-84C8-303901BC5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FF87CA-EAB1-87F9-0D64-D0455A3D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7837FAD-4FC4-33D5-0186-DF9E7BBB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0C81E-FC76-436E-9B05-508F7668CB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3847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2617589-719D-A564-04B0-4BD40E43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CFEEB1-EF1E-FE69-FA38-3C34B3D73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17A885-7FE4-413E-950E-320AE3DAE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69A4EF-C584-4154-9848-7E5832D8F3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7770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B7A38-706F-C8A1-3F7F-C5920F09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D338AB-7B87-3D9F-F57E-603F14F19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1EA84F-FA98-20DB-9A00-06C3AFAC5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0ECBE2-BAD4-4DA2-B8AD-7D128D3C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C160C9-CB7C-17DC-267C-3522329E4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217A76-96F5-4227-A638-7B7343B3E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7B739-58CD-4724-9D8A-8D7912D95F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766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57494-A523-EBDE-209B-70E9F5EE6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C21B3A8-F7B8-A341-0D81-18D739BF45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3059D8-0E93-5514-5F44-BDDDF4169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D91708-B0A9-E497-2FF4-828291A3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9320CE-A648-126D-AF62-44C674CA9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44A2CC-12E2-FDD8-4A14-659FE9BD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1A3B92-B5BD-4789-8DD1-FDBF0F8EAD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920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6EC9D-C824-8275-EF16-540793DFC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1E150D-3FAE-AD38-51BD-8222A2308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EB9640-782B-A41A-E712-0FF503BF3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49E296-4308-B435-D3EB-D41E2C18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54353F-C41B-484E-7B95-23F08A5E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469A42-2373-4420-B7FC-2DFFAD431D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1674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3ABE1F-B0B5-879B-9A63-AB8B08BF7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A1F1B8-22B3-6FC3-7DEA-4CBEED7C7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6CBCF9-FA8D-71CE-6380-9364CB894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6D1186-015B-86D8-7E4C-39F2F64C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80300D-1EF7-FFDB-62DB-BB81B770A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4FA8D8-4B58-4EA9-8176-5DCC2993C9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2335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DE4D5E0-FB7B-3A8E-47FB-A3D679B9F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9F0EEDC-9E51-E152-DAC5-20B42C3150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403FA26-44C8-89DF-21A6-DD7BCF196A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0390AFA-3E24-43EE-144F-53D67DA46DD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0A7A8B3-5BF4-DA79-D910-33205DD8D3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BEA5BB9-FCD6-40BD-BE20-F8B603E6CE2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65B73B8-98C8-70DB-3B1B-037577E213B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208</a:t>
            </a:r>
            <a:br>
              <a:rPr lang="en-US" altLang="pt-BR" sz="4000" b="1"/>
            </a:br>
            <a:r>
              <a:rPr lang="en-US" altLang="pt-BR" sz="4000" b="1"/>
              <a:t>VEM A CRISTO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B46587C-04C4-843A-11F4-C9A794FEDB6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C8A52B8-93E8-87B3-C898-1750BDB9D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i="1"/>
              <a:t>Hoje queres te entregar p'ra Jesus Cristo, </a:t>
            </a:r>
            <a:br>
              <a:rPr lang="en-US" altLang="pt-BR" sz="3800" i="1"/>
            </a:br>
            <a:r>
              <a:rPr lang="en-US" altLang="pt-BR" sz="3800" i="1"/>
              <a:t>Ó cansado e triste pecador? </a:t>
            </a:r>
            <a:br>
              <a:rPr lang="en-US" altLang="pt-BR" sz="3800" i="1"/>
            </a:br>
            <a:r>
              <a:rPr lang="en-US" altLang="pt-BR" sz="3800" i="1"/>
              <a:t>Para aquele, que, no Gólgota. </a:t>
            </a:r>
            <a:br>
              <a:rPr lang="en-US" altLang="pt-BR" sz="3800" i="1"/>
            </a:br>
            <a:r>
              <a:rPr lang="en-US" altLang="pt-BR" sz="3800" i="1"/>
              <a:t>Foi visto Padecendo nossa culpa, </a:t>
            </a:r>
            <a:br>
              <a:rPr lang="en-US" altLang="pt-BR" sz="3800" i="1"/>
            </a:br>
            <a:r>
              <a:rPr lang="en-US" altLang="pt-BR" sz="3800" i="1"/>
              <a:t>Nossa dor?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A6A8FAF-32B5-9C5C-7798-A03BFAC74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Vem a Cristo, vem a Cristo,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te chama com amor celestial;</a:t>
            </a:r>
            <a:r>
              <a:rPr lang="en-US" altLang="pt-BR" sz="4000" i="1"/>
              <a:t> </a:t>
            </a:r>
            <a:r>
              <a:rPr lang="en-US" altLang="pt-BR" sz="4000" b="1" i="1"/>
              <a:t>Vem a Crista, vem a Crista,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Jesus é o rochedo divinal.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54981AD-5998-6F61-4425-B76E0A183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Hoje queres obter a liberdade, </a:t>
            </a:r>
            <a:br>
              <a:rPr lang="en-US" altLang="pt-BR" sz="4000" i="1"/>
            </a:br>
            <a:r>
              <a:rPr lang="en-US" altLang="pt-BR" sz="4000" i="1"/>
              <a:t>Que se encontra no Senhor Jesus Receber no coração a santidade, </a:t>
            </a:r>
            <a:br>
              <a:rPr lang="en-US" altLang="pt-BR" sz="4000" i="1"/>
            </a:br>
            <a:r>
              <a:rPr lang="en-US" altLang="pt-BR" sz="4000" i="1"/>
              <a:t>Pelo sangue derramado lá na cruz?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E148C94-C570-A5BF-96FE-9A0E2B5A2B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Vem a Cristo, vem a Cristo,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te chama com amor celestial;</a:t>
            </a:r>
            <a:r>
              <a:rPr lang="en-US" altLang="pt-BR" sz="4000" i="1"/>
              <a:t> </a:t>
            </a:r>
            <a:r>
              <a:rPr lang="en-US" altLang="pt-BR" sz="4000" b="1" i="1"/>
              <a:t>Vem a Crista, vem a Crista,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Jesus é o rochedo divinal.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EE6333C-3613-412B-E9A5-5244F325AF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Hoje queres desfrutar a paz divina, Que no mundo não se pode achar? Vem a Crista, que te salva, </a:t>
            </a:r>
            <a:br>
              <a:rPr lang="en-US" altLang="pt-BR" sz="4000" i="1"/>
            </a:br>
            <a:r>
              <a:rPr lang="en-US" altLang="pt-BR" sz="4000" i="1"/>
              <a:t>Que te ensina, </a:t>
            </a:r>
            <a:br>
              <a:rPr lang="en-US" altLang="pt-BR" sz="4000" i="1"/>
            </a:br>
            <a:r>
              <a:rPr lang="en-US" altLang="pt-BR" sz="4000" i="1"/>
              <a:t>Onde podes esta paz do céu gozar!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8141BCF-A5D1-2A29-2F6C-1C5BCFB24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Vem a Cristo, vem a Cristo,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te chama com amor celestial;</a:t>
            </a:r>
            <a:r>
              <a:rPr lang="en-US" altLang="pt-BR" sz="4000" i="1"/>
              <a:t> </a:t>
            </a:r>
            <a:r>
              <a:rPr lang="en-US" altLang="pt-BR" sz="4000" b="1" i="1"/>
              <a:t>Vem a Crista, vem a Crista,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Jesus é o rochedo divinal.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37FB02D-F349-9256-08E1-AB209A71CB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Hoje queres renunciar o bem terreno Crendo em Cristo, o grande Salvador? Queres vir após o meigo Nazareno, </a:t>
            </a:r>
            <a:br>
              <a:rPr lang="en-US" altLang="pt-BR" sz="4000" i="1"/>
            </a:br>
            <a:r>
              <a:rPr lang="en-US" altLang="pt-BR" sz="4000" i="1"/>
              <a:t>Vê-Lo um dia lá no céu de resplendor?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FFAAE31-60FA-B9B6-8189-2D8B71214D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Vem a Cristo, vem a Cristo,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te chama com amor celestial;</a:t>
            </a:r>
            <a:r>
              <a:rPr lang="en-US" altLang="pt-BR" sz="4000" i="1"/>
              <a:t> </a:t>
            </a:r>
            <a:r>
              <a:rPr lang="en-US" altLang="pt-BR" sz="4000" b="1" i="1"/>
              <a:t>Vem a Crista, vem a Crista,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Jesus é o rochedo divinal.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208 VEM A CRISTO </vt:lpstr>
      <vt:lpstr>Hoje queres te entregar p'ra Jesus Cristo,  Ó cansado e triste pecador?  Para aquele, que, no Gólgota.  Foi visto Padecendo nossa culpa,  Nossa dor? </vt:lpstr>
      <vt:lpstr>Vem a Cristo, vem a Cristo,  Que te chama com amor celestial; Vem a Crista, vem a Crista,  Pois Jesus é o rochedo divinal. </vt:lpstr>
      <vt:lpstr>Hoje queres obter a liberdade,  Que se encontra no Senhor Jesus Receber no coração a santidade,  Pelo sangue derramado lá na cruz? </vt:lpstr>
      <vt:lpstr>Vem a Cristo, vem a Cristo,  Que te chama com amor celestial; Vem a Crista, vem a Crista,  Pois Jesus é o rochedo divinal. </vt:lpstr>
      <vt:lpstr>Hoje queres desfrutar a paz divina, Que no mundo não se pode achar? Vem a Crista, que te salva,  Que te ensina,  Onde podes esta paz do céu gozar! </vt:lpstr>
      <vt:lpstr>Vem a Cristo, vem a Cristo,  Que te chama com amor celestial; Vem a Crista, vem a Crista,  Pois Jesus é o rochedo divinal. </vt:lpstr>
      <vt:lpstr>Hoje queres renunciar o bem terreno Crendo em Cristo, o grande Salvador? Queres vir após o meigo Nazareno,  Vê-Lo um dia lá no céu de resplendor? </vt:lpstr>
      <vt:lpstr>Vem a Cristo, vem a Cristo,  Que te chama com amor celestial; Vem a Crista, vem a Crista,  Pois Jesus é o rochedo divinal.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208 VEM A CRISTO </dc:title>
  <dc:creator>Junior</dc:creator>
  <cp:lastModifiedBy>Emerson Souza</cp:lastModifiedBy>
  <cp:revision>1</cp:revision>
  <dcterms:created xsi:type="dcterms:W3CDTF">2005-12-23T20:20:23Z</dcterms:created>
  <dcterms:modified xsi:type="dcterms:W3CDTF">2026-05-02T21:54:08Z</dcterms:modified>
</cp:coreProperties>
</file>