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DC01F-B446-FF39-D6B3-AB07EF023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AF5F11-67E2-D611-CA7F-113B1782D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718281-5349-AD3A-13C9-9B0602EE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A7D024-9CF0-4E25-7AB4-760E6B5C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315241-7A7B-6576-76B6-2D516F07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B2E212-8342-4C84-AC00-2B9269D104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0848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6200C-48EE-FBE8-2235-428B7DC1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AB0E38-AB8E-07B0-E071-B330E7515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804323-767C-21EB-343F-6C012257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DB5D33-7B2D-732F-6B97-614AAAB9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BE6A44-4DA3-E6C6-02AE-B06B95CC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306F19-70C4-450F-8A41-0D121FD407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130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0B743-8090-C994-5630-71295149F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823F33-EE32-4014-4C3E-51D789BCB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8BA304-BF5B-87C5-2287-122D9F65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B52CC8-2E7C-EA98-CF3B-3733E4A5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74887B-6821-FBA4-0C68-4E560099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B7846E-BB55-407B-AFAB-DF773939E2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579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C9C59-981A-B898-11DC-24A20CE5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D30AE1-94D3-2FA3-53FA-604F30D6C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38E9CF-24A4-89F3-C014-95A91F941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6056E3-36FF-A3E2-31F3-75DA2352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67EE89-C543-B3DC-B855-52A46549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C6A9DE-6D9D-52B4-5250-7D398D78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5E6466-EE6B-4DFA-9C26-1D66288534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242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5AFDA-C85A-93FD-B22C-6C4614EC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C6BCC1-1F90-ED0F-BA52-8D22606C5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59BCD8-982F-E914-6C93-25C916BB9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CF3303-6341-721E-D542-958581D30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FB005C-EFE2-8AC7-6715-1B1E54FAF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BA73630-7B43-D7C9-11C5-89F90AFB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168E4F1-7DBF-5E4A-95BB-B2208569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F721614-6C25-BCE0-50F0-24F1986E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B48DA8-CD60-46AB-AE0B-FBF0258DC7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453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1C78F-C8E7-338F-1F37-7232CC14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A975604-9A05-F454-9824-0EB3238D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E91623-E144-3F77-59F1-BD3D577F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86BA16-047C-4691-315A-37B0EF48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C4D02C-174A-49D8-85BE-0F22FD90AE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388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2C7FA9-B233-D3E5-F1C4-D84C82C1B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5974D46-2EFF-B7A7-4B2A-2D376E7D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34068B-B5A3-9E75-DF4B-7DA631C1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1741E6-14F4-4414-8045-D7C3FC1A7D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354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E646D-503B-A3C8-3C1F-5FD13BBE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14CA47-3A28-66E0-A054-A91779E96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E2D28B-3A21-8587-EFD9-8047061CE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7DE4EF-99D3-DEEC-10CE-81CC1307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8BBEE8-8373-8586-DB3D-EBF3356A1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BD10FF-BF10-D0FA-8EA7-E545E714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42F3C7-30BB-4F96-BE57-B682D5E89A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2999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2D558-EB90-C3F5-77E1-8B9F86E5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2C9B76-B15E-1636-4E4E-99251D513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434E5A-9E64-F485-F581-0EE1BEE51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D9A1EC-285E-0B9C-0E54-0479E335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3A074D-54A3-F654-F6EA-6C9CB6BA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5BB815-33B8-3C76-9469-870C583A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9F126D-05B4-4AED-85DE-12DA26E9F1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128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D09C4-0804-A942-A591-0B84222D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DA4361-2D60-AE78-3110-4F543B3DC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9B445A-F383-6A07-16BD-9BAFA76AA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FA58A6-E139-5181-51F1-9B808AA7F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089EA5-1B09-5D2A-1F07-A1EC5F47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00CA2D-0EA3-4D46-A600-9616D15B90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670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B51ECC-12CF-0736-A276-14E119BAD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01E32D-AA63-EAEB-5DA4-D1640F5B9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60B74B-88D0-40A0-362C-CD9177DF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1B0EE4-8FC4-335F-E2C3-65537F0E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0668E5-AD2E-0008-6254-014845AC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DB9029-CC9A-4D40-B2F0-12E141517E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584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B13BCC-E76B-40BA-4268-2A5EED82D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9BEDD82-C860-B689-C174-214DC5E48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8D89DE-7C58-FDDC-B1C2-4E6F504F15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422F316-A40E-8F9C-791D-9FA1BAA7E26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FF9F5F-D139-6E43-4B61-7232523305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4A83BE6-BB28-44C6-9C29-157CBB647B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4EA9A2C-A785-8D4A-EAA6-C6691DF1D1D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516</a:t>
            </a:r>
            <a:br>
              <a:rPr lang="en-US" altLang="pt-BR" sz="4000" b="1"/>
            </a:br>
            <a:r>
              <a:rPr lang="en-US" altLang="pt-BR" sz="4000" b="1"/>
              <a:t>CRISTO, MEU VERO AMIGO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7B8FF8E-2C84-73CF-7EFE-3A2A1CDCBC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36CCB20-1C41-1417-1279-06CA29169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Antes eu não conhecia a Jesus o Salvador;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vivia em pecados e temor;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achei que minhas culpas, sobre Si Jesus levou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meu gozo nunca mais aqui cessou.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B81CEAF-AD35-0E33-213D-DAC5AEAF77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É Jesus Cristo meu vero amigo,</a:t>
            </a:r>
            <a:r>
              <a:rPr lang="en-US" altLang="pt-BR" sz="4000"/>
              <a:t> </a:t>
            </a:r>
            <a:r>
              <a:rPr lang="en-US" altLang="pt-BR" sz="4000" b="1" i="1"/>
              <a:t>Que minhas culpas perdoou.</a:t>
            </a:r>
            <a:r>
              <a:rPr lang="en-US" altLang="pt-BR" sz="4000"/>
              <a:t> </a:t>
            </a:r>
            <a:r>
              <a:rPr lang="en-US" altLang="pt-BR" sz="4000" b="1" i="1"/>
              <a:t>É Jesus Cristo meu vero amigo,</a:t>
            </a:r>
            <a:r>
              <a:rPr lang="en-US" altLang="pt-BR" sz="4000"/>
              <a:t> </a:t>
            </a:r>
            <a:r>
              <a:rPr lang="en-US" altLang="pt-BR" sz="4000" b="1" i="1"/>
              <a:t>Pois a minh’alma libertou.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E3BA078-AE25-5F99-D09A-F00E61C04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2 Antes, eu não conhecia essa purificação</a:t>
            </a:r>
            <a:r>
              <a:rPr lang="en-US" altLang="pt-BR" sz="4000"/>
              <a:t> </a:t>
            </a:r>
            <a:r>
              <a:rPr lang="en-US" altLang="pt-BR" sz="4000" i="1"/>
              <a:t>E o poder que desejava o coração.</a:t>
            </a:r>
            <a:r>
              <a:rPr lang="en-US" altLang="pt-BR" sz="4000"/>
              <a:t> </a:t>
            </a:r>
            <a:r>
              <a:rPr lang="en-US" altLang="pt-BR" sz="4000" i="1"/>
              <a:t>Mas vigor das promessas a minh’a!ma transformou</a:t>
            </a:r>
            <a:r>
              <a:rPr lang="en-US" altLang="pt-BR" sz="4000"/>
              <a:t> </a:t>
            </a:r>
            <a:r>
              <a:rPr lang="en-US" altLang="pt-BR" sz="4000" i="1"/>
              <a:t>E Jesus á fonte viva me levou.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11C72D9-50DC-DDAA-4067-F4233D115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3 Pronto estou pra ir com Cristo a mensagem proclamar,</a:t>
            </a:r>
            <a:r>
              <a:rPr lang="en-US" altLang="pt-BR" sz="4000"/>
              <a:t> </a:t>
            </a:r>
            <a:r>
              <a:rPr lang="en-US" altLang="pt-BR" sz="4000" i="1"/>
              <a:t>Pelas vinhas onde vou a trabalhar;</a:t>
            </a:r>
            <a:r>
              <a:rPr lang="en-US" altLang="pt-BR" sz="4000"/>
              <a:t> </a:t>
            </a:r>
            <a:r>
              <a:rPr lang="en-US" altLang="pt-BR" sz="4000" i="1"/>
              <a:t>Bem eu sei que é poderoso;</a:t>
            </a:r>
            <a:r>
              <a:rPr lang="en-US" altLang="pt-BR" sz="4000"/>
              <a:t> </a:t>
            </a:r>
            <a:r>
              <a:rPr lang="en-US" altLang="pt-BR" sz="4000" i="1"/>
              <a:t>Sua graça me dará; E vitória plena me concederá.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516 CRISTO, MEU VERO AMIGO </vt:lpstr>
      <vt:lpstr>Antes eu não conhecia a Jesus o Salvador;  Pois vivia em pecados e temor;  Mas achei que minhas culpas, sobre Si Jesus levou  E meu gozo nunca mais aqui cessou.  </vt:lpstr>
      <vt:lpstr>É Jesus Cristo meu vero amigo, Que minhas culpas perdoou. É Jesus Cristo meu vero amigo, Pois a minh’alma libertou.  </vt:lpstr>
      <vt:lpstr>2 Antes, eu não conhecia essa purificação E o poder que desejava o coração. Mas vigor das promessas a minh’a!ma transformou E Jesus á fonte viva me levou.  </vt:lpstr>
      <vt:lpstr>3 Pronto estou pra ir com Cristo a mensagem proclamar, Pelas vinhas onde vou a trabalhar; Bem eu sei que é poderoso; Sua graça me dará; E vitória plena me concederá.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516 CRISTO, MEU VERO AMIGO </dc:title>
  <dc:creator>Junior</dc:creator>
  <cp:lastModifiedBy>Emerson Souza</cp:lastModifiedBy>
  <cp:revision>1</cp:revision>
  <dcterms:created xsi:type="dcterms:W3CDTF">2005-12-24T14:29:26Z</dcterms:created>
  <dcterms:modified xsi:type="dcterms:W3CDTF">2026-05-02T22:20:13Z</dcterms:modified>
</cp:coreProperties>
</file>