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4" r:id="rId4"/>
    <p:sldId id="258" r:id="rId5"/>
    <p:sldId id="263" r:id="rId6"/>
    <p:sldId id="259" r:id="rId7"/>
    <p:sldId id="260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-114" y="-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0D832A-5D7E-C513-598F-1CDDF75E4E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79A534E-FA34-D39D-DB11-34E39A2E19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900ECAA-10E6-1D72-ED7D-420F3BE1F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E96737E-BBAF-B543-9F97-8224A1B06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82A75B0-613C-2659-D395-9B91F592E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309EB5-D60C-4036-8FB9-C7F548CBE90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862615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FF2527-D7EB-46A4-7E82-35969001C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D0877E8-53DF-7F52-3F46-35D4B94561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2D6B50E-7E12-B9D3-9DA1-8F606222F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715056D-3D54-10BC-7456-B58C84FEC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1018900-FDA3-6886-9821-F4F24C5C5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EF1FB39-F24C-42FF-864B-8FC4C173A17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624538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41B33C-FE1B-891E-A0E5-2C78B26120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4FF0246-21EA-B19C-FE4C-FC9A234E4A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3F8DC9C-F691-604D-8B5B-4CFB77709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A0E5A66-10D9-2A24-7528-7E105522D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F1677F2-26E1-76BB-DE55-43983CF82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B45EE5-8D1E-46C1-A670-24F862AF30B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95520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675562-1AC0-9213-306F-D166A4ED7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C83D15-629F-DF66-9AFC-4955607F01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CB1B6DD-9E8E-B092-F306-6164407F05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528702C-9B15-D524-7B40-8EF15AC68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C234B07-358F-A34F-A8A1-2C4E861E8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8614559-63B1-8AFA-D00D-F545A0FDC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C8DFB71-6F8B-4C7D-A0B4-38076AA1F20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687969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0306B5-D32D-96A0-C822-F3F66A08A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3405C4C-3E92-FECD-2AC2-5F26D08C57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350B7EE-272F-14B0-304E-353988BF91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B43FAC6-F626-B9EB-EBAD-6F95EF7121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9B5DC78-51CF-5E86-4B88-47B583089B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19041999-5F67-A795-8C1F-15F136E2E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2D3A323-237B-77FD-8200-9D41595C5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127A6A-19FA-4524-29E3-50CE35748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EE1C12C-E13B-4AF6-9638-30585C6AC6B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902497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32FA58-24F4-74A2-2C36-38237FF35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E3C5ED6-8993-2AFB-F898-A8A780217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D6528E58-B6A9-C264-FED1-663875ECF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FA6848D-8A41-8799-D3AB-6958885D9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E0DC201-C7C4-44DB-B1AC-0BA27C71EB1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795576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484A598-C5FA-22A9-3B71-F42AE6961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CCD6501-10F9-2854-1F36-0328ED7EC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9DC19A5-0BF0-5CC0-CDEF-076EA1297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2461B09-3E74-4515-B1CD-864DFDC0A82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79823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ED2072-C7D8-E3AF-F07E-9BB2C2376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E183AB7-1C7D-03CE-7F3B-1DC7469940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8C87A88-8A69-0D9B-CCC1-90B6EE4C4E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D23180-F829-68C8-1F9B-FD84A4AE9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BA11D6D-7531-263A-C416-EEE308BB7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9CA5EFE-82B9-E1F1-D67B-DBC5E4049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E4C41D-A30F-4D8E-AD35-D49DFBEA894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86233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DBFB0F-8589-11F7-B35E-68685FB2F0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C5BF1954-D827-90B0-3F11-AD2F9A4649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9C9F13B-C5A8-F9F6-BE3C-5BCF4CDC3C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B031740-53BD-D5E6-AEFF-833280F0C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8630B4C-E6C7-66A3-1EE8-3694A6664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FD96ABC-7E41-F6B5-7862-1DFEFCD25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35E66E-279C-44CF-A5FD-BBD3576E173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515981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1F6E23-9B9E-9FE1-898F-565CF9D25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48BFAED-A0A2-707B-824C-862F0EE193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7326E46-5256-6DF4-FEBC-57AF9B16AE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C59F937-D004-13B2-77D0-E95D14842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7D757DB-5121-7AF6-DC95-DEB78862B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977A868-3DA9-45CD-AFB9-0B0A5A3BD42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436931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4BD1856-9AD4-729E-ADF4-962B52C0CF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669C289-2394-1ACF-A60C-711A01E7DD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778200B-A8F3-864F-316A-82C45BC77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BC7A720-D75B-66F9-6A8C-A57FDF315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7742773-C158-B161-FB5D-A5081D431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9E6A858-E801-4BFA-8AFE-10262CB0206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1244845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B4FE711-2FE5-1A17-157A-90D8A97351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C7EFC0A3-F6EF-B81E-7938-99320DE8E8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3DF6B476-2405-876D-E62F-416DC0B4D5E0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D769672D-5821-CFC7-D5E7-5CB0AD4085A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9156EEA7-F85A-AA55-8386-0FB038982F2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491506FA-8295-4725-88A7-9491261F3F7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6551A660-8E15-20F8-B4F3-53A92E49FDC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209800"/>
            <a:ext cx="7772400" cy="1470025"/>
          </a:xfrm>
        </p:spPr>
        <p:txBody>
          <a:bodyPr anchor="ctr"/>
          <a:lstStyle/>
          <a:p>
            <a:r>
              <a:rPr lang="en-US" altLang="pt-BR" sz="3600" b="1"/>
              <a:t>182</a:t>
            </a:r>
            <a:br>
              <a:rPr lang="en-US" altLang="pt-BR" sz="3600" b="1"/>
            </a:br>
            <a:r>
              <a:rPr lang="en-US" altLang="pt-BR" sz="3600" b="1"/>
              <a:t>JESUS NO GETSÊMANE</a:t>
            </a:r>
            <a:r>
              <a:rPr lang="en-US" altLang="pt-BR" sz="3600"/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83D4E875-2186-91DA-0DAA-4C01995148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96000"/>
          </a:xfrm>
        </p:spPr>
        <p:txBody>
          <a:bodyPr/>
          <a:lstStyle/>
          <a:p>
            <a:r>
              <a:rPr lang="en-US" altLang="pt-BR" sz="4000" i="1"/>
              <a:t>Jesus no Getsêmane foi ligado, </a:t>
            </a:r>
            <a:br>
              <a:rPr lang="en-US" altLang="pt-BR" sz="4000" i="1"/>
            </a:br>
            <a:r>
              <a:rPr lang="en-US" altLang="pt-BR" sz="4000" i="1"/>
              <a:t>E pelos ímpios foi arrastado</a:t>
            </a:r>
            <a:br>
              <a:rPr lang="en-US" altLang="pt-BR" sz="4000" i="1"/>
            </a:br>
            <a:r>
              <a:rPr lang="en-US" altLang="pt-BR" sz="4000" i="1"/>
              <a:t>A corte, onde foi muito insultado, </a:t>
            </a:r>
            <a:br>
              <a:rPr lang="en-US" altLang="pt-BR" sz="4000" i="1"/>
            </a:br>
            <a:r>
              <a:rPr lang="en-US" altLang="pt-BR" sz="4000" i="1"/>
              <a:t>E atingido, por meu pecado; </a:t>
            </a:r>
            <a:br>
              <a:rPr lang="en-US" altLang="pt-BR" sz="4000" i="1"/>
            </a:br>
            <a:r>
              <a:rPr lang="en-US" altLang="pt-BR" sz="4000" i="1"/>
              <a:t>E a sentença da turba foi o brado: </a:t>
            </a:r>
            <a:br>
              <a:rPr lang="en-US" altLang="pt-BR" sz="4000" i="1"/>
            </a:br>
            <a:endParaRPr lang="en-US" altLang="pt-BR"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4">
            <a:extLst>
              <a:ext uri="{FF2B5EF4-FFF2-40B4-BE49-F238E27FC236}">
                <a16:creationId xmlns:a16="http://schemas.microsoft.com/office/drawing/2014/main" id="{E1BD37F5-D9EB-FD5A-AD8D-928167E850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867400"/>
          </a:xfrm>
        </p:spPr>
        <p:txBody>
          <a:bodyPr/>
          <a:lstStyle/>
          <a:p>
            <a:r>
              <a:rPr lang="en-US" altLang="pt-BR" sz="4000" i="1"/>
              <a:t>"Que seja Crista crucificado." Vituperado e flagelado </a:t>
            </a:r>
            <a:br>
              <a:rPr lang="en-US" altLang="pt-BR" sz="4000" i="1"/>
            </a:br>
            <a:r>
              <a:rPr lang="en-US" altLang="pt-BR" sz="4000" i="1"/>
              <a:t>Jesus sofreu o meu pecado. </a:t>
            </a:r>
            <a:br>
              <a:rPr lang="en-US" altLang="pt-BR" sz="4000" i="1"/>
            </a:br>
            <a:r>
              <a:rPr lang="en-US" altLang="pt-BR" sz="4000" i="1"/>
              <a:t>Vituperado e flagelado </a:t>
            </a:r>
            <a:br>
              <a:rPr lang="en-US" altLang="pt-BR" sz="4000" i="1"/>
            </a:br>
            <a:r>
              <a:rPr lang="en-US" altLang="pt-BR" sz="4000" i="1"/>
              <a:t>Jesus sofreu o meu pecado.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72F59A0A-CD93-2900-6A34-7C13A25FE4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Então, na cruz, foi o Cristo pendurado E duma lança foi traspassado;</a:t>
            </a:r>
            <a:br>
              <a:rPr lang="en-US" altLang="pt-BR" sz="4000" i="1"/>
            </a:br>
            <a:r>
              <a:rPr lang="en-US" altLang="pt-BR" sz="4000" i="1"/>
              <a:t> Ali estava Jesus ensangüentado, </a:t>
            </a:r>
            <a:br>
              <a:rPr lang="en-US" altLang="pt-BR" sz="4000" i="1"/>
            </a:br>
            <a:r>
              <a:rPr lang="en-US" altLang="pt-BR" sz="4000" i="1"/>
              <a:t>Por meus pecados atormentado! </a:t>
            </a:r>
            <a:br>
              <a:rPr lang="en-US" altLang="pt-BR" sz="4000" i="1"/>
            </a:br>
            <a:r>
              <a:rPr lang="en-US" altLang="pt-BR" sz="4000" i="1"/>
              <a:t>“Deus meu, Deus meu, por que tens m’abandonado?</a:t>
            </a:r>
            <a:br>
              <a:rPr lang="en-US" altLang="pt-BR" sz="4000" i="1"/>
            </a:br>
            <a:endParaRPr lang="en-US" altLang="pt-BR" sz="4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Rectangle 4">
            <a:extLst>
              <a:ext uri="{FF2B5EF4-FFF2-40B4-BE49-F238E27FC236}">
                <a16:creationId xmlns:a16="http://schemas.microsoft.com/office/drawing/2014/main" id="{669A7B5E-44AE-C5BB-4F50-D010BB32EA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19800"/>
          </a:xfrm>
        </p:spPr>
        <p:txBody>
          <a:bodyPr/>
          <a:lstStyle/>
          <a:p>
            <a:r>
              <a:rPr lang="en-US" altLang="pt-BR" sz="4000" i="1"/>
              <a:t>" Clamava Cristo crucificado; </a:t>
            </a:r>
            <a:br>
              <a:rPr lang="en-US" altLang="pt-BR" sz="4000" i="1"/>
            </a:br>
            <a:r>
              <a:rPr lang="en-US" altLang="pt-BR" sz="4000" i="1"/>
              <a:t>“Perdoa o povo tão enganado, </a:t>
            </a:r>
            <a:br>
              <a:rPr lang="en-US" altLang="pt-BR" sz="4000" i="1"/>
            </a:br>
            <a:r>
              <a:rPr lang="en-US" altLang="pt-BR" sz="4000" i="1"/>
              <a:t>Que cometeu um tal pecado”. </a:t>
            </a:r>
            <a:br>
              <a:rPr lang="en-US" altLang="pt-BR" sz="4000" i="1"/>
            </a:br>
            <a:r>
              <a:rPr lang="en-US" altLang="pt-BR" sz="4000" i="1"/>
              <a:t>“Perdoa o povo tão enganado, </a:t>
            </a:r>
            <a:br>
              <a:rPr lang="en-US" altLang="pt-BR" sz="4000" i="1"/>
            </a:br>
            <a:r>
              <a:rPr lang="en-US" altLang="pt-BR" sz="4000" i="1"/>
              <a:t>Que cometeu um tal pecado".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6CEC6D50-80D9-1BDC-24E3-354F2644D3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Depois Jesus Cristo</a:t>
            </a:r>
            <a:br>
              <a:rPr lang="en-US" altLang="pt-BR" sz="4000" i="1"/>
            </a:br>
            <a:r>
              <a:rPr lang="en-US" altLang="pt-BR" sz="4000" i="1"/>
              <a:t>Foi da cruz tirado, </a:t>
            </a:r>
            <a:br>
              <a:rPr lang="en-US" altLang="pt-BR" sz="4000" i="1"/>
            </a:br>
            <a:r>
              <a:rPr lang="en-US" altLang="pt-BR" sz="4000" i="1"/>
              <a:t>E ao sepulcro foi carregado; </a:t>
            </a:r>
            <a:br>
              <a:rPr lang="en-US" altLang="pt-BR" sz="4000" i="1"/>
            </a:br>
            <a:r>
              <a:rPr lang="en-US" altLang="pt-BR" sz="4000" i="1"/>
              <a:t>Por santos, Seu corpo foi embalsamado, </a:t>
            </a:r>
            <a:br>
              <a:rPr lang="en-US" altLang="pt-BR" sz="4000" i="1"/>
            </a:br>
            <a:r>
              <a:rPr lang="en-US" altLang="pt-BR" sz="4000" i="1"/>
              <a:t>E entre ricos foi sepultado; </a:t>
            </a:r>
            <a:br>
              <a:rPr lang="en-US" altLang="pt-BR" sz="4000" i="1"/>
            </a:br>
            <a:r>
              <a:rPr lang="en-US" altLang="pt-BR" sz="4000" i="1"/>
              <a:t>Estando Cristo Jesus já enterrado; </a:t>
            </a:r>
            <a:br>
              <a:rPr lang="en-US" altLang="pt-BR" sz="4000" i="1"/>
            </a:br>
            <a:endParaRPr lang="en-US" altLang="pt-BR" sz="4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CED2FC18-2F7F-0A45-BF28-8822CCFD1B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96000"/>
          </a:xfrm>
        </p:spPr>
        <p:txBody>
          <a:bodyPr/>
          <a:lstStyle/>
          <a:p>
            <a:r>
              <a:rPr lang="en-US" altLang="pt-BR" sz="4000" i="1"/>
              <a:t>O Seu sepulcro foi bem guardado; Após três dias, Jesus amado. </a:t>
            </a:r>
            <a:br>
              <a:rPr lang="en-US" altLang="pt-BR" sz="4000" i="1"/>
            </a:br>
            <a:r>
              <a:rPr lang="en-US" altLang="pt-BR" sz="4000" i="1"/>
              <a:t>Da morte foi ressuscitado. </a:t>
            </a:r>
            <a:br>
              <a:rPr lang="en-US" altLang="pt-BR" sz="4000" i="1"/>
            </a:br>
            <a:r>
              <a:rPr lang="en-US" altLang="pt-BR" sz="4000" i="1"/>
              <a:t>Após três dias Jesus amado, </a:t>
            </a:r>
            <a:br>
              <a:rPr lang="en-US" altLang="pt-BR" sz="4000" i="1"/>
            </a:br>
            <a:r>
              <a:rPr lang="en-US" altLang="pt-BR" sz="4000" i="1"/>
              <a:t>Da morte foi ressuscitado.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222</Words>
  <Application>Microsoft Office PowerPoint</Application>
  <PresentationFormat>Apresentação na tela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9" baseType="lpstr">
      <vt:lpstr>Arial</vt:lpstr>
      <vt:lpstr>Design padrão</vt:lpstr>
      <vt:lpstr>182 JESUS NO GETSÊMANE </vt:lpstr>
      <vt:lpstr>Jesus no Getsêmane foi ligado,  E pelos ímpios foi arrastado A corte, onde foi muito insultado,  E atingido, por meu pecado;  E a sentença da turba foi o brado:  </vt:lpstr>
      <vt:lpstr>"Que seja Crista crucificado." Vituperado e flagelado  Jesus sofreu o meu pecado.  Vituperado e flagelado  Jesus sofreu o meu pecado.</vt:lpstr>
      <vt:lpstr>Então, na cruz, foi o Cristo pendurado E duma lança foi traspassado;  Ali estava Jesus ensangüentado,  Por meus pecados atormentado!  “Deus meu, Deus meu, por que tens m’abandonado? </vt:lpstr>
      <vt:lpstr>" Clamava Cristo crucificado;  “Perdoa o povo tão enganado,  Que cometeu um tal pecado”.  “Perdoa o povo tão enganado,  Que cometeu um tal pecado".</vt:lpstr>
      <vt:lpstr>Depois Jesus Cristo Foi da cruz tirado,  E ao sepulcro foi carregado;  Por santos, Seu corpo foi embalsamado,  E entre ricos foi sepultado;  Estando Cristo Jesus já enterrado;  </vt:lpstr>
      <vt:lpstr>O Seu sepulcro foi bem guardado; Após três dias, Jesus amado.  Da morte foi ressuscitado.  Após três dias Jesus amado,  Da morte foi ressuscitado.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182 JESUS NO GETSÊMANE </dc:title>
  <dc:creator>Junior</dc:creator>
  <cp:lastModifiedBy>Emerson Souza</cp:lastModifiedBy>
  <cp:revision>2</cp:revision>
  <dcterms:created xsi:type="dcterms:W3CDTF">2005-12-23T16:44:14Z</dcterms:created>
  <dcterms:modified xsi:type="dcterms:W3CDTF">2026-05-02T21:52:01Z</dcterms:modified>
</cp:coreProperties>
</file>