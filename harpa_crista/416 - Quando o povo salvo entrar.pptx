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647DD-67BF-8B97-E65C-80463630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A22E90-42A7-23A7-C6E0-EAFED851F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DE752B-B757-EE41-FCEC-21CCAE5B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090E3D-D922-2872-34E8-34B6C736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916EC5-51E3-C866-2234-219585E7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75506-55DD-420D-9E93-384D390E29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758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0C4B-A287-53D1-BE9D-11ADE6D7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626DD3-D703-D752-9E15-8250FDAE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CB131C-296C-27EB-01A3-A50DE867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07C09-24A6-B74C-6491-ABB324A1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810736-23A2-FAEA-B9DB-D871A5AD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568A9B-76DD-477A-BBF0-9706B8F824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53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9A948-DB48-6B48-B1CC-3C64357D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0373A9-0242-0EAB-072C-E33BBDE49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F028C7-13F5-69AE-1038-BA09AE8B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55D775-FBD2-6CE5-0DE1-30EC6980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256376-289F-88B6-595F-7BE5848C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DEB19-562B-4BE1-8EDC-C844E9B58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3992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6CF7A-7D2C-B876-8626-345E0771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7B201B-8846-F294-900D-830D846C9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29ED40-FDE7-F60C-BF37-9F8F18DC9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EDFAB8-2EF2-8FBC-2382-9ADFBEE1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D14ECA-46FA-77B6-0908-C93FC146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6895EE-C300-E590-4CF3-078A0640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DF236-97B3-4D7A-805C-B0FC26A78D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248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50B2B-1985-C269-0238-23AAD42C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7FB5D8-8D4A-A324-EE45-487EB7AF9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32AAEF-ACC9-90F3-FAA4-6FE895CC6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84AE12-A71B-09B8-4BCE-89D2C9AB6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3F2C8D-7341-FE6D-C7F2-289898757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7F166D-B40B-0C9F-378C-B857D37D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365570-C65C-E696-6DE3-3033E937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5D6FF7-9C2B-795C-BB6D-90366C39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F66BF-D1AC-4F52-B41D-C35D366DBD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017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FC6E6-B050-23F0-13C4-BFFCAE78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C127A7-14A8-A980-6743-E10CFDF0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6DA7BC-B881-BF0E-182F-E644F899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549E28-860F-861B-0B8A-82E52AC1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F0081-75FC-4AC9-A952-8E19636A21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2162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8C4B9A-4D22-819D-BDAC-6336B1A0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C93868-A021-1FD1-E9B6-D24F60C4C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4D07D6-6F60-2AED-58D2-EDD32CEB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4D7F2A-F221-4AFD-8E0F-DF412C7D7D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4734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AFD7B-C502-B3D5-2044-163E8B88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D7387D-697A-6848-F48F-36D1E2E01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53C387-CB5E-7B32-9DFD-A487CE8C7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FD7336-22DB-67C8-F6C9-9AD3E3B4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21A91C-4295-79B1-0DF5-B00AED29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BE1927-C8DB-ED9D-F91F-9F0A2CC4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AFEEBB-F8F7-4B4A-9262-1712686990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1252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B7CF2-C25F-90EC-B689-CE569D5E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F53AAA2-D3CC-C3DD-2503-6BB371BFC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1EABF1-F948-20FB-8AD7-5E6F96828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14D9C5-8CDC-57CB-4621-DF264253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34F7C7-A374-2134-6D59-007462D3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1173CC-D9D9-5A87-1EE7-5AFD112D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5151A-F7EC-4673-84A3-7C3D6A534B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188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8152D-B3A2-CBA4-487B-81048E48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D87647-9DAA-43F4-50F7-35007ADA7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821D8D-3033-1EB9-A79D-4CA3566D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B6FA7-0FD0-59E8-6492-D97ED520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A3D1BE-C122-A237-B2D7-2B7C5462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22A144-1743-4CD0-9BD0-AEAE2E9265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759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26F97C-8B8F-DAA8-A8AE-588817E3A6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62B577-B0C4-81E1-06C4-E8BFCA873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4F44DF-A287-7ABE-4FC6-82CC5B87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927C3E-9843-6B63-726C-1CAAC839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70DEA-56D9-BBDC-6CA5-D2AF4C4C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44A97-9EC5-44F4-BB7D-C573374C6E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33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94ADD6-1446-0F07-0479-C8FC462DE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75D7236-50E4-BED0-E531-4CEF1E0CE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C269C7-6756-213B-5943-602484840A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616B73-21F3-42D8-3EC5-B5FE05CACD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08E9FB0-FCBF-3989-924C-34E640A1E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FB36B85-A263-42F6-8C9F-4377E25CE60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2D863FA-0FD4-3E68-0649-F924CFF5BC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416</a:t>
            </a:r>
            <a:br>
              <a:rPr lang="pt-BR" altLang="pt-BR" sz="4000" b="1"/>
            </a:br>
            <a:r>
              <a:rPr lang="pt-BR" altLang="pt-BR" sz="4000" b="1"/>
              <a:t>QUANDO O POVO SALVO ENTRAR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B74574B-0006-7F7E-C678-C0E028646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Anjos aos milhares, no céu, verão </a:t>
            </a:r>
            <a:br>
              <a:rPr lang="pt-BR" altLang="pt-BR" sz="3600"/>
            </a:br>
            <a:r>
              <a:rPr lang="pt-BR" altLang="pt-BR" sz="3600"/>
              <a:t>Quando o povo salvo entrar; </a:t>
            </a:r>
            <a:br>
              <a:rPr lang="pt-BR" altLang="pt-BR" sz="3600"/>
            </a:br>
            <a:r>
              <a:rPr lang="pt-BR" altLang="pt-BR" sz="3600"/>
              <a:t>Crentes coroados também serão, </a:t>
            </a:r>
            <a:br>
              <a:rPr lang="pt-BR" altLang="pt-BR" sz="3600"/>
            </a:br>
            <a:r>
              <a:rPr lang="pt-BR" altLang="pt-BR" sz="3600"/>
              <a:t>Quando o povo salvo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438FF68-7E8E-41CF-73B4-A744EAB12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Quando o povo salvo entrar, </a:t>
            </a:r>
            <a:br>
              <a:rPr lang="pt-BR" altLang="pt-BR" sz="3600" b="1" i="1"/>
            </a:br>
            <a:r>
              <a:rPr lang="pt-BR" altLang="pt-BR" sz="3600" b="1" i="1"/>
              <a:t>Quando o povo salvo entrar;</a:t>
            </a:r>
            <a:br>
              <a:rPr lang="pt-BR" altLang="pt-BR" sz="3600" b="1" i="1"/>
            </a:br>
            <a:r>
              <a:rPr lang="pt-BR" altLang="pt-BR" sz="3600" b="1" i="1"/>
              <a:t>Muito grande alegria no céu haverá, </a:t>
            </a:r>
            <a:br>
              <a:rPr lang="pt-BR" altLang="pt-BR" sz="3600" b="1" i="1"/>
            </a:br>
            <a:r>
              <a:rPr lang="pt-BR" altLang="pt-BR" sz="3600" b="1" i="1"/>
              <a:t>Quando o povo salvo entrar.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15CC4A6-ECB4-D65E-C768-062C56F96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Os remidos lá hão de se encontrar, </a:t>
            </a:r>
            <a:br>
              <a:rPr lang="pt-BR" altLang="pt-BR" sz="3600"/>
            </a:br>
            <a:r>
              <a:rPr lang="pt-BR" altLang="pt-BR" sz="3600"/>
              <a:t>Quando o povo salvo entrar; </a:t>
            </a:r>
            <a:br>
              <a:rPr lang="pt-BR" altLang="pt-BR" sz="3600"/>
            </a:br>
            <a:r>
              <a:rPr lang="pt-BR" altLang="pt-BR" sz="3600"/>
              <a:t>Vestes brancas todos hão de trajar, </a:t>
            </a:r>
            <a:br>
              <a:rPr lang="pt-BR" altLang="pt-BR" sz="3600"/>
            </a:br>
            <a:r>
              <a:rPr lang="pt-BR" altLang="pt-BR" sz="3600"/>
              <a:t>Quando o povo salvo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6B04408-BFFA-0194-775A-020CE9D0B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Quando o povo salvo entrar, </a:t>
            </a:r>
            <a:br>
              <a:rPr lang="pt-BR" altLang="pt-BR" sz="3600" b="1" i="1"/>
            </a:br>
            <a:r>
              <a:rPr lang="pt-BR" altLang="pt-BR" sz="3600" b="1" i="1"/>
              <a:t>Quando o povo salvo entrar;</a:t>
            </a:r>
            <a:br>
              <a:rPr lang="pt-BR" altLang="pt-BR" sz="3600" b="1" i="1"/>
            </a:br>
            <a:r>
              <a:rPr lang="pt-BR" altLang="pt-BR" sz="3600" b="1" i="1"/>
              <a:t>Muito grande alegria no céu haverá, </a:t>
            </a:r>
            <a:br>
              <a:rPr lang="pt-BR" altLang="pt-BR" sz="3600" b="1" i="1"/>
            </a:br>
            <a:r>
              <a:rPr lang="pt-BR" altLang="pt-BR" sz="3600" b="1" i="1"/>
              <a:t>Quando o povo salvo entrar.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8E76AF7-C8BF-4B6A-EF83-4F5AA3AD1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Todos vencedores, lá hão de estar, </a:t>
            </a:r>
            <a:br>
              <a:rPr lang="pt-BR" altLang="pt-BR" sz="3600"/>
            </a:br>
            <a:r>
              <a:rPr lang="pt-BR" altLang="pt-BR" sz="3600"/>
              <a:t>Quando o povo salvo entrar; </a:t>
            </a:r>
            <a:br>
              <a:rPr lang="pt-BR" altLang="pt-BR" sz="3600"/>
            </a:br>
            <a:r>
              <a:rPr lang="pt-BR" altLang="pt-BR" sz="3600"/>
              <a:t>A tribulação não terá lugar, </a:t>
            </a:r>
            <a:br>
              <a:rPr lang="pt-BR" altLang="pt-BR" sz="3600"/>
            </a:br>
            <a:r>
              <a:rPr lang="pt-BR" altLang="pt-BR" sz="3600"/>
              <a:t>Quando o povo salvo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4196C11-3C59-E3B4-B3A3-11ED1587F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Quando o povo salvo entrar, </a:t>
            </a:r>
            <a:br>
              <a:rPr lang="pt-BR" altLang="pt-BR" sz="3600" b="1" i="1"/>
            </a:br>
            <a:r>
              <a:rPr lang="pt-BR" altLang="pt-BR" sz="3600" b="1" i="1"/>
              <a:t>Quando o povo salvo entrar;</a:t>
            </a:r>
            <a:br>
              <a:rPr lang="pt-BR" altLang="pt-BR" sz="3600" b="1" i="1"/>
            </a:br>
            <a:r>
              <a:rPr lang="pt-BR" altLang="pt-BR" sz="3600" b="1" i="1"/>
              <a:t>Muito grande alegria no céu haverá, </a:t>
            </a:r>
            <a:br>
              <a:rPr lang="pt-BR" altLang="pt-BR" sz="3600" b="1" i="1"/>
            </a:br>
            <a:r>
              <a:rPr lang="pt-BR" altLang="pt-BR" sz="3600" b="1" i="1"/>
              <a:t>Quando o povo salvo entrar.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EFA00F7-760C-03C5-621C-630A31C41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O "Cordeiro morto", (que vivo está)</a:t>
            </a:r>
            <a:br>
              <a:rPr lang="pt-BR" altLang="pt-BR" sz="3600"/>
            </a:br>
            <a:r>
              <a:rPr lang="pt-BR" altLang="pt-BR" sz="3600"/>
              <a:t>Quando o povo salvo entrar;</a:t>
            </a:r>
            <a:br>
              <a:rPr lang="pt-BR" altLang="pt-BR" sz="3600"/>
            </a:br>
            <a:r>
              <a:rPr lang="pt-BR" altLang="pt-BR" sz="3600"/>
              <a:t>Para sempre em glória dominará,</a:t>
            </a:r>
            <a:br>
              <a:rPr lang="pt-BR" altLang="pt-BR" sz="3600"/>
            </a:br>
            <a:r>
              <a:rPr lang="pt-BR" altLang="pt-BR" sz="3600"/>
              <a:t>	Quando o povo salvo entrar.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174FC45-6116-AA9E-E412-3D9B7F174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Quando o povo salvo entrar, </a:t>
            </a:r>
            <a:br>
              <a:rPr lang="pt-BR" altLang="pt-BR" sz="3600" b="1" i="1"/>
            </a:br>
            <a:r>
              <a:rPr lang="pt-BR" altLang="pt-BR" sz="3600" b="1" i="1"/>
              <a:t>Quando o povo salvo entrar;</a:t>
            </a:r>
            <a:br>
              <a:rPr lang="pt-BR" altLang="pt-BR" sz="3600" b="1" i="1"/>
            </a:br>
            <a:r>
              <a:rPr lang="pt-BR" altLang="pt-BR" sz="3600" b="1" i="1"/>
              <a:t>Muito grande alegria no céu haverá, </a:t>
            </a:r>
            <a:br>
              <a:rPr lang="pt-BR" altLang="pt-BR" sz="3600" b="1" i="1"/>
            </a:br>
            <a:r>
              <a:rPr lang="pt-BR" altLang="pt-BR" sz="3600" b="1" i="1"/>
              <a:t>Quando o povo salvo entrar.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416 QUANDO O POVO SALVO ENTRAR</vt:lpstr>
      <vt:lpstr>Anjos aos milhares, no céu, verão  Quando o povo salvo entrar;  Crentes coroados também serão,  Quando o povo salvo entrar. </vt:lpstr>
      <vt:lpstr>Quando o povo salvo entrar,  Quando o povo salvo entrar; Muito grande alegria no céu haverá,  Quando o povo salvo entrar.</vt:lpstr>
      <vt:lpstr>Os remidos lá hão de se encontrar,  Quando o povo salvo entrar;  Vestes brancas todos hão de trajar,  Quando o povo salvo entrar. </vt:lpstr>
      <vt:lpstr>Quando o povo salvo entrar,  Quando o povo salvo entrar; Muito grande alegria no céu haverá,  Quando o povo salvo entrar.</vt:lpstr>
      <vt:lpstr>Todos vencedores, lá hão de estar,  Quando o povo salvo entrar;  A tribulação não terá lugar,  Quando o povo salvo entrar. </vt:lpstr>
      <vt:lpstr>Quando o povo salvo entrar,  Quando o povo salvo entrar; Muito grande alegria no céu haverá,  Quando o povo salvo entrar.</vt:lpstr>
      <vt:lpstr>O "Cordeiro morto", (que vivo está) Quando o povo salvo entrar; Para sempre em glória dominará,  Quando o povo salvo entrar. </vt:lpstr>
      <vt:lpstr>Quando o povo salvo entrar,  Quando o povo salvo entrar; Muito grande alegria no céu haverá,  Quando o povo salvo entrar.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416 - QUANDO O POVO SALVO ENTRAR</dc:title>
  <dc:creator>Montagna</dc:creator>
  <cp:lastModifiedBy>Emerson Souza</cp:lastModifiedBy>
  <cp:revision>2</cp:revision>
  <dcterms:created xsi:type="dcterms:W3CDTF">2005-10-21T06:25:09Z</dcterms:created>
  <dcterms:modified xsi:type="dcterms:W3CDTF">2026-05-02T22:11:37Z</dcterms:modified>
</cp:coreProperties>
</file>