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3" r:id="rId7"/>
    <p:sldId id="260" r:id="rId8"/>
    <p:sldId id="264" r:id="rId9"/>
    <p:sldId id="261" r:id="rId10"/>
    <p:sldId id="265" r:id="rId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0" autoAdjust="0"/>
  </p:normalViewPr>
  <p:slideViewPr>
    <p:cSldViewPr>
      <p:cViewPr varScale="1">
        <p:scale>
          <a:sx n="63" d="100"/>
          <a:sy n="63" d="100"/>
        </p:scale>
        <p:origin x="-114" y="-1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72E5A8-6592-AEBF-7ABF-2219BB96A0F4}"/>
              </a:ext>
            </a:extLst>
          </p:cNvPr>
          <p:cNvSpPr>
            <a:spLocks noGrp="1"/>
          </p:cNvSpPr>
          <p:nvPr>
            <p:ph type="ctrTitle"/>
          </p:nvPr>
        </p:nvSpPr>
        <p:spPr>
          <a:xfrm>
            <a:off x="1143000" y="1122363"/>
            <a:ext cx="6858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3C797FE4-4345-5E77-1732-1692A2FFC02C}"/>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8DF2980D-B37E-8ED1-1F6A-1D67AE394C64}"/>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39D1FBBC-85F6-0556-73BC-4F37A917B155}"/>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10E7A42D-A15F-9D2B-A680-5BCE6C0895E4}"/>
              </a:ext>
            </a:extLst>
          </p:cNvPr>
          <p:cNvSpPr>
            <a:spLocks noGrp="1"/>
          </p:cNvSpPr>
          <p:nvPr>
            <p:ph type="sldNum" sz="quarter" idx="12"/>
          </p:nvPr>
        </p:nvSpPr>
        <p:spPr/>
        <p:txBody>
          <a:bodyPr/>
          <a:lstStyle>
            <a:lvl1pPr>
              <a:defRPr/>
            </a:lvl1pPr>
          </a:lstStyle>
          <a:p>
            <a:fld id="{7A2478BC-46E2-44FF-BD64-848C61846EF0}" type="slidenum">
              <a:rPr lang="en-US" altLang="pt-BR"/>
              <a:pPr/>
              <a:t>‹nº›</a:t>
            </a:fld>
            <a:endParaRPr lang="en-US" altLang="pt-BR"/>
          </a:p>
        </p:txBody>
      </p:sp>
    </p:spTree>
    <p:extLst>
      <p:ext uri="{BB962C8B-B14F-4D97-AF65-F5344CB8AC3E}">
        <p14:creationId xmlns:p14="http://schemas.microsoft.com/office/powerpoint/2010/main" val="2108077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BA9309-4666-EBF7-C552-DA76CAC4B679}"/>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F8B1291C-A80E-1719-82D8-95E0F9459954}"/>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A2CEAF5-B0E1-48E2-B62E-5BE76ADCAE0E}"/>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F627BEB4-4CB9-1FC1-BC69-483E072AFB08}"/>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8F7CA5C8-D4D8-34CF-0A1A-84C52F4FF402}"/>
              </a:ext>
            </a:extLst>
          </p:cNvPr>
          <p:cNvSpPr>
            <a:spLocks noGrp="1"/>
          </p:cNvSpPr>
          <p:nvPr>
            <p:ph type="sldNum" sz="quarter" idx="12"/>
          </p:nvPr>
        </p:nvSpPr>
        <p:spPr/>
        <p:txBody>
          <a:bodyPr/>
          <a:lstStyle>
            <a:lvl1pPr>
              <a:defRPr/>
            </a:lvl1pPr>
          </a:lstStyle>
          <a:p>
            <a:fld id="{FEEC718F-8A77-4B1F-8760-485ACCB87230}" type="slidenum">
              <a:rPr lang="en-US" altLang="pt-BR"/>
              <a:pPr/>
              <a:t>‹nº›</a:t>
            </a:fld>
            <a:endParaRPr lang="en-US" altLang="pt-BR"/>
          </a:p>
        </p:txBody>
      </p:sp>
    </p:spTree>
    <p:extLst>
      <p:ext uri="{BB962C8B-B14F-4D97-AF65-F5344CB8AC3E}">
        <p14:creationId xmlns:p14="http://schemas.microsoft.com/office/powerpoint/2010/main" val="845903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A00C54-A927-DF61-0C72-723B890C924B}"/>
              </a:ext>
            </a:extLst>
          </p:cNvPr>
          <p:cNvSpPr>
            <a:spLocks noGrp="1"/>
          </p:cNvSpPr>
          <p:nvPr>
            <p:ph type="title"/>
          </p:nvPr>
        </p:nvSpPr>
        <p:spPr>
          <a:xfrm>
            <a:off x="623888" y="1709738"/>
            <a:ext cx="78867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A9E6BCB1-429B-A6E4-FA8C-42455706945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CEC3DBB6-7A93-EF2C-E16E-69920D7D7C12}"/>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5D834EB0-D606-9706-9238-6CB5E233787E}"/>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46BF8FF3-4E24-5662-9190-8D37CE0DF752}"/>
              </a:ext>
            </a:extLst>
          </p:cNvPr>
          <p:cNvSpPr>
            <a:spLocks noGrp="1"/>
          </p:cNvSpPr>
          <p:nvPr>
            <p:ph type="sldNum" sz="quarter" idx="12"/>
          </p:nvPr>
        </p:nvSpPr>
        <p:spPr/>
        <p:txBody>
          <a:bodyPr/>
          <a:lstStyle>
            <a:lvl1pPr>
              <a:defRPr/>
            </a:lvl1pPr>
          </a:lstStyle>
          <a:p>
            <a:fld id="{D90F0387-EDE3-4412-A601-1BD64789E885}" type="slidenum">
              <a:rPr lang="en-US" altLang="pt-BR"/>
              <a:pPr/>
              <a:t>‹nº›</a:t>
            </a:fld>
            <a:endParaRPr lang="en-US" altLang="pt-BR"/>
          </a:p>
        </p:txBody>
      </p:sp>
    </p:spTree>
    <p:extLst>
      <p:ext uri="{BB962C8B-B14F-4D97-AF65-F5344CB8AC3E}">
        <p14:creationId xmlns:p14="http://schemas.microsoft.com/office/powerpoint/2010/main" val="4162726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5D67AC-5DAA-8E45-AD34-2BE435D3ADB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5C241176-E702-9763-A59C-D4F578408CE0}"/>
              </a:ext>
            </a:extLst>
          </p:cNvPr>
          <p:cNvSpPr>
            <a:spLocks noGrp="1"/>
          </p:cNvSpPr>
          <p:nvPr>
            <p:ph sz="half" idx="1"/>
          </p:nvPr>
        </p:nvSpPr>
        <p:spPr>
          <a:xfrm>
            <a:off x="457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240E6AF9-64CE-D425-E618-DF05189D802B}"/>
              </a:ext>
            </a:extLst>
          </p:cNvPr>
          <p:cNvSpPr>
            <a:spLocks noGrp="1"/>
          </p:cNvSpPr>
          <p:nvPr>
            <p:ph sz="half" idx="2"/>
          </p:nvPr>
        </p:nvSpPr>
        <p:spPr>
          <a:xfrm>
            <a:off x="4648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52BEA37E-E82E-3A42-11B7-99C8EF9A23FB}"/>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EA1F1325-3275-04CB-1B82-E0E28E615F7D}"/>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54701FCF-81D8-F6C4-F7A4-36B1AD9C8908}"/>
              </a:ext>
            </a:extLst>
          </p:cNvPr>
          <p:cNvSpPr>
            <a:spLocks noGrp="1"/>
          </p:cNvSpPr>
          <p:nvPr>
            <p:ph type="sldNum" sz="quarter" idx="12"/>
          </p:nvPr>
        </p:nvSpPr>
        <p:spPr/>
        <p:txBody>
          <a:bodyPr/>
          <a:lstStyle>
            <a:lvl1pPr>
              <a:defRPr/>
            </a:lvl1pPr>
          </a:lstStyle>
          <a:p>
            <a:fld id="{D7A9DA39-FF9C-4031-A966-9DE750628170}" type="slidenum">
              <a:rPr lang="en-US" altLang="pt-BR"/>
              <a:pPr/>
              <a:t>‹nº›</a:t>
            </a:fld>
            <a:endParaRPr lang="en-US" altLang="pt-BR"/>
          </a:p>
        </p:txBody>
      </p:sp>
    </p:spTree>
    <p:extLst>
      <p:ext uri="{BB962C8B-B14F-4D97-AF65-F5344CB8AC3E}">
        <p14:creationId xmlns:p14="http://schemas.microsoft.com/office/powerpoint/2010/main" val="1172488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6111A0-3473-AFAD-D3B2-4A4A48009325}"/>
              </a:ext>
            </a:extLst>
          </p:cNvPr>
          <p:cNvSpPr>
            <a:spLocks noGrp="1"/>
          </p:cNvSpPr>
          <p:nvPr>
            <p:ph type="title"/>
          </p:nvPr>
        </p:nvSpPr>
        <p:spPr>
          <a:xfrm>
            <a:off x="630238" y="365125"/>
            <a:ext cx="78867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420FB8F3-5A24-8EDB-3243-6383D99015D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772B2E72-7E86-10A4-6669-9E8767D82C2C}"/>
              </a:ext>
            </a:extLst>
          </p:cNvPr>
          <p:cNvSpPr>
            <a:spLocks noGrp="1"/>
          </p:cNvSpPr>
          <p:nvPr>
            <p:ph sz="half" idx="2"/>
          </p:nvPr>
        </p:nvSpPr>
        <p:spPr>
          <a:xfrm>
            <a:off x="630238" y="2505075"/>
            <a:ext cx="386873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7580EF6B-87D0-0E8A-C868-A4DF5185FAA9}"/>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4C5348B6-E2F3-3277-5FDF-D727643E9BAA}"/>
              </a:ext>
            </a:extLst>
          </p:cNvPr>
          <p:cNvSpPr>
            <a:spLocks noGrp="1"/>
          </p:cNvSpPr>
          <p:nvPr>
            <p:ph sz="quarter" idx="4"/>
          </p:nvPr>
        </p:nvSpPr>
        <p:spPr>
          <a:xfrm>
            <a:off x="4629150" y="2505075"/>
            <a:ext cx="38877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6067B898-729E-58E8-8DA5-02759CD917C9}"/>
              </a:ext>
            </a:extLst>
          </p:cNvPr>
          <p:cNvSpPr>
            <a:spLocks noGrp="1"/>
          </p:cNvSpPr>
          <p:nvPr>
            <p:ph type="dt" sz="half" idx="10"/>
          </p:nvPr>
        </p:nvSpPr>
        <p:spPr/>
        <p:txBody>
          <a:bodyPr/>
          <a:lstStyle>
            <a:lvl1pPr>
              <a:defRPr/>
            </a:lvl1pPr>
          </a:lstStyle>
          <a:p>
            <a:endParaRPr lang="en-US" altLang="pt-BR"/>
          </a:p>
        </p:txBody>
      </p:sp>
      <p:sp>
        <p:nvSpPr>
          <p:cNvPr id="8" name="Espaço Reservado para Rodapé 7">
            <a:extLst>
              <a:ext uri="{FF2B5EF4-FFF2-40B4-BE49-F238E27FC236}">
                <a16:creationId xmlns:a16="http://schemas.microsoft.com/office/drawing/2014/main" id="{B1965F0B-7C34-0D77-079E-F08E19479AD9}"/>
              </a:ext>
            </a:extLst>
          </p:cNvPr>
          <p:cNvSpPr>
            <a:spLocks noGrp="1"/>
          </p:cNvSpPr>
          <p:nvPr>
            <p:ph type="ftr" sz="quarter" idx="11"/>
          </p:nvPr>
        </p:nvSpPr>
        <p:spPr/>
        <p:txBody>
          <a:bodyPr/>
          <a:lstStyle>
            <a:lvl1pPr>
              <a:defRPr/>
            </a:lvl1pPr>
          </a:lstStyle>
          <a:p>
            <a:endParaRPr lang="en-US" altLang="pt-BR"/>
          </a:p>
        </p:txBody>
      </p:sp>
      <p:sp>
        <p:nvSpPr>
          <p:cNvPr id="9" name="Espaço Reservado para Número de Slide 8">
            <a:extLst>
              <a:ext uri="{FF2B5EF4-FFF2-40B4-BE49-F238E27FC236}">
                <a16:creationId xmlns:a16="http://schemas.microsoft.com/office/drawing/2014/main" id="{4041EC8B-E712-F68D-BDBD-531BAA667BC5}"/>
              </a:ext>
            </a:extLst>
          </p:cNvPr>
          <p:cNvSpPr>
            <a:spLocks noGrp="1"/>
          </p:cNvSpPr>
          <p:nvPr>
            <p:ph type="sldNum" sz="quarter" idx="12"/>
          </p:nvPr>
        </p:nvSpPr>
        <p:spPr/>
        <p:txBody>
          <a:bodyPr/>
          <a:lstStyle>
            <a:lvl1pPr>
              <a:defRPr/>
            </a:lvl1pPr>
          </a:lstStyle>
          <a:p>
            <a:fld id="{70BEC56E-6EE2-4332-AC04-DB09126C917A}" type="slidenum">
              <a:rPr lang="en-US" altLang="pt-BR"/>
              <a:pPr/>
              <a:t>‹nº›</a:t>
            </a:fld>
            <a:endParaRPr lang="en-US" altLang="pt-BR"/>
          </a:p>
        </p:txBody>
      </p:sp>
    </p:spTree>
    <p:extLst>
      <p:ext uri="{BB962C8B-B14F-4D97-AF65-F5344CB8AC3E}">
        <p14:creationId xmlns:p14="http://schemas.microsoft.com/office/powerpoint/2010/main" val="3256479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E84B86-F5DD-7188-7756-48AF3FBE0E2C}"/>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8A7B5C47-8E3E-10AF-4355-5D1E116EF876}"/>
              </a:ext>
            </a:extLst>
          </p:cNvPr>
          <p:cNvSpPr>
            <a:spLocks noGrp="1"/>
          </p:cNvSpPr>
          <p:nvPr>
            <p:ph type="dt" sz="half" idx="10"/>
          </p:nvPr>
        </p:nvSpPr>
        <p:spPr/>
        <p:txBody>
          <a:bodyPr/>
          <a:lstStyle>
            <a:lvl1pPr>
              <a:defRPr/>
            </a:lvl1pPr>
          </a:lstStyle>
          <a:p>
            <a:endParaRPr lang="en-US" altLang="pt-BR"/>
          </a:p>
        </p:txBody>
      </p:sp>
      <p:sp>
        <p:nvSpPr>
          <p:cNvPr id="4" name="Espaço Reservado para Rodapé 3">
            <a:extLst>
              <a:ext uri="{FF2B5EF4-FFF2-40B4-BE49-F238E27FC236}">
                <a16:creationId xmlns:a16="http://schemas.microsoft.com/office/drawing/2014/main" id="{4A05740D-474D-BC4F-E705-99B9E52A6789}"/>
              </a:ext>
            </a:extLst>
          </p:cNvPr>
          <p:cNvSpPr>
            <a:spLocks noGrp="1"/>
          </p:cNvSpPr>
          <p:nvPr>
            <p:ph type="ftr" sz="quarter" idx="11"/>
          </p:nvPr>
        </p:nvSpPr>
        <p:spPr/>
        <p:txBody>
          <a:bodyPr/>
          <a:lstStyle>
            <a:lvl1pPr>
              <a:defRPr/>
            </a:lvl1pPr>
          </a:lstStyle>
          <a:p>
            <a:endParaRPr lang="en-US" altLang="pt-BR"/>
          </a:p>
        </p:txBody>
      </p:sp>
      <p:sp>
        <p:nvSpPr>
          <p:cNvPr id="5" name="Espaço Reservado para Número de Slide 4">
            <a:extLst>
              <a:ext uri="{FF2B5EF4-FFF2-40B4-BE49-F238E27FC236}">
                <a16:creationId xmlns:a16="http://schemas.microsoft.com/office/drawing/2014/main" id="{A940F77A-E089-76B8-30AD-C2391663AA8B}"/>
              </a:ext>
            </a:extLst>
          </p:cNvPr>
          <p:cNvSpPr>
            <a:spLocks noGrp="1"/>
          </p:cNvSpPr>
          <p:nvPr>
            <p:ph type="sldNum" sz="quarter" idx="12"/>
          </p:nvPr>
        </p:nvSpPr>
        <p:spPr/>
        <p:txBody>
          <a:bodyPr/>
          <a:lstStyle>
            <a:lvl1pPr>
              <a:defRPr/>
            </a:lvl1pPr>
          </a:lstStyle>
          <a:p>
            <a:fld id="{50D2C261-EC87-45EE-A50B-E9477BA37F41}" type="slidenum">
              <a:rPr lang="en-US" altLang="pt-BR"/>
              <a:pPr/>
              <a:t>‹nº›</a:t>
            </a:fld>
            <a:endParaRPr lang="en-US" altLang="pt-BR"/>
          </a:p>
        </p:txBody>
      </p:sp>
    </p:spTree>
    <p:extLst>
      <p:ext uri="{BB962C8B-B14F-4D97-AF65-F5344CB8AC3E}">
        <p14:creationId xmlns:p14="http://schemas.microsoft.com/office/powerpoint/2010/main" val="4082026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BF2A249-F11D-2057-6427-40FD54C203BF}"/>
              </a:ext>
            </a:extLst>
          </p:cNvPr>
          <p:cNvSpPr>
            <a:spLocks noGrp="1"/>
          </p:cNvSpPr>
          <p:nvPr>
            <p:ph type="dt" sz="half" idx="10"/>
          </p:nvPr>
        </p:nvSpPr>
        <p:spPr/>
        <p:txBody>
          <a:bodyPr/>
          <a:lstStyle>
            <a:lvl1pPr>
              <a:defRPr/>
            </a:lvl1pPr>
          </a:lstStyle>
          <a:p>
            <a:endParaRPr lang="en-US" altLang="pt-BR"/>
          </a:p>
        </p:txBody>
      </p:sp>
      <p:sp>
        <p:nvSpPr>
          <p:cNvPr id="3" name="Espaço Reservado para Rodapé 2">
            <a:extLst>
              <a:ext uri="{FF2B5EF4-FFF2-40B4-BE49-F238E27FC236}">
                <a16:creationId xmlns:a16="http://schemas.microsoft.com/office/drawing/2014/main" id="{73F6F676-F5DE-A432-7C8A-7DA50BF52196}"/>
              </a:ext>
            </a:extLst>
          </p:cNvPr>
          <p:cNvSpPr>
            <a:spLocks noGrp="1"/>
          </p:cNvSpPr>
          <p:nvPr>
            <p:ph type="ftr" sz="quarter" idx="11"/>
          </p:nvPr>
        </p:nvSpPr>
        <p:spPr/>
        <p:txBody>
          <a:bodyPr/>
          <a:lstStyle>
            <a:lvl1pPr>
              <a:defRPr/>
            </a:lvl1pPr>
          </a:lstStyle>
          <a:p>
            <a:endParaRPr lang="en-US" altLang="pt-BR"/>
          </a:p>
        </p:txBody>
      </p:sp>
      <p:sp>
        <p:nvSpPr>
          <p:cNvPr id="4" name="Espaço Reservado para Número de Slide 3">
            <a:extLst>
              <a:ext uri="{FF2B5EF4-FFF2-40B4-BE49-F238E27FC236}">
                <a16:creationId xmlns:a16="http://schemas.microsoft.com/office/drawing/2014/main" id="{83D51F60-297D-D70D-B15D-79CC984308CC}"/>
              </a:ext>
            </a:extLst>
          </p:cNvPr>
          <p:cNvSpPr>
            <a:spLocks noGrp="1"/>
          </p:cNvSpPr>
          <p:nvPr>
            <p:ph type="sldNum" sz="quarter" idx="12"/>
          </p:nvPr>
        </p:nvSpPr>
        <p:spPr/>
        <p:txBody>
          <a:bodyPr/>
          <a:lstStyle>
            <a:lvl1pPr>
              <a:defRPr/>
            </a:lvl1pPr>
          </a:lstStyle>
          <a:p>
            <a:fld id="{4928F858-46A4-46EE-927D-AF20D211DFC1}" type="slidenum">
              <a:rPr lang="en-US" altLang="pt-BR"/>
              <a:pPr/>
              <a:t>‹nº›</a:t>
            </a:fld>
            <a:endParaRPr lang="en-US" altLang="pt-BR"/>
          </a:p>
        </p:txBody>
      </p:sp>
    </p:spTree>
    <p:extLst>
      <p:ext uri="{BB962C8B-B14F-4D97-AF65-F5344CB8AC3E}">
        <p14:creationId xmlns:p14="http://schemas.microsoft.com/office/powerpoint/2010/main" val="1923607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BB822E-7E39-C59C-F509-58B1D4FDDC92}"/>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E2B0A61D-61A4-23AD-F1AC-9E342A6BE6D7}"/>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6ABABB5-6EC0-9CE0-688B-4462BEECAD8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3962B5DA-FD58-269D-438A-6EBF3F105327}"/>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A8167E20-8810-9D64-099C-C74B625539CF}"/>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A94674AE-20DE-79F9-C016-21FA3D73DB64}"/>
              </a:ext>
            </a:extLst>
          </p:cNvPr>
          <p:cNvSpPr>
            <a:spLocks noGrp="1"/>
          </p:cNvSpPr>
          <p:nvPr>
            <p:ph type="sldNum" sz="quarter" idx="12"/>
          </p:nvPr>
        </p:nvSpPr>
        <p:spPr/>
        <p:txBody>
          <a:bodyPr/>
          <a:lstStyle>
            <a:lvl1pPr>
              <a:defRPr/>
            </a:lvl1pPr>
          </a:lstStyle>
          <a:p>
            <a:fld id="{30B24112-FEED-40A3-AFC3-06969C564259}" type="slidenum">
              <a:rPr lang="en-US" altLang="pt-BR"/>
              <a:pPr/>
              <a:t>‹nº›</a:t>
            </a:fld>
            <a:endParaRPr lang="en-US" altLang="pt-BR"/>
          </a:p>
        </p:txBody>
      </p:sp>
    </p:spTree>
    <p:extLst>
      <p:ext uri="{BB962C8B-B14F-4D97-AF65-F5344CB8AC3E}">
        <p14:creationId xmlns:p14="http://schemas.microsoft.com/office/powerpoint/2010/main" val="3115381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6B90C9-05A7-DC1D-4229-457C4D16C33F}"/>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4C6B3E91-29C3-9584-A891-5E5C4F35C83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6CD47FE0-D76A-7616-5BDF-449B4AD9863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D6BFC85-B091-50E3-D520-1D128A296A3A}"/>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BCF3DE07-FD9A-8C70-8F3D-3C70ADF2E10D}"/>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6BC73410-E4E0-BA21-A73D-0E5B636A504C}"/>
              </a:ext>
            </a:extLst>
          </p:cNvPr>
          <p:cNvSpPr>
            <a:spLocks noGrp="1"/>
          </p:cNvSpPr>
          <p:nvPr>
            <p:ph type="sldNum" sz="quarter" idx="12"/>
          </p:nvPr>
        </p:nvSpPr>
        <p:spPr/>
        <p:txBody>
          <a:bodyPr/>
          <a:lstStyle>
            <a:lvl1pPr>
              <a:defRPr/>
            </a:lvl1pPr>
          </a:lstStyle>
          <a:p>
            <a:fld id="{F4E37F3B-76AE-4B4F-9992-463AFB27D9C5}" type="slidenum">
              <a:rPr lang="en-US" altLang="pt-BR"/>
              <a:pPr/>
              <a:t>‹nº›</a:t>
            </a:fld>
            <a:endParaRPr lang="en-US" altLang="pt-BR"/>
          </a:p>
        </p:txBody>
      </p:sp>
    </p:spTree>
    <p:extLst>
      <p:ext uri="{BB962C8B-B14F-4D97-AF65-F5344CB8AC3E}">
        <p14:creationId xmlns:p14="http://schemas.microsoft.com/office/powerpoint/2010/main" val="3101048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B4823D-495D-60FE-782A-FE16C22871D0}"/>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A5269AFF-240C-615F-73D5-50FA92739131}"/>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F9EC2FF-651A-FD71-E14A-A54FCFB77746}"/>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719536A6-181F-6E7A-767F-F1DC81010645}"/>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6C2CC6C6-7DE9-66B7-4236-0A83345046C5}"/>
              </a:ext>
            </a:extLst>
          </p:cNvPr>
          <p:cNvSpPr>
            <a:spLocks noGrp="1"/>
          </p:cNvSpPr>
          <p:nvPr>
            <p:ph type="sldNum" sz="quarter" idx="12"/>
          </p:nvPr>
        </p:nvSpPr>
        <p:spPr/>
        <p:txBody>
          <a:bodyPr/>
          <a:lstStyle>
            <a:lvl1pPr>
              <a:defRPr/>
            </a:lvl1pPr>
          </a:lstStyle>
          <a:p>
            <a:fld id="{DAA14F53-15D3-45D9-A2D8-B31DAE10E1CE}" type="slidenum">
              <a:rPr lang="en-US" altLang="pt-BR"/>
              <a:pPr/>
              <a:t>‹nº›</a:t>
            </a:fld>
            <a:endParaRPr lang="en-US" altLang="pt-BR"/>
          </a:p>
        </p:txBody>
      </p:sp>
    </p:spTree>
    <p:extLst>
      <p:ext uri="{BB962C8B-B14F-4D97-AF65-F5344CB8AC3E}">
        <p14:creationId xmlns:p14="http://schemas.microsoft.com/office/powerpoint/2010/main" val="1646484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E7ED15-8573-5984-7989-C9EF72DECC3E}"/>
              </a:ext>
            </a:extLst>
          </p:cNvPr>
          <p:cNvSpPr>
            <a:spLocks noGrp="1"/>
          </p:cNvSpPr>
          <p:nvPr>
            <p:ph type="title" orient="vert"/>
          </p:nvPr>
        </p:nvSpPr>
        <p:spPr>
          <a:xfrm>
            <a:off x="6629400" y="274638"/>
            <a:ext cx="2057400" cy="5851525"/>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73AFACF4-0247-D8F3-07AD-9D12E31004DC}"/>
              </a:ext>
            </a:extLst>
          </p:cNvPr>
          <p:cNvSpPr>
            <a:spLocks noGrp="1"/>
          </p:cNvSpPr>
          <p:nvPr>
            <p:ph type="body" orient="vert" idx="1"/>
          </p:nvPr>
        </p:nvSpPr>
        <p:spPr>
          <a:xfrm>
            <a:off x="457200" y="274638"/>
            <a:ext cx="6019800" cy="585152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7DA3C16-92B7-9AC3-C8F1-EFED8B483CAF}"/>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724B2FB2-1FB5-1BC2-9476-4E9524B6FF50}"/>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223E6592-17D2-2955-1428-2A6516B966EF}"/>
              </a:ext>
            </a:extLst>
          </p:cNvPr>
          <p:cNvSpPr>
            <a:spLocks noGrp="1"/>
          </p:cNvSpPr>
          <p:nvPr>
            <p:ph type="sldNum" sz="quarter" idx="12"/>
          </p:nvPr>
        </p:nvSpPr>
        <p:spPr/>
        <p:txBody>
          <a:bodyPr/>
          <a:lstStyle>
            <a:lvl1pPr>
              <a:defRPr/>
            </a:lvl1pPr>
          </a:lstStyle>
          <a:p>
            <a:fld id="{0777762A-3C7D-4C6A-9044-B7F72CE761CE}" type="slidenum">
              <a:rPr lang="en-US" altLang="pt-BR"/>
              <a:pPr/>
              <a:t>‹nº›</a:t>
            </a:fld>
            <a:endParaRPr lang="en-US" altLang="pt-BR"/>
          </a:p>
        </p:txBody>
      </p:sp>
    </p:spTree>
    <p:extLst>
      <p:ext uri="{BB962C8B-B14F-4D97-AF65-F5344CB8AC3E}">
        <p14:creationId xmlns:p14="http://schemas.microsoft.com/office/powerpoint/2010/main" val="2645044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945E3E8-29F7-0820-D3C3-2A2C7259092A}"/>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pt-BR"/>
              <a:t>Clique para editar o estilo do título mestre</a:t>
            </a:r>
          </a:p>
        </p:txBody>
      </p:sp>
      <p:sp>
        <p:nvSpPr>
          <p:cNvPr id="1027" name="Rectangle 3">
            <a:extLst>
              <a:ext uri="{FF2B5EF4-FFF2-40B4-BE49-F238E27FC236}">
                <a16:creationId xmlns:a16="http://schemas.microsoft.com/office/drawing/2014/main" id="{7DD52D0F-3258-E272-9DA1-9A081BFFC5FC}"/>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pt-BR"/>
              <a:t>Clique para editar os estilos do texto mestre</a:t>
            </a:r>
          </a:p>
          <a:p>
            <a:pPr lvl="1"/>
            <a:r>
              <a:rPr lang="en-US" altLang="pt-BR"/>
              <a:t>Segundo nível</a:t>
            </a:r>
          </a:p>
          <a:p>
            <a:pPr lvl="2"/>
            <a:r>
              <a:rPr lang="en-US" altLang="pt-BR"/>
              <a:t>Terceiro nível</a:t>
            </a:r>
          </a:p>
          <a:p>
            <a:pPr lvl="3"/>
            <a:r>
              <a:rPr lang="en-US" altLang="pt-BR"/>
              <a:t>Quarto nível</a:t>
            </a:r>
          </a:p>
          <a:p>
            <a:pPr lvl="4"/>
            <a:r>
              <a:rPr lang="en-US" altLang="pt-BR"/>
              <a:t>Quinto nível</a:t>
            </a:r>
          </a:p>
        </p:txBody>
      </p:sp>
      <p:sp>
        <p:nvSpPr>
          <p:cNvPr id="1028" name="Rectangle 4">
            <a:extLst>
              <a:ext uri="{FF2B5EF4-FFF2-40B4-BE49-F238E27FC236}">
                <a16:creationId xmlns:a16="http://schemas.microsoft.com/office/drawing/2014/main" id="{44A76C7B-A660-7D26-9E77-2B7063B09C85}"/>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pt-BR"/>
          </a:p>
        </p:txBody>
      </p:sp>
      <p:sp>
        <p:nvSpPr>
          <p:cNvPr id="1029" name="Rectangle 5">
            <a:extLst>
              <a:ext uri="{FF2B5EF4-FFF2-40B4-BE49-F238E27FC236}">
                <a16:creationId xmlns:a16="http://schemas.microsoft.com/office/drawing/2014/main" id="{090B2D53-7D01-B936-C541-06065B22CAB6}"/>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pt-BR"/>
          </a:p>
        </p:txBody>
      </p:sp>
      <p:sp>
        <p:nvSpPr>
          <p:cNvPr id="1030" name="Rectangle 6">
            <a:extLst>
              <a:ext uri="{FF2B5EF4-FFF2-40B4-BE49-F238E27FC236}">
                <a16:creationId xmlns:a16="http://schemas.microsoft.com/office/drawing/2014/main" id="{DC6F6144-69AC-D91C-D62A-671C9E252B9E}"/>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05EE6E28-B2D0-463E-80C1-371E28258761}" type="slidenum">
              <a:rPr lang="en-US" altLang="pt-BR"/>
              <a:pPr/>
              <a:t>‹nº›</a:t>
            </a:fld>
            <a:endParaRPr lang="en-US" alt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03C1E16-20E5-0CBD-0B37-CEE0118B3501}"/>
              </a:ext>
            </a:extLst>
          </p:cNvPr>
          <p:cNvSpPr>
            <a:spLocks noGrp="1" noChangeArrowheads="1"/>
          </p:cNvSpPr>
          <p:nvPr>
            <p:ph type="ctrTitle"/>
          </p:nvPr>
        </p:nvSpPr>
        <p:spPr>
          <a:xfrm>
            <a:off x="685800" y="2130425"/>
            <a:ext cx="7772400" cy="1470025"/>
          </a:xfrm>
        </p:spPr>
        <p:txBody>
          <a:bodyPr anchor="ctr"/>
          <a:lstStyle/>
          <a:p>
            <a:r>
              <a:rPr lang="en-US" altLang="pt-BR" sz="4000" b="1" i="1"/>
              <a:t>44</a:t>
            </a:r>
            <a:br>
              <a:rPr lang="en-US" altLang="pt-BR" sz="4000" b="1" i="1"/>
            </a:br>
            <a:r>
              <a:rPr lang="en-US" altLang="pt-BR" sz="4000" b="1" i="1"/>
              <a:t>OH! QUE GLÓRIA! </a:t>
            </a:r>
            <a:r>
              <a:rPr lang="en-US" altLang="pt-BR" sz="4000"/>
              <a:t> </a:t>
            </a:r>
          </a:p>
        </p:txBody>
      </p:sp>
      <p:sp>
        <p:nvSpPr>
          <p:cNvPr id="2051" name="Rectangle 3">
            <a:extLst>
              <a:ext uri="{FF2B5EF4-FFF2-40B4-BE49-F238E27FC236}">
                <a16:creationId xmlns:a16="http://schemas.microsoft.com/office/drawing/2014/main" id="{0A807865-3A08-A7D6-EA19-8C96A45C9892}"/>
              </a:ext>
            </a:extLst>
          </p:cNvPr>
          <p:cNvSpPr>
            <a:spLocks noGrp="1" noChangeArrowheads="1"/>
          </p:cNvSpPr>
          <p:nvPr>
            <p:ph type="subTitle" idx="1"/>
          </p:nvPr>
        </p:nvSpPr>
        <p:spPr>
          <a:xfrm>
            <a:off x="1371600" y="3886200"/>
            <a:ext cx="6400800" cy="1752600"/>
          </a:xfrm>
        </p:spPr>
        <p:txBody>
          <a:bodyPr/>
          <a:lstStyle/>
          <a:p>
            <a:endParaRPr lang="pt-BR" altLang="pt-BR"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a:extLst>
              <a:ext uri="{FF2B5EF4-FFF2-40B4-BE49-F238E27FC236}">
                <a16:creationId xmlns:a16="http://schemas.microsoft.com/office/drawing/2014/main" id="{D84580C1-2921-1555-F07F-AB674A8DF769}"/>
              </a:ext>
            </a:extLst>
          </p:cNvPr>
          <p:cNvSpPr>
            <a:spLocks noGrp="1" noChangeArrowheads="1"/>
          </p:cNvSpPr>
          <p:nvPr>
            <p:ph type="title"/>
          </p:nvPr>
        </p:nvSpPr>
        <p:spPr>
          <a:xfrm>
            <a:off x="0" y="381000"/>
            <a:ext cx="9144000" cy="5486400"/>
          </a:xfrm>
        </p:spPr>
        <p:txBody>
          <a:bodyPr/>
          <a:lstStyle/>
          <a:p>
            <a:r>
              <a:rPr lang="en-US" altLang="pt-BR" sz="4000" i="1"/>
              <a:t>Meu Senhor, que me salvaste, </a:t>
            </a:r>
            <a:br>
              <a:rPr lang="en-US" altLang="pt-BR" sz="4000" i="1"/>
            </a:br>
            <a:r>
              <a:rPr lang="en-US" altLang="pt-BR" sz="4000" i="1"/>
              <a:t>Teu, e Teu somente, eu sou; </a:t>
            </a:r>
            <a:br>
              <a:rPr lang="en-US" altLang="pt-BR" sz="4000" i="1"/>
            </a:br>
            <a:r>
              <a:rPr lang="en-US" altLang="pt-BR" sz="4000" i="1"/>
              <a:t>Com Teu sangue me saraste; Glória, glória a Ti Te dou.</a:t>
            </a:r>
            <a:r>
              <a:rPr lang="en-US" altLang="pt-BR" sz="400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BA96D55-C5E8-C2B6-4F21-CE540B816DB2}"/>
              </a:ext>
            </a:extLst>
          </p:cNvPr>
          <p:cNvSpPr>
            <a:spLocks noGrp="1" noChangeArrowheads="1"/>
          </p:cNvSpPr>
          <p:nvPr>
            <p:ph type="title"/>
          </p:nvPr>
        </p:nvSpPr>
        <p:spPr>
          <a:xfrm>
            <a:off x="0" y="381000"/>
            <a:ext cx="9144000" cy="5486400"/>
          </a:xfrm>
        </p:spPr>
        <p:txBody>
          <a:bodyPr/>
          <a:lstStyle/>
          <a:p>
            <a:r>
              <a:rPr lang="en-US" altLang="pt-BR" sz="4000" b="1" i="1"/>
              <a:t>Oh! Que glória! Oh! Que glória!</a:t>
            </a:r>
            <a:r>
              <a:rPr lang="en-US" altLang="pt-BR" sz="4000" i="1"/>
              <a:t> </a:t>
            </a:r>
            <a:br>
              <a:rPr lang="en-US" altLang="pt-BR" sz="4000" i="1"/>
            </a:br>
            <a:r>
              <a:rPr lang="en-US" altLang="pt-BR" sz="4000" b="1" i="1"/>
              <a:t>Gozo em meu coração!</a:t>
            </a:r>
            <a:r>
              <a:rPr lang="en-US" altLang="pt-BR" sz="4000" i="1"/>
              <a:t> </a:t>
            </a:r>
            <a:br>
              <a:rPr lang="en-US" altLang="pt-BR" sz="4000" i="1"/>
            </a:br>
            <a:r>
              <a:rPr lang="en-US" altLang="pt-BR" sz="4000" b="1" i="1"/>
              <a:t>Eu confio em Jesus,</a:t>
            </a:r>
            <a:r>
              <a:rPr lang="en-US" altLang="pt-BR" sz="4000" i="1"/>
              <a:t> </a:t>
            </a:r>
            <a:br>
              <a:rPr lang="en-US" altLang="pt-BR" sz="4000" i="1"/>
            </a:br>
            <a:r>
              <a:rPr lang="en-US" altLang="pt-BR" sz="4000" b="1" i="1"/>
              <a:t>E, crendo, tenho salvação.</a:t>
            </a:r>
            <a:r>
              <a:rPr lang="en-US" altLang="pt-BR" sz="4000" i="1"/>
              <a:t> </a:t>
            </a:r>
            <a:br>
              <a:rPr lang="en-US" altLang="pt-BR" sz="4000" i="1"/>
            </a:br>
            <a:r>
              <a:rPr lang="en-US" altLang="pt-BR" sz="4000" b="1" i="1"/>
              <a:t>Oh! Que glória! Oh! Que glória!</a:t>
            </a:r>
            <a:r>
              <a:rPr lang="en-US" altLang="pt-BR" sz="4000" i="1"/>
              <a:t> </a:t>
            </a:r>
            <a:br>
              <a:rPr lang="en-US" altLang="pt-BR" sz="4000" i="1"/>
            </a:br>
            <a:r>
              <a:rPr lang="en-US" altLang="pt-BR" sz="4000" b="1" i="1"/>
              <a:t>Gozo em meu coração!</a:t>
            </a:r>
            <a:r>
              <a:rPr lang="en-US" altLang="pt-BR" sz="4000" i="1"/>
              <a:t> </a:t>
            </a:r>
            <a:br>
              <a:rPr lang="en-US" altLang="pt-BR" sz="4000" i="1"/>
            </a:br>
            <a:r>
              <a:rPr lang="en-US" altLang="pt-BR" sz="4000" b="1" i="1"/>
              <a:t>Eu confio em Jesus,</a:t>
            </a:r>
            <a:r>
              <a:rPr lang="en-US" altLang="pt-BR" sz="4000" i="1"/>
              <a:t> </a:t>
            </a:r>
            <a:br>
              <a:rPr lang="en-US" altLang="pt-BR" sz="4000" i="1"/>
            </a:br>
            <a:r>
              <a:rPr lang="en-US" altLang="pt-BR" sz="4000" b="1" i="1"/>
              <a:t>E em Seu sangue achei perdão.</a:t>
            </a:r>
            <a:r>
              <a:rPr lang="en-US" altLang="pt-BR" sz="400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4C27B15-2750-5504-D1E3-9F545280EF48}"/>
              </a:ext>
            </a:extLst>
          </p:cNvPr>
          <p:cNvSpPr>
            <a:spLocks noGrp="1" noChangeArrowheads="1"/>
          </p:cNvSpPr>
          <p:nvPr>
            <p:ph type="title"/>
          </p:nvPr>
        </p:nvSpPr>
        <p:spPr>
          <a:xfrm>
            <a:off x="0" y="381000"/>
            <a:ext cx="9144000" cy="5486400"/>
          </a:xfrm>
        </p:spPr>
        <p:txBody>
          <a:bodyPr/>
          <a:lstStyle/>
          <a:p>
            <a:r>
              <a:rPr lang="en-US" altLang="pt-BR" sz="4000" b="1" i="1"/>
              <a:t>Oh! Que glória! Oh! Que glória!</a:t>
            </a:r>
            <a:r>
              <a:rPr lang="en-US" altLang="pt-BR" sz="4000" i="1"/>
              <a:t> </a:t>
            </a:r>
            <a:br>
              <a:rPr lang="en-US" altLang="pt-BR" sz="4000" i="1"/>
            </a:br>
            <a:r>
              <a:rPr lang="en-US" altLang="pt-BR" sz="4000" b="1" i="1"/>
              <a:t>Gozo em meu coração!</a:t>
            </a:r>
            <a:r>
              <a:rPr lang="en-US" altLang="pt-BR" sz="4000" i="1"/>
              <a:t> </a:t>
            </a:r>
            <a:br>
              <a:rPr lang="en-US" altLang="pt-BR" sz="4000" i="1"/>
            </a:br>
            <a:r>
              <a:rPr lang="en-US" altLang="pt-BR" sz="4000" b="1" i="1"/>
              <a:t>Eu confio em Jesus,</a:t>
            </a:r>
            <a:r>
              <a:rPr lang="en-US" altLang="pt-BR" sz="4000" i="1"/>
              <a:t> </a:t>
            </a:r>
            <a:br>
              <a:rPr lang="en-US" altLang="pt-BR" sz="4000" i="1"/>
            </a:br>
            <a:r>
              <a:rPr lang="en-US" altLang="pt-BR" sz="4000" b="1" i="1"/>
              <a:t>E, crendo, tenho salvação.</a:t>
            </a:r>
            <a:r>
              <a:rPr lang="en-US" altLang="pt-BR" sz="4000" i="1"/>
              <a:t> </a:t>
            </a:r>
            <a:br>
              <a:rPr lang="en-US" altLang="pt-BR" sz="4000" i="1"/>
            </a:br>
            <a:r>
              <a:rPr lang="en-US" altLang="pt-BR" sz="4000" b="1" i="1"/>
              <a:t>Oh! Que glória! Oh! Que glória!</a:t>
            </a:r>
            <a:r>
              <a:rPr lang="en-US" altLang="pt-BR" sz="4000" i="1"/>
              <a:t> </a:t>
            </a:r>
            <a:br>
              <a:rPr lang="en-US" altLang="pt-BR" sz="4000" i="1"/>
            </a:br>
            <a:r>
              <a:rPr lang="en-US" altLang="pt-BR" sz="4000" b="1" i="1"/>
              <a:t>Gozo em meu coração!</a:t>
            </a:r>
            <a:r>
              <a:rPr lang="en-US" altLang="pt-BR" sz="4000" i="1"/>
              <a:t> </a:t>
            </a:r>
            <a:br>
              <a:rPr lang="en-US" altLang="pt-BR" sz="4000" i="1"/>
            </a:br>
            <a:r>
              <a:rPr lang="en-US" altLang="pt-BR" sz="4000" b="1" i="1"/>
              <a:t>Eu confio em Jesus,</a:t>
            </a:r>
            <a:r>
              <a:rPr lang="en-US" altLang="pt-BR" sz="4000" i="1"/>
              <a:t> </a:t>
            </a:r>
            <a:br>
              <a:rPr lang="en-US" altLang="pt-BR" sz="4000" i="1"/>
            </a:br>
            <a:r>
              <a:rPr lang="en-US" altLang="pt-BR" sz="4000" b="1" i="1"/>
              <a:t>E em Seu sangue achei perdão.</a:t>
            </a:r>
            <a:r>
              <a:rPr lang="en-US" altLang="pt-BR" sz="400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6106FFC-1DA7-B325-0BBA-4FEC5C9F3EDA}"/>
              </a:ext>
            </a:extLst>
          </p:cNvPr>
          <p:cNvSpPr>
            <a:spLocks noGrp="1" noChangeArrowheads="1"/>
          </p:cNvSpPr>
          <p:nvPr>
            <p:ph type="title"/>
          </p:nvPr>
        </p:nvSpPr>
        <p:spPr>
          <a:xfrm>
            <a:off x="0" y="381000"/>
            <a:ext cx="9144000" cy="5486400"/>
          </a:xfrm>
        </p:spPr>
        <p:txBody>
          <a:bodyPr/>
          <a:lstStyle/>
          <a:p>
            <a:r>
              <a:rPr lang="en-US" altLang="pt-BR" sz="4000" i="1"/>
              <a:t>Para obter tão grande gozo,</a:t>
            </a:r>
            <a:br>
              <a:rPr lang="en-US" altLang="pt-BR" sz="4000" i="1"/>
            </a:br>
            <a:r>
              <a:rPr lang="en-US" altLang="pt-BR" sz="4000" i="1"/>
              <a:t>Muito e muito trabalhei; </a:t>
            </a:r>
            <a:br>
              <a:rPr lang="en-US" altLang="pt-BR" sz="4000" i="1"/>
            </a:br>
            <a:r>
              <a:rPr lang="en-US" altLang="pt-BR" sz="4000" i="1"/>
              <a:t>Mas debalde todo esforço, </a:t>
            </a:r>
            <a:br>
              <a:rPr lang="en-US" altLang="pt-BR" sz="4000" i="1"/>
            </a:br>
            <a:r>
              <a:rPr lang="en-US" altLang="pt-BR" sz="4000" i="1"/>
              <a:t>Crendo só é que o achei.</a:t>
            </a:r>
            <a:r>
              <a:rPr lang="en-US" altLang="pt-BR" sz="400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DB635FB-913D-29EA-0812-CF4BD38FB5C3}"/>
              </a:ext>
            </a:extLst>
          </p:cNvPr>
          <p:cNvSpPr>
            <a:spLocks noGrp="1" noChangeArrowheads="1"/>
          </p:cNvSpPr>
          <p:nvPr>
            <p:ph type="title"/>
          </p:nvPr>
        </p:nvSpPr>
        <p:spPr>
          <a:xfrm>
            <a:off x="0" y="381000"/>
            <a:ext cx="9144000" cy="5486400"/>
          </a:xfrm>
        </p:spPr>
        <p:txBody>
          <a:bodyPr/>
          <a:lstStyle/>
          <a:p>
            <a:r>
              <a:rPr lang="en-US" altLang="pt-BR" sz="4000" b="1" i="1"/>
              <a:t>Oh! Que glória! Oh! Que glória!</a:t>
            </a:r>
            <a:r>
              <a:rPr lang="en-US" altLang="pt-BR" sz="4000" i="1"/>
              <a:t> </a:t>
            </a:r>
            <a:br>
              <a:rPr lang="en-US" altLang="pt-BR" sz="4000" i="1"/>
            </a:br>
            <a:r>
              <a:rPr lang="en-US" altLang="pt-BR" sz="4000" b="1" i="1"/>
              <a:t>Gozo em meu coração!</a:t>
            </a:r>
            <a:r>
              <a:rPr lang="en-US" altLang="pt-BR" sz="4000" i="1"/>
              <a:t> </a:t>
            </a:r>
            <a:br>
              <a:rPr lang="en-US" altLang="pt-BR" sz="4000" i="1"/>
            </a:br>
            <a:r>
              <a:rPr lang="en-US" altLang="pt-BR" sz="4000" b="1" i="1"/>
              <a:t>Eu confio em Jesus,</a:t>
            </a:r>
            <a:r>
              <a:rPr lang="en-US" altLang="pt-BR" sz="4000" i="1"/>
              <a:t> </a:t>
            </a:r>
            <a:br>
              <a:rPr lang="en-US" altLang="pt-BR" sz="4000" i="1"/>
            </a:br>
            <a:r>
              <a:rPr lang="en-US" altLang="pt-BR" sz="4000" b="1" i="1"/>
              <a:t>E, crendo, tenho salvação.</a:t>
            </a:r>
            <a:r>
              <a:rPr lang="en-US" altLang="pt-BR" sz="4000" i="1"/>
              <a:t> </a:t>
            </a:r>
            <a:br>
              <a:rPr lang="en-US" altLang="pt-BR" sz="4000" i="1"/>
            </a:br>
            <a:r>
              <a:rPr lang="en-US" altLang="pt-BR" sz="4000" b="1" i="1"/>
              <a:t>Oh! Que glória! Oh! Que glória!</a:t>
            </a:r>
            <a:r>
              <a:rPr lang="en-US" altLang="pt-BR" sz="4000" i="1"/>
              <a:t> </a:t>
            </a:r>
            <a:br>
              <a:rPr lang="en-US" altLang="pt-BR" sz="4000" i="1"/>
            </a:br>
            <a:r>
              <a:rPr lang="en-US" altLang="pt-BR" sz="4000" b="1" i="1"/>
              <a:t>Gozo em meu coração!</a:t>
            </a:r>
            <a:r>
              <a:rPr lang="en-US" altLang="pt-BR" sz="4000" i="1"/>
              <a:t> </a:t>
            </a:r>
            <a:br>
              <a:rPr lang="en-US" altLang="pt-BR" sz="4000" i="1"/>
            </a:br>
            <a:r>
              <a:rPr lang="en-US" altLang="pt-BR" sz="4000" b="1" i="1"/>
              <a:t>Eu confio em Jesus,</a:t>
            </a:r>
            <a:r>
              <a:rPr lang="en-US" altLang="pt-BR" sz="4000" i="1"/>
              <a:t> </a:t>
            </a:r>
            <a:br>
              <a:rPr lang="en-US" altLang="pt-BR" sz="4000" i="1"/>
            </a:br>
            <a:r>
              <a:rPr lang="en-US" altLang="pt-BR" sz="4000" b="1" i="1"/>
              <a:t>E em Seu sangue achei perdão.</a:t>
            </a:r>
            <a:r>
              <a:rPr lang="en-US" altLang="pt-BR" sz="400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345688E-78A4-687A-D955-562B47EB0F30}"/>
              </a:ext>
            </a:extLst>
          </p:cNvPr>
          <p:cNvSpPr>
            <a:spLocks noGrp="1" noChangeArrowheads="1"/>
          </p:cNvSpPr>
          <p:nvPr>
            <p:ph type="title"/>
          </p:nvPr>
        </p:nvSpPr>
        <p:spPr>
          <a:xfrm>
            <a:off x="0" y="381000"/>
            <a:ext cx="9144000" cy="5486400"/>
          </a:xfrm>
        </p:spPr>
        <p:txBody>
          <a:bodyPr/>
          <a:lstStyle/>
          <a:p>
            <a:r>
              <a:rPr lang="en-US" altLang="pt-BR" sz="4000" i="1"/>
              <a:t>Confiando, confiando, </a:t>
            </a:r>
            <a:br>
              <a:rPr lang="en-US" altLang="pt-BR" sz="4000" i="1"/>
            </a:br>
            <a:r>
              <a:rPr lang="en-US" altLang="pt-BR" sz="4000" i="1"/>
              <a:t>Sempre e só, Jesus, em Ti, </a:t>
            </a:r>
            <a:br>
              <a:rPr lang="en-US" altLang="pt-BR" sz="4000" i="1"/>
            </a:br>
            <a:r>
              <a:rPr lang="en-US" altLang="pt-BR" sz="4000" i="1"/>
              <a:t>Teu poder e Tua graça </a:t>
            </a:r>
            <a:br>
              <a:rPr lang="en-US" altLang="pt-BR" sz="4000" i="1"/>
            </a:br>
            <a:r>
              <a:rPr lang="en-US" altLang="pt-BR" sz="4000" i="1"/>
              <a:t>Podem bem guardar-me a mim.</a:t>
            </a:r>
            <a:r>
              <a:rPr lang="en-US" altLang="pt-BR" sz="400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6044FD9-A15A-CB98-2614-8B851138C28F}"/>
              </a:ext>
            </a:extLst>
          </p:cNvPr>
          <p:cNvSpPr>
            <a:spLocks noGrp="1" noChangeArrowheads="1"/>
          </p:cNvSpPr>
          <p:nvPr>
            <p:ph type="title"/>
          </p:nvPr>
        </p:nvSpPr>
        <p:spPr>
          <a:xfrm>
            <a:off x="0" y="381000"/>
            <a:ext cx="9144000" cy="5486400"/>
          </a:xfrm>
        </p:spPr>
        <p:txBody>
          <a:bodyPr/>
          <a:lstStyle/>
          <a:p>
            <a:r>
              <a:rPr lang="en-US" altLang="pt-BR" sz="4000" b="1" i="1"/>
              <a:t>Oh! Que glória! Oh! Que glória!</a:t>
            </a:r>
            <a:r>
              <a:rPr lang="en-US" altLang="pt-BR" sz="4000" i="1"/>
              <a:t> </a:t>
            </a:r>
            <a:br>
              <a:rPr lang="en-US" altLang="pt-BR" sz="4000" i="1"/>
            </a:br>
            <a:r>
              <a:rPr lang="en-US" altLang="pt-BR" sz="4000" b="1" i="1"/>
              <a:t>Gozo em meu coração!</a:t>
            </a:r>
            <a:r>
              <a:rPr lang="en-US" altLang="pt-BR" sz="4000" i="1"/>
              <a:t> </a:t>
            </a:r>
            <a:br>
              <a:rPr lang="en-US" altLang="pt-BR" sz="4000" i="1"/>
            </a:br>
            <a:r>
              <a:rPr lang="en-US" altLang="pt-BR" sz="4000" b="1" i="1"/>
              <a:t>Eu confio em Jesus,</a:t>
            </a:r>
            <a:r>
              <a:rPr lang="en-US" altLang="pt-BR" sz="4000" i="1"/>
              <a:t> </a:t>
            </a:r>
            <a:br>
              <a:rPr lang="en-US" altLang="pt-BR" sz="4000" i="1"/>
            </a:br>
            <a:r>
              <a:rPr lang="en-US" altLang="pt-BR" sz="4000" b="1" i="1"/>
              <a:t>E, crendo, tenho salvação.</a:t>
            </a:r>
            <a:r>
              <a:rPr lang="en-US" altLang="pt-BR" sz="4000" i="1"/>
              <a:t> </a:t>
            </a:r>
            <a:br>
              <a:rPr lang="en-US" altLang="pt-BR" sz="4000" i="1"/>
            </a:br>
            <a:r>
              <a:rPr lang="en-US" altLang="pt-BR" sz="4000" b="1" i="1"/>
              <a:t>Oh! Que glória! Oh! Que glória!</a:t>
            </a:r>
            <a:r>
              <a:rPr lang="en-US" altLang="pt-BR" sz="4000" i="1"/>
              <a:t> </a:t>
            </a:r>
            <a:br>
              <a:rPr lang="en-US" altLang="pt-BR" sz="4000" i="1"/>
            </a:br>
            <a:r>
              <a:rPr lang="en-US" altLang="pt-BR" sz="4000" b="1" i="1"/>
              <a:t>Gozo em meu coração!</a:t>
            </a:r>
            <a:r>
              <a:rPr lang="en-US" altLang="pt-BR" sz="4000" i="1"/>
              <a:t> </a:t>
            </a:r>
            <a:br>
              <a:rPr lang="en-US" altLang="pt-BR" sz="4000" i="1"/>
            </a:br>
            <a:r>
              <a:rPr lang="en-US" altLang="pt-BR" sz="4000" b="1" i="1"/>
              <a:t>Eu confio em Jesus,</a:t>
            </a:r>
            <a:r>
              <a:rPr lang="en-US" altLang="pt-BR" sz="4000" i="1"/>
              <a:t> </a:t>
            </a:r>
            <a:br>
              <a:rPr lang="en-US" altLang="pt-BR" sz="4000" i="1"/>
            </a:br>
            <a:r>
              <a:rPr lang="en-US" altLang="pt-BR" sz="4000" b="1" i="1"/>
              <a:t>E em Seu sangue achei perdão.</a:t>
            </a:r>
            <a:r>
              <a:rPr lang="en-US" altLang="pt-BR" sz="400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E7D8A4E-DAF8-995E-61B2-705923E79FDA}"/>
              </a:ext>
            </a:extLst>
          </p:cNvPr>
          <p:cNvSpPr>
            <a:spLocks noGrp="1" noChangeArrowheads="1"/>
          </p:cNvSpPr>
          <p:nvPr>
            <p:ph type="title"/>
          </p:nvPr>
        </p:nvSpPr>
        <p:spPr>
          <a:xfrm>
            <a:off x="0" y="381000"/>
            <a:ext cx="9144000" cy="5486400"/>
          </a:xfrm>
        </p:spPr>
        <p:txBody>
          <a:bodyPr/>
          <a:lstStyle/>
          <a:p>
            <a:r>
              <a:rPr lang="en-US" altLang="pt-BR" sz="4000" i="1"/>
              <a:t>Consagrado ao Teu serviço, </a:t>
            </a:r>
            <a:br>
              <a:rPr lang="en-US" altLang="pt-BR" sz="4000" i="1"/>
            </a:br>
            <a:r>
              <a:rPr lang="en-US" altLang="pt-BR" sz="4000" i="1"/>
              <a:t>Quero eu pra Ti viver; </a:t>
            </a:r>
            <a:br>
              <a:rPr lang="en-US" altLang="pt-BR" sz="4000" i="1"/>
            </a:br>
            <a:r>
              <a:rPr lang="en-US" altLang="pt-BR" sz="4000" i="1"/>
              <a:t>Dando sempre o testemunho </a:t>
            </a:r>
            <a:br>
              <a:rPr lang="en-US" altLang="pt-BR" sz="4000" i="1"/>
            </a:br>
            <a:r>
              <a:rPr lang="en-US" altLang="pt-BR" sz="4000" i="1"/>
              <a:t>De Tua graça e Teu poder.</a:t>
            </a:r>
            <a:r>
              <a:rPr lang="en-US" altLang="pt-BR" sz="400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DACCC1A-DDF5-F1C6-6F41-CB907BEBA746}"/>
              </a:ext>
            </a:extLst>
          </p:cNvPr>
          <p:cNvSpPr>
            <a:spLocks noGrp="1" noChangeArrowheads="1"/>
          </p:cNvSpPr>
          <p:nvPr>
            <p:ph type="title"/>
          </p:nvPr>
        </p:nvSpPr>
        <p:spPr>
          <a:xfrm>
            <a:off x="0" y="381000"/>
            <a:ext cx="9144000" cy="5486400"/>
          </a:xfrm>
        </p:spPr>
        <p:txBody>
          <a:bodyPr/>
          <a:lstStyle/>
          <a:p>
            <a:r>
              <a:rPr lang="en-US" altLang="pt-BR" sz="4000" b="1" i="1"/>
              <a:t>Oh! Que glória! Oh! Que glória!</a:t>
            </a:r>
            <a:r>
              <a:rPr lang="en-US" altLang="pt-BR" sz="4000" i="1"/>
              <a:t> </a:t>
            </a:r>
            <a:br>
              <a:rPr lang="en-US" altLang="pt-BR" sz="4000" i="1"/>
            </a:br>
            <a:r>
              <a:rPr lang="en-US" altLang="pt-BR" sz="4000" b="1" i="1"/>
              <a:t>Gozo em meu coração!</a:t>
            </a:r>
            <a:r>
              <a:rPr lang="en-US" altLang="pt-BR" sz="4000" i="1"/>
              <a:t> </a:t>
            </a:r>
            <a:br>
              <a:rPr lang="en-US" altLang="pt-BR" sz="4000" i="1"/>
            </a:br>
            <a:r>
              <a:rPr lang="en-US" altLang="pt-BR" sz="4000" b="1" i="1"/>
              <a:t>Eu confio em Jesus,</a:t>
            </a:r>
            <a:r>
              <a:rPr lang="en-US" altLang="pt-BR" sz="4000" i="1"/>
              <a:t> </a:t>
            </a:r>
            <a:br>
              <a:rPr lang="en-US" altLang="pt-BR" sz="4000" i="1"/>
            </a:br>
            <a:r>
              <a:rPr lang="en-US" altLang="pt-BR" sz="4000" b="1" i="1"/>
              <a:t>E, crendo, tenho salvação.</a:t>
            </a:r>
            <a:r>
              <a:rPr lang="en-US" altLang="pt-BR" sz="4000" i="1"/>
              <a:t> </a:t>
            </a:r>
            <a:br>
              <a:rPr lang="en-US" altLang="pt-BR" sz="4000" i="1"/>
            </a:br>
            <a:r>
              <a:rPr lang="en-US" altLang="pt-BR" sz="4000" b="1" i="1"/>
              <a:t>Oh! Que glória! Oh! Que glória!</a:t>
            </a:r>
            <a:r>
              <a:rPr lang="en-US" altLang="pt-BR" sz="4000" i="1"/>
              <a:t> </a:t>
            </a:r>
            <a:br>
              <a:rPr lang="en-US" altLang="pt-BR" sz="4000" i="1"/>
            </a:br>
            <a:r>
              <a:rPr lang="en-US" altLang="pt-BR" sz="4000" b="1" i="1"/>
              <a:t>Gozo em meu coração!</a:t>
            </a:r>
            <a:r>
              <a:rPr lang="en-US" altLang="pt-BR" sz="4000" i="1"/>
              <a:t> </a:t>
            </a:r>
            <a:br>
              <a:rPr lang="en-US" altLang="pt-BR" sz="4000" i="1"/>
            </a:br>
            <a:r>
              <a:rPr lang="en-US" altLang="pt-BR" sz="4000" b="1" i="1"/>
              <a:t>Eu confio em Jesus,</a:t>
            </a:r>
            <a:r>
              <a:rPr lang="en-US" altLang="pt-BR" sz="4000" i="1"/>
              <a:t> </a:t>
            </a:r>
            <a:br>
              <a:rPr lang="en-US" altLang="pt-BR" sz="4000" i="1"/>
            </a:br>
            <a:r>
              <a:rPr lang="en-US" altLang="pt-BR" sz="4000" b="1" i="1"/>
              <a:t>E em Seu sangue achei perdão.</a:t>
            </a:r>
            <a:r>
              <a:rPr lang="en-US" altLang="pt-BR" sz="4000"/>
              <a:t> </a:t>
            </a:r>
          </a:p>
        </p:txBody>
      </p:sp>
    </p:spTree>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422</Words>
  <Application>Microsoft Office PowerPoint</Application>
  <PresentationFormat>Apresentação na tela (4:3)</PresentationFormat>
  <Paragraphs>10</Paragraphs>
  <Slides>10</Slides>
  <Notes>0</Notes>
  <HiddenSlides>0</HiddenSlides>
  <MMClips>0</MMClips>
  <ScaleCrop>false</ScaleCrop>
  <HeadingPairs>
    <vt:vector size="6" baseType="variant">
      <vt:variant>
        <vt:lpstr>Fontes usadas</vt:lpstr>
      </vt:variant>
      <vt:variant>
        <vt:i4>1</vt:i4>
      </vt:variant>
      <vt:variant>
        <vt:lpstr>Tema</vt:lpstr>
      </vt:variant>
      <vt:variant>
        <vt:i4>1</vt:i4>
      </vt:variant>
      <vt:variant>
        <vt:lpstr>Títulos de slides</vt:lpstr>
      </vt:variant>
      <vt:variant>
        <vt:i4>10</vt:i4>
      </vt:variant>
    </vt:vector>
  </HeadingPairs>
  <TitlesOfParts>
    <vt:vector size="12" baseType="lpstr">
      <vt:lpstr>Arial</vt:lpstr>
      <vt:lpstr>Design padrão</vt:lpstr>
      <vt:lpstr>44 OH! QUE GLÓRIA!  </vt:lpstr>
      <vt:lpstr>Meu Senhor, que me salvaste,  Teu, e Teu somente, eu sou;  Com Teu sangue me saraste; Glória, glória a Ti Te dou. </vt:lpstr>
      <vt:lpstr>Oh! Que glória! Oh! Que glória!  Gozo em meu coração!  Eu confio em Jesus,  E, crendo, tenho salvação.  Oh! Que glória! Oh! Que glória!  Gozo em meu coração!  Eu confio em Jesus,  E em Seu sangue achei perdão. </vt:lpstr>
      <vt:lpstr>Oh! Que glória! Oh! Que glória!  Gozo em meu coração!  Eu confio em Jesus,  E, crendo, tenho salvação.  Oh! Que glória! Oh! Que glória!  Gozo em meu coração!  Eu confio em Jesus,  E em Seu sangue achei perdão. </vt:lpstr>
      <vt:lpstr>Para obter tão grande gozo, Muito e muito trabalhei;  Mas debalde todo esforço,  Crendo só é que o achei. </vt:lpstr>
      <vt:lpstr>Oh! Que glória! Oh! Que glória!  Gozo em meu coração!  Eu confio em Jesus,  E, crendo, tenho salvação.  Oh! Que glória! Oh! Que glória!  Gozo em meu coração!  Eu confio em Jesus,  E em Seu sangue achei perdão. </vt:lpstr>
      <vt:lpstr>Confiando, confiando,  Sempre e só, Jesus, em Ti,  Teu poder e Tua graça  Podem bem guardar-me a mim. </vt:lpstr>
      <vt:lpstr>Oh! Que glória! Oh! Que glória!  Gozo em meu coração!  Eu confio em Jesus,  E, crendo, tenho salvação.  Oh! Que glória! Oh! Que glória!  Gozo em meu coração!  Eu confio em Jesus,  E em Seu sangue achei perdão. </vt:lpstr>
      <vt:lpstr>Consagrado ao Teu serviço,  Quero eu pra Ti viver;  Dando sempre o testemunho  De Tua graça e Teu poder. </vt:lpstr>
      <vt:lpstr>Oh! Que glória! Oh! Que glória!  Gozo em meu coração!  Eu confio em Jesus,  E, crendo, tenho salvação.  Oh! Que glória! Oh! Que glória!  Gozo em meu coração!  Eu confio em Jesus,  E em Seu sangue achei perdão. </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44 OH! QUE GLÓRIA!  </dc:title>
  <dc:creator>Junior</dc:creator>
  <cp:lastModifiedBy>Emerson Souza</cp:lastModifiedBy>
  <cp:revision>1</cp:revision>
  <dcterms:created xsi:type="dcterms:W3CDTF">2005-12-23T01:33:48Z</dcterms:created>
  <dcterms:modified xsi:type="dcterms:W3CDTF">2026-05-02T21:40:36Z</dcterms:modified>
</cp:coreProperties>
</file>