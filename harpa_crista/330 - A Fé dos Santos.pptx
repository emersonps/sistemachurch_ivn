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4" r:id="rId8"/>
    <p:sldId id="261" r:id="rId9"/>
    <p:sldId id="262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542" autoAdjust="0"/>
  </p:normalViewPr>
  <p:slideViewPr>
    <p:cSldViewPr>
      <p:cViewPr varScale="1">
        <p:scale>
          <a:sx n="66" d="100"/>
          <a:sy n="66" d="100"/>
        </p:scale>
        <p:origin x="-546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4A22EB-3D87-BF74-23B9-8717622FA5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E55AC44-B5BE-952B-2654-4AB7A45FF1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8C3E728-F502-3CF3-8EFD-E5BB123DB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0D37022-8DFB-2DF4-E709-E2F028A0B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51298B3-BF68-5C22-4A47-273CDEC89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9FD692-3839-4503-8CF6-ECEF8EC103F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94510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033BAF-9C04-5497-8E90-021FE1600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C917C9-DEB6-39A8-AB8B-C38CDF7D52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02055B-974F-8901-1F66-896683C13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B7ED210-F054-2D7B-2917-B8D480743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5602C4F-F371-832B-30ED-EB3065B34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92B9B5-7D03-4C44-A4B2-C291B15A98A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9669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1B36C5-8696-6DF9-7B9E-FAFB37532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6FB7C87-1EE1-BF28-F844-EEEF25672F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F583700-CBB8-E2BD-17DD-32F7C58FE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92702A-05EB-2550-9A27-CB3E56A76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2CFFE6A-1F08-2B8D-FC1D-B69DB7815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706512-D7A8-46CA-90C1-9E0309EF4F1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33205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1108C7-060B-A507-203F-E4B0EFB66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F361801-91D3-F61F-6C5C-5ED503A302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5EDE07C-DA16-FB13-C7AF-52E74CD78E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CB47F93-E98B-2787-40DD-84C28BD59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AAC967C-BD90-DAD8-BEC7-BD6123373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9345DFD-9B31-2B02-F63C-E9AEB5026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73F0F5-ECFD-438D-A7AD-26AD138753F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55121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53BAE3-A1AE-A0F2-5DB9-BD5B35691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C5ED42D-4C00-C33E-58C6-CBE130BD5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AD8B85F-E37A-C27F-7FF4-B590CB9A3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1BA8463-C1CA-2E2D-BACD-700E9367EB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1679F1A-3840-96C0-8896-425396F34C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E113630-AA13-64EA-8EC4-8C5571B81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18005B9-1041-9419-3F66-04B7C9D3F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56C419D-59B7-90E9-007A-8591AF377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893E12-098B-42D5-AB7E-68145723AA2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47978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AA2FA8-A793-3797-4CB5-F555F9F8D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EFEA8F8-D14D-EB08-7990-A4E9FD5C5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9816BE2-A5B5-0356-5642-6C4A8C314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5D2EAA3-D748-BA1F-85D1-AD683ADCC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CD03F7-17EE-4793-A2D8-F2CE0D11B34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00766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EFAB740-A099-AD91-89F6-4B063B3AE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B06DDB9-6FC1-C39C-E701-D5F2AD4F3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BB2C13E-3092-797F-4CFE-608849454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0A5382-C9A0-4472-A70C-8825A49B1CE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95816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BF36B9-E512-5E25-1E47-8D63D7678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9534E97-09FF-1873-52FA-AFA76AD37D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8A2BD1A-05FD-AD3D-E842-213193FACB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88F151D-4DD3-37A6-24D4-E309D02A2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010C80A-1423-5D7C-6222-B6D0F596A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5FCC97C-577A-1556-A072-0C4E4B057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F41E9E-D3B1-4A37-810D-1DB2244FFD8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84479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880657-1E72-074B-D450-2F04AD481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F996D62-B245-D5FB-E6AA-07337D80FD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2C5A348-6AA2-D73C-19E7-AAABA76688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54CAA74-262C-4EFC-6E21-FD88084B8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E3B7913-3466-3281-D371-43F53B008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3CB5A7A-0E3C-5C90-FC73-C870F7E03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11CC13-A657-47D1-B2CE-FF12E0D204F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93263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9A2682-DC9D-32D0-6A06-9F75C68FE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AAE7B12-BCE7-B0DE-87E4-BD9AE845DA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A6B499-F8E4-F390-C318-8CD7CB13A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56BA9B4-009A-0134-82F2-D0DA5CB47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C5B103F-5A7A-445D-85DE-30D8B5907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FB7F80-E759-4975-8AE6-826ED2EE2EB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32239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D7AC9C1-748A-1462-D455-DD0B35334A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E41AF30-92DE-C6BF-F470-D5EF566193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9F210A6-02CA-CF90-1820-A73CAF930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FFA859B-A5F2-D20D-A314-C173522C2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5600085-4485-8DAF-DEF5-4A655D1F8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BC53B2-4E8C-44F3-BB5E-5664BB2C30E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91441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F212C7D-D852-F35A-A1DB-25698FB78D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C55E3BD-E6CA-03EF-1C8B-642EBE0CC7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89135C1-D07D-7A41-D719-3DB527F3949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9F9621E-AB75-3826-A13F-4856BC3F338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AB797A9-2127-FFCD-A974-6229F3A3ECF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6C6774C-CB91-4D7A-999C-D372E234109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15A72ED9-9AA2-837F-08D9-D2AE04CE41D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>
                <a:solidFill>
                  <a:srgbClr val="FFFFCC"/>
                </a:solidFill>
              </a:rPr>
              <a:t>330 - A Fé dos Santos</a:t>
            </a:r>
            <a:r>
              <a:rPr lang="en-US" altLang="pt-BR" sz="4000">
                <a:solidFill>
                  <a:srgbClr val="FFFFCC"/>
                </a:solidFill>
              </a:rPr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B175B729-65C0-7A94-4758-91931BAB4FF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1EAC485F-7874-4729-24B7-1E4187DCCC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943600"/>
          </a:xfrm>
        </p:spPr>
        <p:txBody>
          <a:bodyPr/>
          <a:lstStyle/>
          <a:p>
            <a:r>
              <a:rPr lang="en-US" altLang="pt-BR" sz="3400" i="1">
                <a:solidFill>
                  <a:srgbClr val="FFFFCC"/>
                </a:solidFill>
              </a:rPr>
              <a:t>Pela fé que uma vez foi entregue aos santos, </a:t>
            </a:r>
            <a:br>
              <a:rPr lang="en-US" altLang="pt-BR" sz="3400" i="1">
                <a:solidFill>
                  <a:srgbClr val="FFFFCC"/>
                </a:solidFill>
              </a:rPr>
            </a:br>
            <a:r>
              <a:rPr lang="en-US" altLang="pt-BR" sz="3400" i="1">
                <a:solidFill>
                  <a:srgbClr val="FFFFCC"/>
                </a:solidFill>
              </a:rPr>
              <a:t>Que nos vem por Jesus, e nos seca o pranto, </a:t>
            </a:r>
            <a:br>
              <a:rPr lang="en-US" altLang="pt-BR" sz="3400" i="1">
                <a:solidFill>
                  <a:srgbClr val="FFFFCC"/>
                </a:solidFill>
              </a:rPr>
            </a:br>
            <a:r>
              <a:rPr lang="en-US" altLang="pt-BR" sz="3400" i="1">
                <a:solidFill>
                  <a:srgbClr val="FFFFCC"/>
                </a:solidFill>
              </a:rPr>
              <a:t>Podem os crentes, sem ter nenhum espanto, </a:t>
            </a:r>
            <a:br>
              <a:rPr lang="en-US" altLang="pt-BR" sz="3400" i="1">
                <a:solidFill>
                  <a:srgbClr val="FFFFCC"/>
                </a:solidFill>
              </a:rPr>
            </a:br>
            <a:r>
              <a:rPr lang="en-US" altLang="pt-BR" sz="3400" i="1">
                <a:solidFill>
                  <a:srgbClr val="FFFFCC"/>
                </a:solidFill>
              </a:rPr>
              <a:t>Prosseguir nas pisadas do Senhor.  </a:t>
            </a:r>
            <a:endParaRPr lang="en-US" altLang="pt-BR" sz="3400">
              <a:solidFill>
                <a:srgbClr val="FFFFCC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DA6CA20C-08C5-1343-43FE-47892F0171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943600"/>
          </a:xfrm>
        </p:spPr>
        <p:txBody>
          <a:bodyPr/>
          <a:lstStyle/>
          <a:p>
            <a:r>
              <a:rPr lang="en-US" altLang="pt-BR" sz="4000" b="1" i="1">
                <a:solidFill>
                  <a:srgbClr val="FFFFCC"/>
                </a:solidFill>
              </a:rPr>
              <a:t>Nas tristezas, nas lutas, na dor,</a:t>
            </a:r>
            <a:r>
              <a:rPr lang="en-US" altLang="pt-BR" sz="4000" i="1">
                <a:solidFill>
                  <a:srgbClr val="FFFFCC"/>
                </a:solidFill>
              </a:rPr>
              <a:t> </a:t>
            </a:r>
            <a:r>
              <a:rPr lang="en-US" altLang="pt-BR" sz="4000" b="1" i="1">
                <a:solidFill>
                  <a:srgbClr val="FFFFCC"/>
                </a:solidFill>
              </a:rPr>
              <a:t>Recorriam ao caro Jesus;</a:t>
            </a:r>
            <a:r>
              <a:rPr lang="en-US" altLang="pt-BR" sz="4000" i="1">
                <a:solidFill>
                  <a:srgbClr val="FFFFCC"/>
                </a:solidFill>
              </a:rPr>
              <a:t> </a:t>
            </a:r>
            <a:br>
              <a:rPr lang="en-US" altLang="pt-BR" sz="4000" i="1">
                <a:solidFill>
                  <a:srgbClr val="FFFFCC"/>
                </a:solidFill>
              </a:rPr>
            </a:br>
            <a:r>
              <a:rPr lang="en-US" altLang="pt-BR" sz="4000" b="1" i="1">
                <a:solidFill>
                  <a:srgbClr val="FFFFCC"/>
                </a:solidFill>
              </a:rPr>
              <a:t>A vitória lhes dava o Senhor,</a:t>
            </a:r>
            <a:r>
              <a:rPr lang="en-US" altLang="pt-BR" sz="4000" i="1">
                <a:solidFill>
                  <a:srgbClr val="FFFFCC"/>
                </a:solidFill>
              </a:rPr>
              <a:t> </a:t>
            </a:r>
            <a:br>
              <a:rPr lang="en-US" altLang="pt-BR" sz="4000" i="1">
                <a:solidFill>
                  <a:srgbClr val="FFFFCC"/>
                </a:solidFill>
              </a:rPr>
            </a:br>
            <a:r>
              <a:rPr lang="en-US" altLang="pt-BR" sz="4000" b="1" i="1">
                <a:solidFill>
                  <a:srgbClr val="FFFFCC"/>
                </a:solidFill>
              </a:rPr>
              <a:t>Pelo sangue vertido na cruz.</a:t>
            </a:r>
            <a:r>
              <a:rPr lang="en-US" altLang="pt-BR" sz="4000" i="1">
                <a:solidFill>
                  <a:srgbClr val="FFFFCC"/>
                </a:solidFill>
              </a:rPr>
              <a:t>  </a:t>
            </a:r>
            <a:endParaRPr lang="en-US" altLang="pt-BR" sz="4000" b="1" i="1">
              <a:solidFill>
                <a:srgbClr val="FFFFCC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1FF9939B-94AA-DB07-583B-7136211BFC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943600"/>
          </a:xfrm>
        </p:spPr>
        <p:txBody>
          <a:bodyPr/>
          <a:lstStyle/>
          <a:p>
            <a:r>
              <a:rPr lang="en-US" altLang="pt-BR" sz="3400" i="1">
                <a:solidFill>
                  <a:srgbClr val="FFFFCC"/>
                </a:solidFill>
              </a:rPr>
              <a:t>Os cristãos foram por tribunais vis julgados, Nas prisões, inocentes, à força lançados, </a:t>
            </a:r>
            <a:br>
              <a:rPr lang="en-US" altLang="pt-BR" sz="3400" i="1">
                <a:solidFill>
                  <a:srgbClr val="FFFFCC"/>
                </a:solidFill>
              </a:rPr>
            </a:br>
            <a:r>
              <a:rPr lang="en-US" altLang="pt-BR" sz="3400" i="1">
                <a:solidFill>
                  <a:srgbClr val="FFFFCC"/>
                </a:solidFill>
              </a:rPr>
              <a:t>E de seus bens terrestres despojados, </a:t>
            </a:r>
            <a:br>
              <a:rPr lang="en-US" altLang="pt-BR" sz="3400" i="1">
                <a:solidFill>
                  <a:srgbClr val="FFFFCC"/>
                </a:solidFill>
              </a:rPr>
            </a:br>
            <a:r>
              <a:rPr lang="en-US" altLang="pt-BR" sz="3400" i="1">
                <a:solidFill>
                  <a:srgbClr val="FFFFCC"/>
                </a:solidFill>
              </a:rPr>
              <a:t>Mas alegres seguiram o Senhor.  </a:t>
            </a:r>
            <a:endParaRPr lang="en-US" altLang="pt-BR" sz="3400" b="1" i="1">
              <a:solidFill>
                <a:srgbClr val="FFFFCC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B248A88C-9D05-BF74-217A-CFBDD026A5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943600"/>
          </a:xfrm>
        </p:spPr>
        <p:txBody>
          <a:bodyPr/>
          <a:lstStyle/>
          <a:p>
            <a:r>
              <a:rPr lang="en-US" altLang="pt-BR" sz="4000" b="1" i="1">
                <a:solidFill>
                  <a:srgbClr val="FFFFCC"/>
                </a:solidFill>
              </a:rPr>
              <a:t>Nas tristezas, nas lutas, na dor,</a:t>
            </a:r>
            <a:r>
              <a:rPr lang="en-US" altLang="pt-BR" sz="4000" i="1">
                <a:solidFill>
                  <a:srgbClr val="FFFFCC"/>
                </a:solidFill>
              </a:rPr>
              <a:t> </a:t>
            </a:r>
            <a:r>
              <a:rPr lang="en-US" altLang="pt-BR" sz="4000" b="1" i="1">
                <a:solidFill>
                  <a:srgbClr val="FFFFCC"/>
                </a:solidFill>
              </a:rPr>
              <a:t>Recorriam ao caro Jesus;</a:t>
            </a:r>
            <a:r>
              <a:rPr lang="en-US" altLang="pt-BR" sz="4000" i="1">
                <a:solidFill>
                  <a:srgbClr val="FFFFCC"/>
                </a:solidFill>
              </a:rPr>
              <a:t> </a:t>
            </a:r>
            <a:br>
              <a:rPr lang="en-US" altLang="pt-BR" sz="4000" i="1">
                <a:solidFill>
                  <a:srgbClr val="FFFFCC"/>
                </a:solidFill>
              </a:rPr>
            </a:br>
            <a:r>
              <a:rPr lang="en-US" altLang="pt-BR" sz="4000" b="1" i="1">
                <a:solidFill>
                  <a:srgbClr val="FFFFCC"/>
                </a:solidFill>
              </a:rPr>
              <a:t>A vitória lhes dava o Senhor,</a:t>
            </a:r>
            <a:r>
              <a:rPr lang="en-US" altLang="pt-BR" sz="4000" i="1">
                <a:solidFill>
                  <a:srgbClr val="FFFFCC"/>
                </a:solidFill>
              </a:rPr>
              <a:t> </a:t>
            </a:r>
            <a:br>
              <a:rPr lang="en-US" altLang="pt-BR" sz="4000" i="1">
                <a:solidFill>
                  <a:srgbClr val="FFFFCC"/>
                </a:solidFill>
              </a:rPr>
            </a:br>
            <a:r>
              <a:rPr lang="en-US" altLang="pt-BR" sz="4000" b="1" i="1">
                <a:solidFill>
                  <a:srgbClr val="FFFFCC"/>
                </a:solidFill>
              </a:rPr>
              <a:t>Pelo sangue vertido na cruz.</a:t>
            </a:r>
            <a:r>
              <a:rPr lang="en-US" altLang="pt-BR" sz="4000" i="1">
                <a:solidFill>
                  <a:srgbClr val="FFFFCC"/>
                </a:solidFill>
              </a:rPr>
              <a:t>  </a:t>
            </a:r>
            <a:endParaRPr lang="en-US" altLang="pt-BR" sz="4000" b="1" i="1">
              <a:solidFill>
                <a:srgbClr val="FFFFCC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51CE9894-062B-2BAD-3116-9A31325A79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943600"/>
          </a:xfrm>
        </p:spPr>
        <p:txBody>
          <a:bodyPr/>
          <a:lstStyle/>
          <a:p>
            <a:r>
              <a:rPr lang="en-US" altLang="pt-BR" sz="3400" i="1">
                <a:solidFill>
                  <a:srgbClr val="FFFFCC"/>
                </a:solidFill>
              </a:rPr>
              <a:t> Peregrinos os santos no mundo andavam, Nas cavernas da terra se refugiavam,</a:t>
            </a:r>
            <a:br>
              <a:rPr lang="en-US" altLang="pt-BR" sz="3400" i="1">
                <a:solidFill>
                  <a:srgbClr val="FFFFCC"/>
                </a:solidFill>
              </a:rPr>
            </a:br>
            <a:r>
              <a:rPr lang="en-US" altLang="pt-BR" sz="3400" i="1">
                <a:solidFill>
                  <a:srgbClr val="FFFFCC"/>
                </a:solidFill>
              </a:rPr>
              <a:t> E ali reunidos, celebravam </a:t>
            </a:r>
            <a:br>
              <a:rPr lang="en-US" altLang="pt-BR" sz="3400" i="1">
                <a:solidFill>
                  <a:srgbClr val="FFFFCC"/>
                </a:solidFill>
              </a:rPr>
            </a:br>
            <a:r>
              <a:rPr lang="en-US" altLang="pt-BR" sz="3400" i="1">
                <a:solidFill>
                  <a:srgbClr val="FFFFCC"/>
                </a:solidFill>
              </a:rPr>
              <a:t>A Jesus, seu amado Salvador.  </a:t>
            </a:r>
            <a:endParaRPr lang="en-US" altLang="pt-BR" sz="3400" b="1" i="1">
              <a:solidFill>
                <a:srgbClr val="FFFFCC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9076971E-5B90-F714-DCCB-390341A68D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943600"/>
          </a:xfrm>
        </p:spPr>
        <p:txBody>
          <a:bodyPr/>
          <a:lstStyle/>
          <a:p>
            <a:r>
              <a:rPr lang="en-US" altLang="pt-BR" sz="4000" b="1" i="1">
                <a:solidFill>
                  <a:srgbClr val="FFFFCC"/>
                </a:solidFill>
              </a:rPr>
              <a:t>Nas tristezas, nas lutas, na dor,</a:t>
            </a:r>
            <a:r>
              <a:rPr lang="en-US" altLang="pt-BR" sz="4000" i="1">
                <a:solidFill>
                  <a:srgbClr val="FFFFCC"/>
                </a:solidFill>
              </a:rPr>
              <a:t> </a:t>
            </a:r>
            <a:r>
              <a:rPr lang="en-US" altLang="pt-BR" sz="4000" b="1" i="1">
                <a:solidFill>
                  <a:srgbClr val="FFFFCC"/>
                </a:solidFill>
              </a:rPr>
              <a:t>Recorriam ao caro Jesus;</a:t>
            </a:r>
            <a:r>
              <a:rPr lang="en-US" altLang="pt-BR" sz="4000" i="1">
                <a:solidFill>
                  <a:srgbClr val="FFFFCC"/>
                </a:solidFill>
              </a:rPr>
              <a:t> </a:t>
            </a:r>
            <a:br>
              <a:rPr lang="en-US" altLang="pt-BR" sz="4000" i="1">
                <a:solidFill>
                  <a:srgbClr val="FFFFCC"/>
                </a:solidFill>
              </a:rPr>
            </a:br>
            <a:r>
              <a:rPr lang="en-US" altLang="pt-BR" sz="4000" b="1" i="1">
                <a:solidFill>
                  <a:srgbClr val="FFFFCC"/>
                </a:solidFill>
              </a:rPr>
              <a:t>A vitória lhes dava o Senhor,</a:t>
            </a:r>
            <a:r>
              <a:rPr lang="en-US" altLang="pt-BR" sz="4000" i="1">
                <a:solidFill>
                  <a:srgbClr val="FFFFCC"/>
                </a:solidFill>
              </a:rPr>
              <a:t> </a:t>
            </a:r>
            <a:br>
              <a:rPr lang="en-US" altLang="pt-BR" sz="4000" i="1">
                <a:solidFill>
                  <a:srgbClr val="FFFFCC"/>
                </a:solidFill>
              </a:rPr>
            </a:br>
            <a:r>
              <a:rPr lang="en-US" altLang="pt-BR" sz="4000" b="1" i="1">
                <a:solidFill>
                  <a:srgbClr val="FFFFCC"/>
                </a:solidFill>
              </a:rPr>
              <a:t>Pelo sangue vertido na cruz.</a:t>
            </a:r>
            <a:r>
              <a:rPr lang="en-US" altLang="pt-BR" sz="4000" i="1">
                <a:solidFill>
                  <a:srgbClr val="FFFFCC"/>
                </a:solidFill>
              </a:rPr>
              <a:t>  </a:t>
            </a:r>
            <a:endParaRPr lang="en-US" altLang="pt-BR" sz="4000" b="1" i="1">
              <a:solidFill>
                <a:srgbClr val="FFFFCC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0D566552-898D-0894-9508-A202FA8A7D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943600"/>
          </a:xfrm>
        </p:spPr>
        <p:txBody>
          <a:bodyPr/>
          <a:lstStyle/>
          <a:p>
            <a:r>
              <a:rPr lang="en-US" altLang="pt-BR" sz="3400" i="1">
                <a:solidFill>
                  <a:srgbClr val="FFFFCC"/>
                </a:solidFill>
              </a:rPr>
              <a:t>Pela fé é que nós, crentes, sempre devemos Nos firmar em Jesus e assim venceremos, </a:t>
            </a:r>
            <a:br>
              <a:rPr lang="en-US" altLang="pt-BR" sz="3400" i="1">
                <a:solidFill>
                  <a:srgbClr val="FFFFCC"/>
                </a:solidFill>
              </a:rPr>
            </a:br>
            <a:r>
              <a:rPr lang="en-US" altLang="pt-BR" sz="3400" i="1">
                <a:solidFill>
                  <a:srgbClr val="FFFFCC"/>
                </a:solidFill>
              </a:rPr>
              <a:t>E um dia, no céu encontraremos </a:t>
            </a:r>
            <a:br>
              <a:rPr lang="en-US" altLang="pt-BR" sz="3400" i="1">
                <a:solidFill>
                  <a:srgbClr val="FFFFCC"/>
                </a:solidFill>
              </a:rPr>
            </a:br>
            <a:r>
              <a:rPr lang="en-US" altLang="pt-BR" sz="3400" i="1">
                <a:solidFill>
                  <a:srgbClr val="FFFFCC"/>
                </a:solidFill>
              </a:rPr>
              <a:t>Os fiéis, que amaram o Senhor.  </a:t>
            </a:r>
            <a:endParaRPr lang="en-US" altLang="pt-BR" sz="3400" b="1" i="1">
              <a:solidFill>
                <a:srgbClr val="FFFFCC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BCF8795E-CED8-824D-46B4-89B1E535E1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943600"/>
          </a:xfrm>
        </p:spPr>
        <p:txBody>
          <a:bodyPr/>
          <a:lstStyle/>
          <a:p>
            <a:r>
              <a:rPr lang="en-US" altLang="pt-BR" sz="4000" b="1" i="1">
                <a:solidFill>
                  <a:srgbClr val="FFFFCC"/>
                </a:solidFill>
              </a:rPr>
              <a:t>Lá no céu não teremos mais dor,</a:t>
            </a:r>
            <a:r>
              <a:rPr lang="en-US" altLang="pt-BR" sz="4000" i="1">
                <a:solidFill>
                  <a:srgbClr val="FFFFCC"/>
                </a:solidFill>
              </a:rPr>
              <a:t> </a:t>
            </a:r>
            <a:br>
              <a:rPr lang="en-US" altLang="pt-BR" sz="4000" i="1">
                <a:solidFill>
                  <a:srgbClr val="FFFFCC"/>
                </a:solidFill>
              </a:rPr>
            </a:br>
            <a:r>
              <a:rPr lang="en-US" altLang="pt-BR" sz="4000" b="1" i="1">
                <a:solidFill>
                  <a:srgbClr val="FFFFCC"/>
                </a:solidFill>
              </a:rPr>
              <a:t>E o pranto ali há de findar,</a:t>
            </a:r>
            <a:r>
              <a:rPr lang="en-US" altLang="pt-BR" sz="4000" i="1">
                <a:solidFill>
                  <a:srgbClr val="FFFFCC"/>
                </a:solidFill>
              </a:rPr>
              <a:t> </a:t>
            </a:r>
            <a:br>
              <a:rPr lang="en-US" altLang="pt-BR" sz="4000" i="1">
                <a:solidFill>
                  <a:srgbClr val="FFFFCC"/>
                </a:solidFill>
              </a:rPr>
            </a:br>
            <a:r>
              <a:rPr lang="en-US" altLang="pt-BR" sz="4000" b="1" i="1">
                <a:solidFill>
                  <a:srgbClr val="FFFFCC"/>
                </a:solidFill>
              </a:rPr>
              <a:t>Quando perto do nosso Senhor,</a:t>
            </a:r>
            <a:r>
              <a:rPr lang="en-US" altLang="pt-BR" sz="4000" i="1">
                <a:solidFill>
                  <a:srgbClr val="FFFFCC"/>
                </a:solidFill>
              </a:rPr>
              <a:t> </a:t>
            </a:r>
            <a:r>
              <a:rPr lang="en-US" altLang="pt-BR" sz="4000" b="1" i="1">
                <a:solidFill>
                  <a:srgbClr val="FFFFCC"/>
                </a:solidFill>
              </a:rPr>
              <a:t>Nossa alma, enfim, repousar.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261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330 - A Fé dos Santos </vt:lpstr>
      <vt:lpstr>Pela fé que uma vez foi entregue aos santos,  Que nos vem por Jesus, e nos seca o pranto,  Podem os crentes, sem ter nenhum espanto,  Prosseguir nas pisadas do Senhor.  </vt:lpstr>
      <vt:lpstr>Nas tristezas, nas lutas, na dor, Recorriam ao caro Jesus;  A vitória lhes dava o Senhor,  Pelo sangue vertido na cruz.  </vt:lpstr>
      <vt:lpstr>Os cristãos foram por tribunais vis julgados, Nas prisões, inocentes, à força lançados,  E de seus bens terrestres despojados,  Mas alegres seguiram o Senhor.  </vt:lpstr>
      <vt:lpstr>Nas tristezas, nas lutas, na dor, Recorriam ao caro Jesus;  A vitória lhes dava o Senhor,  Pelo sangue vertido na cruz.  </vt:lpstr>
      <vt:lpstr> Peregrinos os santos no mundo andavam, Nas cavernas da terra se refugiavam,  E ali reunidos, celebravam  A Jesus, seu amado Salvador.  </vt:lpstr>
      <vt:lpstr>Nas tristezas, nas lutas, na dor, Recorriam ao caro Jesus;  A vitória lhes dava o Senhor,  Pelo sangue vertido na cruz.  </vt:lpstr>
      <vt:lpstr>Pela fé é que nós, crentes, sempre devemos Nos firmar em Jesus e assim venceremos,  E um dia, no céu encontraremos  Os fiéis, que amaram o Senhor.  </vt:lpstr>
      <vt:lpstr>Lá no céu não teremos mais dor,  E o pranto ali há de findar,  Quando perto do nosso Senhor, Nossa alma, enfim, repousar.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330 - A Fé dos Santos </dc:title>
  <dc:creator>Junior</dc:creator>
  <cp:lastModifiedBy>Emerson Souza</cp:lastModifiedBy>
  <cp:revision>2</cp:revision>
  <dcterms:created xsi:type="dcterms:W3CDTF">2005-12-26T21:59:47Z</dcterms:created>
  <dcterms:modified xsi:type="dcterms:W3CDTF">2026-05-02T22:04:27Z</dcterms:modified>
</cp:coreProperties>
</file>