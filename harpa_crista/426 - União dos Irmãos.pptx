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081E0-EA3D-C649-40F0-8D64DF1304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0D3672-D78D-44C7-F584-FC8CCD7D9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BF600A-6D8A-AE4B-89B7-72AC623E6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A207C0-271A-6397-00C3-C9B4022D0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70772C-0329-6945-4F08-5206C208C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75597B-C2F0-43C8-A2FA-65AABF53C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019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440AA5-7204-A333-56C4-BFCF26FB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D4A3AE-408A-149F-ECBC-2E9EC86F7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DC7EFB-1743-A7F0-AEAE-CAD754987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4A885D-57BD-8C9A-9623-365F3CCFE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44C5C2-C37A-8F10-D6BC-6D8DA97E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FED00D-FCF1-46D6-82E0-61F8A976D1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3783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FD3AE-95BF-5D5C-1C8F-487ABF0D3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D24A36-4F5E-3772-A0BA-19EC046C1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828BBC-C7B6-37A4-669C-352DFBE1D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33FA9A-1A16-AB94-4166-514ECD48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52002A-2032-7802-09C8-7DC10C581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BFB6D1-5F39-436E-9533-FB7047E458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88720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0C1B3-F510-7A1E-9A68-E6F04F914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C09F2E-DA02-D57A-9517-7CFDB3615F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F62CFC-D2A8-9146-33D8-EA760E8EB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522064-6C0B-DD78-D226-1C6A6CB6D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960B15-9CAA-ADFC-3721-83966110D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7AE28B-CB47-A499-6E6A-47C520D65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D44740-FC28-479E-BD3D-55CEA94267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13807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D31335-28DE-0EC8-1C32-6B8EC639F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913818-1E11-1984-15C2-B6E1105F5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1FB8CBD-EF04-A0E9-BE9C-2D5E1A156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F1D9BB-DAD7-DB46-85F0-D4F3128A31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556C245-D654-2D0B-36E0-B8910CD19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358A813-203C-B5F0-AE93-B826AFDB0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A38EBB6-8F1D-EC76-286B-442F8550C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0EDFFF6-ECE7-3FC5-77A1-3734BA9B4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A82407-E6BB-41B6-B930-521722DB31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74506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17D5C-4393-5935-A80E-69BB3294C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0BB6D4B-72D6-2679-414B-E7DC7D5BD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5E363A-F281-0091-2BE6-9ABE29B4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26A72BB-CEA6-8F7A-6FAD-6FB66550D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D54605-DC66-445D-BBCF-C1B6681442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4546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33EFEE2-A431-6CED-4A6D-47CE6DC9C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1847E87-19C0-E065-4FC2-A07A252A5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033EA0-B17E-3587-8A40-5604CB67D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4490B-479D-4DD7-97CE-63CE74C11E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6456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981CB9-9B75-A590-6BD4-2D9437484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15E2B0-F263-713A-AD0A-7993721C4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04CFBA-CB47-C3B3-1BD1-5C2190F22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5269A1-B149-D57F-B482-82256D89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EF2554-A61F-D165-EAF2-6A1D3492D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873EBE-20AF-D470-AD4F-453D35419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96E943-405F-4435-B1F7-C0B3FB3065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24745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27CDC-7254-58E2-2773-DE71ED026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4921F55-99A6-B4FB-E658-73F03B361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82B6DC-9D49-E0DC-2097-D0AB941F2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2DC828-9681-304E-34C7-880870B97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1DBB15-A5F2-5DB6-FB7E-2C64EC7B0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9D49E4-A4B3-5DBD-1E53-547395C85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CD4D7F-CF6E-4449-BE00-6442AA0230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50777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304AB-E39A-4595-6948-CBF84C49A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EF9DB01-310D-C957-8CFF-5DD31E48A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B9AC30-32B0-511E-0F06-03FAE35D0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3BAD0F-6604-B629-5BD5-250A0D94D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E73A0D-909D-357E-47DE-48CA24EC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D4651-9EDA-4EF2-8A7E-0E7A0DDCA1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8077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7D1F208-4C59-C617-6D4B-0733118B9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496FB7-92EE-F382-6098-D321F58AF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74F51B-2E13-117E-41B1-ACA4B862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60BE57-4133-0E2D-8C8F-8E0C7B5EA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040836-BAF4-C5BD-7A43-2544E1F7D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6C0BC6-632F-45A4-BD22-7D66DBF1B5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136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7EBBF05-99F3-F6A2-BC1A-C07F7DC747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189A584-78D4-C011-B163-4F338D41D5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2341AA3-89E3-DFFB-8B4B-1F1E9C7DE52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C731002-DB41-57D7-F03F-1298BE565C2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9BD1F55-7BC1-5D89-6917-258CC01AE77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9FC0A4D-3CE4-4B98-BD75-92B0526A07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6EFBC81-971D-130E-9829-34ACEB7BFB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426</a:t>
            </a:r>
            <a:br>
              <a:rPr lang="pt-BR" altLang="pt-BR" sz="4400" b="1"/>
            </a:br>
            <a:r>
              <a:rPr lang="pt-BR" altLang="pt-BR" sz="4400" b="1"/>
              <a:t>UNIÃO DOS IRMÃOS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B8B9870-6ECD-AC26-E092-91BFC1FA45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/>
              <a:t>Quando aqui nos reunimos,</a:t>
            </a:r>
            <a:br>
              <a:rPr lang="pt-BR" altLang="pt-BR"/>
            </a:br>
            <a:r>
              <a:rPr lang="pt-BR" altLang="pt-BR"/>
              <a:t>irmãos, em santo amor, </a:t>
            </a:r>
            <a:br>
              <a:rPr lang="pt-BR" altLang="pt-BR"/>
            </a:br>
            <a:r>
              <a:rPr lang="pt-BR" altLang="pt-BR"/>
              <a:t>Certamente nós fruímos, </a:t>
            </a:r>
            <a:br>
              <a:rPr lang="pt-BR" altLang="pt-BR"/>
            </a:br>
            <a:r>
              <a:rPr lang="pt-BR" altLang="pt-BR"/>
              <a:t>Bênçãos do Consolador! </a:t>
            </a:r>
            <a:br>
              <a:rPr lang="pt-BR" altLang="pt-BR"/>
            </a:br>
            <a:r>
              <a:rPr lang="pt-BR" altLang="pt-BR"/>
              <a:t>Sempre pode Sua presença, </a:t>
            </a:r>
            <a:br>
              <a:rPr lang="pt-BR" altLang="pt-BR"/>
            </a:br>
            <a:r>
              <a:rPr lang="pt-BR" altLang="pt-BR"/>
              <a:t>De Jesus testificar;</a:t>
            </a:r>
            <a:br>
              <a:rPr lang="pt-BR" altLang="pt-BR"/>
            </a:br>
            <a:r>
              <a:rPr lang="pt-BR" altLang="pt-BR"/>
              <a:t>Com palavras e sentenças </a:t>
            </a:r>
            <a:br>
              <a:rPr lang="pt-BR" altLang="pt-BR"/>
            </a:br>
            <a:r>
              <a:rPr lang="pt-BR" altLang="pt-BR"/>
              <a:t>A quem quer o escutar.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B4C79FE-1436-0D05-15F9-E10D1B9DB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4450"/>
          </a:xfrm>
        </p:spPr>
        <p:txBody>
          <a:bodyPr/>
          <a:lstStyle/>
          <a:p>
            <a:r>
              <a:rPr lang="pt-BR" altLang="pt-BR"/>
              <a:t>Quando nós nos humilhamos </a:t>
            </a:r>
            <a:br>
              <a:rPr lang="pt-BR" altLang="pt-BR"/>
            </a:br>
            <a:r>
              <a:rPr lang="pt-BR" altLang="pt-BR"/>
              <a:t>Ante o bom Consolador,</a:t>
            </a:r>
            <a:br>
              <a:rPr lang="pt-BR" altLang="pt-BR"/>
            </a:br>
            <a:r>
              <a:rPr lang="pt-BR" altLang="pt-BR"/>
              <a:t>poder que nós buscamos, </a:t>
            </a:r>
            <a:br>
              <a:rPr lang="pt-BR" altLang="pt-BR"/>
            </a:br>
            <a:r>
              <a:rPr lang="pt-BR" altLang="pt-BR"/>
              <a:t>Nos concede com amor; </a:t>
            </a:r>
            <a:br>
              <a:rPr lang="pt-BR" altLang="pt-BR"/>
            </a:br>
            <a:r>
              <a:rPr lang="pt-BR" altLang="pt-BR"/>
              <a:t>E se vedes, glorioso, </a:t>
            </a:r>
            <a:br>
              <a:rPr lang="pt-BR" altLang="pt-BR"/>
            </a:br>
            <a:r>
              <a:rPr lang="pt-BR" altLang="pt-BR"/>
              <a:t>Em visão, Jesus passar, </a:t>
            </a:r>
            <a:br>
              <a:rPr lang="pt-BR" altLang="pt-BR"/>
            </a:br>
            <a:r>
              <a:rPr lang="pt-BR" altLang="pt-BR"/>
              <a:t>Eis que busca ansioso, Uma alma batizar.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5305512-CE39-DC24-AC67-E0A71918D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/>
              <a:t>Quando todos nos achamos </a:t>
            </a:r>
            <a:br>
              <a:rPr lang="pt-BR" altLang="pt-BR"/>
            </a:br>
            <a:r>
              <a:rPr lang="pt-BR" altLang="pt-BR"/>
              <a:t>Prontos para escutar,</a:t>
            </a:r>
            <a:br>
              <a:rPr lang="pt-BR" altLang="pt-BR"/>
            </a:br>
            <a:r>
              <a:rPr lang="pt-BR" altLang="pt-BR"/>
              <a:t>Pela unção, ouvir nós vamos </a:t>
            </a:r>
            <a:br>
              <a:rPr lang="pt-BR" altLang="pt-BR"/>
            </a:br>
            <a:r>
              <a:rPr lang="pt-BR" altLang="pt-BR"/>
              <a:t>bom Deus, a nós falar; </a:t>
            </a:r>
            <a:br>
              <a:rPr lang="pt-BR" altLang="pt-BR"/>
            </a:br>
            <a:r>
              <a:rPr lang="pt-BR" altLang="pt-BR"/>
              <a:t>E no céu, sim, ao chegarmos, </a:t>
            </a:r>
            <a:br>
              <a:rPr lang="pt-BR" altLang="pt-BR"/>
            </a:br>
            <a:r>
              <a:rPr lang="pt-BR" altLang="pt-BR"/>
              <a:t>Oh! Que festa haverá,</a:t>
            </a:r>
            <a:br>
              <a:rPr lang="pt-BR" altLang="pt-BR"/>
            </a:br>
            <a:r>
              <a:rPr lang="pt-BR" altLang="pt-BR"/>
              <a:t>Quando já nos encontrarmos </a:t>
            </a:r>
            <a:br>
              <a:rPr lang="pt-BR" altLang="pt-BR"/>
            </a:br>
            <a:r>
              <a:rPr lang="pt-BR" altLang="pt-BR"/>
              <a:t>No lugar que Deus dará!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FBB9F24-8AF4-0111-FDB5-127C0C5240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4450"/>
          </a:xfrm>
        </p:spPr>
        <p:txBody>
          <a:bodyPr/>
          <a:lstStyle/>
          <a:p>
            <a:r>
              <a:rPr lang="pt-BR" altLang="pt-BR"/>
              <a:t>O remidos, sempre firmes, </a:t>
            </a:r>
            <a:br>
              <a:rPr lang="pt-BR" altLang="pt-BR"/>
            </a:br>
            <a:r>
              <a:rPr lang="pt-BR" altLang="pt-BR"/>
              <a:t>Esperando com ardor, que em nós Deus mais confirme seu poder consolador; eia! Avante, a caminho, pela gloriosa luz, pois de nós vai mui vizinho, o amado bom Jesus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426 UNIÃO DOS IRMÃOS</vt:lpstr>
      <vt:lpstr>Quando aqui nos reunimos, irmãos, em santo amor,  Certamente nós fruímos,  Bênçãos do Consolador!  Sempre pode Sua presença,  De Jesus testificar; Com palavras e sentenças  A quem quer o escutar. </vt:lpstr>
      <vt:lpstr>Quando nós nos humilhamos  Ante o bom Consolador, poder que nós buscamos,  Nos concede com amor;  E se vedes, glorioso,  Em visão, Jesus passar,  Eis que busca ansioso, Uma alma batizar. </vt:lpstr>
      <vt:lpstr>Quando todos nos achamos  Prontos para escutar, Pela unção, ouvir nós vamos  bom Deus, a nós falar;  E no céu, sim, ao chegarmos,  Oh! Que festa haverá, Quando já nos encontrarmos  No lugar que Deus dará! </vt:lpstr>
      <vt:lpstr>O remidos, sempre firmes,  Esperando com ardor, que em nós Deus mais confirme seu poder consolador; eia! Avante, a caminho, pela gloriosa luz, pois de nós vai mui vizinho, o amado bom Jesus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426 - UNIÃO DOS IRMÃOS</dc:title>
  <dc:creator>Montagna</dc:creator>
  <cp:lastModifiedBy>Emerson Souza</cp:lastModifiedBy>
  <cp:revision>2</cp:revision>
  <dcterms:created xsi:type="dcterms:W3CDTF">2005-10-21T13:19:46Z</dcterms:created>
  <dcterms:modified xsi:type="dcterms:W3CDTF">2026-05-02T22:12:34Z</dcterms:modified>
</cp:coreProperties>
</file>