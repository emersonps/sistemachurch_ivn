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AE136-E59D-A38E-27D7-DA91FF916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20A31B-0AD9-99C5-7469-849C237E6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96C3A7-CB27-5F73-B20B-0D94FA73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B80D4F-FEE3-AC6C-CF7B-F5734200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5C7CBB-AAEA-B17C-EB83-24C7415E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DFD89-68E6-4463-BACA-C63BB7F47E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43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1831B-7E4F-709F-5CDF-F1AE7633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77C3B-6C7A-E092-1698-0B0C8086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E6FFC-00D3-8698-01B8-95B2EEFF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6A9606-0326-58C1-94F9-233A44FF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FAEA96-AD26-FBDE-054D-A7CD72AB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99954-F9AE-4F64-A0B3-D67AA0E58B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157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34CCE-4321-ED61-03A5-4B45B59C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014FEB-2A2D-B5FA-0917-07902AC70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81A6D9-079C-2105-3E5E-DFCF9F67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7D0FED-6655-2DEF-CA10-57A0ED3C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A9855-0893-3061-56AE-B4DC97AE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1AF957-F636-44D0-BB7D-37F16AA4F0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24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37866-3EB8-8D38-E05B-6BD73ACB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EF48F9-9D8F-46A2-725C-73274D003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5F1AD3-53FC-C7F9-6963-DB01CB80D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538A1D-8FC0-1AB8-E6F0-14DC9F24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A66F31-26A3-F733-282E-C9A9F754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53C037-D9FD-52F0-18F2-C50F4FC3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0CF8A8-AD5A-4207-BC28-5FC7D4F16F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556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14E1A-A622-F4DD-6DA2-4FB874C64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088636-EEC8-2605-2E82-499D524DC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F87876-49C0-07D8-BB5A-ED5BCD05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172B0A-6516-34FA-06B6-043B0EA67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0C6B01-BDAD-F0EC-ED54-060D5F87C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21D198-5CF9-7745-1CA8-3F1A06D7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49D0A11-A123-7DF8-CBF9-B2C492D2A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9FE43B-7D9B-9740-3ECA-37808AC9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6DB8-643F-44E2-A9D7-C7E28F7DEE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211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A42E4-D302-4F1F-814F-5EEEB0FA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239DB6-BACF-1DC5-BED7-055B15D6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5B5F34-4021-F0C4-C309-28F63C2F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1E0163-7D23-34E7-B285-F49684FF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B998C9-8C18-4E0E-B06C-23CCE2EF74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858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3B768A-9755-0ACD-D948-C22CA173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BCE765-0150-5C84-7CCB-F2F22FDD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8DF5EC-1BFD-A969-0339-EEC6FDD7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7BDE0-8A67-4924-B177-C22A0F7DEB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0181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12749-F94F-1C7A-5C6D-4D64C1EB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9644A-F5C1-5F6E-1F70-BA3CAB961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D2AFC3-8C7A-6BB5-F9B2-86F936057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5F285C-F922-45ED-68CE-42F39CC3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6EBF40-37B4-83E3-83BB-4621B424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9BB3EE-230A-E2CC-D536-D303762D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39CF40-35F4-4BB8-B77F-4348F9222C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633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8101A-8EE6-AAAE-77CF-AFE2D25C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C9F57B-8820-2849-76DF-D8869953E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AFEAF-D8BB-2198-F0A2-24AD6E161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F8D8DD-D4D7-6A81-5EFD-16B366D8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B85169-955C-A883-A653-EE5BAD33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A5FA37-C67F-CD2F-F73B-217166A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F8096-D9EF-45F1-8D6D-79D7DA05B2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906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5437F-6F27-C142-D967-20BCA935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D0C420-899B-5CB6-5453-D48B96D2A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08419-1FB0-80EA-A496-984A02AE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0733E-AFC2-330A-028D-0D034EA5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D0798-7F44-0A1C-9A99-182868D4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BDA4C-C58B-45C2-87DB-5ED534D599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970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74B7CF-7BA3-CF3F-B049-6095BAF12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D66604-A67E-03CB-BD10-B210F1BF7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47814-3CE4-CC88-0011-0A0EF55D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C3857-F0A6-2BA4-CAAE-B0A30C40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54433D-14D8-9123-F0D2-2E5244AA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E444B-3D90-45D7-B4A3-D98258E416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470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B216CA-0EE3-1BC9-858C-7F7336728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9BF55C-9797-610B-1CBE-5D66535DD0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92C4FD5-43CF-5D56-0022-EE85FCD664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A0AB0AE-F35E-7CDB-7BA6-1DA9CAC17F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7EAE00-6CBF-DE73-9ADD-041F324917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CC53DCC-4BEF-4D8D-B3A9-29EC5B49B11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7C8EA14-9F2E-D9CA-D70E-9196F67BFF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543050"/>
          </a:xfrm>
        </p:spPr>
        <p:txBody>
          <a:bodyPr anchor="ctr"/>
          <a:lstStyle/>
          <a:p>
            <a:r>
              <a:rPr lang="en-US" altLang="pt-BR" sz="4000" b="1" i="1"/>
              <a:t>585 - Jesus Me Satisfaz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44BA78-582E-CC65-68AA-D2F78E4356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E654D29-9AC6-6ED2-37E3-AAC354B91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Jesus me satisfaz.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gozo sua paz;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Ele vou,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Contente estou: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me satisfaz.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585 - Jesus Me Satisfaz</vt:lpstr>
      <vt:lpstr>Jesus me satisfaz.  E gozo sua paz;  Com Ele vou,  Contente estou:  Jesus me satisfaz.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585 - Jesus Me Satisfaz</dc:title>
  <dc:creator>Junior</dc:creator>
  <cp:lastModifiedBy>Emerson Souza</cp:lastModifiedBy>
  <cp:revision>1</cp:revision>
  <dcterms:created xsi:type="dcterms:W3CDTF">2005-12-27T02:08:21Z</dcterms:created>
  <dcterms:modified xsi:type="dcterms:W3CDTF">2026-05-02T22:26:18Z</dcterms:modified>
</cp:coreProperties>
</file>