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716A2-088A-50B5-50AC-DD2FD279E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86E5CD-FA96-0F72-345B-FE3B6C0D9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BAF182-64DE-CDC0-A04B-8DFCAA5B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2E66E9-2BAC-ECCB-7ADD-07312183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4E8818-DDF3-EB82-63C2-E0021B1C4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50C902-0F00-45B4-85FE-CDC0B07B41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596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4E9CAB-93A0-CD19-F1A4-79FE29922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E734C4-5A95-13BA-24F2-FC9443486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861596-C0C6-2E76-405F-6DEE4130A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199440-D062-73AB-0FEB-6D816F6F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10727E-90D2-3A8A-5EFF-242B2299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84C5C2-EFBA-419B-920A-88D5F715AB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6751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CE687-A3B0-A6BD-C6CA-88277034F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ABDA5C-6479-D6B3-1BA2-4AF787286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78B016-51AF-C014-A2CB-5FA451A7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3F604C-4E4C-CA58-C30F-A0E606118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B0F8CA-858D-1DCC-5A6D-4586F271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7F020E-0F75-471B-97C7-4165C7F16B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042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E6A9F-E885-BB7E-1DA9-5114389A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EAD2BB-98ED-F88E-C030-544CEAF99C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1D413D-0663-C3A0-A99A-0F88F7C6A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57D8C6-4A46-CA00-977D-22377F64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B50B66-F3A7-92BD-BC9B-434EEC427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265F70-340F-6B70-4FF4-802D37FA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898CD-AC27-4DA6-9DE1-A39246A52C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754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C7497-6D40-2F60-F886-1470F1CC5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9F31E4-4E01-15DA-AFB5-4F4BB3E00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D597B4-2BC8-9408-858D-E08F1ECF1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F24C397-8023-AD63-00FC-1F71DF730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C451C44-45FF-B2E7-AB7A-97E0E45A3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3926A9-3752-F851-7803-A0595C21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A62E42B-1B69-F899-99D6-C20F6177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5938C43-C7F6-6925-E8EA-616EDA32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4AE1C5-B1A9-4865-90BD-6F924CE04B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1240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5F6C0-A116-F2C0-01A2-71B37A15C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AE94E44-28FB-A8B6-4FE4-47E7277E6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4B8F1B5-B2C6-CAAD-2985-5004C478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FC164D0-45B5-7F97-3744-4F4BEAF3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F8AB48-80D7-4E80-9A60-8E38EF7C5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9921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63E632-2A58-2B5C-1F07-4303DBED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F2B937B-62DB-E511-B9A8-FB9FA2AB9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411FBD-B1D5-0733-82CA-5C201185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2F52B-9E83-49C7-B874-76215C1D18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276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D0961-D6DF-86C6-7E4D-C1665517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BC96B1-C871-5777-C959-A6EBFBDA1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7AAC29-F3D1-3532-E744-F4DFE1299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D5E144-E87F-AD89-440F-1015A77D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ABB713-0B05-44AA-0E26-34E9930F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DABB43-9F5A-3C3E-FDC5-64ABCA56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F10C35-4E21-4884-B0F2-5B16F9C0FA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60251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02C3E-CEF8-93CD-D1D7-4B3C0AA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CDC747-91C4-C79E-91AE-DD7D35426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C15C32-792D-581D-068C-6E8A234BB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A34E6E-EE81-FF4A-67AC-19D3EFC56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CB4310-D94C-6568-1FCA-C086DD187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1B187B-B583-6B81-C370-BCA83669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3B83D-D2DF-4942-864A-1F8925C5E0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3682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55C85-D037-B6AB-6DC8-FD4939A3C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40CC7E-5448-C8D6-6094-C90E2F60C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78990-33F4-CAE8-6E78-299FA760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7FF6FB-8421-C9BB-18FE-6F350070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AC2311-CDFC-069B-3C0A-DFA2B708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9CF1EB-6ED4-401F-9103-A8570820B3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9679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5767D4-946A-3DA1-0D50-4331E48310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FAAD1E-4583-95D8-FAE9-A8714EA27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42EE40-E0B0-4203-18C1-575004EB2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6C1802-9EA4-B031-5F85-FADC1E54B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8DB792-12EB-F3AD-E1E1-24E0B3C3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B16400-0CA6-44E8-BDFA-0EA55B6433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7025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3490EC-ABFE-E4E0-392A-0E6CBFD71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E5E3766-3C45-EB41-D797-9740905219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6F71F67-8C15-09F1-F91B-E0F0D743314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FCF8CD2-2ED3-0ACD-7C36-2ED5777976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AA65582-1EC7-FAB5-CDA3-21D5C15668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ABAB569-EB3C-4BE2-BC9F-5849711FA26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6FFD383-3ADB-4E98-2D55-30A1C5DA8DF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9812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444 – Escuta, Pobre Pecador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7B96BEE-B5DE-A786-D4D1-6AB7937082F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97043D9-7A86-E277-81DD-9C161A094E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Escuta, pobre pecador,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Cristo há perdão;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Aceita agora 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nEle há salvação!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924E87B-0382-E2C6-EACA-446BB2B941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Vem a Cristo sem tardança,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Receber perdão,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 a vida d’esperança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Fruirás, então!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ACFBBDF-CFEC-4CFC-01EC-67BAC05174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 Pra redimir-te, o Redentor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sangue derramou!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 cruz; sofrendo grande 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Jesus te resgatou!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48AC615-4026-A071-2186-50C32B8333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Vem a Cristo sem tardança,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Receber perdão,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 a vida d’esperança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Fruirás, então!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420221B-568B-E126-DBF6-6EAF5AF66C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Caminho certo é Jesus;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Achamos nEle paz!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Caminho santo e de luz,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sempre satisfaz!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7617C54-D59B-9A3D-A37B-D72BB320C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Vem a Cristo sem tardança,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Receber perdão,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 a vida d’esperança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Fruirás, então!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16DCA5E-BC0C-C7EA-6520-104B4EBC33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Vem hoje, vem te entregar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Deixando todo mal,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Deus quer agora te salvar,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Ó vem pra luz real!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5C37D45-AC20-BA76-8361-2EB79FF66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Vem a Cristo sem tardança,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Receber perdão,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 a vida d’esperança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Fruirás, então!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444 – Escuta, Pobre Pecador </vt:lpstr>
      <vt:lpstr>Escuta, pobre pecador,  Em Cristo há perdão;  Aceita agora o Salvador,  Pois nEle há salvação!    </vt:lpstr>
      <vt:lpstr>Vem a Cristo sem tardança,  Receber perdão,  E a vida d’esperança  Fruirás, então!    </vt:lpstr>
      <vt:lpstr> Pra redimir-te, o Redentor  Seu sangue derramou!  Na cruz; sofrendo grande dor,  Jesus te resgatou!    </vt:lpstr>
      <vt:lpstr>Vem a Cristo sem tardança,  Receber perdão,  E a vida d’esperança  Fruirás, então!    </vt:lpstr>
      <vt:lpstr>Caminho certo é Jesus;  Achamos nEle paz!  Caminho santo e de luz,  Que sempre satisfaz!    </vt:lpstr>
      <vt:lpstr>Vem a Cristo sem tardança,  Receber perdão,  E a vida d’esperança  Fruirás, então!    </vt:lpstr>
      <vt:lpstr>Vem hoje, vem te entregar  Deixando todo mal,  Deus quer agora te salvar,  Ó vem pra luz real!</vt:lpstr>
      <vt:lpstr>Vem a Cristo sem tardança,  Receber perdão,  E a vida d’esperança  Fruirás, então!  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444 – Escuta, Pobre Pecador </dc:title>
  <dc:creator>Junior</dc:creator>
  <cp:lastModifiedBy>Emerson Souza</cp:lastModifiedBy>
  <cp:revision>1</cp:revision>
  <dcterms:created xsi:type="dcterms:W3CDTF">2005-12-26T18:47:18Z</dcterms:created>
  <dcterms:modified xsi:type="dcterms:W3CDTF">2026-05-02T22:14:12Z</dcterms:modified>
</cp:coreProperties>
</file>