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DE6E5-2100-DD17-DF19-AE9CCD25E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6B2F0E-9B12-8D33-2B0F-C6728BA20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64398A-BC8A-F819-A50E-3D6D7B844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9A6B5C-92EF-0065-1FFC-CE1C2833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90C224-574B-2E4E-9F0C-7EDE5E5D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4B77B-4C60-43FC-B295-0714E61D82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915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B8A4C-4776-49D9-A97C-8EE618DA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80FF38-6EE6-B804-EC86-254BAA5E4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C7E4A1-4937-0CA7-C707-47E79379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9A1C1-D011-0385-4F09-D735D9958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AF88A8-2D8A-1F17-547E-645ED707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8DC027-2850-4F14-93E4-EB3A9A645F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253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8EEE9-4FC9-A016-E7B9-EF65F273E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A0B732-7D3D-A7D2-2F0A-29DDF6814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1597B7-B981-F9E4-8C96-D06857DA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202652-BED1-B4AB-08AC-DAAA3C7C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24045-EA06-7A92-33A0-BBBAE40A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EAD10D-1C77-4E5A-95E5-98AE645A3F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976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6FA9B-1BCD-A967-2E52-F6C64115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4FEA4D-6BB2-0F17-0CE4-BD31E92D6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545887-094B-BDD5-F37A-020ACAF0F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1F6C9D-3AD1-385A-38FD-13A52BB3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68945E-7761-5587-D1F7-52C81C34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A8E3AB-33BA-FADD-6C5C-34570364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AC3C28-6842-428D-9981-CF8DECF69F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345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AB7EB-228F-BA68-6F19-398CDB95F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1A5AE8-663C-D34A-217B-C8B207D41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A7AFAE-2AA9-8DB6-C8B5-A59EDDE58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D653BA-2084-39AB-5817-5D9A2E30E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844026-C535-121D-0759-1402828A2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B6DD31-3EDE-7DBE-D078-E1F443D9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03D367-82DC-AE5C-3A7B-732B3073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2A7747-2794-FDC9-C8FF-F9E8E095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7025B-C8D7-4897-BE89-BB26445968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795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8A9C2-8DAE-EE58-5E6C-AB883BDC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DAC306-02FF-54CB-E573-8025897B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2306F7-F41A-A9D4-8F21-5A8E04C7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A303AF-9313-4057-0056-C4AF4EE4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B427C-81BD-4B33-8AE8-08BB2950C4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119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CB96913-A994-CA4B-6262-6776BD4C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510D1C-2FD4-2300-27FC-5574FA2E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33DA1F-5639-2FDF-E0DA-6DD9B874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3A19B9-7A4B-43EA-80E1-A003A79232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680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EA581-1714-8BF4-C04C-F95B3B56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73FBC7-19D3-3581-577A-F978E42F0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BC6352-C47B-1E1E-BC1E-0B36039E9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43B3B6-7062-4D0E-1C4E-0CBBC586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43099-6DD5-708C-4A47-52AF4501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AA0D15-611F-78B0-67BE-6BEB7F601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1DAE1-EC66-49E5-B471-E4D8CF6D3E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791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AF793C-4E19-5672-1B74-BA9FE5909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7E20E2-5EE2-5837-3B49-0073496BA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E9B7BA-A9FA-219E-9CBD-FD4D45D93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0D2083-31C2-BDA0-9435-D6E68D22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E6A999-932D-6D58-B89D-D65C22CC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318057-A615-5953-A031-1F1FCDE8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E71F70-1B85-4EDC-9A73-7486355864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349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99809-16A9-D706-E3D5-87B41D4C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66371F-AE9A-AF74-296A-231936054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099C65-6F8C-9015-FE6D-B383B0C1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8F89DB-EABF-8E1B-D473-A313310A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5B1AE9-0FA0-D270-5905-4CFCD33C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5968B4-F21D-40AC-BDF6-F4FB95F241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713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E476D3-A83C-5F72-661E-3B63B55E4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73B69B-48D3-EEAA-559C-961D13578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1093BB-211E-C213-367C-85FB602D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3FE613-FB53-376B-D8E9-38147C52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DCDDA-B4E0-1F73-C810-73C7A651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D2AD6E-8592-452A-80B8-93275D8EE7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078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1D9A26-9C9B-3806-2734-5E956C8E2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4CB85E0-FDE7-0D9B-FCDF-7BF217691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085A7E0-D13E-C6BE-DB5C-031098FC32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FC2DECB-5B04-EE14-07F2-62F91D5300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C938091-36E4-4533-2481-271F5E04EE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5B1A767-D76E-4AA5-901E-5759CD5E7CE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1B9EDA6-5795-EBC1-F541-9DC3605F28B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390 – Um coração bondoso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05B9CD7-3E76-D664-EFAE-A586993D0F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23077BF-D498-1A18-6FA7-055B1788F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Um coração, bondoso sim, </a:t>
            </a:r>
            <a:br>
              <a:rPr lang="en-US" altLang="pt-BR" sz="4000" i="1"/>
            </a:br>
            <a:r>
              <a:rPr lang="en-US" altLang="pt-BR" sz="4000" i="1"/>
              <a:t>Custa dor, obter; </a:t>
            </a:r>
            <a:br>
              <a:rPr lang="en-US" altLang="pt-BR" sz="4000" i="1"/>
            </a:br>
            <a:r>
              <a:rPr lang="en-US" altLang="pt-BR" sz="4000" i="1"/>
              <a:t>Ser manso, amoroso e santo </a:t>
            </a:r>
            <a:br>
              <a:rPr lang="en-US" altLang="pt-BR" sz="4000" i="1"/>
            </a:br>
            <a:r>
              <a:rPr lang="en-US" altLang="pt-BR" sz="4000" i="1"/>
              <a:t>Em todo o ser; </a:t>
            </a:r>
            <a:br>
              <a:rPr lang="en-US" altLang="pt-BR" sz="4000" i="1"/>
            </a:br>
            <a:r>
              <a:rPr lang="en-US" altLang="pt-BR" sz="4000" i="1"/>
              <a:t>Manando nova vida ao coração </a:t>
            </a:r>
            <a:br>
              <a:rPr lang="en-US" altLang="pt-BR" sz="4000" i="1"/>
            </a:br>
            <a:r>
              <a:rPr lang="en-US" altLang="pt-BR" sz="4000" i="1"/>
              <a:t>- dá luz. </a:t>
            </a:r>
            <a:br>
              <a:rPr lang="en-US" altLang="pt-BR" sz="4000" i="1"/>
            </a:br>
            <a:r>
              <a:rPr lang="en-US" altLang="pt-BR" sz="4000" i="1"/>
              <a:t>E toda a minha lida </a:t>
            </a:r>
            <a:br>
              <a:rPr lang="en-US" altLang="pt-BR" sz="4000" i="1"/>
            </a:br>
            <a:r>
              <a:rPr lang="en-US" altLang="pt-BR" sz="4000" i="1"/>
              <a:t>Será só em Jesus.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199FEEB-01BA-F5E4-4339-383D829B7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 Quem quer seguir os passos </a:t>
            </a:r>
            <a:br>
              <a:rPr lang="en-US" altLang="pt-BR" sz="4000" i="1"/>
            </a:br>
            <a:r>
              <a:rPr lang="en-US" altLang="pt-BR" sz="4000" i="1"/>
              <a:t>Se nosso pai Abraão, </a:t>
            </a:r>
            <a:br>
              <a:rPr lang="en-US" altLang="pt-BR" sz="4000" i="1"/>
            </a:br>
            <a:r>
              <a:rPr lang="en-US" altLang="pt-BR" sz="4000" i="1"/>
              <a:t>No coração, os laços, </a:t>
            </a:r>
            <a:br>
              <a:rPr lang="en-US" altLang="pt-BR" sz="4000" i="1"/>
            </a:br>
            <a:r>
              <a:rPr lang="en-US" altLang="pt-BR" sz="4000" i="1"/>
              <a:t>Então, se quebrarão; </a:t>
            </a:r>
            <a:br>
              <a:rPr lang="en-US" altLang="pt-BR" sz="4000" i="1"/>
            </a:br>
            <a:r>
              <a:rPr lang="en-US" altLang="pt-BR" sz="4000" i="1"/>
              <a:t>Isaque é oferecido em cima do altar; Jacó, com gran gemido, </a:t>
            </a:r>
            <a:br>
              <a:rPr lang="en-US" altLang="pt-BR" sz="4000" i="1"/>
            </a:br>
            <a:r>
              <a:rPr lang="en-US" altLang="pt-BR" sz="4000" i="1"/>
              <a:t>Raquel vai enterrar.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76C14DD-8DA9-FDB4-8CB1-69C2AAA46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Se grande é o sacrifício </a:t>
            </a:r>
            <a:br>
              <a:rPr lang="en-US" altLang="pt-BR" sz="4000" i="1"/>
            </a:br>
            <a:r>
              <a:rPr lang="en-US" altLang="pt-BR" sz="4000" i="1"/>
              <a:t>- Isaque no altar, </a:t>
            </a:r>
            <a:br>
              <a:rPr lang="en-US" altLang="pt-BR" sz="4000" i="1"/>
            </a:br>
            <a:r>
              <a:rPr lang="en-US" altLang="pt-BR" sz="4000" i="1"/>
              <a:t>Se torna em beneficio </a:t>
            </a:r>
            <a:br>
              <a:rPr lang="en-US" altLang="pt-BR" sz="4000" i="1"/>
            </a:br>
            <a:r>
              <a:rPr lang="en-US" altLang="pt-BR" sz="4000" i="1"/>
              <a:t>Pra quem o ofertar, </a:t>
            </a:r>
            <a:br>
              <a:rPr lang="en-US" altLang="pt-BR" sz="4000" i="1"/>
            </a:br>
            <a:r>
              <a:rPr lang="en-US" altLang="pt-BR" sz="4000" i="1"/>
              <a:t>Pois tem profunda calma</a:t>
            </a:r>
            <a:br>
              <a:rPr lang="en-US" altLang="pt-BR" sz="4000" i="1"/>
            </a:br>
            <a:r>
              <a:rPr lang="en-US" altLang="pt-BR" sz="4000" i="1"/>
              <a:t>E paz celestial, </a:t>
            </a:r>
            <a:br>
              <a:rPr lang="en-US" altLang="pt-BR" sz="4000" i="1"/>
            </a:br>
            <a:r>
              <a:rPr lang="en-US" altLang="pt-BR" sz="4000" i="1"/>
              <a:t>Também de Deus alcança, </a:t>
            </a:r>
            <a:br>
              <a:rPr lang="en-US" altLang="pt-BR" sz="4000" i="1"/>
            </a:br>
            <a:r>
              <a:rPr lang="en-US" altLang="pt-BR" sz="4000" i="1"/>
              <a:t>Aprovação real.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91DA561-2BF6-E36B-9F9C-3F3ADD2DD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Na cova, Jeremias,</a:t>
            </a:r>
            <a:br>
              <a:rPr lang="en-US" altLang="pt-BR" sz="4000" i="1"/>
            </a:br>
            <a:r>
              <a:rPr lang="en-US" altLang="pt-BR" sz="4000" i="1"/>
              <a:t>Lamenta grande dor, </a:t>
            </a:r>
            <a:br>
              <a:rPr lang="en-US" altLang="pt-BR" sz="4000" i="1"/>
            </a:br>
            <a:r>
              <a:rPr lang="en-US" altLang="pt-BR" sz="4000" i="1"/>
              <a:t>Na escuridão não via o bom Consolador; </a:t>
            </a:r>
            <a:br>
              <a:rPr lang="en-US" altLang="pt-BR" sz="4000" i="1"/>
            </a:br>
            <a:r>
              <a:rPr lang="en-US" altLang="pt-BR" sz="4000" i="1"/>
              <a:t>Sim, grandes amarguras </a:t>
            </a:r>
            <a:br>
              <a:rPr lang="en-US" altLang="pt-BR" sz="4000" i="1"/>
            </a:br>
            <a:r>
              <a:rPr lang="en-US" altLang="pt-BR" sz="4000" i="1"/>
              <a:t>Se tornam em prazer, </a:t>
            </a:r>
            <a:br>
              <a:rPr lang="en-US" altLang="pt-BR" sz="4000" i="1"/>
            </a:br>
            <a:r>
              <a:rPr lang="en-US" altLang="pt-BR" sz="4000" i="1"/>
              <a:t>Vêm anjos das alturas </a:t>
            </a:r>
            <a:br>
              <a:rPr lang="en-US" altLang="pt-BR" sz="4000" i="1"/>
            </a:br>
            <a:r>
              <a:rPr lang="en-US" altLang="pt-BR" sz="4000" i="1"/>
              <a:t>“O sonhador” a ver.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944AF92-EE12-DE85-94BC-33C513D30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Arão foi castigado por sua rebelião, </a:t>
            </a:r>
            <a:br>
              <a:rPr lang="en-US" altLang="pt-BR" sz="4000" i="1"/>
            </a:br>
            <a:r>
              <a:rPr lang="en-US" altLang="pt-BR" sz="4000" i="1"/>
              <a:t>E, triste, humilhado, aceita exortação; Consagra tua vida pra </a:t>
            </a:r>
            <a:br>
              <a:rPr lang="en-US" altLang="pt-BR" sz="4000" i="1"/>
            </a:br>
            <a:r>
              <a:rPr lang="en-US" altLang="pt-BR" sz="4000" i="1"/>
              <a:t>Deus melhor honrar; </a:t>
            </a:r>
            <a:br>
              <a:rPr lang="en-US" altLang="pt-BR" sz="4000" i="1"/>
            </a:br>
            <a:r>
              <a:rPr lang="en-US" altLang="pt-BR" sz="4000" i="1"/>
              <a:t>Assim em dor e lida, </a:t>
            </a:r>
            <a:br>
              <a:rPr lang="en-US" altLang="pt-BR" sz="4000" i="1"/>
            </a:br>
            <a:r>
              <a:rPr lang="en-US" altLang="pt-BR" sz="4000" i="1"/>
              <a:t>Precisas te guardar.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EF3F744-FB87-3369-1887-9912895148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Acima nuvens densas </a:t>
            </a:r>
            <a:br>
              <a:rPr lang="en-US" altLang="pt-BR" sz="4000" i="1"/>
            </a:br>
            <a:r>
              <a:rPr lang="en-US" altLang="pt-BR" sz="4000" i="1"/>
              <a:t>O sol sempre a brilhar; </a:t>
            </a:r>
            <a:br>
              <a:rPr lang="en-US" altLang="pt-BR" sz="4000" i="1"/>
            </a:br>
            <a:r>
              <a:rPr lang="en-US" altLang="pt-BR" sz="4000" i="1"/>
              <a:t>Promessas mais imensas </a:t>
            </a:r>
            <a:br>
              <a:rPr lang="en-US" altLang="pt-BR" sz="4000" i="1"/>
            </a:br>
            <a:r>
              <a:rPr lang="en-US" altLang="pt-BR" sz="4000" i="1"/>
              <a:t>Não podem a ti falhar. </a:t>
            </a:r>
            <a:br>
              <a:rPr lang="en-US" altLang="pt-BR" sz="4000" i="1"/>
            </a:br>
            <a:r>
              <a:rPr lang="en-US" altLang="pt-BR" sz="4000" i="1"/>
              <a:t>Põe plena confiança em </a:t>
            </a:r>
            <a:br>
              <a:rPr lang="en-US" altLang="pt-BR" sz="4000" i="1"/>
            </a:br>
            <a:r>
              <a:rPr lang="en-US" altLang="pt-BR" sz="4000" i="1"/>
              <a:t>Quem não pode errar, </a:t>
            </a:r>
            <a:br>
              <a:rPr lang="en-US" altLang="pt-BR" sz="4000" i="1"/>
            </a:br>
            <a:r>
              <a:rPr lang="en-US" altLang="pt-BR" sz="4000" i="1"/>
              <a:t>Jesus, já sem tardança </a:t>
            </a:r>
            <a:br>
              <a:rPr lang="en-US" altLang="pt-BR" sz="4000" i="1"/>
            </a:br>
            <a:r>
              <a:rPr lang="en-US" altLang="pt-BR" sz="4000" i="1"/>
              <a:t>Vem tua dor sarar.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390 – Um coração bondoso </vt:lpstr>
      <vt:lpstr>Um coração, bondoso sim,  Custa dor, obter;  Ser manso, amoroso e santo  Em todo o ser;  Manando nova vida ao coração  - dá luz.  E toda a minha lida  Será só em Jesus.  </vt:lpstr>
      <vt:lpstr> Quem quer seguir os passos  Se nosso pai Abraão,  No coração, os laços,  Então, se quebrarão;  Isaque é oferecido em cima do altar; Jacó, com gran gemido,  Raquel vai enterrar. </vt:lpstr>
      <vt:lpstr>Se grande é o sacrifício  - Isaque no altar,  Se torna em beneficio  Pra quem o ofertar,  Pois tem profunda calma E paz celestial,  Também de Deus alcança,  Aprovação real. </vt:lpstr>
      <vt:lpstr>Na cova, Jeremias, Lamenta grande dor,  Na escuridão não via o bom Consolador;  Sim, grandes amarguras  Se tornam em prazer,  Vêm anjos das alturas  “O sonhador” a ver.  </vt:lpstr>
      <vt:lpstr>Arão foi castigado por sua rebelião,  E, triste, humilhado, aceita exortação; Consagra tua vida pra  Deus melhor honrar;  Assim em dor e lida,  Precisas te guardar.  </vt:lpstr>
      <vt:lpstr>Acima nuvens densas  O sol sempre a brilhar;  Promessas mais imensas  Não podem a ti falhar.  Põe plena confiança em  Quem não pode errar,  Jesus, já sem tardança  Vem tua dor sarar.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390 – Um coração bondoso </dc:title>
  <dc:creator>Junior</dc:creator>
  <cp:lastModifiedBy>Emerson Souza</cp:lastModifiedBy>
  <cp:revision>1</cp:revision>
  <dcterms:created xsi:type="dcterms:W3CDTF">2005-12-26T20:54:22Z</dcterms:created>
  <dcterms:modified xsi:type="dcterms:W3CDTF">2026-05-02T22:09:26Z</dcterms:modified>
</cp:coreProperties>
</file>