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37FC3-09C1-E46E-7AD6-81CDCB4FE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B08351-CE6C-1EE0-31AE-E668B2EA3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A65346-3D9A-94D0-ABB2-106EF0602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D67B2F-8817-E7D3-264C-0079EB42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24604C-6C8E-1AC6-1943-FA4CCD11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25CD17-0A09-404B-8AB7-E5BA5D0436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125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1B73D-AE0B-4D07-177D-0AD1EE36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F24BB8-6024-C263-D085-74651DCD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3DC9AA-8299-E198-A894-CEB67F61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34141B-7143-ADA9-3D3C-310D4AF9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9D36F3-9FBF-D8CD-A5C9-958BD5BA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B7F16-25DB-4190-8149-DDFD6C17C4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358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5FF53-5D28-64BC-7151-64D567A4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C0532D-D527-4E1E-A802-48026EB6B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88F0FD-EDE3-A048-164F-9C6A386E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262C33-1C77-B571-33BC-1687679D5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33761-E775-DEF9-11FC-9C539349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8C69F0-DB50-424B-A22B-18A9FA7DC5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05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74E82-8B16-5093-711B-A58E94A79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7874D6-4418-F442-787A-9A97ED06E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D19F36-5C10-05A3-A696-F6835AA29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2FEC2C-6AC5-D96C-1292-CE6BF414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3F80E7-D1E1-72AA-73C5-C984EF24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07C601-0939-FF0D-5376-1060F7D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C06F85-06C8-43A8-BE9C-E2BA1D7EFD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3771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F2A29-3A56-8B41-216D-D562721E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B46840-ABB2-A0F3-1EF0-2D9A4A777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C85F5B-C4DC-1DCE-F5B8-886122175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2AD42D0-222B-451B-E00F-5C49F9766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E55480-BB77-D87A-B272-4202E7E30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F3CB52D-E164-2E60-922D-89B5C010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859E92C-21B3-262C-54C7-1D75D4511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9A7237-DA99-0A85-23B7-EBB91E8A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CB3858-F84C-4F08-9CF8-DDB999C26C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410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42C2F-0943-B63D-9DF1-336397F31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4785A1-2E5E-62D2-8011-27739C66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F179FE-FD39-C561-333B-B3C0A980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EE9594-9726-8C10-D5BE-C321F03D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0E390-B7A5-41E1-8293-A09DAEFE36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173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D7BBDE-C35D-5C18-8F62-B8BB0529B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F9A82F4-32D5-A24A-C931-29EF83AD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A3E44F-D4B9-A776-BBD0-C4DBA354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486479-5E69-422B-8278-14FC970A40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802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9BC98-6C1E-03C7-DF7A-4901FDC0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F4EA87-9045-2C7A-2FEA-68CC34BFE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B5F641-7E84-3CD8-CCDB-2A64FD38B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134572-5A1D-A0D2-EFEC-E962BA158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5A9A15-1922-4513-ABA7-F12CF883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DF62B2-A355-EAEC-93AF-2C148909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7EF8CF-54BB-42A6-82F0-A160E6AC86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471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81045-BFA5-0368-7C5B-453C53A7D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3896A3D-B7AE-88BB-307E-8FC37E7EA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E6DD03-8C0D-76FF-39C5-1D10D2FC7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EA3771-83DF-5199-FA9F-A588825E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ADFE3A-753F-E325-8898-EEAA44A7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B6403F-CA43-BED1-56CE-932CD712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28039-BBDF-4996-A9BC-902AF7E855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929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00D5A-666C-1398-9FB9-F8B7C6FD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CA8395-D6D1-5539-A3AF-9D2D8844F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4FAD63-A9E8-8C5F-5E7B-06853127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EDAEB0-D347-C21D-2A40-B7FFC3CD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02B05B-5A8C-64E3-6A95-71F082E4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CFC581-83E0-441A-AC49-32C27D6D30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163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321156-55A4-99AA-37E4-1202D1450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BC4F39-1CDB-4BE3-1AAA-5133DCBBA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C2C2A7-3338-4AFC-78F2-20303BD4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38AE6-1971-B5AC-BEAA-AEB78422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C90E2A-2D28-A6D0-6FDE-9955EACA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A5A0D-9627-4393-AE48-7F83DC4AB0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007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3772B12-3CC3-4E20-A56B-A1BC8B564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F71EC9C-B8E6-36E1-CD54-EEA6CAA3E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3C1C99-D3B2-EB8D-DAE5-CC1C8097B3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2BE9424-9DA7-6A27-2EBC-49DF184F9F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BA5EA40-879C-23CA-A33E-560EBCF5FA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46FBBC1-F201-4A52-B205-4BAA8B91DE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D4F7D84-3A75-6F33-E860-8491DB7FD2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588 - Sou Mui Feliz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76C06C7-5FBC-AB27-41E5-537DEEC612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49928B7-C997-702D-94E3-7DB88B338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Fui pecador, perverso e mau,</a:t>
            </a:r>
            <a:br>
              <a:rPr lang="en-US" altLang="pt-BR" sz="4000" i="1"/>
            </a:br>
            <a:r>
              <a:rPr lang="en-US" altLang="pt-BR" sz="4000" i="1"/>
              <a:t>Longe de Ti vaguei!</a:t>
            </a:r>
            <a:br>
              <a:rPr lang="en-US" altLang="pt-BR" sz="4000" i="1"/>
            </a:br>
            <a:r>
              <a:rPr lang="en-US" altLang="pt-BR" sz="4000" i="1"/>
              <a:t>Mas, mui feliz eu hoje sou,</a:t>
            </a:r>
            <a:br>
              <a:rPr lang="en-US" altLang="pt-BR" sz="4000" i="1"/>
            </a:br>
            <a:r>
              <a:rPr lang="en-US" altLang="pt-BR" sz="4000" i="1"/>
              <a:t>Jesus, meu Deus e Rei.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3E60A34-9317-690F-343A-FF536F3DA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percebi a tua voz</a:t>
            </a:r>
            <a:br>
              <a:rPr lang="en-US" altLang="pt-BR" sz="4000" i="1"/>
            </a:br>
            <a:r>
              <a:rPr lang="en-US" altLang="pt-BR" sz="4000" i="1"/>
              <a:t>A me chamar: "Oh, vem!</a:t>
            </a:r>
            <a:br>
              <a:rPr lang="en-US" altLang="pt-BR" sz="4000" i="1"/>
            </a:br>
            <a:r>
              <a:rPr lang="en-US" altLang="pt-BR" sz="4000" i="1"/>
              <a:t>Vem, filho meu! Eu dar-te-ei</a:t>
            </a:r>
            <a:br>
              <a:rPr lang="en-US" altLang="pt-BR" sz="4000" i="1"/>
            </a:br>
            <a:r>
              <a:rPr lang="en-US" altLang="pt-BR" sz="4000" i="1"/>
              <a:t>O meu perdão! Sim, vem!” </a:t>
            </a:r>
            <a:br>
              <a:rPr lang="en-US" altLang="pt-BR" sz="4000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C641781-38F0-18C2-9F6C-65A42D905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Logo a teus pés, humilde, vim,</a:t>
            </a:r>
            <a:br>
              <a:rPr lang="en-US" altLang="pt-BR" sz="4000" i="1"/>
            </a:br>
            <a:r>
              <a:rPr lang="en-US" altLang="pt-BR" sz="4000" i="1"/>
              <a:t>E me prostrei, Senhor!</a:t>
            </a:r>
            <a:br>
              <a:rPr lang="en-US" altLang="pt-BR" sz="4000" i="1"/>
            </a:br>
            <a:r>
              <a:rPr lang="en-US" altLang="pt-BR" sz="4000" i="1"/>
              <a:t>Oh! sou feliz, porque senti</a:t>
            </a:r>
            <a:br>
              <a:rPr lang="en-US" altLang="pt-BR" sz="4000" i="1"/>
            </a:br>
            <a:r>
              <a:rPr lang="en-US" altLang="pt-BR" sz="4000" i="1"/>
              <a:t>O teu benigno amor!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588 - Sou Mui Feliz </vt:lpstr>
      <vt:lpstr>Fui pecador, perverso e mau, Longe de Ti vaguei! Mas, mui feliz eu hoje sou, Jesus, meu Deus e Rei.  </vt:lpstr>
      <vt:lpstr>Eu percebi a tua voz A me chamar: "Oh, vem! Vem, filho meu! Eu dar-te-ei O meu perdão! Sim, vem!”  </vt:lpstr>
      <vt:lpstr>Logo a teus pés, humilde, vim, E me prostrei, Senhor! Oh! sou feliz, porque senti O teu benigno amor!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588 - Sou Mui Feliz </dc:title>
  <dc:creator>Junior</dc:creator>
  <cp:lastModifiedBy>Emerson Souza</cp:lastModifiedBy>
  <cp:revision>1</cp:revision>
  <dcterms:created xsi:type="dcterms:W3CDTF">2005-12-27T02:12:31Z</dcterms:created>
  <dcterms:modified xsi:type="dcterms:W3CDTF">2026-05-02T22:26:29Z</dcterms:modified>
</cp:coreProperties>
</file>