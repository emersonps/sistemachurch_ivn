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8D73C-13C5-CA0F-904E-ECD2941FF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B8313A-25AE-2599-2451-911F57BC8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A48C0E-A31C-B759-5FC5-A98CB77BF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E50E0D-92D9-9489-A5A9-0A6C6C5A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EC07D7-737D-3A4C-2DB9-DA8BB18F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0A14A-8A32-40A5-8709-B040D4F3F8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37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F5D1A-C3AB-E947-DA7A-7D5342104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11D982-1CA8-248A-D67B-9EADDED7E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D6C299-E8D0-C7DD-E037-6A884F13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E49E45-418A-33A0-1973-057339C2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A70944-1443-715B-86CB-A391A46C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EA0ECF-87A1-40F4-B1F9-8DC9FF904E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2859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CDBAAC-542A-459A-4994-D0012D48E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B0EEAF-D251-0DAF-107A-C575851EA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E4F348-1926-5D68-E1E1-59E01E8AB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50D724-729C-32A7-758D-3887A45A0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08F85E-E85F-B5E1-462B-7CDDD496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40D2D8-36DF-4816-8203-E9C262D0E4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4618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F1C21-FC2B-BFB1-AB78-B5AF9FA2A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2DD4EE-2CC5-C73D-83C5-CC35787A4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011A65-E50C-9655-DCA0-453FC674B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BD3D4F-AE7A-CE3E-DE1B-A414A0D6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218B8C-E5B0-0373-30EC-774B8C674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8483CB-EA90-C402-17B4-516B1AEF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3A84AB-0CFF-485A-B6E9-1F51ED4DE6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993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B7690-681F-281E-A32C-0EE926D8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E3E5AF-1A4A-051E-EEA8-E517E0E02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3E5B4A-4A26-6B23-AC90-C35E4CDA0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D15A230-C203-8468-F1F0-B8089708B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45EE6D5-22A2-EA46-3163-F05B2421C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6055AC8-C1EF-4B9C-C457-2364A9447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382AC48-8DD5-8873-409E-75C5B3C5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91158DF-0692-5162-B169-2F20AC09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33CA57-3869-4A52-A655-37BD004546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061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412B3-917C-22FB-7ED6-C486D89C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3190A6-C9FE-D320-4A6E-D14938D18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5117B0-D745-681F-F867-4F16DB36B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D665F4B-DF2E-9B15-4262-7C6E96786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E2549-2545-4907-BBD1-FA014A2C00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6986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62F17AD-D0BD-6ED3-62E3-44FF4C3DC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03FC8F2-A336-A7D3-648D-5F9092776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12541C-2251-1EC6-E2F3-3E3DC342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98344C-AB23-47CA-AE40-5B297790F5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647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D9921-66A3-3582-0AFB-ACAA6824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AADB21-E066-C248-9BB0-359CB46E1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4A87E7-D7A1-148E-5574-0D7D425A3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5E7B29-1CD6-EAA3-7B51-757302FB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CE2A4B-17FC-0BAB-CB2E-881B55DE0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A304E8-6309-C709-8A56-361FED35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B2EC36-4F02-49D1-A23E-89A5300C79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50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50FAF-5C91-868C-31F0-9B7C98312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30E65AE-1423-13F8-FC3F-E7BEB8A03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720D7A-38FC-D8DC-62D3-7EB4DF5F5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9E41EA-B0E8-4681-92EB-81616A6A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C6EEE9-6704-3E06-E561-D8C0C653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6D9268-473E-4A3B-3D24-17AE5399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5A3386-83E5-458F-9E53-702C2B5260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02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14684-2F80-1F7B-D8DD-6D9B1635F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2383D1-BD5C-6EF1-3A5E-ED4D1AEFC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D0F6E3-0E1D-7440-47F0-E63C007B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29D7BB-BA5C-1085-BB94-99222518D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70FC3E-9DFE-FBD2-6CCF-7F5217A5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BCCC7F-200C-41E2-96E5-D11724AA3E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1588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CB0951-F99D-D9B7-661A-1B93D67D95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DBEC19-6E4F-F3F8-F437-E6F879B24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0C8CC4-78F3-A1EF-1206-94FABE4AE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4E8BBD-87EC-5DF9-CFFB-44C231DB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FA13D7-9865-7627-30F7-7F526ABA1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9C99F8-1777-4AB5-838C-E2AAD8CB2B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912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84C097-FD06-DC1C-23ED-434021966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ADD6AA8-50C4-8400-9D9C-3A4960464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FCDC8C6-19A2-38D6-36B8-A8ACD948F8A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1CBE50F-6654-F82D-ED02-20508E4F88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8828BE4-C4EA-277D-D1E4-EB8015A71C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B292205-A25F-4978-9F6E-F8B1157ECA8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5EA2A7B-88A8-F3F2-CB54-F1C778254D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800" b="1"/>
              <a:t>332 – Para o Céu Eu Vou</a:t>
            </a:r>
            <a:r>
              <a:rPr lang="en-US" altLang="pt-BR" sz="38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A078C7D-8424-084F-63E6-94C091C1FB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8DB1C1C-842B-3D4B-E6A7-FD75368AA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i="1"/>
              <a:t>Para o céu eu vou, embora, for nublado; O caminho, às vezes, espinhoso está, Por Jesus, meu Mestre, </a:t>
            </a:r>
            <a:br>
              <a:rPr lang="en-US" altLang="pt-BR" sz="3800" i="1"/>
            </a:br>
            <a:r>
              <a:rPr lang="en-US" altLang="pt-BR" sz="3800" i="1"/>
              <a:t>Sempre bem guiado,</a:t>
            </a:r>
            <a:br>
              <a:rPr lang="en-US" altLang="pt-BR" sz="3800" i="1"/>
            </a:br>
            <a:r>
              <a:rPr lang="en-US" altLang="pt-BR" sz="3800" i="1"/>
              <a:t> Em Seus passos sigo, </a:t>
            </a:r>
            <a:br>
              <a:rPr lang="en-US" altLang="pt-BR" sz="3800" i="1"/>
            </a:br>
            <a:r>
              <a:rPr lang="en-US" altLang="pt-BR" sz="3800" i="1"/>
              <a:t>Até que chegue lá.  </a:t>
            </a:r>
            <a:endParaRPr lang="en-US" altLang="pt-BR" sz="3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E8851CD-8A10-0E85-3122-77AC8D51C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b="1" i="1"/>
              <a:t>Aleluia! P’ro céu vou caminhando,</a:t>
            </a:r>
            <a:r>
              <a:rPr lang="en-US" altLang="pt-BR" sz="3800" i="1"/>
              <a:t> </a:t>
            </a:r>
            <a:r>
              <a:rPr lang="en-US" altLang="pt-BR" sz="3800" b="1" i="1"/>
              <a:t>Nada me desanimará!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Para o céu eu me vou aproximando,</a:t>
            </a:r>
            <a:r>
              <a:rPr lang="en-US" altLang="pt-BR" sz="3800" i="1"/>
              <a:t> </a:t>
            </a:r>
            <a:r>
              <a:rPr lang="en-US" altLang="pt-BR" sz="3800" b="1" i="1"/>
              <a:t>Sempre meu Jesus me guiará!</a:t>
            </a:r>
            <a:r>
              <a:rPr lang="en-US" altLang="pt-BR" sz="38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A05C50C-19BB-5888-E227-53A2DFE111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i="1"/>
              <a:t>Para o céu eu vou, ainda que lutando Contra tentações, que surgem ante mim: Sob o sangue de Jesus me abrigando, Escondido e bem seguro, estou assim.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454F6C1-8FC8-7421-5EA5-D0F7AF342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b="1" i="1"/>
              <a:t>Aleluia! P’ro céu vou caminhando,</a:t>
            </a:r>
            <a:r>
              <a:rPr lang="en-US" altLang="pt-BR" sz="3800" i="1"/>
              <a:t> </a:t>
            </a:r>
            <a:r>
              <a:rPr lang="en-US" altLang="pt-BR" sz="3800" b="1" i="1"/>
              <a:t>Nada me desanimará!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Para o céu eu me vou aproximando,</a:t>
            </a:r>
            <a:r>
              <a:rPr lang="en-US" altLang="pt-BR" sz="3800" i="1"/>
              <a:t> </a:t>
            </a:r>
            <a:r>
              <a:rPr lang="en-US" altLang="pt-BR" sz="3800" b="1" i="1"/>
              <a:t>Sempre meu Jesus me guiará!</a:t>
            </a:r>
            <a:r>
              <a:rPr lang="en-US" altLang="pt-BR" sz="38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385DF74-E137-5BEF-B520-B0639FD625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i="1"/>
              <a:t>Para o céu eu vou, embora, mui cansado, E amigos velhos, voltem-se pra trás. Forte sigo co'o Senhor Jesus ao lado, Convidando a outros aceitar a paz.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5A60A2E-1ACA-9CA1-E080-2D159E435E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b="1" i="1"/>
              <a:t>Aleluia! P’ro céu vou caminhando,</a:t>
            </a:r>
            <a:r>
              <a:rPr lang="en-US" altLang="pt-BR" sz="3800" i="1"/>
              <a:t> </a:t>
            </a:r>
            <a:r>
              <a:rPr lang="en-US" altLang="pt-BR" sz="3800" b="1" i="1"/>
              <a:t>Nada me desanimará!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Para o céu eu me vou aproximando,</a:t>
            </a:r>
            <a:r>
              <a:rPr lang="en-US" altLang="pt-BR" sz="3800" i="1"/>
              <a:t> </a:t>
            </a:r>
            <a:r>
              <a:rPr lang="en-US" altLang="pt-BR" sz="3800" b="1" i="1"/>
              <a:t>Sempre meu Jesus me guiará!</a:t>
            </a:r>
            <a:r>
              <a:rPr lang="en-US" altLang="pt-BR" sz="38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1602B36-1DB0-E09F-3C27-E01951836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i="1"/>
              <a:t>Para o céu eu vou, alegre caminhando: Breve findará a peregrinação, </a:t>
            </a:r>
            <a:br>
              <a:rPr lang="en-US" altLang="pt-BR" sz="3800" i="1"/>
            </a:br>
            <a:r>
              <a:rPr lang="en-US" altLang="pt-BR" sz="3800" i="1"/>
              <a:t>Se cansado, neste mundo vou andando, Eu repousarei na divina! mansão.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B931B0C-CB23-1E37-8F08-E3516B7E8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b="1" i="1"/>
              <a:t>Aleluia! P’ro céu vou caminhando,</a:t>
            </a:r>
            <a:r>
              <a:rPr lang="en-US" altLang="pt-BR" sz="3800" i="1"/>
              <a:t> </a:t>
            </a:r>
            <a:r>
              <a:rPr lang="en-US" altLang="pt-BR" sz="3800" b="1" i="1"/>
              <a:t>Nada me desanimará!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Para o céu eu me vou aproximando,</a:t>
            </a:r>
            <a:r>
              <a:rPr lang="en-US" altLang="pt-BR" sz="3800" i="1"/>
              <a:t> </a:t>
            </a:r>
            <a:r>
              <a:rPr lang="en-US" altLang="pt-BR" sz="3800" b="1" i="1"/>
              <a:t>Sempre meu Jesus me guiará!</a:t>
            </a:r>
            <a:r>
              <a:rPr lang="en-US" altLang="pt-BR" sz="38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332 – Para o Céu Eu Vou </vt:lpstr>
      <vt:lpstr>Para o céu eu vou, embora, for nublado; O caminho, às vezes, espinhoso está, Por Jesus, meu Mestre,  Sempre bem guiado,  Em Seus passos sigo,  Até que chegue lá.  </vt:lpstr>
      <vt:lpstr>Aleluia! P’ro céu vou caminhando, Nada me desanimará!  Para o céu eu me vou aproximando, Sempre meu Jesus me guiará!  </vt:lpstr>
      <vt:lpstr>Para o céu eu vou, ainda que lutando Contra tentações, que surgem ante mim: Sob o sangue de Jesus me abrigando, Escondido e bem seguro, estou assim.  </vt:lpstr>
      <vt:lpstr>Aleluia! P’ro céu vou caminhando, Nada me desanimará!  Para o céu eu me vou aproximando, Sempre meu Jesus me guiará!  </vt:lpstr>
      <vt:lpstr>Para o céu eu vou, embora, mui cansado, E amigos velhos, voltem-se pra trás. Forte sigo co'o Senhor Jesus ao lado, Convidando a outros aceitar a paz.  </vt:lpstr>
      <vt:lpstr>Aleluia! P’ro céu vou caminhando, Nada me desanimará!  Para o céu eu me vou aproximando, Sempre meu Jesus me guiará!  </vt:lpstr>
      <vt:lpstr>Para o céu eu vou, alegre caminhando: Breve findará a peregrinação,  Se cansado, neste mundo vou andando, Eu repousarei na divina! mansão.</vt:lpstr>
      <vt:lpstr>Aleluia! P’ro céu vou caminhando, Nada me desanimará!  Para o céu eu me vou aproximando, Sempre meu Jesus me guiará!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332 – Para o Céu Eu Vou </dc:title>
  <dc:creator>Junior</dc:creator>
  <cp:lastModifiedBy>Emerson Souza</cp:lastModifiedBy>
  <cp:revision>1</cp:revision>
  <dcterms:created xsi:type="dcterms:W3CDTF">2005-12-26T21:54:38Z</dcterms:created>
  <dcterms:modified xsi:type="dcterms:W3CDTF">2026-05-02T22:04:33Z</dcterms:modified>
</cp:coreProperties>
</file>