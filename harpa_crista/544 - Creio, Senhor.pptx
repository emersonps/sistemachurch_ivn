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7DF6F-0046-E540-B803-E8D251CC4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DA3A0A-4AA1-04B6-050A-3DCF8068E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0D9A1E-E698-E8AE-2555-3D9442735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7C5AD3-9825-EA93-D81D-3B86F2E8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3079CD-685E-E958-889F-FD7E2BDB7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8B420E-86E0-4C4C-9F9F-3D067B9E74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40820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290DE-EF81-420C-E4BE-23F389B63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74B6AD-B4EC-3E88-DDC4-458871714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3CA9B8-82A4-D030-F9AB-43B70C347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96C3EB-4268-BB07-95CE-1A06CCB88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A1021D-D08A-CFB7-A058-D75DD6C90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913728-935A-48BB-8303-F60F8DC318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3263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028E6-375B-177C-2FBC-596BCBD80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74B464-8F4A-E92F-2EB6-815552251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56E623-87E0-5583-EBD7-02F72BCB3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0451A-954C-529E-2C61-35CA156C1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C6DC8B-1846-66D0-5BEF-A140E22F1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FEB833-E859-4A2D-8747-02917FFA73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9827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CC2FB-EB79-7330-961A-492E0613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F6DD4D-2982-FCBC-B09D-585639D8B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048328-6C39-14AB-CABB-B6A663FF5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01E1E3-EC0D-3031-B521-B45FAD2E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27C97D-BCE2-F3E8-04A1-0C7D21B2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CB08A6-3BE0-E870-000F-1E66EAD4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023C9F-5A43-4700-9BA3-28C0167A09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1010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038AF-CB81-AF47-7496-D0A9B81FA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E98539-AA04-5989-D45B-014AF5B67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F5BAB0-CD4A-4BE0-94F0-EF7DC9380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FAF275-EF90-FFD7-2DEC-F419DFC08B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8DA9FE5-CEAF-3246-070A-E27A20FE8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D720313-3AA5-34AF-38BB-18DAA0A99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5D41E82-4749-34CC-E30E-ABDBF11E4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622BF2-EF8D-E284-638A-A4B2185EF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BFA345-5CC1-474B-A303-CD6DBC001F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7571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507C1-3EAC-4644-1FB8-4A792F02B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01AEA9C-C13B-93F1-A39E-555732B7D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B4130A0-DED2-1078-1AC4-CA2CF4682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47973EC-E81A-38DF-7A2E-F9218C8E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6A81CB-EFCA-4FC1-B126-5F6B5E2081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8820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DF3ED2-CE79-577C-DB34-A28CA09B0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3F1C02-B89A-0262-78F7-2209C05FC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01E5FE-478D-DAFA-260E-396DF6714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AEFB13-4ED2-4682-B171-CCB1E4AFFB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612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F6EB91-5A13-5E12-CF89-6A81AE02D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67C513-7E43-9989-FE9E-008FC1B9E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9B685C-70DA-1D34-78F0-079A75FE1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287FBD-82F2-CFA5-F590-0B1489B9A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8ACD43-55EF-CCB2-639F-7DB07A318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9788CA-8A82-DF12-7DAE-56B541C4E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847B38-2D6D-4195-9B55-2A2DB516D7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886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9CF17-F2DC-14A1-A0E8-51F6EE7D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0D88EAC-DF2A-3D97-8332-FEE829EB9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6BC902-8B30-382E-AD11-1715B8C10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D3D374-9ADC-AC8D-A93E-49B442AD2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0E2A9A-57B7-576A-5E8D-7A77FF8E2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A65C2A-105F-F088-4B2B-BF42C812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BCC516-6132-4130-99C8-865E7FFD9D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959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33BCD-87FB-39A7-F41B-9992F876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DE4CDF-6D92-E6DA-BD44-20488E7E8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1CDB97-7F06-8167-96EB-99B62AAF6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2D8231-E708-3C8B-42F0-E03D6D6AC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36F0ED-2EDE-C168-7B7D-E51759D4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4C2C1C-491F-49DA-9B51-53EA719662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74721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B693E2-D848-9121-502C-C059B1C5BA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D5DEF8-4AC1-7C5B-5C6B-F02363C6C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D3D128-A463-518C-EF78-B90D1C079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DFF38E-9D27-A662-8AF4-FCCF6C69B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B0AE92-7D6C-3537-0432-734983696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238C47-6912-4586-B710-5FC92316F1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5889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74907C9-592A-AB04-0103-A9E3E9F60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4442169-221F-7680-C32F-4867B8C3DB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BCCF03-10AC-CFE5-F6F2-17E6E61B549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1572EB8-4BFF-3078-FEFF-38227BBD9A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7452D8-E0A8-AC00-C3CD-6C5DAC18881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F02A4CE-0D08-44D5-A008-6A3C22F540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EAA4778-7D40-C9FA-349D-D7B89A17F9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544 - Creio, Senhor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F86D0C5-AFD8-4B7A-42F4-831C06E5F70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D21B3C3-28F3-01A5-63D6-D30370F70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Cristo Jesus, o sangue teu,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Teu grande amor e retidão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São para mim glorioso véu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me cobrir com teu perdão.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D4A2106-3D3D-0DA3-6251-7CEB32FC8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Creio, Senhor, na redenção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Dada na cruz ao pecador,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resgatou da perdição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Meu pobre ser, por santo amor.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9AB8B04-6030-F2B3-A3CE-124FF07807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Creio, Senhor, que nunca mais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Mal há de entrar no lar do Além,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Que, pela cruz, os imortais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Desfrutarão o eterno bem.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544 - Creio, Senhor</vt:lpstr>
      <vt:lpstr>Cristo Jesus, o sangue teu,  Teu grande amor e retidão  São para mim glorioso véu  A me cobrir com teu perdão.  </vt:lpstr>
      <vt:lpstr>Creio, Senhor, na redenção  Dada na cruz ao pecador,  Que resgatou da perdição  Meu pobre ser, por santo amor.   </vt:lpstr>
      <vt:lpstr>Creio, Senhor, que nunca mais  Mal há de entrar no lar do Além,  Que, pela cruz, os imortais  Desfrutarão o eterno bem.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544 - Creio, Senhor</dc:title>
  <dc:creator>Junior</dc:creator>
  <cp:lastModifiedBy>Emerson Souza</cp:lastModifiedBy>
  <cp:revision>1</cp:revision>
  <dcterms:created xsi:type="dcterms:W3CDTF">2005-12-26T23:56:23Z</dcterms:created>
  <dcterms:modified xsi:type="dcterms:W3CDTF">2026-05-02T22:22:43Z</dcterms:modified>
</cp:coreProperties>
</file>