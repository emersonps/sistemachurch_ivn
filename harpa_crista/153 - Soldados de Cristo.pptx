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4ADD151-BDF9-6D40-702E-67F372BE2B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Clique para editar o estilo do título mestre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E029CD3-CC1F-29CA-422A-682709C0B7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Clique para editar o estilo do subtítulo mestre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66CF8DC2-5241-4C73-A46C-DFE5083B85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547DF6CE-E46F-3C7A-DF70-0215F61D74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2481F42D-6A5A-658A-5EE1-31500CDC41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9BD8E30-661A-4B83-B208-672004854601}" type="slidenum">
              <a:rPr lang="en-US" altLang="en-US"/>
              <a:pPr/>
              <a:t>‹nº›</a:t>
            </a:fld>
            <a:endParaRPr lang="en-US" altLang="en-US"/>
          </a:p>
        </p:txBody>
      </p:sp>
      <p:sp>
        <p:nvSpPr>
          <p:cNvPr id="9223" name="Freeform 7">
            <a:extLst>
              <a:ext uri="{FF2B5EF4-FFF2-40B4-BE49-F238E27FC236}">
                <a16:creationId xmlns:a16="http://schemas.microsoft.com/office/drawing/2014/main" id="{0202D257-C945-7E62-C7ED-D4CF0FB2F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224" name="Line 8">
            <a:extLst>
              <a:ext uri="{FF2B5EF4-FFF2-40B4-BE49-F238E27FC236}">
                <a16:creationId xmlns:a16="http://schemas.microsoft.com/office/drawing/2014/main" id="{42B58C34-0A44-5333-7E2B-5829C27E7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27783-7BD9-62F3-A6CF-A2555BA9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387DE-DD57-6F09-3343-AEC40F936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589396-B7AF-F149-3257-9454B7BA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B24C36-25B6-F421-5D02-59274F85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76D363-9C0A-4AA3-0D0F-35FD3E1D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B48996-A3FE-44B0-A766-789BCEB395D3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07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A7EE6-9E59-6F60-B1EC-354E81C9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4F38E7-E06C-BF0E-564C-7100525DB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BCA88E-E5B2-9E44-4D8F-E8C15C4A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D124E5-620E-A8AA-B2F4-3B21A7B6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AC89E8-E94A-7E29-B417-C67E9E06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25DFA-B06E-4B6C-93E7-EA828B113CA9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252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5265C-406F-0B01-3D64-DA742EBC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29C1CF-C588-290C-E9A4-B9DCE51FC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ECE0CC-713F-C115-378E-8307B177C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1F0BEE-39F8-D1F0-147D-0FFAAA28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17FF0B-AC9C-9885-3549-393D7D13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2A69EB-34C9-F128-9727-38F8735D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D93B55-B293-4B8F-8736-3C0E284A323C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924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AC22-DC6A-E4FC-DD3C-341A125D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67A541-D12F-92E0-E507-6BEDB7CBC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BEF80E-BA75-00F1-4F22-9A1DD47C6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D07669-B59C-098B-AE84-92B803E8C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7CEE9D-6D8F-896A-64C2-6D915E524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A3ADC6B-6F56-81D2-5DF9-34BD25C2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B1F1D8-51B0-3BFD-38E8-00F17B0F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33F690C-9AD1-D121-C17A-21C3DB18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00D68-AC92-4861-B075-A15DF75F2B6D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39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BEF92-143D-3944-2DE3-CCECEEFD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1A73049-7579-EFED-C110-51B9C4D0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F6198C-546D-8CCC-6951-6D58812E7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057495-A266-0523-8978-B837BB4B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436515-8D72-4030-830D-2310CD7C2ED6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635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EDABA1D-E844-E027-3245-11DB382E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A3BAC8-8D09-D274-1149-FDE8E9318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060052-EF26-BFD2-69DD-550B95A8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70B1B4-C63C-4BB8-BB00-9002DA61EA84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020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9E329-67EB-740F-8733-56D0BA40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8E467F-AFC0-CF1E-A317-8856BAAC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30F7B2-A8B6-AA9F-B4E3-965DA987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B76161-56D9-1A93-CA06-3DAC38CA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5C56E1-2E8B-D449-292B-BE2FC8BB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A8CBB6-D507-4E78-B0F0-6FA58E18D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AF92AF-17A1-46C4-8ED6-A4D54F529E85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668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DDA01-40E1-1C1D-4FA1-AA4EB3FA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1E649C4-AD5B-C179-1D90-49A7A179F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6FD495-5A7B-82DA-0B9C-3CD84260D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A47F1E-01CB-126A-2E88-93BFC1D57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D7DC32-0279-4DD1-206E-2C26A925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237507-89A9-8B08-5F41-4B975CD97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964D42-E3DF-489E-9D67-2145586EDDBF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379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A9585-9F2F-58AE-F1FC-BC643178C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F33E20-D2F2-F05F-96DF-50435F3B2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C452FA-B1C4-857A-0D80-5A93DF4F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8B1900-8B88-146B-4F7B-6CF46FE5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5D4783-1A2F-93F5-4D3D-36B04C70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019A5-6AD6-4E31-A966-67F1155A333D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831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B43B4A-C9EF-1DF2-B0A1-5D90C413E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ACCB59-A607-61CC-1D40-82181CD4C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E6CCEA-9B82-560E-3447-1F1027F6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EDCA00-40E8-5D3C-9D60-F1A355F1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13AD00-DA9E-ED23-15CE-02753D6D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E15A22-C3C1-4A18-A371-3B4839891C64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19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35EB1D0-A06C-9774-5D75-3F8CC56F82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Clique para editar o estilo do título mestre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1EE5567-5B56-BEA8-E9D5-A0648C2A9C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Clique para editar os estilos do texto mestre</a:t>
            </a:r>
          </a:p>
          <a:p>
            <a:pPr lvl="1"/>
            <a:r>
              <a:rPr lang="en-US" altLang="en-US"/>
              <a:t>Segundo nível</a:t>
            </a:r>
          </a:p>
          <a:p>
            <a:pPr lvl="2"/>
            <a:r>
              <a:rPr lang="en-US" altLang="en-US"/>
              <a:t>Terceiro nível</a:t>
            </a:r>
          </a:p>
          <a:p>
            <a:pPr lvl="3"/>
            <a:r>
              <a:rPr lang="en-US" altLang="en-US"/>
              <a:t>Quarto nível</a:t>
            </a:r>
          </a:p>
          <a:p>
            <a:pPr lvl="4"/>
            <a:r>
              <a:rPr lang="en-US" altLang="en-US"/>
              <a:t>Quinto nível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A5231C8D-6AA0-EB8C-0D5A-02C28250BB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B9CEBCAB-05E1-53C0-D7D3-68B641CC09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AFE30967-B974-CFFC-1235-B62F5085B6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fld id="{8B34D26C-EB7C-463A-9059-721EEB510017}" type="slidenum">
              <a:rPr lang="en-US" altLang="en-US"/>
              <a:pPr/>
              <a:t>‹nº›</a:t>
            </a:fld>
            <a:endParaRPr lang="en-US" altLang="en-US"/>
          </a:p>
        </p:txBody>
      </p:sp>
      <p:sp>
        <p:nvSpPr>
          <p:cNvPr id="8199" name="Freeform 7">
            <a:extLst>
              <a:ext uri="{FF2B5EF4-FFF2-40B4-BE49-F238E27FC236}">
                <a16:creationId xmlns:a16="http://schemas.microsoft.com/office/drawing/2014/main" id="{86F308A5-BE9E-48DE-82AA-F4554F1F1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200" name="Line 8">
            <a:extLst>
              <a:ext uri="{FF2B5EF4-FFF2-40B4-BE49-F238E27FC236}">
                <a16:creationId xmlns:a16="http://schemas.microsoft.com/office/drawing/2014/main" id="{6A503C4C-A5CC-511D-0FAB-377A4E6C2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146E078-198B-319D-32B5-B4AAE4BBD3E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524000"/>
            <a:ext cx="8208962" cy="1976438"/>
          </a:xfrm>
        </p:spPr>
        <p:txBody>
          <a:bodyPr/>
          <a:lstStyle/>
          <a:p>
            <a:pPr algn="ctr"/>
            <a:r>
              <a:rPr lang="en-US" altLang="pt-BR" sz="4600" b="1">
                <a:solidFill>
                  <a:schemeClr val="tx1"/>
                </a:solidFill>
              </a:rPr>
              <a:t>	</a:t>
            </a:r>
            <a:r>
              <a:rPr lang="en-US" altLang="pt-BR" sz="4400" b="1">
                <a:solidFill>
                  <a:schemeClr val="tx1"/>
                </a:solidFill>
              </a:rPr>
              <a:t>153</a:t>
            </a:r>
            <a:br>
              <a:rPr lang="en-US" altLang="pt-BR" sz="4400" b="1">
                <a:solidFill>
                  <a:schemeClr val="tx1"/>
                </a:solidFill>
              </a:rPr>
            </a:br>
            <a:r>
              <a:rPr lang="en-US" altLang="pt-BR" sz="4400" b="1">
                <a:solidFill>
                  <a:schemeClr val="tx1"/>
                </a:solidFill>
              </a:rPr>
              <a:t>SOLDADOS DE CRISTO</a:t>
            </a:r>
            <a:br>
              <a:rPr lang="en-US" altLang="pt-BR" sz="4400" b="1">
                <a:solidFill>
                  <a:schemeClr val="tx1"/>
                </a:solidFill>
              </a:rPr>
            </a:br>
            <a:endParaRPr lang="en-US" altLang="pt-BR" sz="4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290E3DB-3BA8-A878-E6B1-EF2100D66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268413"/>
            <a:ext cx="8147050" cy="4321175"/>
          </a:xfrm>
        </p:spPr>
        <p:txBody>
          <a:bodyPr/>
          <a:lstStyle/>
          <a:p>
            <a:r>
              <a:rPr lang="en-US" altLang="pt-BR" sz="3800">
                <a:solidFill>
                  <a:schemeClr val="tx1"/>
                </a:solidFill>
              </a:rPr>
              <a:t>Soldados de Cristo que entrastes na lida. Lutai sem desmaio, lutai com valor;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 o inimigo levai de vencida,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Dizendo que Cristo é nosso Senhor.</a:t>
            </a:r>
            <a:br>
              <a:rPr lang="en-US" altLang="pt-BR" sz="3800">
                <a:solidFill>
                  <a:schemeClr val="tx1"/>
                </a:solidFill>
              </a:rPr>
            </a:br>
            <a:endParaRPr lang="en-US" altLang="pt-BR" sz="3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E2415F1-9F6F-2E0D-36C2-F4FE32CC0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557338"/>
            <a:ext cx="8147050" cy="2879725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Soldados de Cristo, marchai sempre avante,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Levando à destra as armas da luz;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As almas perdidas buscai triunfantes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E prestes, levai-as a Cristo Jesus.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3714B26-768B-5C7B-DC9E-B38535300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412875"/>
            <a:ext cx="8147050" cy="3384550"/>
          </a:xfrm>
        </p:spPr>
        <p:txBody>
          <a:bodyPr/>
          <a:lstStyle/>
          <a:p>
            <a:r>
              <a:rPr lang="en-US" altLang="pt-BR" sz="3800">
                <a:solidFill>
                  <a:schemeClr val="tx1"/>
                </a:solidFill>
              </a:rPr>
              <a:t>Peleja, ó crente, a santa peleja,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Prossegue avante por Cristo Jesus;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 sê mui valente; na frente estejas, Dizendo que Cristo morreu numa cruz.</a:t>
            </a:r>
            <a:br>
              <a:rPr lang="en-US" altLang="pt-BR" sz="3800">
                <a:solidFill>
                  <a:schemeClr val="tx1"/>
                </a:solidFill>
              </a:rPr>
            </a:br>
            <a:endParaRPr lang="en-US" altLang="pt-BR" sz="3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6635E99-1B9C-ED0D-7E87-AB79554F2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557338"/>
            <a:ext cx="8147050" cy="2879725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Soldados de Cristo, marchai sempre avante,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Levando à destra as armas da luz;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As almas perdidas buscai triunfantes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E prestes, levai-as a Cristo Jesus.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EE1E6D7-BE9F-27F0-1273-E6BF92E90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484313"/>
            <a:ext cx="8075612" cy="2881312"/>
          </a:xfrm>
        </p:spPr>
        <p:txBody>
          <a:bodyPr/>
          <a:lstStyle/>
          <a:p>
            <a:r>
              <a:rPr lang="en-US" altLang="pt-BR" sz="3800">
                <a:solidFill>
                  <a:schemeClr val="tx1"/>
                </a:solidFill>
              </a:rPr>
              <a:t>A aurora se acerca do dia faustoso,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Em que prêmio terão a fé e o valor; 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E nele, Jesus, galardão grandioso,</a:t>
            </a:r>
            <a:br>
              <a:rPr lang="en-US" altLang="pt-BR" sz="3800">
                <a:solidFill>
                  <a:schemeClr val="tx1"/>
                </a:solidFill>
              </a:rPr>
            </a:br>
            <a:r>
              <a:rPr lang="en-US" altLang="pt-BR" sz="3800">
                <a:solidFill>
                  <a:schemeClr val="tx1"/>
                </a:solidFill>
              </a:rPr>
              <a:t>Dará a qualquer que sair vencedor.	</a:t>
            </a:r>
            <a:r>
              <a:rPr lang="en-US" altLang="pt-BR" sz="1400">
                <a:solidFill>
                  <a:schemeClr val="tx1"/>
                </a:solidFill>
              </a:rPr>
              <a:t>J.T.L.</a:t>
            </a:r>
            <a:br>
              <a:rPr lang="en-US" altLang="pt-BR" sz="3800">
                <a:solidFill>
                  <a:schemeClr val="tx1"/>
                </a:solidFill>
              </a:rPr>
            </a:br>
            <a:endParaRPr lang="en-US" altLang="pt-BR" sz="3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F413D68-F4AF-321C-7BDC-9C921A07A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557338"/>
            <a:ext cx="8147050" cy="2879725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Soldados de Cristo, marchai sempre avante,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Levando à destra as armas da luz;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As almas perdidas buscai triunfantes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E prestes, levai-as a Cristo Jesus.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rda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6</TotalTime>
  <Words>217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Garamond</vt:lpstr>
      <vt:lpstr>Times New Roman</vt:lpstr>
      <vt:lpstr>Wingdings</vt:lpstr>
      <vt:lpstr>Borda</vt:lpstr>
      <vt:lpstr> 153 SOLDADOS DE CRISTO </vt:lpstr>
      <vt:lpstr>Soldados de Cristo que entrastes na lida. Lutai sem desmaio, lutai com valor;  E o inimigo levai de vencida, Dizendo que Cristo é nosso Senhor. </vt:lpstr>
      <vt:lpstr>Soldados de Cristo, marchai sempre avante,  Levando à destra as armas da luz; As almas perdidas buscai triunfantes  E prestes, levai-as a Cristo Jesus. </vt:lpstr>
      <vt:lpstr>Peleja, ó crente, a santa peleja,  Prossegue avante por Cristo Jesus;  E sê mui valente; na frente estejas, Dizendo que Cristo morreu numa cruz. </vt:lpstr>
      <vt:lpstr>Soldados de Cristo, marchai sempre avante,  Levando à destra as armas da luz; As almas perdidas buscai triunfantes  E prestes, levai-as a Cristo Jesus. </vt:lpstr>
      <vt:lpstr>A aurora se acerca do dia faustoso,  Em que prêmio terão a fé e o valor;  E nele, Jesus, galardão grandioso, Dará a qualquer que sair vencedor. J.T.L. </vt:lpstr>
      <vt:lpstr>Soldados de Cristo, marchai sempre avante,  Levando à destra as armas da luz; As almas perdidas buscai triunfantes  E prestes, levai-as a Cristo Jesus.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153 - SOLDADOS DE CRISTO </dc:title>
  <dc:creator>Montagna</dc:creator>
  <cp:lastModifiedBy>Emerson Souza</cp:lastModifiedBy>
  <cp:revision>2</cp:revision>
  <dcterms:created xsi:type="dcterms:W3CDTF">2005-10-16T03:58:45Z</dcterms:created>
  <dcterms:modified xsi:type="dcterms:W3CDTF">2026-05-02T21:49:41Z</dcterms:modified>
</cp:coreProperties>
</file>