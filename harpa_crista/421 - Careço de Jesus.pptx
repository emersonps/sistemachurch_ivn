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5EC3D-0B4B-5B76-6319-00690586F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5E8496-41F0-21DB-AAF7-2180D4C9B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784DAF-32CE-8DCE-CCF4-B9212A4B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DFDD04-6A7E-7ED2-CD86-55F8E122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9B1704-225B-7518-BA53-E708423F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0D3D35-1554-455B-914C-F3C5F327AB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983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B31AF-13CC-5D45-8E6D-074757BA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E5F44A-A6AA-81DB-D730-F28CFD751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96BC09-9183-7144-3868-8ED1F633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AC090D-968C-CD94-4C1F-13377F29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A73A5F-414B-1B94-CE7D-3F49A439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0474E-DBBE-4A43-A14A-7CC4F06D2C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45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AC1DD-9365-E69C-43FB-A52B5FA0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50A39C-ECE6-9201-7DC1-08FA8E079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747957-095F-1895-A953-BE7DC7AB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8062F1-9289-D4AA-7BBF-D5786D88D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19FA94-4191-B945-A2A7-1689EE8C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B5CA6C-8AAD-45F1-A510-9A2D31A0D0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804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749AE-2791-1594-7259-54BD5C43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523D23-F02C-D298-B94A-3BD774C98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EAEDEE-69BB-2352-3AF7-19707417F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D39B34-73F8-6813-19B0-6C5E863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31F98-F25B-F54D-5D17-1C53B464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4AC056-2512-7B2F-F824-BD71C93A4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4B9B2C-3317-4888-9432-B0751E40AB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801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87165-2755-B7FD-B4B8-FC14548E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603F2A-3B03-9CED-5A86-DC8FDBF00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974381-1BDC-A544-2448-0D59CA78C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18B615-3055-06C8-06B1-9D899479B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0946CA-C462-02F6-7244-17F212B53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C694823-8961-EA49-D7C9-681ED6E3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B992C3-0F94-DB83-CC26-4DBAE4EA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1AC250-2911-BF6D-D753-34B2BDC5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55388F-6E8F-414E-80AA-533B2A3391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163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4BE90-DE38-7CCC-F159-2CEF3A2C9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BD97E2-CE43-3A91-CCB6-44354CA6C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50513F1-A528-11CE-7486-00CE647B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655A61-770F-7BEE-0556-F7E46AEB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D71BF-5336-4C71-A592-7A21C096C8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999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93DD71A-756D-B18D-BBF5-48B52EDE3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0FFAEC-E3F7-28D4-DECA-06EAF344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026CF5-E8FD-8B8A-9BA5-DEACA4CB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FD2A61-C0CE-4B05-A853-02F655F69C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450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E9272-FEFE-BAD6-44D7-13ECDCDF5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334BD6-4801-CDBF-D8B0-4C7BD6B13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5D66BC-A788-0623-990C-1E083C566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2AA375-B4D6-8A5B-A8A0-D0C7309D6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23F00C-9996-1A88-AC7A-EAA4D65F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DC7919-0FBF-53D3-D3E3-ED1CD0D6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CF77DC-FC8F-415A-977E-2353B57F6E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112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E2557-168C-84B3-B4EF-D73D8AE7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4AB50C-5B98-4243-16DE-4EFC9D934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7C4C88-655C-2493-15BA-8F9744905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94F5CB-2B6E-79CD-0E46-3350C60C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5C185D-33A2-FDE9-996E-2C821A06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4F534F-894E-AAA4-7934-A80B8D51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4B893-87BD-4F38-B6C0-3DE2AE47D4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971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DDB05-3BC3-C4B7-E775-5F9EF94D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E2F7A4-E84F-E48E-A21F-3CBE6A52E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464245-6716-6D5C-95A8-777B5D5AA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4568ED-8FD5-E926-F5A4-5CFB3F51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6B2F4A-3B8A-C3E7-BABB-AED79864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65053-C727-4C47-BF31-20E71F055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229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F12878-A490-1DE4-027D-3DC24B1111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CEA964-B779-BA19-5A01-E15FD2E2D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EBE738-320B-B448-E818-E74BBE7C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CAF4EC-4EC4-78F9-D6DD-79228DCF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AAC787-13C2-075B-EEC0-C5A53C4A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6C7D0-8727-42D3-9372-E4847839BD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473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F5EA9B-BE4B-F304-A211-4737F4B7BF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43EA98-4D96-D344-66E3-6D5FBD29D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FB3DED6-3336-62C0-09F0-80ABDEB863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A8F058-F69A-354B-999B-D80B85B3DE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F4F577-A1A6-0BB6-C85F-B54479FC915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6C0CF5B-4AF1-4DF3-B0E3-F12CC1E147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3D93EC8-2F0B-E4F7-D69D-E8974AE19BF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421</a:t>
            </a:r>
            <a:br>
              <a:rPr lang="pt-BR" altLang="pt-BR" sz="4400" b="1"/>
            </a:br>
            <a:r>
              <a:rPr lang="pt-BR" altLang="pt-BR" sz="4400" b="1"/>
              <a:t>CAREÇO DE JESUS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9427C7-CCE3-20E6-65E0-A776D6DDF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Quando de Ti careço Jesus, meu Salvador!</a:t>
            </a:r>
            <a:br>
              <a:rPr lang="pt-BR" altLang="pt-BR"/>
            </a:br>
            <a:r>
              <a:rPr lang="pt-BR" altLang="pt-BR"/>
              <a:t>O Teu amor, O vem m'alegrar,</a:t>
            </a:r>
            <a:br>
              <a:rPr lang="pt-BR" altLang="pt-BR"/>
            </a:br>
            <a:r>
              <a:rPr lang="pt-BR" altLang="pt-BR"/>
              <a:t>Quando de Ti careço.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421 CAREÇO DE JESUS</vt:lpstr>
      <vt:lpstr>Quando de Ti careço Jesus, meu Salvador! O Teu amor, O vem m'alegrar, Quando de Ti careço.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421 - CAREÇO DE JESUS</dc:title>
  <dc:creator>Montagna</dc:creator>
  <cp:lastModifiedBy>Emerson Souza</cp:lastModifiedBy>
  <cp:revision>2</cp:revision>
  <dcterms:created xsi:type="dcterms:W3CDTF">2005-10-21T06:46:23Z</dcterms:created>
  <dcterms:modified xsi:type="dcterms:W3CDTF">2026-05-02T22:12:03Z</dcterms:modified>
</cp:coreProperties>
</file>