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9D07D-DA97-3C4A-7047-0CA21F7CC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C7E906-9DD9-D537-E4FA-77971419B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929E9B-3087-0116-BD15-C99A72FB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AAA74E-701A-1136-5E15-118F8EC1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00AFF1-078A-995B-38D2-9C6E12B4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D9F13-9F26-4018-9618-B2334B558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021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BA753-6520-54D2-058F-39B15CB07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965EBD-55E9-3DA5-90F5-D44CC31CC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9473D6-6AF4-DC5C-2DCC-C2680F1A7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E8973-E9F1-F28D-5967-88B1676D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5FBA90-E519-7C17-DB20-99F5C4DF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B5312-83A7-4497-830D-A22CB98288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921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EBE49-DB96-0179-DFA2-2BFD9E44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F8FA3A-2F4F-023A-0A7D-3F6B84E78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117EAB-E715-E313-C611-4A530051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0A539F-9799-AD0E-7B67-9ED8BD98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0609F-4B8F-F920-081D-6C0C68E1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C31983-7EE3-4C89-8040-1456C67295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825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47939-A129-0716-D340-21A2529E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84AC64-AB9A-3944-6782-DD7FDB9B5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9C3AAC-DCEA-A43C-E12C-9AEC5AFE3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2ECF29-0E67-0B68-DC01-DBFEF4AE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BDF0E3-335A-AA80-339D-CFE5A3A5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D5E801-5ADC-71AC-D410-D06AF3CC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3FB13A-FF0E-4B0F-8897-E41F134043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232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2526E-1E95-DEE0-ED8D-9059E1FB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59AA47-9B69-CDE5-6596-7154C5F6A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E7EA94-4EF0-FC48-86AB-577D6C0FC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C9A4AC-8BCD-8FD7-9AE3-AEAA59025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CF5C44-1925-9502-C309-8258D9A4F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67A88B-CC8E-4008-8CAA-63765566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FB82E1-95B0-8F7F-05F9-C83A0798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75ECC6-FFCC-157F-24E6-5EC511D8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37A94-B424-45AC-8E1C-ED8DB2366C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433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B83C9-DAA4-5090-EBDF-1F7EE226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4D119E-2437-05A5-7CCF-A5B3B2AB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12905B-953F-B267-43BF-F8F3C63D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C65AA8-CF34-1DF4-42E2-F2BA49D0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02E90-2BB8-4C1C-84BE-96E03E0E53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772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ACF669-5C32-C44D-C1B4-32301C8B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3E724B-CE17-3592-E6F1-A9E2DDDE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ED6FED-29FB-4297-7FBD-814C91B0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0EE6D-37AD-48E6-8CDE-DF15423FFF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908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D8BC7-CFB5-59AA-F653-4EE77615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F3850E-5FFE-CF04-F6E7-738B08008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56E730-9865-EE9F-3EE7-F94DF5255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1E08C4-BD3B-21AB-5A3D-3B36B4AD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F78D57-32B2-DB77-5E4C-B54D5801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06E5CD-7253-A543-1F45-43C75A44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C43E8-A727-44CF-9AB4-3E8CD850F7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503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408B3-2A71-A7C1-177F-74E2D9A2C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D93E18-5290-EFC9-904E-703A878CE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2FFFFE-0CC6-A714-803D-D397522BB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C0FB6B-722C-91CB-9449-BDB976725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AA362B-B325-DEEA-A167-4A96BEB9D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2ACE59-1A95-8B16-F978-1B38FF45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09481-FA7A-445D-AA15-C31D74E3A6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0980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F6D8A-721D-002D-A8DD-26C4729C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BD63DD-89A8-8FB1-5EA4-4FE84FB60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4F2679-E554-6BA7-969A-06117435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8EC8F6-A3E1-FFA8-D025-E551B20A4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30056-6F74-9421-E135-831F4E53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46781-0253-41DA-A18E-71717C4378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525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191A99-323C-4886-F1C4-62EECF175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A6064D-EDAD-660C-D64D-785D3B7F4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79B1FA-E548-9AA7-D2F0-9281013E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9E68F-C2DE-AE23-393E-95D22F9F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9B3CD6-5A8B-DBDE-5AFC-4DA86477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C91C7-EBB6-46AB-8F6E-0CC8620993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084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82BC01-5616-8864-411C-2B66A1D8E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3CEAF54-9667-12D2-61DE-73CB11EC7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3A09C2-80A0-AAA2-BD5D-0DF1A6C413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BBEF48-5CC7-3580-1DD5-482FD7433B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974ED7-56A9-6CEE-124A-F9FF66B2B0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0543FE8-A7EA-4F59-9268-4FAD7FD888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5F71801-21F4-226B-F2D3-BF581E6A56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447 – Nascer de Novo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698FEEB-057B-F59A-1BC5-03FAF0665D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6084B58-FEFD-CB99-E346-C997FD98E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Nascestes de novo? </a:t>
            </a:r>
            <a:br>
              <a:rPr lang="en-US" altLang="pt-BR" sz="4000" i="1"/>
            </a:br>
            <a:r>
              <a:rPr lang="en-US" altLang="pt-BR" sz="4000" i="1"/>
              <a:t>Andas já com Deus?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Pertences ao povo, </a:t>
            </a:r>
            <a:br>
              <a:rPr lang="en-US" altLang="pt-BR" sz="4000" i="1"/>
            </a:br>
            <a:r>
              <a:rPr lang="en-US" altLang="pt-BR" sz="4000" i="1"/>
              <a:t>Que vai para os céus? </a:t>
            </a:r>
            <a:br>
              <a:rPr lang="en-US" altLang="pt-BR" sz="4000" i="1"/>
            </a:br>
            <a:r>
              <a:rPr lang="en-US" altLang="pt-BR" sz="4000" i="1"/>
              <a:t>Tens a lei escrita no teu coração? </a:t>
            </a:r>
            <a:br>
              <a:rPr lang="en-US" altLang="pt-BR" sz="4000" i="1"/>
            </a:br>
            <a:r>
              <a:rPr lang="en-US" altLang="pt-BR" sz="4000" i="1"/>
              <a:t>Em ti já habita plena salvação?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EDBE483-40E4-FCA2-0BB8-24382D646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Se o caminho é estreito, </a:t>
            </a:r>
            <a:br>
              <a:rPr lang="en-US" altLang="pt-BR" sz="4000" b="1" i="1"/>
            </a:br>
            <a:r>
              <a:rPr lang="en-US" altLang="pt-BR" sz="4000" b="1" i="1"/>
              <a:t>A porta é também,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Tudo está feito, não demores, vem!</a:t>
            </a:r>
            <a:r>
              <a:rPr lang="en-US" altLang="pt-BR" sz="4000"/>
              <a:t> </a:t>
            </a:r>
            <a:r>
              <a:rPr lang="en-US" altLang="pt-BR" sz="4000" b="1" i="1"/>
              <a:t>No portai da vida Cristo acharás,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findar a lida lá no céu tu estarás.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7C61844-8473-D52A-F812-DE25F4D26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Já desceste às águas, </a:t>
            </a:r>
            <a:br>
              <a:rPr lang="en-US" altLang="pt-BR" sz="4000" i="1"/>
            </a:br>
            <a:r>
              <a:rPr lang="en-US" altLang="pt-BR" sz="4000" i="1"/>
              <a:t>Passaste o Jordão?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Tens ainda mágoas no teu coração? Foste batizado como foi Jesus?</a:t>
            </a:r>
            <a:r>
              <a:rPr lang="en-US" altLang="pt-BR" sz="4000"/>
              <a:t> </a:t>
            </a:r>
            <a:r>
              <a:rPr lang="en-US" altLang="pt-BR" sz="4000" i="1"/>
              <a:t>Segues a Seu lado para o céu de luz?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46531D2-29E5-9E82-9382-9F449A6CE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Se o caminho é estreito, </a:t>
            </a:r>
            <a:br>
              <a:rPr lang="en-US" altLang="pt-BR" sz="4000" b="1" i="1"/>
            </a:br>
            <a:r>
              <a:rPr lang="en-US" altLang="pt-BR" sz="4000" b="1" i="1"/>
              <a:t>A porta é também,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Tudo está feito, não demores, vem!</a:t>
            </a:r>
            <a:r>
              <a:rPr lang="en-US" altLang="pt-BR" sz="4000"/>
              <a:t> </a:t>
            </a:r>
            <a:r>
              <a:rPr lang="en-US" altLang="pt-BR" sz="4000" b="1" i="1"/>
              <a:t>No portai da vida Cristo acharás,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findar a lida lá no céu tu estarás.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FBE01F4-AF03-0186-F98F-2A582FB2B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O poder vindouro recebeste já? </a:t>
            </a:r>
            <a:br>
              <a:rPr lang="en-US" altLang="pt-BR" sz="4000" i="1"/>
            </a:br>
            <a:r>
              <a:rPr lang="en-US" altLang="pt-BR" sz="4000" i="1"/>
              <a:t>Tens o teu tesouro escondido lá? </a:t>
            </a:r>
            <a:br>
              <a:rPr lang="en-US" altLang="pt-BR" sz="4000" i="1"/>
            </a:br>
            <a:r>
              <a:rPr lang="en-US" altLang="pt-BR" sz="4000" i="1"/>
              <a:t>Vida de vitória vives já com Deus?</a:t>
            </a:r>
            <a:r>
              <a:rPr lang="en-US" altLang="pt-BR" sz="4000"/>
              <a:t> </a:t>
            </a:r>
            <a:r>
              <a:rPr lang="en-US" altLang="pt-BR" sz="4000" i="1"/>
              <a:t>Marchas para glória? </a:t>
            </a:r>
            <a:br>
              <a:rPr lang="en-US" altLang="pt-BR" sz="4000" i="1"/>
            </a:br>
            <a:r>
              <a:rPr lang="en-US" altLang="pt-BR" sz="4000" i="1"/>
              <a:t>Andas para os céus?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B8FE29-584A-EE9E-38CA-862EF4DA0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Se o caminho é estreito, </a:t>
            </a:r>
            <a:br>
              <a:rPr lang="en-US" altLang="pt-BR" sz="4000" b="1" i="1"/>
            </a:br>
            <a:r>
              <a:rPr lang="en-US" altLang="pt-BR" sz="4000" b="1" i="1"/>
              <a:t>A porta é também,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Tudo está feito, não demores, vem!</a:t>
            </a:r>
            <a:r>
              <a:rPr lang="en-US" altLang="pt-BR" sz="4000"/>
              <a:t> </a:t>
            </a:r>
            <a:r>
              <a:rPr lang="en-US" altLang="pt-BR" sz="4000" b="1" i="1"/>
              <a:t>No portai da vida Cristo acharás,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findar a lida lá no céu tu estarás.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41C0D22-17CC-9D0F-1490-CA4CFDD7B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Ao ouvir o brado: “Eis que Cristo vem”,</a:t>
            </a:r>
            <a:r>
              <a:rPr lang="en-US" altLang="pt-BR" sz="4000"/>
              <a:t> </a:t>
            </a:r>
            <a:r>
              <a:rPr lang="en-US" altLang="pt-BR" sz="4000" i="1"/>
              <a:t>Tens te preparado pra dizer amém? Alvo é teu vestido, clara é tua luz? Canta co'os remidos </a:t>
            </a:r>
            <a:br>
              <a:rPr lang="en-US" altLang="pt-BR" sz="4000" i="1"/>
            </a:br>
            <a:r>
              <a:rPr lang="en-US" altLang="pt-BR" sz="4000" i="1"/>
              <a:t>- Vem, Senhor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1A5CDAD-45AB-CD77-F965-431E55233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Se o caminho é estreito, </a:t>
            </a:r>
            <a:br>
              <a:rPr lang="en-US" altLang="pt-BR" sz="4000" b="1" i="1"/>
            </a:br>
            <a:r>
              <a:rPr lang="en-US" altLang="pt-BR" sz="4000" b="1" i="1"/>
              <a:t>A porta é também,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Tudo está feito, não demores, vem!</a:t>
            </a:r>
            <a:r>
              <a:rPr lang="en-US" altLang="pt-BR" sz="4000"/>
              <a:t> </a:t>
            </a:r>
            <a:r>
              <a:rPr lang="en-US" altLang="pt-BR" sz="4000" b="1" i="1"/>
              <a:t>No portai da vida Cristo acharás,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findar a lida lá no céu tu estarás.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447 – Nascer de Novo </vt:lpstr>
      <vt:lpstr>Nascestes de novo?  Andas já com Deus?  Pertences ao povo,  Que vai para os céus?  Tens a lei escrita no teu coração?  Em ti já habita plena salvação?  </vt:lpstr>
      <vt:lpstr>Se o caminho é estreito,  A porta é também,  Tudo está feito, não demores, vem! No portai da vida Cristo acharás,  Ao findar a lida lá no céu tu estarás.  </vt:lpstr>
      <vt:lpstr>Já desceste às águas,  Passaste o Jordão?  Tens ainda mágoas no teu coração? Foste batizado como foi Jesus? Segues a Seu lado para o céu de luz?  </vt:lpstr>
      <vt:lpstr>Se o caminho é estreito,  A porta é também,  Tudo está feito, não demores, vem! No portai da vida Cristo acharás,  Ao findar a lida lá no céu tu estarás.  </vt:lpstr>
      <vt:lpstr>O poder vindouro recebeste já?  Tens o teu tesouro escondido lá?  Vida de vitória vives já com Deus? Marchas para glória?  Andas para os céus?  </vt:lpstr>
      <vt:lpstr>Se o caminho é estreito,  A porta é também,  Tudo está feito, não demores, vem! No portai da vida Cristo acharás,  Ao findar a lida lá no céu tu estarás.  </vt:lpstr>
      <vt:lpstr>Ao ouvir o brado: “Eis que Cristo vem”, Tens te preparado pra dizer amém? Alvo é teu vestido, clara é tua luz? Canta co'os remidos  - Vem, Senhor Jesus.</vt:lpstr>
      <vt:lpstr>Se o caminho é estreito,  A porta é também,  Tudo está feito, não demores, vem! No portai da vida Cristo acharás,  Ao findar a lida lá no céu tu estarás.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447 – Nascer de Novo </dc:title>
  <dc:creator>Junior</dc:creator>
  <cp:lastModifiedBy>Emerson Souza</cp:lastModifiedBy>
  <cp:revision>1</cp:revision>
  <dcterms:created xsi:type="dcterms:W3CDTF">2005-12-26T18:39:59Z</dcterms:created>
  <dcterms:modified xsi:type="dcterms:W3CDTF">2026-05-02T22:14:29Z</dcterms:modified>
</cp:coreProperties>
</file>