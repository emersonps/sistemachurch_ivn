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14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C694EA-50BD-BA93-89CA-B77867A676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2A37B1B-10A0-F460-2EC8-6C870C8012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2BE7B1-262D-4ADB-D903-92EF46A57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BB8256-F675-14B5-BC3E-8262030B4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F42D30-6D4C-F5A4-0C70-688DF0C65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40290A-4886-471C-8943-850015FD8CE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51216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12F232-7780-38D0-6831-FC0F2D667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262E38-44C2-C9DC-BB20-7AEC2B96F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83F23F-A9D0-7575-001F-F60B745B4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DB05E1-F069-09E1-EEFC-A0F5A6C4C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99BD90A-C4B6-F512-8FE8-7F22353FC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2521FB-EC63-4089-BCA1-682EE113599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43066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7B1754-8915-91C1-AAB4-C88154A4D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7DCBCBF-45AA-3590-05ED-B5A6948CB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84E261F-E739-4369-2374-357A6F10B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3680352-BCB5-AD7B-CD93-5178A2CE2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B4B00E-1963-0A46-2FBA-1DECF7D86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985882-2E6E-4806-B9F0-2B978A9D0EC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31060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8E7C17-C4EF-4B26-7C5E-1AAF9148C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0F15DF-07E6-B283-94FF-A9B306B2DC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E26A267-B837-E180-E4D7-524AACC811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0499002-F1EC-1933-E4D7-47193F9A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735B4BB-59FF-8178-ABBC-0E6F61681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7CFCDBC-E82E-CE50-A5EC-BAC6C2ACB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2CD21D-9BE6-4E18-A04B-CAF57BCFEF9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9947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2F0D72-16D4-BD10-002E-9412E0500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52BBEA2-480D-040B-E7A0-428726B42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DA42CA8-C7E6-1574-24B4-1E94BC95B8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BE29A0A-3DBB-B935-EEED-25ED14247E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385CF18-D5C0-0D8C-ADF7-D780EB4CA8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03D7395-85DA-8BFC-4180-8E153EF63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2CD7877-ED51-1078-98BF-9A14C9280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12A1E0A-2FD9-7A17-72BF-BDE143D42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BD8F9D-D19F-4D66-812C-D498E1BDE1F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05317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375E2F-1925-0235-D7AC-A824EC5E7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44F2150-C953-134E-A87F-BFB8BEE1C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45EE24E-2F0A-D85A-CBE6-BC26FFEDF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004CD37-35DC-CCCC-A291-59BB1F7E8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EA79C0-A778-48EE-9006-4A77ED1E8D9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89249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D2778F4-E3BC-CFC0-1B80-E7B1EB723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AD405CA-620E-ECAC-1EEA-624C136FB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9BF1C7D-657B-8B78-E97C-2C6002D42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C34817-D5FB-4E06-A355-8244B62102D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80148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A062EE-BD01-1B91-619E-A2A5195D4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7390B2-40D3-B17A-F1B5-1A9F74FD9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551039-C944-FC40-993F-224139C71D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724B529-5986-C292-100B-0630B903D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B2F69E6-09A4-1372-9EC9-B0AB132B8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99AED8B-8B93-F399-DA16-ABEBD1D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8E3EDB-B120-4BB5-8D7D-67778B690C6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8713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72A62A-8FB9-1756-FA6C-B71C63FEE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0102397-5773-E94D-B424-151A7B831C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73D4EB8-687F-2D2A-75B9-1E671A0F13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467F03B-EFBB-2EA0-BE12-441F3564A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C2B8163-D9EB-F75F-1EA3-A40F2962A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ADEADFF-7CB0-6E93-C103-32539FAD6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DE9404-CA6C-4E19-A056-579C46FDC1F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40769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7CEA83-523F-75B4-BB01-2F79CC7C6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E4E1E1E-D12F-0B30-624D-22EA259F52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2FBFED-2BEC-40C9-FDF1-053213D70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015AB6-8E54-4F20-F2CA-15B7ECDAB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6152DC-5654-AE28-2AA3-72C590655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82E108-6B25-453A-A1A2-9AF5070FF27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16865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F11F402-E404-9A08-EE20-986BC482F7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E574989-CF36-45DA-9C33-E570EF908E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336CED-594C-ADB6-A81F-508E60596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D031AA-BEA5-BE29-7726-CE19C2503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6CFC15-A84F-2B2E-1E30-C3E46153A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A31685-E820-463B-B904-B502DD89355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14794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4CB5FCA-9482-C1CF-1A66-DCB3CA1483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1EC7E0D-CFA0-0694-9789-13F74857B4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C227AF3-A021-662F-7487-2D6AA468803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C275194-4DC2-38AD-5A70-53C3C96D95F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ED3139C-A5C1-7D68-BF90-9C21EE8D5D5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39B2ED8-8605-42A2-826F-BDF80BBAA3C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42C1048-403A-6A61-964F-B0615B6F2FD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36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538 – Tu, Senhor, És Nosso Amigo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F3BA521-11F2-F8A4-41E8-97E88B35A12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2EF3A395-0D47-C20D-2977-87ABC864D4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Tu, Senhor, és nosso amigo,</a:t>
            </a:r>
            <a:br>
              <a:rPr lang="en-US" altLang="pt-BR" sz="4000" i="1"/>
            </a:br>
            <a:r>
              <a:rPr lang="en-US" altLang="pt-BR" sz="4000" i="1"/>
              <a:t>Que vieste nos salvar,</a:t>
            </a:r>
            <a:br>
              <a:rPr lang="en-US" altLang="pt-BR" sz="4000" i="1"/>
            </a:br>
            <a:r>
              <a:rPr lang="en-US" altLang="pt-BR" sz="4000" i="1"/>
              <a:t>Tu, que nos tens sempre amado,</a:t>
            </a:r>
            <a:br>
              <a:rPr lang="en-US" altLang="pt-BR" sz="4000" i="1"/>
            </a:br>
            <a:r>
              <a:rPr lang="en-US" altLang="pt-BR" sz="4000" i="1"/>
              <a:t>Vives para nos guardar.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Microsoft Office PowerPoint</Application>
  <PresentationFormat>Apresentação na tela (4:3)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4" baseType="lpstr">
      <vt:lpstr>Arial</vt:lpstr>
      <vt:lpstr>Design padrão</vt:lpstr>
      <vt:lpstr>538 – Tu, Senhor, És Nosso Amigo</vt:lpstr>
      <vt:lpstr>Tu, Senhor, és nosso amigo, Que vieste nos salvar, Tu, que nos tens sempre amado, Vives para nos guardar.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538 – Tu, Senhor, És Nosso Amigo</dc:title>
  <dc:creator>Junior</dc:creator>
  <cp:lastModifiedBy>Emerson Souza</cp:lastModifiedBy>
  <cp:revision>1</cp:revision>
  <dcterms:created xsi:type="dcterms:W3CDTF">2005-12-26T23:19:46Z</dcterms:created>
  <dcterms:modified xsi:type="dcterms:W3CDTF">2026-05-02T22:22:13Z</dcterms:modified>
</cp:coreProperties>
</file>