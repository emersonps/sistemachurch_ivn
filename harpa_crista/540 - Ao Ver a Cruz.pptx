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AFC7C1-16FD-7713-EBFB-5B4E6D4FA7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38BC769-D75B-440A-3F44-BDF2446BD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E182FA-EE94-5CAD-8773-DD43472D3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8AC9CB-18C7-9A27-086A-A4E65E7F2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1846D2-3CD6-001B-9E81-6DE4370AA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03FD3A-0D93-422C-A189-CD431252455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47378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983F78-6696-D4D5-BFFE-860066FAF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B6620C-64D9-C235-3B4B-29B6D67B4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8FC725-486A-CC8C-9008-E6ABC6F6C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F2C002-3FB0-D0ED-65F9-3710B82D8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7F141B-9FC3-242C-AA6D-3CD0E0211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D45F5D-A142-41FA-880B-DCD8DFCE643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27965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D744A-082D-2C7E-B40B-2D0F41615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3E4BF3-CFF4-E1F2-CDE6-FC7394451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BFE232-6243-B75C-3F4B-66FF55DD0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30A5CC-FC46-0C10-3979-B3BF46A33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8E1FE0-2716-59D7-8D80-609CDFC25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24245C-AD26-48AA-A4C0-DBFDDE83715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99243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C52265-D578-3970-7B58-E254C2532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C5E197-6141-1604-9773-009D6197BD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F32365E-87A3-1DA1-451C-37A1922273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ACC7A77-D957-A1F1-5262-1FC0CABF9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FE4E64F-92D2-846E-56C9-F55DAB9D0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0F552D1-F219-341F-3F6B-F74FCA6D5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1D6F27-78F4-47D6-8D95-5EA398510E5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32278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D5CB70-7CBD-7F56-B31B-2F59F8764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0A06C24-F7DC-E9EC-3A0E-0713041EB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06E24FE-C7D6-775E-33C1-84C7AA4118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48E628C-34F0-8D56-D43A-1D526B81A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D44A3FF-B393-432E-1FE9-1AD107D900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B448A69-90CE-7A8F-A254-33DE6B36A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8B3A4CE-2323-E73E-9B56-C6621A4AC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9F615CE-CF9D-02F8-FC7F-9D9B549EC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1A12AC-C51F-4DC7-B8F3-903ED1AEFE7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7640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F1FF77-DEAD-2A3C-CC7B-38244E7B6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6C5735F-3269-D156-4789-BC13FA5B5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C41F153-BC38-9A19-139B-F72012070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C57DBC0-545D-1AC8-804B-B88BD7185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C11CC8-5632-4547-8C71-099369FDD5D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02783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C0744C1-498E-D624-AAFB-23DEB210D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2B91922-0CF2-A8D8-F959-D47083AE4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3B736A-DBEE-5439-34C3-38F70B77A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3F47EE-E077-4C26-9D94-D7AD84879DF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96930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019F5C-A13B-9886-7F9F-A24AC1ACF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4FE9A7-5BA7-5724-D385-6D4B6DAB3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647B6B9-EF33-5FF9-7AC5-FACE2079A5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7C8FB3F-86DB-1B82-BE2D-7131BD7C3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5C8FF97-313F-52DD-837B-012CF62A5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81C19B3-FAB3-B3D0-3041-EFE247D60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E00E-7D4D-47C1-A07D-E22EEF18AEA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3106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BA6B3A-5861-3FFC-35E4-C53513048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1744D7D-04E1-85C0-2574-7C8B671B6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EDBCE7A-6BB8-9191-3303-2867529976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C5E24A-FE14-8EA9-5DF3-6BE1EFFD8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95DF22-AA5D-8561-EA32-274B5EB6D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3E41D48-0CE9-1312-B252-C9B6E4F19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56BB87-927E-4D00-AC3E-5A506A8E682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48712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B28685-0636-100C-2BB6-8954C60B9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A14E155-BB85-37B4-9DD8-0D2E7F022C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DE672E-759B-3BE4-5A09-03EDFE0DC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53E6B1-CE6F-1FF7-8242-E017D4A93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21A7AD-C7F7-D0F8-072A-C3558FCD0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8A0445-CABF-418E-9A8B-39406BB2368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02332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6BFB2AC-8448-ABA5-A626-D228E79DE9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73510A9-C9C2-7920-810B-1CF4B4E1D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7306E9-51D5-B929-A070-C2B4821BD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147A54-67DE-0803-3942-542B1C8AE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E3B8A5-4059-8E30-CDDA-BBB8A53B4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B51BC5-5582-4500-92EC-6E442331214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64067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63E30E4-C60C-4C9C-FCC7-7875B3C640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B462325-A2DC-863C-4136-DD1E612361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71CA990-07BA-BC81-D64C-EADF091DF22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BE12A5E-F38F-BB0B-DC7D-A366DAF23F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0039D23-9C4B-43AA-BEEF-6F2315CE50A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51080A5-487E-4475-B2B0-46461C3B0E2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7DC18A2-1368-D131-4C57-6D1787782D6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540 – Ao Ver a Cruz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CF1BA27F-B4AB-D730-C5C0-7C4C915D3B8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B0EB360C-E7A0-DE57-8952-72D0C0806F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Ao ver morrer na rude cruz,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Em dor e angústia meu Jesus,</a:t>
            </a:r>
            <a:r>
              <a:rPr lang="en-US" altLang="pt-BR" sz="4000"/>
              <a:t> </a:t>
            </a:r>
            <a:r>
              <a:rPr lang="en-US" altLang="pt-BR" sz="4000" i="1"/>
              <a:t>Compreendo ser um pecador,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meu orgulho sem valor.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C607C16-8131-3648-B5A5-03D770BD3C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As mãos, os pés e a fronte em dor</a:t>
            </a:r>
            <a:r>
              <a:rPr lang="en-US" altLang="pt-BR" sz="4000"/>
              <a:t> </a:t>
            </a:r>
            <a:r>
              <a:rPr lang="en-US" altLang="pt-BR" sz="4000" i="1"/>
              <a:t>Derramam sangue por amor;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Oh! santa mão! Ferida mão!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Deseja dar-me salvação.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350C93E-2F7D-49ED-9EB0-DFCCC25678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Dou graças mil a meu Jesus;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amor provado sobre a cruz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Irá sustar e conduzir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minha vida no porvir.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540 – Ao Ver a Cruz </vt:lpstr>
      <vt:lpstr>Ao ver morrer na rude cruz,  Em dor e angústia meu Jesus, Compreendo ser um pecador,  E meu orgulho sem valor.    </vt:lpstr>
      <vt:lpstr>As mãos, os pés e a fronte em dor Derramam sangue por amor;  Oh! santa mão! Ferida mão!  Deseja dar-me salvação.    </vt:lpstr>
      <vt:lpstr>Dou graças mil a meu Jesus;  O amor provado sobre a cruz  Irá sustar e conduzir  A minha vida no porvir.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540 – Ao Ver a Cruz </dc:title>
  <dc:creator>Junior</dc:creator>
  <cp:lastModifiedBy>Emerson Souza</cp:lastModifiedBy>
  <cp:revision>1</cp:revision>
  <dcterms:created xsi:type="dcterms:W3CDTF">2005-12-26T23:45:04Z</dcterms:created>
  <dcterms:modified xsi:type="dcterms:W3CDTF">2026-05-02T22:22:24Z</dcterms:modified>
</cp:coreProperties>
</file>