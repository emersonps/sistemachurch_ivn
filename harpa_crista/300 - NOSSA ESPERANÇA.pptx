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4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716D4-03F8-BC6F-CDA1-CE9140A7E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3B158F-37BD-DBC4-DA51-5CF7A31DA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ED34C-94CB-ACE7-4615-6645B53F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23B0CA-40F0-7E30-0911-3889E6B7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B86A4C-07A7-AD58-A7A7-CC109895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718D5-3BC9-45A8-A9D5-32542444C6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693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E0343-3E51-40A3-734E-A1DACECB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5E1C71-0B3B-2517-9DEE-589F8F857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08AB23-1A9A-60FB-8FBC-2B0527FE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3D0550-EAD0-F905-D624-4B57B076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B6884C-E167-F0B8-F332-2B239EAE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2B719-8073-44C0-B748-0EA78A7619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36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4A477-8038-B9D7-2547-A3B5489CB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E93DFB-CB83-4157-73AF-E04A353B2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A8B073-E10F-6FED-9879-7B65500D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2E4BDD-CC25-31FD-3F81-5520D9B6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463E12-087C-D16D-63AE-5BFF8B57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A9AE85-3D8A-48AD-A30E-3476C28398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580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CDD9D-7AF2-3C31-F563-B2C93399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D9184C-7908-05AF-FAE4-3FAC0E3BB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CAA598-BD49-A50C-E8DB-FFDBD7CC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E9CE64-A795-FF83-6EB1-81BECB9C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4AD981-5DD8-12E5-D1CA-55BB058C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8D54F9-1046-E3C3-BA6B-53E150F0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E5C8B9-5D87-490C-A204-F4E382B650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714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6DEAB-6879-55A1-DFD4-C18E1645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037F88-D0A2-D581-F3EE-3FB42AA95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2C2619-9501-440F-6800-007A26D44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F25ECF-3B00-113C-2D0E-8FB95527A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0049A0-2E9C-09E7-B583-C94F0D1BF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96662C-DB38-9547-4FD9-DF54F2B2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A79320-A318-92B5-6CA5-A2531AE5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61E05C-B06F-5F2C-B297-7D8E9D98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56D6B0-E1A5-4AAD-99FF-752984D249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164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29917-B9A6-A6AF-ED09-90E2914A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42407A-A8F7-461E-D959-863CF247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29B271-7E60-1DBC-5902-3BA8D1B0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4604AE-B258-D869-873A-CA89D27D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5C8DCD-1502-4437-9369-E599D8F3DA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424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E20C1-F6EF-02AC-82B0-7E4BB3E9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39FFBD0-9CBE-09EE-EB0B-9C1FF1C5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3C3779-9463-FD2C-EA36-4A4D55DA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DFD8B-D573-470D-B5D1-72F2E432D4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525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F3461-BD10-3E37-6D40-FE138B36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7320BD-9EA8-D3B0-6201-177A2649F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A9CAF6-2659-093D-BE2E-09AC834A5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B117DD-A725-8F9C-3D45-42783BDB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8EDEFC-D476-96E5-1C3A-4D255E11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46EDB9-C3DB-5FD3-E08F-CD529A45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CB64F-C32E-48A6-9B95-989F8991DC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816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AA72D-BA45-CB16-E697-FAA2CEB67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C9F869-9106-C27F-9AF7-DF9261C89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AAB1FF-F310-7EA1-AC73-AD62E617E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631230-45A5-99DB-E054-C9FCFEDD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9FDA63-F4E0-6C11-8B70-B9E7BBAD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9917F7-87BF-06C8-FB6C-0188573A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4BDD53-0B76-42FA-A280-F5E39F23FA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758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798A2-0F52-CD76-D11F-20E793C9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767DA1-9BAA-469E-5EAD-312F9832E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9FD199-92A6-CAC6-31EA-5FCE214F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51DBB-5D71-3F00-1262-6E105E18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DEA20F-9D70-A134-D39E-EECBBFBA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0E871-964F-4D9F-B675-506C3F339F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259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334E2F-3E9F-11F9-A482-47D6390B7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E4EC45-DF33-BF81-28BE-A00EDA6A1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3814B9-20E5-3C8B-37CD-60C0BFBB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B3C136-E1CD-9337-4773-468CE12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7A9B6B-5792-1FFC-065B-39A6BECA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483D2-200E-4996-B979-F1E8548B20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9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03953C-C141-36CF-941E-1B7C62F55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F5616A-22BD-CAFB-497D-B46766ADF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7DA2721-A975-686B-2DE9-90DDFBAA9E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0D5A89-39D4-82DF-C24F-42BB40088C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7ECBED-D4C2-473D-03D4-29C3BCF37C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6AD816-9B96-4864-AF00-3ADF4CEFE6A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06E0819-DFFD-EB9C-3084-7B7E3A976B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300</a:t>
            </a:r>
            <a:br>
              <a:rPr lang="pt-BR" altLang="pt-BR" sz="4400" b="1"/>
            </a:br>
            <a:r>
              <a:rPr lang="pt-BR" altLang="pt-BR" sz="4400" b="1"/>
              <a:t>NOSSA ESPERANÇA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094D9C1-A14D-C193-4FCF-DC9D3FBAF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Jesus, sim, vem do céu, </a:t>
            </a:r>
            <a:br>
              <a:rPr lang="pt-BR" altLang="pt-BR" sz="3600"/>
            </a:br>
            <a:r>
              <a:rPr lang="pt-BR" altLang="pt-BR" sz="3600"/>
              <a:t>em glória Ele vem! </a:t>
            </a:r>
            <a:br>
              <a:rPr lang="pt-BR" altLang="pt-BR" sz="3600"/>
            </a:br>
            <a:r>
              <a:rPr lang="pt-BR" altLang="pt-BR" sz="3600"/>
              <a:t>Ecoa a nova pelo mundo além;</a:t>
            </a:r>
            <a:br>
              <a:rPr lang="pt-BR" altLang="pt-BR" sz="3600"/>
            </a:br>
            <a:r>
              <a:rPr lang="pt-BR" altLang="pt-BR" sz="3600"/>
              <a:t>Oh esperança que a Sua Igreja tem! </a:t>
            </a:r>
            <a:br>
              <a:rPr lang="pt-BR" altLang="pt-BR" sz="3600"/>
            </a:br>
            <a:r>
              <a:rPr lang="pt-BR" altLang="pt-BR" sz="3600"/>
              <a:t>Dai glória a Deus, </a:t>
            </a:r>
            <a:br>
              <a:rPr lang="pt-BR" altLang="pt-BR" sz="3600"/>
            </a:br>
            <a:r>
              <a:rPr lang="pt-BR" altLang="pt-BR" sz="3600"/>
              <a:t>Jesus em breve vem!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ADCCDE5-8761-9F7D-E7C3-424FEEBEE5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 </a:t>
            </a:r>
            <a:br>
              <a:rPr lang="pt-BR" altLang="pt-BR" sz="3600" b="1" i="1"/>
            </a:br>
            <a:r>
              <a:rPr lang="pt-BR" altLang="pt-BR" sz="3600" b="1" i="1"/>
              <a:t>Nós 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br>
              <a:rPr lang="pt-BR" altLang="pt-BR" sz="3600" b="1" i="1"/>
            </a:br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</a:t>
            </a:r>
            <a:br>
              <a:rPr lang="pt-BR" altLang="pt-BR" sz="3600" i="1"/>
            </a:br>
            <a:r>
              <a:rPr lang="pt-BR" altLang="pt-BR" sz="3600" b="1" i="1"/>
              <a:t>Nós</a:t>
            </a:r>
            <a:r>
              <a:rPr lang="pt-BR" altLang="pt-BR" sz="3600" i="1"/>
              <a:t> </a:t>
            </a:r>
            <a:r>
              <a:rPr lang="pt-BR" altLang="pt-BR" sz="3600" b="1" i="1"/>
              <a:t>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0357219-4B34-1EC7-FA66-54F994510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Jesus, sim, vem, os mortos </a:t>
            </a:r>
            <a:br>
              <a:rPr lang="pt-BR" altLang="pt-BR" sz="3600"/>
            </a:br>
            <a:r>
              <a:rPr lang="pt-BR" altLang="pt-BR" sz="3600"/>
              <a:t>esperando estão; </a:t>
            </a:r>
            <a:br>
              <a:rPr lang="pt-BR" altLang="pt-BR" sz="3600"/>
            </a:br>
            <a:r>
              <a:rPr lang="pt-BR" altLang="pt-BR" sz="3600"/>
              <a:t>O gran momento da ressurreição</a:t>
            </a:r>
            <a:br>
              <a:rPr lang="pt-BR" altLang="pt-BR" sz="3600"/>
            </a:br>
            <a:r>
              <a:rPr lang="pt-BR" altLang="pt-BR" sz="3600"/>
              <a:t>E do sepulcro em breve se levantarão! </a:t>
            </a:r>
            <a:br>
              <a:rPr lang="pt-BR" altLang="pt-BR" sz="3600"/>
            </a:br>
            <a:r>
              <a:rPr lang="pt-BR" altLang="pt-BR" sz="3600"/>
              <a:t>Dai glória a Deus, </a:t>
            </a:r>
            <a:br>
              <a:rPr lang="pt-BR" altLang="pt-BR" sz="3600"/>
            </a:br>
            <a:r>
              <a:rPr lang="pt-BR" altLang="pt-BR" sz="3600"/>
              <a:t>Jesus em breve vem!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71AF320-A542-4C96-8DD9-78D0436CF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 </a:t>
            </a:r>
            <a:br>
              <a:rPr lang="pt-BR" altLang="pt-BR" sz="3600" b="1" i="1"/>
            </a:br>
            <a:r>
              <a:rPr lang="pt-BR" altLang="pt-BR" sz="3600" b="1" i="1"/>
              <a:t>Nós 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br>
              <a:rPr lang="pt-BR" altLang="pt-BR" sz="3600" b="1" i="1"/>
            </a:br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</a:t>
            </a:r>
            <a:br>
              <a:rPr lang="pt-BR" altLang="pt-BR" sz="3600" i="1"/>
            </a:br>
            <a:r>
              <a:rPr lang="pt-BR" altLang="pt-BR" sz="3600" b="1" i="1"/>
              <a:t>Nós</a:t>
            </a:r>
            <a:r>
              <a:rPr lang="pt-BR" altLang="pt-BR" sz="3600" i="1"/>
              <a:t> </a:t>
            </a:r>
            <a:r>
              <a:rPr lang="pt-BR" altLang="pt-BR" sz="3600" b="1" i="1"/>
              <a:t>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2B3D54E-9947-6663-FC2F-F26417653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Jesus, sim, vem do céu </a:t>
            </a:r>
            <a:br>
              <a:rPr lang="pt-BR" altLang="pt-BR" sz="3600"/>
            </a:br>
            <a:r>
              <a:rPr lang="pt-BR" altLang="pt-BR" sz="3600"/>
              <a:t>cercado de esplendor, </a:t>
            </a:r>
            <a:br>
              <a:rPr lang="pt-BR" altLang="pt-BR" sz="3600"/>
            </a:br>
            <a:r>
              <a:rPr lang="pt-BR" altLang="pt-BR" sz="3600"/>
              <a:t>Aniquilando a corrupção e a dor,</a:t>
            </a:r>
            <a:br>
              <a:rPr lang="pt-BR" altLang="pt-BR" sz="3600"/>
            </a:br>
            <a:r>
              <a:rPr lang="pt-BR" altLang="pt-BR" sz="3600"/>
              <a:t>Quebrando os laços do astuto usurpador, </a:t>
            </a:r>
            <a:br>
              <a:rPr lang="pt-BR" altLang="pt-BR" sz="3600"/>
            </a:br>
            <a:r>
              <a:rPr lang="pt-BR" altLang="pt-BR" sz="3600"/>
              <a:t>Dai glória a Deus, </a:t>
            </a:r>
            <a:br>
              <a:rPr lang="pt-BR" altLang="pt-BR" sz="3600"/>
            </a:br>
            <a:r>
              <a:rPr lang="pt-BR" altLang="pt-BR" sz="3600"/>
              <a:t>Jesus em breve vem!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2B034DE-EC1E-B983-F66E-1FFED49B5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 </a:t>
            </a:r>
            <a:br>
              <a:rPr lang="pt-BR" altLang="pt-BR" sz="3600" b="1" i="1"/>
            </a:br>
            <a:r>
              <a:rPr lang="pt-BR" altLang="pt-BR" sz="3600" b="1" i="1"/>
              <a:t>Nós 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br>
              <a:rPr lang="pt-BR" altLang="pt-BR" sz="3600" b="1" i="1"/>
            </a:br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</a:t>
            </a:r>
            <a:br>
              <a:rPr lang="pt-BR" altLang="pt-BR" sz="3600" i="1"/>
            </a:br>
            <a:r>
              <a:rPr lang="pt-BR" altLang="pt-BR" sz="3600" b="1" i="1"/>
              <a:t>Nós</a:t>
            </a:r>
            <a:r>
              <a:rPr lang="pt-BR" altLang="pt-BR" sz="3600" i="1"/>
              <a:t> </a:t>
            </a:r>
            <a:r>
              <a:rPr lang="pt-BR" altLang="pt-BR" sz="3600" b="1" i="1"/>
              <a:t>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DF2E61E-6D09-419D-E08D-59D100D42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Jesus, sim, vem, </a:t>
            </a:r>
            <a:br>
              <a:rPr lang="pt-BR" altLang="pt-BR" sz="3600"/>
            </a:br>
            <a:r>
              <a:rPr lang="pt-BR" altLang="pt-BR" sz="3600"/>
              <a:t>completamente restaurar </a:t>
            </a:r>
            <a:br>
              <a:rPr lang="pt-BR" altLang="pt-BR" sz="3600"/>
            </a:br>
            <a:r>
              <a:rPr lang="pt-BR" altLang="pt-BR" sz="3600"/>
              <a:t>O mundo que se arruína sem parar;</a:t>
            </a:r>
            <a:br>
              <a:rPr lang="pt-BR" altLang="pt-BR" sz="3600"/>
            </a:br>
            <a:r>
              <a:rPr lang="pt-BR" altLang="pt-BR" sz="3600"/>
              <a:t>Sim, todas as coisas </a:t>
            </a:r>
            <a:br>
              <a:rPr lang="pt-BR" altLang="pt-BR" sz="3600"/>
            </a:br>
            <a:r>
              <a:rPr lang="pt-BR" altLang="pt-BR" sz="3600"/>
              <a:t>vem depressa transformar </a:t>
            </a:r>
            <a:br>
              <a:rPr lang="pt-BR" altLang="pt-BR" sz="3600"/>
            </a:br>
            <a:r>
              <a:rPr lang="pt-BR" altLang="pt-BR" sz="3600"/>
              <a:t>Dai glória a Deus, </a:t>
            </a:r>
            <a:br>
              <a:rPr lang="pt-BR" altLang="pt-BR" sz="3600"/>
            </a:br>
            <a:r>
              <a:rPr lang="pt-BR" altLang="pt-BR" sz="3600"/>
              <a:t>Jesus em breve vem!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1A7F058-B85E-1C8E-1F7C-2B91B5D34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 </a:t>
            </a:r>
            <a:br>
              <a:rPr lang="pt-BR" altLang="pt-BR" sz="3600" b="1" i="1"/>
            </a:br>
            <a:r>
              <a:rPr lang="pt-BR" altLang="pt-BR" sz="3600" b="1" i="1"/>
              <a:t>Nós 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br>
              <a:rPr lang="pt-BR" altLang="pt-BR" sz="3600" b="1" i="1"/>
            </a:br>
            <a:r>
              <a:rPr lang="pt-BR" altLang="pt-BR" sz="3600" b="1" i="1"/>
              <a:t>Nossa esperança é Sua vinda </a:t>
            </a:r>
            <a:br>
              <a:rPr lang="pt-BR" altLang="pt-BR" sz="3600" b="1" i="1"/>
            </a:br>
            <a:r>
              <a:rPr lang="pt-BR" altLang="pt-BR" sz="3600" b="1" i="1"/>
              <a:t>O Rei dos reis vem nos buscar;</a:t>
            </a:r>
            <a:br>
              <a:rPr lang="pt-BR" altLang="pt-BR" sz="3600" i="1"/>
            </a:br>
            <a:r>
              <a:rPr lang="pt-BR" altLang="pt-BR" sz="3600" b="1" i="1"/>
              <a:t>Nós</a:t>
            </a:r>
            <a:r>
              <a:rPr lang="pt-BR" altLang="pt-BR" sz="3600" i="1"/>
              <a:t> </a:t>
            </a:r>
            <a:r>
              <a:rPr lang="pt-BR" altLang="pt-BR" sz="3600" b="1" i="1"/>
              <a:t>aguardamos, Jesus, ainda, </a:t>
            </a:r>
            <a:br>
              <a:rPr lang="pt-BR" altLang="pt-BR" sz="3600" b="1" i="1"/>
            </a:br>
            <a:r>
              <a:rPr lang="pt-BR" altLang="pt-BR" sz="3600" b="1" i="1"/>
              <a:t>Té a luz da manhã raiar.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20EF848-4F1D-FA17-E78B-1D64C352D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Jesus, sim, vem, </a:t>
            </a:r>
            <a:br>
              <a:rPr lang="pt-BR" altLang="pt-BR" sz="3600"/>
            </a:br>
            <a:r>
              <a:rPr lang="pt-BR" altLang="pt-BR" sz="3600"/>
              <a:t>e sempiterna adoração </a:t>
            </a:r>
            <a:br>
              <a:rPr lang="pt-BR" altLang="pt-BR" sz="3600"/>
            </a:br>
            <a:r>
              <a:rPr lang="pt-BR" altLang="pt-BR" sz="3600"/>
              <a:t>Daremos nós ao Rei de coração;</a:t>
            </a:r>
            <a:br>
              <a:rPr lang="pt-BR" altLang="pt-BR" sz="3600"/>
            </a:br>
            <a:r>
              <a:rPr lang="pt-BR" altLang="pt-BR" sz="3600"/>
              <a:t>Ao grande autor da </a:t>
            </a:r>
            <a:br>
              <a:rPr lang="pt-BR" altLang="pt-BR" sz="3600"/>
            </a:br>
            <a:r>
              <a:rPr lang="pt-BR" altLang="pt-BR" sz="3600"/>
              <a:t>nossa eterna salvação,</a:t>
            </a:r>
            <a:br>
              <a:rPr lang="pt-BR" altLang="pt-BR" sz="3600"/>
            </a:br>
            <a:r>
              <a:rPr lang="pt-BR" altLang="pt-BR" sz="3600"/>
              <a:t>Dai glória a Deus, </a:t>
            </a:r>
            <a:br>
              <a:rPr lang="pt-BR" altLang="pt-BR" sz="3600"/>
            </a:br>
            <a:r>
              <a:rPr lang="pt-BR" altLang="pt-BR" sz="3600"/>
              <a:t>Jesus em breve vem! </a:t>
            </a:r>
            <a:r>
              <a:rPr lang="pt-BR" altLang="pt-BR" sz="1600"/>
              <a:t>AS.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452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300 NOSSA ESPERANÇA</vt:lpstr>
      <vt:lpstr>Jesus, sim, vem do céu,  em glória Ele vem!  Ecoa a nova pelo mundo além; Oh esperança que a Sua Igreja tem!  Dai glória a Deus,  Jesus em breve vem! </vt:lpstr>
      <vt:lpstr>Nossa esperança é Sua vinda  O Rei dos reis vem nos buscar;  Nós aguardamos, Jesus, ainda,  Té a luz da manhã raiar. Nossa esperança é Sua vinda  O Rei dos reis vem nos buscar; Nós aguardamos, Jesus, ainda,  Té a luz da manhã raiar.</vt:lpstr>
      <vt:lpstr>Jesus, sim, vem, os mortos  esperando estão;  O gran momento da ressurreição E do sepulcro em breve se levantarão!  Dai glória a Deus,  Jesus em breve vem! </vt:lpstr>
      <vt:lpstr>Nossa esperança é Sua vinda  O Rei dos reis vem nos buscar;  Nós aguardamos, Jesus, ainda,  Té a luz da manhã raiar. Nossa esperança é Sua vinda  O Rei dos reis vem nos buscar; Nós aguardamos, Jesus, ainda,  Té a luz da manhã raiar.</vt:lpstr>
      <vt:lpstr>Jesus, sim, vem do céu  cercado de esplendor,  Aniquilando a corrupção e a dor, Quebrando os laços do astuto usurpador,  Dai glória a Deus,  Jesus em breve vem! </vt:lpstr>
      <vt:lpstr>Nossa esperança é Sua vinda  O Rei dos reis vem nos buscar;  Nós aguardamos, Jesus, ainda,  Té a luz da manhã raiar. Nossa esperança é Sua vinda  O Rei dos reis vem nos buscar; Nós aguardamos, Jesus, ainda,  Té a luz da manhã raiar.</vt:lpstr>
      <vt:lpstr>Jesus, sim, vem,  completamente restaurar  O mundo que se arruína sem parar; Sim, todas as coisas  vem depressa transformar  Dai glória a Deus,  Jesus em breve vem! </vt:lpstr>
      <vt:lpstr>Nossa esperança é Sua vinda  O Rei dos reis vem nos buscar;  Nós aguardamos, Jesus, ainda,  Té a luz da manhã raiar. Nossa esperança é Sua vinda  O Rei dos reis vem nos buscar; Nós aguardamos, Jesus, ainda,  Té a luz da manhã raiar.</vt:lpstr>
      <vt:lpstr>Jesus, sim, vem,  e sempiterna adoração  Daremos nós ao Rei de coração; Ao grande autor da  nossa eterna salvação, Dai glória a Deus,  Jesus em breve vem! AS.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300 - NOSSA ESPERANÇA</dc:title>
  <dc:creator>Montagna</dc:creator>
  <cp:lastModifiedBy>Emerson Souza</cp:lastModifiedBy>
  <cp:revision>4</cp:revision>
  <dcterms:created xsi:type="dcterms:W3CDTF">2005-10-19T05:09:44Z</dcterms:created>
  <dcterms:modified xsi:type="dcterms:W3CDTF">2026-05-02T22:01:55Z</dcterms:modified>
</cp:coreProperties>
</file>