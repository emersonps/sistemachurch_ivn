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3" r:id="rId8"/>
    <p:sldId id="261" r:id="rId9"/>
    <p:sldId id="264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-114" y="-2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9F281F-31F8-C622-2360-D1FD49B8D2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9F10566-ACD7-B1E3-8627-F5F29924A1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ECBA9AA-9A4C-5A77-B392-91332AAC09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3380443-223C-8D5E-7B13-BCDFFC6210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BA883CD-21C5-855B-EB6D-263DE1FB89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1135D66-82D8-479B-B383-81DA18EF540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2899947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AA9362-9044-6D5E-A98F-3ED6A9AD6A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C595044-130E-BB99-A4B3-60223F4223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D9EF1C6-57AA-7C4E-8BE3-F57F4F1F44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1CD3391-AAB6-D8ED-8D49-3F7EB771CD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8CD4154-29B1-DAC1-C0D7-71C9D1785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E2912DF-84BD-4940-AA50-254033B3833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7230298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421AA9-DA34-D536-CCEB-FFC2F47E6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012C8D6-CCD9-4602-A9AA-7B2D3C33F2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918BF45-0554-6571-D5D7-18285DB279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F0DF348-99DC-D788-F0A5-DFE01CC973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523D606-5D14-D283-5473-329CE3A575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6DE6AE6-6453-4B43-A6A5-2E8995BC14F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1796853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73FEEA-C62B-A9D7-C5D4-085ADFE76D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23ABE6F-9F75-C7D1-5189-69B8EE6725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4EDE8BA-3203-6A8A-F6B4-A2ED8DE145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A384626-97C3-72E9-9EEF-EC0CD32EE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6D25243-1C8E-0C25-0AE8-910BC58DB2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C4D3326-8827-2312-D9B1-8556D7E04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EDD0A3F-F1E0-408F-A850-2F8BCBB1ABE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1151108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101783-ADFD-43D8-C452-62AEE41E17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42D58BF-52FB-C28B-CABB-908D2CDEF6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5F734C2-D0DB-ACFC-36CF-BB153FF44D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83071AF4-F7B4-D6B1-611D-DDECA3CCE0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D5E642B4-7919-EF87-5F08-4C6AD4BC60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2F068BF-2299-B3B1-F46E-3C7770165F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199521BB-8FCA-A7B9-1ABB-AA202A436D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70F12047-E1EA-8F10-C46B-4BF60DBEF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064DEC2-120C-48C8-B980-8DC01237863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111049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8C204E-8D4B-3FB0-F6AB-2A6E7D99D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8931C0ED-E73C-F871-16F5-054BD57894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10F4553-61C0-8022-2180-A5F27295B8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A48D801D-270F-3C2F-8B98-7A9F47BF87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CF851D5-0471-4858-9DC5-7921573CBD7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0885733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05DB29D-D00F-0B62-CF57-BD8EAD5B93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F192400-8BE8-2618-3A0D-89656F764E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6E9357A-BE32-6BF9-4B24-0E64C4394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05E3E12-A91A-4B6C-9225-60EB8584CF4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0314298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813170-4737-CD46-FFF7-11B73BE7BF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0BF26AD-8ADA-F51A-5C9A-E984ABD54B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AC649C6-3F8C-F063-3653-2B9BBB6496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5B59520-29BE-8857-8494-04E333509A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ED346F9-314D-01F7-BE8E-1544D8F97D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5A05199-6A56-F8D9-F684-53C31D5CC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7172FEA-D805-485A-9557-2655DF07798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7141689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E422DE-3AAF-81D0-483C-D46946BA75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6EAB5E23-5EC5-8E96-0411-38316E694C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7273829-9760-5C1B-2C6A-F080EEC146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35A7D80-9293-B68D-34D2-291BD4354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999DFED-3217-8B69-4653-624B8DA2C6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33522F4-D100-DA73-D5D2-7C941A32F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AFBA105-D64B-46C0-81B8-E78E62141AB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9150994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AAF5EF-4E85-6324-1348-CA2BB1E973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3EAB067-B91A-9B70-F3F7-F78855EB38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E87A4F7-DA2F-A00B-4D66-C058CAADB6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6EDB1DD-9E44-B509-294A-909F9C5B0B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5F4C340-3367-4F84-8515-12090D448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86918D8-E043-4D30-94C2-9F1FEA2600B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2915579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09BAA02-1DCB-2A6B-1187-EB3162FC38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274CF28-E67E-DA58-B2B4-91E4B56F54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FE616A6-D924-54D0-14A5-87ADA358C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7EFCC0-1B71-3645-1982-4E4A507DAC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AEDA15B-EF40-8EBD-77ED-3D52B7C2F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FDF259F-088A-48DC-92D1-44CA5E6CE4C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6339931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B173ED13-3181-27F6-92C0-0912849EB9F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0F6EA29E-A195-D79D-2AC3-D758DFCC948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E5355A03-6D6C-7360-9641-9788542DBC2B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DB3F958F-B947-CF76-E2DD-84A7DB8E20B7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411E77C3-5A21-F127-2FAF-2C31FBF4E43E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A2727CCF-3897-44DF-A6C1-349ABA17A81D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96756A01-DB8F-B6EF-2351-08ED7798B60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pt-BR" altLang="pt-BR" sz="4400" b="1"/>
              <a:t>365</a:t>
            </a:r>
            <a:br>
              <a:rPr lang="pt-BR" altLang="pt-BR" sz="4400" b="1"/>
            </a:br>
            <a:r>
              <a:rPr lang="pt-BR" altLang="pt-BR" sz="4400" b="1"/>
              <a:t>CONFIANÇA EM JESUS</a:t>
            </a:r>
            <a:endParaRPr lang="en-US" altLang="pt-BR" sz="4400"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600E023B-9DCD-0680-0C96-2BD8AE8316A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07112"/>
          </a:xfrm>
        </p:spPr>
        <p:txBody>
          <a:bodyPr/>
          <a:lstStyle/>
          <a:p>
            <a:r>
              <a:rPr lang="pt-BR" altLang="pt-BR"/>
              <a:t>Débil, pobre, cego sou,</a:t>
            </a:r>
            <a:br>
              <a:rPr lang="pt-BR" altLang="pt-BR"/>
            </a:br>
            <a:r>
              <a:rPr lang="pt-BR" altLang="pt-BR"/>
              <a:t>Nada pode me valer;</a:t>
            </a:r>
            <a:br>
              <a:rPr lang="pt-BR" altLang="pt-BR"/>
            </a:br>
            <a:r>
              <a:rPr lang="pt-BR" altLang="pt-BR"/>
              <a:t>Aos Teus pés, ansioso vou, </a:t>
            </a:r>
            <a:br>
              <a:rPr lang="pt-BR" altLang="pt-BR"/>
            </a:br>
            <a:r>
              <a:rPr lang="pt-BR" altLang="pt-BR"/>
              <a:t>Para graça obter.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80006A90-1FCD-CC55-B51E-12B233584DB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07112"/>
          </a:xfrm>
        </p:spPr>
        <p:txBody>
          <a:bodyPr/>
          <a:lstStyle/>
          <a:p>
            <a:r>
              <a:rPr lang="pt-BR" altLang="pt-BR" b="1" i="1"/>
              <a:t>Só em Ti vou confiar</a:t>
            </a:r>
            <a:br>
              <a:rPr lang="pt-BR" altLang="pt-BR" b="1" i="1"/>
            </a:br>
            <a:r>
              <a:rPr lang="pt-BR" altLang="pt-BR" b="1" i="1"/>
              <a:t>Oh! Jesus, meu Salvador, </a:t>
            </a:r>
            <a:br>
              <a:rPr lang="pt-BR" altLang="pt-BR" b="1" i="1"/>
            </a:br>
            <a:r>
              <a:rPr lang="pt-BR" altLang="pt-BR" b="1" i="1"/>
              <a:t>Nos Teus braços descansar </a:t>
            </a:r>
            <a:br>
              <a:rPr lang="pt-BR" altLang="pt-BR" b="1" i="1"/>
            </a:br>
            <a:r>
              <a:rPr lang="pt-BR" altLang="pt-BR" b="1" i="1"/>
              <a:t>E fruir o Teu amor!</a:t>
            </a:r>
            <a:endParaRPr lang="en-US" altLang="pt-BR" b="1" i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EC231C52-A988-62BD-75D4-5ADD0336D92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78550"/>
          </a:xfrm>
        </p:spPr>
        <p:txBody>
          <a:bodyPr/>
          <a:lstStyle/>
          <a:p>
            <a:r>
              <a:rPr lang="pt-BR" altLang="pt-BR"/>
              <a:t>Muito tempo o mal em mim, </a:t>
            </a:r>
            <a:br>
              <a:rPr lang="pt-BR" altLang="pt-BR"/>
            </a:br>
            <a:r>
              <a:rPr lang="pt-BR" altLang="pt-BR"/>
              <a:t>Há reinado, sem cessar; </a:t>
            </a:r>
            <a:br>
              <a:rPr lang="pt-BR" altLang="pt-BR"/>
            </a:br>
            <a:r>
              <a:rPr lang="pt-BR" altLang="pt-BR"/>
              <a:t>Eu, Senhor, acudo a Ti, </a:t>
            </a:r>
            <a:br>
              <a:rPr lang="pt-BR" altLang="pt-BR"/>
            </a:br>
            <a:r>
              <a:rPr lang="pt-BR" altLang="pt-BR"/>
              <a:t>Desejando descansar.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B450849C-AC12-02D2-0AAF-2866B0F8DC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07112"/>
          </a:xfrm>
        </p:spPr>
        <p:txBody>
          <a:bodyPr/>
          <a:lstStyle/>
          <a:p>
            <a:r>
              <a:rPr lang="pt-BR" altLang="pt-BR" b="1" i="1"/>
              <a:t>Só em Ti vou confiar</a:t>
            </a:r>
            <a:br>
              <a:rPr lang="pt-BR" altLang="pt-BR" b="1" i="1"/>
            </a:br>
            <a:r>
              <a:rPr lang="pt-BR" altLang="pt-BR" b="1" i="1"/>
              <a:t>Oh! Jesus, meu Salvador, </a:t>
            </a:r>
            <a:br>
              <a:rPr lang="pt-BR" altLang="pt-BR" b="1" i="1"/>
            </a:br>
            <a:r>
              <a:rPr lang="pt-BR" altLang="pt-BR" b="1" i="1"/>
              <a:t>Nos Teus braços descansar </a:t>
            </a:r>
            <a:br>
              <a:rPr lang="pt-BR" altLang="pt-BR" b="1" i="1"/>
            </a:br>
            <a:r>
              <a:rPr lang="pt-BR" altLang="pt-BR" b="1" i="1"/>
              <a:t>E fruir o Teu amor!</a:t>
            </a:r>
            <a:endParaRPr lang="en-US" altLang="pt-BR" b="1" i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D2D2CD74-BB4E-D6A3-5AB2-1F9C9946555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78550"/>
          </a:xfrm>
        </p:spPr>
        <p:txBody>
          <a:bodyPr/>
          <a:lstStyle/>
          <a:p>
            <a:r>
              <a:rPr lang="pt-BR" altLang="pt-BR"/>
              <a:t>Toma meu fraquinho ser, </a:t>
            </a:r>
            <a:br>
              <a:rPr lang="pt-BR" altLang="pt-BR"/>
            </a:br>
            <a:r>
              <a:rPr lang="pt-BR" altLang="pt-BR"/>
              <a:t>Nele faz habitação;</a:t>
            </a:r>
            <a:br>
              <a:rPr lang="pt-BR" altLang="pt-BR"/>
            </a:br>
            <a:r>
              <a:rPr lang="pt-BR" altLang="pt-BR"/>
              <a:t>Nunca deixes me reter, </a:t>
            </a:r>
            <a:br>
              <a:rPr lang="pt-BR" altLang="pt-BR"/>
            </a:br>
            <a:r>
              <a:rPr lang="pt-BR" altLang="pt-BR"/>
              <a:t>Os ardis da tentação.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1646014C-9483-AC7A-2EAA-54F631C435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07112"/>
          </a:xfrm>
        </p:spPr>
        <p:txBody>
          <a:bodyPr/>
          <a:lstStyle/>
          <a:p>
            <a:r>
              <a:rPr lang="pt-BR" altLang="pt-BR" b="1" i="1"/>
              <a:t>Só em Ti vou confiar</a:t>
            </a:r>
            <a:br>
              <a:rPr lang="pt-BR" altLang="pt-BR" b="1" i="1"/>
            </a:br>
            <a:r>
              <a:rPr lang="pt-BR" altLang="pt-BR" b="1" i="1"/>
              <a:t>Oh! Jesus, meu Salvador, </a:t>
            </a:r>
            <a:br>
              <a:rPr lang="pt-BR" altLang="pt-BR" b="1" i="1"/>
            </a:br>
            <a:r>
              <a:rPr lang="pt-BR" altLang="pt-BR" b="1" i="1"/>
              <a:t>Nos Teus braços descansar </a:t>
            </a:r>
            <a:br>
              <a:rPr lang="pt-BR" altLang="pt-BR" b="1" i="1"/>
            </a:br>
            <a:r>
              <a:rPr lang="pt-BR" altLang="pt-BR" b="1" i="1"/>
              <a:t>E fruir o Teu amor!</a:t>
            </a:r>
            <a:endParaRPr lang="en-US" altLang="pt-BR" b="1" i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A70A8923-B090-C212-53E3-379A398066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07112"/>
          </a:xfrm>
        </p:spPr>
        <p:txBody>
          <a:bodyPr/>
          <a:lstStyle/>
          <a:p>
            <a:r>
              <a:rPr lang="pt-BR" altLang="pt-BR"/>
              <a:t>Cristo vem ao coração </a:t>
            </a:r>
            <a:br>
              <a:rPr lang="pt-BR" altLang="pt-BR"/>
            </a:br>
            <a:r>
              <a:rPr lang="pt-BR" altLang="pt-BR"/>
              <a:t>Para os males dissipar: Dá-me hoje </a:t>
            </a:r>
            <a:br>
              <a:rPr lang="pt-BR" altLang="pt-BR"/>
            </a:br>
            <a:r>
              <a:rPr lang="pt-BR" altLang="pt-BR"/>
              <a:t>Teu perdão, Vem minh'alma consolar.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A171E37A-3892-44C6-537C-DB6E4516BF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07112"/>
          </a:xfrm>
        </p:spPr>
        <p:txBody>
          <a:bodyPr/>
          <a:lstStyle/>
          <a:p>
            <a:r>
              <a:rPr lang="pt-BR" altLang="pt-BR" b="1" i="1"/>
              <a:t>Só em Ti vou confiar</a:t>
            </a:r>
            <a:br>
              <a:rPr lang="pt-BR" altLang="pt-BR" b="1" i="1"/>
            </a:br>
            <a:r>
              <a:rPr lang="pt-BR" altLang="pt-BR" b="1" i="1"/>
              <a:t>Oh! Jesus, meu Salvador, </a:t>
            </a:r>
            <a:br>
              <a:rPr lang="pt-BR" altLang="pt-BR" b="1" i="1"/>
            </a:br>
            <a:r>
              <a:rPr lang="pt-BR" altLang="pt-BR" b="1" i="1"/>
              <a:t>Nos Teus braços descansar </a:t>
            </a:r>
            <a:br>
              <a:rPr lang="pt-BR" altLang="pt-BR" b="1" i="1"/>
            </a:br>
            <a:r>
              <a:rPr lang="pt-BR" altLang="pt-BR" b="1" i="1"/>
              <a:t>E fruir o Teu amor!</a:t>
            </a:r>
            <a:endParaRPr lang="en-US" altLang="pt-BR" b="1" i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200</Words>
  <Application>Microsoft Office PowerPoint</Application>
  <PresentationFormat>Apresentação na tela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1" baseType="lpstr">
      <vt:lpstr>Arial</vt:lpstr>
      <vt:lpstr>Design padrão</vt:lpstr>
      <vt:lpstr>365 CONFIANÇA EM JESUS</vt:lpstr>
      <vt:lpstr>Débil, pobre, cego sou, Nada pode me valer; Aos Teus pés, ansioso vou,  Para graça obter. </vt:lpstr>
      <vt:lpstr>Só em Ti vou confiar Oh! Jesus, meu Salvador,  Nos Teus braços descansar  E fruir o Teu amor!</vt:lpstr>
      <vt:lpstr>Muito tempo o mal em mim,  Há reinado, sem cessar;  Eu, Senhor, acudo a Ti,  Desejando descansar. </vt:lpstr>
      <vt:lpstr>Só em Ti vou confiar Oh! Jesus, meu Salvador,  Nos Teus braços descansar  E fruir o Teu amor!</vt:lpstr>
      <vt:lpstr>Toma meu fraquinho ser,  Nele faz habitação; Nunca deixes me reter,  Os ardis da tentação. </vt:lpstr>
      <vt:lpstr>Só em Ti vou confiar Oh! Jesus, meu Salvador,  Nos Teus braços descansar  E fruir o Teu amor!</vt:lpstr>
      <vt:lpstr>Cristo vem ao coração  Para os males dissipar: Dá-me hoje  Teu perdão, Vem minh'alma consolar. </vt:lpstr>
      <vt:lpstr>Só em Ti vou confiar Oh! Jesus, meu Salvador,  Nos Teus braços descansar  E fruir o Teu amor!</vt:lpstr>
    </vt:vector>
  </TitlesOfParts>
  <Company>IEAD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365 - CONFIANÇA EM JESUS</dc:title>
  <dc:creator>Montagna</dc:creator>
  <cp:lastModifiedBy>Emerson Souza</cp:lastModifiedBy>
  <cp:revision>2</cp:revision>
  <dcterms:created xsi:type="dcterms:W3CDTF">2005-10-20T23:02:14Z</dcterms:created>
  <dcterms:modified xsi:type="dcterms:W3CDTF">2026-05-02T22:07:22Z</dcterms:modified>
</cp:coreProperties>
</file>