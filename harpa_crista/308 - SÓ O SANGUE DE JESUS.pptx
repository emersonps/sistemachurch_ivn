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04A60-3B55-AEE0-4BA9-BAB408B8D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9CD63-9A24-B76D-AF79-894730B71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D50B3-2158-A29D-4561-E1B6AF7F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575BAC-DD7A-FACB-01BE-662497A0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EC68BD-62B6-7FCD-F862-C79A7260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8BBD09-15EB-40D4-8E10-B2242A8E6A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648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C4EC1-0E3F-5FB6-BA94-D2494EE4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66811-C349-4427-F9B0-5714CE3BB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AF614B-5B9B-96F8-D9CA-41909BED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6AD843-565A-9D4D-A14D-458808CE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5BA583-CF82-B4EF-246B-2251D0AC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FFB653-E720-492D-B39B-6DF3CED74D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604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5E2D6-7481-322E-42AC-1573418E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84F35D-B3D0-3BD7-A160-7D8B3541A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148B6-3504-5E3B-1E12-88859ADF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460C4A-B596-2F2F-694A-A3ABEF9C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64E509-291F-CD4B-5C39-2C26AB07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7C244-B20F-4A7D-BD35-6E72831594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79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9F624-A643-E056-68F2-88F1AB7E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49DD7-901E-FE64-10C2-BDA189B4D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5E7188-36F8-F52D-5187-A252D9A87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8E6082-416F-D50B-BBED-23F8FF71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F76A74-B923-F3A6-A9B0-9558E802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3DD4FD-30FC-5A02-BDA3-091996C5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76A32-577E-42CD-9A51-ABE0366632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412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3B20-7932-93D6-5CB7-534D7578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9AB900-F512-FD2D-3F67-20E78AFD4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3B0440-B71F-97FB-34B2-2DF786F81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823C8D-B36C-5BCB-840F-485406461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3A982C-0F86-4366-7D5C-0F15557A1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F64100-17BF-8DE3-F14F-19DB06DF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2073D1-727B-39A0-2652-F10FC474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FCA82F-5326-1561-CFFC-B9187DA5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53313-6CC3-469B-8560-17D417674E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7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5B21A-967A-8745-DBCB-96A7048D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25F3C-DBD8-C6E6-AA74-49F95531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3C95F8-F43D-2AC6-1A6F-014AA2C6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229C24-7031-4A1C-88E9-4B0C56E2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DED84-7F65-4EFB-B7DB-479D8DF552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134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1C183C9-8542-A6A5-F88B-777F2966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5F6DF2-DF5F-0066-0DA0-6C74AA8A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C68A75-A966-89F6-EC9A-3879F556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9565F2-2BE8-4567-B854-D768E03A9E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610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556C5-F02D-AEED-5B69-E49AC3A29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27C80A-B4F4-EB9B-FE8D-EE763B278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1A5421-CAB5-91C0-AEA0-008C12052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3A6F62-BE6A-A26B-5966-96A6C6C3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FA0BBC-14BD-DA6C-05C5-60B4B4D6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0DF85F-CCFC-325C-36AA-FC66650A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EE884-D3AC-4554-BCAC-6FD8228B6D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41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87D80-6FE1-249D-4B76-0E85D679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64B8F6-459B-6B1E-748C-78B469A48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C46BA9-BFDB-C5AE-D9CB-F17EF25D3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B99610-5253-BAB9-BB00-BAFB0DC7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79E7FA-6F05-3666-492D-CDC82776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B2F819-7B9D-84F9-2B27-D67E3302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B451D6-FDAD-473E-8FA1-BD590EAE12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391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9CADC-850B-B773-96ED-F5CBBC23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7311D5-E035-3122-0D60-8BBC3378E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96E760-D31C-D56B-8345-93CA3AF1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AE197A-0A72-6764-2E26-C82386BC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A8C986-F5B0-2E61-9C72-30E8F1F2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9F5FC-153D-42E3-8AA9-345C65ACCD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789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7A9776-93A9-0387-9E0A-66722461A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2A53BB-875F-EF70-479E-D75FBF5BB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551C2-2AB8-5348-5AD8-FAEE9649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2324C2-F685-A1BF-0ECF-42710108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AFB9E2-1D77-3446-841C-FF9CB485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C49AC-1B4E-400B-810F-41261A2D17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699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8BAB0F1-F60A-461A-142A-A5F7CDA46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6CDF109-C93A-F0ED-A0D6-C7D4E7E44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8259FCF-183A-5E62-0D91-D36BDB8F1C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982A7D-5F13-48C5-2754-BFA5BC141E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3601D2-E075-AF5B-B9D5-E95F4B8602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40245D7-2444-4E0D-8227-4A641CE28C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A953A7-671B-DA60-3876-4D3F8E9DBF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308</a:t>
            </a:r>
            <a:br>
              <a:rPr lang="pt-BR" altLang="pt-BR" sz="4400" b="1"/>
            </a:br>
            <a:r>
              <a:rPr lang="pt-BR" altLang="pt-BR" sz="4400" b="1"/>
              <a:t>SÓ O SANGUE DE JESUS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D5F7A16-F6CE-4D7F-0B56-CF337DC23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Só o Sangue de Jesus tem poder </a:t>
            </a:r>
            <a:br>
              <a:rPr lang="pt-BR" altLang="pt-BR" sz="3600"/>
            </a:br>
            <a:r>
              <a:rPr lang="pt-BR" altLang="pt-BR" sz="3600"/>
              <a:t>p'ra nos lavar, </a:t>
            </a:r>
            <a:br>
              <a:rPr lang="pt-BR" altLang="pt-BR" sz="3600"/>
            </a:br>
            <a:r>
              <a:rPr lang="pt-BR" altLang="pt-BR" sz="3600"/>
              <a:t>E de toda mancha nos limpar;</a:t>
            </a:r>
            <a:br>
              <a:rPr lang="pt-BR" altLang="pt-BR" sz="3600"/>
            </a:br>
            <a:r>
              <a:rPr lang="pt-BR" altLang="pt-BR" sz="3600"/>
              <a:t>Todo o que lavado for nesse sangue expiador, </a:t>
            </a:r>
            <a:br>
              <a:rPr lang="pt-BR" altLang="pt-BR" sz="3600"/>
            </a:br>
            <a:r>
              <a:rPr lang="pt-BR" altLang="pt-BR" sz="3600"/>
              <a:t>Não mais teme a morte nem a 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E339E5-D48E-9E4C-B2FB-14D31C4B4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Só o sangue pode libertar,</a:t>
            </a:r>
            <a:br>
              <a:rPr lang="pt-BR" altLang="pt-BR" sz="3600" b="1" i="1"/>
            </a:br>
            <a:r>
              <a:rPr lang="pt-BR" altLang="pt-BR" sz="3600" b="1" i="1"/>
              <a:t>E também nos lavar;</a:t>
            </a:r>
            <a:br>
              <a:rPr lang="pt-BR" altLang="pt-BR" sz="3600" b="1" i="1"/>
            </a:br>
            <a:r>
              <a:rPr lang="pt-BR" altLang="pt-BR" sz="3600" b="1" i="1"/>
              <a:t>Pelo sangue vamos nós alcançar, </a:t>
            </a:r>
            <a:br>
              <a:rPr lang="pt-BR" altLang="pt-BR" sz="3600" b="1" i="1"/>
            </a:br>
            <a:r>
              <a:rPr lang="pt-BR" altLang="pt-BR" sz="3600" b="1" i="1"/>
              <a:t>A morada de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A10CC1-7274-E8F1-D45D-08539E942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Só o sangue de Jesus, </a:t>
            </a:r>
            <a:br>
              <a:rPr lang="pt-BR" altLang="pt-BR" sz="3600"/>
            </a:br>
            <a:r>
              <a:rPr lang="pt-BR" altLang="pt-BR" sz="3600"/>
              <a:t>guarda-nos da corrupção, </a:t>
            </a:r>
            <a:br>
              <a:rPr lang="pt-BR" altLang="pt-BR" sz="3600"/>
            </a:br>
            <a:r>
              <a:rPr lang="pt-BR" altLang="pt-BR" sz="3600"/>
              <a:t>E nos livra da vil tentação;</a:t>
            </a:r>
            <a:br>
              <a:rPr lang="pt-BR" altLang="pt-BR" sz="3600"/>
            </a:br>
            <a:r>
              <a:rPr lang="pt-BR" altLang="pt-BR" sz="3600"/>
              <a:t>Esse sangue tem valor, </a:t>
            </a:r>
            <a:br>
              <a:rPr lang="pt-BR" altLang="pt-BR" sz="3600"/>
            </a:br>
            <a:r>
              <a:rPr lang="pt-BR" altLang="pt-BR" sz="3600"/>
              <a:t>pois é preço do amor </a:t>
            </a:r>
            <a:br>
              <a:rPr lang="pt-BR" altLang="pt-BR" sz="3600"/>
            </a:br>
            <a:r>
              <a:rPr lang="pt-BR" altLang="pt-BR" sz="3600"/>
              <a:t>Com que resgatou-nos o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992DF48-0FB7-D821-A4AA-039B80C9B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Só o sangue pode libertar,</a:t>
            </a:r>
            <a:br>
              <a:rPr lang="pt-BR" altLang="pt-BR" sz="3600" b="1" i="1"/>
            </a:br>
            <a:r>
              <a:rPr lang="pt-BR" altLang="pt-BR" sz="3600" b="1" i="1"/>
              <a:t>E também nos lavar;</a:t>
            </a:r>
            <a:br>
              <a:rPr lang="pt-BR" altLang="pt-BR" sz="3600" b="1" i="1"/>
            </a:br>
            <a:r>
              <a:rPr lang="pt-BR" altLang="pt-BR" sz="3600" b="1" i="1"/>
              <a:t>Pelo sangue vamos nós alcançar, </a:t>
            </a:r>
            <a:br>
              <a:rPr lang="pt-BR" altLang="pt-BR" sz="3600" b="1" i="1"/>
            </a:br>
            <a:r>
              <a:rPr lang="pt-BR" altLang="pt-BR" sz="3600" b="1" i="1"/>
              <a:t>A morada de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36A488-679F-3321-9FD3-6978B361D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Só o sangue de Jesus tem poder de preservar </a:t>
            </a:r>
            <a:br>
              <a:rPr lang="pt-BR" altLang="pt-BR" sz="3600"/>
            </a:br>
            <a:r>
              <a:rPr lang="pt-BR" altLang="pt-BR" sz="3600"/>
              <a:t>O fiel que a Deus quer agradar;</a:t>
            </a:r>
            <a:br>
              <a:rPr lang="pt-BR" altLang="pt-BR" sz="3600"/>
            </a:br>
            <a:r>
              <a:rPr lang="pt-BR" altLang="pt-BR" sz="3600"/>
              <a:t>Todo o ouro é sem valor p'ra pagar o gran favor, </a:t>
            </a:r>
            <a:br>
              <a:rPr lang="pt-BR" altLang="pt-BR" sz="3600"/>
            </a:br>
            <a:r>
              <a:rPr lang="pt-BR" altLang="pt-BR" sz="3600"/>
              <a:t>Do eterno e divino amor!</a:t>
            </a:r>
            <a:r>
              <a:rPr lang="pt-BR" altLang="pt-BR" sz="1600"/>
              <a:t>	</a:t>
            </a:r>
            <a:br>
              <a:rPr lang="pt-BR" altLang="pt-BR" sz="1600"/>
            </a:br>
            <a:r>
              <a:rPr lang="pt-BR" altLang="pt-BR" sz="1600"/>
              <a:t>E.C.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82F4ECC-458D-8C4F-05CF-236FE39ED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Só o sangue pode libertar,</a:t>
            </a:r>
            <a:br>
              <a:rPr lang="pt-BR" altLang="pt-BR" sz="3600" b="1" i="1"/>
            </a:br>
            <a:r>
              <a:rPr lang="pt-BR" altLang="pt-BR" sz="3600" b="1" i="1"/>
              <a:t>E também nos lavar;</a:t>
            </a:r>
            <a:br>
              <a:rPr lang="pt-BR" altLang="pt-BR" sz="3600" b="1" i="1"/>
            </a:br>
            <a:r>
              <a:rPr lang="pt-BR" altLang="pt-BR" sz="3600" b="1" i="1"/>
              <a:t>Pelo sangue vamos nós alcançar, </a:t>
            </a:r>
            <a:br>
              <a:rPr lang="pt-BR" altLang="pt-BR" sz="3600" b="1" i="1"/>
            </a:br>
            <a:r>
              <a:rPr lang="pt-BR" altLang="pt-BR" sz="3600" b="1" i="1"/>
              <a:t>A morada de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308 SÓ O SANGUE DE JESUS</vt:lpstr>
      <vt:lpstr>Só o Sangue de Jesus tem poder  p'ra nos lavar,  E de toda mancha nos limpar; Todo o que lavado for nesse sangue expiador,  Não mais teme a morte nem a dor! </vt:lpstr>
      <vt:lpstr>Só o sangue pode libertar, E também nos lavar; Pelo sangue vamos nós alcançar,  A morada de Jesus.</vt:lpstr>
      <vt:lpstr>Só o sangue de Jesus,  guarda-nos da corrupção,  E nos livra da vil tentação; Esse sangue tem valor,  pois é preço do amor  Com que resgatou-nos o Senhor. </vt:lpstr>
      <vt:lpstr>Só o sangue pode libertar, E também nos lavar; Pelo sangue vamos nós alcançar,  A morada de Jesus.</vt:lpstr>
      <vt:lpstr>Só o sangue de Jesus tem poder de preservar  O fiel que a Deus quer agradar; Todo o ouro é sem valor p'ra pagar o gran favor,  Do eterno e divino amor!  E.C. </vt:lpstr>
      <vt:lpstr>Só o sangue pode libertar, E também nos lavar; Pelo sangue vamos nós alcançar,  A morada de Jesus.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308 - SÓ O SANGUE DE JESUS</dc:title>
  <dc:creator>Montagna</dc:creator>
  <cp:lastModifiedBy>Emerson Souza</cp:lastModifiedBy>
  <cp:revision>3</cp:revision>
  <dcterms:created xsi:type="dcterms:W3CDTF">2005-10-19T05:39:38Z</dcterms:created>
  <dcterms:modified xsi:type="dcterms:W3CDTF">2026-05-02T22:02:34Z</dcterms:modified>
</cp:coreProperties>
</file>