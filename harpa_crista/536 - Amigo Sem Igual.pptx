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A9B2D-E028-AE83-44BE-D4BEB1210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15FD6C-F473-0AB3-C17E-40C2A422A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01D8F-AE6A-FB42-122F-6238B8E0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B84A22-63CB-3C65-F656-B51591B7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B768B5-D3E4-D48B-00D8-A7FD74DF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BA56D-DF2D-4E5F-9D4C-1084647D57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616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8C7EF-2B3F-26CD-AF3A-A710D7B0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D2D3D-2F18-EB6E-A62E-FD6983B03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451FFD-5FC9-9FC3-F0B4-E1001295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BAC9E-C335-9C29-12CA-91C3A750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8F5FC-8A8F-90F8-32B9-8DC0DDD5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5FAEB-5BA2-4911-8694-5CB80DC37F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15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0C7B6-12A9-7700-F933-E88E8102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424C58-F9C3-F179-6E08-F558FB2D8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C8EA87-3A1D-5B69-D54C-CDCC5B21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CAA3DA-E1C7-12AB-4037-5904BC41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AA6610-3201-5F1B-F684-EF7E2B13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9CC63-AB94-4921-B7BA-2C2A81EFF3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417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9E757-CCC3-676F-B510-EC4C58CE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33A201-6CC7-9385-0B15-11B4A39EA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710AF3-3DD5-B1F0-89C5-655E7FD84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9E65BF-90FC-A358-1C43-0AAF9AD6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18299A-A3D4-C7BA-A2DF-F60ECC06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C4C4BD-0DAE-2499-B652-26F36D32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6E3B0-518B-4DC9-904F-AFF9BC87AC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325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BC3C6-6CB4-AD95-3575-1C914D33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258159-FB3E-67A0-8708-B832A1D9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2E43D7-DF0C-7314-5C66-1032D6D00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92DC7A6-E507-88BC-6F08-CA41CB126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28A33A-6A2B-4BC6-AC3C-B178D91E5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E688DA-2C31-C478-B433-2DFA4855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C72413-4CB3-2143-4308-3272FE96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CF59DA-A995-E90E-6C0F-5AF098A4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65E620-5331-4CC7-81E8-3AEBF9B9B6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764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DACC6-7B02-C3E2-FC55-156A2B59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A99617-B821-2810-3F0D-4F092815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D30106-1D90-A7D4-A119-E0CA622B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0D9DDD-70F4-85FC-F78A-A79426E6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D9205-BD88-4454-9413-3CFB9C51B7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537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53FDC1-9FE3-A4B6-861A-60161FE8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D09BAA-DDB4-5B36-C6FE-425E09C3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9D3052-F5CE-0A64-D0FA-B2F0BF51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1FDBD-EBB6-4014-A60B-448BA7544F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19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769B5-FA9C-36F5-D961-136CBFD4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8314A8-63AF-C652-9750-CE639CED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54A7B2-6B17-FC1F-1395-45F6EA138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B39E71-E87D-921A-00D2-5AF506EC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9CCCA8-0E84-44E5-67EC-CCE4561A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35677D-4548-CBCA-39C8-45D28C08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D1501-7881-4FCA-8B29-60F7A4C129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673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749C7-B3DA-F3CE-0CAD-826D1C58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5A25C8-9724-0A56-3F0C-F4FABBD21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547986-A2FE-0466-9660-67DFEFDC9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EFDE19-0ED8-B3D5-9833-A36AA4CE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DBB558-2EDA-AA61-E7BB-001D727A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04FFF8-E38F-E6A8-F389-EE47EC2E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925A3-E7B4-4603-A5ED-582EC3765F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758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08FFD-9294-9349-13EE-795B776C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7F0EAA-2A2D-9517-9BBB-371BA8D4E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FA1E2A-C2A2-930D-D5DD-ADF9ABA7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A4E0A-AED3-2C49-5D84-5FA1287F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E6997F-0EF8-1B3C-EA2D-D7757958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FD5F5-EDC0-4ABB-9BB6-168B998C3A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246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8A7D8D-7428-5998-BAFE-C45D8A5E0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03C599-61C3-B6B6-47B4-A86900F2F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087ABE-EB43-9B7F-60E0-F0E2D8A7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30819-DBED-550B-6E97-DB574198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366B9F-70B1-9B6D-4C06-9D7CFEFB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791B78-5960-4BE7-9FD9-8730971334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817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A8992E-6F2F-074D-6AF2-2F173D519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887EB0-FEEE-CB47-73CB-891C6BF95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ED82887-A25B-254F-809B-DD8A64E78B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883B936-7C6D-7E65-7589-AB50E44685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4EE505-42D7-8994-AA76-CAA515A3BF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235C75-61A6-4F2F-9282-4A9662FF079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7B874B5-D4AE-C177-546E-2F055AB274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536 – Amigo Sem Igual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89316C-2F36-51C3-E2BF-5A41C1F866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F7CA5D5-60B0-145E-BC2C-3F6DE0F85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Jesus morreu, em meu lugar,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fim de me salvar.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Seu grande amor não mudará, </a:t>
            </a:r>
            <a:br>
              <a:rPr lang="en-US" altLang="pt-BR" sz="4000" i="1"/>
            </a:br>
            <a:r>
              <a:rPr lang="en-US" altLang="pt-BR" sz="4000" i="1"/>
              <a:t>E nunca falhará.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FEFA1E6-0002-7ED6-BC25-FA856970C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Bem perto está e quer salvar </a:t>
            </a:r>
            <a:br>
              <a:rPr lang="en-US" altLang="pt-BR" sz="4000" i="1"/>
            </a:br>
            <a:r>
              <a:rPr lang="en-US" altLang="pt-BR" sz="4000" i="1"/>
              <a:t>Quem nele confiar.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Amigo sem igual!</a:t>
            </a:r>
            <a:r>
              <a:rPr lang="en-US" altLang="pt-BR" sz="4000"/>
              <a:t> </a:t>
            </a:r>
            <a:r>
              <a:rPr lang="en-US" altLang="pt-BR" sz="4000" i="1"/>
              <a:t>Convida com imenso amor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todo o pecador.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536 – Amigo Sem Igual </vt:lpstr>
      <vt:lpstr>Amigo sem igual! Amigo sem igual! Jesus morreu, em meu lugar,  A fim de me salvar.  Amigo sem igual! Amigo sem igual! Seu grande amor não mudará,  E nunca falhará.  </vt:lpstr>
      <vt:lpstr>Amigo sem igual! Amigo sem igual! Bem perto está e quer salvar  Quem nele confiar.  Amigo sem igual! Amigo sem igual! Convida com imenso amor  A todo o pecador.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536 – Amigo Sem Igual </dc:title>
  <dc:creator>Junior</dc:creator>
  <cp:lastModifiedBy>Emerson Souza</cp:lastModifiedBy>
  <cp:revision>1</cp:revision>
  <dcterms:created xsi:type="dcterms:W3CDTF">2005-12-26T23:17:20Z</dcterms:created>
  <dcterms:modified xsi:type="dcterms:W3CDTF">2026-05-02T22:22:00Z</dcterms:modified>
</cp:coreProperties>
</file>