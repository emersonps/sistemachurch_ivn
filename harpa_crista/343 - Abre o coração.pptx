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3" r:id="rId6"/>
    <p:sldId id="260" r:id="rId7"/>
    <p:sldId id="264" r:id="rId8"/>
    <p:sldId id="261" r:id="rId9"/>
    <p:sldId id="265" r:id="rId10"/>
    <p:sldId id="262" r:id="rId11"/>
    <p:sldId id="266" r:id="rId1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4B932F-3A46-25F0-1A61-A36AABA609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D9B35C2-468E-06F5-6906-8ED68602DB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2702471-EB46-98C1-7AB4-6D6BE8EDCB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81581D9-63D0-C67A-B1C5-736947D594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7A9BF85-7CF6-F7CC-83A9-A6BF5F7D79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DA8B26D-A84B-4CD8-817D-C0A6745E3A3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8323677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662785-2933-F96A-E377-4C472CC3B8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7B25C14-0C58-A1C0-4B4C-6602D5EC05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F9629CE-14EE-CB28-0AA8-46F1B656A9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0DEAB0D-22A1-C646-9BEB-EAB244EE8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41F21B5-49E2-C8E8-4494-8AC929B2AA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2A24C44-5D60-49FA-8E62-46A1F25A753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9571208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3B662B-4A25-F946-2654-857D317A5A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5F5834C-93E2-DDA3-2A98-BA72E032EA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9A0DDDD-3534-1E77-3ACA-BD4AF7FDDD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ACF9953-43A1-FBFB-969E-69EAD10596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B0A7BE7-8768-A4B9-561C-0542099AB9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B40C625-D23D-4EB5-AA62-2BAD0FE20F3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3794541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0D286D-4882-5B9D-55BE-D74EBB695F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244D8F3-769D-714F-7A8A-BB4305FB97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748BBBB-258B-2C30-C5F9-AF2274A947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BC81161-FD91-FFB3-9ACC-ED601AE82D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D905D2C-6756-A89B-02A2-4340B95A0D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512184E-0235-2DE3-6980-034EE1AA9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2877F75-EC2D-4958-B895-8628AFAF0A9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0582001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7C5DFF-3EA6-5CCB-7D48-47E458FAFC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A2E1A81-C041-537F-FA61-B2CF4C6774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D5F9035-FE87-F320-A8B0-EC7D9DAF02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3BBDBC59-009A-69A1-95BD-851EBEA301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74EE8811-9D53-26BF-8678-5F7CB2F8FD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0D638375-2EEA-E40F-5910-11C8B94143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9BC80697-0429-23F0-3ABC-9F7773378D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3DBB1B38-2264-3A4A-7356-152A5DB74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E5150DA-5D8B-4408-823D-B3902519F14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08487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9BEC5E-F460-5B71-58F1-DE7A97B6A1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6C83180B-ECE3-DEE5-5A79-68BA60D41C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6D5ADCEF-CE28-5E03-29FB-13EB6600FE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51C82ABD-A0B7-6B1D-B998-A6B74C46A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332F9FE-6618-435C-9124-4B6DFDF777D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7475503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00FFAA5F-30F3-B3E2-3C02-C6C4331F1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43C33E39-6DDE-6DC8-459F-D5DDDF0A4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CD118A1-9A07-BC92-D56F-97A324A18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32FECD6-D129-4874-82D3-410FEB5FD29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8510806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CC490E-C363-33F6-5EBB-509E3C099F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679C873-6977-A371-5EB4-18D9CFD335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16828F0-9497-12A9-2E54-ECB9DC232E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653D26B-9799-DD5B-E646-A67F8E741B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67B5F14-7ED8-D234-A836-3425EA2072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A87D758-FA9B-5198-C187-2D8EEF09FD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8BFAA66-F4CE-473D-9A91-6397B8CCAFA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2085442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AA6C65-7F75-FEF8-7F41-1D814B3069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2519F674-79C9-FE0A-6791-77EBE63DCD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4B5676D-5376-5209-E85C-FAED89C837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27B9C1E-66C3-F74A-70E4-BBCDB3C60C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701ECA2-790F-5924-F1DC-8E8949A82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8A2BD11-FD42-A433-A85D-AE6C7241B3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6182D2F-C7EB-4207-A877-E41EC93BA0F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0315683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0EBBEF-2769-FBA4-A619-8F1D8A689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5E6C4C09-8D47-F7D7-A260-5D865DBAFD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2410138-A727-F530-99FC-1D07786C3B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2543514-6FD6-8A6F-E53F-9F6BCBEBA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7EB7680-ECFF-D2C1-01D8-D39BAB0C20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CE28F-FB1A-45A5-9BA0-26D84533990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746750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45966D2-94E8-03C5-24A1-E4DFAD2DD5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120C29F-2E8F-E4D1-952F-A32486D4ED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3123D0F-DEAF-F140-662D-815BF32E4E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5535D83-4F20-0710-5791-AEFA360420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2BFE7D0-2A1D-A00F-C24A-17A7A3B7F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A1A9791-A6E5-4711-B982-4F5C7448351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211041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1A536B81-55E3-FB34-0836-D982537FC3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711311B7-03CD-605D-18ED-59069C9A73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5F5A7FA1-236A-F6C5-49AB-8B4B5F4A3F60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FBBEDE47-0445-4C26-DC49-58DBBBE8EC56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BE3ED047-B211-ACFF-CE5F-0262395706CA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1023D2BE-F47C-4774-A017-2FF1F7400E9C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A1C555BA-E808-AA4F-D728-93A1F82C3602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2057400"/>
            <a:ext cx="9144000" cy="1470025"/>
          </a:xfrm>
        </p:spPr>
        <p:txBody>
          <a:bodyPr anchor="ctr"/>
          <a:lstStyle/>
          <a:p>
            <a:r>
              <a:rPr lang="en-US" altLang="pt-BR" sz="4000" b="1"/>
              <a:t>343 – Abre o coração</a:t>
            </a:r>
            <a:r>
              <a:rPr lang="en-US" altLang="pt-BR" sz="4000"/>
              <a:t> 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DE9CA72F-28B5-C208-B46F-964BF820A9CF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20C215AD-5FC1-06B9-475C-B78BA103700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77000"/>
          </a:xfrm>
        </p:spPr>
        <p:txBody>
          <a:bodyPr/>
          <a:lstStyle/>
          <a:p>
            <a:r>
              <a:rPr lang="en-US" altLang="pt-BR" sz="4000" i="1"/>
              <a:t>Ó pecador que não tens luz. </a:t>
            </a:r>
            <a:br>
              <a:rPr lang="en-US" altLang="pt-BR" sz="4000" i="1"/>
            </a:br>
            <a:r>
              <a:rPr lang="en-US" altLang="pt-BR" sz="4000" i="1"/>
              <a:t>Abre o coração; </a:t>
            </a:r>
            <a:br>
              <a:rPr lang="en-US" altLang="pt-BR" sz="4000" i="1"/>
            </a:br>
            <a:r>
              <a:rPr lang="en-US" altLang="pt-BR" sz="4000" i="1"/>
              <a:t>Aceita hoje o bom Jesus; </a:t>
            </a:r>
            <a:br>
              <a:rPr lang="en-US" altLang="pt-BR" sz="4000" i="1"/>
            </a:br>
            <a:r>
              <a:rPr lang="en-US" altLang="pt-BR" sz="4000" i="1"/>
              <a:t>Abre o coração!  </a:t>
            </a:r>
            <a:endParaRPr lang="en-US" altLang="pt-BR" sz="4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829DF037-3815-10A9-E4E8-80E4FCB46D2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77000"/>
          </a:xfrm>
        </p:spPr>
        <p:txBody>
          <a:bodyPr/>
          <a:lstStyle/>
          <a:p>
            <a:r>
              <a:rPr lang="en-US" altLang="pt-BR" sz="4000" b="1" i="1"/>
              <a:t>Quem sinto bater no meu coração?</a:t>
            </a:r>
            <a:r>
              <a:rPr lang="en-US" altLang="pt-BR" sz="4000" i="1"/>
              <a:t> </a:t>
            </a:r>
            <a:r>
              <a:rPr lang="en-US" altLang="pt-BR" sz="4000" b="1" i="1"/>
              <a:t>Jesus diz: </a:t>
            </a:r>
            <a:br>
              <a:rPr lang="en-US" altLang="pt-BR" sz="4000" b="1" i="1"/>
            </a:br>
            <a:r>
              <a:rPr lang="en-US" altLang="pt-BR" sz="4000" b="1" i="1"/>
              <a:t>“Abre sem tardar o teu coração”.</a:t>
            </a:r>
            <a:r>
              <a:rPr lang="en-US" altLang="pt-BR" sz="4000" i="1"/>
              <a:t> 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318F02FB-7AC2-E2DD-D692-1B5C4BF5CEA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77000"/>
          </a:xfrm>
        </p:spPr>
        <p:txBody>
          <a:bodyPr/>
          <a:lstStyle/>
          <a:p>
            <a:r>
              <a:rPr lang="en-US" altLang="pt-BR" sz="4000" i="1"/>
              <a:t>Tu que almejas salvo ser. </a:t>
            </a:r>
            <a:br>
              <a:rPr lang="en-US" altLang="pt-BR" sz="4000" i="1"/>
            </a:br>
            <a:r>
              <a:rPr lang="en-US" altLang="pt-BR" sz="4000" i="1"/>
              <a:t>Abre o coração; </a:t>
            </a:r>
            <a:br>
              <a:rPr lang="en-US" altLang="pt-BR" sz="4000" i="1"/>
            </a:br>
            <a:r>
              <a:rPr lang="en-US" altLang="pt-BR" sz="4000" i="1"/>
              <a:t>A paz de Deus vem obter, </a:t>
            </a:r>
            <a:br>
              <a:rPr lang="en-US" altLang="pt-BR" sz="4000" i="1"/>
            </a:br>
            <a:r>
              <a:rPr lang="en-US" altLang="pt-BR" sz="4000" i="1"/>
              <a:t>Abre o coração!  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DCA12E28-833E-9AA8-6D00-60B1DBFA574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77000"/>
          </a:xfrm>
        </p:spPr>
        <p:txBody>
          <a:bodyPr/>
          <a:lstStyle/>
          <a:p>
            <a:r>
              <a:rPr lang="en-US" altLang="pt-BR" sz="4000" b="1" i="1"/>
              <a:t>Quem sinto bater no meu coração?</a:t>
            </a:r>
            <a:r>
              <a:rPr lang="en-US" altLang="pt-BR" sz="4000" i="1"/>
              <a:t> </a:t>
            </a:r>
            <a:r>
              <a:rPr lang="en-US" altLang="pt-BR" sz="4000" b="1" i="1"/>
              <a:t>Jesus diz: </a:t>
            </a:r>
            <a:br>
              <a:rPr lang="en-US" altLang="pt-BR" sz="4000" b="1" i="1"/>
            </a:br>
            <a:r>
              <a:rPr lang="en-US" altLang="pt-BR" sz="4000" b="1" i="1"/>
              <a:t>“Abre sem tardar o teu coração”.</a:t>
            </a:r>
            <a:r>
              <a:rPr lang="en-US" altLang="pt-BR" sz="4000" i="1"/>
              <a:t>  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A0F460D5-00AB-9F59-545A-FD753854797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77000"/>
          </a:xfrm>
        </p:spPr>
        <p:txBody>
          <a:bodyPr/>
          <a:lstStyle/>
          <a:p>
            <a:r>
              <a:rPr lang="en-US" altLang="pt-BR" sz="4000" i="1"/>
              <a:t>Que meiga voz escutas já! </a:t>
            </a:r>
            <a:br>
              <a:rPr lang="en-US" altLang="pt-BR" sz="4000" i="1"/>
            </a:br>
            <a:r>
              <a:rPr lang="en-US" altLang="pt-BR" sz="4000" i="1"/>
              <a:t>Abre o coração; </a:t>
            </a:r>
            <a:br>
              <a:rPr lang="en-US" altLang="pt-BR" sz="4000" i="1"/>
            </a:br>
            <a:r>
              <a:rPr lang="en-US" altLang="pt-BR" sz="4000" i="1"/>
              <a:t>Jesus tua alma salvará, </a:t>
            </a:r>
            <a:br>
              <a:rPr lang="en-US" altLang="pt-BR" sz="4000" i="1"/>
            </a:br>
            <a:r>
              <a:rPr lang="en-US" altLang="pt-BR" sz="4000" i="1"/>
              <a:t>Abre o coração!  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3CADB4C6-6F6D-17F0-C124-39427D6B1FD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77000"/>
          </a:xfrm>
        </p:spPr>
        <p:txBody>
          <a:bodyPr/>
          <a:lstStyle/>
          <a:p>
            <a:r>
              <a:rPr lang="en-US" altLang="pt-BR" sz="4000" b="1" i="1"/>
              <a:t>Quem sinto bater no meu coração?</a:t>
            </a:r>
            <a:r>
              <a:rPr lang="en-US" altLang="pt-BR" sz="4000" i="1"/>
              <a:t> </a:t>
            </a:r>
            <a:r>
              <a:rPr lang="en-US" altLang="pt-BR" sz="4000" b="1" i="1"/>
              <a:t>Jesus diz: </a:t>
            </a:r>
            <a:br>
              <a:rPr lang="en-US" altLang="pt-BR" sz="4000" b="1" i="1"/>
            </a:br>
            <a:r>
              <a:rPr lang="en-US" altLang="pt-BR" sz="4000" b="1" i="1"/>
              <a:t>“Abre sem tardar o teu coração”.</a:t>
            </a:r>
            <a:r>
              <a:rPr lang="en-US" altLang="pt-BR" sz="4000" i="1"/>
              <a:t>  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73E21AB6-84AF-2581-9E58-62EE8D78989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77000"/>
          </a:xfrm>
        </p:spPr>
        <p:txBody>
          <a:bodyPr/>
          <a:lstStyle/>
          <a:p>
            <a:r>
              <a:rPr lang="en-US" altLang="pt-BR" sz="4000" i="1"/>
              <a:t>Sim, hoje vem em Cristo crer </a:t>
            </a:r>
            <a:br>
              <a:rPr lang="en-US" altLang="pt-BR" sz="4000" i="1"/>
            </a:br>
            <a:r>
              <a:rPr lang="en-US" altLang="pt-BR" sz="4000" i="1"/>
              <a:t>Abre o coração; </a:t>
            </a:r>
            <a:br>
              <a:rPr lang="en-US" altLang="pt-BR" sz="4000" i="1"/>
            </a:br>
            <a:r>
              <a:rPr lang="en-US" altLang="pt-BR" sz="4000" i="1"/>
              <a:t>No amanhã que vai haver?</a:t>
            </a:r>
            <a:br>
              <a:rPr lang="en-US" altLang="pt-BR" sz="4000" i="1"/>
            </a:br>
            <a:r>
              <a:rPr lang="en-US" altLang="pt-BR" sz="4000" i="1"/>
              <a:t> Abre o coração!  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E665791F-CB57-8CDE-AF06-2981C198B39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77000"/>
          </a:xfrm>
        </p:spPr>
        <p:txBody>
          <a:bodyPr/>
          <a:lstStyle/>
          <a:p>
            <a:r>
              <a:rPr lang="en-US" altLang="pt-BR" sz="4000" b="1" i="1"/>
              <a:t>Quem sinto bater no meu coração?</a:t>
            </a:r>
            <a:r>
              <a:rPr lang="en-US" altLang="pt-BR" sz="4000" i="1"/>
              <a:t> </a:t>
            </a:r>
            <a:r>
              <a:rPr lang="en-US" altLang="pt-BR" sz="4000" b="1" i="1"/>
              <a:t>Jesus diz: </a:t>
            </a:r>
            <a:br>
              <a:rPr lang="en-US" altLang="pt-BR" sz="4000" b="1" i="1"/>
            </a:br>
            <a:r>
              <a:rPr lang="en-US" altLang="pt-BR" sz="4000" b="1" i="1"/>
              <a:t>“Abre sem tardar o teu coração”.</a:t>
            </a:r>
            <a:r>
              <a:rPr lang="en-US" altLang="pt-BR" sz="4000" i="1"/>
              <a:t>  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E22ED6C8-8911-3067-0A8A-34DCE0FD934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77000"/>
          </a:xfrm>
        </p:spPr>
        <p:txBody>
          <a:bodyPr/>
          <a:lstStyle/>
          <a:p>
            <a:r>
              <a:rPr lang="en-US" altLang="pt-BR" sz="4000" i="1"/>
              <a:t>Ouvindo a voz do bom Jesus, </a:t>
            </a:r>
            <a:br>
              <a:rPr lang="en-US" altLang="pt-BR" sz="4000" i="1"/>
            </a:br>
            <a:r>
              <a:rPr lang="en-US" altLang="pt-BR" sz="4000" i="1"/>
              <a:t>Abre o coração; </a:t>
            </a:r>
            <a:br>
              <a:rPr lang="en-US" altLang="pt-BR" sz="4000" i="1"/>
            </a:br>
            <a:r>
              <a:rPr lang="en-US" altLang="pt-BR" sz="4000" i="1"/>
              <a:t>Ó vem depressa, vem pra luz, </a:t>
            </a:r>
            <a:br>
              <a:rPr lang="en-US" altLang="pt-BR" sz="4000" i="1"/>
            </a:br>
            <a:r>
              <a:rPr lang="en-US" altLang="pt-BR" sz="4000" i="1"/>
              <a:t>Abre o coração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1C0EA513-7194-B80C-964D-A51FFAB8D0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77000"/>
          </a:xfrm>
        </p:spPr>
        <p:txBody>
          <a:bodyPr/>
          <a:lstStyle/>
          <a:p>
            <a:r>
              <a:rPr lang="en-US" altLang="pt-BR" sz="4000" b="1" i="1"/>
              <a:t>Quem sinto bater no meu coração?</a:t>
            </a:r>
            <a:r>
              <a:rPr lang="en-US" altLang="pt-BR" sz="4000" i="1"/>
              <a:t> </a:t>
            </a:r>
            <a:r>
              <a:rPr lang="en-US" altLang="pt-BR" sz="4000" b="1" i="1"/>
              <a:t>Jesus diz: </a:t>
            </a:r>
            <a:br>
              <a:rPr lang="en-US" altLang="pt-BR" sz="4000" b="1" i="1"/>
            </a:br>
            <a:r>
              <a:rPr lang="en-US" altLang="pt-BR" sz="4000" b="1" i="1"/>
              <a:t>“Abre sem tardar o teu coração”.</a:t>
            </a:r>
            <a:r>
              <a:rPr lang="en-US" altLang="pt-BR" sz="4000" i="1"/>
              <a:t>  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220</Words>
  <Application>Microsoft Office PowerPoint</Application>
  <PresentationFormat>Apresentação na tela (4:3)</PresentationFormat>
  <Paragraphs>11</Paragraphs>
  <Slides>11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3" baseType="lpstr">
      <vt:lpstr>Arial</vt:lpstr>
      <vt:lpstr>Design padrão</vt:lpstr>
      <vt:lpstr>343 – Abre o coração </vt:lpstr>
      <vt:lpstr>Ó pecador que não tens luz.  Abre o coração;  Aceita hoje o bom Jesus;  Abre o coração!  </vt:lpstr>
      <vt:lpstr>Quem sinto bater no meu coração? Jesus diz:  “Abre sem tardar o teu coração”.  </vt:lpstr>
      <vt:lpstr>Tu que almejas salvo ser.  Abre o coração;  A paz de Deus vem obter,  Abre o coração!  </vt:lpstr>
      <vt:lpstr>Quem sinto bater no meu coração? Jesus diz:  “Abre sem tardar o teu coração”.  </vt:lpstr>
      <vt:lpstr>Que meiga voz escutas já!  Abre o coração;  Jesus tua alma salvará,  Abre o coração!  </vt:lpstr>
      <vt:lpstr>Quem sinto bater no meu coração? Jesus diz:  “Abre sem tardar o teu coração”.  </vt:lpstr>
      <vt:lpstr>Sim, hoje vem em Cristo crer  Abre o coração;  No amanhã que vai haver?  Abre o coração!  </vt:lpstr>
      <vt:lpstr>Quem sinto bater no meu coração? Jesus diz:  “Abre sem tardar o teu coração”.  </vt:lpstr>
      <vt:lpstr>Ouvindo a voz do bom Jesus,  Abre o coração;  Ó vem depressa, vem pra luz,  Abre o coração</vt:lpstr>
      <vt:lpstr>Quem sinto bater no meu coração? Jesus diz:  “Abre sem tardar o teu coração”.  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343 – Abre o coração </dc:title>
  <dc:creator>Junior</dc:creator>
  <cp:lastModifiedBy>Emerson Souza</cp:lastModifiedBy>
  <cp:revision>1</cp:revision>
  <dcterms:created xsi:type="dcterms:W3CDTF">2005-12-26T21:37:45Z</dcterms:created>
  <dcterms:modified xsi:type="dcterms:W3CDTF">2026-05-02T22:05:31Z</dcterms:modified>
</cp:coreProperties>
</file>