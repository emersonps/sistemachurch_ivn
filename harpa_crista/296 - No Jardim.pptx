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FF"/>
    <a:srgbClr val="000066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728" autoAdjust="0"/>
  </p:normalViewPr>
  <p:slideViewPr>
    <p:cSldViewPr>
      <p:cViewPr varScale="1">
        <p:scale>
          <a:sx n="66" d="100"/>
          <a:sy n="66" d="100"/>
        </p:scale>
        <p:origin x="-114" y="-3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03E833-450D-E7B2-A389-7C26889561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7A31D42-8BEE-66AC-66C2-98434C837E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D50F98-CDFA-1539-81AC-0FD39AE34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D32378-F27C-10B0-F417-07A64239A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89FEC2-06F6-EA89-853C-940F38047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018F6F-F26C-4A50-BC95-2416C44520D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77368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A01663-D919-2E29-A514-87B28EFED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ABDFD6-A537-8455-D3F0-CE7C013AD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D671ED-92B4-4ECB-240D-46F1C57EB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90195F-A413-521C-4D50-34820BFB1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9A03F3-AECA-A4AB-2DF7-487361BBA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73E374-7F1E-4061-A8C9-A13D493B61E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1739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EA83A-E850-2C53-A426-3CAD80397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50112C2-F61F-EBAD-E580-0D4308610C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81D7CB-916B-BC45-021B-FED9832AB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E792EE-F227-9752-5AA9-A2FA2916F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C13EA1-5C67-556C-DB33-E81DDB0AF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4E870E-A78A-45F2-A969-53ED6891C94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78513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D5B742-F7E4-6D31-FF2B-85CF9769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EC2720-DD40-E99E-8F8F-D06C98587B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9BF88CF-135F-62AA-9A46-DF09CE90C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193B1-E519-3B14-775A-DE056497C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F817011-EBDD-88C0-F66D-451E4CF62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CAABBF9-F91F-191C-3B2E-C2979F46D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4EF551-4632-47F5-993B-5597E28B04A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82570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20B484-74B4-BB8C-57D2-821EF331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2658C6B-36BC-1B6B-F371-342B597146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6BA4DD4-EC7D-7B47-6E51-C9FE3447E2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32E9BD7-932F-23C5-836F-AB65189BF0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94AEF55-669D-1D0D-3F1A-1000401104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482C514-24FC-BCDD-096F-09E6DF8F5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CDFB565-D460-2386-D540-8E6BC2BAA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B21B87C-21F3-0914-ED38-2C65BDF96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B9CF53-76DA-41C6-9979-CF048942FEC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93644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D0D3FB-A896-C6DA-1956-6D5B6B433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E5A88D7-DF17-3A4A-732C-E9E3DC216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5E38347-B3EC-73DB-302D-6BD77202A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4E553D0-2891-98B5-9B6D-31C999A40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B17F57-F82E-440E-B605-6BA1AD47806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64640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D5A8052-8230-3858-BCF5-06156716A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7F6DBD9-CBF3-2BB5-AAE3-0FBCE96BF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64EBD40-EA85-D4AB-A215-9B20E7077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70F41C-8153-400E-A405-1977A84B6E5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28790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C1AD4C-C00C-4546-574E-AE3F3D3CB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E363BF-9C7A-C278-AABD-CCC2AA093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9F6B795-FFF7-FCDF-B86C-887AD4CA5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721437C-66DE-4E82-2F57-23AEFE0D1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9F0E9F0-B8E1-2A3B-B277-5223ED019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6E33E25-90FC-592C-F2C5-53F26FDEB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D72247-0376-4FE5-BF76-6B2E9F0A410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33759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3924CA-4A98-8719-5656-E7AB507B7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8F21D61-D047-3A2D-B13F-50822589D5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7E29FAA-E1ED-9E9D-2441-315ED82339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EDD031D-DBF1-8AF7-9D5C-206890034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C6AC3DC-9E32-921A-4012-C0B04563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0719160-D7E5-49F4-4657-F491DC93E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42A211-51D3-470A-A002-4FE4A1A7270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73390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9229FF-B0AE-B977-6190-A35C80FEA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496DB15-CD89-8FF7-DB4B-1F15EA32E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BB98F9-2033-0635-9927-2EA1FC80A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AED6A5-866B-A2A2-5935-EE50B230E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7B2678-6725-C5AB-D7F4-73B6E0307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98873A-EEC5-4142-A60B-CF9C4A49385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48381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B7F5164-4CD3-B678-FB22-9FEAF9675B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C9C87CA-096D-355B-24E4-7ED52805D5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1A653B-650E-2D66-A76B-F700E7BDF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2DE813-E66B-5254-F7D8-43464FEE7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6C794B-8782-0C5C-D1C3-B93729E79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71A8F7-7F66-4449-95A2-5AD7811B2B2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3842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66"/>
            </a:gs>
            <a:gs pos="100000">
              <a:schemeClr val="accent2"/>
            </a:gs>
          </a:gsLst>
          <a:path path="rect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C46F745-7355-F2CC-2415-9CA6F77727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4CDEB5B-0EC8-DED7-5A63-FDA12AC86E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95271E1-2065-C3D1-9666-2C8A131B450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93E9B3B-D9B5-05F1-659C-0A6111647A2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299CD0E-F5F8-9285-50C0-22AFEF277D7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31101F1-DE56-40CC-9D3A-CC5D65D96E0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C34547D-3D9A-66B3-AB8C-D2EFE5EACB4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i="1">
                <a:solidFill>
                  <a:srgbClr val="CCCCFF"/>
                </a:solidFill>
                <a:latin typeface="Bookman Old Style" panose="02050604050505020204" pitchFamily="18" charset="0"/>
              </a:rPr>
              <a:t>296</a:t>
            </a:r>
            <a:br>
              <a:rPr lang="pt-BR" altLang="pt-BR" sz="4400" i="1">
                <a:solidFill>
                  <a:srgbClr val="CCCCFF"/>
                </a:solidFill>
                <a:latin typeface="Bookman Old Style" panose="02050604050505020204" pitchFamily="18" charset="0"/>
              </a:rPr>
            </a:br>
            <a:r>
              <a:rPr lang="pt-BR" altLang="pt-BR" sz="4400" i="1">
                <a:solidFill>
                  <a:srgbClr val="CCCCFF"/>
                </a:solidFill>
                <a:latin typeface="Bookman Old Style" panose="02050604050505020204" pitchFamily="18" charset="0"/>
              </a:rPr>
              <a:t>No Jardim</a:t>
            </a:r>
            <a:endParaRPr lang="en-US" altLang="pt-BR" sz="4400" i="1">
              <a:solidFill>
                <a:srgbClr val="CCCCFF"/>
              </a:solidFill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5932D62A-39BA-7D0D-B9D8-B5A28A238F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5287962"/>
          </a:xfrm>
        </p:spPr>
        <p:txBody>
          <a:bodyPr/>
          <a:lstStyle/>
          <a:p>
            <a:r>
              <a:rPr lang="pt-BR" altLang="pt-BR" sz="4000">
                <a:solidFill>
                  <a:srgbClr val="CCCCFF"/>
                </a:solidFill>
                <a:latin typeface="Bookman Old Style" panose="02050604050505020204" pitchFamily="18" charset="0"/>
              </a:rPr>
              <a:t>No Jardim Jesus Cristo clamava</a:t>
            </a:r>
            <a:br>
              <a:rPr lang="pt-BR" altLang="pt-BR" sz="4000">
                <a:solidFill>
                  <a:srgbClr val="CCCCFF"/>
                </a:solidFill>
                <a:latin typeface="Bookman Old Style" panose="02050604050505020204" pitchFamily="18" charset="0"/>
              </a:rPr>
            </a:br>
            <a:r>
              <a:rPr lang="pt-BR" altLang="pt-BR" sz="4000">
                <a:solidFill>
                  <a:srgbClr val="CCCCFF"/>
                </a:solidFill>
                <a:latin typeface="Bookman Old Style" panose="02050604050505020204" pitchFamily="18" charset="0"/>
              </a:rPr>
              <a:t>Quando os ímpios O foram prender</a:t>
            </a:r>
            <a:br>
              <a:rPr lang="pt-BR" altLang="pt-BR" sz="4000">
                <a:solidFill>
                  <a:srgbClr val="CCCCFF"/>
                </a:solidFill>
                <a:latin typeface="Bookman Old Style" panose="02050604050505020204" pitchFamily="18" charset="0"/>
              </a:rPr>
            </a:br>
            <a:r>
              <a:rPr lang="pt-BR" altLang="pt-BR" sz="4000">
                <a:solidFill>
                  <a:srgbClr val="CCCCFF"/>
                </a:solidFill>
                <a:latin typeface="Bookman Old Style" panose="02050604050505020204" pitchFamily="18" charset="0"/>
              </a:rPr>
              <a:t>E falando co’o Pai suplicava</a:t>
            </a:r>
            <a:br>
              <a:rPr lang="pt-BR" altLang="pt-BR" sz="4000">
                <a:solidFill>
                  <a:srgbClr val="CCCCFF"/>
                </a:solidFill>
                <a:latin typeface="Bookman Old Style" panose="02050604050505020204" pitchFamily="18" charset="0"/>
              </a:rPr>
            </a:br>
            <a:r>
              <a:rPr lang="pt-BR" altLang="pt-BR" sz="4000">
                <a:solidFill>
                  <a:srgbClr val="CCCCFF"/>
                </a:solidFill>
                <a:latin typeface="Bookman Old Style" panose="02050604050505020204" pitchFamily="18" charset="0"/>
              </a:rPr>
              <a:t>Pelo cálice que ia beber</a:t>
            </a:r>
            <a:endParaRPr lang="en-US" altLang="pt-BR" sz="4000">
              <a:solidFill>
                <a:srgbClr val="CCCCFF"/>
              </a:solidFill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C790AF97-FBF7-3032-592B-A0F3818B9A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5287962"/>
          </a:xfrm>
        </p:spPr>
        <p:txBody>
          <a:bodyPr/>
          <a:lstStyle/>
          <a:p>
            <a:r>
              <a:rPr lang="pt-BR" altLang="pt-BR" sz="4000">
                <a:solidFill>
                  <a:srgbClr val="CCCCFF"/>
                </a:solidFill>
                <a:latin typeface="Bookman Old Style" panose="02050604050505020204" pitchFamily="18" charset="0"/>
              </a:rPr>
              <a:t>Com Jesus a minha alma</a:t>
            </a:r>
            <a:br>
              <a:rPr lang="pt-BR" altLang="pt-BR" sz="4000">
                <a:solidFill>
                  <a:srgbClr val="CCCCFF"/>
                </a:solidFill>
                <a:latin typeface="Bookman Old Style" panose="02050604050505020204" pitchFamily="18" charset="0"/>
              </a:rPr>
            </a:br>
            <a:r>
              <a:rPr lang="pt-BR" altLang="pt-BR" sz="4000">
                <a:solidFill>
                  <a:srgbClr val="CCCCFF"/>
                </a:solidFill>
                <a:latin typeface="Bookman Old Style" panose="02050604050505020204" pitchFamily="18" charset="0"/>
              </a:rPr>
              <a:t>Deseja estar</a:t>
            </a:r>
            <a:br>
              <a:rPr lang="pt-BR" altLang="pt-BR" sz="4000">
                <a:solidFill>
                  <a:srgbClr val="CCCCFF"/>
                </a:solidFill>
                <a:latin typeface="Bookman Old Style" panose="02050604050505020204" pitchFamily="18" charset="0"/>
              </a:rPr>
            </a:br>
            <a:r>
              <a:rPr lang="pt-BR" altLang="pt-BR" sz="4000">
                <a:solidFill>
                  <a:srgbClr val="CCCCFF"/>
                </a:solidFill>
                <a:latin typeface="Bookman Old Style" panose="02050604050505020204" pitchFamily="18" charset="0"/>
              </a:rPr>
              <a:t>No jardim em constante oração</a:t>
            </a:r>
            <a:br>
              <a:rPr lang="pt-BR" altLang="pt-BR" sz="4000">
                <a:solidFill>
                  <a:srgbClr val="CCCCFF"/>
                </a:solidFill>
                <a:latin typeface="Bookman Old Style" panose="02050604050505020204" pitchFamily="18" charset="0"/>
              </a:rPr>
            </a:br>
            <a:r>
              <a:rPr lang="pt-BR" altLang="pt-BR" sz="4000">
                <a:solidFill>
                  <a:srgbClr val="CCCCFF"/>
                </a:solidFill>
                <a:latin typeface="Bookman Old Style" panose="02050604050505020204" pitchFamily="18" charset="0"/>
              </a:rPr>
              <a:t>Quando a noite chegar </a:t>
            </a:r>
            <a:br>
              <a:rPr lang="pt-BR" altLang="pt-BR" sz="4000">
                <a:solidFill>
                  <a:srgbClr val="CCCCFF"/>
                </a:solidFill>
                <a:latin typeface="Bookman Old Style" panose="02050604050505020204" pitchFamily="18" charset="0"/>
              </a:rPr>
            </a:br>
            <a:r>
              <a:rPr lang="pt-BR" altLang="pt-BR" sz="4000">
                <a:solidFill>
                  <a:srgbClr val="CCCCFF"/>
                </a:solidFill>
                <a:latin typeface="Bookman Old Style" panose="02050604050505020204" pitchFamily="18" charset="0"/>
              </a:rPr>
              <a:t>E o mal me cercar</a:t>
            </a:r>
            <a:br>
              <a:rPr lang="pt-BR" altLang="pt-BR" sz="4000">
                <a:solidFill>
                  <a:srgbClr val="CCCCFF"/>
                </a:solidFill>
                <a:latin typeface="Bookman Old Style" panose="02050604050505020204" pitchFamily="18" charset="0"/>
              </a:rPr>
            </a:br>
            <a:r>
              <a:rPr lang="pt-BR" altLang="pt-BR" sz="4000">
                <a:solidFill>
                  <a:srgbClr val="CCCCFF"/>
                </a:solidFill>
                <a:latin typeface="Bookman Old Style" panose="02050604050505020204" pitchFamily="18" charset="0"/>
              </a:rPr>
              <a:t>Quero estar em constante oração</a:t>
            </a:r>
            <a:endParaRPr lang="en-US" altLang="pt-BR" sz="4000">
              <a:solidFill>
                <a:srgbClr val="CCCCFF"/>
              </a:solidFill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5ECB7504-34B4-6474-891B-2A8972E1AE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8915400" cy="5516562"/>
          </a:xfrm>
        </p:spPr>
        <p:txBody>
          <a:bodyPr/>
          <a:lstStyle/>
          <a:p>
            <a:r>
              <a:rPr lang="pt-BR" altLang="pt-BR" sz="4000">
                <a:solidFill>
                  <a:srgbClr val="CCCCFF"/>
                </a:solidFill>
                <a:latin typeface="Bookman Old Style" panose="02050604050505020204" pitchFamily="18" charset="0"/>
              </a:rPr>
              <a:t>Qual orvalho que dá vida as flores</a:t>
            </a:r>
            <a:br>
              <a:rPr lang="pt-BR" altLang="pt-BR" sz="4000">
                <a:solidFill>
                  <a:srgbClr val="CCCCFF"/>
                </a:solidFill>
                <a:latin typeface="Bookman Old Style" panose="02050604050505020204" pitchFamily="18" charset="0"/>
              </a:rPr>
            </a:br>
            <a:r>
              <a:rPr lang="pt-BR" altLang="pt-BR" sz="4000">
                <a:solidFill>
                  <a:srgbClr val="CCCCFF"/>
                </a:solidFill>
                <a:latin typeface="Bookman Old Style" panose="02050604050505020204" pitchFamily="18" charset="0"/>
              </a:rPr>
              <a:t>Assim é para o crente a oração</a:t>
            </a:r>
            <a:br>
              <a:rPr lang="pt-BR" altLang="pt-BR" sz="4000">
                <a:solidFill>
                  <a:srgbClr val="CCCCFF"/>
                </a:solidFill>
                <a:latin typeface="Bookman Old Style" panose="02050604050505020204" pitchFamily="18" charset="0"/>
              </a:rPr>
            </a:br>
            <a:r>
              <a:rPr lang="pt-BR" altLang="pt-BR" sz="4000">
                <a:solidFill>
                  <a:srgbClr val="CCCCFF"/>
                </a:solidFill>
                <a:latin typeface="Bookman Old Style" panose="02050604050505020204" pitchFamily="18" charset="0"/>
              </a:rPr>
              <a:t>Meus cuidados, tristezas e dores</a:t>
            </a:r>
            <a:br>
              <a:rPr lang="pt-BR" altLang="pt-BR" sz="4000">
                <a:solidFill>
                  <a:srgbClr val="CCCCFF"/>
                </a:solidFill>
                <a:latin typeface="Bookman Old Style" panose="02050604050505020204" pitchFamily="18" charset="0"/>
              </a:rPr>
            </a:br>
            <a:r>
              <a:rPr lang="pt-BR" altLang="pt-BR" sz="4000">
                <a:solidFill>
                  <a:srgbClr val="CCCCFF"/>
                </a:solidFill>
                <a:latin typeface="Bookman Old Style" panose="02050604050505020204" pitchFamily="18" charset="0"/>
              </a:rPr>
              <a:t>Cristo as sabe por minha oração.</a:t>
            </a:r>
            <a:br>
              <a:rPr lang="pt-BR" altLang="pt-BR" sz="4000">
                <a:solidFill>
                  <a:srgbClr val="CCCCFF"/>
                </a:solidFill>
                <a:latin typeface="Bookman Old Style" panose="02050604050505020204" pitchFamily="18" charset="0"/>
              </a:rPr>
            </a:br>
            <a:endParaRPr lang="en-US" altLang="pt-BR" sz="4000">
              <a:solidFill>
                <a:srgbClr val="CCCCFF"/>
              </a:solidFill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1" name="Rectangle 5">
            <a:extLst>
              <a:ext uri="{FF2B5EF4-FFF2-40B4-BE49-F238E27FC236}">
                <a16:creationId xmlns:a16="http://schemas.microsoft.com/office/drawing/2014/main" id="{D6EF97E5-072E-41DD-E1E1-BA316F0996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4495800"/>
          </a:xfrm>
          <a:noFill/>
          <a:ln/>
        </p:spPr>
        <p:txBody>
          <a:bodyPr/>
          <a:lstStyle/>
          <a:p>
            <a:r>
              <a:rPr lang="pt-BR" altLang="pt-BR" sz="4000">
                <a:solidFill>
                  <a:srgbClr val="CCCCFF"/>
                </a:solidFill>
                <a:latin typeface="Bookman Old Style" panose="02050604050505020204" pitchFamily="18" charset="0"/>
              </a:rPr>
              <a:t>Com Jesus a minha alma</a:t>
            </a:r>
            <a:br>
              <a:rPr lang="pt-BR" altLang="pt-BR" sz="4000">
                <a:solidFill>
                  <a:srgbClr val="CCCCFF"/>
                </a:solidFill>
                <a:latin typeface="Bookman Old Style" panose="02050604050505020204" pitchFamily="18" charset="0"/>
              </a:rPr>
            </a:br>
            <a:r>
              <a:rPr lang="pt-BR" altLang="pt-BR" sz="4000">
                <a:solidFill>
                  <a:srgbClr val="CCCCFF"/>
                </a:solidFill>
                <a:latin typeface="Bookman Old Style" panose="02050604050505020204" pitchFamily="18" charset="0"/>
              </a:rPr>
              <a:t>Deseja estar</a:t>
            </a:r>
            <a:br>
              <a:rPr lang="pt-BR" altLang="pt-BR" sz="4000">
                <a:solidFill>
                  <a:srgbClr val="CCCCFF"/>
                </a:solidFill>
                <a:latin typeface="Bookman Old Style" panose="02050604050505020204" pitchFamily="18" charset="0"/>
              </a:rPr>
            </a:br>
            <a:r>
              <a:rPr lang="pt-BR" altLang="pt-BR" sz="4000">
                <a:solidFill>
                  <a:srgbClr val="CCCCFF"/>
                </a:solidFill>
                <a:latin typeface="Bookman Old Style" panose="02050604050505020204" pitchFamily="18" charset="0"/>
              </a:rPr>
              <a:t>No jardim em constante oração</a:t>
            </a:r>
            <a:br>
              <a:rPr lang="pt-BR" altLang="pt-BR" sz="4000">
                <a:solidFill>
                  <a:srgbClr val="CCCCFF"/>
                </a:solidFill>
                <a:latin typeface="Bookman Old Style" panose="02050604050505020204" pitchFamily="18" charset="0"/>
              </a:rPr>
            </a:br>
            <a:r>
              <a:rPr lang="pt-BR" altLang="pt-BR" sz="4000">
                <a:solidFill>
                  <a:srgbClr val="CCCCFF"/>
                </a:solidFill>
                <a:latin typeface="Bookman Old Style" panose="02050604050505020204" pitchFamily="18" charset="0"/>
              </a:rPr>
              <a:t>Quando a noite chegar </a:t>
            </a:r>
            <a:br>
              <a:rPr lang="pt-BR" altLang="pt-BR" sz="4000">
                <a:solidFill>
                  <a:srgbClr val="CCCCFF"/>
                </a:solidFill>
                <a:latin typeface="Bookman Old Style" panose="02050604050505020204" pitchFamily="18" charset="0"/>
              </a:rPr>
            </a:br>
            <a:r>
              <a:rPr lang="pt-BR" altLang="pt-BR" sz="4000">
                <a:solidFill>
                  <a:srgbClr val="CCCCFF"/>
                </a:solidFill>
                <a:latin typeface="Bookman Old Style" panose="02050604050505020204" pitchFamily="18" charset="0"/>
              </a:rPr>
              <a:t>E o mal me cercar</a:t>
            </a:r>
            <a:br>
              <a:rPr lang="pt-BR" altLang="pt-BR" sz="4000">
                <a:solidFill>
                  <a:srgbClr val="CCCCFF"/>
                </a:solidFill>
                <a:latin typeface="Bookman Old Style" panose="02050604050505020204" pitchFamily="18" charset="0"/>
              </a:rPr>
            </a:br>
            <a:r>
              <a:rPr lang="pt-BR" altLang="pt-BR" sz="4000">
                <a:solidFill>
                  <a:srgbClr val="CCCCFF"/>
                </a:solidFill>
                <a:latin typeface="Bookman Old Style" panose="02050604050505020204" pitchFamily="18" charset="0"/>
              </a:rPr>
              <a:t>Quero estar em constante oração</a:t>
            </a:r>
            <a:endParaRPr lang="en-US" altLang="pt-BR" sz="4000">
              <a:solidFill>
                <a:srgbClr val="CCCCFF"/>
              </a:solidFill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4">
            <a:extLst>
              <a:ext uri="{FF2B5EF4-FFF2-40B4-BE49-F238E27FC236}">
                <a16:creationId xmlns:a16="http://schemas.microsoft.com/office/drawing/2014/main" id="{38E1B90A-94A0-768A-C95A-82CA455768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181600"/>
          </a:xfrm>
        </p:spPr>
        <p:txBody>
          <a:bodyPr/>
          <a:lstStyle/>
          <a:p>
            <a:r>
              <a:rPr lang="pt-BR" altLang="pt-BR" sz="4000">
                <a:solidFill>
                  <a:srgbClr val="CCCCFF"/>
                </a:solidFill>
                <a:latin typeface="Bookman Old Style" panose="02050604050505020204" pitchFamily="18" charset="0"/>
              </a:rPr>
              <a:t>Jesus teve completa vitória</a:t>
            </a:r>
            <a:br>
              <a:rPr lang="pt-BR" altLang="pt-BR" sz="4000">
                <a:solidFill>
                  <a:srgbClr val="CCCCFF"/>
                </a:solidFill>
                <a:latin typeface="Bookman Old Style" panose="02050604050505020204" pitchFamily="18" charset="0"/>
              </a:rPr>
            </a:br>
            <a:r>
              <a:rPr lang="pt-BR" altLang="pt-BR" sz="4000">
                <a:solidFill>
                  <a:srgbClr val="CCCCFF"/>
                </a:solidFill>
                <a:latin typeface="Bookman Old Style" panose="02050604050505020204" pitchFamily="18" charset="0"/>
              </a:rPr>
              <a:t>Porque sempre viveu em oração</a:t>
            </a:r>
            <a:br>
              <a:rPr lang="pt-BR" altLang="pt-BR" sz="4000">
                <a:solidFill>
                  <a:srgbClr val="CCCCFF"/>
                </a:solidFill>
                <a:latin typeface="Bookman Old Style" panose="02050604050505020204" pitchFamily="18" charset="0"/>
              </a:rPr>
            </a:br>
            <a:r>
              <a:rPr lang="pt-BR" altLang="pt-BR" sz="4000">
                <a:solidFill>
                  <a:srgbClr val="CCCCFF"/>
                </a:solidFill>
                <a:latin typeface="Bookman Old Style" panose="02050604050505020204" pitchFamily="18" charset="0"/>
              </a:rPr>
              <a:t>Muitos santos chegaram a glória</a:t>
            </a:r>
            <a:br>
              <a:rPr lang="pt-BR" altLang="pt-BR" sz="4000">
                <a:solidFill>
                  <a:srgbClr val="CCCCFF"/>
                </a:solidFill>
                <a:latin typeface="Bookman Old Style" panose="02050604050505020204" pitchFamily="18" charset="0"/>
              </a:rPr>
            </a:br>
            <a:r>
              <a:rPr lang="pt-BR" altLang="pt-BR" sz="4000">
                <a:solidFill>
                  <a:srgbClr val="CCCCFF"/>
                </a:solidFill>
                <a:latin typeface="Bookman Old Style" panose="02050604050505020204" pitchFamily="18" charset="0"/>
              </a:rPr>
              <a:t>Sob o manto da doce oração</a:t>
            </a:r>
            <a:endParaRPr lang="en-US" altLang="pt-BR" sz="4000">
              <a:solidFill>
                <a:srgbClr val="CCCCFF"/>
              </a:solidFill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5">
            <a:extLst>
              <a:ext uri="{FF2B5EF4-FFF2-40B4-BE49-F238E27FC236}">
                <a16:creationId xmlns:a16="http://schemas.microsoft.com/office/drawing/2014/main" id="{23CF1D1C-98CD-1A75-D523-B2C425EEE1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562600"/>
          </a:xfrm>
          <a:noFill/>
          <a:ln/>
        </p:spPr>
        <p:txBody>
          <a:bodyPr/>
          <a:lstStyle/>
          <a:p>
            <a:r>
              <a:rPr lang="pt-BR" altLang="pt-BR" sz="4000">
                <a:solidFill>
                  <a:srgbClr val="CCCCFF"/>
                </a:solidFill>
              </a:rPr>
              <a:t>Com Jesus a minha alma</a:t>
            </a:r>
            <a:br>
              <a:rPr lang="pt-BR" altLang="pt-BR" sz="4000">
                <a:solidFill>
                  <a:srgbClr val="CCCCFF"/>
                </a:solidFill>
              </a:rPr>
            </a:br>
            <a:r>
              <a:rPr lang="pt-BR" altLang="pt-BR" sz="4000">
                <a:solidFill>
                  <a:srgbClr val="CCCCFF"/>
                </a:solidFill>
              </a:rPr>
              <a:t>Deseja estar</a:t>
            </a:r>
            <a:br>
              <a:rPr lang="pt-BR" altLang="pt-BR" sz="4000">
                <a:solidFill>
                  <a:srgbClr val="CCCCFF"/>
                </a:solidFill>
              </a:rPr>
            </a:br>
            <a:r>
              <a:rPr lang="pt-BR" altLang="pt-BR" sz="4000">
                <a:solidFill>
                  <a:srgbClr val="CCCCFF"/>
                </a:solidFill>
              </a:rPr>
              <a:t>No jardim em constante oração</a:t>
            </a:r>
            <a:br>
              <a:rPr lang="pt-BR" altLang="pt-BR" sz="4000">
                <a:solidFill>
                  <a:srgbClr val="CCCCFF"/>
                </a:solidFill>
              </a:rPr>
            </a:br>
            <a:r>
              <a:rPr lang="pt-BR" altLang="pt-BR" sz="4000">
                <a:solidFill>
                  <a:srgbClr val="CCCCFF"/>
                </a:solidFill>
              </a:rPr>
              <a:t>Quando a noite chegar </a:t>
            </a:r>
            <a:br>
              <a:rPr lang="pt-BR" altLang="pt-BR" sz="4000">
                <a:solidFill>
                  <a:srgbClr val="CCCCFF"/>
                </a:solidFill>
              </a:rPr>
            </a:br>
            <a:r>
              <a:rPr lang="pt-BR" altLang="pt-BR" sz="4000">
                <a:solidFill>
                  <a:srgbClr val="CCCCFF"/>
                </a:solidFill>
              </a:rPr>
              <a:t>E o mal me cercar</a:t>
            </a:r>
            <a:br>
              <a:rPr lang="pt-BR" altLang="pt-BR" sz="4000">
                <a:solidFill>
                  <a:srgbClr val="CCCCFF"/>
                </a:solidFill>
              </a:rPr>
            </a:br>
            <a:r>
              <a:rPr lang="pt-BR" altLang="pt-BR" sz="4000">
                <a:solidFill>
                  <a:srgbClr val="CCCCFF"/>
                </a:solidFill>
              </a:rPr>
              <a:t>Quero estar em constante oração</a:t>
            </a:r>
            <a:endParaRPr lang="en-US" altLang="pt-BR" sz="4000">
              <a:solidFill>
                <a:srgbClr val="CCCC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>
            <a:extLst>
              <a:ext uri="{FF2B5EF4-FFF2-40B4-BE49-F238E27FC236}">
                <a16:creationId xmlns:a16="http://schemas.microsoft.com/office/drawing/2014/main" id="{A7786271-159A-7C92-961F-51600F9DE4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5334000"/>
          </a:xfrm>
        </p:spPr>
        <p:txBody>
          <a:bodyPr/>
          <a:lstStyle/>
          <a:p>
            <a:r>
              <a:rPr lang="pt-BR" altLang="pt-BR" sz="4000">
                <a:solidFill>
                  <a:srgbClr val="CCCCFF"/>
                </a:solidFill>
              </a:rPr>
              <a:t>Renovados em força seremos</a:t>
            </a:r>
            <a:br>
              <a:rPr lang="pt-BR" altLang="pt-BR" sz="4000">
                <a:solidFill>
                  <a:srgbClr val="CCCCFF"/>
                </a:solidFill>
              </a:rPr>
            </a:br>
            <a:r>
              <a:rPr lang="pt-BR" altLang="pt-BR" sz="4000">
                <a:solidFill>
                  <a:srgbClr val="CCCCFF"/>
                </a:solidFill>
              </a:rPr>
              <a:t>Nós teremos uma nova unção</a:t>
            </a:r>
            <a:br>
              <a:rPr lang="pt-BR" altLang="pt-BR" sz="4000">
                <a:solidFill>
                  <a:srgbClr val="CCCCFF"/>
                </a:solidFill>
              </a:rPr>
            </a:br>
            <a:r>
              <a:rPr lang="pt-BR" altLang="pt-BR" sz="4000">
                <a:solidFill>
                  <a:srgbClr val="CCCCFF"/>
                </a:solidFill>
              </a:rPr>
              <a:t>E com Deus, no jardim falaremos</a:t>
            </a:r>
            <a:br>
              <a:rPr lang="pt-BR" altLang="pt-BR" sz="4000">
                <a:solidFill>
                  <a:srgbClr val="CCCCFF"/>
                </a:solidFill>
              </a:rPr>
            </a:br>
            <a:r>
              <a:rPr lang="pt-BR" altLang="pt-BR" sz="4000">
                <a:solidFill>
                  <a:srgbClr val="CCCCFF"/>
                </a:solidFill>
              </a:rPr>
              <a:t>Se vivermos sempre em oração</a:t>
            </a:r>
            <a:endParaRPr lang="en-US" altLang="pt-BR" sz="4000">
              <a:solidFill>
                <a:srgbClr val="CCCC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Rectangle 5">
            <a:extLst>
              <a:ext uri="{FF2B5EF4-FFF2-40B4-BE49-F238E27FC236}">
                <a16:creationId xmlns:a16="http://schemas.microsoft.com/office/drawing/2014/main" id="{545FE506-7E88-F39C-3FE1-B0D0438D44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181600"/>
          </a:xfrm>
          <a:noFill/>
          <a:ln/>
        </p:spPr>
        <p:txBody>
          <a:bodyPr/>
          <a:lstStyle/>
          <a:p>
            <a:r>
              <a:rPr lang="pt-BR" altLang="pt-BR" sz="4000">
                <a:solidFill>
                  <a:srgbClr val="CCCCFF"/>
                </a:solidFill>
              </a:rPr>
              <a:t>Com Jesus a minha alma</a:t>
            </a:r>
            <a:br>
              <a:rPr lang="pt-BR" altLang="pt-BR" sz="4000">
                <a:solidFill>
                  <a:srgbClr val="CCCCFF"/>
                </a:solidFill>
              </a:rPr>
            </a:br>
            <a:r>
              <a:rPr lang="pt-BR" altLang="pt-BR" sz="4000">
                <a:solidFill>
                  <a:srgbClr val="CCCCFF"/>
                </a:solidFill>
              </a:rPr>
              <a:t>Deseja estar</a:t>
            </a:r>
            <a:br>
              <a:rPr lang="pt-BR" altLang="pt-BR" sz="4000">
                <a:solidFill>
                  <a:srgbClr val="CCCCFF"/>
                </a:solidFill>
              </a:rPr>
            </a:br>
            <a:r>
              <a:rPr lang="pt-BR" altLang="pt-BR" sz="4000">
                <a:solidFill>
                  <a:srgbClr val="CCCCFF"/>
                </a:solidFill>
              </a:rPr>
              <a:t>NO jardim em constante oração</a:t>
            </a:r>
            <a:br>
              <a:rPr lang="pt-BR" altLang="pt-BR" sz="4000">
                <a:solidFill>
                  <a:srgbClr val="CCCCFF"/>
                </a:solidFill>
              </a:rPr>
            </a:br>
            <a:r>
              <a:rPr lang="pt-BR" altLang="pt-BR" sz="4000">
                <a:solidFill>
                  <a:srgbClr val="CCCCFF"/>
                </a:solidFill>
              </a:rPr>
              <a:t>Quando a noite chegar </a:t>
            </a:r>
            <a:br>
              <a:rPr lang="pt-BR" altLang="pt-BR" sz="4000">
                <a:solidFill>
                  <a:srgbClr val="CCCCFF"/>
                </a:solidFill>
              </a:rPr>
            </a:br>
            <a:r>
              <a:rPr lang="pt-BR" altLang="pt-BR" sz="4000">
                <a:solidFill>
                  <a:srgbClr val="CCCCFF"/>
                </a:solidFill>
              </a:rPr>
              <a:t>E o mal me cercar</a:t>
            </a:r>
            <a:br>
              <a:rPr lang="pt-BR" altLang="pt-BR" sz="4000">
                <a:solidFill>
                  <a:srgbClr val="CCCCFF"/>
                </a:solidFill>
              </a:rPr>
            </a:br>
            <a:r>
              <a:rPr lang="pt-BR" altLang="pt-BR" sz="4000">
                <a:solidFill>
                  <a:srgbClr val="CCCCFF"/>
                </a:solidFill>
              </a:rPr>
              <a:t>Quero estar em constante oração</a:t>
            </a:r>
            <a:endParaRPr lang="en-US" altLang="pt-BR" sz="4000">
              <a:solidFill>
                <a:srgbClr val="CCCC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230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Bookman Old Style</vt:lpstr>
      <vt:lpstr>Design padrão</vt:lpstr>
      <vt:lpstr>296 No Jardim</vt:lpstr>
      <vt:lpstr>No Jardim Jesus Cristo clamava Quando os ímpios O foram prender E falando co’o Pai suplicava Pelo cálice que ia beber</vt:lpstr>
      <vt:lpstr>Com Jesus a minha alma Deseja estar No jardim em constante oração Quando a noite chegar  E o mal me cercar Quero estar em constante oração</vt:lpstr>
      <vt:lpstr>Qual orvalho que dá vida as flores Assim é para o crente a oração Meus cuidados, tristezas e dores Cristo as sabe por minha oração. </vt:lpstr>
      <vt:lpstr>Com Jesus a minha alma Deseja estar No jardim em constante oração Quando a noite chegar  E o mal me cercar Quero estar em constante oração</vt:lpstr>
      <vt:lpstr>Jesus teve completa vitória Porque sempre viveu em oração Muitos santos chegaram a glória Sob o manto da doce oração</vt:lpstr>
      <vt:lpstr>Com Jesus a minha alma Deseja estar No jardim em constante oração Quando a noite chegar  E o mal me cercar Quero estar em constante oração</vt:lpstr>
      <vt:lpstr>Renovados em força seremos Nós teremos uma nova unção E com Deus, no jardim falaremos Se vivermos sempre em oração</vt:lpstr>
      <vt:lpstr>Com Jesus a minha alma Deseja estar NO jardim em constante oração Quando a noite chegar  E o mal me cercar Quero estar em constante oração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Jardim</dc:title>
  <dc:creator>Junior</dc:creator>
  <cp:lastModifiedBy>Emerson Souza</cp:lastModifiedBy>
  <cp:revision>2</cp:revision>
  <dcterms:created xsi:type="dcterms:W3CDTF">2005-09-04T22:07:20Z</dcterms:created>
  <dcterms:modified xsi:type="dcterms:W3CDTF">2026-05-02T22:01:36Z</dcterms:modified>
</cp:coreProperties>
</file>