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46" d="100"/>
          <a:sy n="46" d="100"/>
        </p:scale>
        <p:origin x="-108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08087-F155-7361-29FF-5C9E4AED4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BC0569-8058-01D4-4C45-D853F1251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908122-192F-3E57-A204-A9159FE7B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6B0B62-B408-39A6-017E-07E77584E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A241C6-CD02-D723-A6F8-B570F1C9D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70A55A-C673-497C-9BBC-77130A9671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39030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8350B-1961-A21D-E44E-9189B2BCB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7388EE-77EE-38B3-01A3-89FC39A3A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704DD8-CF2B-FB04-4589-42CA1216B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D44CAB-770B-6DDD-E979-E45D3027A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4087F7-523F-05A4-DB28-9DE0B942B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51D636-1BD2-4AF1-A654-080821B657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3118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3E7A4-2D64-2E99-FD16-7DF381203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25CA39-75C2-2282-8DA8-2A3063B79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7DF808-AF2F-9B5D-AC80-90DB1F874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C2F868-F30C-5173-CAD5-EF06B6EF9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9EE788-D221-2639-827D-6B43C19BB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266214-C574-4756-B98B-B9B7BA49F3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0116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219772-3192-5096-E88A-729E41882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5A68E1-6909-3E1F-9634-34E309AC50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2B43E7A-B556-AF70-6A23-C90F930FF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9B4D72-1D7C-9B9F-1220-00F2C6B03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B3AB22-0CB6-70A1-B76D-1A4D6D5A3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4E3D2B-0D4A-52A8-433B-BBFCB35EA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7837D8-C8F9-40FF-86A3-23B8641FA4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62785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6C6F14-CC59-4EC6-9474-62B901D7A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8BFF47-A3A6-54B8-7C2A-59CDC5280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048DFB-9BE1-7C6F-4658-BD5730C55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98F5E07-8A5A-1A46-3DB7-7C3B3D753D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75C399B-3D44-01FC-8C41-99CF8C43D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4421AF5-BFDB-BB2E-D481-F16486E65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8BFAACD-E555-6D8D-B9F1-9AF204366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DE49AA1-C2DD-2228-3C75-A99449D3A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A3C542-4F33-4CF7-AB5E-1E381A7372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00106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6DF180-7341-673D-F406-7F2AF20E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DB8FEDF-9071-2E32-C23C-2039C91A3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0B23BA-2F74-FF1B-D87A-BB1F41E38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71B9B3D-6276-DD05-85D0-3942103DC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551593-C827-4AB2-BE06-037BA9A628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44881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5A2A0D-4479-AA92-7CCC-DE6D3904F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EBFFFCA-93F4-0BE2-FEE2-D5C595A30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953ED2-F6EF-EB5F-6FC5-6E6C9D2BF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82977B-D399-4B09-95F0-C9ED46D73E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8832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E12440-2D3E-478F-2C73-845AB715E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888406-61BC-95AE-3A36-A2A4C9DA6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549976C-C662-0886-5E54-418C81C74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D925E4-010F-F6F4-9AAE-575766778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1A9535-2312-0F0B-319C-4EAD813B3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D22BE0-3244-F968-3831-561772DB6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09A488-95DA-44C9-BECD-46ABA06944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58051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5F00D-B8E0-D89F-01BC-D4776FB74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15D9065-A5D7-927A-1FCF-11F304BF51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DBCBC6-A974-DA56-8D97-21E30099E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26FF2D-24CC-10F3-C21C-409B9D497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BEEE52-D92E-3E27-938F-F5661E966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0EF46E-B3C4-2FB7-467F-D2C656A80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E7A1D1-9677-43C9-BE1F-2A3D675041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23599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C04B8E-DBC0-984E-99EC-9A25A4873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F619DAD-8D9D-929F-2362-9032F35BC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E5E3CF-1E5E-70CF-052A-A222B7B8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416744-51A8-6371-4F04-42D811F06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438627-490F-08CA-4E57-22C338DF5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F7A751-95E1-4603-A973-DFE1FA7C83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0841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E89BB6D-CCAB-2C6D-7C68-D4C1B0319E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4B901B5-8437-3ADB-7B18-DE3D1AD21B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1F2FCF-357E-B252-61B2-846689EA5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6E26F2-0204-3C47-929B-948F7DB34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71456A-C9A6-4E74-9040-DC8B0D19E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1BFF1-EE52-4F03-9D3D-C48C6DAC9C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18439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2968036-33BE-0AF2-35D7-BA18D6FBD4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1418483-15E4-A135-A332-09DA2A7D8C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F1545A2-2E6C-71C7-C336-46519462018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963BF79-E041-84FE-C390-872D6871011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89D43B7-1ACA-D1FF-15BE-A6BBA1F2C79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5EEC2DE-5513-4E33-90B1-CA398E40608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90E2740-AB9E-1881-FD10-E299C552A10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63775"/>
            <a:ext cx="7772400" cy="1470025"/>
          </a:xfrm>
        </p:spPr>
        <p:txBody>
          <a:bodyPr anchor="ctr"/>
          <a:lstStyle/>
          <a:p>
            <a:r>
              <a:rPr lang="en-US" altLang="pt-BR" sz="3600" b="1"/>
              <a:t>597 – Graças Dou</a:t>
            </a:r>
            <a:endParaRPr lang="en-US" altLang="pt-BR" sz="36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9F3D014-3466-45C3-4BA6-E257D1CCD49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BEC997A1-3CA7-090D-EF6B-79B37091C1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Graças dou por esta vida: </a:t>
            </a:r>
            <a:br>
              <a:rPr lang="en-US" altLang="pt-BR" sz="3600" i="1"/>
            </a:br>
            <a:r>
              <a:rPr lang="en-US" altLang="pt-BR" sz="3600" i="1"/>
              <a:t>Pelo bem que revelou.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Graças dou pelo futuro, </a:t>
            </a:r>
            <a:br>
              <a:rPr lang="en-US" altLang="pt-BR" sz="3600" i="1"/>
            </a:br>
            <a:r>
              <a:rPr lang="en-US" altLang="pt-BR" sz="3600" i="1"/>
              <a:t>E por tudo que passou.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Pelas bênçãos derramadas, </a:t>
            </a:r>
            <a:br>
              <a:rPr lang="en-US" altLang="pt-BR" sz="3600" i="1"/>
            </a:br>
            <a:r>
              <a:rPr lang="en-US" altLang="pt-BR" sz="3600" i="1"/>
              <a:t>Pela dor, pela aflição,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Pela graça revelada! </a:t>
            </a:r>
            <a:br>
              <a:rPr lang="en-US" altLang="pt-BR" sz="3600" i="1"/>
            </a:br>
            <a:r>
              <a:rPr lang="en-US" altLang="pt-BR" sz="3600" i="1"/>
              <a:t>Graças dou pelo perdão.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  <a:endParaRPr lang="en-US" altLang="pt-BR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078AA77-163E-36E3-F8A6-076456FF03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Graças pelo azul celeste </a:t>
            </a:r>
            <a:br>
              <a:rPr lang="en-US" altLang="pt-BR" sz="3600" i="1"/>
            </a:br>
            <a:r>
              <a:rPr lang="en-US" altLang="pt-BR" sz="3600" i="1"/>
              <a:t>E por nuvens que há também,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Pelas rosas do caminho, </a:t>
            </a:r>
            <a:br>
              <a:rPr lang="en-US" altLang="pt-BR" sz="3600" i="1"/>
            </a:br>
            <a:r>
              <a:rPr lang="en-US" altLang="pt-BR" sz="3600" i="1"/>
              <a:t>Por espinhos que elas têm,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Pela escuridão da noite, </a:t>
            </a:r>
            <a:br>
              <a:rPr lang="en-US" altLang="pt-BR" sz="3600" i="1"/>
            </a:br>
            <a:r>
              <a:rPr lang="en-US" altLang="pt-BR" sz="3600" i="1"/>
              <a:t>Pela estrela que brilhou,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Pela prece respondida, </a:t>
            </a:r>
            <a:br>
              <a:rPr lang="en-US" altLang="pt-BR" sz="3600" i="1"/>
            </a:br>
            <a:r>
              <a:rPr lang="en-US" altLang="pt-BR" sz="3600" i="1"/>
              <a:t>Pelo sonho que falhou.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E60D453-58AF-5D86-FD35-DF8F0D625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Pela cruz e o sofrimento </a:t>
            </a:r>
            <a:br>
              <a:rPr lang="en-US" altLang="pt-BR" sz="3600" i="1"/>
            </a:br>
            <a:r>
              <a:rPr lang="en-US" altLang="pt-BR" sz="3600" i="1"/>
              <a:t>E por toda provação,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Pelo amor que é sem medida, </a:t>
            </a:r>
            <a:br>
              <a:rPr lang="en-US" altLang="pt-BR" sz="3600" i="1"/>
            </a:br>
            <a:r>
              <a:rPr lang="en-US" altLang="pt-BR" sz="3600" i="1"/>
              <a:t>Pela paz no coração,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Pela lágrima vertida,</a:t>
            </a:r>
            <a:br>
              <a:rPr lang="en-US" altLang="pt-BR" sz="3600" i="1"/>
            </a:br>
            <a:r>
              <a:rPr lang="en-US" altLang="pt-BR" sz="3600" i="1"/>
              <a:t>Pelo alivio que é sem par.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Pelo dom da eterna vida, </a:t>
            </a:r>
            <a:br>
              <a:rPr lang="en-US" altLang="pt-BR" sz="3600" i="1"/>
            </a:br>
            <a:r>
              <a:rPr lang="en-US" altLang="pt-BR" sz="3600" i="1"/>
              <a:t>Sempre graças hei de dar!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152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597 – Graças Dou</vt:lpstr>
      <vt:lpstr>Graças dou por esta vida:  Pelo bem que revelou.  Graças dou pelo futuro,  E por tudo que passou.  Pelas bênçãos derramadas,  Pela dor, pela aflição,  Pela graça revelada!  Graças dou pelo perdão.  </vt:lpstr>
      <vt:lpstr>Graças pelo azul celeste  E por nuvens que há também,  Pelas rosas do caminho,  Por espinhos que elas têm,  Pela escuridão da noite,  Pela estrela que brilhou,  Pela prece respondida,  Pelo sonho que falhou.  </vt:lpstr>
      <vt:lpstr>Pela cruz e o sofrimento  E por toda provação,  Pelo amor que é sem medida,  Pela paz no coração,  Pela lágrima vertida, Pelo alivio que é sem par.  Pelo dom da eterna vida,  Sempre graças hei de dar!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597 – Graças Dou</dc:title>
  <dc:creator>Junior</dc:creator>
  <cp:lastModifiedBy>Emerson Souza</cp:lastModifiedBy>
  <cp:revision>2</cp:revision>
  <dcterms:created xsi:type="dcterms:W3CDTF">2005-12-27T02:33:05Z</dcterms:created>
  <dcterms:modified xsi:type="dcterms:W3CDTF">2026-05-02T22:27:13Z</dcterms:modified>
</cp:coreProperties>
</file>