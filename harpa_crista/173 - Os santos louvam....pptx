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9689D-90A1-7B6F-31F2-FE4CF6012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CB0A6D-0928-94AE-325D-F79E48A4B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EFE479-F0E4-DCAC-775C-E1348F055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0B9FFB-35A4-8BF5-235B-6F9BC4F7B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CF895C-A364-4B93-35F9-FCE5531C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F17277-BBDE-49D0-AC87-D6ADD028EA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22396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668387-BB13-5C1A-8EFB-15B0539E2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5218F-FB82-1D51-8632-47DB55643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BE8DE3-482F-2344-F4EC-4B654E1EB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80DADE-C33A-C722-621C-D7238B24B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257598-DDCF-EC8D-4943-9167C3CE1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CC2423-A60B-49FB-8E17-7F95BA6B8E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15086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A4B9B-9811-50D8-915C-831637F93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F37EC0-3205-74A4-FA1F-6C52EB859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549D67-16D4-96CB-8CAA-0B591C90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535794-F7D1-3706-738A-FAD60E4C1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1A0437-24B2-CAED-A6CA-610369C84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14DBD1-7DCF-45BF-8912-A8E71B5C0F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45336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6CDD9-C2D0-4715-C888-F7DBF86A9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340586-5928-F8B6-0510-4B34C6DC2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89D552-B188-25C9-5874-753C473AA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7AD661-8E21-9109-7392-6F78C0B67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28212D-E44D-F47E-F552-3859D7BC4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D290CC3-8963-8154-D5FB-F81BB237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C11A12-0E59-42CA-82AC-29E52394853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99405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FA19A-8104-51F4-1301-908B0DCC6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0D10F7-EF67-7FC1-80E5-9E75686B7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C1726C6-9865-D8C3-FB3D-391F90D74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A204FF1-7479-D401-1754-6A555A132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1CB4173-F2BD-AFB0-368D-BCE61FCB9E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C2CF7E9-6D87-A9CE-E9A5-301F2DBBC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62F3C3E-05BF-6164-ECCA-9BB0F9865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53CCFCE-1005-36BC-2E2F-C134E47A3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237E8B-6007-467A-8855-6F9F3797CF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38133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97000A-9D94-F986-EBFE-785F93986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E761E3F-2FEE-13C5-13C7-456E48F25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AD0221E-9C9D-C3DD-6CB1-AE8EB446E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B5BF680-9162-15D4-504E-1691BFAA1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6774F3-D4DF-44DD-AE6C-80498E0C9A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35038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0C8EE38-FCB7-A8EC-19C9-F054071DF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74DA921-8EA0-27EE-B058-117FD943D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CBB67F-0F01-C741-A233-18E550A6E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9CD09C-022F-4FAC-B37E-0E2B5FDF8E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9360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5555BB-5133-970B-F8C3-AC3697CD7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47CF4E-E1D5-644E-02E1-A23475003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AF34AC-A7A8-B021-8D28-83187E2ED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ECBABB-F09C-BC8E-792B-DA87127A2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29DB91-7A16-9DC5-72B0-23E6CF905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88C1536-9A9F-6926-8234-0A0868C3D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2E8764-DCB3-4E9B-921B-43DC5D7E29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12753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63519F-BE81-7D29-4847-48FAB747F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4E2E48E-E9A4-8EF8-B941-D5E7FF9F0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6891C1-A176-4E0B-6044-A3BCF98AE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A1667C-B453-A8B7-D58E-8DAF5D6D1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20A0DB-6297-D5B3-ED43-48F2D3E35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868C4C-9E5C-AA60-D633-7F0757893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82F697-DB3F-430F-9FDD-4341CD7413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59490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4BC65D-52A3-96F1-42FF-7058F1891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CEA3733-2C9F-F934-F1AD-6E2F035DE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5CBC58-7CA5-C4A5-BB00-99FB77BE4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5336B8-AC38-16A1-3B63-399ACCFAE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F2B7E3-D6DF-C44B-FC23-0851D9613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0CC0DD-F550-42EB-850D-9F4ABAEE1E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8713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484787F-C3B6-24E5-4EF1-E110617AEF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ECE776F-E037-D8C7-A233-89CAAE155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CADB2-D817-A68D-AE2E-C7126BBCD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959BF-4690-35D4-152F-86AC6763F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199916-0684-1806-9EE7-7A192D9D9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B643A7-CD2D-46B5-BB63-AAAA4B3FCB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2339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18A9F65-20B5-D641-B39C-163DADF2FB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A27918B-6716-7028-CC8F-EDED120141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7D36464-32AC-5BDC-DD1C-854FD09D2D9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EF1DF36-59EF-098F-8584-EB3663539E0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B771117-562B-E73F-0A1F-6705D7F8EB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EE8E6B0-1C96-4A00-BF80-6BBA2208565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5C4CDBD-FEEC-AE77-0DF9-F87BAC6F195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362200"/>
            <a:ext cx="9144000" cy="1219200"/>
          </a:xfrm>
        </p:spPr>
        <p:txBody>
          <a:bodyPr anchor="ctr"/>
          <a:lstStyle/>
          <a:p>
            <a:r>
              <a:rPr lang="en-US" altLang="pt-BR" sz="3200"/>
              <a:t> </a:t>
            </a:r>
            <a:r>
              <a:rPr lang="en-US" altLang="pt-BR" sz="3200" b="1" i="1"/>
              <a:t>173</a:t>
            </a:r>
            <a:br>
              <a:rPr lang="en-US" altLang="pt-BR" sz="3200" b="1" i="1"/>
            </a:br>
            <a:r>
              <a:rPr lang="en-US" altLang="pt-BR" sz="3200" b="1" i="1"/>
              <a:t>OS SANTOS LOUVAM AO SENHOR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9A4C752-66C0-1618-23AB-9B4D1FB1D04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8C4F534-159E-B405-9883-F8EE5DEAEB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Pronto 'stamos p’ra louvar Jesus, </a:t>
            </a:r>
            <a:br>
              <a:rPr lang="en-US" altLang="pt-BR" sz="4000" i="1"/>
            </a:br>
            <a:r>
              <a:rPr lang="en-US" altLang="pt-BR" sz="4000" i="1"/>
              <a:t>O Salvador, Glória a Jesus e aleluia! </a:t>
            </a:r>
            <a:br>
              <a:rPr lang="en-US" altLang="pt-BR" sz="4000" i="1"/>
            </a:br>
            <a:r>
              <a:rPr lang="en-US" altLang="pt-BR" sz="4000" i="1"/>
              <a:t>E havemos de cantar ao nosso Redentor, Glória a Jesus e aleluia!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BBD61FF-AB7A-4DD1-5392-E67D656EC7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Têm os santos do Senhor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direito de cantar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Jesus, com grande amor,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Veio à terra p ‘ra salvar;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Nossa alma resgatou,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Seu sangue nos lavou;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Glória a Jesus e aleluia!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A9A42D2-E76D-B676-9287-7CE7BB8A65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A certeza temos já da nossa redenção, Glória a Jesus e aleluia! </a:t>
            </a:r>
            <a:br>
              <a:rPr lang="en-US" altLang="pt-BR" sz="4000" i="1"/>
            </a:br>
            <a:r>
              <a:rPr lang="en-US" altLang="pt-BR" sz="4000" i="1"/>
              <a:t>E, cantando, vamos indo p’ra feliz Sião; Glória a Jesus e aleluia!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AA02EF86-30AC-A2B6-A446-00B68A0EAF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Têm os santos do Senhor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direito de cantar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Jesus, com grande amor,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Veio à terra p ‘ra salvar;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Nossa alma resgatou,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Seu sangue nos lavou;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Glória a Jesus e aleluia!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7094636-4327-5AD4-158D-61D2F11F8E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Temos firmes as promessas que </a:t>
            </a:r>
            <a:br>
              <a:rPr lang="en-US" altLang="pt-BR" sz="4000" i="1"/>
            </a:br>
            <a:r>
              <a:rPr lang="en-US" altLang="pt-BR" sz="4000" i="1"/>
              <a:t>Deus nos quis dar, </a:t>
            </a:r>
            <a:br>
              <a:rPr lang="en-US" altLang="pt-BR" sz="4000" i="1"/>
            </a:br>
            <a:r>
              <a:rPr lang="en-US" altLang="pt-BR" sz="4000" i="1"/>
              <a:t>Glória a Jesus e aleluia! </a:t>
            </a:r>
            <a:br>
              <a:rPr lang="en-US" altLang="pt-BR" sz="4000" i="1"/>
            </a:br>
            <a:r>
              <a:rPr lang="en-US" altLang="pt-BR" sz="4000" i="1"/>
              <a:t>Por Jesus, aqui, </a:t>
            </a:r>
            <a:br>
              <a:rPr lang="en-US" altLang="pt-BR" sz="4000" i="1"/>
            </a:br>
            <a:r>
              <a:rPr lang="en-US" altLang="pt-BR" sz="4000" i="1"/>
              <a:t>Podemos sempre triunfar, </a:t>
            </a:r>
            <a:br>
              <a:rPr lang="en-US" altLang="pt-BR" sz="4000" i="1"/>
            </a:br>
            <a:r>
              <a:rPr lang="en-US" altLang="pt-BR" sz="4000" i="1"/>
              <a:t>Glória a Jesus e aleluia!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7D368B6-4680-88E9-A1B3-5149869B0A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Têm os santos do Senhor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poder de exaltar</a:t>
            </a:r>
            <a:r>
              <a:rPr lang="en-US" altLang="pt-BR" sz="4000" i="1"/>
              <a:t> </a:t>
            </a:r>
            <a:r>
              <a:rPr lang="en-US" altLang="pt-BR" sz="4000" b="1" i="1"/>
              <a:t>Cristo, </a:t>
            </a:r>
            <a:br>
              <a:rPr lang="en-US" altLang="pt-BR" sz="4000" b="1" i="1"/>
            </a:br>
            <a:r>
              <a:rPr lang="en-US" altLang="pt-BR" sz="4000" b="1" i="1"/>
              <a:t>Nosso Salvador,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nos veio resgatar;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Já vivemos pela fé,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No palácio do que “É”;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Glória a Jesus. aleluia!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 173 OS SANTOS LOUVAM AO SENHOR</vt:lpstr>
      <vt:lpstr>Pronto 'stamos p’ra louvar Jesus,  O Salvador, Glória a Jesus e aleluia!  E havemos de cantar ao nosso Redentor, Glória a Jesus e aleluia! </vt:lpstr>
      <vt:lpstr>Têm os santos do Senhor  O direito de cantar  Que Jesus, com grande amor,  Veio à terra p ‘ra salvar;  Nossa alma resgatou,  Com Seu sangue nos lavou;  Glória a Jesus e aleluia! </vt:lpstr>
      <vt:lpstr>A certeza temos já da nossa redenção, Glória a Jesus e aleluia!  E, cantando, vamos indo p’ra feliz Sião; Glória a Jesus e aleluia! </vt:lpstr>
      <vt:lpstr>Têm os santos do Senhor  O direito de cantar  Que Jesus, com grande amor,  Veio à terra p ‘ra salvar;  Nossa alma resgatou,  Com Seu sangue nos lavou;  Glória a Jesus e aleluia! </vt:lpstr>
      <vt:lpstr>Temos firmes as promessas que  Deus nos quis dar,  Glória a Jesus e aleluia!  Por Jesus, aqui,  Podemos sempre triunfar,  Glória a Jesus e aleluia! </vt:lpstr>
      <vt:lpstr>Têm os santos do Senhor  O poder de exaltar Cristo,  Nosso Salvador,  Que nos veio resgatar;  Já vivemos pela fé,  No palácio do que “É”;  Glória a Jesus. aleluia!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173 OS SANTOS LOUVAM AO SENHOR</dc:title>
  <dc:creator>Junior</dc:creator>
  <cp:lastModifiedBy>Emerson Souza</cp:lastModifiedBy>
  <cp:revision>1</cp:revision>
  <dcterms:created xsi:type="dcterms:W3CDTF">2005-12-23T16:11:17Z</dcterms:created>
  <dcterms:modified xsi:type="dcterms:W3CDTF">2026-05-02T21:51:16Z</dcterms:modified>
</cp:coreProperties>
</file>