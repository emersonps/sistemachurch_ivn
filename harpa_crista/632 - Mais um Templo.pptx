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3381C2-5DEB-A100-C6D4-CC9601C6C4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0F1CA28-9B06-07F3-0433-BB5E36FAF5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8554CCA-3156-A7DB-13AE-F2B537031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32E0C3B-28B3-F3DB-6E44-F84A519F8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A9A9551-C93F-0BD7-494C-D3A340453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35022D-E190-46E0-8A44-DAB7A9EC37A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87969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12E0D9-A8A4-B54A-B114-50AF21983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6B9CCE5-CC3A-2F1E-90B0-5BCC55E791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E40CBA1-550C-0B35-565F-ACCDB6AEA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E2A3873-E48D-2B17-9BA3-E71895E0A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9275AA0-C10D-3B66-402E-B9EA67D0F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26C42E-392D-45E7-AE40-1A15DE90CFA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04603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8D7CD7-E5F6-70DB-B3B1-262476E89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2000E6D-4846-FB7C-433C-012BFEEFB0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EE21769-DC29-2442-F49B-117C544DD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E00DE9F-350E-90ED-CB6E-593FA1180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4C05D06-93B3-8B13-205C-68BA4F569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E22304-8773-401A-AD0B-C21C242E791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95058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CC8501-416C-2946-2351-FEDCDD6EC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3E26805-C8AC-1BC9-8A8C-D9F4EE68F1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93574E1-0B89-7CCD-27D6-686D226709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30B6E99-C6D0-D1C7-888C-F8D266E4C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8D17C65-DB39-2A1A-D023-4F8006D84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B5B46D6-EF04-DC94-1C8A-35FE71663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102CC2-0AA2-40CB-990B-0A1D49EEBC9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46889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D2D690-C262-766D-EFB5-8E030F821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F47B0C9-0402-3AAE-1A10-B75493F502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EED7657-67A1-FE98-97E1-C5FAA75D0A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36B834F-D8CB-3A02-787C-D853852692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2F3B832-4A15-BADD-2321-94E29DD1D0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9DB3575-C848-D214-5306-BF8F32A3F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61FE50C-8273-D959-61D3-E677E66E3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E1C87BA-E02C-D633-8BF6-608935297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826F23-005C-49AA-A759-572503C1004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0920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36D7F7-B575-338B-3354-A7FB0AECD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A4651C6-2F8F-7CE9-60AE-EFF85D659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BFFFD9E-28A7-9FE3-0148-30FCD96C6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0BD7038-4B8B-3938-2C59-7BDC55344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DBE6D3-1E32-470F-9E84-D8BABDDDA77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88778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4AB1F17-40C9-52F5-9E88-886BF1A2E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055615C-148B-03C4-49C9-387F1D86D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505B5A2-E0DA-18C5-2E84-A63F981BC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6D4766-4686-4A78-B0C8-A1564A6DA20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53730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81CE6B-3AAB-A0F0-CCB4-3C3758EBA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0312DCB-21BC-A198-F3E1-7182CF8845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D2E3250-7F1C-E02B-02DF-C2417C4E80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591EA93-A938-6653-6618-D0B73CFBD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8AA3B22-FC24-BC65-4D67-70C257856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3FA4527-6E94-043D-FD51-8DB17CB1E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15685E2-19E6-4B65-9C10-B9BC153B004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13316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2492D3-671E-51FD-2F8D-73683AD8C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9F9BEB7-CC28-11DB-DC35-55D9D30457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D903CEC-D41E-0E1D-C512-3B68C2DA9D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2940EA7-20C5-5C0E-E289-3B3BAB70C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E4153F3-20EB-BB97-4BB2-261DEBCA7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0A0E8C9-7202-0D13-3846-E774EC424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8F394B7-EA14-4FAF-AC28-EC7F8C636F9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47055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06E40E-143C-4518-47FA-43EF736F3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7B8A6E9-55A2-B197-4AAA-A1EABEA3D3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63DA93D-9893-A352-5998-405950C97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29472D4-C3A3-805F-BBED-C4C738693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C8855B0-C4EF-2C1C-46DC-4330E87D7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2F2F01-D023-44B7-AF12-BF526C58E71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48845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226DDF0-1695-56D4-B280-67D68FE1FA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368FC5B-3CFF-DE6F-4ED0-427C094570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E179C5D-04A7-179F-195C-FFB38B2B1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0FFAB05-4BC7-F710-3C51-5999E4622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17AEB00-DD4F-FBCB-9C93-A43DA8556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034E20-52CE-428B-BA9F-FBF89D7E50E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79572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39EE289-6590-A44B-86D1-D0D91DE9F7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8D3C71D-7E8D-ECF3-47C2-93DBFDC649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3A3595C1-6977-62AC-BE50-6F54B09AB69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DB47713-AFB2-14DB-EA46-16C7F6D1688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B462C16-EFDB-3A90-F3EA-EA1944D0BB0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D189D6BC-368E-4C6C-9994-18FF44904D9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A3F22773-8D43-716A-8C88-38C0DED26FC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632 – Mais um Templo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3D4CFE12-A224-562F-76D1-11DC2FE07F8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A0D45D95-0EC0-62DB-D3AE-4701364746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Hoje, inaugura-se aqui, santo Deus,</a:t>
            </a:r>
            <a:r>
              <a:rPr lang="en-US" altLang="pt-BR" sz="4000"/>
              <a:t> </a:t>
            </a:r>
            <a:r>
              <a:rPr lang="en-US" altLang="pt-BR" sz="4000" i="1"/>
              <a:t>Mais um padrão de teu amor: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Um novo templo, fanal para os céus,</a:t>
            </a:r>
            <a:r>
              <a:rPr lang="en-US" altLang="pt-BR" sz="4000"/>
              <a:t> </a:t>
            </a:r>
            <a:r>
              <a:rPr lang="en-US" altLang="pt-BR" sz="4000" i="1"/>
              <a:t>Causa de mais louvor!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490F8AB9-B893-E549-0BC3-DE21DBFF2F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Glória a Deus! glória a Deus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Cantem os filhos teus!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Glória a Deus! glória a Deus!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Glória nos altos céus!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9853418D-8260-47E6-887A-468FF4BB36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Casa de cultos e fonte de luz,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Onde, Senhor, dás salvação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Pelo Evangelho que trouxe Jesus,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Com tanta compaixão!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9C179A7E-BFE5-A251-5FB7-598BC29197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Glória a Deus! glória a Deus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Cantem os filhos teus!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Glória a Deus! glória a Deus!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Glória nos altos céus!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40B9A01C-A23C-76B3-923D-79C0628E38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Marco sublime da proclamação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Do teu amor - do teu querer: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Os pecadores aqui ouvirão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Qual é o seu dever.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1C942383-2976-72C7-4F56-5B9D322D44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Glória a Deus! glória a Deus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Cantem os filhos teus!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Glória a Deus! glória a Deus!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Glória nos altos céus!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0DAADD8F-04C8-BF04-CC60-6555B0CE32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Seja esta casa lugar de oração,</a:t>
            </a:r>
            <a:r>
              <a:rPr lang="en-US" altLang="pt-BR" sz="4000"/>
              <a:t> </a:t>
            </a:r>
            <a:r>
              <a:rPr lang="en-US" altLang="pt-BR" sz="4000" i="1"/>
              <a:t>Habitação tua, oh! Deus!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 porta do Céu, lugar de perdão,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Vida de paz nos céus!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DBDC6454-A3E1-E5E2-0F7F-1D355B57D9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Glória a Deus! glória a Deus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Cantem os filhos teus!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Glória a Deus! glória a Deus!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Glória nos altos céus!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230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632 – Mais um Templo </vt:lpstr>
      <vt:lpstr>Hoje, inaugura-se aqui, santo Deus, Mais um padrão de teu amor:  Um novo templo, fanal para os céus, Causa de mais louvor!    </vt:lpstr>
      <vt:lpstr>Glória a Deus! glória a Deus  Cantem os filhos teus!  Glória a Deus! glória a Deus!  Glória nos altos céus!    </vt:lpstr>
      <vt:lpstr>Casa de cultos e fonte de luz,  Onde, Senhor, dás salvação  Pelo Evangelho que trouxe Jesus,  Com tanta compaixão!    </vt:lpstr>
      <vt:lpstr>Glória a Deus! glória a Deus  Cantem os filhos teus!  Glória a Deus! glória a Deus!  Glória nos altos céus!    </vt:lpstr>
      <vt:lpstr>Marco sublime da proclamação  Do teu amor - do teu querer:  Os pecadores aqui ouvirão  Qual é o seu dever.    </vt:lpstr>
      <vt:lpstr>Glória a Deus! glória a Deus  Cantem os filhos teus!  Glória a Deus! glória a Deus!  Glória nos altos céus!    </vt:lpstr>
      <vt:lpstr>Seja esta casa lugar de oração, Habitação tua, oh! Deus!  E porta do Céu, lugar de perdão,  Vida de paz nos céus!</vt:lpstr>
      <vt:lpstr>Glória a Deus! glória a Deus  Cantem os filhos teus!  Glória a Deus! glória a Deus!  Glória nos altos céus!    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632 – Mais um Templo </dc:title>
  <dc:creator>Junior</dc:creator>
  <cp:lastModifiedBy>Emerson Souza</cp:lastModifiedBy>
  <cp:revision>1</cp:revision>
  <dcterms:created xsi:type="dcterms:W3CDTF">2005-12-27T18:34:19Z</dcterms:created>
  <dcterms:modified xsi:type="dcterms:W3CDTF">2026-05-02T22:30:17Z</dcterms:modified>
</cp:coreProperties>
</file>