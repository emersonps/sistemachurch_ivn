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696A4-8F5B-5608-F7D1-B777E5EE0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9AF2E2-78EB-4468-EB88-A9DD74EF4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A9F58A-238C-AA2E-8EBB-07497334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73F672-ACF8-E49F-7087-B2F1BF8FA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292FBA-2C61-22B0-2DB2-0BBDCFB0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F95C56-FA34-4868-AEBE-C9219EAAA5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1281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7370B-8938-7676-15D4-81BDC5C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E6257-0C13-2520-AA8C-4A036CB70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DA4778-E8EF-7B70-0BCE-9C9FCA96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EEE846-9291-48CD-65C0-352E8823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F8AC69-18BD-03E2-853D-15561C08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F1218F-E807-4422-86D3-C3A345E8B9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104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0EC4A-2E28-A619-3B98-C70AEF34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93A75B-D1BA-CCF8-7163-8E1DDB961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33E1C4-C2D7-C67D-67DA-660CBC5F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DCE149-A559-B7D4-4E97-90AAF1B6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7BA4E5-EE1F-CDBB-1D79-9515C785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CC2200-0B2B-4052-9804-38C54202EF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574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E2914-639F-4F97-41AD-E25FEDA6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4278CF-666E-6314-ABF9-CF5D0DF26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B4DAEC-9D21-1FD0-BFBC-C45556662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5EC358-EB10-B914-BFFA-77C7D380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6FF936-2666-E9AF-FBF1-B3497CEE6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035B4A-A730-73CA-75CA-DCDA30B3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D0485F-AB8C-408A-8C39-18F5C7AF87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799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81CF4-FFB7-E28C-6368-DE282A58A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B2DBF1-9B57-F386-EDBB-943189B70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952044-5A6F-94B3-F119-CFAC48EF0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E8F7EC6-DE99-EC6E-E38A-2CA7385EC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3306D9B-0D20-E62C-C81E-9D9FD3A26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B4E9740-0CE4-69E5-D4C2-FE5D4575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B77AD1-E309-9047-75E2-5344C7AF7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91471D6-AE5C-6E82-DCAB-B161AA63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3B37A0-518F-4394-9423-E0861690ED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274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C57AA-996C-D455-167E-B95EAA1E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C3ACE3-A1E8-539F-DB13-687A4D3E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C0C54E-6410-1868-1E86-D4C9F417D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9B96CD-14FE-56DF-A29E-966431F55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C79FF6-3529-4891-9034-9512CE0618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792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D7FFB1C-0601-74AE-104A-8ED8A501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2AED7FE-339C-2CEA-FCC6-17AF3569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09C5BD-047A-6B04-1244-DE4FC2CD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1E7151-90C3-40CD-A769-2E35E8658B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356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1837A-D04B-0D2E-65F1-32DE91A25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FE577B-8F47-DAD6-A826-5D86BA221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EDE2DE-EB90-B2EC-F5FB-D057F6A75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2A5DFD-2D42-45C9-E0C6-A8D809FE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FDC517-A7EA-9326-B460-81E07281D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74BD60-CA7A-D69A-D0BB-D829DF5D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F1DD9-1F40-42DB-88D5-C02F85CF6A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661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2D805A-3606-D8C6-3DDC-34D2CD513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F9AB8C9-5CF0-CA98-F2D2-D0B89DA1D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C5E087-F87F-6C3E-6B57-9FF1B0FD5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01BE91-9E15-F70E-AE7F-0E65F7F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8F3116-F10A-0CEC-3043-13811A149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A2C472-78B2-054B-DDB4-F457CA15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5A9393-4367-42AF-8436-CBD0B05B08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972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67EC3-C847-37B6-798F-809953F8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5F4F9C-E14A-9D81-9954-4C3226352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0F161E-F832-69C8-DC22-A3DF9CA1D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6A6841-14A6-D218-D6F1-8551710C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48B51-363F-4AA3-426B-25619C02E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A33C35-4249-4310-B8AE-FE5D72340F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132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3E8683-8685-3996-5B30-0AC946A66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93F85A-B96F-D701-00B3-BF1739395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76A7A9-5C04-ECB7-F5A8-CC739E5E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5D9836-FEA6-4B12-C4CC-56B730D2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0EE80A-F975-C459-FB12-9C27F8DD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CB160-6A9E-4EF5-B53D-253D80556E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497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3B2FDD4-C863-1E10-1BF1-FB1DEF0F5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52EC5B9-D6E3-3922-1B63-4A602E358C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FDF24B9-4E9D-A2C6-6935-6EAE7A5FC3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8605568-4A95-6408-D3EF-1288186BE1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C129756-421C-07F6-B1E1-6E5B69DC9A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AC82247-50B9-409A-994E-5877043CE7C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43909E2-B130-D537-B16D-0421167EAC9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066800"/>
          </a:xfrm>
        </p:spPr>
        <p:txBody>
          <a:bodyPr anchor="ctr"/>
          <a:lstStyle/>
          <a:p>
            <a:r>
              <a:rPr lang="en-US" altLang="pt-BR" sz="4000" b="1"/>
              <a:t>168</a:t>
            </a:r>
            <a:br>
              <a:rPr lang="en-US" altLang="pt-BR" sz="4000" b="1"/>
            </a:br>
            <a:r>
              <a:rPr lang="en-US" altLang="pt-BR" sz="4000" b="1"/>
              <a:t>MEUS IRMÃOS, NOS JUBILEMOS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55EACD8-BEC1-9754-927D-85C5EAF127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16DEE18-C9BB-127C-C041-0DAF3F549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Meus irmãos, nos jubilemos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Jesus, o Rei da glória, </a:t>
            </a:r>
            <a:br>
              <a:rPr lang="en-US" altLang="pt-BR" sz="4000" i="1"/>
            </a:br>
            <a:r>
              <a:rPr lang="en-US" altLang="pt-BR" sz="4000" i="1"/>
              <a:t>Nesta fé que recebemos, </a:t>
            </a:r>
            <a:br>
              <a:rPr lang="en-US" altLang="pt-BR" sz="4000" i="1"/>
            </a:br>
            <a:r>
              <a:rPr lang="en-US" altLang="pt-BR" sz="4000" i="1"/>
              <a:t>Nesta paz, que dá vitória, </a:t>
            </a:r>
            <a:br>
              <a:rPr lang="en-US" altLang="pt-BR" sz="4000" i="1"/>
            </a:br>
            <a:r>
              <a:rPr lang="en-US" altLang="pt-BR" sz="4000" i="1"/>
              <a:t>No Consolador divino,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aviva a memória,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em nós entoa hinos a Jesus.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4691AF1-4FA0-7262-7040-68E082C36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Meus Irmãos, nos jubilemos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Jesus, por Sua bênção;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Pois, assim, nós sempre temos</a:t>
            </a:r>
            <a:r>
              <a:rPr lang="en-US" altLang="pt-BR" sz="4000"/>
              <a:t> </a:t>
            </a:r>
            <a:r>
              <a:rPr lang="en-US" altLang="pt-BR" sz="4000" b="1" i="1"/>
              <a:t>Salvação.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10D4B85-1E20-E1EC-EABF-0E5A16E8E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Meus irmãos, nós congregados,</a:t>
            </a:r>
            <a:r>
              <a:rPr lang="en-US" altLang="pt-BR" sz="4000"/>
              <a:t> </a:t>
            </a:r>
            <a:r>
              <a:rPr lang="en-US" altLang="pt-BR" sz="4000" i="1"/>
              <a:t>Entoemos nosso canto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Senhor, o nosso amado,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bom Deus, perfeito e santo;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seu gozo jubilemos,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secar-se-á o pranto;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espírito adoremos a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0ADC481-9CB0-8483-58E9-7C85EDF76F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Meus Irmãos, nos jubilemos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Jesus, por Sua bênção;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Pois, assim, nós sempre temos</a:t>
            </a:r>
            <a:r>
              <a:rPr lang="en-US" altLang="pt-BR" sz="4000"/>
              <a:t> </a:t>
            </a:r>
            <a:r>
              <a:rPr lang="en-US" altLang="pt-BR" sz="4000" b="1" i="1"/>
              <a:t>Salvação.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C97F3CB-2429-25D0-F8D4-5B4E560FB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Meus irmãos, em Cristo somos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Pelo Espírito gerados,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pra sermos santos, fomos </a:t>
            </a:r>
            <a:br>
              <a:rPr lang="en-US" altLang="pt-BR" sz="4000" i="1"/>
            </a:br>
            <a:r>
              <a:rPr lang="en-US" altLang="pt-BR" sz="4000" i="1"/>
              <a:t>Por Jesus já resgatados;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Pela fé, nós desfrutamos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Liberdade do pecado, </a:t>
            </a:r>
            <a:br>
              <a:rPr lang="en-US" altLang="pt-BR" sz="4000" i="1"/>
            </a:br>
            <a:r>
              <a:rPr lang="en-US" altLang="pt-BR" sz="4000" i="1"/>
              <a:t>E também, nos alegramos em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BAD6B59-8E7E-068E-0CD1-5C73746BB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Meus Irmãos, nos jubilemos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Jesus, por Sua bênção;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Pois, assim, nós sempre temos</a:t>
            </a:r>
            <a:r>
              <a:rPr lang="en-US" altLang="pt-BR" sz="4000"/>
              <a:t> </a:t>
            </a:r>
            <a:r>
              <a:rPr lang="en-US" altLang="pt-BR" sz="4000" b="1" i="1"/>
              <a:t>Salvação.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168 MEUS IRMÃOS, NOS JUBILEMOS </vt:lpstr>
      <vt:lpstr>Meus irmãos, nos jubilemos  Em Jesus, o Rei da glória,  Nesta fé que recebemos,  Nesta paz, que dá vitória,  No Consolador divino,  Que aviva a memória,  E em nós entoa hinos a Jesus.   </vt:lpstr>
      <vt:lpstr>Meus Irmãos, nos jubilemos  Em Jesus, por Sua bênção;  Pois, assim, nós sempre temos Salvação. </vt:lpstr>
      <vt:lpstr>Meus irmãos, nós congregados, Entoemos nosso canto  Ao Senhor, o nosso amado,  Ao bom Deus, perfeito e santo;  No seu gozo jubilemos,  E secar-se-á o pranto;  Em espírito adoremos a Jesus. </vt:lpstr>
      <vt:lpstr>Meus Irmãos, nos jubilemos  Em Jesus, por Sua bênção;  Pois, assim, nós sempre temos Salvação. </vt:lpstr>
      <vt:lpstr>Meus irmãos, em Cristo somos  Pelo Espírito gerados,  E pra sermos santos, fomos  Por Jesus já resgatados;  Pela fé, nós desfrutamos  Liberdade do pecado,  E também, nos alegramos em Jesus. </vt:lpstr>
      <vt:lpstr>Meus Irmãos, nos jubilemos  Em Jesus, por Sua bênção;  Pois, assim, nós sempre temos Salvação.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168 MEUS IRMÃOS, NOS JUBILEMOS </dc:title>
  <dc:creator>Junior</dc:creator>
  <cp:lastModifiedBy>Emerson Souza</cp:lastModifiedBy>
  <cp:revision>1</cp:revision>
  <dcterms:created xsi:type="dcterms:W3CDTF">2005-12-23T16:03:15Z</dcterms:created>
  <dcterms:modified xsi:type="dcterms:W3CDTF">2026-05-02T21:50:54Z</dcterms:modified>
</cp:coreProperties>
</file>