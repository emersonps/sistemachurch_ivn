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63640-80C4-3985-A92C-8A10BFC8C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DC1763-C3BD-5221-79F1-2A105BFA6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9733C2-8DFF-D43E-619E-11E65BA3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A04475-6CA9-8CF6-9209-AF68D712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1B8E39-8FE6-60B5-6171-9B68A99D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29CA6F-12C8-49A2-9A15-F4F3A97A2B9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325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E1D9A-3E3E-7AA7-77A8-C42FDD75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8D9FCF-94AA-8001-8A15-C1BFAD764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1C0041-FFF9-5EF6-2C98-F8C0F060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76CF00-9817-28EA-D0E2-FA6B2721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493B73-AD72-9828-2FD9-E3718626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4087D3-2F0C-4EFE-A3C0-DD5A8CB94B9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4223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0DABE-94E8-CA67-2635-0F945D45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B00D18-006C-74B3-48BE-63E7F0BF6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E86CBF-0DA5-E033-82CB-8A69A162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5B3841-AB0A-C806-9658-F852775F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7691CD-970C-0D9A-E874-9254C695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4C8049-7854-4464-855B-F4D6AF5133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6302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0B4F5-7CD0-D37C-2D6F-2EF974B0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950736-F791-6F00-829F-8E869C27D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C48CA5-0434-CA25-76D2-34466BFD5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89730F-77E2-74CA-6ACE-729ED376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D4FFDA-8613-01CF-8978-47EFD73D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5D05C5-EB01-199E-01C9-0E08C43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A6FF3-A6DF-44BE-A628-42EA98CA0FB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1982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52DE1-DD38-376B-7783-908DD763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454B29-6EF6-7614-82B2-BB69AAB2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3B0CB-D128-47D1-5CFC-CD89E2299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C05F57B-93CC-701A-5B2C-252C1DBFB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51CEBA7-8109-A0B1-897A-EE60CB139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B7B2181-F694-6C09-588F-D973EA61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DE3519-C5C2-7DF4-50F8-39AD38C7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AA7ED9-055B-CEA5-95F5-732164A7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0F0297-D129-4739-B4A5-B25C776529B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7619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5C811-B250-7D22-3DC3-D5019053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8FFD19-A727-FA85-A7D5-96514943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4FE873-6EE8-22C0-D09A-C303A601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94CB33-3447-AD7B-8C3C-0249640B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00D76-A607-4328-97CE-2D39D396DE8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9835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44E590-E7EA-E05C-88BD-93A3D778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E3DC42-7CBA-D35F-8D0A-DEF43444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4493B4-00DC-AE25-93FF-A66A6D9E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4E7687-D5BD-4FE2-9277-6EEA7CC6923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919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9B528-82BA-41CA-E868-87CBF542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5B94D-08AE-1910-9570-68CCCEE6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812661-3396-7CF5-FCB7-4D21617A2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5E80AB-2A63-55D1-66AE-22CE89C8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D69190-AD87-0D7D-A72F-80C58D3F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12A609-749D-9DB7-66F4-8680C388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282F7-2ECA-42D6-BEC8-60446AFE910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9182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D3604-B14F-07CC-CA02-234C7F25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666F64-36E1-BF20-82A7-C083D4B60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836BC6-0223-4C08-F961-953E5CF98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E2719A-8904-1A7A-C18B-9A1B59FC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5A4060-BB16-5411-8963-53DA2DB5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CB1F49-EB9F-B4F4-8CDA-72309F49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EFC69A-F338-4BE8-B82E-4BC528E1AC6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032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6572E-A89B-32EB-6DC2-75F8C481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241F41-A78F-23E0-B8B5-F7D039D4E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3DA4D8-615F-0D3F-E5A7-1459B4F3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6D4B8F-A852-4FDE-78C1-AAEFF823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16FEDC-3EAB-39FC-219D-638EBE86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AA24C-9B3F-4D32-81D4-C9C8CB6B57E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2932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A11EE3-7B8C-6B91-AF50-B82528A1E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C76A7F-E46C-024F-9A68-9CDC315BE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EE9A19-55EE-A414-AC75-189F7AB9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7F87DB-3B19-DBBB-A355-AA0A5360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5E8639-17B1-7AC0-3513-41F4A6F9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8B45BE-74E4-45EF-8B65-B4A3A58F581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629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DD5FD8-C6F0-2F28-0762-386B06BCF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9C8DAE-24AE-3334-E7D9-277D3DDE1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476A8F0-49FE-429B-F252-E4F5C1C3DB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D1BC355-9D84-CD93-45A0-FAF4239897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91EDD5-E245-E460-7461-DFC039613A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028D4F-E2EE-4414-9C6D-F222E503D4AB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B96C20C-4A0D-AE1C-5CDB-B36377FE65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260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8B1932D-2908-ACE4-E15E-8194C0B722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EB3B2EF-4CD6-6163-216D-5DF3B89EA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Irmãos avante, avante com nosso Capitão</a:t>
            </a:r>
            <a:br>
              <a:rPr lang="pt-BR" altLang="pt-BR" sz="3600"/>
            </a:br>
            <a:r>
              <a:rPr lang="pt-BR" altLang="pt-BR" sz="3600"/>
              <a:t>Seremos triunfantes, não lutareis em vão!</a:t>
            </a:r>
            <a:br>
              <a:rPr lang="pt-BR" altLang="pt-BR" sz="3600"/>
            </a:br>
            <a:r>
              <a:rPr lang="pt-BR" altLang="pt-BR" sz="3600"/>
              <a:t>Vitória esperamos, vitória Deus dará</a:t>
            </a:r>
            <a:br>
              <a:rPr lang="pt-BR" altLang="pt-BR" sz="3600"/>
            </a:br>
            <a:r>
              <a:rPr lang="pt-BR" altLang="pt-BR" sz="3600"/>
              <a:t>Se firmes pelejarmos, sim, contra Goliá.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DB781E9-8FCE-8AAC-2094-864918F08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Avante, avante,</a:t>
            </a:r>
            <a:br>
              <a:rPr lang="pt-BR" altLang="pt-BR"/>
            </a:br>
            <a:r>
              <a:rPr lang="pt-BR" altLang="pt-BR"/>
              <a:t>As trevas dissipai</a:t>
            </a:r>
            <a:br>
              <a:rPr lang="pt-BR" altLang="pt-BR"/>
            </a:br>
            <a:r>
              <a:rPr lang="pt-BR" altLang="pt-BR"/>
              <a:t>Com o Supremo Capitão</a:t>
            </a:r>
            <a:br>
              <a:rPr lang="pt-BR" altLang="pt-BR"/>
            </a:br>
            <a:r>
              <a:rPr lang="pt-BR" altLang="pt-BR"/>
              <a:t>Avante! Vitória alcançai!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D19764B-8D72-B115-F459-C3230CA73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Lugares deleitosos, a sorte nos tocou;</a:t>
            </a:r>
            <a:br>
              <a:rPr lang="pt-BR" altLang="pt-BR" sz="3600"/>
            </a:br>
            <a:r>
              <a:rPr lang="pt-BR" altLang="pt-BR" sz="3600"/>
              <a:t>De jugos tão penosos </a:t>
            </a:r>
            <a:br>
              <a:rPr lang="pt-BR" altLang="pt-BR" sz="3600"/>
            </a:br>
            <a:r>
              <a:rPr lang="pt-BR" altLang="pt-BR" sz="3600"/>
              <a:t>Jesus nos libertou;</a:t>
            </a:r>
            <a:br>
              <a:rPr lang="pt-BR" altLang="pt-BR" sz="3600"/>
            </a:br>
            <a:r>
              <a:rPr lang="pt-BR" altLang="pt-BR" sz="3600"/>
              <a:t>Herança foi-nos dada, herança de valor;</a:t>
            </a:r>
            <a:br>
              <a:rPr lang="pt-BR" altLang="pt-BR" sz="3600"/>
            </a:br>
            <a:r>
              <a:rPr lang="pt-BR" altLang="pt-BR" sz="3600"/>
              <a:t>No céu é conservada por Deus, </a:t>
            </a:r>
            <a:br>
              <a:rPr lang="pt-BR" altLang="pt-BR" sz="3600"/>
            </a:br>
            <a:r>
              <a:rPr lang="pt-BR" altLang="pt-BR" sz="3600"/>
              <a:t>Meu Salvador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02F1860-DA16-AE3A-554F-5A8F81B45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Avante, avante,</a:t>
            </a:r>
            <a:br>
              <a:rPr lang="pt-BR" altLang="pt-BR"/>
            </a:br>
            <a:r>
              <a:rPr lang="pt-BR" altLang="pt-BR"/>
              <a:t>As trevas dissipai</a:t>
            </a:r>
            <a:br>
              <a:rPr lang="pt-BR" altLang="pt-BR"/>
            </a:br>
            <a:r>
              <a:rPr lang="pt-BR" altLang="pt-BR"/>
              <a:t>Com o Supremo Capitão</a:t>
            </a:r>
            <a:br>
              <a:rPr lang="pt-BR" altLang="pt-BR"/>
            </a:br>
            <a:r>
              <a:rPr lang="pt-BR" altLang="pt-BR"/>
              <a:t>Avante! Vitória alcançai!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2BF5FA7-C442-FFF4-F4E4-6196B4733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Com nosso Comandante, avante, pelejai!</a:t>
            </a:r>
            <a:br>
              <a:rPr lang="pt-BR" altLang="pt-BR" sz="3600"/>
            </a:br>
            <a:r>
              <a:rPr lang="pt-BR" altLang="pt-BR" sz="3600"/>
              <a:t>Alegres, exultantes, por Cristo, avançai!</a:t>
            </a:r>
            <a:br>
              <a:rPr lang="pt-BR" altLang="pt-BR" sz="3600"/>
            </a:br>
            <a:r>
              <a:rPr lang="pt-BR" altLang="pt-BR" sz="3600"/>
              <a:t>Já temos a Espada, não temos que temer!</a:t>
            </a:r>
            <a:br>
              <a:rPr lang="pt-BR" altLang="pt-BR" sz="3600"/>
            </a:br>
            <a:r>
              <a:rPr lang="pt-BR" altLang="pt-BR" sz="3600"/>
              <a:t>A Bíblia Sagrada p´ra todo mal vencer.</a:t>
            </a:r>
            <a:br>
              <a:rPr lang="pt-BR" altLang="pt-BR" sz="3600"/>
            </a:br>
            <a:r>
              <a:rPr lang="pt-BR" altLang="pt-BR" sz="3600"/>
              <a:t>									</a:t>
            </a:r>
            <a:r>
              <a:rPr lang="pt-BR" altLang="pt-BR" sz="1600"/>
              <a:t>J.A.S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AE0DFB8-CA9B-5F58-2783-B69241652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Avante, avante,</a:t>
            </a:r>
            <a:br>
              <a:rPr lang="pt-BR" altLang="pt-BR"/>
            </a:br>
            <a:r>
              <a:rPr lang="pt-BR" altLang="pt-BR"/>
              <a:t>As trevas dissipai</a:t>
            </a:r>
            <a:br>
              <a:rPr lang="pt-BR" altLang="pt-BR"/>
            </a:br>
            <a:r>
              <a:rPr lang="pt-BR" altLang="pt-BR"/>
              <a:t>Com o Supremo Capitão</a:t>
            </a:r>
            <a:br>
              <a:rPr lang="pt-BR" altLang="pt-BR"/>
            </a:br>
            <a:r>
              <a:rPr lang="pt-BR" altLang="pt-BR"/>
              <a:t>Avante! Vitória alcançai!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260</vt:lpstr>
      <vt:lpstr>Irmãos avante, avante com nosso Capitão Seremos triunfantes, não lutareis em vão! Vitória esperamos, vitória Deus dará Se firmes pelejarmos, sim, contra Goliá.</vt:lpstr>
      <vt:lpstr>Avante, avante, As trevas dissipai Com o Supremo Capitão Avante! Vitória alcançai!</vt:lpstr>
      <vt:lpstr>Lugares deleitosos, a sorte nos tocou; De jugos tão penosos  Jesus nos libertou; Herança foi-nos dada, herança de valor; No céu é conservada por Deus,  Meu Salvador</vt:lpstr>
      <vt:lpstr>Avante, avante, As trevas dissipai Com o Supremo Capitão Avante! Vitória alcançai!</vt:lpstr>
      <vt:lpstr>Com nosso Comandante, avante, pelejai! Alegres, exultantes, por Cristo, avançai! Já temos a Espada, não temos que temer! A Bíblia Sagrada p´ra todo mal vencer.          J.A.S</vt:lpstr>
      <vt:lpstr>Avante, avante, As trevas dissipai Com o Supremo Capitão Avante! Vitória alcançai!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260</dc:title>
  <dc:creator>User041</dc:creator>
  <cp:lastModifiedBy>Emerson Souza</cp:lastModifiedBy>
  <cp:revision>1</cp:revision>
  <dcterms:created xsi:type="dcterms:W3CDTF">2006-06-18T22:15:39Z</dcterms:created>
  <dcterms:modified xsi:type="dcterms:W3CDTF">2026-05-02T21:58:37Z</dcterms:modified>
</cp:coreProperties>
</file>