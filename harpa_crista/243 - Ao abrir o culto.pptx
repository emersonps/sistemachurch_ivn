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</p:sldIdLst>
  <p:sldSz cx="9144000" cy="6858000" type="screen4x3"/>
  <p:notesSz cx="6858000" cy="9144000"/>
  <p:defaultTextStyle>
    <a:defPPr>
      <a:defRPr lang="en-US"/>
    </a:defPPr>
    <a:lvl1pPr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1pPr>
    <a:lvl2pPr marL="4572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2pPr>
    <a:lvl3pPr marL="9144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3pPr>
    <a:lvl4pPr marL="13716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4pPr>
    <a:lvl5pPr marL="18288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5pPr>
    <a:lvl6pPr marL="22860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6pPr>
    <a:lvl7pPr marL="27432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7pPr>
    <a:lvl8pPr marL="32004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8pPr>
    <a:lvl9pPr marL="36576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40" autoAdjust="0"/>
    <p:restoredTop sz="94580" autoAdjust="0"/>
  </p:normalViewPr>
  <p:slideViewPr>
    <p:cSldViewPr>
      <p:cViewPr varScale="1">
        <p:scale>
          <a:sx n="63" d="100"/>
          <a:sy n="63" d="100"/>
        </p:scale>
        <p:origin x="-114" y="-186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presProps" Target="presProps.xml"/><Relationship Id="rId5" Type="http://schemas.openxmlformats.org/officeDocument/2006/relationships/slide" Target="slides/slide4.xml"/><Relationship Id="rId4" Type="http://schemas.openxmlformats.org/officeDocument/2006/relationships/slide" Target="slides/slide3.xml"/><Relationship Id="rId9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Slide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966ABA9F-6A97-09D9-797D-8D43863509FD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143000" y="1122363"/>
            <a:ext cx="6858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54DD8197-D817-6DCF-98FC-8A5239B5D4F9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143000" y="3602038"/>
            <a:ext cx="6858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pt-BR"/>
              <a:t>Clique para editar o estilo do subtítulo Mestre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04615502-5FBE-9520-10B2-3B09D3A5E0E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D7DE7B96-9386-6E78-2D50-82F649F8970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D106D78C-4C22-F87A-78E1-059B925BCE3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ACD060CC-73DA-4C83-92E0-7E62986E14F2}" type="slidenum">
              <a:rPr lang="en-US" altLang="pt-BR"/>
              <a:pPr/>
              <a:t>‹nº›</a:t>
            </a:fld>
            <a:endParaRPr lang="en-US" altLang="pt-BR"/>
          </a:p>
        </p:txBody>
      </p:sp>
    </p:spTree>
    <p:extLst>
      <p:ext uri="{BB962C8B-B14F-4D97-AF65-F5344CB8AC3E}">
        <p14:creationId xmlns:p14="http://schemas.microsoft.com/office/powerpoint/2010/main" val="420580143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9B983059-606F-FA51-B223-4984B744C89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D21AAAC0-903A-7554-F199-5DF779F7E60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CE52388F-D4D4-EB23-3176-4C1D82FC080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9E19C159-65AB-079B-0A8B-2BE2F5BBFA5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38D7920E-03C1-778F-76A6-29C40E11570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415E0E4F-15A5-49F7-ACE5-007C5C31BA17}" type="slidenum">
              <a:rPr lang="en-US" altLang="pt-BR"/>
              <a:pPr/>
              <a:t>‹nº›</a:t>
            </a:fld>
            <a:endParaRPr lang="en-US" altLang="pt-BR"/>
          </a:p>
        </p:txBody>
      </p:sp>
    </p:spTree>
    <p:extLst>
      <p:ext uri="{BB962C8B-B14F-4D97-AF65-F5344CB8AC3E}">
        <p14:creationId xmlns:p14="http://schemas.microsoft.com/office/powerpoint/2010/main" val="118619650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Cabeçalho da Se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97CFF109-C57A-B256-D604-FE412F96384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3888" y="1709738"/>
            <a:ext cx="78867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2">
            <a:extLst>
              <a:ext uri="{FF2B5EF4-FFF2-40B4-BE49-F238E27FC236}">
                <a16:creationId xmlns:a16="http://schemas.microsoft.com/office/drawing/2014/main" id="{8446A6F3-AD66-2348-E0D2-6BBC68A3188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23888" y="4589463"/>
            <a:ext cx="7886700" cy="1500187"/>
          </a:xfrm>
        </p:spPr>
        <p:txBody>
          <a:bodyPr/>
          <a:lstStyle>
            <a:lvl1pPr marL="0" indent="0">
              <a:buNone/>
              <a:defRPr sz="2400"/>
            </a:lvl1pPr>
            <a:lvl2pPr marL="457200" indent="0">
              <a:buNone/>
              <a:defRPr sz="2000"/>
            </a:lvl2pPr>
            <a:lvl3pPr marL="914400" indent="0">
              <a:buNone/>
              <a:defRPr sz="18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479D9526-52D6-7923-B6B8-745E2603BC2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4F5278F2-05E9-D54F-3FB8-04BF22EA7B8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328535A8-04FE-CF25-C67B-B8BE589F1EE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73DA8E07-EBB3-4F6A-BA22-3C9C2AEA1BAF}" type="slidenum">
              <a:rPr lang="en-US" altLang="pt-BR"/>
              <a:pPr/>
              <a:t>‹nº›</a:t>
            </a:fld>
            <a:endParaRPr lang="en-US" altLang="pt-BR"/>
          </a:p>
        </p:txBody>
      </p:sp>
    </p:spTree>
    <p:extLst>
      <p:ext uri="{BB962C8B-B14F-4D97-AF65-F5344CB8AC3E}">
        <p14:creationId xmlns:p14="http://schemas.microsoft.com/office/powerpoint/2010/main" val="252781783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uas Partes d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99901342-BDEA-0FFE-B9C1-34043786726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A438BED6-DA6D-E265-E06F-3CC323CFB0A7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Conteúdo 3">
            <a:extLst>
              <a:ext uri="{FF2B5EF4-FFF2-40B4-BE49-F238E27FC236}">
                <a16:creationId xmlns:a16="http://schemas.microsoft.com/office/drawing/2014/main" id="{E422CAB4-817E-A745-FB6F-CDA72904083F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5" name="Espaço Reservado para Data 4">
            <a:extLst>
              <a:ext uri="{FF2B5EF4-FFF2-40B4-BE49-F238E27FC236}">
                <a16:creationId xmlns:a16="http://schemas.microsoft.com/office/drawing/2014/main" id="{DC59580D-BA8A-C877-6651-041EAD39AE1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6" name="Espaço Reservado para Rodapé 5">
            <a:extLst>
              <a:ext uri="{FF2B5EF4-FFF2-40B4-BE49-F238E27FC236}">
                <a16:creationId xmlns:a16="http://schemas.microsoft.com/office/drawing/2014/main" id="{3CAFFC04-371F-C4AE-E6C9-2EB76A8F309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7" name="Espaço Reservado para Número de Slide 6">
            <a:extLst>
              <a:ext uri="{FF2B5EF4-FFF2-40B4-BE49-F238E27FC236}">
                <a16:creationId xmlns:a16="http://schemas.microsoft.com/office/drawing/2014/main" id="{8B2FEE3E-6F31-7F9C-CC5D-7032E38EEC0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1AD72F02-E3B3-48E8-8662-8393BB3186A8}" type="slidenum">
              <a:rPr lang="en-US" altLang="pt-BR"/>
              <a:pPr/>
              <a:t>‹nº›</a:t>
            </a:fld>
            <a:endParaRPr lang="en-US" altLang="pt-BR"/>
          </a:p>
        </p:txBody>
      </p:sp>
    </p:spTree>
    <p:extLst>
      <p:ext uri="{BB962C8B-B14F-4D97-AF65-F5344CB8AC3E}">
        <p14:creationId xmlns:p14="http://schemas.microsoft.com/office/powerpoint/2010/main" val="351244024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1FC6BE2A-E3C8-95BD-B5C6-6BA26807DE4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30238" y="365125"/>
            <a:ext cx="7886700" cy="1325563"/>
          </a:xfrm>
        </p:spPr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2">
            <a:extLst>
              <a:ext uri="{FF2B5EF4-FFF2-40B4-BE49-F238E27FC236}">
                <a16:creationId xmlns:a16="http://schemas.microsoft.com/office/drawing/2014/main" id="{AE25F709-89DE-73EB-1456-E68E1D8E621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30238" y="1681163"/>
            <a:ext cx="386873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4" name="Espaço Reservado para Conteúdo 3">
            <a:extLst>
              <a:ext uri="{FF2B5EF4-FFF2-40B4-BE49-F238E27FC236}">
                <a16:creationId xmlns:a16="http://schemas.microsoft.com/office/drawing/2014/main" id="{F5953491-750B-02AD-A560-41ACB6CF79FD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30238" y="2505075"/>
            <a:ext cx="3868737" cy="3684588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5" name="Espaço Reservado para Texto 4">
            <a:extLst>
              <a:ext uri="{FF2B5EF4-FFF2-40B4-BE49-F238E27FC236}">
                <a16:creationId xmlns:a16="http://schemas.microsoft.com/office/drawing/2014/main" id="{E17EEE0A-B8B5-FBB0-5586-FBFAE808A18B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4629150" y="1681163"/>
            <a:ext cx="38877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6" name="Espaço Reservado para Conteúdo 5">
            <a:extLst>
              <a:ext uri="{FF2B5EF4-FFF2-40B4-BE49-F238E27FC236}">
                <a16:creationId xmlns:a16="http://schemas.microsoft.com/office/drawing/2014/main" id="{A43CE171-5C0E-4E9B-7C8C-C120E05A95D4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4629150" y="2505075"/>
            <a:ext cx="3887788" cy="3684588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7" name="Espaço Reservado para Data 6">
            <a:extLst>
              <a:ext uri="{FF2B5EF4-FFF2-40B4-BE49-F238E27FC236}">
                <a16:creationId xmlns:a16="http://schemas.microsoft.com/office/drawing/2014/main" id="{B91DFC8B-E1C8-1847-5E63-C1D1549CE2F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8" name="Espaço Reservado para Rodapé 7">
            <a:extLst>
              <a:ext uri="{FF2B5EF4-FFF2-40B4-BE49-F238E27FC236}">
                <a16:creationId xmlns:a16="http://schemas.microsoft.com/office/drawing/2014/main" id="{30CC098E-4259-151E-44B6-3A33A7D1D98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9" name="Espaço Reservado para Número de Slide 8">
            <a:extLst>
              <a:ext uri="{FF2B5EF4-FFF2-40B4-BE49-F238E27FC236}">
                <a16:creationId xmlns:a16="http://schemas.microsoft.com/office/drawing/2014/main" id="{21E49F1C-578B-105C-C8B1-B822015331A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680D71CD-AEA0-46AB-9B2D-1234676E4D84}" type="slidenum">
              <a:rPr lang="en-US" altLang="pt-BR"/>
              <a:pPr/>
              <a:t>‹nº›</a:t>
            </a:fld>
            <a:endParaRPr lang="en-US" altLang="pt-BR"/>
          </a:p>
        </p:txBody>
      </p:sp>
    </p:spTree>
    <p:extLst>
      <p:ext uri="{BB962C8B-B14F-4D97-AF65-F5344CB8AC3E}">
        <p14:creationId xmlns:p14="http://schemas.microsoft.com/office/powerpoint/2010/main" val="52954509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ment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0FB0999F-4270-0A80-ABFC-278A10126BF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Data 2">
            <a:extLst>
              <a:ext uri="{FF2B5EF4-FFF2-40B4-BE49-F238E27FC236}">
                <a16:creationId xmlns:a16="http://schemas.microsoft.com/office/drawing/2014/main" id="{D4A54930-526C-9694-0F4D-7C28994E09A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4" name="Espaço Reservado para Rodapé 3">
            <a:extLst>
              <a:ext uri="{FF2B5EF4-FFF2-40B4-BE49-F238E27FC236}">
                <a16:creationId xmlns:a16="http://schemas.microsoft.com/office/drawing/2014/main" id="{36C84046-19A2-6E42-E1F2-BA5659EF3FD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5" name="Espaço Reservado para Número de Slide 4">
            <a:extLst>
              <a:ext uri="{FF2B5EF4-FFF2-40B4-BE49-F238E27FC236}">
                <a16:creationId xmlns:a16="http://schemas.microsoft.com/office/drawing/2014/main" id="{51629674-9B6C-0A77-359F-EADF51641AE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B01DFF5E-05B0-40B2-863A-FE2E02904343}" type="slidenum">
              <a:rPr lang="en-US" altLang="pt-BR"/>
              <a:pPr/>
              <a:t>‹nº›</a:t>
            </a:fld>
            <a:endParaRPr lang="en-US" altLang="pt-BR"/>
          </a:p>
        </p:txBody>
      </p:sp>
    </p:spTree>
    <p:extLst>
      <p:ext uri="{BB962C8B-B14F-4D97-AF65-F5344CB8AC3E}">
        <p14:creationId xmlns:p14="http://schemas.microsoft.com/office/powerpoint/2010/main" val="196385923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m Br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Data 1">
            <a:extLst>
              <a:ext uri="{FF2B5EF4-FFF2-40B4-BE49-F238E27FC236}">
                <a16:creationId xmlns:a16="http://schemas.microsoft.com/office/drawing/2014/main" id="{A9690EF8-4ED9-C141-719B-F447C20C1A7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3" name="Espaço Reservado para Rodapé 2">
            <a:extLst>
              <a:ext uri="{FF2B5EF4-FFF2-40B4-BE49-F238E27FC236}">
                <a16:creationId xmlns:a16="http://schemas.microsoft.com/office/drawing/2014/main" id="{C4F006A4-AC20-43AD-80FC-29311D53CFB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4" name="Espaço Reservado para Número de Slide 3">
            <a:extLst>
              <a:ext uri="{FF2B5EF4-FFF2-40B4-BE49-F238E27FC236}">
                <a16:creationId xmlns:a16="http://schemas.microsoft.com/office/drawing/2014/main" id="{8ED8FFB0-C181-2B3B-1F78-766818CF50C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19F91141-2DC7-494A-877F-A3228B29C760}" type="slidenum">
              <a:rPr lang="en-US" altLang="pt-BR"/>
              <a:pPr/>
              <a:t>‹nº›</a:t>
            </a:fld>
            <a:endParaRPr lang="en-US" altLang="pt-BR"/>
          </a:p>
        </p:txBody>
      </p:sp>
    </p:spTree>
    <p:extLst>
      <p:ext uri="{BB962C8B-B14F-4D97-AF65-F5344CB8AC3E}">
        <p14:creationId xmlns:p14="http://schemas.microsoft.com/office/powerpoint/2010/main" val="344302796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údo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3CE4EF44-A62D-EE07-3E4C-8C4FEE1DF7F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30238" y="457200"/>
            <a:ext cx="2949575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080820AE-354E-3796-F81D-74E2E9FF8F4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887788" y="987425"/>
            <a:ext cx="462915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Texto 3">
            <a:extLst>
              <a:ext uri="{FF2B5EF4-FFF2-40B4-BE49-F238E27FC236}">
                <a16:creationId xmlns:a16="http://schemas.microsoft.com/office/drawing/2014/main" id="{4BFD3474-FD45-3AA5-6BF5-722082380012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630238" y="2057400"/>
            <a:ext cx="2949575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5" name="Espaço Reservado para Data 4">
            <a:extLst>
              <a:ext uri="{FF2B5EF4-FFF2-40B4-BE49-F238E27FC236}">
                <a16:creationId xmlns:a16="http://schemas.microsoft.com/office/drawing/2014/main" id="{5FFD8822-06A7-BEFE-7AC4-E330AE2FA2A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6" name="Espaço Reservado para Rodapé 5">
            <a:extLst>
              <a:ext uri="{FF2B5EF4-FFF2-40B4-BE49-F238E27FC236}">
                <a16:creationId xmlns:a16="http://schemas.microsoft.com/office/drawing/2014/main" id="{8CFEB060-9C1E-93A5-DC74-6622644FE59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7" name="Espaço Reservado para Número de Slide 6">
            <a:extLst>
              <a:ext uri="{FF2B5EF4-FFF2-40B4-BE49-F238E27FC236}">
                <a16:creationId xmlns:a16="http://schemas.microsoft.com/office/drawing/2014/main" id="{3C7B3F03-F872-2C5A-7FF1-BB86DE5178D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E32FAB12-FCF4-435B-B18F-4B1058931EDF}" type="slidenum">
              <a:rPr lang="en-US" altLang="pt-BR"/>
              <a:pPr/>
              <a:t>‹nº›</a:t>
            </a:fld>
            <a:endParaRPr lang="en-US" altLang="pt-BR"/>
          </a:p>
        </p:txBody>
      </p:sp>
    </p:spTree>
    <p:extLst>
      <p:ext uri="{BB962C8B-B14F-4D97-AF65-F5344CB8AC3E}">
        <p14:creationId xmlns:p14="http://schemas.microsoft.com/office/powerpoint/2010/main" val="209009703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m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97190EF4-790F-71E4-65EA-01F1D12BAFD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30238" y="457200"/>
            <a:ext cx="2949575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Imagem 2">
            <a:extLst>
              <a:ext uri="{FF2B5EF4-FFF2-40B4-BE49-F238E27FC236}">
                <a16:creationId xmlns:a16="http://schemas.microsoft.com/office/drawing/2014/main" id="{2D2A5005-C57C-9A03-96CF-D50201E0DAC0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3887788" y="987425"/>
            <a:ext cx="462915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pt-BR"/>
          </a:p>
        </p:txBody>
      </p:sp>
      <p:sp>
        <p:nvSpPr>
          <p:cNvPr id="4" name="Espaço Reservado para Texto 3">
            <a:extLst>
              <a:ext uri="{FF2B5EF4-FFF2-40B4-BE49-F238E27FC236}">
                <a16:creationId xmlns:a16="http://schemas.microsoft.com/office/drawing/2014/main" id="{2B5ABF7A-5C19-B2E0-0C41-1F145C0AC08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630238" y="2057400"/>
            <a:ext cx="2949575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5" name="Espaço Reservado para Data 4">
            <a:extLst>
              <a:ext uri="{FF2B5EF4-FFF2-40B4-BE49-F238E27FC236}">
                <a16:creationId xmlns:a16="http://schemas.microsoft.com/office/drawing/2014/main" id="{E090A75A-042D-4C38-CE7C-74826E75436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6" name="Espaço Reservado para Rodapé 5">
            <a:extLst>
              <a:ext uri="{FF2B5EF4-FFF2-40B4-BE49-F238E27FC236}">
                <a16:creationId xmlns:a16="http://schemas.microsoft.com/office/drawing/2014/main" id="{CF951EAC-7CB0-561D-D684-D13E060533E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7" name="Espaço Reservado para Número de Slide 6">
            <a:extLst>
              <a:ext uri="{FF2B5EF4-FFF2-40B4-BE49-F238E27FC236}">
                <a16:creationId xmlns:a16="http://schemas.microsoft.com/office/drawing/2014/main" id="{50262DFC-0EB2-0BF0-B73A-7F460E78D23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1643EAA7-5B4F-4410-828A-3A6BEBC8FEC4}" type="slidenum">
              <a:rPr lang="en-US" altLang="pt-BR"/>
              <a:pPr/>
              <a:t>‹nº›</a:t>
            </a:fld>
            <a:endParaRPr lang="en-US" altLang="pt-BR"/>
          </a:p>
        </p:txBody>
      </p:sp>
    </p:spTree>
    <p:extLst>
      <p:ext uri="{BB962C8B-B14F-4D97-AF65-F5344CB8AC3E}">
        <p14:creationId xmlns:p14="http://schemas.microsoft.com/office/powerpoint/2010/main" val="203443020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e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C18FD704-B014-8EA8-3B7D-81322B76321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Vertical 2">
            <a:extLst>
              <a:ext uri="{FF2B5EF4-FFF2-40B4-BE49-F238E27FC236}">
                <a16:creationId xmlns:a16="http://schemas.microsoft.com/office/drawing/2014/main" id="{E5B4753D-A1FC-AC4C-D030-8E66519743B5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70F669DF-8C8A-6BC8-E282-7E1025D6763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A3978B0D-0DF4-34F9-0107-EEAC5C90329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D30B6DB6-4A39-92F9-B4AD-DE0FB95663D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821DAD84-4D72-429E-A578-9585CAAB5EB6}" type="slidenum">
              <a:rPr lang="en-US" altLang="pt-BR"/>
              <a:pPr/>
              <a:t>‹nº›</a:t>
            </a:fld>
            <a:endParaRPr lang="en-US" altLang="pt-BR"/>
          </a:p>
        </p:txBody>
      </p:sp>
    </p:spTree>
    <p:extLst>
      <p:ext uri="{BB962C8B-B14F-4D97-AF65-F5344CB8AC3E}">
        <p14:creationId xmlns:p14="http://schemas.microsoft.com/office/powerpoint/2010/main" val="383340547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exto e Títul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Vertical 1">
            <a:extLst>
              <a:ext uri="{FF2B5EF4-FFF2-40B4-BE49-F238E27FC236}">
                <a16:creationId xmlns:a16="http://schemas.microsoft.com/office/drawing/2014/main" id="{6D823DC7-5973-2FA4-1D98-1DFCDA6A4E1E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Vertical 2">
            <a:extLst>
              <a:ext uri="{FF2B5EF4-FFF2-40B4-BE49-F238E27FC236}">
                <a16:creationId xmlns:a16="http://schemas.microsoft.com/office/drawing/2014/main" id="{42A8B815-BFA3-931C-6B9C-7EADC87936CD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6C6BBDA6-49A7-C8E9-3E30-C97E717414D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B690434D-E3EE-54A2-1B67-DDFBD82F68C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9815E9E1-2F32-0D70-DF3F-107E34B9DD6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3108E4E1-6329-46A1-8361-428EC098A377}" type="slidenum">
              <a:rPr lang="en-US" altLang="pt-BR"/>
              <a:pPr/>
              <a:t>‹nº›</a:t>
            </a:fld>
            <a:endParaRPr lang="en-US" altLang="pt-BR"/>
          </a:p>
        </p:txBody>
      </p:sp>
    </p:spTree>
    <p:extLst>
      <p:ext uri="{BB962C8B-B14F-4D97-AF65-F5344CB8AC3E}">
        <p14:creationId xmlns:p14="http://schemas.microsoft.com/office/powerpoint/2010/main" val="409364053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Rectangle 2">
            <a:extLst>
              <a:ext uri="{FF2B5EF4-FFF2-40B4-BE49-F238E27FC236}">
                <a16:creationId xmlns:a16="http://schemas.microsoft.com/office/drawing/2014/main" id="{2B08CA08-BB0D-784F-CE09-E647489B8C67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 bwMode="auto"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pt-BR"/>
              <a:t>Clique para editar o estilo do título mestre</a:t>
            </a:r>
          </a:p>
        </p:txBody>
      </p:sp>
      <p:sp>
        <p:nvSpPr>
          <p:cNvPr id="1027" name="Rectangle 3">
            <a:extLst>
              <a:ext uri="{FF2B5EF4-FFF2-40B4-BE49-F238E27FC236}">
                <a16:creationId xmlns:a16="http://schemas.microsoft.com/office/drawing/2014/main" id="{26AC9C10-543A-4BB7-A6F3-48729921B3EB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 bwMode="auto"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pt-BR"/>
              <a:t>Clique para editar os estilos do texto mestre</a:t>
            </a:r>
          </a:p>
          <a:p>
            <a:pPr lvl="1"/>
            <a:r>
              <a:rPr lang="en-US" altLang="pt-BR"/>
              <a:t>Segundo nível</a:t>
            </a:r>
          </a:p>
          <a:p>
            <a:pPr lvl="2"/>
            <a:r>
              <a:rPr lang="en-US" altLang="pt-BR"/>
              <a:t>Terceiro nível</a:t>
            </a:r>
          </a:p>
          <a:p>
            <a:pPr lvl="3"/>
            <a:r>
              <a:rPr lang="en-US" altLang="pt-BR"/>
              <a:t>Quarto nível</a:t>
            </a:r>
          </a:p>
          <a:p>
            <a:pPr lvl="4"/>
            <a:r>
              <a:rPr lang="en-US" altLang="pt-BR"/>
              <a:t>Quinto nível</a:t>
            </a:r>
          </a:p>
        </p:txBody>
      </p:sp>
      <p:sp>
        <p:nvSpPr>
          <p:cNvPr id="1028" name="Rectangle 4">
            <a:extLst>
              <a:ext uri="{FF2B5EF4-FFF2-40B4-BE49-F238E27FC236}">
                <a16:creationId xmlns:a16="http://schemas.microsoft.com/office/drawing/2014/main" id="{A0F117D4-309B-7056-A71F-EEF99EA498FE}"/>
              </a:ext>
            </a:extLst>
          </p:cNvPr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457200" y="6245225"/>
            <a:ext cx="2133600" cy="4762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defRPr sz="1400"/>
            </a:lvl1pPr>
          </a:lstStyle>
          <a:p>
            <a:endParaRPr lang="en-US" altLang="pt-BR"/>
          </a:p>
        </p:txBody>
      </p:sp>
      <p:sp>
        <p:nvSpPr>
          <p:cNvPr id="1029" name="Rectangle 5">
            <a:extLst>
              <a:ext uri="{FF2B5EF4-FFF2-40B4-BE49-F238E27FC236}">
                <a16:creationId xmlns:a16="http://schemas.microsoft.com/office/drawing/2014/main" id="{D9994934-2075-58BC-2BFE-A14AC67D2226}"/>
              </a:ext>
            </a:extLst>
          </p:cNvPr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3124200" y="6245225"/>
            <a:ext cx="2895600" cy="4762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ctr">
              <a:defRPr sz="1400"/>
            </a:lvl1pPr>
          </a:lstStyle>
          <a:p>
            <a:endParaRPr lang="en-US" altLang="pt-BR"/>
          </a:p>
        </p:txBody>
      </p:sp>
      <p:sp>
        <p:nvSpPr>
          <p:cNvPr id="1030" name="Rectangle 6">
            <a:extLst>
              <a:ext uri="{FF2B5EF4-FFF2-40B4-BE49-F238E27FC236}">
                <a16:creationId xmlns:a16="http://schemas.microsoft.com/office/drawing/2014/main" id="{CBB194D6-8DCA-20E5-4CBC-7EA6AF6F595E}"/>
              </a:ext>
            </a:extLst>
          </p:cNvPr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6553200" y="6245225"/>
            <a:ext cx="2133600" cy="4762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defRPr sz="1400"/>
            </a:lvl1pPr>
          </a:lstStyle>
          <a:p>
            <a:fld id="{2473A589-68B1-4864-96B3-FA237A166FA0}" type="slidenum">
              <a:rPr lang="en-US" altLang="pt-BR"/>
              <a:pPr/>
              <a:t>‹nº›</a:t>
            </a:fld>
            <a:endParaRPr lang="en-US" altLang="pt-BR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rtl="0" fontAlgn="base">
        <a:spcBef>
          <a:spcPct val="0"/>
        </a:spcBef>
        <a:spcAft>
          <a:spcPct val="0"/>
        </a:spcAft>
        <a:defRPr sz="4400" kern="1200">
          <a:solidFill>
            <a:schemeClr val="tx2"/>
          </a:solidFill>
          <a:latin typeface="+mj-lt"/>
          <a:ea typeface="+mj-ea"/>
          <a:cs typeface="+mj-cs"/>
        </a:defRPr>
      </a:lvl1pPr>
      <a:lvl2pPr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</a:defRPr>
      </a:lvl2pPr>
      <a:lvl3pPr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</a:defRPr>
      </a:lvl3pPr>
      <a:lvl4pPr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</a:defRPr>
      </a:lvl4pPr>
      <a:lvl5pPr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</a:defRPr>
      </a:lvl5pPr>
      <a:lvl6pPr marL="4572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</a:defRPr>
      </a:lvl6pPr>
      <a:lvl7pPr marL="9144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</a:defRPr>
      </a:lvl7pPr>
      <a:lvl8pPr marL="13716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</a:defRPr>
      </a:lvl8pPr>
      <a:lvl9pPr marL="18288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</a:defRPr>
      </a:lvl9pPr>
    </p:titleStyle>
    <p:bodyStyle>
      <a:lvl1pPr marL="342900" indent="-342900" algn="l" rtl="0" fontAlgn="base">
        <a:spcBef>
          <a:spcPct val="20000"/>
        </a:spcBef>
        <a:spcAft>
          <a:spcPct val="0"/>
        </a:spcAft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fontAlgn="base">
        <a:spcBef>
          <a:spcPct val="20000"/>
        </a:spcBef>
        <a:spcAft>
          <a:spcPct val="0"/>
        </a:spcAft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rtl="0" fontAlgn="base">
        <a:spcBef>
          <a:spcPct val="20000"/>
        </a:spcBef>
        <a:spcAft>
          <a:spcPct val="0"/>
        </a:spcAft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rtl="0" fontAlgn="base">
        <a:spcBef>
          <a:spcPct val="20000"/>
        </a:spcBef>
        <a:spcAft>
          <a:spcPct val="0"/>
        </a:spcAft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rtl="0" fontAlgn="base">
        <a:spcBef>
          <a:spcPct val="20000"/>
        </a:spcBef>
        <a:spcAft>
          <a:spcPct val="0"/>
        </a:spcAft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pt-B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0" name="Rectangle 2">
            <a:extLst>
              <a:ext uri="{FF2B5EF4-FFF2-40B4-BE49-F238E27FC236}">
                <a16:creationId xmlns:a16="http://schemas.microsoft.com/office/drawing/2014/main" id="{31A091AF-E06E-2C33-A8E9-0DEDD0B20785}"/>
              </a:ext>
            </a:extLst>
          </p:cNvPr>
          <p:cNvSpPr>
            <a:spLocks noGrp="1" noChangeArrowheads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 anchor="ctr"/>
          <a:lstStyle/>
          <a:p>
            <a:r>
              <a:rPr lang="en-US" altLang="pt-BR" sz="4000" b="1"/>
              <a:t>243</a:t>
            </a:r>
            <a:br>
              <a:rPr lang="en-US" altLang="pt-BR" sz="4000" b="1"/>
            </a:br>
            <a:r>
              <a:rPr lang="en-US" altLang="pt-BR" sz="4000" b="1"/>
              <a:t>AO ABRIR O CULTO</a:t>
            </a:r>
            <a:r>
              <a:rPr lang="en-US" altLang="pt-BR" sz="4000"/>
              <a:t> </a:t>
            </a:r>
          </a:p>
        </p:txBody>
      </p:sp>
      <p:sp>
        <p:nvSpPr>
          <p:cNvPr id="2051" name="Rectangle 3">
            <a:extLst>
              <a:ext uri="{FF2B5EF4-FFF2-40B4-BE49-F238E27FC236}">
                <a16:creationId xmlns:a16="http://schemas.microsoft.com/office/drawing/2014/main" id="{9F746BD7-4451-D517-50C1-F40C919D50CB}"/>
              </a:ext>
            </a:extLst>
          </p:cNvPr>
          <p:cNvSpPr>
            <a:spLocks noGrp="1" noChangeArrowheads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/>
          <a:p>
            <a:endParaRPr lang="pt-BR" altLang="pt-BR" sz="320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6" name="Rectangle 4">
            <a:extLst>
              <a:ext uri="{FF2B5EF4-FFF2-40B4-BE49-F238E27FC236}">
                <a16:creationId xmlns:a16="http://schemas.microsoft.com/office/drawing/2014/main" id="{E008E323-5D74-4B73-B824-B9A2C9E18BF3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0" y="0"/>
            <a:ext cx="9144000" cy="6172200"/>
          </a:xfrm>
        </p:spPr>
        <p:txBody>
          <a:bodyPr/>
          <a:lstStyle/>
          <a:p>
            <a:r>
              <a:rPr lang="en-US" altLang="pt-BR" sz="4000" i="1"/>
              <a:t>Nós abrimos este culto</a:t>
            </a:r>
            <a:r>
              <a:rPr lang="en-US" altLang="pt-BR" sz="4000"/>
              <a:t> </a:t>
            </a:r>
            <a:br>
              <a:rPr lang="en-US" altLang="pt-BR" sz="4000"/>
            </a:br>
            <a:r>
              <a:rPr lang="en-US" altLang="pt-BR" sz="4000" i="1"/>
              <a:t>Em Teu nome, á Jesus Cristo!</a:t>
            </a:r>
            <a:r>
              <a:rPr lang="en-US" altLang="pt-BR" sz="4000"/>
              <a:t> </a:t>
            </a:r>
            <a:br>
              <a:rPr lang="en-US" altLang="pt-BR" sz="4000"/>
            </a:br>
            <a:r>
              <a:rPr lang="en-US" altLang="pt-BR" sz="4000" i="1"/>
              <a:t>Ao pequeno e ao adulto,</a:t>
            </a:r>
            <a:r>
              <a:rPr lang="en-US" altLang="pt-BR" sz="4000"/>
              <a:t> </a:t>
            </a:r>
            <a:br>
              <a:rPr lang="en-US" altLang="pt-BR" sz="4000"/>
            </a:br>
            <a:r>
              <a:rPr lang="en-US" altLang="pt-BR" sz="4000" i="1"/>
              <a:t>Luz divina vem dar por ato;</a:t>
            </a:r>
            <a:r>
              <a:rPr lang="en-US" altLang="pt-BR" sz="4000"/>
              <a:t> </a:t>
            </a:r>
            <a:br>
              <a:rPr lang="en-US" altLang="pt-BR" sz="4000"/>
            </a:br>
            <a:r>
              <a:rPr lang="en-US" altLang="pt-BR" sz="4000" i="1"/>
              <a:t>Gozaremos em Tua face,</a:t>
            </a:r>
            <a:r>
              <a:rPr lang="en-US" altLang="pt-BR" sz="4000"/>
              <a:t> </a:t>
            </a:r>
            <a:br>
              <a:rPr lang="en-US" altLang="pt-BR" sz="4000"/>
            </a:br>
            <a:r>
              <a:rPr lang="en-US" altLang="pt-BR" sz="4000" i="1"/>
              <a:t>Ó Cordeiro ressuscitadol</a:t>
            </a:r>
            <a:r>
              <a:rPr lang="en-US" altLang="pt-BR" sz="4000"/>
              <a:t> </a:t>
            </a:r>
            <a:br>
              <a:rPr lang="en-US" altLang="pt-BR" sz="4000"/>
            </a:br>
            <a:r>
              <a:rPr lang="en-US" altLang="pt-BR" sz="4000" i="1"/>
              <a:t>Com doçura, sim, nos enlaces, </a:t>
            </a:r>
            <a:br>
              <a:rPr lang="en-US" altLang="pt-BR" sz="4000" i="1"/>
            </a:br>
            <a:r>
              <a:rPr lang="en-US" altLang="pt-BR" sz="4000" i="1"/>
              <a:t>Pra ouvir o que nos for dado.</a:t>
            </a:r>
            <a:r>
              <a:rPr lang="en-US" altLang="pt-BR" sz="4000"/>
              <a:t> </a:t>
            </a:r>
            <a:r>
              <a:rPr lang="en-US" altLang="pt-BR" sz="4000" i="1"/>
              <a:t> </a:t>
            </a:r>
            <a:endParaRPr lang="en-US" altLang="pt-BR" sz="400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2" name="Rectangle 2">
            <a:extLst>
              <a:ext uri="{FF2B5EF4-FFF2-40B4-BE49-F238E27FC236}">
                <a16:creationId xmlns:a16="http://schemas.microsoft.com/office/drawing/2014/main" id="{02A09CE4-A8C2-60C6-8D5E-0C192AED1B79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0" y="0"/>
            <a:ext cx="9144000" cy="6172200"/>
          </a:xfrm>
        </p:spPr>
        <p:txBody>
          <a:bodyPr/>
          <a:lstStyle/>
          <a:p>
            <a:r>
              <a:rPr lang="en-US" altLang="pt-BR" sz="4000" i="1"/>
              <a:t>Ó nos manda Tua Palavra</a:t>
            </a:r>
            <a:r>
              <a:rPr lang="en-US" altLang="pt-BR" sz="4000"/>
              <a:t> </a:t>
            </a:r>
            <a:br>
              <a:rPr lang="en-US" altLang="pt-BR" sz="4000"/>
            </a:br>
            <a:r>
              <a:rPr lang="en-US" altLang="pt-BR" sz="4000" i="1"/>
              <a:t>Pelo Teu Espírito Santo, </a:t>
            </a:r>
            <a:br>
              <a:rPr lang="en-US" altLang="pt-BR" sz="4000" i="1"/>
            </a:br>
            <a:r>
              <a:rPr lang="en-US" altLang="pt-BR" sz="4000" i="1"/>
              <a:t>Que no peito um fogo lavra,</a:t>
            </a:r>
            <a:r>
              <a:rPr lang="en-US" altLang="pt-BR" sz="4000"/>
              <a:t> </a:t>
            </a:r>
            <a:br>
              <a:rPr lang="en-US" altLang="pt-BR" sz="4000"/>
            </a:br>
            <a:r>
              <a:rPr lang="en-US" altLang="pt-BR" sz="4000" i="1"/>
              <a:t>Que enxuga também o pranto; </a:t>
            </a:r>
            <a:br>
              <a:rPr lang="en-US" altLang="pt-BR" sz="4000" i="1"/>
            </a:br>
            <a:r>
              <a:rPr lang="en-US" altLang="pt-BR" sz="4000" i="1"/>
              <a:t>Nosso Pai, nós Te suplicamos </a:t>
            </a:r>
            <a:br>
              <a:rPr lang="en-US" altLang="pt-BR" sz="4000" i="1"/>
            </a:br>
            <a:r>
              <a:rPr lang="en-US" altLang="pt-BR" sz="4000" i="1"/>
              <a:t>Nova vida pra Tua Igreja;</a:t>
            </a:r>
            <a:r>
              <a:rPr lang="en-US" altLang="pt-BR" sz="4000"/>
              <a:t> </a:t>
            </a:r>
            <a:br>
              <a:rPr lang="en-US" altLang="pt-BR" sz="4000"/>
            </a:br>
            <a:r>
              <a:rPr lang="en-US" altLang="pt-BR" sz="4000" i="1"/>
              <a:t>Ó não tardes, pois desejamos</a:t>
            </a:r>
            <a:r>
              <a:rPr lang="en-US" altLang="pt-BR" sz="4000"/>
              <a:t> </a:t>
            </a:r>
            <a:br>
              <a:rPr lang="en-US" altLang="pt-BR" sz="4000"/>
            </a:br>
            <a:r>
              <a:rPr lang="en-US" altLang="pt-BR" sz="4000" i="1"/>
              <a:t>Que pureza em nós Tu vejas.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6" name="Rectangle 2">
            <a:extLst>
              <a:ext uri="{FF2B5EF4-FFF2-40B4-BE49-F238E27FC236}">
                <a16:creationId xmlns:a16="http://schemas.microsoft.com/office/drawing/2014/main" id="{48358F05-4649-44F7-FC74-A0237701336D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0" y="0"/>
            <a:ext cx="9144000" cy="6172200"/>
          </a:xfrm>
        </p:spPr>
        <p:txBody>
          <a:bodyPr/>
          <a:lstStyle/>
          <a:p>
            <a:r>
              <a:rPr lang="en-US" altLang="pt-BR" sz="4000" i="1"/>
              <a:t>Abençoa, ó Deus Santo, </a:t>
            </a:r>
            <a:br>
              <a:rPr lang="en-US" altLang="pt-BR" sz="4000" i="1"/>
            </a:br>
            <a:r>
              <a:rPr lang="en-US" altLang="pt-BR" sz="4000" i="1"/>
              <a:t>Os Teus servos em todo o mundo;</a:t>
            </a:r>
            <a:r>
              <a:rPr lang="en-US" altLang="pt-BR" sz="4000"/>
              <a:t> </a:t>
            </a:r>
            <a:r>
              <a:rPr lang="en-US" altLang="pt-BR" sz="4000" i="1"/>
              <a:t>Abençoa o nosso canto </a:t>
            </a:r>
            <a:br>
              <a:rPr lang="en-US" altLang="pt-BR" sz="4000" i="1"/>
            </a:br>
            <a:r>
              <a:rPr lang="en-US" altLang="pt-BR" sz="4000" i="1"/>
              <a:t>E dá vida aos moribundos; </a:t>
            </a:r>
            <a:br>
              <a:rPr lang="en-US" altLang="pt-BR" sz="4000" i="1"/>
            </a:br>
            <a:r>
              <a:rPr lang="en-US" altLang="pt-BR" sz="4000" i="1"/>
              <a:t>Abençoa aos cordeirinhos, </a:t>
            </a:r>
            <a:br>
              <a:rPr lang="en-US" altLang="pt-BR" sz="4000" i="1"/>
            </a:br>
            <a:r>
              <a:rPr lang="en-US" altLang="pt-BR" sz="4000" i="1"/>
              <a:t>A família dos Teus amados, </a:t>
            </a:r>
            <a:br>
              <a:rPr lang="en-US" altLang="pt-BR" sz="4000" i="1"/>
            </a:br>
            <a:r>
              <a:rPr lang="en-US" altLang="pt-BR" sz="4000" i="1"/>
              <a:t>Como ave, que no seu ninho.</a:t>
            </a:r>
            <a:r>
              <a:rPr lang="en-US" altLang="pt-BR" sz="4000"/>
              <a:t> </a:t>
            </a:r>
            <a:br>
              <a:rPr lang="en-US" altLang="pt-BR" sz="4000"/>
            </a:br>
            <a:r>
              <a:rPr lang="en-US" altLang="pt-BR" sz="4000" i="1"/>
              <a:t>Tem seus filhos bem abrigados.</a:t>
            </a:r>
            <a:r>
              <a:rPr lang="en-US" altLang="pt-BR" sz="4000"/>
              <a:t> 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Design padrão">
  <a:themeElements>
    <a:clrScheme name="Design padrão 1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Design padrão">
      <a:majorFont>
        <a:latin typeface="Arial"/>
        <a:ea typeface=""/>
        <a:cs typeface=""/>
      </a:majorFont>
      <a:minorFont>
        <a:latin typeface="Arial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>
    <a:extraClrScheme>
      <a:clrScheme name="Design padrão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BBE0E3"/>
        </a:accent1>
        <a:accent2>
          <a:srgbClr val="333399"/>
        </a:accent2>
        <a:accent3>
          <a:srgbClr val="FFFFFF"/>
        </a:accent3>
        <a:accent4>
          <a:srgbClr val="000000"/>
        </a:accent4>
        <a:accent5>
          <a:srgbClr val="DAEDEF"/>
        </a:accent5>
        <a:accent6>
          <a:srgbClr val="2D2D8A"/>
        </a:accent6>
        <a:hlink>
          <a:srgbClr val="009999"/>
        </a:hlink>
        <a:folHlink>
          <a:srgbClr val="99CC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sign padrão 2">
        <a:dk1>
          <a:srgbClr val="000000"/>
        </a:dk1>
        <a:lt1>
          <a:srgbClr val="FFFFFF"/>
        </a:lt1>
        <a:dk2>
          <a:srgbClr val="000000"/>
        </a:dk2>
        <a:lt2>
          <a:srgbClr val="969696"/>
        </a:lt2>
        <a:accent1>
          <a:srgbClr val="FBDF53"/>
        </a:accent1>
        <a:accent2>
          <a:srgbClr val="FF9966"/>
        </a:accent2>
        <a:accent3>
          <a:srgbClr val="FFFFFF"/>
        </a:accent3>
        <a:accent4>
          <a:srgbClr val="000000"/>
        </a:accent4>
        <a:accent5>
          <a:srgbClr val="FDECB3"/>
        </a:accent5>
        <a:accent6>
          <a:srgbClr val="E78A5C"/>
        </a:accent6>
        <a:hlink>
          <a:srgbClr val="CC3300"/>
        </a:hlink>
        <a:folHlink>
          <a:srgbClr val="9966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sign padrão 3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99CCFF"/>
        </a:accent1>
        <a:accent2>
          <a:srgbClr val="CCCCFF"/>
        </a:accent2>
        <a:accent3>
          <a:srgbClr val="FFFFFF"/>
        </a:accent3>
        <a:accent4>
          <a:srgbClr val="000000"/>
        </a:accent4>
        <a:accent5>
          <a:srgbClr val="CAE2FF"/>
        </a:accent5>
        <a:accent6>
          <a:srgbClr val="B9B9E7"/>
        </a:accent6>
        <a:hlink>
          <a:srgbClr val="3333CC"/>
        </a:hlink>
        <a:folHlink>
          <a:srgbClr val="AF67FF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sign padrão 4">
        <a:dk1>
          <a:srgbClr val="000000"/>
        </a:dk1>
        <a:lt1>
          <a:srgbClr val="DEF6F1"/>
        </a:lt1>
        <a:dk2>
          <a:srgbClr val="000000"/>
        </a:dk2>
        <a:lt2>
          <a:srgbClr val="969696"/>
        </a:lt2>
        <a:accent1>
          <a:srgbClr val="FFFFFF"/>
        </a:accent1>
        <a:accent2>
          <a:srgbClr val="8DC6FF"/>
        </a:accent2>
        <a:accent3>
          <a:srgbClr val="ECFAF7"/>
        </a:accent3>
        <a:accent4>
          <a:srgbClr val="000000"/>
        </a:accent4>
        <a:accent5>
          <a:srgbClr val="FFFFFF"/>
        </a:accent5>
        <a:accent6>
          <a:srgbClr val="7FB3E7"/>
        </a:accent6>
        <a:hlink>
          <a:srgbClr val="0066CC"/>
        </a:hlink>
        <a:folHlink>
          <a:srgbClr val="00A8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sign padrão 5">
        <a:dk1>
          <a:srgbClr val="000000"/>
        </a:dk1>
        <a:lt1>
          <a:srgbClr val="FFFFD9"/>
        </a:lt1>
        <a:dk2>
          <a:srgbClr val="000000"/>
        </a:dk2>
        <a:lt2>
          <a:srgbClr val="777777"/>
        </a:lt2>
        <a:accent1>
          <a:srgbClr val="FFFFF7"/>
        </a:accent1>
        <a:accent2>
          <a:srgbClr val="33CCCC"/>
        </a:accent2>
        <a:accent3>
          <a:srgbClr val="FFFFE9"/>
        </a:accent3>
        <a:accent4>
          <a:srgbClr val="000000"/>
        </a:accent4>
        <a:accent5>
          <a:srgbClr val="FFFFFA"/>
        </a:accent5>
        <a:accent6>
          <a:srgbClr val="2DB9B9"/>
        </a:accent6>
        <a:hlink>
          <a:srgbClr val="FF5050"/>
        </a:hlink>
        <a:folHlink>
          <a:srgbClr val="FF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sign padrão 6">
        <a:dk1>
          <a:srgbClr val="005A58"/>
        </a:dk1>
        <a:lt1>
          <a:srgbClr val="FFFFFF"/>
        </a:lt1>
        <a:dk2>
          <a:srgbClr val="008080"/>
        </a:dk2>
        <a:lt2>
          <a:srgbClr val="FFFF99"/>
        </a:lt2>
        <a:accent1>
          <a:srgbClr val="006462"/>
        </a:accent1>
        <a:accent2>
          <a:srgbClr val="6D6FC7"/>
        </a:accent2>
        <a:accent3>
          <a:srgbClr val="AAC0C0"/>
        </a:accent3>
        <a:accent4>
          <a:srgbClr val="DADADA"/>
        </a:accent4>
        <a:accent5>
          <a:srgbClr val="AAB8B7"/>
        </a:accent5>
        <a:accent6>
          <a:srgbClr val="6264B4"/>
        </a:accent6>
        <a:hlink>
          <a:srgbClr val="00FFFF"/>
        </a:hlink>
        <a:folHlink>
          <a:srgbClr val="00FF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sign padrão 7">
        <a:dk1>
          <a:srgbClr val="5C1F00"/>
        </a:dk1>
        <a:lt1>
          <a:srgbClr val="FFFFFF"/>
        </a:lt1>
        <a:dk2>
          <a:srgbClr val="800000"/>
        </a:dk2>
        <a:lt2>
          <a:srgbClr val="DFD293"/>
        </a:lt2>
        <a:accent1>
          <a:srgbClr val="CC3300"/>
        </a:accent1>
        <a:accent2>
          <a:srgbClr val="BE7960"/>
        </a:accent2>
        <a:accent3>
          <a:srgbClr val="C0AAAA"/>
        </a:accent3>
        <a:accent4>
          <a:srgbClr val="DADADA"/>
        </a:accent4>
        <a:accent5>
          <a:srgbClr val="E2ADAA"/>
        </a:accent5>
        <a:accent6>
          <a:srgbClr val="AC6D56"/>
        </a:accent6>
        <a:hlink>
          <a:srgbClr val="FFFF99"/>
        </a:hlink>
        <a:folHlink>
          <a:srgbClr val="D3A21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sign padrão 8">
        <a:dk1>
          <a:srgbClr val="003366"/>
        </a:dk1>
        <a:lt1>
          <a:srgbClr val="FFFFFF"/>
        </a:lt1>
        <a:dk2>
          <a:srgbClr val="000099"/>
        </a:dk2>
        <a:lt2>
          <a:srgbClr val="CCFFFF"/>
        </a:lt2>
        <a:accent1>
          <a:srgbClr val="3366CC"/>
        </a:accent1>
        <a:accent2>
          <a:srgbClr val="00B000"/>
        </a:accent2>
        <a:accent3>
          <a:srgbClr val="AAAACA"/>
        </a:accent3>
        <a:accent4>
          <a:srgbClr val="DADADA"/>
        </a:accent4>
        <a:accent5>
          <a:srgbClr val="ADB8E2"/>
        </a:accent5>
        <a:accent6>
          <a:srgbClr val="009F00"/>
        </a:accent6>
        <a:hlink>
          <a:srgbClr val="66CCFF"/>
        </a:hlink>
        <a:folHlink>
          <a:srgbClr val="FFE701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sign padrão 9">
        <a:dk1>
          <a:srgbClr val="336699"/>
        </a:dk1>
        <a:lt1>
          <a:srgbClr val="FFFFFF"/>
        </a:lt1>
        <a:dk2>
          <a:srgbClr val="000000"/>
        </a:dk2>
        <a:lt2>
          <a:srgbClr val="E3EBF1"/>
        </a:lt2>
        <a:accent1>
          <a:srgbClr val="003399"/>
        </a:accent1>
        <a:accent2>
          <a:srgbClr val="468A4B"/>
        </a:accent2>
        <a:accent3>
          <a:srgbClr val="AAAAAA"/>
        </a:accent3>
        <a:accent4>
          <a:srgbClr val="DADADA"/>
        </a:accent4>
        <a:accent5>
          <a:srgbClr val="AAADCA"/>
        </a:accent5>
        <a:accent6>
          <a:srgbClr val="3F7D43"/>
        </a:accent6>
        <a:hlink>
          <a:srgbClr val="66CCFF"/>
        </a:hlink>
        <a:folHlink>
          <a:srgbClr val="F0E5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sign padrão 10">
        <a:dk1>
          <a:srgbClr val="777777"/>
        </a:dk1>
        <a:lt1>
          <a:srgbClr val="FFFFFF"/>
        </a:lt1>
        <a:dk2>
          <a:srgbClr val="686B5D"/>
        </a:dk2>
        <a:lt2>
          <a:srgbClr val="D1D1CB"/>
        </a:lt2>
        <a:accent1>
          <a:srgbClr val="909082"/>
        </a:accent1>
        <a:accent2>
          <a:srgbClr val="809EA8"/>
        </a:accent2>
        <a:accent3>
          <a:srgbClr val="B9BAB6"/>
        </a:accent3>
        <a:accent4>
          <a:srgbClr val="DADADA"/>
        </a:accent4>
        <a:accent5>
          <a:srgbClr val="C6C6C1"/>
        </a:accent5>
        <a:accent6>
          <a:srgbClr val="738F98"/>
        </a:accent6>
        <a:hlink>
          <a:srgbClr val="FFCC66"/>
        </a:hlink>
        <a:folHlink>
          <a:srgbClr val="E9DCB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sign padrão 11">
        <a:dk1>
          <a:srgbClr val="3E3E5C"/>
        </a:dk1>
        <a:lt1>
          <a:srgbClr val="FFFFFF"/>
        </a:lt1>
        <a:dk2>
          <a:srgbClr val="666699"/>
        </a:dk2>
        <a:lt2>
          <a:srgbClr val="FFFFFF"/>
        </a:lt2>
        <a:accent1>
          <a:srgbClr val="60597B"/>
        </a:accent1>
        <a:accent2>
          <a:srgbClr val="6666FF"/>
        </a:accent2>
        <a:accent3>
          <a:srgbClr val="B8B8CA"/>
        </a:accent3>
        <a:accent4>
          <a:srgbClr val="DADADA"/>
        </a:accent4>
        <a:accent5>
          <a:srgbClr val="B6B5BF"/>
        </a:accent5>
        <a:accent6>
          <a:srgbClr val="5C5CE7"/>
        </a:accent6>
        <a:hlink>
          <a:srgbClr val="99CCFF"/>
        </a:hlink>
        <a:folHlink>
          <a:srgbClr val="FFFF9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sign padrão 12">
        <a:dk1>
          <a:srgbClr val="2D2015"/>
        </a:dk1>
        <a:lt1>
          <a:srgbClr val="FFFFFF"/>
        </a:lt1>
        <a:dk2>
          <a:srgbClr val="523E26"/>
        </a:dk2>
        <a:lt2>
          <a:srgbClr val="DFC08D"/>
        </a:lt2>
        <a:accent1>
          <a:srgbClr val="8C7B70"/>
        </a:accent1>
        <a:accent2>
          <a:srgbClr val="8F5F2F"/>
        </a:accent2>
        <a:accent3>
          <a:srgbClr val="B3AFAC"/>
        </a:accent3>
        <a:accent4>
          <a:srgbClr val="DADADA"/>
        </a:accent4>
        <a:accent5>
          <a:srgbClr val="C5BFBB"/>
        </a:accent5>
        <a:accent6>
          <a:srgbClr val="81552A"/>
        </a:accent6>
        <a:hlink>
          <a:srgbClr val="CCB400"/>
        </a:hlink>
        <a:folHlink>
          <a:srgbClr val="8C9EA0"/>
        </a:folHlink>
      </a:clrScheme>
      <a:clrMap bg1="dk2" tx1="lt1" bg2="dk1" tx2="lt2" accent1="accent1" accent2="accent2" accent3="accent3" accent4="accent4" accent5="accent5" accent6="accent6" hlink="hlink" folHlink="folHlink"/>
    </a:extraClrScheme>
  </a:extraClrSchemeLst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171</Words>
  <Application>Microsoft Office PowerPoint</Application>
  <PresentationFormat>Apresentação na tela (4:3)</PresentationFormat>
  <Paragraphs>4</Paragraphs>
  <Slides>4</Slides>
  <Notes>0</Notes>
  <HiddenSlides>0</HiddenSlides>
  <MMClips>0</MMClips>
  <ScaleCrop>false</ScaleCrop>
  <HeadingPairs>
    <vt:vector size="6" baseType="variant">
      <vt:variant>
        <vt:lpstr>Fontes usadas</vt:lpstr>
      </vt:variant>
      <vt:variant>
        <vt:i4>1</vt:i4>
      </vt:variant>
      <vt:variant>
        <vt:lpstr>Tema</vt:lpstr>
      </vt:variant>
      <vt:variant>
        <vt:i4>1</vt:i4>
      </vt:variant>
      <vt:variant>
        <vt:lpstr>Títulos de slides</vt:lpstr>
      </vt:variant>
      <vt:variant>
        <vt:i4>4</vt:i4>
      </vt:variant>
    </vt:vector>
  </HeadingPairs>
  <TitlesOfParts>
    <vt:vector size="6" baseType="lpstr">
      <vt:lpstr>Arial</vt:lpstr>
      <vt:lpstr>Design padrão</vt:lpstr>
      <vt:lpstr>243 AO ABRIR O CULTO </vt:lpstr>
      <vt:lpstr>Nós abrimos este culto  Em Teu nome, á Jesus Cristo!  Ao pequeno e ao adulto,  Luz divina vem dar por ato;  Gozaremos em Tua face,  Ó Cordeiro ressuscitadol  Com doçura, sim, nos enlaces,  Pra ouvir o que nos for dado.  </vt:lpstr>
      <vt:lpstr>Ó nos manda Tua Palavra  Pelo Teu Espírito Santo,  Que no peito um fogo lavra,  Que enxuga também o pranto;  Nosso Pai, nós Te suplicamos  Nova vida pra Tua Igreja;  Ó não tardes, pois desejamos  Que pureza em nós Tu vejas.</vt:lpstr>
      <vt:lpstr>Abençoa, ó Deus Santo,  Os Teus servos em todo o mundo; Abençoa o nosso canto  E dá vida aos moribundos;  Abençoa aos cordeirinhos,  A família dos Teus amados,  Como ave, que no seu ninho.  Tem seus filhos bem abrigados. </vt:lpstr>
    </vt:vector>
  </TitlesOfParts>
  <Company>Home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243 AO ABRIR O CULTO </dc:title>
  <dc:creator>Junior</dc:creator>
  <cp:lastModifiedBy>Emerson Souza</cp:lastModifiedBy>
  <cp:revision>1</cp:revision>
  <dcterms:created xsi:type="dcterms:W3CDTF">2005-12-23T23:52:18Z</dcterms:created>
  <dcterms:modified xsi:type="dcterms:W3CDTF">2026-05-02T21:57:10Z</dcterms:modified>
</cp:coreProperties>
</file>