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6D486-9326-89B1-3536-8ED015052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F58C0D-F128-8058-F5D6-6EF9C99E8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0D9B2A-EA80-0970-3014-9AF2E3BF3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DF6FF1-3267-33EA-A755-0D521CE9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62C994-8391-9C60-46EF-9AE28FF0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4D423B-8A50-4CE0-A0BD-4F6864E2B3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3448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6550A-FDA2-8A92-6A6B-9E0DEDF56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DEBADE-E1CF-9EDF-105E-6DA4F702A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6A28B0-6BFE-1B1D-6A9B-CB4ADB08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ACE80C-9374-8F04-F376-572984D2B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BE223A-07D2-FC64-9EAD-E863972A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D5AB47-4382-4B62-B55A-0A65B176E7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4508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4F129-6BB3-051C-90B1-8929AECA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8EB355-61E7-B146-8331-53E318B7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DEB219-0719-108F-9176-BF168128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B5854F-17D0-BC16-961B-D2C1AAC5C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040842-C0AB-2225-B8E9-86F5599BE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4F326-A54B-46D2-BBC3-2CB8FEA3E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6634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A4468-3B92-149C-6A7F-F8300483F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53A9F1-ED1B-7D3E-4492-CBC2D9E560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E7269A-F7AA-2486-4A69-09D1906F9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622CF6-C078-0111-C3F1-6BE8C801E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F51442-B266-296F-556B-1DC173AFB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972134-9D72-D3EB-648B-85A029C3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DD6B18-0632-4B15-9F18-8D4F8A1EBA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967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888A5-1303-4EA5-96CF-3D650A66A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769D79-7CD0-C8F2-EFD7-46534775A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2CF32E-AF71-7D35-BADF-0DCE3C20D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BD2F00-7012-4BE1-C093-6E4C3B090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E8618F-89ED-6DBD-2ED2-B8384AB51F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1E55F86-93A0-944B-EF3C-33C70EBFC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2ED370D-AC20-BD94-4E04-E9E2EFCE2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175E883-FDFC-1A55-D255-BE9973216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F958B-BD88-4986-A826-B3DB6DB34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8371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8D2BF-385D-A5A7-49D7-38B2D5A83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73DC291-2B96-F265-66C4-79A97536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8EC490-2BAE-A30F-900D-E87E790B3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ED73A3-CCB3-A8FD-2146-2C68F2BA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4A9E8C-14F0-49DC-81F8-6A6D434A0E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6819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E5F9C13-C608-E8BD-81AA-CAF3FB9A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0672EDE-7C63-C6DA-3683-9E7CA4FF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322E29-94E0-CBCE-C5C0-3295D5B7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20558D-87E9-4086-BF77-EE2003BD42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448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2B46E-E5A2-5842-464C-18266757D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F5E00F-D29D-D9D7-54B2-1E7D18D11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EAB228-93FB-C242-16D4-3E0001A63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C97EA7-6ACE-F0D8-F168-A34A92831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BC104B-C030-3F9C-6FFB-EB3F0F693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1F14BE-3DAE-8154-1BF6-638E8CBB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EFCC2C-DDBF-4933-80BD-6927C6FA88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385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56CA8-6471-7BE0-8AAD-9C1AD648B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DE581E5-BC6E-3CD8-6859-335DF42263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E4D621-15ED-6E9E-DAE5-EF28567D3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E79C5E-12E9-0C66-2907-332EB5A7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EDB7D3-9339-A825-1E04-C90623CD2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6CE03E-F9E0-78DB-62D6-F685658A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6C106E-BCC3-4A68-AB0C-CE3ADCC44F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5136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5BB5D-1ADE-A82C-4F98-3A93EA473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FAD847-309C-5E5E-4ACB-341183D60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ECE124-012E-660A-4DEE-07CC3791F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2BD63-EB0C-B74F-0E9C-D3212524B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34019-6775-D246-D824-E3206BA5B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128F4F-2B36-43A5-83A3-2EDA600397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93098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2EB3A9-4291-9F2B-43E1-864DC6408B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47AAD4-E938-4B64-10EC-AEC810D2E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1DA276-9526-0777-C720-1471FA012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8EBAEC-1698-A827-DBAD-2CC5264B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17B40-9927-53AD-4127-3B7D2277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EA5A97-DF9E-4ED2-A279-5A9DEC61B4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5758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9B197E8-090B-248E-4D2E-A6D9B64EC3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0BB4905-4AF2-E1F5-1DBF-BC3A7A0D43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37EF8EB-50F7-1B88-5123-E6276AF09EF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2537A88-C7B4-AB99-6EB6-EC812B15D55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E268169-D897-7884-8439-FDA3CE2CEE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218CCCD-FB26-4287-9E04-BB72AAAA267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446241A-1933-92B8-D762-C958214F6E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285</a:t>
            </a:r>
            <a:br>
              <a:rPr lang="en-US" altLang="pt-BR" sz="4000" b="1" i="1"/>
            </a:br>
            <a:r>
              <a:rPr lang="en-US" altLang="pt-BR" sz="4000" b="1" i="1"/>
              <a:t>TU ÉS O MEU GOZO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CD20AA5-415D-6EA5-E526-8F382062FA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91F90FA-B28D-EE49-838C-686C06048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Senhor, pela fé me sustento</a:t>
            </a:r>
            <a:br>
              <a:rPr lang="en-US" altLang="pt-BR" sz="4000" i="1"/>
            </a:br>
            <a:r>
              <a:rPr lang="en-US" altLang="pt-BR" sz="4000" i="1"/>
              <a:t>Na graça, nos Teus mandamentos,</a:t>
            </a:r>
            <a:br>
              <a:rPr lang="en-US" altLang="pt-BR" sz="4000" i="1"/>
            </a:br>
            <a:r>
              <a:rPr lang="en-US" altLang="pt-BR" sz="4000" i="1"/>
              <a:t>Que operam a cada momento,</a:t>
            </a:r>
            <a:br>
              <a:rPr lang="en-US" altLang="pt-BR" sz="4000" i="1"/>
            </a:br>
            <a:r>
              <a:rPr lang="en-US" altLang="pt-BR" sz="4000" i="1"/>
              <a:t>No meu coração, salvação!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0734309-E6D5-7D52-0F75-AB3C80B81D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Tu és o meu gozo,</a:t>
            </a:r>
            <a:br>
              <a:rPr lang="en-US" altLang="pt-BR" sz="4000" b="1" i="1"/>
            </a:br>
            <a:r>
              <a:rPr lang="en-US" altLang="pt-BR" sz="4000" b="1" i="1"/>
              <a:t>Senhor, o meu manancial de amor;</a:t>
            </a:r>
            <a:br>
              <a:rPr lang="en-US" altLang="pt-BR" sz="4000" b="1" i="1"/>
            </a:br>
            <a:r>
              <a:rPr lang="en-US" altLang="pt-BR" sz="4000" b="1" i="1"/>
              <a:t>Irei Te louvar para sempre nos céus,</a:t>
            </a:r>
            <a:br>
              <a:rPr lang="en-US" altLang="pt-BR" sz="4000" b="1" i="1"/>
            </a:br>
            <a:r>
              <a:rPr lang="en-US" altLang="pt-BR" sz="4000" b="1" i="1"/>
              <a:t>Bem perto do trono de Deus!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DFBE881-C06E-7976-7C70-5E25F2CE0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A graça de Deus recebida,</a:t>
            </a:r>
            <a:br>
              <a:rPr lang="en-US" altLang="pt-BR" sz="4000" i="1"/>
            </a:br>
            <a:r>
              <a:rPr lang="en-US" altLang="pt-BR" sz="4000" i="1"/>
              <a:t>Encheu-me de gozo, de vida,</a:t>
            </a:r>
            <a:br>
              <a:rPr lang="en-US" altLang="pt-BR" sz="4000" i="1"/>
            </a:br>
            <a:r>
              <a:rPr lang="en-US" altLang="pt-BR" sz="4000" i="1"/>
              <a:t>E sempre a mim é concedida</a:t>
            </a:r>
            <a:br>
              <a:rPr lang="en-US" altLang="pt-BR" sz="4000" i="1"/>
            </a:br>
            <a:r>
              <a:rPr lang="en-US" altLang="pt-BR" sz="4000" i="1"/>
              <a:t>Por nosso Senhor, Redentor!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9229672-8A28-042E-906E-3D1A6D873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Tu és o meu gozo,</a:t>
            </a:r>
            <a:br>
              <a:rPr lang="en-US" altLang="pt-BR" sz="4000" b="1" i="1"/>
            </a:br>
            <a:r>
              <a:rPr lang="en-US" altLang="pt-BR" sz="4000" b="1" i="1"/>
              <a:t>Senhor, o meu manancial de amor;</a:t>
            </a:r>
            <a:br>
              <a:rPr lang="en-US" altLang="pt-BR" sz="4000" b="1" i="1"/>
            </a:br>
            <a:r>
              <a:rPr lang="en-US" altLang="pt-BR" sz="4000" b="1" i="1"/>
              <a:t>Irei Te louvar para sempre nos céus,</a:t>
            </a:r>
            <a:br>
              <a:rPr lang="en-US" altLang="pt-BR" sz="4000" b="1" i="1"/>
            </a:br>
            <a:r>
              <a:rPr lang="en-US" altLang="pt-BR" sz="4000" b="1" i="1"/>
              <a:t>Bem perto do trono de Deus!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80B4597-7D18-8A7B-D8CF-AD9BEDEA25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De bênçãos oh! vem me inundando,</a:t>
            </a:r>
            <a:br>
              <a:rPr lang="en-US" altLang="pt-BR" sz="4000" i="1"/>
            </a:br>
            <a:r>
              <a:rPr lang="en-US" altLang="pt-BR" sz="4000" i="1"/>
              <a:t>O meu coração inflamando,</a:t>
            </a:r>
            <a:br>
              <a:rPr lang="en-US" altLang="pt-BR" sz="4000" i="1"/>
            </a:br>
            <a:r>
              <a:rPr lang="en-US" altLang="pt-BR" sz="4000" i="1"/>
              <a:t>Também meus pecados queimando,</a:t>
            </a:r>
            <a:br>
              <a:rPr lang="en-US" altLang="pt-BR" sz="4000" i="1"/>
            </a:br>
            <a:r>
              <a:rPr lang="en-US" altLang="pt-BR" sz="4000" i="1"/>
              <a:t>De todo meu ser, com poder.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0405BBB-0819-42F7-9CDD-5BB30D9CE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Tu és o meu gozo,</a:t>
            </a:r>
            <a:br>
              <a:rPr lang="en-US" altLang="pt-BR" sz="4000" b="1" i="1"/>
            </a:br>
            <a:r>
              <a:rPr lang="en-US" altLang="pt-BR" sz="4000" b="1" i="1"/>
              <a:t>Senhor, o meu manancial de amor;</a:t>
            </a:r>
            <a:br>
              <a:rPr lang="en-US" altLang="pt-BR" sz="4000" b="1" i="1"/>
            </a:br>
            <a:r>
              <a:rPr lang="en-US" altLang="pt-BR" sz="4000" b="1" i="1"/>
              <a:t>Irei Te louvar para sempre nos céus,</a:t>
            </a:r>
            <a:br>
              <a:rPr lang="en-US" altLang="pt-BR" sz="4000" b="1" i="1"/>
            </a:br>
            <a:r>
              <a:rPr lang="en-US" altLang="pt-BR" sz="4000" b="1" i="1"/>
              <a:t>Bem perto do trono de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285 TU ÉS O MEU GOZO </vt:lpstr>
      <vt:lpstr>Senhor, pela fé me sustento Na graça, nos Teus mandamentos, Que operam a cada momento, No meu coração, salvação!  </vt:lpstr>
      <vt:lpstr>Tu és o meu gozo, Senhor, o meu manancial de amor; Irei Te louvar para sempre nos céus, Bem perto do trono de Deus!</vt:lpstr>
      <vt:lpstr>A graça de Deus recebida, Encheu-me de gozo, de vida, E sempre a mim é concedida Por nosso Senhor, Redentor!  </vt:lpstr>
      <vt:lpstr>Tu és o meu gozo, Senhor, o meu manancial de amor; Irei Te louvar para sempre nos céus, Bem perto do trono de Deus!</vt:lpstr>
      <vt:lpstr>De bênçãos oh! vem me inundando, O meu coração inflamando, Também meus pecados queimando, De todo meu ser, com poder.</vt:lpstr>
      <vt:lpstr>Tu és o meu gozo, Senhor, o meu manancial de amor; Irei Te louvar para sempre nos céus, Bem perto do trono de Deus!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285 TU ÉS O MEU GOZO </dc:title>
  <dc:creator>Junior</dc:creator>
  <cp:lastModifiedBy>Emerson Souza</cp:lastModifiedBy>
  <cp:revision>1</cp:revision>
  <dcterms:created xsi:type="dcterms:W3CDTF">2005-12-24T11:44:34Z</dcterms:created>
  <dcterms:modified xsi:type="dcterms:W3CDTF">2026-05-02T22:00:45Z</dcterms:modified>
</cp:coreProperties>
</file>