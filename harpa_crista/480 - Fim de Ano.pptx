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B81B4-A4ED-5F30-8D52-CE04A6051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6771F9-3F9C-31F8-0678-928F5ED8D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3C3C7E-F463-E697-FAB1-1BF5D903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EF5B7-E686-3151-DBE2-B38B414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A64B7B-33DB-AF69-844C-A64E9C21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67E9F8-F770-453B-B939-4B178B9192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545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31823-AF7E-C2C2-A3D6-E72AE837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5DCEA5-4271-BB5E-6D1B-327FA8CD5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4F377C-54C3-F03B-B13D-CF328E28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33FA1B-EE0C-74F9-09D0-793A821CF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CD4CB3-B1B6-72BF-67D7-EA185845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26A315-E69E-405E-873D-C3520524BA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296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6AA32-3FC5-B71B-9215-EE5B201C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36BCAB-B1A4-DD4F-29A5-BA641ED81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21B68D-61E2-3877-523E-D8CDA499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053A49-73E8-8012-7B11-DB47655E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8B3C94-5F1C-441A-D849-0492B394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C5E7D-6FD7-4E23-89FF-10A5C47F7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128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14701-0346-4849-AF85-D341AC81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AD95D1-3C47-3BE7-E55E-D66B844E0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084EFD-F4F8-C051-5B81-8202D7577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2AD3E5-73CE-E8CB-507B-7397A6D3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A5A1BA-9EF0-64EE-3F7D-E4B07E15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86B676-438C-6AA7-AF52-0F65E582A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F94B34-5FCD-437A-BEF5-01B1EB2A02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808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FC288-0BF4-3E2D-9394-A47BE7F4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3B5C12-F7AC-A2AC-74D0-B436AA9E6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AA753E-781D-13D3-DBB8-2593C9D9E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6095DD-41F1-B712-9E3D-EA4277753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7C3C79-EE39-6483-BF96-98B2564D2F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88D5B0-3F09-423B-E683-A8C80E9B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738E51-AC7B-FBA7-D1BE-E7438E08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B5E91A6-6F5E-768A-6CE8-9865F2972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52691C-1ECA-4FCE-8420-D38139951C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160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910E0-5A84-B557-3AC6-D266AD0C3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BFE1AE-CB11-7D70-6D0A-70AB9724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5591D5-12B1-31D8-0106-015F1FBD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B07AA9-E55B-D833-23B8-A582CAD7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92E6E7-27D8-4AD0-AB49-9BDEE39224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9286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B65F3E-428B-7249-BF7C-68EEE811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C419FE2-A0CA-6C5C-2839-1935AAE7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62950A-2D54-FBAE-C7A3-D22C9CA5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D69AD1-3F02-486B-A58E-9A267D04B3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756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552AC-2E29-9CBD-8933-02139831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1AE4C7-A9F5-544B-863E-E67FBA033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318207-0AED-D630-58AC-084C0B707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C7E3E5-4EDD-428C-CCED-D9E2F69F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C40597-AE62-B585-8F3A-356C5149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39D6D6-3830-79E5-80DB-FF8ED38C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D8796-939A-47C4-BAD0-8DE2732980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94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34803-70E5-16E3-893E-EAB88E2EA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D912882-8882-2F91-EDBD-EC11F477C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755A53-E254-2104-534F-A3E6BA5F7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3C3E78-CB8E-F1BC-5A3F-52BB019A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F4B5F1-8700-97CD-BCD6-C7D4645E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005339-5AFE-B81C-E6F7-A3196496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31D372-8223-4759-AE64-C1C0E42FA1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399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EBB8E-53F5-7AF9-9C64-7F8327D5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F5E565-271D-7363-5037-E6F1CF88E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56AA84-BA25-86F6-20FE-8533C3B4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BAF281-65DC-40D7-7647-639436C9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7D68D0-0A49-F3D6-D84E-B5643C5C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1CB38-5AD5-425C-AC6F-ABE8AEC92F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720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C245EC-72C3-B756-DDFF-B118A6E66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CF059B-6A6B-FF6E-46E5-DA10EBCA6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E1AE62-2E5B-0075-2B72-3CEA662C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A81B7-408C-0F1E-60D7-89358C21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CC0CE5-CF25-7A14-3F84-94F3F759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493022-7DFE-4BBF-82FE-9CB148779B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629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FE4AB2F-550D-B661-7413-C03500760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B277E1-266D-350A-A744-15FCBD6AF3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C296AA9-3A44-69E8-42D2-271BD39705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E333F98-E3F9-E012-B7E5-80089402A2A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51B67CA-5074-10CA-F950-E35BFC3401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87BA8A2-9FC9-4885-81C5-279CDEE396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7C2EA0D-3AFF-44C7-7A5F-3D8B3E2033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480 – Fim de Ano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E2DD2D1-1A69-29D8-AA0A-62972544528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CA19C2C-F50A-7583-AE16-831F46DF6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Deus eterno, em Tua presença, Nossos séculos horas são </a:t>
            </a:r>
            <a:br>
              <a:rPr lang="en-US" altLang="pt-BR" sz="4000" i="1"/>
            </a:br>
            <a:r>
              <a:rPr lang="en-US" altLang="pt-BR" sz="4000" i="1"/>
              <a:t>E um segundo a existência </a:t>
            </a:r>
            <a:br>
              <a:rPr lang="en-US" altLang="pt-BR" sz="4000" i="1"/>
            </a:br>
            <a:r>
              <a:rPr lang="en-US" altLang="pt-BR" sz="4000" i="1"/>
              <a:t>Da humana geração; </a:t>
            </a:r>
            <a:br>
              <a:rPr lang="en-US" altLang="pt-BR" sz="4000" i="1"/>
            </a:br>
            <a:r>
              <a:rPr lang="en-US" altLang="pt-BR" sz="4000" i="1"/>
              <a:t>Mas o homem que ao Teu lado,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Pela fé quer já voar,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Neste mundo de pecado, </a:t>
            </a:r>
            <a:br>
              <a:rPr lang="en-US" altLang="pt-BR" sz="4000" i="1"/>
            </a:br>
            <a:r>
              <a:rPr lang="en-US" altLang="pt-BR" sz="4000" i="1"/>
              <a:t>Lento o tempo vê passar.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48B839E-884B-98EA-DBA2-24FBBD5A3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Outro ano há fenecido, </a:t>
            </a:r>
            <a:br>
              <a:rPr lang="en-US" altLang="pt-BR" sz="4000" i="1"/>
            </a:br>
            <a:r>
              <a:rPr lang="en-US" altLang="pt-BR" sz="4000" i="1"/>
              <a:t>Que o viver mais encurtou,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o descanso apetecido,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Algo mais se aproximou.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Graças mil por Teus favores, </a:t>
            </a:r>
            <a:br>
              <a:rPr lang="en-US" altLang="pt-BR" sz="4000" i="1"/>
            </a:br>
            <a:r>
              <a:rPr lang="en-US" altLang="pt-BR" sz="4000" i="1"/>
              <a:t>Tua Igreja, ó Deus, </a:t>
            </a:r>
            <a:br>
              <a:rPr lang="en-US" altLang="pt-BR" sz="4000" i="1"/>
            </a:br>
            <a:r>
              <a:rPr lang="en-US" altLang="pt-BR" sz="4000" i="1"/>
              <a:t>Te dá! Aleluias e louvores,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Teu poder nos susterá!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C06A28D-29E3-5167-806F-BCE121537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Tu proteges as famílias,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Visitando cada lar;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 o Senhor nos auxilia,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nos pode aqui faltar?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Onde quer que Te ame o homem,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Te sirva, andando bem,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Faze que seja o Teu nome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Exaltado sempre! Amém! Amém!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480 – Fim de Ano </vt:lpstr>
      <vt:lpstr>Deus eterno, em Tua presença, Nossos séculos horas são  E um segundo a existência  Da humana geração;  Mas o homem que ao Teu lado,  Pela fé quer já voar,  Neste mundo de pecado,  Lento o tempo vê passar.  </vt:lpstr>
      <vt:lpstr>Outro ano há fenecido,  Que o viver mais encurtou,  E o descanso apetecido,  Algo mais se aproximou.  Graças mil por Teus favores,  Tua Igreja, ó Deus,  Te dá! Aleluias e louvores,  Teu poder nos susterá!  </vt:lpstr>
      <vt:lpstr>Tu proteges as famílias,  Visitando cada lar;  Se o Senhor nos auxilia,  Que nos pode aqui faltar?  Onde quer que Te ame o homem,  E Te sirva, andando bem,  Faze que seja o Teu nome  Exaltado sempre! Amém! Amém!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480 – Fim de Ano </dc:title>
  <dc:creator>Junior</dc:creator>
  <cp:lastModifiedBy>Emerson Souza</cp:lastModifiedBy>
  <cp:revision>1</cp:revision>
  <dcterms:created xsi:type="dcterms:W3CDTF">2005-12-25T21:42:40Z</dcterms:created>
  <dcterms:modified xsi:type="dcterms:W3CDTF">2026-05-02T22:17:12Z</dcterms:modified>
</cp:coreProperties>
</file>