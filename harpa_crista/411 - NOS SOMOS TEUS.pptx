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155DB-94D2-C40C-025C-EA4114B7B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4C46C5-2773-8421-DF07-8A524FC180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CDE212-5AEC-61E3-48FB-30EF308C5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C27CF0-F6D9-453E-9445-0D900B16E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F2C2AE-57AB-092E-D125-CFDD81215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A70CC5-42C5-46BB-8AEF-EB70F62E3D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3237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3E065-21F3-251E-93D2-817677385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5DEE10-6959-F008-05B4-9C22068B3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285A8E-0CC9-FC8F-4E42-C584EECD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BC8F8C-74D1-5B9C-D12F-4E9BD91FE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91A241-5CDA-8DBA-4A70-35F72371A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0718B8-B632-45D7-AF25-D539A49E47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39822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1DA07-25DE-4BA2-DC19-B97D7DAD1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41AEF6-054E-1B93-DCA5-88C3B7302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EC7E1B-8941-7977-0052-9BBF49A0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6784FD-11C8-0416-2961-4F95ECB0F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0AB525-96E4-6E89-A503-DEA207667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55B5D8-0626-4042-ADE1-DE89E8F289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2754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5670CC-2BAA-3DC7-A039-11EC6B3B9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08654E-BC6A-F9B9-4604-5AE7123601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B360E50-1F73-BE47-A142-BEDAC668D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88D1989-D565-A8B7-D5F0-36EDFB544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17CC846-E948-906D-CF41-8268FB936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E7D139-76DF-C35E-3A7E-DF81BD6F9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A3CAB0-5FE0-4BC0-B5AB-D142DA09B5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71172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EA90A-DC51-14D6-4C44-8EBF7030F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EE1D54-41EE-8DF2-41B5-9329E5F1E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DB2F900-14FB-8CF2-EB58-77275F038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9683B1F-8519-DDCB-6AE3-5BCF647AF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9E326C0-1E91-7824-9652-1849A33272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D8A3E35-1445-510F-674A-E5BEFEF2B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626A8DF-9CF5-812C-6A8C-9F231A3FB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EBA2AEA-26C7-ED13-8EA6-6A9FC4911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8B8BB3-C8C1-4FEC-A7B3-516CDEC2895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56768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C6E13E-04F1-CF38-6BA9-37340E4D5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F3D432-5CA6-48D2-8FE3-919165EC4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01CDF22-E589-839D-61C5-905152D07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EEC482-A23A-BA7A-ACAD-6A9F1DE79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69393-4AE2-4148-8680-75C1DC71FA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9164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32DAB68-16F0-EE93-4120-62D8929D4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B5FF11F-17B1-4E79-B1C3-E6C907557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A87E753-78F9-F28D-6833-815D52565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28B4E2-9446-4C6D-80D2-180E557FF2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196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FB1A4-4713-BA2F-BD6C-3F875C7BA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FEAF34-9B3D-2F27-6FA6-A7C1DF54A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BAF8295-A7A8-C901-B49D-EF612DE1B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E44D7A-368C-89D1-A814-0AD16D1E1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E7E85D-3BF7-971B-96B1-3C0033FD4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3F61B14-09DB-F169-5FE9-12FBC5923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B3B327-7546-4EC4-885B-F027A3D3402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27106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51AA8C-92FE-1D68-8165-73A7DAF1F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063B410-8D04-B683-410C-E22ECD16E5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FB02D77-F1DA-5F5D-3BA0-8486C5C32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5856B8F-4F16-1930-ACAD-5616DF5C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9F734A-4AC1-C312-912F-8060D0952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D934B6-56B1-FA30-4C46-C06DE4B43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BEBC4F-B2F3-49AD-BFA2-5FB3ECE2D6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47243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E0B0C1-680C-5D28-D059-7AF3C535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272214C-96B3-C04F-12CD-CC9F6F49D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30CCB3-14FC-1580-F426-F802CFD6A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A5F998-FC1F-19C1-28BA-25B15849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62697A-03CA-3161-406D-A72BCD05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5632E6-AE7B-4716-8CF1-9D3ACBCFA81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40121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310260-BDB6-2A2A-8571-973276A3D7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EB4407A-FF2C-2814-27FB-BCF920ACC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698C91-AF5E-ADBA-E0B9-03976030A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3D3DA7-DE49-3387-A405-09A8E9EE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ED8F50-64DD-E3BA-E30F-F7470CA7C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0AE3AC-F946-4F83-8CB1-87B5AE6804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12033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6930474-4774-C96F-BCFB-D9092D3EE5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43839E4-CAD0-CEFC-D708-CA73DB9F47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72AEECC-3068-BF5B-6D3F-08C44BD5B33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0449406-9A76-3F45-852F-8E1EBD282B4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22F780B-F8F9-EC93-A1DB-D0D17A591A0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791F80A-8747-4498-B986-6287FD75BCC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508E361-57FD-656A-7FBA-E36854833C6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411</a:t>
            </a:r>
            <a:br>
              <a:rPr lang="pt-BR" altLang="pt-BR" sz="4400" b="1"/>
            </a:br>
            <a:r>
              <a:rPr lang="pt-BR" altLang="pt-BR" sz="4400" b="1"/>
              <a:t>NOS SOMOS TEUS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CDB2051-CF80-7329-D283-EDA1D68ED4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Filho do eterno Deus, nós somos Teus!</a:t>
            </a:r>
            <a:br>
              <a:rPr lang="pt-BR" altLang="pt-BR" sz="3600"/>
            </a:br>
            <a:r>
              <a:rPr lang="pt-BR" altLang="pt-BR" sz="3600"/>
              <a:t>Compraste-nos, Jesus, por Tua cruz,</a:t>
            </a:r>
            <a:br>
              <a:rPr lang="pt-BR" altLang="pt-BR" sz="3600"/>
            </a:br>
            <a:r>
              <a:rPr lang="pt-BR" altLang="pt-BR" sz="3600"/>
              <a:t>Rendemo-nos, Senhor, cheios de fé e amor;</a:t>
            </a:r>
            <a:br>
              <a:rPr lang="pt-BR" altLang="pt-BR" sz="3600"/>
            </a:br>
            <a:r>
              <a:rPr lang="pt-BR" altLang="pt-BR" sz="3600"/>
              <a:t>Nós somos Teus, Filho de Deus!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265D495-9F24-3748-12C0-63FCF31331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O Teu caminho, ó Deus que leva ao céu, </a:t>
            </a:r>
            <a:br>
              <a:rPr lang="pt-BR" altLang="pt-BR" sz="3600"/>
            </a:br>
            <a:r>
              <a:rPr lang="pt-BR" altLang="pt-BR" sz="3600"/>
              <a:t>Faze-nos percorrer até morrer.</a:t>
            </a:r>
            <a:br>
              <a:rPr lang="pt-BR" altLang="pt-BR" sz="3600"/>
            </a:br>
            <a:r>
              <a:rPr lang="pt-BR" altLang="pt-BR" sz="3600"/>
              <a:t>Não tem que recear todo o que nele andar; </a:t>
            </a:r>
            <a:br>
              <a:rPr lang="pt-BR" altLang="pt-BR" sz="3600"/>
            </a:br>
            <a:r>
              <a:rPr lang="pt-BR" altLang="pt-BR" sz="3600"/>
              <a:t>Tu és, Senhor, o bom Pastor.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E150AD0-F465-9C39-14DE-653DBC0157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/>
              <a:t>A quem nos quis salvar vamos louvar</a:t>
            </a:r>
            <a:br>
              <a:rPr lang="pt-BR" altLang="pt-BR" sz="3600"/>
            </a:br>
            <a:r>
              <a:rPr lang="pt-BR" altLang="pt-BR" sz="3600"/>
              <a:t>Com voz e coração, em santa união,</a:t>
            </a:r>
            <a:br>
              <a:rPr lang="pt-BR" altLang="pt-BR" sz="3600"/>
            </a:br>
            <a:r>
              <a:rPr lang="pt-BR" altLang="pt-BR" sz="3600"/>
              <a:t>Aceita, pois, Senhor, nosso veraz louvor!</a:t>
            </a:r>
            <a:br>
              <a:rPr lang="pt-BR" altLang="pt-BR" sz="3600"/>
            </a:br>
            <a:r>
              <a:rPr lang="pt-BR" altLang="pt-BR" sz="3600"/>
              <a:t>	Graças, oh! Deus, que somos Teus!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411 NOS SOMOS TEUS</vt:lpstr>
      <vt:lpstr>Filho do eterno Deus, nós somos Teus! Compraste-nos, Jesus, por Tua cruz, Rendemo-nos, Senhor, cheios de fé e amor; Nós somos Teus, Filho de Deus! </vt:lpstr>
      <vt:lpstr>O Teu caminho, ó Deus que leva ao céu,  Faze-nos percorrer até morrer. Não tem que recear todo o que nele andar;  Tu és, Senhor, o bom Pastor. </vt:lpstr>
      <vt:lpstr>A quem nos quis salvar vamos louvar Com voz e coração, em santa união, Aceita, pois, Senhor, nosso veraz louvor!  Graças, oh! Deus, que somos Teus!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411 - NOS SOMOS TEUS</dc:title>
  <dc:creator>Montagna</dc:creator>
  <cp:lastModifiedBy>Emerson Souza</cp:lastModifiedBy>
  <cp:revision>2</cp:revision>
  <dcterms:created xsi:type="dcterms:W3CDTF">2005-10-21T13:05:15Z</dcterms:created>
  <dcterms:modified xsi:type="dcterms:W3CDTF">2026-05-02T22:11:11Z</dcterms:modified>
</cp:coreProperties>
</file>