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D9B9A-BB1D-72E9-D354-2BD82FA13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8D4289-33AC-C718-509D-9AED2F11D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83D06B-A21D-5A5A-0C6A-624C49AE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A6F337-EE1D-A70E-7BA2-5064ACA9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5CC949-68B6-3AD5-22C3-C2D41A84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D49E34-A64B-4D30-BA00-480B069EE2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78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5168A-D4EA-CD36-9589-762F280C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1E42B4-9306-A33D-9C24-5655BA3B6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7EF779-0541-F080-B430-62F787710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EE33DF-BA09-B6DF-0F68-08428C59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04D6CD-7514-7783-8FBE-2B3868FCD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6D062A-4A35-4B5F-8465-1B90C440DB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81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1CE19-DF84-CDA5-59BA-BD2C91A9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F371AC-9E43-C6D5-F91C-086AA9A88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948E5-A10D-931D-49A1-B2D806A1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198F13-0A1E-7A1A-54D4-A6F13DA23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86A334-B82F-3D1C-CA74-1D323550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DCBC0-699C-49F7-B4E7-B44E5D8A74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436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92626-850F-753B-C94E-B55A6DF0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5FBB01-E649-4307-757A-1F19E7202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A0E323-6FF8-7550-7776-CDD41F136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E1B85F-F794-FC4D-875F-3620566D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5538C9-B15C-BA3D-1933-603E1001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46D6C3-B53D-D982-EB1C-642D7DB7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8EDBEF-7F33-4E44-BA59-34AD319635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954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749B4-97B8-79EE-EA87-34D853C9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FA9564-4548-3FA5-ADAB-5703E489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EE7079-EED4-BF91-2A04-673052D12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909B5D-FF7F-BF0C-22AB-1E6FF79D8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A769D2-480B-683C-AF9A-7998A7604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C19605C-5C69-18F8-0136-14C04A55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549BC61-D890-B0AA-F70F-9F709ED4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68B3777-1B47-B7E9-06F3-94528DAF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A7577A-A453-4754-98C6-30AAE64518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7184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BF310-BBF9-2EE5-A117-7B0865374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C07A84-45AF-80C3-E783-C4768EC6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FED599-D058-9AA3-9AAB-D131F31FE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F51BA3-9A9A-F274-7E2A-8A8D0620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57F912-7367-417E-BA16-6F33E13487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1513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2C4768-11A0-F6CC-DE19-01860F40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BAD80F-4BB1-7DC8-DBC8-2BF7535F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87134D-562D-17A6-426C-B4DDD688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D1372-8B46-43B5-9113-63B896C53C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637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10FFF-8008-952C-F23D-B17816E9B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842400-325F-6BF7-8F6C-9924AF8E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35BBAD-9852-3D01-A6A5-1F1CE7BC4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9B2637-0AC5-7531-8D4D-566EA27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3FC6D3-1B00-23EC-E63A-81A86BC5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3C3AD0-E0D9-4CF8-089E-A92B54C0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BD198-AF3F-401A-B7A4-649A76B375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775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4F496-5980-03F0-404F-4A9EEFF7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845C55C-A99C-7361-F623-9F5EE4B40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C21781-9395-7C6F-4296-68A079406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B44A37-7C16-7DEE-3E83-56B3DF5E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678FCE-DE4B-8A0D-95BB-C7948222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BB8FFF-39CB-5CF0-285C-2E542CE03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8D6817-2AE1-4E00-906B-1A9D4F6213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80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FBE4A-026A-B3B1-D279-1AACCABE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1D4E43-8BE2-A492-5A7B-6A5CA9AF8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08BA90-049A-2276-834A-F6CC103C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296A61-E205-C00E-F5E7-16CF7B23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17E02F-DE04-9144-C507-9A96C8F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DD191-6D82-482C-AAB7-76696BA8CF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0322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210883-FAEA-B049-C850-F9A608E08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8CA84B-033A-977E-6149-8A1B0E4CD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21ADE-D1F7-A23C-1955-97881BFF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4C85D5-AC26-1338-19D2-F6F7DCC8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2C56CF-1B53-E06F-5381-131F0867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6590E7-3EE0-4D3D-A3D3-D8860730AC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536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66EDDA-117B-879C-80A2-01128F5D6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121FCD-6DB7-F97D-00EE-F56CEFF9B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E4E2A1-C3DF-CA07-F651-C3929817D1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119DBBB-28D8-98B6-95D5-83116CC667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F4B534-8CEB-9749-DD8E-424C1C84F2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771CB35-88CD-46E1-9230-8845174D00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A2FA1DC-060A-E0A9-79EB-59EA1A9765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352 – Jesus, nossa esperança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00DCDE9-2DF9-E826-F0FB-B518B0E3BD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D2F55EB-E183-127D-028B-245B47C97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Ó Jesus, nossa esperança, </a:t>
            </a:r>
            <a:br>
              <a:rPr lang="en-US" altLang="pt-BR" sz="4000" i="1"/>
            </a:br>
            <a:r>
              <a:rPr lang="en-US" altLang="pt-BR" sz="4000" i="1"/>
              <a:t>Vide santa - nós os ramos; </a:t>
            </a:r>
            <a:br>
              <a:rPr lang="en-US" altLang="pt-BR" sz="4000" i="1"/>
            </a:br>
            <a:r>
              <a:rPr lang="en-US" altLang="pt-BR" sz="4000" i="1"/>
              <a:t>Com fervor e confiança, </a:t>
            </a:r>
            <a:br>
              <a:rPr lang="en-US" altLang="pt-BR" sz="4000" i="1"/>
            </a:br>
            <a:r>
              <a:rPr lang="en-US" altLang="pt-BR" sz="4000" i="1"/>
              <a:t>Vera graça Te rogamos, Ó Salvador.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80D02E4-3875-D66D-DAB1-5138C4631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Nossos corações contritos </a:t>
            </a:r>
            <a:br>
              <a:rPr lang="en-US" altLang="pt-BR" sz="4000" i="1"/>
            </a:br>
            <a:r>
              <a:rPr lang="en-US" altLang="pt-BR" sz="4000" i="1"/>
              <a:t>A Ti nós apresentamos. </a:t>
            </a:r>
            <a:br>
              <a:rPr lang="en-US" altLang="pt-BR" sz="4000" i="1"/>
            </a:br>
            <a:r>
              <a:rPr lang="en-US" altLang="pt-BR" sz="4000" i="1"/>
              <a:t>Vem lavá-los, Jesus Cristo. </a:t>
            </a:r>
            <a:br>
              <a:rPr lang="en-US" altLang="pt-BR" sz="4000" i="1"/>
            </a:br>
            <a:r>
              <a:rPr lang="en-US" altLang="pt-BR" sz="4000" i="1"/>
              <a:t>Com Teu sangue, suplicamos, </a:t>
            </a:r>
            <a:br>
              <a:rPr lang="en-US" altLang="pt-BR" sz="4000" i="1"/>
            </a:br>
            <a:r>
              <a:rPr lang="en-US" altLang="pt-BR" sz="4000" i="1"/>
              <a:t>Ó Salvador.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045093D-EA84-0431-9654-C810AD792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Aos que Tu tens resgatado, </a:t>
            </a:r>
            <a:br>
              <a:rPr lang="en-US" altLang="pt-BR" sz="4000" i="1"/>
            </a:br>
            <a:r>
              <a:rPr lang="en-US" altLang="pt-BR" sz="4000" i="1"/>
              <a:t>Mais e mais os purifica. </a:t>
            </a:r>
            <a:br>
              <a:rPr lang="en-US" altLang="pt-BR" sz="4000" i="1"/>
            </a:br>
            <a:r>
              <a:rPr lang="en-US" altLang="pt-BR" sz="4000" i="1"/>
              <a:t>Já que os tens pra luz chamado </a:t>
            </a:r>
            <a:br>
              <a:rPr lang="en-US" altLang="pt-BR" sz="4000" i="1"/>
            </a:br>
            <a:r>
              <a:rPr lang="en-US" altLang="pt-BR" sz="4000" i="1"/>
              <a:t>Suas almas santifica, </a:t>
            </a:r>
            <a:br>
              <a:rPr lang="en-US" altLang="pt-BR" sz="4000" i="1"/>
            </a:br>
            <a:r>
              <a:rPr lang="en-US" altLang="pt-BR" sz="4000" i="1"/>
              <a:t>Ó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352 – Jesus, nossa esperança </vt:lpstr>
      <vt:lpstr>Ó Jesus, nossa esperança,  Vide santa - nós os ramos;  Com fervor e confiança,  Vera graça Te rogamos, Ó Salvador.  </vt:lpstr>
      <vt:lpstr>Nossos corações contritos  A Ti nós apresentamos.  Vem lavá-los, Jesus Cristo.  Com Teu sangue, suplicamos,  Ó Salvador.  </vt:lpstr>
      <vt:lpstr>Aos que Tu tens resgatado,  Mais e mais os purifica.  Já que os tens pra luz chamado  Suas almas santifica,  Ó Salvador.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352 – Jesus, nossa esperança </dc:title>
  <dc:creator>Junior</dc:creator>
  <cp:lastModifiedBy>Emerson Souza</cp:lastModifiedBy>
  <cp:revision>1</cp:revision>
  <dcterms:created xsi:type="dcterms:W3CDTF">2005-12-26T21:19:31Z</dcterms:created>
  <dcterms:modified xsi:type="dcterms:W3CDTF">2026-05-02T22:06:17Z</dcterms:modified>
</cp:coreProperties>
</file>