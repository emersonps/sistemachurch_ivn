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23044-35F3-2A96-7A2B-1F92B46AB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12E6C3-DFFC-6DFD-2E05-3FCC4A510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C4EC51-890C-4201-B631-198DB05EB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562698-D773-3A2C-DC3A-A02BAD9A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EF6C58-1CC3-71C6-2FC1-A43FE036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724999-F419-4AE2-B747-5F3B6F1BA7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909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F3DA8-832A-1DAA-E8E1-4A12FDA1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2C3AC-D4C9-80E8-E00C-00116B73E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F4C71-B47E-2664-144B-EF8543966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FF6AA2-5C03-0C40-35F4-D52AAC09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6D658E-769E-E790-77F7-813A75BB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CCFB8C-0AA3-4BF6-B3BF-8140955EF0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015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BCB4DB-1408-8A77-55A0-10538FFB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2DAB2C-6555-87C7-519F-348E4FC8C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834481-DE7D-7373-FE29-EF23A5FC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8A417D-1328-99CD-1BA8-8423DDF7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E3B4E4-4169-4804-8FEC-722D92B01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AD566-A86D-4669-A944-4211A41BFF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389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3AC7A-B735-14ED-FA95-B8E77039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7D23A1-8209-AF37-2000-08BB49D99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4C7758-315E-1F1D-BCA7-4C1CEDFE9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50D50E-040C-D819-6DB1-858F87905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E2911E-C43A-EA58-3C70-109592948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1DC19A-4525-98E0-928D-4FD1BF8F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3D9A37-5725-49AB-84A4-3D8BB9F499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665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632663-46EB-A0FB-3472-80F8D3CB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8B845B-E4B5-62EB-89D9-4B46D517D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309F9D-E890-C1EE-BCF6-57A91F939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8C8E12-E173-7F2B-DF89-B59722EFC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371F6AF-6252-BF80-A10A-F3FF136F6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7F50C2F-16DE-CBA8-FB1B-84F70EF2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D1418EC-9F7D-C940-8137-F9A18163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95E40B-11D9-4386-5F34-6472CD86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DF6A42-073D-4BFB-AB36-042743991F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220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F120F-F15B-DB46-B580-0AC4D841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02817CC-A7F6-3E0B-382D-2D4ABB0F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10B84B-8338-F506-5E3B-0CCDF34D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C9F659-A526-97E3-7578-73F21AD4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193B40-FFC8-4742-A1A4-E6B5CF52FE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8296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B13565-033E-7715-D7EE-31779C50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A5206D-CF01-C247-7F79-FBCD5F6C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ACF3CC-6290-5529-2420-F50F735B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5A894-99C7-427A-8A32-C269B29806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9900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9FD8C-686A-7636-3135-105376DD4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76FC6A-0597-F2CB-124F-7BB0742B0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763FD1-807E-A20C-B2C2-2BC37DE91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A47A5A-2137-4BE1-4A8B-295CBD6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866095-CB56-41B9-C309-3D031489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978A13-EA69-69E5-945E-4D9AF72D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2FFF6-3281-4624-9E31-CE58ED9588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166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86DEE-C9EF-A2A8-962E-7B4A9E3A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62CB8B-BE3E-7D90-41EF-4EEC8A749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E34113-9450-9ACD-A358-341466EBB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031569-F3DC-2F58-BB91-6DDFBFA8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ADA271-8165-4479-A9C0-E3AD47D0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FB98BE-2CAF-4F5D-1FA7-6D47021A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63D2E-942A-497F-8E7B-749F61E9D3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2440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A6F45-CD6F-41C2-5E75-FEE415FE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9BB0C6-6500-4D63-4966-2877F9BA3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4A9766-D737-4DA2-10DC-6F060286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1A8AD5-D369-7B44-BF29-15FDE437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885712-E1A9-B478-DB83-426C6893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E362B6-EFA6-4A8D-8715-F9E629C4A8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870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224A68-39FF-7599-BCDE-0A912C765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8FFB7C-85BE-F474-34D7-6EE073983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91C456-5108-9240-AF69-6D4B5FFED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54B0D7-11C2-E78C-A38B-CD35359A5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8BB2A6-BC7D-7FB0-FB36-F4FC7845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1EF52-57CD-4C1B-BE48-FABE43DCA5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497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272631C-10A8-39F7-F5E7-A1B24936B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F704697-EB76-03FB-AC6F-11F372A43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97773B3-5D95-E3AC-E6CF-061C68EA0F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52381FA-F747-15B8-7CC6-E5E8AD562E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4752C9A-85FC-C9B0-1AA4-FBF77B606C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EA6444-D5C8-497F-B219-F2CEC7902D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6C01F7D-1222-B4A0-3CF8-911275F93A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462</a:t>
            </a:r>
            <a:br>
              <a:rPr lang="pt-BR" altLang="pt-BR" sz="4400" b="1"/>
            </a:br>
            <a:r>
              <a:rPr lang="pt-BR" altLang="pt-BR" sz="4400" b="1"/>
              <a:t>GLÓRIA AO SALVADOR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B249052-E1C6-C8D9-D2FB-B4CDF4AC7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4000"/>
              <a:t>Glória! Glória! Aleluia!</a:t>
            </a:r>
            <a:br>
              <a:rPr lang="pt-BR" altLang="pt-BR" sz="4000"/>
            </a:br>
            <a:r>
              <a:rPr lang="pt-BR" altLang="pt-BR" sz="4000"/>
              <a:t>Glória! Glória ao nosso Salvador!</a:t>
            </a:r>
            <a:br>
              <a:rPr lang="pt-BR" altLang="pt-BR" sz="4000"/>
            </a:br>
            <a:r>
              <a:rPr lang="pt-BR" altLang="pt-BR" sz="4000"/>
              <a:t>Glória a Jesus! Glória a Jesus!</a:t>
            </a:r>
            <a:br>
              <a:rPr lang="pt-BR" altLang="pt-BR" sz="4000"/>
            </a:br>
            <a:r>
              <a:rPr lang="pt-BR" altLang="pt-BR" sz="4000"/>
              <a:t>	Nosso grande Redentor.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462 GLÓRIA AO SALVADOR</vt:lpstr>
      <vt:lpstr>Glória! Glória! Aleluia! Glória! Glória ao nosso Salvador! Glória a Jesus! Glória a Jesus!  Nosso grande Redentor.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462 - GLÓRIA AO SALVADOR</dc:title>
  <dc:creator>Montagna</dc:creator>
  <cp:lastModifiedBy>Emerson Souza</cp:lastModifiedBy>
  <cp:revision>2</cp:revision>
  <dcterms:created xsi:type="dcterms:W3CDTF">2005-10-21T09:50:02Z</dcterms:created>
  <dcterms:modified xsi:type="dcterms:W3CDTF">2026-05-02T22:15:43Z</dcterms:modified>
</cp:coreProperties>
</file>