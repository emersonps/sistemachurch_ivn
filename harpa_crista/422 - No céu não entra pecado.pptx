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53F16-6AB1-99F3-AD57-D6B97DB93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6EE863-66AC-EE92-1D63-CC7777C1D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B379E7-6573-78DA-5E6D-8836B046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1F7BAA-0B94-70F8-5DF8-3AED512F8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F58D81-04A8-E3B0-5228-A1BF85D1D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66A543-CE0C-4A75-ACF3-8A28ECD786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097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45610-F771-4F17-9A88-0A51B6F72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4BDFB1-DF9D-87A3-5743-A10C3B2C8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A28DC6-2606-B523-8917-BC5375A98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A41465-5C41-376D-DD79-43840C0D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9943B9-693F-5F6F-2C8C-44B965509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F960C0-7390-47FF-A33F-2A5FF9CBBF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27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C18089-BB4D-56C4-8DB8-1C07FE04C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81DDAAB-CB5E-3922-7F8A-616D82D12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A69E4C-5367-CF0C-C883-7509E1440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C1B3B9-097D-9284-5DE6-97A15F2B5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11F37F-240F-37B7-8804-E48D4FC8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4EBCC-B868-4B54-8EFE-AAABE7903D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053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F3B5D-116D-A30F-3DFF-90C4BAE56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92EF4C-DB97-4E87-7D2E-81F9271B2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6D9BCF-CBBA-83B5-1AD6-2CE7BA136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89E2A2-4297-5507-9B54-606C5057B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05BE36-BE4C-6A32-40D7-7B5C57FD7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9C33D1-7BAA-CE21-BE80-3B395B8FA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8A3293-30C7-4D8D-BE95-6609E69930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5620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48CCE-4D7D-AF24-2980-7C327859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D0ED1B-93E2-D3B2-A25D-C8CDCF6D7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ABA936C-A2B9-7766-51BF-7CB26EC04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C8DFF4-D416-E1F4-F254-AF0E47B76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8EC7193-C881-E332-B9C2-DE013491DF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9CD779F-03F1-1211-5F26-48292271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4784D43-214C-1087-1E92-A99E4B2B4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14A3245-AFBE-7791-95F5-E4990F36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E24859-13C4-4452-B91E-BA90F399FA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9795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DE7BF-785A-66F1-0DC8-FFA618524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D04BBD-BCF5-BD82-E987-E55E357DF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5C1E34-3CA2-3940-1772-7F4B4103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067F16-F20F-BA83-FF77-257A84757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944-33D8-4A9A-87B4-4307CB642D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7946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D3621C8-4DFA-3BC1-9673-882C651E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AE4241-98B5-72B7-C1EE-58F06D1D8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6E8A53B-2753-5B84-5B2B-11A73635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60E18B-D55E-4149-8FC2-07BFC857F2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7782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8C036-4E2A-2B69-BFA6-882485D1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718E84-DF9E-A568-9A17-C759EED6F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D2E92E-712B-79A5-0DA7-5E5CCB080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C0B1B4-57DD-CE6B-44AA-925F1C43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B6FED8-4790-D4F1-9E6F-E1A51332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670D3F-1CA6-C604-F5AB-B47C257E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D94C1-4273-4AF5-9652-816E3D7DDE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842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79BFE-70D0-19B0-3BDF-F97BA803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32936EC-7813-04FD-F6C3-CEB47E3BA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9944DC-3F93-32DB-B3FB-680B898B8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14A7B3-E323-E3B9-86EB-F8D622137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A8AECF-94A6-5127-926D-34CE8F3A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DD17A18-C554-6CF5-1118-D8D416D2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C89CEF-FF60-4FBC-B2D9-8F02177016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72129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895DE-85CA-3CA2-F307-F22BFA63C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10235D-D128-E23D-5A8E-F4370E617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0C82CA-18D9-28A7-5DAA-F5046381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DAC360-DF1B-7240-BA69-BD8442F4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59E095-9BE0-82A8-792D-9FE0B150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38E5C-1783-4588-9294-366B098849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27290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4B7BA47-6663-8ACC-F2C6-6E7020B0AE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B32B58E-EF7E-C43D-A102-8E6CB5768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2EAAA2-4E02-A49C-FAB8-EE9726015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3D0B7D-C43B-47C1-3718-7BFC7CEF8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52ABDC-763C-A208-916C-2C9C8BB54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0C006-BF22-459B-B931-4293A4AAA6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82047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1DCE094-6689-08A1-DDE5-358C1EF36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D7544B-674A-1BE6-0834-A0FB63A23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BE6A708-C855-B0EF-CEA3-14D3996E73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846A4B-2015-DB99-C41C-AEC2B3085B5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0D8F839-A189-BF01-23CB-73AE0C1D13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7419352-F26D-4460-A43C-D851483E01A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352309B-6F9E-FE03-CAAC-1B2BDA6C40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000" b="1"/>
              <a:t>422</a:t>
            </a:r>
            <a:br>
              <a:rPr lang="pt-BR" altLang="pt-BR" sz="4000" b="1"/>
            </a:br>
            <a:r>
              <a:rPr lang="pt-BR" altLang="pt-BR" sz="4000" b="1"/>
              <a:t>NO CÉU NÃO ENTRA PECADO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126D494-9A3C-3C68-E2C7-71A644166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No céu não entra pecado </a:t>
            </a:r>
            <a:br>
              <a:rPr lang="pt-BR" altLang="pt-BR" sz="3200"/>
            </a:br>
            <a:r>
              <a:rPr lang="pt-BR" altLang="pt-BR" sz="3200"/>
              <a:t>Fadiga, tristeza, nem dor; </a:t>
            </a:r>
            <a:br>
              <a:rPr lang="pt-BR" altLang="pt-BR" sz="3200"/>
            </a:br>
            <a:r>
              <a:rPr lang="pt-BR" altLang="pt-BR" sz="3200"/>
              <a:t>Não há coração quebrantado, </a:t>
            </a:r>
            <a:br>
              <a:rPr lang="pt-BR" altLang="pt-BR" sz="3200"/>
            </a:br>
            <a:r>
              <a:rPr lang="pt-BR" altLang="pt-BR" sz="3200"/>
              <a:t>Pois todos são cheios de amor, </a:t>
            </a:r>
            <a:br>
              <a:rPr lang="pt-BR" altLang="pt-BR" sz="3200"/>
            </a:br>
            <a:r>
              <a:rPr lang="pt-BR" altLang="pt-BR" sz="3200"/>
              <a:t>As nuvens da vida terrestre </a:t>
            </a:r>
            <a:br>
              <a:rPr lang="pt-BR" altLang="pt-BR" sz="3200"/>
            </a:br>
            <a:r>
              <a:rPr lang="pt-BR" altLang="pt-BR" sz="3200"/>
              <a:t>Não podem a glória ofuscar </a:t>
            </a:r>
            <a:br>
              <a:rPr lang="pt-BR" altLang="pt-BR" sz="3200"/>
            </a:br>
            <a:r>
              <a:rPr lang="pt-BR" altLang="pt-BR" sz="3200"/>
              <a:t>Do reino de gozo celeste,</a:t>
            </a:r>
            <a:br>
              <a:rPr lang="pt-BR" altLang="pt-BR" sz="3200"/>
            </a:br>
            <a:r>
              <a:rPr lang="pt-BR" altLang="pt-BR" sz="3200"/>
              <a:t>Que Deus quis p'ra mim preparar!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3F68385-02D6-B4D0-A43F-BF0AFB361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 b="1" i="1"/>
              <a:t>Irei eu p'ra linda cidade,</a:t>
            </a:r>
            <a:br>
              <a:rPr lang="pt-BR" altLang="pt-BR" sz="3200" b="1" i="1"/>
            </a:br>
            <a:r>
              <a:rPr lang="pt-BR" altLang="pt-BR" sz="3200" b="1" i="1"/>
              <a:t>Jesus me dará um lugar,</a:t>
            </a:r>
            <a:br>
              <a:rPr lang="pt-BR" altLang="pt-BR" sz="3200" b="1" i="1"/>
            </a:br>
            <a:r>
              <a:rPr lang="pt-BR" altLang="pt-BR" sz="3200" b="1" i="1"/>
              <a:t>Co'os crentes de todas idades, </a:t>
            </a:r>
            <a:br>
              <a:rPr lang="pt-BR" altLang="pt-BR" sz="3200" b="1" i="1"/>
            </a:br>
            <a:r>
              <a:rPr lang="pt-BR" altLang="pt-BR" sz="3200" b="1" i="1"/>
              <a:t>A Deus hei de sempre louvar. </a:t>
            </a:r>
            <a:br>
              <a:rPr lang="pt-BR" altLang="pt-BR" sz="3200" b="1" i="1"/>
            </a:br>
            <a:r>
              <a:rPr lang="pt-BR" altLang="pt-BR" sz="3200" b="1" i="1"/>
              <a:t>Do céu tenho muitas saudades, </a:t>
            </a:r>
            <a:br>
              <a:rPr lang="pt-BR" altLang="pt-BR" sz="3200" b="1" i="1"/>
            </a:br>
            <a:r>
              <a:rPr lang="pt-BR" altLang="pt-BR" sz="3200" b="1" i="1"/>
              <a:t>Das glórias que lá hei de ver; </a:t>
            </a:r>
            <a:br>
              <a:rPr lang="pt-BR" altLang="pt-BR" sz="3200" b="1" i="1"/>
            </a:br>
            <a:r>
              <a:rPr lang="pt-BR" altLang="pt-BR" sz="3200" b="1" i="1"/>
              <a:t>Oh! Que gozo vou ter,</a:t>
            </a:r>
            <a:br>
              <a:rPr lang="pt-BR" altLang="pt-BR" sz="3200" b="1" i="1"/>
            </a:br>
            <a:r>
              <a:rPr lang="pt-BR" altLang="pt-BR" sz="3200" b="1" i="1"/>
              <a:t>Quando eu vir meu Senhor, </a:t>
            </a:r>
            <a:br>
              <a:rPr lang="pt-BR" altLang="pt-BR" sz="3200" b="1" i="1"/>
            </a:br>
            <a:r>
              <a:rPr lang="pt-BR" altLang="pt-BR" sz="3200" b="1" i="1"/>
              <a:t>Rodeado de grande esplendor!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9D8DD9C-D52B-9796-6D6A-B8EA5FE591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Pagar não é necessário</a:t>
            </a:r>
            <a:br>
              <a:rPr lang="pt-BR" altLang="pt-BR" sz="3200"/>
            </a:br>
            <a:r>
              <a:rPr lang="pt-BR" altLang="pt-BR" sz="3200"/>
              <a:t>A casa, que lá hei de ter; </a:t>
            </a:r>
            <a:br>
              <a:rPr lang="pt-BR" altLang="pt-BR" sz="3200"/>
            </a:br>
            <a:r>
              <a:rPr lang="pt-BR" altLang="pt-BR" sz="3200"/>
              <a:t>E meu eternal vestuário,</a:t>
            </a:r>
            <a:br>
              <a:rPr lang="pt-BR" altLang="pt-BR" sz="3200"/>
            </a:br>
            <a:r>
              <a:rPr lang="pt-BR" altLang="pt-BR" sz="3200"/>
              <a:t>No céu, nunca vai se romper. </a:t>
            </a:r>
            <a:br>
              <a:rPr lang="pt-BR" altLang="pt-BR" sz="3200"/>
            </a:br>
            <a:r>
              <a:rPr lang="pt-BR" altLang="pt-BR" sz="3200"/>
              <a:t>Jamais viverei em pobreza, </a:t>
            </a:r>
            <a:br>
              <a:rPr lang="pt-BR" altLang="pt-BR" sz="3200"/>
            </a:br>
            <a:r>
              <a:rPr lang="pt-BR" altLang="pt-BR" sz="3200"/>
              <a:t>Aflito no meu santo lar,</a:t>
            </a:r>
            <a:br>
              <a:rPr lang="pt-BR" altLang="pt-BR" sz="3200"/>
            </a:br>
            <a:r>
              <a:rPr lang="pt-BR" altLang="pt-BR" sz="3200"/>
              <a:t>Ali há bastante riqueza,</a:t>
            </a:r>
            <a:br>
              <a:rPr lang="pt-BR" altLang="pt-BR" sz="3200"/>
            </a:br>
            <a:r>
              <a:rPr lang="pt-BR" altLang="pt-BR" sz="3200"/>
              <a:t>Da qual poderei desfrutar.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C9DB89B-0D38-EC80-D811-B7FF74D30A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 b="1" i="1"/>
              <a:t>Irei eu p'ra linda cidade,</a:t>
            </a:r>
            <a:br>
              <a:rPr lang="pt-BR" altLang="pt-BR" sz="3200" b="1" i="1"/>
            </a:br>
            <a:r>
              <a:rPr lang="pt-BR" altLang="pt-BR" sz="3200" b="1" i="1"/>
              <a:t>Jesus me dará um lugar,</a:t>
            </a:r>
            <a:br>
              <a:rPr lang="pt-BR" altLang="pt-BR" sz="3200" b="1" i="1"/>
            </a:br>
            <a:r>
              <a:rPr lang="pt-BR" altLang="pt-BR" sz="3200" b="1" i="1"/>
              <a:t>Co'os crentes de todas idades, </a:t>
            </a:r>
            <a:br>
              <a:rPr lang="pt-BR" altLang="pt-BR" sz="3200" b="1" i="1"/>
            </a:br>
            <a:r>
              <a:rPr lang="pt-BR" altLang="pt-BR" sz="3200" b="1" i="1"/>
              <a:t>A Deus hei de sempre louvar. </a:t>
            </a:r>
            <a:br>
              <a:rPr lang="pt-BR" altLang="pt-BR" sz="3200" b="1" i="1"/>
            </a:br>
            <a:r>
              <a:rPr lang="pt-BR" altLang="pt-BR" sz="3200" b="1" i="1"/>
              <a:t>Do céu tenho muitas saudades, </a:t>
            </a:r>
            <a:br>
              <a:rPr lang="pt-BR" altLang="pt-BR" sz="3200" b="1" i="1"/>
            </a:br>
            <a:r>
              <a:rPr lang="pt-BR" altLang="pt-BR" sz="3200" b="1" i="1"/>
              <a:t>Das glórias que lá hei de ver; </a:t>
            </a:r>
            <a:br>
              <a:rPr lang="pt-BR" altLang="pt-BR" sz="3200" b="1" i="1"/>
            </a:br>
            <a:r>
              <a:rPr lang="pt-BR" altLang="pt-BR" sz="3200" b="1" i="1"/>
              <a:t>Oh! Que gozo vou ter,</a:t>
            </a:r>
            <a:br>
              <a:rPr lang="pt-BR" altLang="pt-BR" sz="3200" b="1" i="1"/>
            </a:br>
            <a:r>
              <a:rPr lang="pt-BR" altLang="pt-BR" sz="3200" b="1" i="1"/>
              <a:t>Quando eu vir meu Senhor, </a:t>
            </a:r>
            <a:br>
              <a:rPr lang="pt-BR" altLang="pt-BR" sz="3200" b="1" i="1"/>
            </a:br>
            <a:r>
              <a:rPr lang="pt-BR" altLang="pt-BR" sz="3200" b="1" i="1"/>
              <a:t>Rodeado de grande esplendor!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1C91BBE-0524-25FE-AEE7-E17CDAD18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No céu o luto é banido,</a:t>
            </a:r>
            <a:br>
              <a:rPr lang="pt-BR" altLang="pt-BR" sz="3200"/>
            </a:br>
            <a:r>
              <a:rPr lang="pt-BR" altLang="pt-BR" sz="3200"/>
              <a:t>Enterros não hão de passar; </a:t>
            </a:r>
            <a:br>
              <a:rPr lang="pt-BR" altLang="pt-BR" sz="3200"/>
            </a:br>
            <a:r>
              <a:rPr lang="pt-BR" altLang="pt-BR" sz="3200"/>
              <a:t>Sepulcros jamais são erguidos, </a:t>
            </a:r>
            <a:br>
              <a:rPr lang="pt-BR" altLang="pt-BR" sz="3200"/>
            </a:br>
            <a:r>
              <a:rPr lang="pt-BR" altLang="pt-BR" sz="3200"/>
              <a:t>Lá mortos não vou encontrar.</a:t>
            </a:r>
            <a:br>
              <a:rPr lang="pt-BR" altLang="pt-BR" sz="3200"/>
            </a:br>
            <a:r>
              <a:rPr lang="pt-BR" altLang="pt-BR" sz="3200"/>
              <a:t>Os velhos serão transformados;</a:t>
            </a:r>
            <a:br>
              <a:rPr lang="pt-BR" altLang="pt-BR" sz="3200"/>
            </a:br>
            <a:r>
              <a:rPr lang="pt-BR" altLang="pt-BR" sz="3200"/>
              <a:t>Mudados nós vamos ficar,</a:t>
            </a:r>
            <a:br>
              <a:rPr lang="pt-BR" altLang="pt-BR" sz="3200"/>
            </a:br>
            <a:r>
              <a:rPr lang="pt-BR" altLang="pt-BR" sz="3200"/>
              <a:t>Quais astros por Deus espalhados</a:t>
            </a:r>
            <a:br>
              <a:rPr lang="pt-BR" altLang="pt-BR" sz="3200"/>
            </a:br>
            <a:r>
              <a:rPr lang="pt-BR" altLang="pt-BR" sz="3200"/>
              <a:t>No céu, para sempre brilhar.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1380900-5C95-2C74-BD81-FD246C87D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3200" b="1" i="1"/>
              <a:t>Irei eu p'ra linda cidade,</a:t>
            </a:r>
            <a:br>
              <a:rPr lang="pt-BR" altLang="pt-BR" sz="3200" b="1" i="1"/>
            </a:br>
            <a:r>
              <a:rPr lang="pt-BR" altLang="pt-BR" sz="3200" b="1" i="1"/>
              <a:t>Jesus me dará um lugar,</a:t>
            </a:r>
            <a:br>
              <a:rPr lang="pt-BR" altLang="pt-BR" sz="3200" b="1" i="1"/>
            </a:br>
            <a:r>
              <a:rPr lang="pt-BR" altLang="pt-BR" sz="3200" b="1" i="1"/>
              <a:t>Co'os crentes de todas idades, </a:t>
            </a:r>
            <a:br>
              <a:rPr lang="pt-BR" altLang="pt-BR" sz="3200" b="1" i="1"/>
            </a:br>
            <a:r>
              <a:rPr lang="pt-BR" altLang="pt-BR" sz="3200" b="1" i="1"/>
              <a:t>A Deus hei de sempre louvar. </a:t>
            </a:r>
            <a:br>
              <a:rPr lang="pt-BR" altLang="pt-BR" sz="3200" b="1" i="1"/>
            </a:br>
            <a:r>
              <a:rPr lang="pt-BR" altLang="pt-BR" sz="3200" b="1" i="1"/>
              <a:t>Do céu tenho muitas saudades, </a:t>
            </a:r>
            <a:br>
              <a:rPr lang="pt-BR" altLang="pt-BR" sz="3200" b="1" i="1"/>
            </a:br>
            <a:r>
              <a:rPr lang="pt-BR" altLang="pt-BR" sz="3200" b="1" i="1"/>
              <a:t>Das glórias que lá hei de ver; </a:t>
            </a:r>
            <a:br>
              <a:rPr lang="pt-BR" altLang="pt-BR" sz="3200" b="1" i="1"/>
            </a:br>
            <a:r>
              <a:rPr lang="pt-BR" altLang="pt-BR" sz="3200" b="1" i="1"/>
              <a:t>Oh! Que gozo vou ter,</a:t>
            </a:r>
            <a:br>
              <a:rPr lang="pt-BR" altLang="pt-BR" sz="3200" b="1" i="1"/>
            </a:br>
            <a:r>
              <a:rPr lang="pt-BR" altLang="pt-BR" sz="3200" b="1" i="1"/>
              <a:t>Quando eu vir meu Senhor, </a:t>
            </a:r>
            <a:br>
              <a:rPr lang="pt-BR" altLang="pt-BR" sz="3200" b="1" i="1"/>
            </a:br>
            <a:r>
              <a:rPr lang="pt-BR" altLang="pt-BR" sz="3200" b="1" i="1"/>
              <a:t>Rodeado de grande esplendor!</a:t>
            </a:r>
            <a:endParaRPr lang="en-US" altLang="pt-BR" sz="32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422 NO CÉU NÃO ENTRA PECADO </vt:lpstr>
      <vt:lpstr>No céu não entra pecado  Fadiga, tristeza, nem dor;  Não há coração quebrantado,  Pois todos são cheios de amor,  As nuvens da vida terrestre  Não podem a glória ofuscar  Do reino de gozo celeste, Que Deus quis p'ra mim preparar! </vt:lpstr>
      <vt:lpstr>Irei eu p'ra linda cidade, Jesus me dará um lugar, Co'os crentes de todas idades,  A Deus hei de sempre louvar.  Do céu tenho muitas saudades,  Das glórias que lá hei de ver;  Oh! Que gozo vou ter, Quando eu vir meu Senhor,  Rodeado de grande esplendor!</vt:lpstr>
      <vt:lpstr>Pagar não é necessário A casa, que lá hei de ter;  E meu eternal vestuário, No céu, nunca vai se romper.  Jamais viverei em pobreza,  Aflito no meu santo lar, Ali há bastante riqueza, Da qual poderei desfrutar. </vt:lpstr>
      <vt:lpstr>Irei eu p'ra linda cidade, Jesus me dará um lugar, Co'os crentes de todas idades,  A Deus hei de sempre louvar.  Do céu tenho muitas saudades,  Das glórias que lá hei de ver;  Oh! Que gozo vou ter, Quando eu vir meu Senhor,  Rodeado de grande esplendor!</vt:lpstr>
      <vt:lpstr>No céu o luto é banido, Enterros não hão de passar;  Sepulcros jamais são erguidos,  Lá mortos não vou encontrar. Os velhos serão transformados; Mudados nós vamos ficar, Quais astros por Deus espalhados No céu, para sempre brilhar. </vt:lpstr>
      <vt:lpstr>Irei eu p'ra linda cidade, Jesus me dará um lugar, Co'os crentes de todas idades,  A Deus hei de sempre louvar.  Do céu tenho muitas saudades,  Das glórias que lá hei de ver;  Oh! Que gozo vou ter, Quando eu vir meu Senhor,  Rodeado de grande esplendor!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422 - NO CÉU NÃO ENTRA PECADO </dc:title>
  <dc:creator>Montagna</dc:creator>
  <cp:lastModifiedBy>Emerson Souza</cp:lastModifiedBy>
  <cp:revision>3</cp:revision>
  <dcterms:created xsi:type="dcterms:W3CDTF">2005-10-21T06:49:12Z</dcterms:created>
  <dcterms:modified xsi:type="dcterms:W3CDTF">2026-05-02T22:12:08Z</dcterms:modified>
</cp:coreProperties>
</file>