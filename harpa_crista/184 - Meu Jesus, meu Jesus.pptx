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9CEB9-B260-EB1E-4B4B-27D39F1B79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8289A2-6285-E0C7-AD87-D724269EE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A826CD-1CE1-E9C6-B190-DDB845102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1301BB-B59E-2A10-6A37-8644E1B78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AACB08-67F5-0274-659A-3B3893558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F984B9-5E45-4AE3-A99F-275E6E33D0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94014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71CE4-370D-3D01-CD3D-0D34CEB2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3AA6D1-653B-1CF1-B6E5-6E6C95279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2D1456-86A2-249D-3548-7154051FA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16658B-51E4-C2E2-6385-D0A87CAF8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C6E5B4-5068-72AF-88FA-827C1E714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A67C2-9F0E-469C-9A17-E045072D06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51163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B53F73-8999-2A43-B29A-33A0A8EDA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950B8D-4D0B-02C3-6F52-147248E9C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4A854F-9745-0D3D-3EBC-2381C11C7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531900-4FFE-1966-E8CA-6C6702317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289F54-EE04-ED76-8608-D6EB04F5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1C52E4-1B03-4FC5-95B5-9F7B3C7399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1310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F72414-B14B-B923-92F6-1FC405F27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5A3755-9B61-9A32-3369-1E81BE61B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C0C58B-41A4-8E84-4615-8DFBA1A5B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873327-F8D2-E897-4AAA-D257BD3A5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06791F-1E04-57CA-DE97-408E576CC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353865-0252-80FE-6EAD-4AF26E622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78D782-C254-4924-92B7-9A0CE75BB8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85324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B9D7B2-AFD9-6701-06F0-C605B42E6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B6F05B-8532-6700-638D-381CD9CFB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023B1D2-A6F2-DB65-F8D3-0505D3E82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7637473-1610-4831-7DEE-AC293DC882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9383BB8-1E1F-DCA7-7508-43A084358F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3C8573D-0738-BDDD-D215-91AF7517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5E1975A-B089-A8C7-3977-23387F33E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3FECAC-4A65-3DF1-BEFE-083ABDBA1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69CF7B-B739-46B7-923F-9190AFF195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2500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C3738-B96A-92D8-13BD-3C99F545B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98B261E-A58C-1B84-4A7A-3B24962CF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A8B4866-DB2B-470D-7018-0A3BB4551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F7D6878-6247-640E-5FD6-A46B23A98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FC0FC-703A-4586-AB9D-B4D7CD52AE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342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77701C3-94C1-6C9D-B434-B080891C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A7E2399-3CA2-EEC5-C0D8-F2B762EAB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901AF7-41AD-4E72-55C0-08FF96ED0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6F6C8E-4DBF-421C-B7BF-15683C7DB7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63705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EDB170-4156-6F0A-CEC9-451B9239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F4A867-5C2C-A6D4-1E4E-D76C949F6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4C9839-5250-A055-2743-A516D6F95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DF8EE1-962D-56D5-FB24-42D81432F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530BA4-DDA9-1DDE-2684-AE7DE868F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AF4664-F702-A447-D771-14E39B922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1BE879-9950-4E8A-B827-2D49AA3165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0294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DA5C2-9865-7046-7D8E-E01C3BF1E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B4ECB04-8AE8-2315-C8AA-F285493BF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587B9D-C631-6738-70E8-949489A50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5E42D8-163B-1749-26C3-8B4CD08C7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FCD03E-4F2E-6E4C-62A5-106968026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F717E2-4161-3854-AB6E-177A70FC3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DDFD3C-3729-4EFC-AA0A-ACD4A7366D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70333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A87AB-F3F9-B8BD-4FE2-678314370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A8B4E3-DD6D-8BB2-05FD-32509D354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BAE3F5-B9D3-68E4-9868-9B2F38DC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138A75-9869-83C5-4FBC-DCC872145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471915-F710-80EE-308C-722795FAE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7E4E2-84F2-47DA-800D-2DF9192677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11398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AD0CC4A-9310-3353-39C4-040D4AD6B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858159B-B573-DA8C-A9A7-708689112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B86E32-91C1-8E70-06A1-8ACFF0C0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FC0530-3CEE-BD4C-7EF9-244832AFC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1279E0-DCE6-167E-BA9B-39AA79623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BDA1C5-E9CB-42D8-81C8-B6B02FCBB0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61931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CD3B8DC-DECC-6E40-837A-C5C4A32FF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F7DB35C-0D41-BBAA-B259-0FF9DD2407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9D66D84-1C15-3A81-4B13-7E3E1918212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F772EFA-B6C3-7AC7-B140-DEB0A137990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B0BA5D-DE87-CB52-1B76-1F9F4865D77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DD6A164-DC00-4335-8645-F18D242E028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C16471D-2011-48E9-C151-D20C4D1A126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4000"/>
              <a:t> </a:t>
            </a:r>
            <a:r>
              <a:rPr lang="en-US" altLang="pt-BR" sz="4000" b="1" i="1"/>
              <a:t>184</a:t>
            </a:r>
            <a:br>
              <a:rPr lang="en-US" altLang="pt-BR" sz="4000" b="1" i="1"/>
            </a:br>
            <a:r>
              <a:rPr lang="en-US" altLang="pt-BR" sz="4000" b="1" i="1"/>
              <a:t>MEU JESUS! MEU JESUS!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B438769-552F-C699-2CA1-FDC5BCF81CD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296108B-203C-31FE-C828-D858A64CE2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De meu terno Salvador, </a:t>
            </a:r>
            <a:br>
              <a:rPr lang="en-US" altLang="pt-BR" sz="4000" i="1"/>
            </a:br>
            <a:r>
              <a:rPr lang="en-US" altLang="pt-BR" sz="4000" i="1"/>
              <a:t>Cantarei o imenso amor, </a:t>
            </a:r>
            <a:br>
              <a:rPr lang="en-US" altLang="pt-BR" sz="4000" i="1"/>
            </a:br>
            <a:r>
              <a:rPr lang="en-US" altLang="pt-BR" sz="4000" i="1"/>
              <a:t>Dando glória e louvor a Jesus, </a:t>
            </a:r>
            <a:br>
              <a:rPr lang="en-US" altLang="pt-BR" sz="4000" i="1"/>
            </a:br>
            <a:r>
              <a:rPr lang="en-US" altLang="pt-BR" sz="4000" i="1"/>
              <a:t>Pois das trevas me chamou, </a:t>
            </a:r>
            <a:br>
              <a:rPr lang="en-US" altLang="pt-BR" sz="4000" i="1"/>
            </a:br>
            <a:r>
              <a:rPr lang="en-US" altLang="pt-BR" sz="4000" i="1"/>
              <a:t>De cadeias me livrou, </a:t>
            </a:r>
            <a:br>
              <a:rPr lang="en-US" altLang="pt-BR" sz="4000" i="1"/>
            </a:br>
            <a:r>
              <a:rPr lang="en-US" altLang="pt-BR" sz="4000" i="1"/>
              <a:t>E da morte me salvou meu Jesus!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D3CEA3E-CDF8-C04F-D6CE-B02D05214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Meu Jesus! Meu Jesus!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precioso é o nome de Jesus!</a:t>
            </a:r>
            <a:r>
              <a:rPr lang="en-US" altLang="pt-BR" sz="4000" i="1"/>
              <a:t> </a:t>
            </a:r>
            <a:r>
              <a:rPr lang="en-US" altLang="pt-BR" sz="4000" b="1" i="1"/>
              <a:t>Com Seu sangue me limpou;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 Seu gozo me fartou;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Oh! que graça me mandou, </a:t>
            </a:r>
            <a:br>
              <a:rPr lang="en-US" altLang="pt-BR" sz="4000" b="1" i="1"/>
            </a:br>
            <a:r>
              <a:rPr lang="en-US" altLang="pt-BR" sz="4000" b="1" i="1"/>
              <a:t>Meu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4406CB2-EB74-990F-7F34-93C557295B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Oh! que triste condição </a:t>
            </a:r>
            <a:br>
              <a:rPr lang="en-US" altLang="pt-BR" sz="4000" i="1"/>
            </a:br>
            <a:r>
              <a:rPr lang="en-US" altLang="pt-BR" sz="4000" i="1"/>
              <a:t>A do ímpio coração; </a:t>
            </a:r>
            <a:br>
              <a:rPr lang="en-US" altLang="pt-BR" sz="4000" i="1"/>
            </a:br>
            <a:r>
              <a:rPr lang="en-US" altLang="pt-BR" sz="4000" i="1"/>
              <a:t>Me salvou da perdição; meu Jesus; </a:t>
            </a:r>
            <a:br>
              <a:rPr lang="en-US" altLang="pt-BR" sz="4000" i="1"/>
            </a:br>
            <a:r>
              <a:rPr lang="en-US" altLang="pt-BR" sz="4000" i="1"/>
              <a:t>Do pecado, o perdão; </a:t>
            </a:r>
            <a:br>
              <a:rPr lang="en-US" altLang="pt-BR" sz="4000" i="1"/>
            </a:br>
            <a:r>
              <a:rPr lang="en-US" altLang="pt-BR" sz="4000" i="1"/>
              <a:t>Da ruína, salvação; </a:t>
            </a:r>
            <a:br>
              <a:rPr lang="en-US" altLang="pt-BR" sz="4000" i="1"/>
            </a:br>
            <a:r>
              <a:rPr lang="en-US" altLang="pt-BR" sz="4000" i="1"/>
              <a:t>Por tristeza, galardão, meu Jesus!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92E2181-6B98-C150-23A2-40221EA4B6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Meu Jesus! Meu Jesus!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precioso é o nome de Jesus!</a:t>
            </a:r>
            <a:r>
              <a:rPr lang="en-US" altLang="pt-BR" sz="4000" i="1"/>
              <a:t> </a:t>
            </a:r>
            <a:r>
              <a:rPr lang="en-US" altLang="pt-BR" sz="4000" b="1" i="1"/>
              <a:t>Com Seu sangue me limpou;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 Seu gozo me fartou;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Oh! que graça me mandou, </a:t>
            </a:r>
            <a:br>
              <a:rPr lang="en-US" altLang="pt-BR" sz="4000" b="1" i="1"/>
            </a:br>
            <a:r>
              <a:rPr lang="en-US" altLang="pt-BR" sz="4000" b="1" i="1"/>
              <a:t>Meu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A5AEE52-9C7C-DE89-2AC6-87EF878E84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Pelo mundo a vagar. </a:t>
            </a:r>
            <a:br>
              <a:rPr lang="en-US" altLang="pt-BR" sz="4000" i="1"/>
            </a:br>
            <a:r>
              <a:rPr lang="en-US" altLang="pt-BR" sz="4000" i="1"/>
              <a:t>Solitário sem parar, </a:t>
            </a:r>
            <a:br>
              <a:rPr lang="en-US" altLang="pt-BR" sz="4000" i="1"/>
            </a:br>
            <a:r>
              <a:rPr lang="en-US" altLang="pt-BR" sz="4000" i="1"/>
              <a:t>Sem a doce paz gozar de Jesus; </a:t>
            </a:r>
            <a:br>
              <a:rPr lang="en-US" altLang="pt-BR" sz="4000" i="1"/>
            </a:br>
            <a:r>
              <a:rPr lang="en-US" altLang="pt-BR" sz="4000" i="1"/>
              <a:t>Todo pranto a sofrer, </a:t>
            </a:r>
            <a:br>
              <a:rPr lang="en-US" altLang="pt-BR" sz="4000" i="1"/>
            </a:br>
            <a:r>
              <a:rPr lang="en-US" altLang="pt-BR" sz="4000" i="1"/>
              <a:t>Hão passados, e prazer </a:t>
            </a:r>
            <a:br>
              <a:rPr lang="en-US" altLang="pt-BR" sz="4000" i="1"/>
            </a:br>
            <a:r>
              <a:rPr lang="en-US" altLang="pt-BR" sz="4000" i="1"/>
              <a:t>Já começo a receber de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A78BC8E-9826-14C0-51D1-E4ACC7D055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Meu Jesus! Meu Jesus!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precioso é o nome de Jesus!</a:t>
            </a:r>
            <a:r>
              <a:rPr lang="en-US" altLang="pt-BR" sz="4000" i="1"/>
              <a:t> </a:t>
            </a:r>
            <a:r>
              <a:rPr lang="en-US" altLang="pt-BR" sz="4000" b="1" i="1"/>
              <a:t>Com Seu sangue me limpou;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 Seu gozo me fartou;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Oh! que graça me mandou, </a:t>
            </a:r>
            <a:br>
              <a:rPr lang="en-US" altLang="pt-BR" sz="4000" b="1" i="1"/>
            </a:br>
            <a:r>
              <a:rPr lang="en-US" altLang="pt-BR" sz="4000" b="1" i="1"/>
              <a:t>Meu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64DD2A1-746A-E048-CB07-B8D9940475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Oh! que sangue remidor, </a:t>
            </a:r>
            <a:br>
              <a:rPr lang="en-US" altLang="pt-BR" sz="4000" i="1"/>
            </a:br>
            <a:r>
              <a:rPr lang="en-US" altLang="pt-BR" sz="4000" i="1"/>
              <a:t>Encontrei no Salvador, </a:t>
            </a:r>
            <a:br>
              <a:rPr lang="en-US" altLang="pt-BR" sz="4000" i="1"/>
            </a:br>
            <a:r>
              <a:rPr lang="en-US" altLang="pt-BR" sz="4000" i="1"/>
              <a:t>Sangue purificador, de Jesus! </a:t>
            </a:r>
            <a:br>
              <a:rPr lang="en-US" altLang="pt-BR" sz="4000" i="1"/>
            </a:br>
            <a:r>
              <a:rPr lang="en-US" altLang="pt-BR" sz="4000" i="1"/>
              <a:t>Dai louvores em ação </a:t>
            </a:r>
            <a:br>
              <a:rPr lang="en-US" altLang="pt-BR" sz="4000" i="1"/>
            </a:br>
            <a:r>
              <a:rPr lang="en-US" altLang="pt-BR" sz="4000" i="1"/>
              <a:t>Da bendita salvação! </a:t>
            </a:r>
            <a:br>
              <a:rPr lang="en-US" altLang="pt-BR" sz="4000" i="1"/>
            </a:br>
            <a:r>
              <a:rPr lang="en-US" altLang="pt-BR" sz="4000" i="1"/>
              <a:t>Hinos dai por gratidão a Jesus!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08C5D3D-1B51-F07B-55DF-F6CD2E60E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Meu Jesus! Meu Jesus!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precioso é o nome de Jesus!</a:t>
            </a:r>
            <a:r>
              <a:rPr lang="en-US" altLang="pt-BR" sz="4000" i="1"/>
              <a:t> </a:t>
            </a:r>
            <a:r>
              <a:rPr lang="en-US" altLang="pt-BR" sz="4000" b="1" i="1"/>
              <a:t>Com Seu sangue me limpou;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 Seu gozo me fartou;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Oh! que graça me mandou, </a:t>
            </a:r>
            <a:br>
              <a:rPr lang="en-US" altLang="pt-BR" sz="4000" b="1" i="1"/>
            </a:br>
            <a:r>
              <a:rPr lang="en-US" altLang="pt-BR" sz="4000" b="1" i="1"/>
              <a:t>Meu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 184 MEU JESUS! MEU JESUS! </vt:lpstr>
      <vt:lpstr>De meu terno Salvador,  Cantarei o imenso amor,  Dando glória e louvor a Jesus,  Pois das trevas me chamou,  De cadeias me livrou,  E da morte me salvou meu Jesus! </vt:lpstr>
      <vt:lpstr>Meu Jesus! Meu Jesus!  Que precioso é o nome de Jesus! Com Seu sangue me limpou;  De Seu gozo me fartou;  Oh! que graça me mandou,  Meu Jesus. </vt:lpstr>
      <vt:lpstr>Oh! que triste condição  A do ímpio coração;  Me salvou da perdição; meu Jesus;  Do pecado, o perdão;  Da ruína, salvação;  Por tristeza, galardão, meu Jesus! </vt:lpstr>
      <vt:lpstr>Meu Jesus! Meu Jesus!  Que precioso é o nome de Jesus! Com Seu sangue me limpou;  De Seu gozo me fartou;  Oh! que graça me mandou,  Meu Jesus. </vt:lpstr>
      <vt:lpstr>Pelo mundo a vagar.  Solitário sem parar,  Sem a doce paz gozar de Jesus;  Todo pranto a sofrer,  Hão passados, e prazer  Já começo a receber de Jesus. </vt:lpstr>
      <vt:lpstr>Meu Jesus! Meu Jesus!  Que precioso é o nome de Jesus! Com Seu sangue me limpou;  De Seu gozo me fartou;  Oh! que graça me mandou,  Meu Jesus. </vt:lpstr>
      <vt:lpstr>Oh! que sangue remidor,  Encontrei no Salvador,  Sangue purificador, de Jesus!  Dai louvores em ação  Da bendita salvação!  Hinos dai por gratidão a Jesus! </vt:lpstr>
      <vt:lpstr>Meu Jesus! Meu Jesus!  Que precioso é o nome de Jesus! Com Seu sangue me limpou;  De Seu gozo me fartou;  Oh! que graça me mandou,  Meu Jesus.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184 MEU JESUS! MEU JESUS! </dc:title>
  <dc:creator>Junior</dc:creator>
  <cp:lastModifiedBy>Emerson Souza</cp:lastModifiedBy>
  <cp:revision>1</cp:revision>
  <dcterms:created xsi:type="dcterms:W3CDTF">2005-12-23T16:56:02Z</dcterms:created>
  <dcterms:modified xsi:type="dcterms:W3CDTF">2026-05-02T21:52:10Z</dcterms:modified>
</cp:coreProperties>
</file>