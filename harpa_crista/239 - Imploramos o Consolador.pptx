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BC996-D297-6742-E883-C7FF755AB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2A60CD-FB12-FE45-EC10-B3A6BB097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CFA4F-0FAD-954A-E9BC-A517F24EB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44C00B-35EE-74B6-48F6-F5562183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85A0D-7A23-ACA0-6BD2-DBD69BD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6F293-89B5-44DF-9AB5-343F0D37E4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82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13D64-B3D4-66EC-B061-FCFB9108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65DCDD-1BC2-1B11-34F2-A6F9425EC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917BB-8AC0-4AE1-3DD8-C689F8E1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AFD17-4935-4922-B2D5-61AB161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D24DD-1763-4CCF-6AA0-27945CEC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094903-78E4-478D-96FB-8B6CE7C694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413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B53C5-6471-776A-3D07-5FAB3683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B70AB5-75C6-9D88-EACD-E7F6E0961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071DF8-9B84-1FA4-B128-1504280C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42A99F-620C-A436-E727-9C28FBD4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E8A67D-A11E-D406-0506-50DA98BC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37482-1AD1-4798-A8FE-16093FC852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426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428CE-81F6-F42B-E3F8-94C368DD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6D1F8F-B2BF-7E92-E52B-94D89B11A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53957C-340A-B4E8-741C-B45CC39C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9A704F-923A-5102-773F-14F8361F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667DC9-3470-1A95-176B-66297397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1F73EA-052E-541D-F6BA-731DAE54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BFC48-2F3E-4678-BFE1-09786AA7DF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110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61217-14BA-1A2E-D20F-04CE5E2A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D74938-90FF-254F-0A1A-4BB23CEAF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2DD060-28A9-0F09-B4BE-B37ECC303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C0EACDD-7B62-C463-7CF7-0DB864D8A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2C2D50-435C-FFA1-89A9-732803441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3FF8D5-6AB8-3D47-046B-86EF6035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F7266B-0784-C3D5-2C77-BBA70C22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FB985F-DFA6-EC93-0A05-FABD92EA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4BBBE-876C-4CC5-A3D8-8EF35631E6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652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B8A1F-7381-5889-429F-FEF1A363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4F2319-531D-E2AD-4458-BF502555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B3DEB8-8B5A-9762-87D0-E5046AD0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0DD13E-84F2-23C7-9956-CE271628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076DB-A4B4-42DC-A30E-3EAC9D6070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710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CA7FAA-B9C3-B49D-ED66-47F21663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33307B-1C6F-0A87-9BDD-2AD6ACB1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DACF9B-44EE-7631-0D43-973FDA7A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13642-0F83-470F-84F0-91BDDB6DA3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573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C53B6-76DC-75AF-457E-C86297D3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5299B-DDAF-3E2B-CD88-FF46BB7BB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09A7B1-1DD6-EAB2-3165-CA82F638F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EB7AFF-B0C0-46FE-D490-3DED33A2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3DE767-F12B-AB8B-98D3-C509CE36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D805CA-8195-6A4C-616C-83747471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BFEF8-749A-4104-A7C4-4A2D7BF2EB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427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FBD8D-2AF4-69CF-6E65-B963BAB6A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115D86E-8B24-6FAA-080D-7B9232E35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5B0996-64DF-1E9E-E5E6-4BEAD48D1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497C21-48AC-9846-86D8-A403EF8E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951CCE-DB74-A971-DA64-5FCBA534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1F891C-4415-19CC-4B75-817C32C9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0455F5-EF45-4E3D-B0B7-86E819D4FE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085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D7EAB-4E1E-E81A-6A36-673BFCEF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0EA180-0AFA-E713-1AA9-0805294C5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6B11DC-BDD1-7EA0-358D-31E9BAC2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DCAD25-4873-F1E6-8FAB-5A9728BD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88D9D6-DB5E-51DD-432E-5044D8AA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6FB12A-8B25-48F2-B1E8-F46B3D59D0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401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0C5FBD-8EC2-1E4E-2B00-70FF6117E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EE9082-A1D9-B465-2D68-AD0C7523E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D97C4E-2F04-7601-F38D-9223591A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1A4F9-8DA6-50E2-100B-96D44E5D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10665-9318-4C8A-575D-AD12A5B6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CC1436-9946-4E09-ADC6-4609E30693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854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BEFACA-37F3-9D7D-55D5-DDADFAF0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2E7A784-DE46-4A85-3FA6-ECD0CEBE8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1129C3-7E29-D1D9-6932-DF2C885413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D21671-58F8-079B-90FB-6C25541939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C040E4-8A48-A7E2-2A18-3DCE2507BD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C97062-B525-48E2-BF08-40456FE237F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758EF0-C170-C439-C494-1812D5086A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239</a:t>
            </a:r>
            <a:br>
              <a:rPr lang="en-US" altLang="pt-BR" sz="4000" b="1"/>
            </a:br>
            <a:r>
              <a:rPr lang="en-US" altLang="pt-BR" sz="4000" b="1"/>
              <a:t>IMPLORAMOS O CONSOLADOR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030545F-5D9E-51C9-D5C0-C87818B4B0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AC257BC-9C99-D4BD-14C2-A2B272443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Vem á Senhor, e completa </a:t>
            </a:r>
            <a:br>
              <a:rPr lang="en-US" altLang="pt-BR" sz="4000" i="1"/>
            </a:br>
            <a:r>
              <a:rPr lang="en-US" altLang="pt-BR" sz="4000" i="1"/>
              <a:t>A obra Tua em mim: </a:t>
            </a:r>
            <a:br>
              <a:rPr lang="en-US" altLang="pt-BR" sz="4000" i="1"/>
            </a:br>
            <a:r>
              <a:rPr lang="en-US" altLang="pt-BR" sz="4000" i="1"/>
              <a:t>Torna a minha alma dileta, </a:t>
            </a:r>
            <a:br>
              <a:rPr lang="en-US" altLang="pt-BR" sz="4000" i="1"/>
            </a:br>
            <a:r>
              <a:rPr lang="en-US" altLang="pt-BR" sz="4000" i="1"/>
              <a:t>Enchendo-me de Ti.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49AADAF-8538-FB45-CE7E-78AF7C81D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Ó manda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Te implora,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meu amado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14F2CDA-3841-933B-1871-97A4F46A8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Há tanto tempo Te espero. </a:t>
            </a:r>
            <a:br>
              <a:rPr lang="en-US" altLang="pt-BR" sz="4000" i="1"/>
            </a:br>
            <a:r>
              <a:rPr lang="en-US" altLang="pt-BR" sz="4000" i="1"/>
              <a:t>Ó caro Salvador, </a:t>
            </a:r>
            <a:br>
              <a:rPr lang="en-US" altLang="pt-BR" sz="4000" i="1"/>
            </a:br>
            <a:r>
              <a:rPr lang="en-US" altLang="pt-BR" sz="4000" i="1"/>
              <a:t>Mas hoje mesmo eu quero </a:t>
            </a:r>
            <a:br>
              <a:rPr lang="en-US" altLang="pt-BR" sz="4000" i="1"/>
            </a:br>
            <a:r>
              <a:rPr lang="en-US" altLang="pt-BR" sz="4000" i="1"/>
              <a:t>O bom Consolador.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D48298A-ED3E-EFA1-0361-23AA0B544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Ó manda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Te implora,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meu amado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39DC9C8-277A-8AC7-6EDB-AE7C62800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Tens me tirado pra fora </a:t>
            </a:r>
            <a:br>
              <a:rPr lang="en-US" altLang="pt-BR" sz="4000" i="1"/>
            </a:br>
            <a:r>
              <a:rPr lang="en-US" altLang="pt-BR" sz="4000" i="1"/>
              <a:t>Do mundo sedutor; </a:t>
            </a:r>
            <a:br>
              <a:rPr lang="en-US" altLang="pt-BR" sz="4000" i="1"/>
            </a:br>
            <a:r>
              <a:rPr lang="en-US" altLang="pt-BR" sz="4000" i="1"/>
              <a:t>Ó vem selar-me agora </a:t>
            </a:r>
            <a:br>
              <a:rPr lang="en-US" altLang="pt-BR" sz="4000" i="1"/>
            </a:br>
            <a:r>
              <a:rPr lang="en-US" altLang="pt-BR" sz="4000" i="1"/>
              <a:t>Glorioso Redentor.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3E42171-E809-29E5-FD66-21BCCC569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Ó manda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Te implora,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meu amado Senhor!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D0B93D9-DF57-8A56-6444-D26658167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A Ti pertence a glória, </a:t>
            </a:r>
            <a:br>
              <a:rPr lang="en-US" altLang="pt-BR" sz="4000" i="1"/>
            </a:br>
            <a:r>
              <a:rPr lang="en-US" altLang="pt-BR" sz="4000" i="1"/>
              <a:t>Benigno Salvador; </a:t>
            </a:r>
            <a:br>
              <a:rPr lang="en-US" altLang="pt-BR" sz="4000" i="1"/>
            </a:br>
            <a:r>
              <a:rPr lang="en-US" altLang="pt-BR" sz="4000" i="1"/>
              <a:t>Sempre me dás a vitória, </a:t>
            </a:r>
            <a:br>
              <a:rPr lang="en-US" altLang="pt-BR" sz="4000" i="1"/>
            </a:br>
            <a:r>
              <a:rPr lang="en-US" altLang="pt-BR" sz="4000" i="1"/>
              <a:t>Por Teu imenso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2664ECD-10CB-0420-C798-801FD668C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Ó manda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bom Consolador;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Te implora,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meu amado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239 IMPLORAMOS O CONSOLADOR </vt:lpstr>
      <vt:lpstr>Vem á Senhor, e completa  A obra Tua em mim:  Torna a minha alma dileta,  Enchendo-me de Ti.  </vt:lpstr>
      <vt:lpstr>Ó manda agora,  O bom Consolador;  Minh’alma Te implora,  O meu amado Senhor!</vt:lpstr>
      <vt:lpstr>Há tanto tempo Te espero.  Ó caro Salvador,  Mas hoje mesmo eu quero  O bom Consolador.  </vt:lpstr>
      <vt:lpstr>Ó manda agora,  O bom Consolador;  Minh’alma Te implora,  O meu amado Senhor!</vt:lpstr>
      <vt:lpstr>Tens me tirado pra fora  Do mundo sedutor;  Ó vem selar-me agora  Glorioso Redentor.</vt:lpstr>
      <vt:lpstr>Ó manda agora,  O bom Consolador;  Minh’alma Te implora,  O meu amado Senhor!</vt:lpstr>
      <vt:lpstr>A Ti pertence a glória,  Benigno Salvador;  Sempre me dás a vitória,  Por Teu imenso amor. </vt:lpstr>
      <vt:lpstr>Ó manda agora,  O bom Consolador;  Minh’alma Te implora,  O meu amado Senhor!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239 IMPLORAMOS O CONSOLADOR </dc:title>
  <dc:creator>Junior</dc:creator>
  <cp:lastModifiedBy>Emerson Souza</cp:lastModifiedBy>
  <cp:revision>1</cp:revision>
  <dcterms:created xsi:type="dcterms:W3CDTF">2005-12-23T23:39:54Z</dcterms:created>
  <dcterms:modified xsi:type="dcterms:W3CDTF">2026-05-02T21:56:49Z</dcterms:modified>
</cp:coreProperties>
</file>