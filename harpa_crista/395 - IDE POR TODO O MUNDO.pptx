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EDA068-664C-9BBC-E8AA-4895AA8C1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59479C-9D40-EA80-D757-ED9F5FF56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EB1D34-E5C6-5473-AD17-D8EA9FBD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9847FB-901C-8AB5-3589-D555F584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D44A1D-A412-09AF-B2A7-75D213F5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FCB62A-3895-49F1-B0B3-6C8B6AFA7A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95466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7191F-D64F-729E-0523-F9BCD3136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09F3C6-0A07-A974-49AF-C1FD3301A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B78F24-5E8A-8FD2-1E0A-9A6F2C2C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BE6B7A-57EB-9509-3D07-D8A5E03CA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464ECC-AF96-5C9F-FC16-ECD1FFA2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57A982-58EC-468B-ADC7-1ECC42CBE4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9034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28947-DCF3-AF47-59C0-B6DD96534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B49639-7F25-4B67-9CA2-78213A5F5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A30233-35D8-836B-89F1-C2421C80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A60F44-BA46-4D18-CB19-3BEAF3B48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2893A9-5532-3875-879D-8AF3A5F7A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2B63AC-7D36-4A4B-8AB4-647A87E30D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4628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BF8C7-DEF8-1000-4EAE-B913D509F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EF8276-12EC-564F-A0E3-736D7457A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1C0A70A-371A-13BA-ABCD-268C78029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ADAE16A-F1FB-1046-C6A7-A9CFC2287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28C6A4B-4659-4AE1-6DC3-1CB1A9AA5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6330CF9-8733-76B0-DAB8-117AFE98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FB72B-E3A1-4F3F-A836-1C8242E75A0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44899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76D8AB-114F-0C56-39DA-E2F30FBC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6AD77A-C368-B0B1-5501-4BA69FFF5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901995-5C15-1D49-2847-76285A1EA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7F8C501-4F19-9939-0D95-8465BCD14F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376F15A-721E-4A1F-811D-768C2DA05C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61455A1-04D4-BC9C-96DD-6AA390CA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BC2AA7-6A0B-8487-B279-46DFC0F79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63A2F78-EB35-796E-96F8-5302C2052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AA9F5E-9FAA-48A9-BEA1-4C3EB849EC1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4377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729FF-23A8-51D9-3EFB-4F2131C39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A964A60-96A7-A4E8-A55D-4C68671CE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FC631D-371A-AA94-6F42-58D9D789A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049E614-D56E-2594-829D-858C3632F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FFDB73-0D86-4E9A-8544-7FA495752FB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6967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090A99A-9CCC-BB3D-578E-F4BCC3BF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83CBC0F-F4FA-1348-10D7-B4E22079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029B3B2-2BE6-18F3-CD89-8C473E8C4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02CEC-064B-467F-B2EA-C07BF7C145E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6471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54556F-B466-1603-48AF-EF0997410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63FF09-1B81-59F1-2560-11A9D1CF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07C825-D2AB-A16C-6DDE-B122936431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E09079-EFFE-97BA-D653-B659FC8B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9A6A44-8D02-A57F-1DA6-0350F273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C9C14C5-4F9C-E861-BC17-31BA0C9B1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BA35B3-1235-4F33-B842-98FF4C0F574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07309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4F87F-671E-41DF-7F5C-93F154395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90B5E7E-470E-D7C9-BE2B-780809DD8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2AFF4E5-531A-B466-155F-4698B8824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C2B5155-16C5-5AA9-3AC4-0BF3BCF70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362E0F1-3F89-B85D-5037-DF5DA729C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51AE916-DE7E-5106-C730-143A8D476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7D5FB3-EA8D-4B06-ADD1-7541DB3E2AF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99706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DD2D3-42E3-742E-DDD2-D8F66BBD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E866522-1043-6A4C-675E-60827D89D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A41E526-7E77-60BF-10DB-AD9A83CA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6CECA6-A351-1E85-A012-5EAF9579C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5ED090-1614-CC5B-968B-F6D95970B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E5D06-0C29-4D12-9449-662C22EB472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4452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7342325-5EE3-D22A-512C-E39252A11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400517A-08D5-B3AF-943D-C66F5ACF9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177C5F-2C1C-B8C2-9173-4734875C0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4C9A9C-C6A0-6E29-17BE-91B06759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5818FC-C9C7-1970-F272-4333EE68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8C966-92D9-4F5B-915E-1B5D58C2B6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08178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074FD10-0E97-E9E8-6504-D7115530F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C84A247-C199-7A11-7543-B5C44462B8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494A34D-1DA1-8632-DB8E-E90074A93D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E971AC4-E89F-16AB-7A9D-F0B616C758B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B3706F0-BDBA-D5EA-A075-A3E0E25CB06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4AA2A45-2BD7-4E79-AD60-8B90965F4035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8097EB4-32B8-A3EF-E56D-0EDA688DF29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395</a:t>
            </a:r>
            <a:br>
              <a:rPr lang="pt-BR" altLang="pt-BR" sz="4400" b="1"/>
            </a:br>
            <a:r>
              <a:rPr lang="pt-BR" altLang="pt-BR" sz="4400" b="1"/>
              <a:t>IDE POR TODO O MUNDO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9CEA968-DA6F-963A-86EE-B120669192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600"/>
              <a:t>Ide por todo o mundo e dizei: </a:t>
            </a:r>
            <a:br>
              <a:rPr lang="pt-BR" altLang="pt-BR" sz="3600"/>
            </a:br>
            <a:r>
              <a:rPr lang="pt-BR" altLang="pt-BR" sz="3600"/>
              <a:t>"E-Me dado todo o poder";</a:t>
            </a:r>
            <a:br>
              <a:rPr lang="pt-BR" altLang="pt-BR" sz="3600"/>
            </a:br>
            <a:r>
              <a:rPr lang="pt-BR" altLang="pt-BR" sz="3600"/>
              <a:t>Ide, anunciai que já ressuscitei, </a:t>
            </a:r>
            <a:br>
              <a:rPr lang="pt-BR" altLang="pt-BR" sz="3600"/>
            </a:br>
            <a:r>
              <a:rPr lang="pt-BR" altLang="pt-BR" sz="3600"/>
              <a:t>P'ra dar vida a todo o que crer.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3478EFD-883F-60E7-46E7-73BA93BEF2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Confiando, irei onde me mandar; </a:t>
            </a:r>
            <a:br>
              <a:rPr lang="pt-BR" altLang="pt-BR" sz="3600" b="1" i="1"/>
            </a:br>
            <a:r>
              <a:rPr lang="pt-BR" altLang="pt-BR" sz="3600" b="1" i="1"/>
              <a:t>Pela terra, pelo mar também .</a:t>
            </a:r>
            <a:br>
              <a:rPr lang="pt-BR" altLang="pt-BR" sz="3600" b="1" i="1"/>
            </a:br>
            <a:r>
              <a:rPr lang="pt-BR" altLang="pt-BR" sz="3600" b="1" i="1"/>
              <a:t>Eis que estou convosco para vos guardar,</a:t>
            </a:r>
            <a:br>
              <a:rPr lang="pt-BR" altLang="pt-BR" sz="3600" b="1" i="1"/>
            </a:br>
            <a:r>
              <a:rPr lang="pt-BR" altLang="pt-BR" sz="3600" b="1" i="1"/>
              <a:t>Por todos os séculos. Amém.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175F2D7-9299-51E0-034D-2F2744B8DA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Ide e ensinai todas as nações; </a:t>
            </a:r>
            <a:br>
              <a:rPr lang="pt-BR" altLang="pt-BR" sz="3600"/>
            </a:br>
            <a:r>
              <a:rPr lang="pt-BR" altLang="pt-BR" sz="3600"/>
              <a:t>Publicai a salvação e paz;</a:t>
            </a:r>
            <a:br>
              <a:rPr lang="pt-BR" altLang="pt-BR" sz="3600"/>
            </a:br>
            <a:r>
              <a:rPr lang="pt-BR" altLang="pt-BR" sz="3600"/>
              <a:t>Cristo já venceu a morte e seus grilhões,</a:t>
            </a:r>
            <a:br>
              <a:rPr lang="pt-BR" altLang="pt-BR" sz="3600"/>
            </a:br>
            <a:r>
              <a:rPr lang="pt-BR" altLang="pt-BR" sz="3600"/>
              <a:t>Liberdade agora, a todos traz.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DD6CA6E-E203-8E30-F8BC-9FF405411C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Confiando, irei onde me mandar; </a:t>
            </a:r>
            <a:br>
              <a:rPr lang="pt-BR" altLang="pt-BR" sz="3600" b="1" i="1"/>
            </a:br>
            <a:r>
              <a:rPr lang="pt-BR" altLang="pt-BR" sz="3600" b="1" i="1"/>
              <a:t>Pela terra, pelo mar também .</a:t>
            </a:r>
            <a:br>
              <a:rPr lang="pt-BR" altLang="pt-BR" sz="3600" b="1" i="1"/>
            </a:br>
            <a:r>
              <a:rPr lang="pt-BR" altLang="pt-BR" sz="3600" b="1" i="1"/>
              <a:t>Eis que estou convosco para vos guardar,</a:t>
            </a:r>
            <a:br>
              <a:rPr lang="pt-BR" altLang="pt-BR" sz="3600" b="1" i="1"/>
            </a:br>
            <a:r>
              <a:rPr lang="pt-BR" altLang="pt-BR" sz="3600" b="1" i="1"/>
              <a:t>Por todos os séculos. Amém.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24E3C44-E665-7D0C-48A8-C6D40D76DB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/>
              <a:t>Da salvação a porta aberta está; </a:t>
            </a:r>
            <a:br>
              <a:rPr lang="pt-BR" altLang="pt-BR" sz="3600"/>
            </a:br>
            <a:r>
              <a:rPr lang="pt-BR" altLang="pt-BR" sz="3600"/>
              <a:t>Quem por ela hoje quer entrar?</a:t>
            </a:r>
            <a:br>
              <a:rPr lang="pt-BR" altLang="pt-BR" sz="3600"/>
            </a:br>
            <a:r>
              <a:rPr lang="pt-BR" altLang="pt-BR" sz="3600"/>
              <a:t>E Jesus quem oferece e quem dá </a:t>
            </a:r>
            <a:br>
              <a:rPr lang="pt-BR" altLang="pt-BR" sz="3600"/>
            </a:br>
            <a:r>
              <a:rPr lang="pt-BR" altLang="pt-BR" sz="3600"/>
              <a:t>Livre entrada no celeste lar.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6863FFD-D596-0254-F879-9E64A3F12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600" b="1" i="1"/>
              <a:t>Confiando, irei onde me mandar; </a:t>
            </a:r>
            <a:br>
              <a:rPr lang="pt-BR" altLang="pt-BR" sz="3600" b="1" i="1"/>
            </a:br>
            <a:r>
              <a:rPr lang="pt-BR" altLang="pt-BR" sz="3600" b="1" i="1"/>
              <a:t>Pela terra, pelo mar também .</a:t>
            </a:r>
            <a:br>
              <a:rPr lang="pt-BR" altLang="pt-BR" sz="3600" b="1" i="1"/>
            </a:br>
            <a:r>
              <a:rPr lang="pt-BR" altLang="pt-BR" sz="3600" b="1" i="1"/>
              <a:t>Eis que estou convosco para vos guardar,</a:t>
            </a:r>
            <a:br>
              <a:rPr lang="pt-BR" altLang="pt-BR" sz="3600" b="1" i="1"/>
            </a:br>
            <a:r>
              <a:rPr lang="pt-BR" altLang="pt-BR" sz="3600" b="1" i="1"/>
              <a:t>Por todos os séculos. Amém.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395 IDE POR TODO O MUNDO</vt:lpstr>
      <vt:lpstr>Ide por todo o mundo e dizei:  "E-Me dado todo o poder"; Ide, anunciai que já ressuscitei,  P'ra dar vida a todo o que crer. </vt:lpstr>
      <vt:lpstr>Confiando, irei onde me mandar;  Pela terra, pelo mar também . Eis que estou convosco para vos guardar, Por todos os séculos. Amém.</vt:lpstr>
      <vt:lpstr>Ide e ensinai todas as nações;  Publicai a salvação e paz; Cristo já venceu a morte e seus grilhões, Liberdade agora, a todos traz. </vt:lpstr>
      <vt:lpstr>Confiando, irei onde me mandar;  Pela terra, pelo mar também . Eis que estou convosco para vos guardar, Por todos os séculos. Amém.</vt:lpstr>
      <vt:lpstr>Da salvação a porta aberta está;  Quem por ela hoje quer entrar? E Jesus quem oferece e quem dá  Livre entrada no celeste lar. </vt:lpstr>
      <vt:lpstr>Confiando, irei onde me mandar;  Pela terra, pelo mar também . Eis que estou convosco para vos guardar, Por todos os séculos. Amém.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395 - IDE POR TODO O MUNDO</dc:title>
  <dc:creator>Montagna</dc:creator>
  <cp:lastModifiedBy>Emerson Souza</cp:lastModifiedBy>
  <cp:revision>2</cp:revision>
  <dcterms:created xsi:type="dcterms:W3CDTF">2005-10-21T05:45:57Z</dcterms:created>
  <dcterms:modified xsi:type="dcterms:W3CDTF">2026-05-02T22:09:52Z</dcterms:modified>
</cp:coreProperties>
</file>