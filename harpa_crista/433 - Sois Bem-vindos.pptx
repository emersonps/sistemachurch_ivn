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66" d="100"/>
          <a:sy n="66" d="100"/>
        </p:scale>
        <p:origin x="-5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49449C-DDAC-8E08-2897-596FCA51B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C26ECA-2F39-8254-C95B-BE4FFA997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9A6202-6D4A-536E-A615-5260D077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0A1885-D6D1-435E-C5FC-56F80089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B3BE43-F980-D7AB-FCB6-265E0C98B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7BEA70-352F-4BA7-B95E-DCE255014F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0287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941642-1786-AAA6-3997-C71EFCC8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BD6D50-DEF0-CAED-7198-A1D67DB9F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9020B9-4659-BD84-ADE4-08C4D5F36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6279A2-4933-C0E4-8837-2052AC84D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D582D-2950-0907-F58D-32A1C97F5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FCC7C3-1586-434C-9B96-4D820026E0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423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6CE5F-DDA6-7700-171B-75B4BC29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D0D33E-1FDF-F82A-0A51-6A27B9FB4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752099-20D7-6756-EAF4-A702300C2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560DD-4F57-4E8E-9247-B6D7DDF7D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425632-6CA3-5A4A-D7F6-6CCD5467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9AD64F-7066-4F17-BB6B-E8DA8C22D7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71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62F6C-1E88-CD3D-FDC0-4B92CA63A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2841E7-A0B4-2211-71E2-4DE16E99B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7FB09C-36B9-777E-D892-2FCFF9EA3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2C7BF0-1430-CC91-3438-77F608CB2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2DA735-F43D-0D72-D00B-CF13B758C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5D51D4-872C-7197-2DA3-76FEF0B7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6C493-14FD-42AE-A7AA-1BF5E5CD56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4631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DE407-782A-BF84-699A-0C62FC9A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358D4A-3E38-4E26-9662-772AF2AFE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F6D40E-342D-4071-83FC-CCA27780C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02AF8C-1BB5-A941-B443-861A92DFE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CCC52D-3B0B-5EBE-679D-1B37B1F415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7F3DE5-B5C6-0A7A-24C8-4D297D61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2AE9B0-F402-F6FD-253F-F48012D9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A61F89D-BF60-F086-063C-B8BFBB3E9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BDF417-F38D-4C14-BEF7-F98BE857E6B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9216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47360-FD0A-D58D-8646-1FEE4850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B95980-7371-8C04-3D73-47C144020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B6EC11-9227-90C1-08D9-0ABD48D9C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6579CE3-5A1A-5B33-2CFD-30F68683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DAF8BB-B1D2-4D2F-8C1A-17C507132C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2953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8A6EF30-46F2-44DA-F8E9-D7A16DD60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EB8D984-19F2-87E2-C5BA-1D8FC5DFB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8D69A6-D688-DB0D-1AAE-6DF34EB3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2E0968-A997-4F0C-A635-6ED367B4FC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2834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551B8-081D-C86A-33D8-E8FF7AAC1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CD3608-DE1D-AD60-491E-28E1ED088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D86B06B-68D0-6DC3-DDA8-29FA3AB40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AB009B9-DBE7-11C9-79EB-A9846670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2CAA59-1988-576B-1A5C-4DD1DA6C7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D67553-58CB-49EE-993B-019A47644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C56542-33E6-42C3-A0AF-111E8BED31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806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A4E3C-FA30-88AE-2BAD-01898288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C5DABF-6F37-7041-3AD2-D55A4951B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D251DFA-1F4A-811A-4317-89710E245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A0466A-534B-B568-C306-ECA8C4F9C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5FE35E-9828-ECA5-A273-BF5758C5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69B0F2-59CC-CD7A-5C94-8918E2A43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F73DFD-D229-46BD-825D-D611D54CEFC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662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B039F-F992-2EEA-D106-C8FA600A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E62D10B-52FD-BB9E-D10D-5981666E5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32D6B-5D8D-100B-E801-1C9FE25B6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2FB566-7FED-5D7B-6CC6-E9BD447F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294295-422B-80CC-4E10-044C3419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00A738-6587-4CBC-BFB2-189E6A14BF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273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71A999F-84A5-9297-995F-069062E71A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868ECC-652E-6F27-9D42-5C9B95243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D6F13D-3F9D-836F-FB51-BD62D9BD1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83275B-BC19-54D1-5846-3024349B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AFDB0F-F490-1F4E-EF7A-6F80B52D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CD792D-5D3F-4A6E-A6B1-D1920168AE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4054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4DD2B69-A63B-2F8E-BA13-5E74129A1D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E668B0B-F2A3-EFB1-2951-A5AD3738EC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64A92F-536B-6648-E522-9595603937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79F3C2-F3A5-BC8D-144B-17F9381926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184315-86D5-DE6F-A0D9-E37EA7EEA4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6ED295-7C35-4DAA-B9F6-B4FD47194ED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C052F65-B012-02F5-D448-B2418E4C73D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1550" y="184467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chemeClr val="bg1"/>
                </a:solidFill>
              </a:rPr>
              <a:t>433</a:t>
            </a:r>
            <a:br>
              <a:rPr lang="pt-BR" altLang="pt-BR" sz="4400" b="1">
                <a:solidFill>
                  <a:schemeClr val="bg1"/>
                </a:solidFill>
              </a:rPr>
            </a:br>
            <a:r>
              <a:rPr lang="pt-BR" altLang="pt-BR" sz="4400" b="1">
                <a:solidFill>
                  <a:schemeClr val="bg1"/>
                </a:solidFill>
              </a:rPr>
              <a:t>SOIS BEM-VINDOS</a:t>
            </a:r>
            <a:endParaRPr lang="en-US" altLang="pt-BR" sz="4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DCD2B-966A-A149-18E0-CCE825384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233863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Nossas vozes jubilosas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Elevamos com fervor,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Pela vinda amistosa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Dos obreiros do Senhor.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219AD19-AC5C-D5FF-AA52-44A60822A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3946525"/>
          </a:xfrm>
        </p:spPr>
        <p:txBody>
          <a:bodyPr/>
          <a:lstStyle/>
          <a:p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Campeões de Jeová!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Parabéns, mas não fingidos,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A congregação vos dá.</a:t>
            </a: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F484044-A4FC-5304-BEF7-3DE4ECEE7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3586163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Recebei os lutadores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 verdade, do amor,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Demos a Jesus louvores,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Que os trouxe com vigor.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5F1437A-65E4-FECC-B73F-DB022FEF4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581525"/>
          </a:xfrm>
        </p:spPr>
        <p:txBody>
          <a:bodyPr/>
          <a:lstStyle/>
          <a:p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Campeões de Jeová!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Parabéns, mas não fingidos,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A congregação vos dá.</a:t>
            </a: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2F4747-CB85-3997-55A8-823801A5A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522788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Abraçai os bons soldados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Das fileiras de Jesus,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Aos que lutam denodados 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Para difundir a luz.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EB06316-A1A1-E1B0-CD0A-CA3E1C14A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0"/>
            <a:ext cx="8101012" cy="4162425"/>
          </a:xfrm>
        </p:spPr>
        <p:txBody>
          <a:bodyPr/>
          <a:lstStyle/>
          <a:p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Campeões de Jeová!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Parabéns, mas não fingidos,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A congregação vos dá.</a:t>
            </a: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857B0B-C37E-1673-123B-DFBD18AF0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4017963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Dos fiéis é bem superno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Trabalhar sem dilação;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P'ra fazer que o Rei eterno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Reine em cada coração!</a:t>
            </a:r>
            <a:r>
              <a:rPr lang="en-US" altLang="pt-BR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13963C9-AB54-6C01-84E1-89ADA49E0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0"/>
            <a:ext cx="8229600" cy="3946525"/>
          </a:xfrm>
        </p:spPr>
        <p:txBody>
          <a:bodyPr/>
          <a:lstStyle/>
          <a:p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Sois bem-vindos,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Campeões de Jeová! 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Parabéns, mas não fingidos,</a:t>
            </a:r>
            <a:br>
              <a:rPr lang="pt-BR" altLang="pt-BR" b="1" i="1">
                <a:solidFill>
                  <a:schemeClr val="bg1"/>
                </a:solidFill>
              </a:rPr>
            </a:br>
            <a:r>
              <a:rPr lang="pt-BR" altLang="pt-BR" b="1" i="1">
                <a:solidFill>
                  <a:schemeClr val="bg1"/>
                </a:solidFill>
              </a:rPr>
              <a:t>A congregação vos dá.</a:t>
            </a:r>
            <a:endParaRPr lang="en-US" altLang="pt-BR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433 SOIS BEM-VINDOS</vt:lpstr>
      <vt:lpstr>Nossas vozes jubilosas  Elevamos com fervor,  Pela vinda amistosa  Dos obreiros do Senhor. </vt:lpstr>
      <vt:lpstr>Sois bem-vindos,  Sois bem-vindos,  Campeões de Jeová!  Parabéns, mas não fingidos, A congregação vos dá.</vt:lpstr>
      <vt:lpstr>Recebei os lutadores  Da verdade, do amor,  Demos a Jesus louvores,  Que os trouxe com vigor. </vt:lpstr>
      <vt:lpstr>Sois bem-vindos,  Sois bem-vindos,  Campeões de Jeová!  Parabéns, mas não fingidos, A congregação vos dá.</vt:lpstr>
      <vt:lpstr>Abraçai os bons soldados  Das fileiras de Jesus, Aos que lutam denodados  Para difundir a luz. </vt:lpstr>
      <vt:lpstr>Sois bem-vindos,  Sois bem-vindos,  Campeões de Jeová!  Parabéns, mas não fingidos, A congregação vos dá.</vt:lpstr>
      <vt:lpstr>Dos fiéis é bem superno Trabalhar sem dilação; P'ra fazer que o Rei eterno Reine em cada coração! </vt:lpstr>
      <vt:lpstr>Sois bem-vindos,  Sois bem-vindos,  Campeões de Jeová!  Parabéns, mas não fingidos, A congregação vos dá.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433 - SOIS BEM-VINDOS</dc:title>
  <dc:creator>Montagna</dc:creator>
  <cp:lastModifiedBy>Emerson Souza</cp:lastModifiedBy>
  <cp:revision>3</cp:revision>
  <dcterms:created xsi:type="dcterms:W3CDTF">2005-10-21T07:19:54Z</dcterms:created>
  <dcterms:modified xsi:type="dcterms:W3CDTF">2026-05-02T22:13:11Z</dcterms:modified>
</cp:coreProperties>
</file>