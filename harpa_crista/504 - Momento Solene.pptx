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D536B-1C9D-4FF4-5476-CA62B1E17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3C1D3C-2234-0D2F-27B8-D90235186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B66E99-E6E1-5C3A-A926-0F7B15CB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F65E4C-2389-9418-C414-4D2E1155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B4E477-5652-43F8-E543-63371BBA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8F733-8978-4702-97F0-F03E32CF59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769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4E2F3-8BB2-0577-B87F-F1D576AB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7E01C4-7049-8D9A-1FAC-FC7FDC001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6EDA4-9415-225C-26D1-CFFCA246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38420B-7034-BC3E-A57D-4FA9D06A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CF83AC-7593-4CD9-9246-0B887E9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BF7B43-3236-49B6-92FC-A6C2174508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315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40E99-F81F-7B81-D93F-FCDCF51A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245A57-EEAE-C9BA-89DE-CBF34628F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0C8023-F5AA-5F59-A175-71A4A38A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B8B93-306C-1BC9-7413-99D473A3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C36460-ECCD-68D4-22F6-3CDC372E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E2128C-0DDF-4139-B57E-C197B16742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223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3DCB8-814D-A15A-1D70-BC6D3A38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CF4B9E-B54D-7C9A-07B2-9962BDCE7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77AAA6-3097-449A-C239-A50B28DC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ECEC06-9A04-88F3-B8DF-D9E09874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5BCA99-B38A-B581-0974-AAB9F150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FFD42A-CB86-BB79-5745-28CCA8A1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7BBC1C-CEC1-482A-BFA9-7E2524FE2F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059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17EFD-18D3-9BA1-642E-B5213B6A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BD8308-DB88-1266-F719-9E4F7A96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60B148-6CDA-5145-1C90-40D744760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461BB9-3374-AA93-BBCC-C5BB90245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65DB969-3330-C269-86E7-3CEEB8557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C1B98B-1D95-CFF4-0079-42EBC4CC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2B5B9E-7EF6-E1D6-71A4-CA3A6264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B16253-2562-92D8-03D8-00D68F72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100BD7-E5D6-462A-93DD-AF5E9301D7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31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3872C-EE15-83EF-58DD-A678FE73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39EFBE-5BDD-5FA9-9E54-6A3FCACB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DF7F5B-DF55-2EA3-EE29-77467F9C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8E9CA9-9F40-0DE7-BCA5-C488182B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5453AA-D7A2-4CB3-8500-9B4BBB0723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687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84D7EA-C66E-3C08-157A-A4E47510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59F0B4-0F53-F432-68C0-E1B38CD9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7DB75-532A-AA25-B16B-490E1D7D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2E168-D96E-4842-9649-208F5F87D4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117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E09EE-53FF-6192-B57A-BAFE4081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143AC-C7A1-FB24-BFFA-36B108F9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A9A724-2997-8AFB-DBFB-31D1A73EF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7A2DC1-CC82-2056-0CBD-354384BF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EDAE23-5DD3-C8A8-9180-9F2D25FB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52F293-F9D7-259A-E36A-2A5A4483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34C6EA-6F2A-4900-80CC-A3EBF941B2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996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6C65E-86B7-ABE9-F569-2B9FBBB0A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5C2C72-5E24-08D0-E67D-DF4A0E7C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B331F7-668F-5252-03B9-F6DF969CB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E6D923-65D5-49E7-74FB-5BEC2943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42682A-ED31-8432-AE56-CB59E7F2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591A34-A70C-93D6-20C3-431AC901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75B35-9190-4A9D-A3E8-CDC70B242B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759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868D3-D7A6-0E31-89A4-66874150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01D848-B0AD-6A00-0C5D-75A9E38CF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940CE3-DC13-0F82-82A6-4900A487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340031-AAC5-8F40-3948-296E13C5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C749AF-B01F-4B33-9966-61F8D766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67D57-2B99-4D9F-8882-35D24A9ED4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53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B6667E-289E-6F41-4DCC-ABAFB5F7D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9A44E9-ADE6-49BF-BF6A-D46DCDD4F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2C2BEC-7AC6-A72C-2EE6-855E7514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6DDF47-E3B0-D732-1DFA-24194473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D50128-2E26-45A3-DC58-FBE1B8D5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EB18D-3598-4B8A-85E1-42E5016831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974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BF9EF4-B6D2-C5A8-8C2D-7EEEFCACA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AA51BA-B2AF-44A7-FB97-A3571128D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CCA42BC-11B4-E77F-53A6-347F3624A2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156DD9-378E-F384-B0FB-C0E30DECBD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1DD0B-3D7C-A589-F1C6-2B9E53C352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96A595-7572-40C9-9DA1-F8551AC35BA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F77746-5677-AF8C-BC25-DBA6BA6512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504 - Momento Solene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D6F51F1-484F-0980-E385-F86FC913B4D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D2D8D4E-E822-6ABE-0769-A6A04254F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É solene o momento;</a:t>
            </a:r>
            <a:r>
              <a:rPr lang="en-US" altLang="pt-BR"/>
              <a:t> </a:t>
            </a:r>
            <a:r>
              <a:rPr lang="en-US" altLang="pt-BR" i="1"/>
              <a:t>Já expirando o ano está;</a:t>
            </a:r>
            <a:r>
              <a:rPr lang="en-US" altLang="pt-BR"/>
              <a:t> </a:t>
            </a:r>
            <a:r>
              <a:rPr lang="en-US" altLang="pt-BR" i="1"/>
              <a:t>Presto como o pensamento,</a:t>
            </a:r>
            <a:r>
              <a:rPr lang="en-US" altLang="pt-BR"/>
              <a:t> </a:t>
            </a:r>
            <a:r>
              <a:rPr lang="en-US" altLang="pt-BR" i="1"/>
              <a:t>O que resta passará.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9741C18-A55E-98D3-3BC5-C4E342F9E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2 Débil sopro é a existência,</a:t>
            </a:r>
            <a:r>
              <a:rPr lang="en-US" altLang="pt-BR"/>
              <a:t> </a:t>
            </a:r>
            <a:r>
              <a:rPr lang="en-US" altLang="pt-BR" i="1"/>
              <a:t>Breve, efêmera qual flor;</a:t>
            </a:r>
            <a:r>
              <a:rPr lang="en-US" altLang="pt-BR"/>
              <a:t> </a:t>
            </a:r>
            <a:r>
              <a:rPr lang="en-US" altLang="pt-BR" i="1"/>
              <a:t>Pois somente tem a ciência,</a:t>
            </a:r>
            <a:r>
              <a:rPr lang="en-US" altLang="pt-BR"/>
              <a:t> </a:t>
            </a:r>
            <a:r>
              <a:rPr lang="en-US" altLang="pt-BR" i="1"/>
              <a:t>Quem ao tempo dá valor.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9AAE507-A4C0-F3F6-3A34-8508ED320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3 Nome, fama, império, glória...</a:t>
            </a:r>
            <a:r>
              <a:rPr lang="en-US" altLang="pt-BR"/>
              <a:t> </a:t>
            </a:r>
            <a:r>
              <a:rPr lang="en-US" altLang="pt-BR" i="1"/>
              <a:t>Nada humano fica em pé;</a:t>
            </a:r>
            <a:r>
              <a:rPr lang="en-US" altLang="pt-BR"/>
              <a:t> </a:t>
            </a:r>
            <a:r>
              <a:rPr lang="en-US" altLang="pt-BR" i="1"/>
              <a:t>Pois só firme é a vitória,</a:t>
            </a:r>
            <a:r>
              <a:rPr lang="en-US" altLang="pt-BR"/>
              <a:t> </a:t>
            </a:r>
            <a:r>
              <a:rPr lang="en-US" altLang="pt-BR" i="1"/>
              <a:t>Que se alcança pela fé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8417BA-B151-7EA3-CE69-F87C5F364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4 Néscio o homem que atrás corre</a:t>
            </a:r>
            <a:r>
              <a:rPr lang="en-US" altLang="pt-BR"/>
              <a:t> </a:t>
            </a:r>
            <a:r>
              <a:rPr lang="en-US" altLang="pt-BR" i="1"/>
              <a:t>Pra alcançar bens sob os céus;</a:t>
            </a:r>
            <a:r>
              <a:rPr lang="en-US" altLang="pt-BR"/>
              <a:t> </a:t>
            </a:r>
            <a:r>
              <a:rPr lang="en-US" altLang="pt-BR" i="1"/>
              <a:t>Ai do mísero que morre,</a:t>
            </a:r>
            <a:r>
              <a:rPr lang="en-US" altLang="pt-BR"/>
              <a:t> </a:t>
            </a:r>
            <a:r>
              <a:rPr lang="en-US" altLang="pt-BR" i="1"/>
              <a:t>Sem achar a paz de Deus!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6C5A20-5D49-1485-F2AC-0E8AFB843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5 A insondável eternidade</a:t>
            </a:r>
            <a:r>
              <a:rPr lang="en-US" altLang="pt-BR"/>
              <a:t> </a:t>
            </a:r>
            <a:r>
              <a:rPr lang="en-US" altLang="pt-BR" i="1"/>
              <a:t>É bendita por Jesus,</a:t>
            </a:r>
            <a:r>
              <a:rPr lang="en-US" altLang="pt-BR"/>
              <a:t> </a:t>
            </a:r>
            <a:r>
              <a:rPr lang="en-US" altLang="pt-BR" i="1"/>
              <a:t>Que me dá imortalidade,</a:t>
            </a:r>
            <a:r>
              <a:rPr lang="en-US" altLang="pt-BR"/>
              <a:t> </a:t>
            </a:r>
            <a:r>
              <a:rPr lang="en-US" altLang="pt-BR" i="1"/>
              <a:t>Gozo eterno, plena luz!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504 - Momento Solene </vt:lpstr>
      <vt:lpstr>É solene o momento; Já expirando o ano está; Presto como o pensamento, O que resta passará.  </vt:lpstr>
      <vt:lpstr>2 Débil sopro é a existência, Breve, efêmera qual flor; Pois somente tem a ciência, Quem ao tempo dá valor.  </vt:lpstr>
      <vt:lpstr>3 Nome, fama, império, glória... Nada humano fica em pé; Pois só firme é a vitória, Que se alcança pela fé</vt:lpstr>
      <vt:lpstr>4 Néscio o homem que atrás corre Pra alcançar bens sob os céus; Ai do mísero que morre, Sem achar a paz de Deus!  </vt:lpstr>
      <vt:lpstr>5 A insondável eternidade É bendita por Jesus, Que me dá imortalidade, Gozo eterno, plena luz!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504 - Momento Solene </dc:title>
  <dc:creator>Junior</dc:creator>
  <cp:lastModifiedBy>Emerson Souza</cp:lastModifiedBy>
  <cp:revision>1</cp:revision>
  <dcterms:created xsi:type="dcterms:W3CDTF">2005-12-24T14:49:25Z</dcterms:created>
  <dcterms:modified xsi:type="dcterms:W3CDTF">2026-05-02T22:19:06Z</dcterms:modified>
</cp:coreProperties>
</file>