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D25FC6-4F85-889D-578D-4B3779B57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85AC81-BAB3-D663-32DD-BE4CE7828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6DC1BF-97EC-4733-871A-523C400F1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BABA0E-0A6C-431D-90FB-5D4152853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165CD1-E1BB-43C6-6391-20747FFE6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DC4C7B-0176-4808-991D-505C89D900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13777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82344-CE7E-1113-0089-E4C9394D9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E365DA-6C68-2A4A-72B5-98CA4B23E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35F5CF-4002-130A-4036-38272A0F3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D29481-208B-5738-5908-6265B5D3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5CC152-AEA9-32AC-F5B9-BD048EBE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A2BD56-C1A4-4968-A5C8-D7F03EB26D8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23831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14A66-CD08-57BB-9913-2C39934C9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DD2474-3236-4019-4EAE-85488E7B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42A32D-DC5B-FBB1-18F1-00E37755C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0BC361-55E0-7346-77AA-E9B7EC228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666CA2-5F1A-7D5B-944C-564FF9CA9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26E3D3-D143-4963-B33A-A0566ACC2A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72612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1A2B3-7E7C-B440-8E46-1519DF17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71112C-1B3A-C399-5341-5920709F72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C6C625-8A92-EB56-B1B0-B2250685F9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3DFBF8-5740-8FE2-4B2D-5F8DDB9D4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0E81F2-1958-ABC5-EE61-43E3FEF0E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BFDFB-27EE-5222-6984-487F91F95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2DEA59-2656-4556-A726-B480E2BA42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80609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311DA-EE0C-FA13-3A55-242832AA0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D9E0473-506C-B0A7-0D4C-0BE20A74F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54D93E-5938-2835-7F71-67EB32EE0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BD7BFD1-999C-4375-D87F-A611F29D9B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F4C0F58-4F5A-F27F-CFEB-30C4830F04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B0CD619-7F46-710F-F123-E7694A7C9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805D2A9-04D7-C360-D18E-67CDD9B7C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5223AF7-18A2-8CF7-53F8-E68D5D1BD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4C208C-682B-48FA-A4B6-895194C994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63990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FB81A-837F-2A04-892D-C0052CF9E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2FDF669-18AB-CB5C-3762-17AE58292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EC212B0-BF13-078E-AB17-38999FE8B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4FD7776-CB2A-48A5-6A9C-43522547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06DB47-E650-4385-BE17-0FE506241CA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10891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744BD8-EAD1-B9BE-D18F-882883833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B5CF81A-4A9C-C415-F384-23028D7F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2F3E69-B44C-FD25-67AD-5457489C1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87C0A0-CC5B-43A2-8F12-5CC956C36A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89543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7867F-1AD0-4BEF-7E2A-3F2297AC3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4223BA-B752-BEFB-157D-3CB34BD2D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EA08A08-C634-DDC5-F664-B6E41EB29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E52421-79CC-9E82-FF30-B1F871A69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747A34-C403-6B3B-5A73-68358F860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C5E512-A222-3AE4-5CD1-2A72BC44A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05ABA3-5E68-4B03-81A9-59421E0D43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38242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1813C-CA3C-03EB-9B44-C850ADFB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BD0B4D3-DC61-8899-C43D-8967D2FAD2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B71D461-48C3-DCE3-B53A-E49F8DC169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980C85-5174-22E6-1C25-886DE18A4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413E9A3-C5BC-D142-A9E7-C234AED62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F6C6D22-977E-8887-B529-1961E8007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23D1D4-F9B8-4F8E-8DE9-E7CE39103C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91613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136F1A-D890-3F6C-47F1-9754D4287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9DF9B6-98DC-ACC5-0411-48F428C4F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AE915E-9771-B223-5D13-1ED23A721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94564C-4A2E-242C-4C7E-8DA812DE8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A2D494-29F3-B7AB-701E-EC9DA31BB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29BE84-D8A1-4BF9-B146-E5036CFBB2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3717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BC9E1C8-0D8C-2B99-DEC0-854D365CF3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9F99AC2-45C9-F4FC-54DE-E0E416FAA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274107-8BF7-B2F9-B535-BBBA1D65A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004CC7-D7CF-23D7-ED9C-0BAA774BC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2878DC-DCF9-F868-9297-08440281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F21A40-F9F2-4812-86D9-D6361F6433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9581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9AA0B10-5885-70FE-43EF-53FF24288B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AA8BEE3-B593-3343-5D41-5325A2F992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90A4287-F57E-1634-E2B4-CAA05C8BE89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FEB8A3C-671F-7F70-7112-C4802DBE116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E80DB02-1E18-3D3E-944A-9C9C9F87E6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301EFC1-CFD1-4C1A-96CA-999DB80EC5D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>
            <a:extLst>
              <a:ext uri="{FF2B5EF4-FFF2-40B4-BE49-F238E27FC236}">
                <a16:creationId xmlns:a16="http://schemas.microsoft.com/office/drawing/2014/main" id="{2DB1C0A2-1741-C5A6-42C1-67B8BFDE8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43F9B889-30D3-70D6-BECE-2647017FAA4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800" b="1">
                <a:solidFill>
                  <a:schemeClr val="bg1"/>
                </a:solidFill>
              </a:rPr>
              <a:t>178</a:t>
            </a:r>
            <a:br>
              <a:rPr lang="en-US" altLang="pt-BR" sz="4800" b="1">
                <a:solidFill>
                  <a:schemeClr val="bg1"/>
                </a:solidFill>
              </a:rPr>
            </a:br>
            <a:r>
              <a:rPr lang="en-US" altLang="pt-BR" sz="4800" b="1">
                <a:solidFill>
                  <a:schemeClr val="bg1"/>
                </a:solidFill>
              </a:rPr>
              <a:t>GLORIOSA PAZ</a:t>
            </a:r>
            <a:br>
              <a:rPr lang="en-US" altLang="pt-BR" sz="4800" b="1">
                <a:solidFill>
                  <a:schemeClr val="bg1"/>
                </a:solidFill>
              </a:rPr>
            </a:br>
            <a:endParaRPr lang="en-US" altLang="pt-BR" sz="4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19461A31-7F7E-3035-7599-C375A90DF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F7B6DC68-5215-747C-0786-B14697A129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5962650"/>
          </a:xfrm>
        </p:spPr>
        <p:txBody>
          <a:bodyPr/>
          <a:lstStyle/>
          <a:p>
            <a:r>
              <a:rPr lang="en-US" altLang="pt-BR" sz="3600">
                <a:solidFill>
                  <a:schemeClr val="bg1"/>
                </a:solidFill>
              </a:rPr>
              <a:t>Crendo em Cristo Jesus vim obter Gloriosa paz, perfeita, paz:</a:t>
            </a:r>
            <a:br>
              <a:rPr lang="en-US" altLang="pt-BR" sz="3600">
                <a:solidFill>
                  <a:schemeClr val="bg1"/>
                </a:solidFill>
              </a:rPr>
            </a:br>
            <a:r>
              <a:rPr lang="en-US" altLang="pt-BR" sz="3600">
                <a:solidFill>
                  <a:schemeClr val="bg1"/>
                </a:solidFill>
              </a:rPr>
              <a:t>Inda que dores açoitei meu ser, </a:t>
            </a:r>
            <a:br>
              <a:rPr lang="en-US" altLang="pt-BR" sz="3600">
                <a:solidFill>
                  <a:schemeClr val="bg1"/>
                </a:solidFill>
              </a:rPr>
            </a:br>
            <a:r>
              <a:rPr lang="en-US" altLang="pt-BR" sz="3600">
                <a:solidFill>
                  <a:schemeClr val="bg1"/>
                </a:solidFill>
              </a:rPr>
              <a:t>Tenho doce paz!</a:t>
            </a:r>
            <a:br>
              <a:rPr lang="en-US" altLang="pt-BR" sz="3600">
                <a:solidFill>
                  <a:schemeClr val="tx1"/>
                </a:solidFill>
              </a:rPr>
            </a:br>
            <a:endParaRPr lang="en-US" altLang="pt-BR" sz="3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4FBEFC23-1270-55FD-369A-360860C01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>
            <a:extLst>
              <a:ext uri="{FF2B5EF4-FFF2-40B4-BE49-F238E27FC236}">
                <a16:creationId xmlns:a16="http://schemas.microsoft.com/office/drawing/2014/main" id="{1208CDC0-DAAF-9FA8-069B-79FCDBD5C1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5962650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bg1"/>
                </a:solidFill>
              </a:rPr>
              <a:t>Paz, paz, gloriosa paz;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Paz, paz, perfeita paz;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Desde que Cristo minh'alma salvou, Tenho doce paz!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endParaRPr lang="en-US" altLang="pt-BR" sz="40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265B5EE4-188E-159A-C8A5-1339864F1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CF04E861-2047-01C5-9051-1443C46F7E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6178550"/>
          </a:xfrm>
        </p:spPr>
        <p:txBody>
          <a:bodyPr/>
          <a:lstStyle/>
          <a:p>
            <a:r>
              <a:rPr lang="en-US" altLang="pt-BR" sz="3600">
                <a:solidFill>
                  <a:schemeClr val="bg1"/>
                </a:solidFill>
              </a:rPr>
              <a:t>Paz insondável, qual um grande mar, </a:t>
            </a:r>
            <a:br>
              <a:rPr lang="en-US" altLang="pt-BR" sz="3600">
                <a:solidFill>
                  <a:schemeClr val="bg1"/>
                </a:solidFill>
              </a:rPr>
            </a:br>
            <a:r>
              <a:rPr lang="en-US" altLang="pt-BR" sz="3600">
                <a:solidFill>
                  <a:schemeClr val="bg1"/>
                </a:solidFill>
              </a:rPr>
              <a:t>Gloriosa paz, perfeita paz;</a:t>
            </a:r>
            <a:br>
              <a:rPr lang="en-US" altLang="pt-BR" sz="3600">
                <a:solidFill>
                  <a:schemeClr val="bg1"/>
                </a:solidFill>
              </a:rPr>
            </a:br>
            <a:r>
              <a:rPr lang="en-US" altLang="pt-BR" sz="3600">
                <a:solidFill>
                  <a:schemeClr val="bg1"/>
                </a:solidFill>
              </a:rPr>
              <a:t>Posso nos braços de Deus repousar, </a:t>
            </a:r>
            <a:br>
              <a:rPr lang="en-US" altLang="pt-BR" sz="3600">
                <a:solidFill>
                  <a:schemeClr val="bg1"/>
                </a:solidFill>
              </a:rPr>
            </a:br>
            <a:r>
              <a:rPr lang="en-US" altLang="pt-BR" sz="3600">
                <a:solidFill>
                  <a:schemeClr val="bg1"/>
                </a:solidFill>
              </a:rPr>
              <a:t>Tenho doce paz!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0C9EAE48-1654-3F12-B0F5-152B6DA17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3" name="Rectangle 3">
            <a:extLst>
              <a:ext uri="{FF2B5EF4-FFF2-40B4-BE49-F238E27FC236}">
                <a16:creationId xmlns:a16="http://schemas.microsoft.com/office/drawing/2014/main" id="{BD14CED7-3705-6D46-FFDF-1EFB33D041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5962650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bg1"/>
                </a:solidFill>
              </a:rPr>
              <a:t>Paz, paz, gloriosa paz;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Paz, paz, perfeita paz;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Desde que Cristo minh'alma salvou, Tenho doce paz!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endParaRPr lang="en-US" altLang="pt-BR" sz="40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65B7426E-6FDA-90C0-EF0D-1D52F929B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6" name="Rectangle 2">
            <a:extLst>
              <a:ext uri="{FF2B5EF4-FFF2-40B4-BE49-F238E27FC236}">
                <a16:creationId xmlns:a16="http://schemas.microsoft.com/office/drawing/2014/main" id="{2F688FAA-BD32-460E-6F32-E3E664108F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6107112"/>
          </a:xfrm>
        </p:spPr>
        <p:txBody>
          <a:bodyPr/>
          <a:lstStyle/>
          <a:p>
            <a:r>
              <a:rPr lang="en-US" altLang="pt-BR" sz="3600">
                <a:solidFill>
                  <a:schemeClr val="bg1"/>
                </a:solidFill>
              </a:rPr>
              <a:t>Paz inefável de Deus, que faz bem, Gloriosa paz, perfeita paz;</a:t>
            </a:r>
            <a:br>
              <a:rPr lang="en-US" altLang="pt-BR" sz="3600">
                <a:solidFill>
                  <a:schemeClr val="bg1"/>
                </a:solidFill>
              </a:rPr>
            </a:br>
            <a:r>
              <a:rPr lang="en-US" altLang="pt-BR" sz="3600">
                <a:solidFill>
                  <a:schemeClr val="bg1"/>
                </a:solidFill>
              </a:rPr>
              <a:t>Que dá alento à alma também, </a:t>
            </a:r>
            <a:br>
              <a:rPr lang="en-US" altLang="pt-BR" sz="3600">
                <a:solidFill>
                  <a:schemeClr val="bg1"/>
                </a:solidFill>
              </a:rPr>
            </a:br>
            <a:r>
              <a:rPr lang="en-US" altLang="pt-BR" sz="3600">
                <a:solidFill>
                  <a:schemeClr val="bg1"/>
                </a:solidFill>
              </a:rPr>
              <a:t>Tenho doce paz!</a:t>
            </a:r>
            <a:br>
              <a:rPr lang="en-US" altLang="pt-BR" sz="4000">
                <a:solidFill>
                  <a:schemeClr val="bg1"/>
                </a:solidFill>
              </a:rPr>
            </a:b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B09A0474-6D5E-D830-3EE7-59F0D998B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7" name="Rectangle 3">
            <a:extLst>
              <a:ext uri="{FF2B5EF4-FFF2-40B4-BE49-F238E27FC236}">
                <a16:creationId xmlns:a16="http://schemas.microsoft.com/office/drawing/2014/main" id="{81CC5226-EB4A-4F62-ADA0-F346408932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5962650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bg1"/>
                </a:solidFill>
              </a:rPr>
              <a:t>Paz, paz, gloriosa paz;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Paz, paz, perfeita paz;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Desde que Cristo minh'alma salvou, Tenho doce paz!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endParaRPr lang="en-US" altLang="pt-BR" sz="40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>
            <a:extLst>
              <a:ext uri="{FF2B5EF4-FFF2-40B4-BE49-F238E27FC236}">
                <a16:creationId xmlns:a16="http://schemas.microsoft.com/office/drawing/2014/main" id="{8850AF33-7221-865A-C7D5-6BB80EDAF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0" name="Rectangle 2">
            <a:extLst>
              <a:ext uri="{FF2B5EF4-FFF2-40B4-BE49-F238E27FC236}">
                <a16:creationId xmlns:a16="http://schemas.microsoft.com/office/drawing/2014/main" id="{C9DB877E-608F-822D-E5C3-9D1ACE5EA7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6034087"/>
          </a:xfrm>
        </p:spPr>
        <p:txBody>
          <a:bodyPr/>
          <a:lstStyle/>
          <a:p>
            <a:r>
              <a:rPr lang="en-US" altLang="pt-BR" sz="3600">
                <a:solidFill>
                  <a:schemeClr val="bg1"/>
                </a:solidFill>
              </a:rPr>
              <a:t>E, nos conflitos com o tentador,</a:t>
            </a:r>
            <a:br>
              <a:rPr lang="en-US" altLang="pt-BR" sz="3600">
                <a:solidFill>
                  <a:schemeClr val="bg1"/>
                </a:solidFill>
              </a:rPr>
            </a:br>
            <a:r>
              <a:rPr lang="en-US" altLang="pt-BR" sz="3600">
                <a:solidFill>
                  <a:schemeClr val="bg1"/>
                </a:solidFill>
              </a:rPr>
              <a:t>Gloriosa paz, perfeita paz,</a:t>
            </a:r>
            <a:br>
              <a:rPr lang="en-US" altLang="pt-BR" sz="3600">
                <a:solidFill>
                  <a:schemeClr val="bg1"/>
                </a:solidFill>
              </a:rPr>
            </a:br>
            <a:r>
              <a:rPr lang="en-US" altLang="pt-BR" sz="3600">
                <a:solidFill>
                  <a:schemeClr val="bg1"/>
                </a:solidFill>
              </a:rPr>
              <a:t>Cristo Jesus me fará vencedor,</a:t>
            </a:r>
            <a:br>
              <a:rPr lang="en-US" altLang="pt-BR" sz="3600">
                <a:solidFill>
                  <a:schemeClr val="bg1"/>
                </a:solidFill>
              </a:rPr>
            </a:br>
            <a:r>
              <a:rPr lang="en-US" altLang="pt-BR" sz="3600">
                <a:solidFill>
                  <a:schemeClr val="bg1"/>
                </a:solidFill>
              </a:rPr>
              <a:t>Tenho doce paz!</a:t>
            </a:r>
            <a:r>
              <a:rPr lang="en-US" altLang="pt-BR" sz="1400">
                <a:solidFill>
                  <a:schemeClr val="bg1"/>
                </a:solidFill>
              </a:rPr>
              <a:t>	</a:t>
            </a:r>
            <a:br>
              <a:rPr lang="en-US" altLang="pt-BR" sz="1400">
                <a:solidFill>
                  <a:schemeClr val="tx1"/>
                </a:solidFill>
              </a:rPr>
            </a:br>
            <a:r>
              <a:rPr lang="en-US" altLang="pt-BR" sz="1400">
                <a:solidFill>
                  <a:schemeClr val="tx1"/>
                </a:solidFill>
              </a:rPr>
              <a:t>	                                                                                                           P.L.M.</a:t>
            </a:r>
            <a:br>
              <a:rPr lang="en-US" altLang="pt-BR" sz="1400">
                <a:solidFill>
                  <a:schemeClr val="tx1"/>
                </a:solidFill>
              </a:rPr>
            </a:br>
            <a:endParaRPr lang="en-US" altLang="pt-BR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4C10564E-2FF4-28CE-4235-B2F9B47BB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91" name="Rectangle 3">
            <a:extLst>
              <a:ext uri="{FF2B5EF4-FFF2-40B4-BE49-F238E27FC236}">
                <a16:creationId xmlns:a16="http://schemas.microsoft.com/office/drawing/2014/main" id="{E1EDEE4F-68CC-903F-98CF-8C1C0140A0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5962650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bg1"/>
                </a:solidFill>
              </a:rPr>
              <a:t>Paz, paz, gloriosa paz;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Paz, paz, perfeita paz;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Desde que Cristo minh'alma salvou, Tenho doce paz!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endParaRPr lang="en-US" altLang="pt-BR" sz="40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235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178 GLORIOSA PAZ </vt:lpstr>
      <vt:lpstr>Crendo em Cristo Jesus vim obter Gloriosa paz, perfeita, paz: Inda que dores açoitei meu ser,  Tenho doce paz! </vt:lpstr>
      <vt:lpstr>Paz, paz, gloriosa paz; Paz, paz, perfeita paz; Desde que Cristo minh'alma salvou, Tenho doce paz! </vt:lpstr>
      <vt:lpstr>Paz insondável, qual um grande mar,  Gloriosa paz, perfeita paz; Posso nos braços de Deus repousar,  Tenho doce paz!</vt:lpstr>
      <vt:lpstr>Paz, paz, gloriosa paz; Paz, paz, perfeita paz; Desde que Cristo minh'alma salvou, Tenho doce paz! </vt:lpstr>
      <vt:lpstr>Paz inefável de Deus, que faz bem, Gloriosa paz, perfeita paz; Que dá alento à alma também,  Tenho doce paz! </vt:lpstr>
      <vt:lpstr>Paz, paz, gloriosa paz; Paz, paz, perfeita paz; Desde que Cristo minh'alma salvou, Tenho doce paz! </vt:lpstr>
      <vt:lpstr>E, nos conflitos com o tentador, Gloriosa paz, perfeita paz, Cristo Jesus me fará vencedor, Tenho doce paz!                                                                                                              P.L.M. </vt:lpstr>
      <vt:lpstr>Paz, paz, gloriosa paz; Paz, paz, perfeita paz; Desde que Cristo minh'alma salvou, Tenho doce paz!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178 - GLORIOSA PAZ </dc:title>
  <dc:creator>Montagna</dc:creator>
  <cp:lastModifiedBy>Emerson Souza</cp:lastModifiedBy>
  <cp:revision>3</cp:revision>
  <dcterms:created xsi:type="dcterms:W3CDTF">2005-10-16T05:05:10Z</dcterms:created>
  <dcterms:modified xsi:type="dcterms:W3CDTF">2026-05-02T21:51:42Z</dcterms:modified>
</cp:coreProperties>
</file>