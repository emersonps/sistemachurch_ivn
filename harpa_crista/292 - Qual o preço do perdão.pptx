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  <p:sldId id="260" r:id="rId7"/>
    <p:sldId id="263" r:id="rId8"/>
    <p:sldId id="261" r:id="rId9"/>
    <p:sldId id="264" r:id="rId1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0" autoAdjust="0"/>
  </p:normalViewPr>
  <p:slideViewPr>
    <p:cSldViewPr>
      <p:cViewPr varScale="1">
        <p:scale>
          <a:sx n="63" d="100"/>
          <a:sy n="63" d="100"/>
        </p:scale>
        <p:origin x="-114" y="-1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38B2C1-68A2-F76F-F5FF-2F6907B1EC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FE21A7E-E234-2C63-73E4-610F13228E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BB6D30C-668D-85BA-B2E0-D0C9E5FDC9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79D9ECF-34BB-D3A1-C2B6-397830A0B1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6A2EB53-4F9F-F0E5-D489-DBC3BE47B8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092416F-7932-4305-B491-C00C93A9C44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7221058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A1801B-CF20-1B6B-BB74-C46882B026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681B311-49C0-875D-F9A6-7D11B24478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80DBADE-E500-6968-5695-954DED4706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6AA1068-2E00-0B17-F501-EC1FBB9DCC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A97C168-F118-4E3B-8A2B-CCB0AF3F4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6C7D0EF-6E02-4F83-ACC9-A349CBA931B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9187003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DB9A01-544E-6A18-3D1B-E108906C4B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4B46A41-ED9F-E2A8-1793-7247CE7883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E650763-CE8A-F768-491B-FF95AFA0C5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0357817-31C3-F607-6530-84CDE4FF5A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80C9172-D9EA-25A4-71F8-C57CD0D14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4240694-B5B3-4CBE-B420-DFFD34F32DA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2379710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8EF014-32EE-BE74-F990-29FEBB34D8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0AFD548-0EC9-3B97-99F9-005BC95A878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498BDA9-8948-61B6-00C0-CFFD359218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3E1B8A4-8D2B-F02E-1C3C-B19945E56F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5398C2D-32AF-860F-7DD1-C98E85E5E3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FF05549-961A-26AA-58BA-5386D03295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F254181-A26D-4E1F-A6C8-CE481C2E2BB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5658821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D4ED10-99FF-1209-9162-6F3E046076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AE2ECE4-EA72-2C79-7663-3AFAD976CC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C1B0344-6EA0-676E-9450-C61D91B241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FE04BEC9-2C27-8220-6BE1-F1E5FF045C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B6B4E9B3-F62A-8891-7194-6FEEB92C151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971FA685-13B5-1D78-2230-5487D9AF6A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BCA85945-4DBA-F13F-A4C9-3F6CEF5296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CF05729F-658B-BEDF-0845-56B0194A00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7F0BB8A-BF7F-40CE-99EB-F3F2E732166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9922130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FDEABB-D792-10C9-329B-8C3103F1A6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4613CFE6-127D-14E9-E1B8-154FB78D26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9A0FB754-AEA2-8937-C8A1-0B36DDF2DC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3F939F78-6592-1A52-CE3B-BCA8D245D7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4043EF2-2B64-4B02-8FF4-C4984FE935A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7611401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574D2836-B1B7-EBA9-3303-9EB83FC1A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1D4A34AD-6AA6-1D01-F8B4-F8400544DB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E50588E-9BBB-BFE4-75EF-DA82512F55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9ED32F3-47E1-4AB0-BE65-910DF21F2F7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8688500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AAD154-45BD-9D70-674B-1ACD79F638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F3C1027-DA75-3339-A76B-653D73FBDC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2381ABF-E75A-668C-484A-2741447D95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44034C6-AAA3-7FFE-9196-9122F1835F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17F00E5-EAD8-B78F-3907-0EC39FADE2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1C29EDA-6AA6-7AE6-B658-83239275CF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53D8AE8-0CDD-49F6-83FD-70CB6170250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8246731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F85775-8A82-CD43-A340-1AD892C664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601A3394-8906-7416-F9FE-3F2AA689051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5B157EF-1B25-2F29-2D52-394D5DE402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E343B15-E4F1-7422-E18A-0A87DF5DD6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EE0F1AB-1F7E-F782-B8EA-28B439F32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4616170-9F9D-1CC3-2B7D-1E78474AE3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DE266F1-7482-4838-9978-3BE48CDC7F8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2466222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4C4B26-6F6B-CCAB-8815-7F2BB9B7CA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7290F9E-33E0-1E1B-E5D5-ECD758FA2E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18C06F1-F37A-58A4-7C19-04E088783B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8AFD414-D9CE-B874-AD67-D9E30BFEA1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2D7D3C5-EBC3-6D3D-BDAC-D4A7E4FE1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1A81AC1-5897-4605-B225-C50C0BBF7E8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9975685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B0B70F8E-8D91-DE19-21F4-F924AF5FAB9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5140B39E-9A64-1606-6806-C468AC34A4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049CFE6-D2BA-6321-3FFB-CB779C0047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17E7FB2-E310-5488-D71C-19AE4DCE8D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1504862-5FA7-446B-DF8A-7BB0B6553A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687A650-F6BF-4621-82B0-523AD261DF0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649290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8A97187C-450C-293D-EBDB-A32A2614AD3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02B09FB0-AE84-13C9-4293-D94D65E21C2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8E7E8B20-DB89-4763-D0E6-96E803D9EB8B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B44FBFBD-E342-F42B-4D06-58F5F832E489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70A8CAA0-FAFC-E51A-7FB9-C8F411395988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C6BD3B22-3A2A-4B12-85D8-D624EE4224E8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A9DED331-46C9-F08C-8778-40672D891D76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en-US" altLang="pt-BR" sz="4000" b="1"/>
              <a:t>292</a:t>
            </a:r>
            <a:br>
              <a:rPr lang="en-US" altLang="pt-BR" sz="4000" b="1"/>
            </a:br>
            <a:r>
              <a:rPr lang="en-US" altLang="pt-BR" sz="4000" b="1"/>
              <a:t>QUAL O PREÇO DO PERDÃO</a:t>
            </a:r>
            <a:endParaRPr lang="en-US" altLang="pt-BR" sz="4000"/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1452897C-74BE-F63E-54A0-666DA4625597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B3C2A808-31A8-206D-A7C9-9EC6E1420D4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00800"/>
          </a:xfrm>
        </p:spPr>
        <p:txBody>
          <a:bodyPr/>
          <a:lstStyle/>
          <a:p>
            <a:r>
              <a:rPr lang="en-US" altLang="pt-BR" sz="4000" i="1"/>
              <a:t>Qual o preço do perdão? </a:t>
            </a:r>
            <a:br>
              <a:rPr lang="en-US" altLang="pt-BR" sz="4000" i="1"/>
            </a:br>
            <a:r>
              <a:rPr lang="en-US" altLang="pt-BR" sz="4000" i="1"/>
              <a:t>Só o sangue de Jesus Cristo. </a:t>
            </a:r>
            <a:br>
              <a:rPr lang="en-US" altLang="pt-BR" sz="4000" i="1"/>
            </a:br>
            <a:r>
              <a:rPr lang="en-US" altLang="pt-BR" sz="4000" i="1"/>
              <a:t>O que limpa o coração? </a:t>
            </a:r>
            <a:br>
              <a:rPr lang="en-US" altLang="pt-BR" sz="4000" i="1"/>
            </a:br>
            <a:r>
              <a:rPr lang="en-US" altLang="pt-BR" sz="4000" i="1"/>
              <a:t>Só o sangue de Jesus Cristo.  </a:t>
            </a:r>
            <a:endParaRPr lang="en-US" altLang="pt-BR" sz="4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62AEA332-FEFC-9CE1-BEFE-BF91166EC5D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00800"/>
          </a:xfrm>
        </p:spPr>
        <p:txBody>
          <a:bodyPr/>
          <a:lstStyle/>
          <a:p>
            <a:r>
              <a:rPr lang="en-US" altLang="pt-BR" sz="4000" b="1" i="1"/>
              <a:t>Qual o poder real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Que limpa todo o mal,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E dá paz divinal?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Só o sangue de Jesus Cristo.</a:t>
            </a:r>
            <a:r>
              <a:rPr lang="en-US" altLang="pt-BR" sz="4000" i="1"/>
              <a:t>  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1332EB5E-AEF0-4CF2-1D7E-3925DFC79CC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00800"/>
          </a:xfrm>
        </p:spPr>
        <p:txBody>
          <a:bodyPr/>
          <a:lstStyle/>
          <a:p>
            <a:r>
              <a:rPr lang="en-US" altLang="pt-BR" sz="4000" i="1"/>
              <a:t>Fez resgate eficaz </a:t>
            </a:r>
            <a:br>
              <a:rPr lang="en-US" altLang="pt-BR" sz="4000" i="1"/>
            </a:br>
            <a:r>
              <a:rPr lang="en-US" altLang="pt-BR" sz="4000" i="1"/>
              <a:t>Só o sangue de Jesus Cristo. </a:t>
            </a:r>
            <a:br>
              <a:rPr lang="en-US" altLang="pt-BR" sz="4000" i="1"/>
            </a:br>
            <a:r>
              <a:rPr lang="en-US" altLang="pt-BR" sz="4000" i="1"/>
              <a:t>Deu-nos santidade e paz. </a:t>
            </a:r>
            <a:br>
              <a:rPr lang="en-US" altLang="pt-BR" sz="4000" i="1"/>
            </a:br>
            <a:r>
              <a:rPr lang="en-US" altLang="pt-BR" sz="4000" i="1"/>
              <a:t>Só o sangue de Jesus Cristo.  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B1A3E39F-74A2-8D90-176E-A92DFB8BD07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00800"/>
          </a:xfrm>
        </p:spPr>
        <p:txBody>
          <a:bodyPr/>
          <a:lstStyle/>
          <a:p>
            <a:r>
              <a:rPr lang="en-US" altLang="pt-BR" sz="4000" b="1" i="1"/>
              <a:t>Qual o poder real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Que limpa todo o mal,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E dá paz divinal?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Só o sangue de Jesus Cristo.</a:t>
            </a:r>
            <a:r>
              <a:rPr lang="en-US" altLang="pt-BR" sz="4000" i="1"/>
              <a:t>  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839000E4-2BE5-E158-6E30-3B3F865CA2F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00800"/>
          </a:xfrm>
        </p:spPr>
        <p:txBody>
          <a:bodyPr/>
          <a:lstStyle/>
          <a:p>
            <a:r>
              <a:rPr lang="en-US" altLang="pt-BR" sz="4000" i="1"/>
              <a:t>Sempre pode me curar, </a:t>
            </a:r>
            <a:br>
              <a:rPr lang="en-US" altLang="pt-BR" sz="4000" i="1"/>
            </a:br>
            <a:r>
              <a:rPr lang="en-US" altLang="pt-BR" sz="4000" i="1"/>
              <a:t>Só o sangue de Jesus Cristo. </a:t>
            </a:r>
            <a:br>
              <a:rPr lang="en-US" altLang="pt-BR" sz="4000" i="1"/>
            </a:br>
            <a:r>
              <a:rPr lang="en-US" altLang="pt-BR" sz="4000" i="1"/>
              <a:t>E do mal me libertar. </a:t>
            </a:r>
            <a:br>
              <a:rPr lang="en-US" altLang="pt-BR" sz="4000" i="1"/>
            </a:br>
            <a:r>
              <a:rPr lang="en-US" altLang="pt-BR" sz="4000" i="1"/>
              <a:t>Só o sangue de Jesus Cristo.  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4508AB5E-44C6-AD38-6151-18377D9CDA2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00800"/>
          </a:xfrm>
        </p:spPr>
        <p:txBody>
          <a:bodyPr/>
          <a:lstStyle/>
          <a:p>
            <a:r>
              <a:rPr lang="en-US" altLang="pt-BR" sz="4000" b="1" i="1"/>
              <a:t>Qual o poder real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Que limpa todo o mal,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E dá paz divinal?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Só o sangue de Jesus Cristo.</a:t>
            </a:r>
            <a:r>
              <a:rPr lang="en-US" altLang="pt-BR" sz="4000" i="1"/>
              <a:t>  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00C66BF9-492B-22E7-941C-1980B7A1CF5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00800"/>
          </a:xfrm>
        </p:spPr>
        <p:txBody>
          <a:bodyPr/>
          <a:lstStyle/>
          <a:p>
            <a:r>
              <a:rPr lang="en-US" altLang="pt-BR" sz="4000" i="1"/>
              <a:t>Lã no céu, eu vou cantar: </a:t>
            </a:r>
            <a:br>
              <a:rPr lang="en-US" altLang="pt-BR" sz="4000" i="1"/>
            </a:br>
            <a:r>
              <a:rPr lang="en-US" altLang="pt-BR" sz="4000" i="1"/>
              <a:t>Só o sangue de Jesus Cristo. </a:t>
            </a:r>
            <a:br>
              <a:rPr lang="en-US" altLang="pt-BR" sz="4000" i="1"/>
            </a:br>
            <a:r>
              <a:rPr lang="en-US" altLang="pt-BR" sz="4000" i="1"/>
              <a:t>Deu-me graça para entrar. </a:t>
            </a:r>
            <a:br>
              <a:rPr lang="en-US" altLang="pt-BR" sz="4000" i="1"/>
            </a:br>
            <a:r>
              <a:rPr lang="en-US" altLang="pt-BR" sz="4000" i="1"/>
              <a:t>Só o sangue de Jesus Cristo.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B92C4E2D-7DC9-52AF-3A63-60C7BE12FD3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00800"/>
          </a:xfrm>
        </p:spPr>
        <p:txBody>
          <a:bodyPr/>
          <a:lstStyle/>
          <a:p>
            <a:r>
              <a:rPr lang="en-US" altLang="pt-BR" sz="4000" b="1" i="1"/>
              <a:t>Qual o poder real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Que limpa todo o mal,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E dá paz divinal?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Só o sangue de Jesus Cristo.</a:t>
            </a:r>
            <a:r>
              <a:rPr lang="en-US" altLang="pt-BR" sz="4000" i="1"/>
              <a:t>  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219</Words>
  <Application>Microsoft Office PowerPoint</Application>
  <PresentationFormat>Apresentação na tela (4:3)</PresentationFormat>
  <Paragraphs>9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1" baseType="lpstr">
      <vt:lpstr>Arial</vt:lpstr>
      <vt:lpstr>Design padrão</vt:lpstr>
      <vt:lpstr>292 QUAL O PREÇO DO PERDÃO</vt:lpstr>
      <vt:lpstr>Qual o preço do perdão?  Só o sangue de Jesus Cristo.  O que limpa o coração?  Só o sangue de Jesus Cristo.  </vt:lpstr>
      <vt:lpstr>Qual o poder real  Que limpa todo o mal,  E dá paz divinal?  Só o sangue de Jesus Cristo.  </vt:lpstr>
      <vt:lpstr>Fez resgate eficaz  Só o sangue de Jesus Cristo.  Deu-nos santidade e paz.  Só o sangue de Jesus Cristo.  </vt:lpstr>
      <vt:lpstr>Qual o poder real  Que limpa todo o mal,  E dá paz divinal?  Só o sangue de Jesus Cristo.  </vt:lpstr>
      <vt:lpstr>Sempre pode me curar,  Só o sangue de Jesus Cristo.  E do mal me libertar.  Só o sangue de Jesus Cristo.  </vt:lpstr>
      <vt:lpstr>Qual o poder real  Que limpa todo o mal,  E dá paz divinal?  Só o sangue de Jesus Cristo.  </vt:lpstr>
      <vt:lpstr>Lã no céu, eu vou cantar:  Só o sangue de Jesus Cristo.  Deu-me graça para entrar.  Só o sangue de Jesus Cristo.</vt:lpstr>
      <vt:lpstr>Qual o poder real  Que limpa todo o mal,  E dá paz divinal?  Só o sangue de Jesus Cristo.  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292 QUAL O PREÇO DO PERDÃO</dc:title>
  <dc:creator>Junior</dc:creator>
  <cp:lastModifiedBy>Emerson Souza</cp:lastModifiedBy>
  <cp:revision>1</cp:revision>
  <dcterms:created xsi:type="dcterms:W3CDTF">2005-12-24T11:54:36Z</dcterms:created>
  <dcterms:modified xsi:type="dcterms:W3CDTF">2026-05-02T22:01:18Z</dcterms:modified>
</cp:coreProperties>
</file>