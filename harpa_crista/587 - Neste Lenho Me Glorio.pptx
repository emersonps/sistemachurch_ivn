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E9F15E-53C6-A341-5D20-B29D03963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658D81-7755-CF6D-655B-39F42F4BE6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00E0AB-6540-9632-EB5F-707CAEFF8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0DAF98-C76E-FA70-1C74-9FB33F6A0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AE9FF4-64F2-6509-F1EF-FD1BC687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3CC1DD-E96F-4782-A86D-D19032FDB98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55253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9AF549-7B4E-9947-AB12-9E32B8747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DFC7BD-C673-3F85-2039-F56DED499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B75C70-CBAD-E625-8206-902E3FB60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B7B177-9B1A-891D-389D-E61879AA4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CA0D9EB-E299-F593-4A62-7F598F4F6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6AB844-076B-4693-AC1A-483DFF9F59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66409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8A842-D71A-2D7B-1171-282140B3B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71517FF-E963-9C15-DC06-E7E282996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FA969F-F554-11FF-BA56-4C5B23B24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98A79A-DEC5-D1AA-0903-A1F17B58A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54036A-FA99-F2CF-B67D-A0BDCCD3D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09131D-C672-4C38-829B-6C3D7DFF368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84735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0783B0-1E30-F53E-32CC-1BA7E4EAC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A2BF68-2D8B-4288-7B19-3C78C150CA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9E16432-3E1D-BC2D-E7FD-28F3CFCA7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B96942-230D-DF96-2894-0BC5C04A2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902C90B-A808-5531-CB82-6E4EA5DF8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3A13D2-9F87-D11F-F900-7B4055111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460538-6FE8-4E9F-AA6E-62F5BD812E8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9364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96C7D-571A-E283-1D54-6AA0E008F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1D024CE-0F38-4286-3D22-AFB6A51D7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65844F1-7890-0FE9-77F4-33D83D6469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6AEA6E7-8846-E312-3254-1BA5299A35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A4AA3BC-9E71-B03D-0702-9B85A1B15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DE6670F-F690-D2A4-28AF-F836F485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218C4C7-7705-4DF7-21E7-CE8EAF7CF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F364B78-EDBF-3BEE-E377-44B1F371C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AE2E10-8A08-4C56-A72C-BBCD987EE8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90854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62EE22-A96F-4F02-1777-492473D3B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0E7D5A5-8732-989B-0F1F-D29771610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E00972D-7B47-B1F8-9CC2-074D74E42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9A36F6-BB37-CEDF-2364-4A3B0412D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ADE0F1-09B7-43E3-900C-618477C649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44227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E06BCAC-3836-D1B5-164B-B61C94A7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C4C937-36C9-420D-0C5F-976C5027A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B8D674-F04D-E273-FEDB-25DF150FA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A856B2-6A0D-4AED-8F52-E317B01ED6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0224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9B4775-EB3C-8F23-3C6E-52DF4AB0B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E6734D-B8A7-C302-7C01-25D4300C4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0E6E8B-B359-6003-DAF9-DC193753E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0A1131-F656-5372-64AA-2FDBF4C04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C48A8F-1DA4-417A-E5EE-B59D6C31E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70AD4F-6DFD-E65B-CE20-1F73ADEC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29E7BF-3AED-4B35-BADE-B2B44E39E34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18035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534916-4BE8-A3A5-7D31-CB99C32CB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3F7B6EC-9DC5-B130-B1D7-02F237536F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17C7BB8-45AB-B853-622C-357466A26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82E0E8-6171-3A8E-3C64-A73992325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3C1DE4F-135E-CED4-6022-DB2D63C81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ABCDBA-D3EB-CB5F-5AEC-9955402E2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280ABF-3B73-4EB3-8D79-773E27DFBA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13926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1CEBFC-2519-6DD2-8863-CADD48987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B91474-3E60-15FD-721C-52A18ECB29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90E909-E98A-5229-EA63-B2C552E90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81D6F1-FC74-C8C6-845D-C3A7AB08E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05CB73-9003-E1F3-FA36-1BD98AFE8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DFA397-E558-4438-9B2F-2AC9D2C1153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20109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F21C580-4207-457E-CE94-E6ACBA4C9A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E9B6FF3-A5C6-4553-E9CF-2BC67A3C9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B72F69-7F7E-CD20-6113-D3226E279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35B87B-E202-8BC1-7C54-2F4B4CCFC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D40B62-B198-85A6-09C5-F0FF95477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E9DF3D-5D8C-4E24-A37A-334785E361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12234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409F209-D970-90D5-2CA7-81EDB4B775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B70C4A1-1364-1243-B52C-EBC3DC13F7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56AF0C9-E7C4-6108-FD53-D2F36362529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6A1A91F-BD05-2AC1-3FE0-377052C1085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B85AC38-3FF7-9AC4-5E70-E2DB656284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4C7A2CD-EDD2-4EC6-9AED-7979A54CD62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9E0FE2C-6717-F7C4-2FFA-3139A6FDFC5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587 – Neste Lenho Me Glorio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69B50A8-ADE6-7348-9E50-32E28DB680E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C001FCB-6CB4-B74E-2B8C-E6A8D10A3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Neste lenho me glorio,</a:t>
            </a:r>
            <a:br>
              <a:rPr lang="en-US" altLang="pt-BR" sz="4000" i="1"/>
            </a:br>
            <a:r>
              <a:rPr lang="en-US" altLang="pt-BR" sz="4000" i="1"/>
              <a:t>Manancial de resplendor;</a:t>
            </a:r>
            <a:br>
              <a:rPr lang="en-US" altLang="pt-BR" sz="4000" i="1"/>
            </a:br>
            <a:r>
              <a:rPr lang="en-US" altLang="pt-BR" sz="4000" i="1"/>
              <a:t>Brilha intenso o suplício</a:t>
            </a:r>
            <a:br>
              <a:rPr lang="en-US" altLang="pt-BR" sz="4000" i="1"/>
            </a:br>
            <a:r>
              <a:rPr lang="en-US" altLang="pt-BR" sz="4000" i="1"/>
              <a:t>Do divino Redentor. </a:t>
            </a:r>
            <a:br>
              <a:rPr lang="en-US" altLang="pt-BR" sz="4000" i="1"/>
            </a:b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5B1B13D-449F-C07E-FAF3-47E07306F1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Quando temos caridade,</a:t>
            </a:r>
            <a:br>
              <a:rPr lang="en-US" altLang="pt-BR" sz="4000" i="1"/>
            </a:br>
            <a:r>
              <a:rPr lang="en-US" altLang="pt-BR" sz="4000" i="1"/>
              <a:t>Mansidão, perfeito amor,</a:t>
            </a:r>
            <a:br>
              <a:rPr lang="en-US" altLang="pt-BR" sz="4000" i="1"/>
            </a:br>
            <a:r>
              <a:rPr lang="en-US" altLang="pt-BR" sz="4000" i="1"/>
              <a:t>Uma intensa claridade</a:t>
            </a:r>
            <a:br>
              <a:rPr lang="en-US" altLang="pt-BR" sz="4000" i="1"/>
            </a:br>
            <a:r>
              <a:rPr lang="en-US" altLang="pt-BR" sz="4000" i="1"/>
              <a:t>Mostra ao mundo seu fulgor. </a:t>
            </a:r>
            <a:br>
              <a:rPr lang="en-US" altLang="pt-BR" sz="4000" i="1"/>
            </a:br>
            <a:endParaRPr lang="en-US" altLang="pt-BR" sz="4000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A0D1D84-ACFC-9C65-EA83-2E52F577DE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Que suprema dor e angústia</a:t>
            </a:r>
            <a:br>
              <a:rPr lang="en-US" altLang="pt-BR" sz="4000" i="1"/>
            </a:br>
            <a:r>
              <a:rPr lang="en-US" altLang="pt-BR" sz="4000" i="1"/>
              <a:t>Suportou o Salvador!</a:t>
            </a:r>
            <a:br>
              <a:rPr lang="en-US" altLang="pt-BR" sz="4000" i="1"/>
            </a:br>
            <a:r>
              <a:rPr lang="en-US" altLang="pt-BR" sz="4000" i="1"/>
              <a:t>Sim, por morte tão terrível</a:t>
            </a:r>
            <a:br>
              <a:rPr lang="en-US" altLang="pt-BR" sz="4000" i="1"/>
            </a:br>
            <a:r>
              <a:rPr lang="en-US" altLang="pt-BR" sz="4000" i="1"/>
              <a:t>Redimiu-nos com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587 – Neste Lenho Me Glorio </vt:lpstr>
      <vt:lpstr>Neste lenho me glorio, Manancial de resplendor; Brilha intenso o suplício Do divino Redentor.  </vt:lpstr>
      <vt:lpstr>Quando temos caridade, Mansidão, perfeito amor, Uma intensa claridade Mostra ao mundo seu fulgor.  </vt:lpstr>
      <vt:lpstr>Que suprema dor e angústia Suportou o Salvador! Sim, por morte tão terrível Redimiu-nos com amor.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587 – Neste Lenho Me Glorio </dc:title>
  <dc:creator>Junior</dc:creator>
  <cp:lastModifiedBy>Emerson Souza</cp:lastModifiedBy>
  <cp:revision>1</cp:revision>
  <dcterms:created xsi:type="dcterms:W3CDTF">2005-12-27T02:10:52Z</dcterms:created>
  <dcterms:modified xsi:type="dcterms:W3CDTF">2026-05-02T22:26:25Z</dcterms:modified>
</cp:coreProperties>
</file>