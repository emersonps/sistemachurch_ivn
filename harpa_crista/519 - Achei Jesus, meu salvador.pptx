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28" autoAdjust="0"/>
  </p:normalViewPr>
  <p:slideViewPr>
    <p:cSldViewPr>
      <p:cViewPr varScale="1">
        <p:scale>
          <a:sx n="66" d="100"/>
          <a:sy n="66" d="100"/>
        </p:scale>
        <p:origin x="-114" y="-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>
            <a:extLst>
              <a:ext uri="{FF2B5EF4-FFF2-40B4-BE49-F238E27FC236}">
                <a16:creationId xmlns:a16="http://schemas.microsoft.com/office/drawing/2014/main" id="{9763A6EF-2B30-22A1-E48D-0B5C18480434}"/>
              </a:ext>
            </a:extLst>
          </p:cNvPr>
          <p:cNvGrpSpPr>
            <a:grpSpLocks/>
          </p:cNvGrpSpPr>
          <p:nvPr/>
        </p:nvGrpSpPr>
        <p:grpSpPr bwMode="auto">
          <a:xfrm>
            <a:off x="0" y="1422400"/>
            <a:ext cx="9147175" cy="5435600"/>
            <a:chOff x="0" y="896"/>
            <a:chExt cx="5762" cy="3424"/>
          </a:xfrm>
        </p:grpSpPr>
        <p:grpSp>
          <p:nvGrpSpPr>
            <p:cNvPr id="5123" name="Group 3">
              <a:extLst>
                <a:ext uri="{FF2B5EF4-FFF2-40B4-BE49-F238E27FC236}">
                  <a16:creationId xmlns:a16="http://schemas.microsoft.com/office/drawing/2014/main" id="{F2EF1521-99A8-D1D9-7890-0DE85B7D96F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0" y="896"/>
              <a:ext cx="5742" cy="3424"/>
              <a:chOff x="20" y="896"/>
              <a:chExt cx="5742" cy="3424"/>
            </a:xfrm>
          </p:grpSpPr>
          <p:sp>
            <p:nvSpPr>
              <p:cNvPr id="5124" name="Freeform 4">
                <a:extLst>
                  <a:ext uri="{FF2B5EF4-FFF2-40B4-BE49-F238E27FC236}">
                    <a16:creationId xmlns:a16="http://schemas.microsoft.com/office/drawing/2014/main" id="{EF1DF5BF-7AFE-575A-833E-DF2259D6C1F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399" y="1116"/>
                <a:ext cx="2815" cy="2110"/>
              </a:xfrm>
              <a:custGeom>
                <a:avLst/>
                <a:gdLst>
                  <a:gd name="T0" fmla="*/ 950 w 2815"/>
                  <a:gd name="T1" fmla="*/ 85 h 2110"/>
                  <a:gd name="T2" fmla="*/ 628 w 2815"/>
                  <a:gd name="T3" fmla="*/ 438 h 2110"/>
                  <a:gd name="T4" fmla="*/ 66 w 2815"/>
                  <a:gd name="T5" fmla="*/ 471 h 2110"/>
                  <a:gd name="T6" fmla="*/ 0 w 2815"/>
                  <a:gd name="T7" fmla="*/ 627 h 2110"/>
                  <a:gd name="T8" fmla="*/ 372 w 2815"/>
                  <a:gd name="T9" fmla="*/ 1026 h 2110"/>
                  <a:gd name="T10" fmla="*/ 611 w 2815"/>
                  <a:gd name="T11" fmla="*/ 902 h 2110"/>
                  <a:gd name="T12" fmla="*/ 992 w 2815"/>
                  <a:gd name="T13" fmla="*/ 1085 h 2110"/>
                  <a:gd name="T14" fmla="*/ 1116 w 2815"/>
                  <a:gd name="T15" fmla="*/ 1339 h 2110"/>
                  <a:gd name="T16" fmla="*/ 1083 w 2815"/>
                  <a:gd name="T17" fmla="*/ 1450 h 2110"/>
                  <a:gd name="T18" fmla="*/ 1124 w 2815"/>
                  <a:gd name="T19" fmla="*/ 1659 h 2110"/>
                  <a:gd name="T20" fmla="*/ 1149 w 2815"/>
                  <a:gd name="T21" fmla="*/ 1999 h 2110"/>
                  <a:gd name="T22" fmla="*/ 1463 w 2815"/>
                  <a:gd name="T23" fmla="*/ 2110 h 2110"/>
                  <a:gd name="T24" fmla="*/ 1686 w 2815"/>
                  <a:gd name="T25" fmla="*/ 2025 h 2110"/>
                  <a:gd name="T26" fmla="*/ 1603 w 2815"/>
                  <a:gd name="T27" fmla="*/ 1777 h 2110"/>
                  <a:gd name="T28" fmla="*/ 1991 w 2815"/>
                  <a:gd name="T29" fmla="*/ 1555 h 2110"/>
                  <a:gd name="T30" fmla="*/ 2281 w 2815"/>
                  <a:gd name="T31" fmla="*/ 1542 h 2110"/>
                  <a:gd name="T32" fmla="*/ 2446 w 2815"/>
                  <a:gd name="T33" fmla="*/ 1359 h 2110"/>
                  <a:gd name="T34" fmla="*/ 2361 w 2815"/>
                  <a:gd name="T35" fmla="*/ 1001 h 2110"/>
                  <a:gd name="T36" fmla="*/ 2606 w 2815"/>
                  <a:gd name="T37" fmla="*/ 893 h 2110"/>
                  <a:gd name="T38" fmla="*/ 2815 w 2815"/>
                  <a:gd name="T39" fmla="*/ 454 h 2110"/>
                  <a:gd name="T40" fmla="*/ 2518 w 2815"/>
                  <a:gd name="T41" fmla="*/ 0 h 2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25" name="Freeform 5">
                <a:extLst>
                  <a:ext uri="{FF2B5EF4-FFF2-40B4-BE49-F238E27FC236}">
                    <a16:creationId xmlns:a16="http://schemas.microsoft.com/office/drawing/2014/main" id="{CF34AFEE-A887-5298-C354-1D6AEC02F22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672" y="1116"/>
                <a:ext cx="3966" cy="2366"/>
              </a:xfrm>
              <a:custGeom>
                <a:avLst/>
                <a:gdLst>
                  <a:gd name="T0" fmla="*/ 1423 w 3966"/>
                  <a:gd name="T1" fmla="*/ 65 h 2366"/>
                  <a:gd name="T2" fmla="*/ 1148 w 3966"/>
                  <a:gd name="T3" fmla="*/ 262 h 2366"/>
                  <a:gd name="T4" fmla="*/ 934 w 3966"/>
                  <a:gd name="T5" fmla="*/ 216 h 2366"/>
                  <a:gd name="T6" fmla="*/ 529 w 3966"/>
                  <a:gd name="T7" fmla="*/ 314 h 2366"/>
                  <a:gd name="T8" fmla="*/ 174 w 3966"/>
                  <a:gd name="T9" fmla="*/ 327 h 2366"/>
                  <a:gd name="T10" fmla="*/ 0 w 3966"/>
                  <a:gd name="T11" fmla="*/ 628 h 2366"/>
                  <a:gd name="T12" fmla="*/ 91 w 3966"/>
                  <a:gd name="T13" fmla="*/ 726 h 2366"/>
                  <a:gd name="T14" fmla="*/ 231 w 3966"/>
                  <a:gd name="T15" fmla="*/ 654 h 2366"/>
                  <a:gd name="T16" fmla="*/ 430 w 3966"/>
                  <a:gd name="T17" fmla="*/ 687 h 2366"/>
                  <a:gd name="T18" fmla="*/ 504 w 3966"/>
                  <a:gd name="T19" fmla="*/ 850 h 2366"/>
                  <a:gd name="T20" fmla="*/ 347 w 3966"/>
                  <a:gd name="T21" fmla="*/ 1020 h 2366"/>
                  <a:gd name="T22" fmla="*/ 529 w 3966"/>
                  <a:gd name="T23" fmla="*/ 1144 h 2366"/>
                  <a:gd name="T24" fmla="*/ 727 w 3966"/>
                  <a:gd name="T25" fmla="*/ 1105 h 2366"/>
                  <a:gd name="T26" fmla="*/ 901 w 3966"/>
                  <a:gd name="T27" fmla="*/ 1216 h 2366"/>
                  <a:gd name="T28" fmla="*/ 1256 w 3966"/>
                  <a:gd name="T29" fmla="*/ 1229 h 2366"/>
                  <a:gd name="T30" fmla="*/ 1611 w 3966"/>
                  <a:gd name="T31" fmla="*/ 1425 h 2366"/>
                  <a:gd name="T32" fmla="*/ 1694 w 3966"/>
                  <a:gd name="T33" fmla="*/ 1673 h 2366"/>
                  <a:gd name="T34" fmla="*/ 1619 w 3966"/>
                  <a:gd name="T35" fmla="*/ 2118 h 2366"/>
                  <a:gd name="T36" fmla="*/ 1694 w 3966"/>
                  <a:gd name="T37" fmla="*/ 2268 h 2366"/>
                  <a:gd name="T38" fmla="*/ 2132 w 3966"/>
                  <a:gd name="T39" fmla="*/ 2242 h 2366"/>
                  <a:gd name="T40" fmla="*/ 2289 w 3966"/>
                  <a:gd name="T41" fmla="*/ 2366 h 2366"/>
                  <a:gd name="T42" fmla="*/ 2594 w 3966"/>
                  <a:gd name="T43" fmla="*/ 2046 h 2366"/>
                  <a:gd name="T44" fmla="*/ 2537 w 3966"/>
                  <a:gd name="T45" fmla="*/ 1817 h 2366"/>
                  <a:gd name="T46" fmla="*/ 2818 w 3966"/>
                  <a:gd name="T47" fmla="*/ 1673 h 2366"/>
                  <a:gd name="T48" fmla="*/ 3016 w 3966"/>
                  <a:gd name="T49" fmla="*/ 1719 h 2366"/>
                  <a:gd name="T50" fmla="*/ 3280 w 3966"/>
                  <a:gd name="T51" fmla="*/ 1615 h 2366"/>
                  <a:gd name="T52" fmla="*/ 3405 w 3966"/>
                  <a:gd name="T53" fmla="*/ 1174 h 2366"/>
                  <a:gd name="T54" fmla="*/ 3643 w 3966"/>
                  <a:gd name="T55" fmla="*/ 922 h 2366"/>
                  <a:gd name="T56" fmla="*/ 3966 w 3966"/>
                  <a:gd name="T57" fmla="*/ 896 h 2366"/>
                  <a:gd name="T58" fmla="*/ 3908 w 3966"/>
                  <a:gd name="T59" fmla="*/ 733 h 2366"/>
                  <a:gd name="T60" fmla="*/ 3669 w 3966"/>
                  <a:gd name="T61" fmla="*/ 563 h 2366"/>
                  <a:gd name="T62" fmla="*/ 3817 w 3966"/>
                  <a:gd name="T63" fmla="*/ 210 h 2366"/>
                  <a:gd name="T64" fmla="*/ 3590 w 3966"/>
                  <a:gd name="T65" fmla="*/ 0 h 2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26" name="Freeform 6">
                <a:extLst>
                  <a:ext uri="{FF2B5EF4-FFF2-40B4-BE49-F238E27FC236}">
                    <a16:creationId xmlns:a16="http://schemas.microsoft.com/office/drawing/2014/main" id="{1A6EA6E8-D744-79A9-8E53-19D209BCAC2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0" y="1069"/>
                <a:ext cx="5732" cy="3107"/>
              </a:xfrm>
              <a:custGeom>
                <a:avLst/>
                <a:gdLst>
                  <a:gd name="T0" fmla="*/ 81 w 5732"/>
                  <a:gd name="T1" fmla="*/ 0 h 3107"/>
                  <a:gd name="T2" fmla="*/ 133 w 5732"/>
                  <a:gd name="T3" fmla="*/ 328 h 3107"/>
                  <a:gd name="T4" fmla="*/ 0 w 5732"/>
                  <a:gd name="T5" fmla="*/ 666 h 3107"/>
                  <a:gd name="T6" fmla="*/ 83 w 5732"/>
                  <a:gd name="T7" fmla="*/ 1221 h 3107"/>
                  <a:gd name="T8" fmla="*/ 413 w 5732"/>
                  <a:gd name="T9" fmla="*/ 1515 h 3107"/>
                  <a:gd name="T10" fmla="*/ 881 w 5732"/>
                  <a:gd name="T11" fmla="*/ 1700 h 3107"/>
                  <a:gd name="T12" fmla="*/ 1440 w 5732"/>
                  <a:gd name="T13" fmla="*/ 1651 h 3107"/>
                  <a:gd name="T14" fmla="*/ 1755 w 5732"/>
                  <a:gd name="T15" fmla="*/ 1940 h 3107"/>
                  <a:gd name="T16" fmla="*/ 1653 w 5732"/>
                  <a:gd name="T17" fmla="*/ 2126 h 3107"/>
                  <a:gd name="T18" fmla="*/ 1136 w 5732"/>
                  <a:gd name="T19" fmla="*/ 2142 h 3107"/>
                  <a:gd name="T20" fmla="*/ 911 w 5732"/>
                  <a:gd name="T21" fmla="*/ 2021 h 3107"/>
                  <a:gd name="T22" fmla="*/ 739 w 5732"/>
                  <a:gd name="T23" fmla="*/ 2142 h 3107"/>
                  <a:gd name="T24" fmla="*/ 954 w 5732"/>
                  <a:gd name="T25" fmla="*/ 2524 h 3107"/>
                  <a:gd name="T26" fmla="*/ 973 w 5732"/>
                  <a:gd name="T27" fmla="*/ 2905 h 3107"/>
                  <a:gd name="T28" fmla="*/ 1511 w 5732"/>
                  <a:gd name="T29" fmla="*/ 3107 h 3107"/>
                  <a:gd name="T30" fmla="*/ 1644 w 5732"/>
                  <a:gd name="T31" fmla="*/ 2922 h 3107"/>
                  <a:gd name="T32" fmla="*/ 2077 w 5732"/>
                  <a:gd name="T33" fmla="*/ 2797 h 3107"/>
                  <a:gd name="T34" fmla="*/ 2610 w 5732"/>
                  <a:gd name="T35" fmla="*/ 2962 h 3107"/>
                  <a:gd name="T36" fmla="*/ 3222 w 5732"/>
                  <a:gd name="T37" fmla="*/ 2812 h 3107"/>
                  <a:gd name="T38" fmla="*/ 3443 w 5732"/>
                  <a:gd name="T39" fmla="*/ 2922 h 3107"/>
                  <a:gd name="T40" fmla="*/ 3861 w 5732"/>
                  <a:gd name="T41" fmla="*/ 2648 h 3107"/>
                  <a:gd name="T42" fmla="*/ 4125 w 5732"/>
                  <a:gd name="T43" fmla="*/ 2311 h 3107"/>
                  <a:gd name="T44" fmla="*/ 4369 w 5732"/>
                  <a:gd name="T45" fmla="*/ 2318 h 3107"/>
                  <a:gd name="T46" fmla="*/ 4554 w 5732"/>
                  <a:gd name="T47" fmla="*/ 2445 h 3107"/>
                  <a:gd name="T48" fmla="*/ 5015 w 5732"/>
                  <a:gd name="T49" fmla="*/ 2142 h 3107"/>
                  <a:gd name="T50" fmla="*/ 5404 w 5732"/>
                  <a:gd name="T51" fmla="*/ 2185 h 3107"/>
                  <a:gd name="T52" fmla="*/ 5732 w 5732"/>
                  <a:gd name="T53" fmla="*/ 2069 h 3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27" name="Freeform 7">
                <a:extLst>
                  <a:ext uri="{FF2B5EF4-FFF2-40B4-BE49-F238E27FC236}">
                    <a16:creationId xmlns:a16="http://schemas.microsoft.com/office/drawing/2014/main" id="{04B012FC-C5BE-4A80-92E2-28BD05020C7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42" y="1145"/>
                <a:ext cx="5512" cy="2760"/>
              </a:xfrm>
              <a:custGeom>
                <a:avLst/>
                <a:gdLst>
                  <a:gd name="T0" fmla="*/ 240 w 5512"/>
                  <a:gd name="T1" fmla="*/ 0 h 2760"/>
                  <a:gd name="T2" fmla="*/ 0 w 5512"/>
                  <a:gd name="T3" fmla="*/ 336 h 2760"/>
                  <a:gd name="T4" fmla="*/ 82 w 5512"/>
                  <a:gd name="T5" fmla="*/ 821 h 2760"/>
                  <a:gd name="T6" fmla="*/ 243 w 5512"/>
                  <a:gd name="T7" fmla="*/ 873 h 2760"/>
                  <a:gd name="T8" fmla="*/ 473 w 5512"/>
                  <a:gd name="T9" fmla="*/ 1087 h 2760"/>
                  <a:gd name="T10" fmla="*/ 557 w 5512"/>
                  <a:gd name="T11" fmla="*/ 1441 h 2760"/>
                  <a:gd name="T12" fmla="*/ 839 w 5512"/>
                  <a:gd name="T13" fmla="*/ 1499 h 2760"/>
                  <a:gd name="T14" fmla="*/ 1258 w 5512"/>
                  <a:gd name="T15" fmla="*/ 1349 h 2760"/>
                  <a:gd name="T16" fmla="*/ 1307 w 5512"/>
                  <a:gd name="T17" fmla="*/ 1493 h 2760"/>
                  <a:gd name="T18" fmla="*/ 1621 w 5512"/>
                  <a:gd name="T19" fmla="*/ 1513 h 2760"/>
                  <a:gd name="T20" fmla="*/ 1862 w 5512"/>
                  <a:gd name="T21" fmla="*/ 1865 h 2760"/>
                  <a:gd name="T22" fmla="*/ 1668 w 5512"/>
                  <a:gd name="T23" fmla="*/ 2166 h 2760"/>
                  <a:gd name="T24" fmla="*/ 1308 w 5512"/>
                  <a:gd name="T25" fmla="*/ 2217 h 2760"/>
                  <a:gd name="T26" fmla="*/ 992 w 5512"/>
                  <a:gd name="T27" fmla="*/ 2172 h 2760"/>
                  <a:gd name="T28" fmla="*/ 903 w 5512"/>
                  <a:gd name="T29" fmla="*/ 2244 h 2760"/>
                  <a:gd name="T30" fmla="*/ 1008 w 5512"/>
                  <a:gd name="T31" fmla="*/ 2415 h 2760"/>
                  <a:gd name="T32" fmla="*/ 992 w 5512"/>
                  <a:gd name="T33" fmla="*/ 2538 h 2760"/>
                  <a:gd name="T34" fmla="*/ 1137 w 5512"/>
                  <a:gd name="T35" fmla="*/ 2760 h 2760"/>
                  <a:gd name="T36" fmla="*/ 1661 w 5512"/>
                  <a:gd name="T37" fmla="*/ 2623 h 2760"/>
                  <a:gd name="T38" fmla="*/ 1725 w 5512"/>
                  <a:gd name="T39" fmla="*/ 2492 h 2760"/>
                  <a:gd name="T40" fmla="*/ 1895 w 5512"/>
                  <a:gd name="T41" fmla="*/ 2551 h 2760"/>
                  <a:gd name="T42" fmla="*/ 2338 w 5512"/>
                  <a:gd name="T43" fmla="*/ 2448 h 2760"/>
                  <a:gd name="T44" fmla="*/ 2443 w 5512"/>
                  <a:gd name="T45" fmla="*/ 2714 h 2760"/>
                  <a:gd name="T46" fmla="*/ 2870 w 5512"/>
                  <a:gd name="T47" fmla="*/ 2541 h 2760"/>
                  <a:gd name="T48" fmla="*/ 3264 w 5512"/>
                  <a:gd name="T49" fmla="*/ 2591 h 2760"/>
                  <a:gd name="T50" fmla="*/ 3522 w 5512"/>
                  <a:gd name="T51" fmla="*/ 2427 h 2760"/>
                  <a:gd name="T52" fmla="*/ 3594 w 5512"/>
                  <a:gd name="T53" fmla="*/ 2081 h 2760"/>
                  <a:gd name="T54" fmla="*/ 4013 w 5512"/>
                  <a:gd name="T55" fmla="*/ 2087 h 2760"/>
                  <a:gd name="T56" fmla="*/ 4070 w 5512"/>
                  <a:gd name="T57" fmla="*/ 1924 h 2760"/>
                  <a:gd name="T58" fmla="*/ 4239 w 5512"/>
                  <a:gd name="T59" fmla="*/ 1931 h 2760"/>
                  <a:gd name="T60" fmla="*/ 4465 w 5512"/>
                  <a:gd name="T61" fmla="*/ 2094 h 2760"/>
                  <a:gd name="T62" fmla="*/ 4836 w 5512"/>
                  <a:gd name="T63" fmla="*/ 1814 h 2760"/>
                  <a:gd name="T64" fmla="*/ 5225 w 5512"/>
                  <a:gd name="T65" fmla="*/ 1785 h 2760"/>
                  <a:gd name="T66" fmla="*/ 5367 w 5512"/>
                  <a:gd name="T67" fmla="*/ 1571 h 2760"/>
                  <a:gd name="T68" fmla="*/ 5512 w 5512"/>
                  <a:gd name="T69" fmla="*/ 1585 h 27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28" name="Freeform 8">
                <a:extLst>
                  <a:ext uri="{FF2B5EF4-FFF2-40B4-BE49-F238E27FC236}">
                    <a16:creationId xmlns:a16="http://schemas.microsoft.com/office/drawing/2014/main" id="{BC4FDEE8-F2C7-EA89-4C1A-DD05B78AA06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840" y="984"/>
                <a:ext cx="790" cy="1189"/>
              </a:xfrm>
              <a:custGeom>
                <a:avLst/>
                <a:gdLst>
                  <a:gd name="T0" fmla="*/ 139 w 790"/>
                  <a:gd name="T1" fmla="*/ 0 h 1189"/>
                  <a:gd name="T2" fmla="*/ 210 w 790"/>
                  <a:gd name="T3" fmla="*/ 233 h 1189"/>
                  <a:gd name="T4" fmla="*/ 159 w 790"/>
                  <a:gd name="T5" fmla="*/ 643 h 1189"/>
                  <a:gd name="T6" fmla="*/ 454 w 790"/>
                  <a:gd name="T7" fmla="*/ 771 h 1189"/>
                  <a:gd name="T8" fmla="*/ 605 w 790"/>
                  <a:gd name="T9" fmla="*/ 1046 h 1189"/>
                  <a:gd name="T10" fmla="*/ 790 w 790"/>
                  <a:gd name="T11" fmla="*/ 1189 h 1189"/>
                  <a:gd name="T12" fmla="*/ 540 w 790"/>
                  <a:gd name="T13" fmla="*/ 1111 h 1189"/>
                  <a:gd name="T14" fmla="*/ 363 w 790"/>
                  <a:gd name="T15" fmla="*/ 883 h 1189"/>
                  <a:gd name="T16" fmla="*/ 139 w 790"/>
                  <a:gd name="T17" fmla="*/ 852 h 1189"/>
                  <a:gd name="T18" fmla="*/ 0 w 790"/>
                  <a:gd name="T19" fmla="*/ 499 h 1189"/>
                  <a:gd name="T20" fmla="*/ 48 w 790"/>
                  <a:gd name="T21" fmla="*/ 209 h 1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29" name="Freeform 9">
                <a:extLst>
                  <a:ext uri="{FF2B5EF4-FFF2-40B4-BE49-F238E27FC236}">
                    <a16:creationId xmlns:a16="http://schemas.microsoft.com/office/drawing/2014/main" id="{5B8B8A8B-4003-EA04-77DF-DB5B2A2ED8F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173" y="896"/>
                <a:ext cx="579" cy="1117"/>
              </a:xfrm>
              <a:custGeom>
                <a:avLst/>
                <a:gdLst>
                  <a:gd name="T0" fmla="*/ 0 w 579"/>
                  <a:gd name="T1" fmla="*/ 0 h 1117"/>
                  <a:gd name="T2" fmla="*/ 128 w 579"/>
                  <a:gd name="T3" fmla="*/ 328 h 1117"/>
                  <a:gd name="T4" fmla="*/ 9 w 579"/>
                  <a:gd name="T5" fmla="*/ 659 h 1117"/>
                  <a:gd name="T6" fmla="*/ 40 w 579"/>
                  <a:gd name="T7" fmla="*/ 763 h 1117"/>
                  <a:gd name="T8" fmla="*/ 234 w 579"/>
                  <a:gd name="T9" fmla="*/ 739 h 1117"/>
                  <a:gd name="T10" fmla="*/ 344 w 579"/>
                  <a:gd name="T11" fmla="*/ 1055 h 1117"/>
                  <a:gd name="T12" fmla="*/ 579 w 579"/>
                  <a:gd name="T13" fmla="*/ 1117 h 1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30" name="Freeform 10">
                <a:extLst>
                  <a:ext uri="{FF2B5EF4-FFF2-40B4-BE49-F238E27FC236}">
                    <a16:creationId xmlns:a16="http://schemas.microsoft.com/office/drawing/2014/main" id="{7B219007-75FB-6207-9A12-26417C8C5D5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291" y="968"/>
                <a:ext cx="2471" cy="2396"/>
              </a:xfrm>
              <a:custGeom>
                <a:avLst/>
                <a:gdLst>
                  <a:gd name="T0" fmla="*/ 1118 w 2471"/>
                  <a:gd name="T1" fmla="*/ 0 h 2396"/>
                  <a:gd name="T2" fmla="*/ 1179 w 2471"/>
                  <a:gd name="T3" fmla="*/ 225 h 2396"/>
                  <a:gd name="T4" fmla="*/ 1393 w 2471"/>
                  <a:gd name="T5" fmla="*/ 339 h 2396"/>
                  <a:gd name="T6" fmla="*/ 1404 w 2471"/>
                  <a:gd name="T7" fmla="*/ 548 h 2396"/>
                  <a:gd name="T8" fmla="*/ 1342 w 2471"/>
                  <a:gd name="T9" fmla="*/ 732 h 2396"/>
                  <a:gd name="T10" fmla="*/ 1434 w 2471"/>
                  <a:gd name="T11" fmla="*/ 925 h 2396"/>
                  <a:gd name="T12" fmla="*/ 1455 w 2471"/>
                  <a:gd name="T13" fmla="*/ 1109 h 2396"/>
                  <a:gd name="T14" fmla="*/ 1311 w 2471"/>
                  <a:gd name="T15" fmla="*/ 1142 h 2396"/>
                  <a:gd name="T16" fmla="*/ 926 w 2471"/>
                  <a:gd name="T17" fmla="*/ 1384 h 2396"/>
                  <a:gd name="T18" fmla="*/ 975 w 2471"/>
                  <a:gd name="T19" fmla="*/ 1456 h 2396"/>
                  <a:gd name="T20" fmla="*/ 956 w 2471"/>
                  <a:gd name="T21" fmla="*/ 1624 h 2396"/>
                  <a:gd name="T22" fmla="*/ 782 w 2471"/>
                  <a:gd name="T23" fmla="*/ 1817 h 2396"/>
                  <a:gd name="T24" fmla="*/ 539 w 2471"/>
                  <a:gd name="T25" fmla="*/ 1978 h 2396"/>
                  <a:gd name="T26" fmla="*/ 152 w 2471"/>
                  <a:gd name="T27" fmla="*/ 2026 h 2396"/>
                  <a:gd name="T28" fmla="*/ 19 w 2471"/>
                  <a:gd name="T29" fmla="*/ 2251 h 2396"/>
                  <a:gd name="T30" fmla="*/ 0 w 2471"/>
                  <a:gd name="T31" fmla="*/ 2396 h 2396"/>
                  <a:gd name="T32" fmla="*/ 213 w 2471"/>
                  <a:gd name="T33" fmla="*/ 2179 h 2396"/>
                  <a:gd name="T34" fmla="*/ 629 w 2471"/>
                  <a:gd name="T35" fmla="*/ 2090 h 2396"/>
                  <a:gd name="T36" fmla="*/ 894 w 2471"/>
                  <a:gd name="T37" fmla="*/ 1906 h 2396"/>
                  <a:gd name="T38" fmla="*/ 1230 w 2471"/>
                  <a:gd name="T39" fmla="*/ 1986 h 2396"/>
                  <a:gd name="T40" fmla="*/ 1668 w 2471"/>
                  <a:gd name="T41" fmla="*/ 1906 h 2396"/>
                  <a:gd name="T42" fmla="*/ 1983 w 2471"/>
                  <a:gd name="T43" fmla="*/ 1745 h 2396"/>
                  <a:gd name="T44" fmla="*/ 2014 w 2471"/>
                  <a:gd name="T45" fmla="*/ 1600 h 2396"/>
                  <a:gd name="T46" fmla="*/ 2237 w 2471"/>
                  <a:gd name="T47" fmla="*/ 1496 h 2396"/>
                  <a:gd name="T48" fmla="*/ 2359 w 2471"/>
                  <a:gd name="T49" fmla="*/ 1552 h 2396"/>
                  <a:gd name="T50" fmla="*/ 2471 w 2471"/>
                  <a:gd name="T51" fmla="*/ 1479 h 2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31" name="Freeform 11">
                <a:extLst>
                  <a:ext uri="{FF2B5EF4-FFF2-40B4-BE49-F238E27FC236}">
                    <a16:creationId xmlns:a16="http://schemas.microsoft.com/office/drawing/2014/main" id="{26138BCA-4D73-F641-8B9C-E9331CDEAEB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66" y="1067"/>
                <a:ext cx="1399" cy="1349"/>
              </a:xfrm>
              <a:custGeom>
                <a:avLst/>
                <a:gdLst>
                  <a:gd name="T0" fmla="*/ 620 w 1399"/>
                  <a:gd name="T1" fmla="*/ 155 h 1349"/>
                  <a:gd name="T2" fmla="*/ 421 w 1399"/>
                  <a:gd name="T3" fmla="*/ 155 h 1349"/>
                  <a:gd name="T4" fmla="*/ 205 w 1399"/>
                  <a:gd name="T5" fmla="*/ 507 h 1349"/>
                  <a:gd name="T6" fmla="*/ 0 w 1399"/>
                  <a:gd name="T7" fmla="*/ 673 h 1349"/>
                  <a:gd name="T8" fmla="*/ 487 w 1399"/>
                  <a:gd name="T9" fmla="*/ 783 h 1349"/>
                  <a:gd name="T10" fmla="*/ 425 w 1399"/>
                  <a:gd name="T11" fmla="*/ 1009 h 1349"/>
                  <a:gd name="T12" fmla="*/ 617 w 1399"/>
                  <a:gd name="T13" fmla="*/ 1086 h 1349"/>
                  <a:gd name="T14" fmla="*/ 498 w 1399"/>
                  <a:gd name="T15" fmla="*/ 1349 h 1349"/>
                  <a:gd name="T16" fmla="*/ 961 w 1399"/>
                  <a:gd name="T17" fmla="*/ 1035 h 1349"/>
                  <a:gd name="T18" fmla="*/ 926 w 1399"/>
                  <a:gd name="T19" fmla="*/ 776 h 1349"/>
                  <a:gd name="T20" fmla="*/ 1181 w 1399"/>
                  <a:gd name="T21" fmla="*/ 749 h 1349"/>
                  <a:gd name="T22" fmla="*/ 1399 w 1399"/>
                  <a:gd name="T23" fmla="*/ 601 h 1349"/>
                  <a:gd name="T24" fmla="*/ 1315 w 1399"/>
                  <a:gd name="T25" fmla="*/ 416 h 1349"/>
                  <a:gd name="T26" fmla="*/ 1341 w 1399"/>
                  <a:gd name="T27" fmla="*/ 196 h 1349"/>
                  <a:gd name="T28" fmla="*/ 1171 w 1399"/>
                  <a:gd name="T29" fmla="*/ 164 h 1349"/>
                  <a:gd name="T30" fmla="*/ 928 w 1399"/>
                  <a:gd name="T31" fmla="*/ 0 h 1349"/>
                  <a:gd name="T32" fmla="*/ 620 w 1399"/>
                  <a:gd name="T33" fmla="*/ 155 h 1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32" name="Freeform 12">
                <a:extLst>
                  <a:ext uri="{FF2B5EF4-FFF2-40B4-BE49-F238E27FC236}">
                    <a16:creationId xmlns:a16="http://schemas.microsoft.com/office/drawing/2014/main" id="{113B14F8-DB45-056F-0CDB-09682541696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75" y="2031"/>
                <a:ext cx="1256" cy="810"/>
              </a:xfrm>
              <a:custGeom>
                <a:avLst/>
                <a:gdLst>
                  <a:gd name="T0" fmla="*/ 719 w 1256"/>
                  <a:gd name="T1" fmla="*/ 183 h 810"/>
                  <a:gd name="T2" fmla="*/ 760 w 1256"/>
                  <a:gd name="T3" fmla="*/ 33 h 810"/>
                  <a:gd name="T4" fmla="*/ 884 w 1256"/>
                  <a:gd name="T5" fmla="*/ 0 h 810"/>
                  <a:gd name="T6" fmla="*/ 983 w 1256"/>
                  <a:gd name="T7" fmla="*/ 78 h 810"/>
                  <a:gd name="T8" fmla="*/ 1082 w 1256"/>
                  <a:gd name="T9" fmla="*/ 248 h 810"/>
                  <a:gd name="T10" fmla="*/ 1256 w 1256"/>
                  <a:gd name="T11" fmla="*/ 229 h 810"/>
                  <a:gd name="T12" fmla="*/ 1248 w 1256"/>
                  <a:gd name="T13" fmla="*/ 359 h 810"/>
                  <a:gd name="T14" fmla="*/ 1016 w 1256"/>
                  <a:gd name="T15" fmla="*/ 431 h 810"/>
                  <a:gd name="T16" fmla="*/ 879 w 1256"/>
                  <a:gd name="T17" fmla="*/ 417 h 810"/>
                  <a:gd name="T18" fmla="*/ 719 w 1256"/>
                  <a:gd name="T19" fmla="*/ 481 h 810"/>
                  <a:gd name="T20" fmla="*/ 591 w 1256"/>
                  <a:gd name="T21" fmla="*/ 633 h 810"/>
                  <a:gd name="T22" fmla="*/ 423 w 1256"/>
                  <a:gd name="T23" fmla="*/ 537 h 810"/>
                  <a:gd name="T24" fmla="*/ 256 w 1256"/>
                  <a:gd name="T25" fmla="*/ 810 h 810"/>
                  <a:gd name="T26" fmla="*/ 66 w 1256"/>
                  <a:gd name="T27" fmla="*/ 764 h 810"/>
                  <a:gd name="T28" fmla="*/ 0 w 1256"/>
                  <a:gd name="T29" fmla="*/ 601 h 810"/>
                  <a:gd name="T30" fmla="*/ 157 w 1256"/>
                  <a:gd name="T31" fmla="*/ 483 h 810"/>
                  <a:gd name="T32" fmla="*/ 248 w 1256"/>
                  <a:gd name="T33" fmla="*/ 281 h 810"/>
                  <a:gd name="T34" fmla="*/ 438 w 1256"/>
                  <a:gd name="T35" fmla="*/ 150 h 810"/>
                  <a:gd name="T36" fmla="*/ 719 w 1256"/>
                  <a:gd name="T37" fmla="*/ 189 h 8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33" name="Freeform 13">
                <a:extLst>
                  <a:ext uri="{FF2B5EF4-FFF2-40B4-BE49-F238E27FC236}">
                    <a16:creationId xmlns:a16="http://schemas.microsoft.com/office/drawing/2014/main" id="{14E1151A-4AEE-6BC2-5E09-4C7C4D1F3B9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914" y="3476"/>
                <a:ext cx="2848" cy="788"/>
              </a:xfrm>
              <a:custGeom>
                <a:avLst/>
                <a:gdLst>
                  <a:gd name="T0" fmla="*/ 2838 w 2848"/>
                  <a:gd name="T1" fmla="*/ 16 h 788"/>
                  <a:gd name="T2" fmla="*/ 2493 w 2848"/>
                  <a:gd name="T3" fmla="*/ 0 h 788"/>
                  <a:gd name="T4" fmla="*/ 2278 w 2848"/>
                  <a:gd name="T5" fmla="*/ 81 h 788"/>
                  <a:gd name="T6" fmla="*/ 1936 w 2848"/>
                  <a:gd name="T7" fmla="*/ 44 h 788"/>
                  <a:gd name="T8" fmla="*/ 1739 w 2848"/>
                  <a:gd name="T9" fmla="*/ 354 h 788"/>
                  <a:gd name="T10" fmla="*/ 1600 w 2848"/>
                  <a:gd name="T11" fmla="*/ 212 h 788"/>
                  <a:gd name="T12" fmla="*/ 1352 w 2848"/>
                  <a:gd name="T13" fmla="*/ 308 h 788"/>
                  <a:gd name="T14" fmla="*/ 1445 w 2848"/>
                  <a:gd name="T15" fmla="*/ 515 h 788"/>
                  <a:gd name="T16" fmla="*/ 1072 w 2848"/>
                  <a:gd name="T17" fmla="*/ 412 h 788"/>
                  <a:gd name="T18" fmla="*/ 888 w 2848"/>
                  <a:gd name="T19" fmla="*/ 540 h 788"/>
                  <a:gd name="T20" fmla="*/ 0 w 2848"/>
                  <a:gd name="T21" fmla="*/ 660 h 788"/>
                  <a:gd name="T22" fmla="*/ 288 w 2848"/>
                  <a:gd name="T23" fmla="*/ 788 h 788"/>
                  <a:gd name="T24" fmla="*/ 1040 w 2848"/>
                  <a:gd name="T25" fmla="*/ 676 h 788"/>
                  <a:gd name="T26" fmla="*/ 1272 w 2848"/>
                  <a:gd name="T27" fmla="*/ 748 h 788"/>
                  <a:gd name="T28" fmla="*/ 2096 w 2848"/>
                  <a:gd name="T29" fmla="*/ 691 h 788"/>
                  <a:gd name="T30" fmla="*/ 2320 w 2848"/>
                  <a:gd name="T31" fmla="*/ 748 h 788"/>
                  <a:gd name="T32" fmla="*/ 2456 w 2848"/>
                  <a:gd name="T33" fmla="*/ 596 h 788"/>
                  <a:gd name="T34" fmla="*/ 2712 w 2848"/>
                  <a:gd name="T35" fmla="*/ 716 h 788"/>
                  <a:gd name="T36" fmla="*/ 2716 w 2848"/>
                  <a:gd name="T37" fmla="*/ 339 h 788"/>
                  <a:gd name="T38" fmla="*/ 2848 w 2848"/>
                  <a:gd name="T39" fmla="*/ 258 h 7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34" name="Freeform 14">
                <a:extLst>
                  <a:ext uri="{FF2B5EF4-FFF2-40B4-BE49-F238E27FC236}">
                    <a16:creationId xmlns:a16="http://schemas.microsoft.com/office/drawing/2014/main" id="{77344DA6-E4A4-EA33-8969-A5465CC45B6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443" y="922"/>
                <a:ext cx="319" cy="854"/>
              </a:xfrm>
              <a:custGeom>
                <a:avLst/>
                <a:gdLst>
                  <a:gd name="T0" fmla="*/ 0 w 319"/>
                  <a:gd name="T1" fmla="*/ 0 h 854"/>
                  <a:gd name="T2" fmla="*/ 106 w 319"/>
                  <a:gd name="T3" fmla="*/ 313 h 854"/>
                  <a:gd name="T4" fmla="*/ 106 w 319"/>
                  <a:gd name="T5" fmla="*/ 634 h 854"/>
                  <a:gd name="T6" fmla="*/ 268 w 319"/>
                  <a:gd name="T7" fmla="*/ 854 h 854"/>
                  <a:gd name="T8" fmla="*/ 278 w 319"/>
                  <a:gd name="T9" fmla="*/ 577 h 854"/>
                  <a:gd name="T10" fmla="*/ 238 w 319"/>
                  <a:gd name="T11" fmla="*/ 400 h 854"/>
                  <a:gd name="T12" fmla="*/ 319 w 319"/>
                  <a:gd name="T13" fmla="*/ 240 h 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35" name="Freeform 15">
                <a:extLst>
                  <a:ext uri="{FF2B5EF4-FFF2-40B4-BE49-F238E27FC236}">
                    <a16:creationId xmlns:a16="http://schemas.microsoft.com/office/drawing/2014/main" id="{8CC0A4AC-3D44-07BD-7F92-F9FE959A048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954" y="3568"/>
                <a:ext cx="646" cy="392"/>
              </a:xfrm>
              <a:custGeom>
                <a:avLst/>
                <a:gdLst>
                  <a:gd name="T0" fmla="*/ 504 w 646"/>
                  <a:gd name="T1" fmla="*/ 0 h 392"/>
                  <a:gd name="T2" fmla="*/ 320 w 646"/>
                  <a:gd name="T3" fmla="*/ 61 h 392"/>
                  <a:gd name="T4" fmla="*/ 238 w 646"/>
                  <a:gd name="T5" fmla="*/ 109 h 392"/>
                  <a:gd name="T6" fmla="*/ 144 w 646"/>
                  <a:gd name="T7" fmla="*/ 216 h 392"/>
                  <a:gd name="T8" fmla="*/ 0 w 646"/>
                  <a:gd name="T9" fmla="*/ 392 h 392"/>
                  <a:gd name="T10" fmla="*/ 360 w 646"/>
                  <a:gd name="T11" fmla="*/ 263 h 392"/>
                  <a:gd name="T12" fmla="*/ 432 w 646"/>
                  <a:gd name="T13" fmla="*/ 182 h 392"/>
                  <a:gd name="T14" fmla="*/ 646 w 646"/>
                  <a:gd name="T15" fmla="*/ 142 h 392"/>
                  <a:gd name="T16" fmla="*/ 504 w 646"/>
                  <a:gd name="T17" fmla="*/ 0 h 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36" name="Freeform 16">
                <a:extLst>
                  <a:ext uri="{FF2B5EF4-FFF2-40B4-BE49-F238E27FC236}">
                    <a16:creationId xmlns:a16="http://schemas.microsoft.com/office/drawing/2014/main" id="{A02D8F4E-DFF1-36CA-558C-2FD319BC59C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0" y="2400"/>
                <a:ext cx="2736" cy="1920"/>
              </a:xfrm>
              <a:custGeom>
                <a:avLst/>
                <a:gdLst>
                  <a:gd name="T0" fmla="*/ 0 w 2736"/>
                  <a:gd name="T1" fmla="*/ 0 h 1920"/>
                  <a:gd name="T2" fmla="*/ 96 w 2736"/>
                  <a:gd name="T3" fmla="*/ 336 h 1920"/>
                  <a:gd name="T4" fmla="*/ 384 w 2736"/>
                  <a:gd name="T5" fmla="*/ 384 h 1920"/>
                  <a:gd name="T6" fmla="*/ 576 w 2736"/>
                  <a:gd name="T7" fmla="*/ 720 h 1920"/>
                  <a:gd name="T8" fmla="*/ 528 w 2736"/>
                  <a:gd name="T9" fmla="*/ 960 h 1920"/>
                  <a:gd name="T10" fmla="*/ 672 w 2736"/>
                  <a:gd name="T11" fmla="*/ 1104 h 1920"/>
                  <a:gd name="T12" fmla="*/ 576 w 2736"/>
                  <a:gd name="T13" fmla="*/ 1392 h 1920"/>
                  <a:gd name="T14" fmla="*/ 624 w 2736"/>
                  <a:gd name="T15" fmla="*/ 1632 h 1920"/>
                  <a:gd name="T16" fmla="*/ 1488 w 2736"/>
                  <a:gd name="T17" fmla="*/ 1872 h 1920"/>
                  <a:gd name="T18" fmla="*/ 1680 w 2736"/>
                  <a:gd name="T19" fmla="*/ 1728 h 1920"/>
                  <a:gd name="T20" fmla="*/ 2208 w 2736"/>
                  <a:gd name="T21" fmla="*/ 1728 h 1920"/>
                  <a:gd name="T22" fmla="*/ 2304 w 2736"/>
                  <a:gd name="T23" fmla="*/ 1632 h 1920"/>
                  <a:gd name="T24" fmla="*/ 2736 w 2736"/>
                  <a:gd name="T25" fmla="*/ 1872 h 1920"/>
                  <a:gd name="T26" fmla="*/ 2640 w 2736"/>
                  <a:gd name="T27" fmla="*/ 1920 h 1920"/>
                  <a:gd name="T28" fmla="*/ 2304 w 2736"/>
                  <a:gd name="T29" fmla="*/ 1824 h 1920"/>
                  <a:gd name="T30" fmla="*/ 2160 w 2736"/>
                  <a:gd name="T31" fmla="*/ 1872 h 1920"/>
                  <a:gd name="T32" fmla="*/ 1632 w 2736"/>
                  <a:gd name="T33" fmla="*/ 1920 h 1920"/>
                  <a:gd name="T34" fmla="*/ 1440 w 2736"/>
                  <a:gd name="T35" fmla="*/ 1920 h 1920"/>
                  <a:gd name="T36" fmla="*/ 480 w 2736"/>
                  <a:gd name="T37" fmla="*/ 1824 h 1920"/>
                  <a:gd name="T38" fmla="*/ 192 w 2736"/>
                  <a:gd name="T39" fmla="*/ 1872 h 1920"/>
                  <a:gd name="T40" fmla="*/ 96 w 2736"/>
                  <a:gd name="T41" fmla="*/ 1680 h 1920"/>
                  <a:gd name="T42" fmla="*/ 288 w 2736"/>
                  <a:gd name="T43" fmla="*/ 1440 h 1920"/>
                  <a:gd name="T44" fmla="*/ 336 w 2736"/>
                  <a:gd name="T45" fmla="*/ 1104 h 1920"/>
                  <a:gd name="T46" fmla="*/ 144 w 2736"/>
                  <a:gd name="T47" fmla="*/ 864 h 1920"/>
                  <a:gd name="T48" fmla="*/ 240 w 2736"/>
                  <a:gd name="T49" fmla="*/ 624 h 1920"/>
                  <a:gd name="T50" fmla="*/ 48 w 2736"/>
                  <a:gd name="T51" fmla="*/ 528 h 1920"/>
                  <a:gd name="T52" fmla="*/ 0 w 2736"/>
                  <a:gd name="T53" fmla="*/ 0 h 19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bg2"/>
                        </a:gs>
                        <a:gs pos="100000">
                          <a:schemeClr val="bg1"/>
                        </a:gs>
                      </a:gsLst>
                      <a:lin ang="1890000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5137" name="Group 17">
              <a:extLst>
                <a:ext uri="{FF2B5EF4-FFF2-40B4-BE49-F238E27FC236}">
                  <a16:creationId xmlns:a16="http://schemas.microsoft.com/office/drawing/2014/main" id="{6416DD23-653C-08E0-BA41-B17DC985015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91"/>
              <a:ext cx="1385" cy="1702"/>
              <a:chOff x="0" y="2291"/>
              <a:chExt cx="1385" cy="1702"/>
            </a:xfrm>
          </p:grpSpPr>
          <p:sp>
            <p:nvSpPr>
              <p:cNvPr id="5138" name="Rectangle 18">
                <a:extLst>
                  <a:ext uri="{FF2B5EF4-FFF2-40B4-BE49-F238E27FC236}">
                    <a16:creationId xmlns:a16="http://schemas.microsoft.com/office/drawing/2014/main" id="{7FB80503-5925-D6CD-827A-0FCE29322F2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62" y="388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39" name="Rectangle 19">
                <a:extLst>
                  <a:ext uri="{FF2B5EF4-FFF2-40B4-BE49-F238E27FC236}">
                    <a16:creationId xmlns:a16="http://schemas.microsoft.com/office/drawing/2014/main" id="{AD9080E7-ECED-696C-777F-2B2B8556B66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33" y="388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40" name="Rectangle 20">
                <a:extLst>
                  <a:ext uri="{FF2B5EF4-FFF2-40B4-BE49-F238E27FC236}">
                    <a16:creationId xmlns:a16="http://schemas.microsoft.com/office/drawing/2014/main" id="{EDAFE2DE-49A2-6472-8DC8-DE85CAD5778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6" y="387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41" name="Rectangle 21">
                <a:extLst>
                  <a:ext uri="{FF2B5EF4-FFF2-40B4-BE49-F238E27FC236}">
                    <a16:creationId xmlns:a16="http://schemas.microsoft.com/office/drawing/2014/main" id="{85DF3923-6289-E739-F32B-40CF361CBEA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209" y="388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42" name="Rectangle 22">
                <a:extLst>
                  <a:ext uri="{FF2B5EF4-FFF2-40B4-BE49-F238E27FC236}">
                    <a16:creationId xmlns:a16="http://schemas.microsoft.com/office/drawing/2014/main" id="{A506B37B-9898-E1EF-9610-52739357A30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182" y="388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43" name="Rectangle 23">
                <a:extLst>
                  <a:ext uri="{FF2B5EF4-FFF2-40B4-BE49-F238E27FC236}">
                    <a16:creationId xmlns:a16="http://schemas.microsoft.com/office/drawing/2014/main" id="{2519064E-0037-86FE-69D9-DA7AC51717D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50138">
                <a:off x="152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44" name="Rectangle 24">
                <a:extLst>
                  <a:ext uri="{FF2B5EF4-FFF2-40B4-BE49-F238E27FC236}">
                    <a16:creationId xmlns:a16="http://schemas.microsoft.com/office/drawing/2014/main" id="{910BB5FF-532E-B11D-B3D9-D92E02B43ED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38076">
                <a:off x="123" y="388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45" name="Rectangle 25">
                <a:extLst>
                  <a:ext uri="{FF2B5EF4-FFF2-40B4-BE49-F238E27FC236}">
                    <a16:creationId xmlns:a16="http://schemas.microsoft.com/office/drawing/2014/main" id="{BCAAFB1D-3380-4A0C-7890-AFE2DFCF014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63" y="386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46" name="Rectangle 26">
                <a:extLst>
                  <a:ext uri="{FF2B5EF4-FFF2-40B4-BE49-F238E27FC236}">
                    <a16:creationId xmlns:a16="http://schemas.microsoft.com/office/drawing/2014/main" id="{2077D0DE-C5B1-8EE6-B9B0-213E7B40BC9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32" y="387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47" name="Rectangle 27">
                <a:extLst>
                  <a:ext uri="{FF2B5EF4-FFF2-40B4-BE49-F238E27FC236}">
                    <a16:creationId xmlns:a16="http://schemas.microsoft.com/office/drawing/2014/main" id="{02CC53D3-F320-756A-4E06-61D978E55C8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83200">
                <a:off x="302" y="387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48" name="Rectangle 28">
                <a:extLst>
                  <a:ext uri="{FF2B5EF4-FFF2-40B4-BE49-F238E27FC236}">
                    <a16:creationId xmlns:a16="http://schemas.microsoft.com/office/drawing/2014/main" id="{22E1C7D3-6452-6650-229C-38F42661C0C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737625">
                <a:off x="270" y="388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49" name="Rectangle 29">
                <a:extLst>
                  <a:ext uri="{FF2B5EF4-FFF2-40B4-BE49-F238E27FC236}">
                    <a16:creationId xmlns:a16="http://schemas.microsoft.com/office/drawing/2014/main" id="{CEC2B419-D57D-2F4C-933F-6C45104CDF7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715477">
                <a:off x="516" y="382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50" name="Rectangle 30">
                <a:extLst>
                  <a:ext uri="{FF2B5EF4-FFF2-40B4-BE49-F238E27FC236}">
                    <a16:creationId xmlns:a16="http://schemas.microsoft.com/office/drawing/2014/main" id="{2FCDAF64-7F3D-28D0-1E65-A67AAA2B292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86" y="38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51" name="Rectangle 31">
                <a:extLst>
                  <a:ext uri="{FF2B5EF4-FFF2-40B4-BE49-F238E27FC236}">
                    <a16:creationId xmlns:a16="http://schemas.microsoft.com/office/drawing/2014/main" id="{792623A7-F98E-1CB0-8887-99C9F3A41B5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56" y="38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52" name="Rectangle 32">
                <a:extLst>
                  <a:ext uri="{FF2B5EF4-FFF2-40B4-BE49-F238E27FC236}">
                    <a16:creationId xmlns:a16="http://schemas.microsoft.com/office/drawing/2014/main" id="{F2C3DFE7-B431-9C57-CD82-0673E345CE9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041352">
                <a:off x="426" y="3851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53" name="Rectangle 33">
                <a:extLst>
                  <a:ext uri="{FF2B5EF4-FFF2-40B4-BE49-F238E27FC236}">
                    <a16:creationId xmlns:a16="http://schemas.microsoft.com/office/drawing/2014/main" id="{38B4656A-6DC7-A6CF-27DD-00C52E5B7D3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64" y="376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54" name="Rectangle 34">
                <a:extLst>
                  <a:ext uri="{FF2B5EF4-FFF2-40B4-BE49-F238E27FC236}">
                    <a16:creationId xmlns:a16="http://schemas.microsoft.com/office/drawing/2014/main" id="{81CB34FF-E2A3-5359-5869-D72CC7AAFFD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34" y="378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55" name="Rectangle 35">
                <a:extLst>
                  <a:ext uri="{FF2B5EF4-FFF2-40B4-BE49-F238E27FC236}">
                    <a16:creationId xmlns:a16="http://schemas.microsoft.com/office/drawing/2014/main" id="{471F77A3-D043-62FD-E575-D3252E7D283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104184">
                <a:off x="605" y="3791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56" name="Rectangle 36">
                <a:extLst>
                  <a:ext uri="{FF2B5EF4-FFF2-40B4-BE49-F238E27FC236}">
                    <a16:creationId xmlns:a16="http://schemas.microsoft.com/office/drawing/2014/main" id="{1512EFD1-B393-7BC4-E325-0EB675D7021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325343">
                <a:off x="575" y="380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57" name="Rectangle 37">
                <a:extLst>
                  <a:ext uri="{FF2B5EF4-FFF2-40B4-BE49-F238E27FC236}">
                    <a16:creationId xmlns:a16="http://schemas.microsoft.com/office/drawing/2014/main" id="{0EA79BF8-1677-39DE-AE5F-26D0B2DE0E2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99" y="3683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58" name="Rectangle 38">
                <a:extLst>
                  <a:ext uri="{FF2B5EF4-FFF2-40B4-BE49-F238E27FC236}">
                    <a16:creationId xmlns:a16="http://schemas.microsoft.com/office/drawing/2014/main" id="{02895025-B067-4AF3-AEED-A3954CFF7C4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72" y="369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59" name="Rectangle 39">
                <a:extLst>
                  <a:ext uri="{FF2B5EF4-FFF2-40B4-BE49-F238E27FC236}">
                    <a16:creationId xmlns:a16="http://schemas.microsoft.com/office/drawing/2014/main" id="{40D150C0-A4F7-A98D-9A23-4E23566100E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45" y="3717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60" name="Rectangle 40">
                <a:extLst>
                  <a:ext uri="{FF2B5EF4-FFF2-40B4-BE49-F238E27FC236}">
                    <a16:creationId xmlns:a16="http://schemas.microsoft.com/office/drawing/2014/main" id="{B2153776-9CC3-FA41-A2D0-ADEFD70A449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717" y="37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61" name="Rectangle 41">
                <a:extLst>
                  <a:ext uri="{FF2B5EF4-FFF2-40B4-BE49-F238E27FC236}">
                    <a16:creationId xmlns:a16="http://schemas.microsoft.com/office/drawing/2014/main" id="{B01D7DBB-26BD-401B-3199-B3CBF0B8AFA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923" y="358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62" name="Rectangle 42">
                <a:extLst>
                  <a:ext uri="{FF2B5EF4-FFF2-40B4-BE49-F238E27FC236}">
                    <a16:creationId xmlns:a16="http://schemas.microsoft.com/office/drawing/2014/main" id="{BBAB322F-6DE6-B446-F0BB-BE1158084FB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899" y="360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63" name="Rectangle 43">
                <a:extLst>
                  <a:ext uri="{FF2B5EF4-FFF2-40B4-BE49-F238E27FC236}">
                    <a16:creationId xmlns:a16="http://schemas.microsoft.com/office/drawing/2014/main" id="{B179B1FA-4913-E6DE-573A-AD61EE42923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76" y="36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64" name="Rectangle 44">
                <a:extLst>
                  <a:ext uri="{FF2B5EF4-FFF2-40B4-BE49-F238E27FC236}">
                    <a16:creationId xmlns:a16="http://schemas.microsoft.com/office/drawing/2014/main" id="{B09AD409-E372-868F-1F60-10A560B7DCD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50" y="364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65" name="Rectangle 45">
                <a:extLst>
                  <a:ext uri="{FF2B5EF4-FFF2-40B4-BE49-F238E27FC236}">
                    <a16:creationId xmlns:a16="http://schemas.microsoft.com/office/drawing/2014/main" id="{3E9ACCAB-E0EA-1514-881F-2F2A4C3B177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27" y="3473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66" name="Rectangle 46">
                <a:extLst>
                  <a:ext uri="{FF2B5EF4-FFF2-40B4-BE49-F238E27FC236}">
                    <a16:creationId xmlns:a16="http://schemas.microsoft.com/office/drawing/2014/main" id="{D7703B57-9CE0-F083-BCE3-F31D001D376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09" y="349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67" name="Rectangle 47">
                <a:extLst>
                  <a:ext uri="{FF2B5EF4-FFF2-40B4-BE49-F238E27FC236}">
                    <a16:creationId xmlns:a16="http://schemas.microsoft.com/office/drawing/2014/main" id="{08909E83-DC51-A58A-574B-36D7142FD4A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90" y="351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68" name="Rectangle 48">
                <a:extLst>
                  <a:ext uri="{FF2B5EF4-FFF2-40B4-BE49-F238E27FC236}">
                    <a16:creationId xmlns:a16="http://schemas.microsoft.com/office/drawing/2014/main" id="{5FD2411F-01EB-A2B5-9BEA-763D10FDF04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69" y="354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69" name="Rectangle 49">
                <a:extLst>
                  <a:ext uri="{FF2B5EF4-FFF2-40B4-BE49-F238E27FC236}">
                    <a16:creationId xmlns:a16="http://schemas.microsoft.com/office/drawing/2014/main" id="{B5B5FB61-5548-EE75-3CB1-6AC3BC4576E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13" y="335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70" name="Rectangle 50">
                <a:extLst>
                  <a:ext uri="{FF2B5EF4-FFF2-40B4-BE49-F238E27FC236}">
                    <a16:creationId xmlns:a16="http://schemas.microsoft.com/office/drawing/2014/main" id="{1D0410AC-807C-AD66-BD3A-4DF3CD3F6B3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00" y="337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71" name="Rectangle 51">
                <a:extLst>
                  <a:ext uri="{FF2B5EF4-FFF2-40B4-BE49-F238E27FC236}">
                    <a16:creationId xmlns:a16="http://schemas.microsoft.com/office/drawing/2014/main" id="{78619066-0594-E820-CF9D-C8CA17626CD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86" y="3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72" name="Rectangle 52">
                <a:extLst>
                  <a:ext uri="{FF2B5EF4-FFF2-40B4-BE49-F238E27FC236}">
                    <a16:creationId xmlns:a16="http://schemas.microsoft.com/office/drawing/2014/main" id="{BC86A1E3-FC1D-FB5B-E5DD-C3F29B62849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64" y="342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73" name="Rectangle 53">
                <a:extLst>
                  <a:ext uri="{FF2B5EF4-FFF2-40B4-BE49-F238E27FC236}">
                    <a16:creationId xmlns:a16="http://schemas.microsoft.com/office/drawing/2014/main" id="{86584395-4380-14BC-EFE9-09025A05697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69913">
                <a:off x="1172" y="3225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74" name="Rectangle 54">
                <a:extLst>
                  <a:ext uri="{FF2B5EF4-FFF2-40B4-BE49-F238E27FC236}">
                    <a16:creationId xmlns:a16="http://schemas.microsoft.com/office/drawing/2014/main" id="{77F4F614-5F19-F2AA-ACDE-7CE13E3024C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9869">
                <a:off x="1162" y="325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75" name="Rectangle 55">
                <a:extLst>
                  <a:ext uri="{FF2B5EF4-FFF2-40B4-BE49-F238E27FC236}">
                    <a16:creationId xmlns:a16="http://schemas.microsoft.com/office/drawing/2014/main" id="{F4448401-CC67-2822-E593-812EBFDE12D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54" y="327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76" name="Rectangle 56">
                <a:extLst>
                  <a:ext uri="{FF2B5EF4-FFF2-40B4-BE49-F238E27FC236}">
                    <a16:creationId xmlns:a16="http://schemas.microsoft.com/office/drawing/2014/main" id="{7756AC0B-24F5-69F6-D30C-07FF3E5C713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41" y="330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77" name="Rectangle 57">
                <a:extLst>
                  <a:ext uri="{FF2B5EF4-FFF2-40B4-BE49-F238E27FC236}">
                    <a16:creationId xmlns:a16="http://schemas.microsoft.com/office/drawing/2014/main" id="{0006615A-C4D4-B195-A659-84B5A3FADB9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3905">
                <a:off x="1211" y="309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78" name="Rectangle 58">
                <a:extLst>
                  <a:ext uri="{FF2B5EF4-FFF2-40B4-BE49-F238E27FC236}">
                    <a16:creationId xmlns:a16="http://schemas.microsoft.com/office/drawing/2014/main" id="{E7B15363-C3F7-A892-2D54-707E7CD1CA2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1" y="312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79" name="Rectangle 59">
                <a:extLst>
                  <a:ext uri="{FF2B5EF4-FFF2-40B4-BE49-F238E27FC236}">
                    <a16:creationId xmlns:a16="http://schemas.microsoft.com/office/drawing/2014/main" id="{2E66C794-390F-E4E2-B918-B4BB9BD9494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0" y="3147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80" name="Rectangle 60">
                <a:extLst>
                  <a:ext uri="{FF2B5EF4-FFF2-40B4-BE49-F238E27FC236}">
                    <a16:creationId xmlns:a16="http://schemas.microsoft.com/office/drawing/2014/main" id="{9140377C-676F-6499-F768-A3CA8D4400D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14188">
                <a:off x="1189" y="31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81" name="Rectangle 61">
                <a:extLst>
                  <a:ext uri="{FF2B5EF4-FFF2-40B4-BE49-F238E27FC236}">
                    <a16:creationId xmlns:a16="http://schemas.microsoft.com/office/drawing/2014/main" id="{EBF7E56D-8DAF-A159-2443-DEFF51C69C7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2388">
                <a:off x="1219" y="296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82" name="Rectangle 62">
                <a:extLst>
                  <a:ext uri="{FF2B5EF4-FFF2-40B4-BE49-F238E27FC236}">
                    <a16:creationId xmlns:a16="http://schemas.microsoft.com/office/drawing/2014/main" id="{E3AC690A-E9B6-0C51-16A1-EB38D9FCB07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2991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83" name="Rectangle 63">
                <a:extLst>
                  <a:ext uri="{FF2B5EF4-FFF2-40B4-BE49-F238E27FC236}">
                    <a16:creationId xmlns:a16="http://schemas.microsoft.com/office/drawing/2014/main" id="{770E7756-4308-0BC9-CE36-DD98544598F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30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84" name="Rectangle 64">
                <a:extLst>
                  <a:ext uri="{FF2B5EF4-FFF2-40B4-BE49-F238E27FC236}">
                    <a16:creationId xmlns:a16="http://schemas.microsoft.com/office/drawing/2014/main" id="{D31F7B9E-751A-9720-E65F-13FD9F7BDD8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70546">
                <a:off x="1219" y="30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85" name="Rectangle 65">
                <a:extLst>
                  <a:ext uri="{FF2B5EF4-FFF2-40B4-BE49-F238E27FC236}">
                    <a16:creationId xmlns:a16="http://schemas.microsoft.com/office/drawing/2014/main" id="{37B1C4B0-871D-63D4-932D-F2F90732C7C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32286">
                <a:off x="1207" y="2843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86" name="Rectangle 66">
                <a:extLst>
                  <a:ext uri="{FF2B5EF4-FFF2-40B4-BE49-F238E27FC236}">
                    <a16:creationId xmlns:a16="http://schemas.microsoft.com/office/drawing/2014/main" id="{DF16ED54-4347-75A6-EE5B-EDCF85ECEA7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3" y="286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87" name="Rectangle 67">
                <a:extLst>
                  <a:ext uri="{FF2B5EF4-FFF2-40B4-BE49-F238E27FC236}">
                    <a16:creationId xmlns:a16="http://schemas.microsoft.com/office/drawing/2014/main" id="{A26713E8-CEC0-94B1-4440-0B923218D2A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6" y="288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88" name="Rectangle 68">
                <a:extLst>
                  <a:ext uri="{FF2B5EF4-FFF2-40B4-BE49-F238E27FC236}">
                    <a16:creationId xmlns:a16="http://schemas.microsoft.com/office/drawing/2014/main" id="{25F8099D-AE1C-7102-BE4E-A28A7200CB2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06259">
                <a:off x="1219" y="29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89" name="Rectangle 69">
                <a:extLst>
                  <a:ext uri="{FF2B5EF4-FFF2-40B4-BE49-F238E27FC236}">
                    <a16:creationId xmlns:a16="http://schemas.microsoft.com/office/drawing/2014/main" id="{AEB4BD10-C391-27D9-1797-262319F2079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543941">
                <a:off x="1165" y="272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90" name="Rectangle 70">
                <a:extLst>
                  <a:ext uri="{FF2B5EF4-FFF2-40B4-BE49-F238E27FC236}">
                    <a16:creationId xmlns:a16="http://schemas.microsoft.com/office/drawing/2014/main" id="{763A6859-D51F-D160-A55E-47EA0AC877B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76" y="2752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91" name="Rectangle 71">
                <a:extLst>
                  <a:ext uri="{FF2B5EF4-FFF2-40B4-BE49-F238E27FC236}">
                    <a16:creationId xmlns:a16="http://schemas.microsoft.com/office/drawing/2014/main" id="{FCCF946A-C2B7-52F3-F185-26CD6DC7EF3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84" y="277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92" name="Rectangle 72">
                <a:extLst>
                  <a:ext uri="{FF2B5EF4-FFF2-40B4-BE49-F238E27FC236}">
                    <a16:creationId xmlns:a16="http://schemas.microsoft.com/office/drawing/2014/main" id="{949EEDD9-D400-AA60-A7C4-45FF79A758F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94" y="279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93" name="Rectangle 73">
                <a:extLst>
                  <a:ext uri="{FF2B5EF4-FFF2-40B4-BE49-F238E27FC236}">
                    <a16:creationId xmlns:a16="http://schemas.microsoft.com/office/drawing/2014/main" id="{8B1CEAD3-2BB9-2268-81BF-DB523DD64E1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928746">
                <a:off x="1101" y="262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94" name="Rectangle 74">
                <a:extLst>
                  <a:ext uri="{FF2B5EF4-FFF2-40B4-BE49-F238E27FC236}">
                    <a16:creationId xmlns:a16="http://schemas.microsoft.com/office/drawing/2014/main" id="{BCC6C864-FD2B-4682-A5F2-05D4D5150CA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44175">
                <a:off x="1114" y="264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95" name="Rectangle 75">
                <a:extLst>
                  <a:ext uri="{FF2B5EF4-FFF2-40B4-BE49-F238E27FC236}">
                    <a16:creationId xmlns:a16="http://schemas.microsoft.com/office/drawing/2014/main" id="{75517BCA-BD94-1021-4874-A90EF9079DD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29" y="266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96" name="Rectangle 76">
                <a:extLst>
                  <a:ext uri="{FF2B5EF4-FFF2-40B4-BE49-F238E27FC236}">
                    <a16:creationId xmlns:a16="http://schemas.microsoft.com/office/drawing/2014/main" id="{2DC49174-BD9E-41E3-40DE-0D89E5BD503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42" y="268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97" name="Rectangle 77">
                <a:extLst>
                  <a:ext uri="{FF2B5EF4-FFF2-40B4-BE49-F238E27FC236}">
                    <a16:creationId xmlns:a16="http://schemas.microsoft.com/office/drawing/2014/main" id="{36086616-38EA-4C7D-2425-3F8B2863B97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14" y="253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98" name="Rectangle 78">
                <a:extLst>
                  <a:ext uri="{FF2B5EF4-FFF2-40B4-BE49-F238E27FC236}">
                    <a16:creationId xmlns:a16="http://schemas.microsoft.com/office/drawing/2014/main" id="{917A65F1-C66B-263D-B7A9-FE713F2A529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35" y="255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199" name="Rectangle 79">
                <a:extLst>
                  <a:ext uri="{FF2B5EF4-FFF2-40B4-BE49-F238E27FC236}">
                    <a16:creationId xmlns:a16="http://schemas.microsoft.com/office/drawing/2014/main" id="{9EB0ED1A-3704-98F2-00EB-22E0B22D770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50" y="257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00" name="Rectangle 80">
                <a:extLst>
                  <a:ext uri="{FF2B5EF4-FFF2-40B4-BE49-F238E27FC236}">
                    <a16:creationId xmlns:a16="http://schemas.microsoft.com/office/drawing/2014/main" id="{058C84FC-F547-0395-A4A3-8FB4C3394B3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342866">
                <a:off x="1068" y="2590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01" name="Freeform 81">
                <a:extLst>
                  <a:ext uri="{FF2B5EF4-FFF2-40B4-BE49-F238E27FC236}">
                    <a16:creationId xmlns:a16="http://schemas.microsoft.com/office/drawing/2014/main" id="{2E8EB147-AB54-13F2-09DF-84841CE0B7A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486" y="2563"/>
                <a:ext cx="180" cy="151"/>
              </a:xfrm>
              <a:custGeom>
                <a:avLst/>
                <a:gdLst>
                  <a:gd name="T0" fmla="*/ 0 w 180"/>
                  <a:gd name="T1" fmla="*/ 144 h 151"/>
                  <a:gd name="T2" fmla="*/ 28 w 180"/>
                  <a:gd name="T3" fmla="*/ 147 h 151"/>
                  <a:gd name="T4" fmla="*/ 64 w 180"/>
                  <a:gd name="T5" fmla="*/ 46 h 151"/>
                  <a:gd name="T6" fmla="*/ 94 w 180"/>
                  <a:gd name="T7" fmla="*/ 151 h 151"/>
                  <a:gd name="T8" fmla="*/ 129 w 180"/>
                  <a:gd name="T9" fmla="*/ 151 h 151"/>
                  <a:gd name="T10" fmla="*/ 180 w 180"/>
                  <a:gd name="T11" fmla="*/ 9 h 151"/>
                  <a:gd name="T12" fmla="*/ 148 w 180"/>
                  <a:gd name="T13" fmla="*/ 10 h 151"/>
                  <a:gd name="T14" fmla="*/ 112 w 180"/>
                  <a:gd name="T15" fmla="*/ 112 h 151"/>
                  <a:gd name="T16" fmla="*/ 79 w 180"/>
                  <a:gd name="T17" fmla="*/ 0 h 151"/>
                  <a:gd name="T18" fmla="*/ 48 w 180"/>
                  <a:gd name="T19" fmla="*/ 0 h 151"/>
                  <a:gd name="T20" fmla="*/ 0 w 180"/>
                  <a:gd name="T21" fmla="*/ 144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202" name="Rectangle 82">
                <a:extLst>
                  <a:ext uri="{FF2B5EF4-FFF2-40B4-BE49-F238E27FC236}">
                    <a16:creationId xmlns:a16="http://schemas.microsoft.com/office/drawing/2014/main" id="{439C2510-DB5D-1F59-1FE9-C1064832C7E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575641">
                <a:off x="-217" y="3138"/>
                <a:ext cx="122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03" name="Rectangle 83">
                <a:extLst>
                  <a:ext uri="{FF2B5EF4-FFF2-40B4-BE49-F238E27FC236}">
                    <a16:creationId xmlns:a16="http://schemas.microsoft.com/office/drawing/2014/main" id="{5077050A-C8D7-8FF9-12FD-462FBF01320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8799">
                <a:off x="4" y="3146"/>
                <a:ext cx="103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04" name="Rectangle 84">
                <a:extLst>
                  <a:ext uri="{FF2B5EF4-FFF2-40B4-BE49-F238E27FC236}">
                    <a16:creationId xmlns:a16="http://schemas.microsoft.com/office/drawing/2014/main" id="{0FE5A076-919B-8681-698D-E94126A84A8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07" y="24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05" name="Rectangle 85">
                <a:extLst>
                  <a:ext uri="{FF2B5EF4-FFF2-40B4-BE49-F238E27FC236}">
                    <a16:creationId xmlns:a16="http://schemas.microsoft.com/office/drawing/2014/main" id="{A3FD218A-B4FF-C866-C8BF-34A0EB43E81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30" y="248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06" name="Rectangle 86">
                <a:extLst>
                  <a:ext uri="{FF2B5EF4-FFF2-40B4-BE49-F238E27FC236}">
                    <a16:creationId xmlns:a16="http://schemas.microsoft.com/office/drawing/2014/main" id="{271A07B8-DAF3-09D6-72CD-73221C28169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54" y="249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07" name="Rectangle 87">
                <a:extLst>
                  <a:ext uri="{FF2B5EF4-FFF2-40B4-BE49-F238E27FC236}">
                    <a16:creationId xmlns:a16="http://schemas.microsoft.com/office/drawing/2014/main" id="{9AFB6167-6A21-A1BC-FE65-DD612D426D9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61033">
                <a:off x="974" y="2509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08" name="Rectangle 88">
                <a:extLst>
                  <a:ext uri="{FF2B5EF4-FFF2-40B4-BE49-F238E27FC236}">
                    <a16:creationId xmlns:a16="http://schemas.microsoft.com/office/drawing/2014/main" id="{8A869B93-167F-FCCC-842E-8C2B506C8B3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788" y="242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09" name="Rectangle 89">
                <a:extLst>
                  <a:ext uri="{FF2B5EF4-FFF2-40B4-BE49-F238E27FC236}">
                    <a16:creationId xmlns:a16="http://schemas.microsoft.com/office/drawing/2014/main" id="{F55FF718-EDF5-C40B-99FD-E902A0D0439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815" y="243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10" name="Rectangle 90">
                <a:extLst>
                  <a:ext uri="{FF2B5EF4-FFF2-40B4-BE49-F238E27FC236}">
                    <a16:creationId xmlns:a16="http://schemas.microsoft.com/office/drawing/2014/main" id="{3047FAF0-2034-4A6F-D066-F2BA5CD376C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514633">
                <a:off x="837" y="24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11" name="Rectangle 91">
                <a:extLst>
                  <a:ext uri="{FF2B5EF4-FFF2-40B4-BE49-F238E27FC236}">
                    <a16:creationId xmlns:a16="http://schemas.microsoft.com/office/drawing/2014/main" id="{1F7EAD42-E5A1-9CA9-88BE-5518460D6AB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220799">
                <a:off x="862" y="245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12" name="Rectangle 92">
                <a:extLst>
                  <a:ext uri="{FF2B5EF4-FFF2-40B4-BE49-F238E27FC236}">
                    <a16:creationId xmlns:a16="http://schemas.microsoft.com/office/drawing/2014/main" id="{265C6997-DDF8-B8FF-D72B-4682D1F3A3B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338250">
                <a:off x="649" y="239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13" name="Rectangle 93">
                <a:extLst>
                  <a:ext uri="{FF2B5EF4-FFF2-40B4-BE49-F238E27FC236}">
                    <a16:creationId xmlns:a16="http://schemas.microsoft.com/office/drawing/2014/main" id="{80B5E281-343D-B880-FD90-2DAC83C6839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677" y="240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14" name="Rectangle 94">
                <a:extLst>
                  <a:ext uri="{FF2B5EF4-FFF2-40B4-BE49-F238E27FC236}">
                    <a16:creationId xmlns:a16="http://schemas.microsoft.com/office/drawing/2014/main" id="{E264E269-EE53-EB95-1117-E61E6241F8A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707" y="2407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15" name="Rectangle 95">
                <a:extLst>
                  <a:ext uri="{FF2B5EF4-FFF2-40B4-BE49-F238E27FC236}">
                    <a16:creationId xmlns:a16="http://schemas.microsoft.com/office/drawing/2014/main" id="{154AF481-3CA7-A874-D5B5-9EB1F048777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989246">
                <a:off x="737" y="2411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16" name="Rectangle 96">
                <a:extLst>
                  <a:ext uri="{FF2B5EF4-FFF2-40B4-BE49-F238E27FC236}">
                    <a16:creationId xmlns:a16="http://schemas.microsoft.com/office/drawing/2014/main" id="{69FE2566-D594-5FBD-BA6D-CCFD4F6C097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62215">
                <a:off x="503" y="239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17" name="Rectangle 97">
                <a:extLst>
                  <a:ext uri="{FF2B5EF4-FFF2-40B4-BE49-F238E27FC236}">
                    <a16:creationId xmlns:a16="http://schemas.microsoft.com/office/drawing/2014/main" id="{4299ADCA-AD7A-7405-BCD6-891F49F9AE8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73370">
                <a:off x="533" y="239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18" name="Rectangle 98">
                <a:extLst>
                  <a:ext uri="{FF2B5EF4-FFF2-40B4-BE49-F238E27FC236}">
                    <a16:creationId xmlns:a16="http://schemas.microsoft.com/office/drawing/2014/main" id="{C904B10E-71BC-62F0-4745-E36766C808E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46721">
                <a:off x="563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19" name="Rectangle 99">
                <a:extLst>
                  <a:ext uri="{FF2B5EF4-FFF2-40B4-BE49-F238E27FC236}">
                    <a16:creationId xmlns:a16="http://schemas.microsoft.com/office/drawing/2014/main" id="{D2118022-0526-6F89-6202-1A5118B84BA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580623">
                <a:off x="594" y="2391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20" name="Rectangle 100">
                <a:extLst>
                  <a:ext uri="{FF2B5EF4-FFF2-40B4-BE49-F238E27FC236}">
                    <a16:creationId xmlns:a16="http://schemas.microsoft.com/office/drawing/2014/main" id="{4A947F61-D501-ED93-D25F-1A98C1F0A86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95129">
                <a:off x="355" y="241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21" name="Rectangle 101">
                <a:extLst>
                  <a:ext uri="{FF2B5EF4-FFF2-40B4-BE49-F238E27FC236}">
                    <a16:creationId xmlns:a16="http://schemas.microsoft.com/office/drawing/2014/main" id="{BD7658C5-4619-9FE2-5EF4-2343AFC5500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360484">
                <a:off x="385" y="240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22" name="Rectangle 102">
                <a:extLst>
                  <a:ext uri="{FF2B5EF4-FFF2-40B4-BE49-F238E27FC236}">
                    <a16:creationId xmlns:a16="http://schemas.microsoft.com/office/drawing/2014/main" id="{CBAA1B0B-9B2B-8134-5B71-DC5B9A4C096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288939">
                <a:off x="418" y="240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23" name="Rectangle 103">
                <a:extLst>
                  <a:ext uri="{FF2B5EF4-FFF2-40B4-BE49-F238E27FC236}">
                    <a16:creationId xmlns:a16="http://schemas.microsoft.com/office/drawing/2014/main" id="{E2A0190E-670D-BAE0-755D-D79334C56B8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64854">
                <a:off x="449" y="2400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24" name="Rectangle 104">
                <a:extLst>
                  <a:ext uri="{FF2B5EF4-FFF2-40B4-BE49-F238E27FC236}">
                    <a16:creationId xmlns:a16="http://schemas.microsoft.com/office/drawing/2014/main" id="{DB413F0B-824E-AB5D-88D8-C7262A435F7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32163">
                <a:off x="206" y="245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25" name="Rectangle 105">
                <a:extLst>
                  <a:ext uri="{FF2B5EF4-FFF2-40B4-BE49-F238E27FC236}">
                    <a16:creationId xmlns:a16="http://schemas.microsoft.com/office/drawing/2014/main" id="{5641C269-2763-36C7-71E4-A8A5911A492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220433">
                <a:off x="237" y="24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26" name="Rectangle 106">
                <a:extLst>
                  <a:ext uri="{FF2B5EF4-FFF2-40B4-BE49-F238E27FC236}">
                    <a16:creationId xmlns:a16="http://schemas.microsoft.com/office/drawing/2014/main" id="{AD0FE718-0314-C41B-36D3-12C682C0FE8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10943">
                <a:off x="266" y="243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27" name="Rectangle 107">
                <a:extLst>
                  <a:ext uri="{FF2B5EF4-FFF2-40B4-BE49-F238E27FC236}">
                    <a16:creationId xmlns:a16="http://schemas.microsoft.com/office/drawing/2014/main" id="{FF719993-B8BB-F87F-48B6-C791757EA9F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919570">
                <a:off x="292" y="242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28" name="Rectangle 108">
                <a:extLst>
                  <a:ext uri="{FF2B5EF4-FFF2-40B4-BE49-F238E27FC236}">
                    <a16:creationId xmlns:a16="http://schemas.microsoft.com/office/drawing/2014/main" id="{71795B9B-7F8A-0652-234C-3B8DB309605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376291">
                <a:off x="5" y="254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29" name="Rectangle 109">
                <a:extLst>
                  <a:ext uri="{FF2B5EF4-FFF2-40B4-BE49-F238E27FC236}">
                    <a16:creationId xmlns:a16="http://schemas.microsoft.com/office/drawing/2014/main" id="{26CBE342-C3B6-D8B8-976A-87827682098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64" y="2517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30" name="Rectangle 110">
                <a:extLst>
                  <a:ext uri="{FF2B5EF4-FFF2-40B4-BE49-F238E27FC236}">
                    <a16:creationId xmlns:a16="http://schemas.microsoft.com/office/drawing/2014/main" id="{7F89B0AC-B83A-A52E-E8D6-CFFF39F7A1A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92" y="250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31" name="Rectangle 111">
                <a:extLst>
                  <a:ext uri="{FF2B5EF4-FFF2-40B4-BE49-F238E27FC236}">
                    <a16:creationId xmlns:a16="http://schemas.microsoft.com/office/drawing/2014/main" id="{AB04174A-660B-66D5-2C3D-95527FBE1B5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119" y="249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32" name="Rectangle 112">
                <a:extLst>
                  <a:ext uri="{FF2B5EF4-FFF2-40B4-BE49-F238E27FC236}">
                    <a16:creationId xmlns:a16="http://schemas.microsoft.com/office/drawing/2014/main" id="{CC5BFA71-7925-8DFB-E420-EF30CEC25AA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57704">
                <a:off x="150" y="247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33" name="Rectangle 113">
                <a:extLst>
                  <a:ext uri="{FF2B5EF4-FFF2-40B4-BE49-F238E27FC236}">
                    <a16:creationId xmlns:a16="http://schemas.microsoft.com/office/drawing/2014/main" id="{F97CF11B-B837-7A07-04CF-C1A2EE13E39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0" y="336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34" name="Rectangle 114">
                <a:extLst>
                  <a:ext uri="{FF2B5EF4-FFF2-40B4-BE49-F238E27FC236}">
                    <a16:creationId xmlns:a16="http://schemas.microsoft.com/office/drawing/2014/main" id="{BDD511B9-238C-9D6E-F9BA-101143969B1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511" y="347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35" name="Rectangle 115">
                <a:extLst>
                  <a:ext uri="{FF2B5EF4-FFF2-40B4-BE49-F238E27FC236}">
                    <a16:creationId xmlns:a16="http://schemas.microsoft.com/office/drawing/2014/main" id="{F57F945D-325E-8539-93DC-C126A3C5F36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35" y="279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36" name="Rectangle 116">
                <a:extLst>
                  <a:ext uri="{FF2B5EF4-FFF2-40B4-BE49-F238E27FC236}">
                    <a16:creationId xmlns:a16="http://schemas.microsoft.com/office/drawing/2014/main" id="{5C5ED225-EB79-D574-5F06-8308731BDDD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700" y="2851"/>
                <a:ext cx="31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37" name="Rectangle 117">
                <a:extLst>
                  <a:ext uri="{FF2B5EF4-FFF2-40B4-BE49-F238E27FC236}">
                    <a16:creationId xmlns:a16="http://schemas.microsoft.com/office/drawing/2014/main" id="{E23DEB39-B6AA-F46B-143B-08F8D8694EA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08516">
                <a:off x="200" y="3915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38" name="Rectangle 118">
                <a:extLst>
                  <a:ext uri="{FF2B5EF4-FFF2-40B4-BE49-F238E27FC236}">
                    <a16:creationId xmlns:a16="http://schemas.microsoft.com/office/drawing/2014/main" id="{0CF080FA-CFCE-E1CC-2C65-1B5ECD7A509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683973">
                <a:off x="45" y="3915"/>
                <a:ext cx="144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39" name="Rectangle 119">
                <a:extLst>
                  <a:ext uri="{FF2B5EF4-FFF2-40B4-BE49-F238E27FC236}">
                    <a16:creationId xmlns:a16="http://schemas.microsoft.com/office/drawing/2014/main" id="{3ECF35F8-1CC5-C796-EB95-A975457151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245609">
                <a:off x="361" y="389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40" name="Rectangle 120">
                <a:extLst>
                  <a:ext uri="{FF2B5EF4-FFF2-40B4-BE49-F238E27FC236}">
                    <a16:creationId xmlns:a16="http://schemas.microsoft.com/office/drawing/2014/main" id="{58B8393A-845A-F79F-A9A6-9971189CF12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500520">
                <a:off x="522" y="3847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41" name="Rectangle 121">
                <a:extLst>
                  <a:ext uri="{FF2B5EF4-FFF2-40B4-BE49-F238E27FC236}">
                    <a16:creationId xmlns:a16="http://schemas.microsoft.com/office/drawing/2014/main" id="{7497251B-038F-6236-8E45-127B38D1E3E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05227">
                <a:off x="670" y="377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42" name="Rectangle 122">
                <a:extLst>
                  <a:ext uri="{FF2B5EF4-FFF2-40B4-BE49-F238E27FC236}">
                    <a16:creationId xmlns:a16="http://schemas.microsoft.com/office/drawing/2014/main" id="{D4888A03-5A7A-7642-44CF-80FADE14BFA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060138">
                <a:off x="813" y="368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43" name="Rectangle 123">
                <a:extLst>
                  <a:ext uri="{FF2B5EF4-FFF2-40B4-BE49-F238E27FC236}">
                    <a16:creationId xmlns:a16="http://schemas.microsoft.com/office/drawing/2014/main" id="{EC9D50A9-BFE1-E0FA-CF83-14C194212E7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090281">
                <a:off x="938" y="3582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44" name="Rectangle 124">
                <a:extLst>
                  <a:ext uri="{FF2B5EF4-FFF2-40B4-BE49-F238E27FC236}">
                    <a16:creationId xmlns:a16="http://schemas.microsoft.com/office/drawing/2014/main" id="{6DC9BA69-015B-1540-9B2E-015C5502D5F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-18" y="2506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45" name="Rectangle 125">
                <a:extLst>
                  <a:ext uri="{FF2B5EF4-FFF2-40B4-BE49-F238E27FC236}">
                    <a16:creationId xmlns:a16="http://schemas.microsoft.com/office/drawing/2014/main" id="{14E69BFE-10FC-901B-69DD-F9DD7328674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06501">
                <a:off x="136" y="243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46" name="Rectangle 126">
                <a:extLst>
                  <a:ext uri="{FF2B5EF4-FFF2-40B4-BE49-F238E27FC236}">
                    <a16:creationId xmlns:a16="http://schemas.microsoft.com/office/drawing/2014/main" id="{46B8A1FA-DE5C-04B6-2937-E007D0322AB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970620">
                <a:off x="447" y="2364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47" name="Rectangle 127">
                <a:extLst>
                  <a:ext uri="{FF2B5EF4-FFF2-40B4-BE49-F238E27FC236}">
                    <a16:creationId xmlns:a16="http://schemas.microsoft.com/office/drawing/2014/main" id="{B69D4350-1219-AA07-292B-47AE69B143B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98502">
                <a:off x="597" y="2360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48" name="Rectangle 128">
                <a:extLst>
                  <a:ext uri="{FF2B5EF4-FFF2-40B4-BE49-F238E27FC236}">
                    <a16:creationId xmlns:a16="http://schemas.microsoft.com/office/drawing/2014/main" id="{BFEB6D8A-755A-134A-33D6-1C7F59BFE2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76305">
                <a:off x="739" y="2386"/>
                <a:ext cx="15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49" name="Rectangle 129">
                <a:extLst>
                  <a:ext uri="{FF2B5EF4-FFF2-40B4-BE49-F238E27FC236}">
                    <a16:creationId xmlns:a16="http://schemas.microsoft.com/office/drawing/2014/main" id="{9D52EE70-859D-9719-D399-B1BEE229734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188616">
                <a:off x="869" y="24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50" name="Rectangle 130">
                <a:extLst>
                  <a:ext uri="{FF2B5EF4-FFF2-40B4-BE49-F238E27FC236}">
                    <a16:creationId xmlns:a16="http://schemas.microsoft.com/office/drawing/2014/main" id="{060650B9-E5C0-6060-FA1B-607214631A1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10246">
                <a:off x="984" y="2497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51" name="Rectangle 131">
                <a:extLst>
                  <a:ext uri="{FF2B5EF4-FFF2-40B4-BE49-F238E27FC236}">
                    <a16:creationId xmlns:a16="http://schemas.microsoft.com/office/drawing/2014/main" id="{B0EAB25E-996B-9B43-D4DD-31481279609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190008">
                <a:off x="1075" y="2585"/>
                <a:ext cx="17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52" name="Rectangle 132">
                <a:extLst>
                  <a:ext uri="{FF2B5EF4-FFF2-40B4-BE49-F238E27FC236}">
                    <a16:creationId xmlns:a16="http://schemas.microsoft.com/office/drawing/2014/main" id="{CCBC6D94-DD00-04AE-7EAC-37ECD213701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28558">
                <a:off x="1147" y="2688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53" name="Rectangle 133">
                <a:extLst>
                  <a:ext uri="{FF2B5EF4-FFF2-40B4-BE49-F238E27FC236}">
                    <a16:creationId xmlns:a16="http://schemas.microsoft.com/office/drawing/2014/main" id="{ADB72F6A-C018-1B35-C129-C066C854571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72118">
                <a:off x="1198" y="2805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54" name="Rectangle 134">
                <a:extLst>
                  <a:ext uri="{FF2B5EF4-FFF2-40B4-BE49-F238E27FC236}">
                    <a16:creationId xmlns:a16="http://schemas.microsoft.com/office/drawing/2014/main" id="{D735ACEE-972E-9E8A-D62B-C2659D5B47B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53845">
                <a:off x="1218" y="29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55" name="Rectangle 135">
                <a:extLst>
                  <a:ext uri="{FF2B5EF4-FFF2-40B4-BE49-F238E27FC236}">
                    <a16:creationId xmlns:a16="http://schemas.microsoft.com/office/drawing/2014/main" id="{2E6F5001-692A-EC9A-C23E-3FF2E8ED3C7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87823">
                <a:off x="1213" y="3066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56" name="Rectangle 136">
                <a:extLst>
                  <a:ext uri="{FF2B5EF4-FFF2-40B4-BE49-F238E27FC236}">
                    <a16:creationId xmlns:a16="http://schemas.microsoft.com/office/drawing/2014/main" id="{15D1FCFC-18C0-6E75-D0DB-CF1FA9A1790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96741">
                <a:off x="1126" y="3337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57" name="Rectangle 137">
                <a:extLst>
                  <a:ext uri="{FF2B5EF4-FFF2-40B4-BE49-F238E27FC236}">
                    <a16:creationId xmlns:a16="http://schemas.microsoft.com/office/drawing/2014/main" id="{CCA9C0B5-2E8A-E14A-BCD4-5087CC68B88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9990">
                <a:off x="1041" y="3465"/>
                <a:ext cx="14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58" name="Freeform 138">
                <a:extLst>
                  <a:ext uri="{FF2B5EF4-FFF2-40B4-BE49-F238E27FC236}">
                    <a16:creationId xmlns:a16="http://schemas.microsoft.com/office/drawing/2014/main" id="{D744C987-0D9F-08A6-3159-53C5C6C7C137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50" y="3136"/>
                <a:ext cx="204" cy="120"/>
              </a:xfrm>
              <a:custGeom>
                <a:avLst/>
                <a:gdLst>
                  <a:gd name="T0" fmla="*/ 168 w 204"/>
                  <a:gd name="T1" fmla="*/ 120 h 120"/>
                  <a:gd name="T2" fmla="*/ 204 w 204"/>
                  <a:gd name="T3" fmla="*/ 12 h 120"/>
                  <a:gd name="T4" fmla="*/ 42 w 204"/>
                  <a:gd name="T5" fmla="*/ 0 h 120"/>
                  <a:gd name="T6" fmla="*/ 0 w 204"/>
                  <a:gd name="T7" fmla="*/ 108 h 120"/>
                  <a:gd name="T8" fmla="*/ 30 w 204"/>
                  <a:gd name="T9" fmla="*/ 114 h 120"/>
                  <a:gd name="T10" fmla="*/ 60 w 204"/>
                  <a:gd name="T11" fmla="*/ 30 h 120"/>
                  <a:gd name="T12" fmla="*/ 102 w 204"/>
                  <a:gd name="T13" fmla="*/ 36 h 120"/>
                  <a:gd name="T14" fmla="*/ 78 w 204"/>
                  <a:gd name="T15" fmla="*/ 108 h 120"/>
                  <a:gd name="T16" fmla="*/ 102 w 204"/>
                  <a:gd name="T17" fmla="*/ 108 h 120"/>
                  <a:gd name="T18" fmla="*/ 132 w 204"/>
                  <a:gd name="T19" fmla="*/ 36 h 120"/>
                  <a:gd name="T20" fmla="*/ 162 w 204"/>
                  <a:gd name="T21" fmla="*/ 36 h 120"/>
                  <a:gd name="T22" fmla="*/ 138 w 204"/>
                  <a:gd name="T23" fmla="*/ 114 h 120"/>
                  <a:gd name="T24" fmla="*/ 168 w 204"/>
                  <a:gd name="T25" fmla="*/ 12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259" name="Freeform 139">
                <a:extLst>
                  <a:ext uri="{FF2B5EF4-FFF2-40B4-BE49-F238E27FC236}">
                    <a16:creationId xmlns:a16="http://schemas.microsoft.com/office/drawing/2014/main" id="{CA00A4E3-38E6-20E0-7FB7-363D29034AF2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9" y="2722"/>
                <a:ext cx="90" cy="78"/>
              </a:xfrm>
              <a:custGeom>
                <a:avLst/>
                <a:gdLst>
                  <a:gd name="T0" fmla="*/ 66 w 90"/>
                  <a:gd name="T1" fmla="*/ 36 h 78"/>
                  <a:gd name="T2" fmla="*/ 66 w 90"/>
                  <a:gd name="T3" fmla="*/ 36 h 78"/>
                  <a:gd name="T4" fmla="*/ 18 w 90"/>
                  <a:gd name="T5" fmla="*/ 24 h 78"/>
                  <a:gd name="T6" fmla="*/ 0 w 90"/>
                  <a:gd name="T7" fmla="*/ 30 h 78"/>
                  <a:gd name="T8" fmla="*/ 36 w 90"/>
                  <a:gd name="T9" fmla="*/ 78 h 78"/>
                  <a:gd name="T10" fmla="*/ 48 w 90"/>
                  <a:gd name="T11" fmla="*/ 72 h 78"/>
                  <a:gd name="T12" fmla="*/ 24 w 90"/>
                  <a:gd name="T13" fmla="*/ 36 h 78"/>
                  <a:gd name="T14" fmla="*/ 24 w 90"/>
                  <a:gd name="T15" fmla="*/ 36 h 78"/>
                  <a:gd name="T16" fmla="*/ 72 w 90"/>
                  <a:gd name="T17" fmla="*/ 54 h 78"/>
                  <a:gd name="T18" fmla="*/ 90 w 90"/>
                  <a:gd name="T19" fmla="*/ 42 h 78"/>
                  <a:gd name="T20" fmla="*/ 54 w 90"/>
                  <a:gd name="T21" fmla="*/ 0 h 78"/>
                  <a:gd name="T22" fmla="*/ 42 w 90"/>
                  <a:gd name="T23" fmla="*/ 6 h 78"/>
                  <a:gd name="T24" fmla="*/ 66 w 90"/>
                  <a:gd name="T25" fmla="*/ 36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260" name="Freeform 140">
                <a:extLst>
                  <a:ext uri="{FF2B5EF4-FFF2-40B4-BE49-F238E27FC236}">
                    <a16:creationId xmlns:a16="http://schemas.microsoft.com/office/drawing/2014/main" id="{965A7DB2-D024-B6CD-BE8C-0AC582044D07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7" y="2651"/>
                <a:ext cx="101" cy="89"/>
              </a:xfrm>
              <a:custGeom>
                <a:avLst/>
                <a:gdLst>
                  <a:gd name="T0" fmla="*/ 54 w 101"/>
                  <a:gd name="T1" fmla="*/ 89 h 89"/>
                  <a:gd name="T2" fmla="*/ 65 w 101"/>
                  <a:gd name="T3" fmla="*/ 83 h 89"/>
                  <a:gd name="T4" fmla="*/ 48 w 101"/>
                  <a:gd name="T5" fmla="*/ 35 h 89"/>
                  <a:gd name="T6" fmla="*/ 89 w 101"/>
                  <a:gd name="T7" fmla="*/ 65 h 89"/>
                  <a:gd name="T8" fmla="*/ 101 w 101"/>
                  <a:gd name="T9" fmla="*/ 59 h 89"/>
                  <a:gd name="T10" fmla="*/ 83 w 101"/>
                  <a:gd name="T11" fmla="*/ 0 h 89"/>
                  <a:gd name="T12" fmla="*/ 71 w 101"/>
                  <a:gd name="T13" fmla="*/ 12 h 89"/>
                  <a:gd name="T14" fmla="*/ 83 w 101"/>
                  <a:gd name="T15" fmla="*/ 41 h 89"/>
                  <a:gd name="T16" fmla="*/ 48 w 101"/>
                  <a:gd name="T17" fmla="*/ 23 h 89"/>
                  <a:gd name="T18" fmla="*/ 36 w 101"/>
                  <a:gd name="T19" fmla="*/ 29 h 89"/>
                  <a:gd name="T20" fmla="*/ 45 w 101"/>
                  <a:gd name="T21" fmla="*/ 68 h 89"/>
                  <a:gd name="T22" fmla="*/ 18 w 101"/>
                  <a:gd name="T23" fmla="*/ 41 h 89"/>
                  <a:gd name="T24" fmla="*/ 0 w 101"/>
                  <a:gd name="T25" fmla="*/ 53 h 89"/>
                  <a:gd name="T26" fmla="*/ 54 w 101"/>
                  <a:gd name="T27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261" name="Freeform 141">
                <a:extLst>
                  <a:ext uri="{FF2B5EF4-FFF2-40B4-BE49-F238E27FC236}">
                    <a16:creationId xmlns:a16="http://schemas.microsoft.com/office/drawing/2014/main" id="{B967E7A6-F76D-5A17-976D-F412E04BE34A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677" y="3502"/>
                <a:ext cx="83" cy="78"/>
              </a:xfrm>
              <a:custGeom>
                <a:avLst/>
                <a:gdLst>
                  <a:gd name="T0" fmla="*/ 36 w 83"/>
                  <a:gd name="T1" fmla="*/ 78 h 78"/>
                  <a:gd name="T2" fmla="*/ 83 w 83"/>
                  <a:gd name="T3" fmla="*/ 48 h 78"/>
                  <a:gd name="T4" fmla="*/ 54 w 83"/>
                  <a:gd name="T5" fmla="*/ 0 h 78"/>
                  <a:gd name="T6" fmla="*/ 0 w 83"/>
                  <a:gd name="T7" fmla="*/ 30 h 78"/>
                  <a:gd name="T8" fmla="*/ 6 w 83"/>
                  <a:gd name="T9" fmla="*/ 36 h 78"/>
                  <a:gd name="T10" fmla="*/ 42 w 83"/>
                  <a:gd name="T11" fmla="*/ 18 h 78"/>
                  <a:gd name="T12" fmla="*/ 54 w 83"/>
                  <a:gd name="T13" fmla="*/ 30 h 78"/>
                  <a:gd name="T14" fmla="*/ 24 w 83"/>
                  <a:gd name="T15" fmla="*/ 48 h 78"/>
                  <a:gd name="T16" fmla="*/ 30 w 83"/>
                  <a:gd name="T17" fmla="*/ 54 h 78"/>
                  <a:gd name="T18" fmla="*/ 60 w 83"/>
                  <a:gd name="T19" fmla="*/ 36 h 78"/>
                  <a:gd name="T20" fmla="*/ 66 w 83"/>
                  <a:gd name="T21" fmla="*/ 48 h 78"/>
                  <a:gd name="T22" fmla="*/ 30 w 83"/>
                  <a:gd name="T23" fmla="*/ 66 h 78"/>
                  <a:gd name="T24" fmla="*/ 36 w 83"/>
                  <a:gd name="T25" fmla="*/ 7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262" name="Freeform 142">
                <a:extLst>
                  <a:ext uri="{FF2B5EF4-FFF2-40B4-BE49-F238E27FC236}">
                    <a16:creationId xmlns:a16="http://schemas.microsoft.com/office/drawing/2014/main" id="{AD5D7C55-FF32-839E-9213-E32EAB364742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40" y="2782"/>
                <a:ext cx="90" cy="72"/>
              </a:xfrm>
              <a:custGeom>
                <a:avLst/>
                <a:gdLst>
                  <a:gd name="T0" fmla="*/ 90 w 90"/>
                  <a:gd name="T1" fmla="*/ 30 h 72"/>
                  <a:gd name="T2" fmla="*/ 66 w 90"/>
                  <a:gd name="T3" fmla="*/ 0 h 72"/>
                  <a:gd name="T4" fmla="*/ 0 w 90"/>
                  <a:gd name="T5" fmla="*/ 36 h 72"/>
                  <a:gd name="T6" fmla="*/ 24 w 90"/>
                  <a:gd name="T7" fmla="*/ 72 h 72"/>
                  <a:gd name="T8" fmla="*/ 36 w 90"/>
                  <a:gd name="T9" fmla="*/ 66 h 72"/>
                  <a:gd name="T10" fmla="*/ 18 w 90"/>
                  <a:gd name="T11" fmla="*/ 42 h 72"/>
                  <a:gd name="T12" fmla="*/ 36 w 90"/>
                  <a:gd name="T13" fmla="*/ 30 h 72"/>
                  <a:gd name="T14" fmla="*/ 54 w 90"/>
                  <a:gd name="T15" fmla="*/ 54 h 72"/>
                  <a:gd name="T16" fmla="*/ 60 w 90"/>
                  <a:gd name="T17" fmla="*/ 48 h 72"/>
                  <a:gd name="T18" fmla="*/ 48 w 90"/>
                  <a:gd name="T19" fmla="*/ 24 h 72"/>
                  <a:gd name="T20" fmla="*/ 60 w 90"/>
                  <a:gd name="T21" fmla="*/ 12 h 72"/>
                  <a:gd name="T22" fmla="*/ 78 w 90"/>
                  <a:gd name="T23" fmla="*/ 42 h 72"/>
                  <a:gd name="T24" fmla="*/ 90 w 90"/>
                  <a:gd name="T25" fmla="*/ 3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263" name="Freeform 143">
                <a:extLst>
                  <a:ext uri="{FF2B5EF4-FFF2-40B4-BE49-F238E27FC236}">
                    <a16:creationId xmlns:a16="http://schemas.microsoft.com/office/drawing/2014/main" id="{D28A84C1-432B-0D11-9CBF-9984D1F0E57C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98" y="2716"/>
                <a:ext cx="90" cy="84"/>
              </a:xfrm>
              <a:custGeom>
                <a:avLst/>
                <a:gdLst>
                  <a:gd name="T0" fmla="*/ 42 w 90"/>
                  <a:gd name="T1" fmla="*/ 60 h 84"/>
                  <a:gd name="T2" fmla="*/ 42 w 90"/>
                  <a:gd name="T3" fmla="*/ 60 h 84"/>
                  <a:gd name="T4" fmla="*/ 72 w 90"/>
                  <a:gd name="T5" fmla="*/ 12 h 84"/>
                  <a:gd name="T6" fmla="*/ 66 w 90"/>
                  <a:gd name="T7" fmla="*/ 0 h 84"/>
                  <a:gd name="T8" fmla="*/ 0 w 90"/>
                  <a:gd name="T9" fmla="*/ 42 h 84"/>
                  <a:gd name="T10" fmla="*/ 6 w 90"/>
                  <a:gd name="T11" fmla="*/ 54 h 84"/>
                  <a:gd name="T12" fmla="*/ 54 w 90"/>
                  <a:gd name="T13" fmla="*/ 24 h 84"/>
                  <a:gd name="T14" fmla="*/ 54 w 90"/>
                  <a:gd name="T15" fmla="*/ 24 h 84"/>
                  <a:gd name="T16" fmla="*/ 18 w 90"/>
                  <a:gd name="T17" fmla="*/ 72 h 84"/>
                  <a:gd name="T18" fmla="*/ 24 w 90"/>
                  <a:gd name="T19" fmla="*/ 84 h 84"/>
                  <a:gd name="T20" fmla="*/ 90 w 90"/>
                  <a:gd name="T21" fmla="*/ 42 h 84"/>
                  <a:gd name="T22" fmla="*/ 84 w 90"/>
                  <a:gd name="T23" fmla="*/ 30 h 84"/>
                  <a:gd name="T24" fmla="*/ 42 w 90"/>
                  <a:gd name="T25" fmla="*/ 6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264" name="Freeform 144">
                <a:extLst>
                  <a:ext uri="{FF2B5EF4-FFF2-40B4-BE49-F238E27FC236}">
                    <a16:creationId xmlns:a16="http://schemas.microsoft.com/office/drawing/2014/main" id="{1BCA2E04-7BBE-7CCB-FA23-FCE91A01F3EA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37"/>
                <a:ext cx="6" cy="12"/>
              </a:xfrm>
              <a:custGeom>
                <a:avLst/>
                <a:gdLst>
                  <a:gd name="T0" fmla="*/ 6 w 6"/>
                  <a:gd name="T1" fmla="*/ 0 h 12"/>
                  <a:gd name="T2" fmla="*/ 6 w 6"/>
                  <a:gd name="T3" fmla="*/ 0 h 12"/>
                  <a:gd name="T4" fmla="*/ 0 w 6"/>
                  <a:gd name="T5" fmla="*/ 0 h 12"/>
                  <a:gd name="T6" fmla="*/ 0 w 6"/>
                  <a:gd name="T7" fmla="*/ 0 h 12"/>
                  <a:gd name="T8" fmla="*/ 0 w 6"/>
                  <a:gd name="T9" fmla="*/ 12 h 12"/>
                  <a:gd name="T10" fmla="*/ 6 w 6"/>
                  <a:gd name="T11" fmla="*/ 0 h 12"/>
                  <a:gd name="T12" fmla="*/ 6 w 6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265" name="Freeform 145">
                <a:extLst>
                  <a:ext uri="{FF2B5EF4-FFF2-40B4-BE49-F238E27FC236}">
                    <a16:creationId xmlns:a16="http://schemas.microsoft.com/office/drawing/2014/main" id="{26D4C8A0-8786-B443-3FBB-D07B0BF352A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2555"/>
                <a:ext cx="30" cy="48"/>
              </a:xfrm>
              <a:custGeom>
                <a:avLst/>
                <a:gdLst>
                  <a:gd name="T0" fmla="*/ 18 w 30"/>
                  <a:gd name="T1" fmla="*/ 48 h 48"/>
                  <a:gd name="T2" fmla="*/ 18 w 30"/>
                  <a:gd name="T3" fmla="*/ 48 h 48"/>
                  <a:gd name="T4" fmla="*/ 30 w 30"/>
                  <a:gd name="T5" fmla="*/ 42 h 48"/>
                  <a:gd name="T6" fmla="*/ 0 w 30"/>
                  <a:gd name="T7" fmla="*/ 0 h 48"/>
                  <a:gd name="T8" fmla="*/ 0 w 30"/>
                  <a:gd name="T9" fmla="*/ 24 h 48"/>
                  <a:gd name="T10" fmla="*/ 18 w 30"/>
                  <a:gd name="T11" fmla="*/ 48 h 48"/>
                  <a:gd name="T12" fmla="*/ 18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266" name="Freeform 146">
                <a:extLst>
                  <a:ext uri="{FF2B5EF4-FFF2-40B4-BE49-F238E27FC236}">
                    <a16:creationId xmlns:a16="http://schemas.microsoft.com/office/drawing/2014/main" id="{79F29689-E115-25D2-0F7E-5BA1011138DC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43"/>
                <a:ext cx="36" cy="66"/>
              </a:xfrm>
              <a:custGeom>
                <a:avLst/>
                <a:gdLst>
                  <a:gd name="T0" fmla="*/ 36 w 36"/>
                  <a:gd name="T1" fmla="*/ 0 h 66"/>
                  <a:gd name="T2" fmla="*/ 24 w 36"/>
                  <a:gd name="T3" fmla="*/ 0 h 66"/>
                  <a:gd name="T4" fmla="*/ 24 w 36"/>
                  <a:gd name="T5" fmla="*/ 0 h 66"/>
                  <a:gd name="T6" fmla="*/ 0 w 36"/>
                  <a:gd name="T7" fmla="*/ 36 h 66"/>
                  <a:gd name="T8" fmla="*/ 0 w 36"/>
                  <a:gd name="T9" fmla="*/ 66 h 66"/>
                  <a:gd name="T10" fmla="*/ 36 w 36"/>
                  <a:gd name="T11" fmla="*/ 0 h 66"/>
                  <a:gd name="T12" fmla="*/ 36 w 36"/>
                  <a:gd name="T13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267" name="Rectangle 147">
                <a:extLst>
                  <a:ext uri="{FF2B5EF4-FFF2-40B4-BE49-F238E27FC236}">
                    <a16:creationId xmlns:a16="http://schemas.microsoft.com/office/drawing/2014/main" id="{D65AB3F4-EF95-9415-CAF7-4B7EE78FB9A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44926">
                <a:off x="1177" y="3201"/>
                <a:ext cx="16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68" name="Rectangle 148">
                <a:extLst>
                  <a:ext uri="{FF2B5EF4-FFF2-40B4-BE49-F238E27FC236}">
                    <a16:creationId xmlns:a16="http://schemas.microsoft.com/office/drawing/2014/main" id="{B16036C6-FDE5-3318-1428-ED03805FB5C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598588">
                <a:off x="290" y="2386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269" name="Freeform 149">
                <a:extLst>
                  <a:ext uri="{FF2B5EF4-FFF2-40B4-BE49-F238E27FC236}">
                    <a16:creationId xmlns:a16="http://schemas.microsoft.com/office/drawing/2014/main" id="{905C4431-F235-87DD-024C-89C7127AE7FC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39" y="3573"/>
                <a:ext cx="144" cy="154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270" name="Freeform 150">
                <a:extLst>
                  <a:ext uri="{FF2B5EF4-FFF2-40B4-BE49-F238E27FC236}">
                    <a16:creationId xmlns:a16="http://schemas.microsoft.com/office/drawing/2014/main" id="{E2A1BD4B-4FCC-D989-E3CA-55AF0E3E62F8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-2857037">
                <a:off x="619" y="3550"/>
                <a:ext cx="68" cy="69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271" name="Freeform 151">
                <a:extLst>
                  <a:ext uri="{FF2B5EF4-FFF2-40B4-BE49-F238E27FC236}">
                    <a16:creationId xmlns:a16="http://schemas.microsoft.com/office/drawing/2014/main" id="{6E48FAA8-0687-AB93-4B98-0347267A37CC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35" y="2503"/>
                <a:ext cx="348" cy="1272"/>
              </a:xfrm>
              <a:custGeom>
                <a:avLst/>
                <a:gdLst>
                  <a:gd name="T0" fmla="*/ 0 w 348"/>
                  <a:gd name="T1" fmla="*/ 0 h 1272"/>
                  <a:gd name="T2" fmla="*/ 287 w 348"/>
                  <a:gd name="T3" fmla="*/ 582 h 1272"/>
                  <a:gd name="T4" fmla="*/ 348 w 348"/>
                  <a:gd name="T5" fmla="*/ 1272 h 1272"/>
                  <a:gd name="T6" fmla="*/ 54 w 348"/>
                  <a:gd name="T7" fmla="*/ 676 h 1272"/>
                  <a:gd name="T8" fmla="*/ 0 w 348"/>
                  <a:gd name="T9" fmla="*/ 0 h 1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96863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272" name="Oval 152">
                <a:extLst>
                  <a:ext uri="{FF2B5EF4-FFF2-40B4-BE49-F238E27FC236}">
                    <a16:creationId xmlns:a16="http://schemas.microsoft.com/office/drawing/2014/main" id="{7794EB6F-3896-A579-59FA-44976E0A047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684349">
                <a:off x="296" y="3047"/>
                <a:ext cx="221" cy="174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90980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5273" name="Rectangle 153">
            <a:extLst>
              <a:ext uri="{FF2B5EF4-FFF2-40B4-BE49-F238E27FC236}">
                <a16:creationId xmlns:a16="http://schemas.microsoft.com/office/drawing/2014/main" id="{25F431B3-41D6-E2EA-6073-5033E868CAE4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684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5274" name="Rectangle 154">
            <a:extLst>
              <a:ext uri="{FF2B5EF4-FFF2-40B4-BE49-F238E27FC236}">
                <a16:creationId xmlns:a16="http://schemas.microsoft.com/office/drawing/2014/main" id="{43499BCB-8E01-64FC-DEE5-8024E2E4A401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5275" name="Rectangle 155">
            <a:extLst>
              <a:ext uri="{FF2B5EF4-FFF2-40B4-BE49-F238E27FC236}">
                <a16:creationId xmlns:a16="http://schemas.microsoft.com/office/drawing/2014/main" id="{6D70E924-85A3-CF9E-3E76-017F595D05C6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>
          <a:xfrm>
            <a:off x="304800" y="6248400"/>
            <a:ext cx="22860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endParaRPr lang="en-US" altLang="pt-BR"/>
          </a:p>
        </p:txBody>
      </p:sp>
      <p:sp>
        <p:nvSpPr>
          <p:cNvPr id="5276" name="Rectangle 156">
            <a:extLst>
              <a:ext uri="{FF2B5EF4-FFF2-40B4-BE49-F238E27FC236}">
                <a16:creationId xmlns:a16="http://schemas.microsoft.com/office/drawing/2014/main" id="{958DECAE-0D4D-BF53-5584-CB92D003892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endParaRPr lang="en-US" altLang="pt-BR"/>
          </a:p>
        </p:txBody>
      </p:sp>
      <p:sp>
        <p:nvSpPr>
          <p:cNvPr id="5277" name="Rectangle 157">
            <a:extLst>
              <a:ext uri="{FF2B5EF4-FFF2-40B4-BE49-F238E27FC236}">
                <a16:creationId xmlns:a16="http://schemas.microsoft.com/office/drawing/2014/main" id="{E79FF824-4A60-A50B-5C96-9E284484AAF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22860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fld id="{E55FA7EB-90B2-4BAA-B5B4-B055FF3277E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497789-0EEB-6CCE-C9C2-F65D55911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F5C119-D3A2-C7C7-32F4-F3AC7E2BA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13570F-2038-428C-7B45-ACD34BA4D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104C4E-9FA1-21B6-1D11-46EB98B02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DBBBEE-297F-81EE-AB39-925D303BE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BDEE13-40F1-41FD-A089-BC94A58C8D6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80753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A30A6F-A8D0-AB56-1AFD-3F366EB82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93D9D7-D047-4A03-ACEE-582C82F31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BC8736-6ADE-0F1E-281F-24E3F38B7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4D12A6-2D5F-3CF7-824A-82D075912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ED411B-95D9-B7BE-AA8D-BC84102B8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6C24FA-6AD1-4111-ABB4-88159A5164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30082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0CA225-84C3-2C44-9FFB-45CAA6BC1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5649B2-DBEB-1724-9550-0E8228F208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5C9490-C311-1CC2-5E79-DA8AB82AD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4175" cy="44989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749514C-2B7F-6307-60C5-8591C39E4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6CF3CB8-DDED-E3C9-BDC5-0E8F48313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8A02C56-E261-AFC3-0D90-37292F806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03A00A-BA73-400D-978E-C7B414DFE9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79392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28BAEA-9145-3AB4-2E49-751E330E1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747DC6-9915-B8CA-D14F-4526FF23F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0E505CE-8BA9-458A-0507-CD1FE5CA8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26E8334-3DF4-2B3A-891A-0C4A75A16D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45B96E1-7CD6-A6CE-8EE3-756A4C16F2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047AE51-5EF0-2CD9-0B19-D04FB7730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10855B4-6B56-49AA-D50A-C54938F1C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9CA8AA1-0058-E7B8-F090-DE01A046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5BDF85-66DD-4F55-82DD-7430730CCFF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93009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B94371-3350-CA3B-FDF7-735EAFB47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4D73A49-47C0-F2BE-534D-9B927542C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18CB5A3-9FD5-2BD4-22DD-04EF75642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8A2CF02-1A68-E67E-B055-2A1ECF02E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92ACD1-CF06-4726-92D0-1E6E1492764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98711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0127493-B61C-D2A2-6340-CBF5CCD9C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7C045-F03A-94A1-7C16-E777D281A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AA80A5-19E7-8CEE-8066-17E581AA7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7DCE1D-2D1C-4BCF-A3DF-2D97B249171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02856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E82AD0-849E-BEA8-13C2-196384C72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353567-1E48-F554-52F4-143503EF1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BEE9A7-DAE3-52E5-64DB-1B15811CC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F8B0E14-23EE-4757-76A6-A99DA2030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EB6B880-71D5-DED6-5E68-E3A7236C0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161278-CB72-2D60-9C88-12745930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1C2A4F-90E6-44D5-9E8C-DB7C87D996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18200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30F173-3CA2-B5D0-9050-0DBF53548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7E51A9C-C940-506B-52DC-5532ABD637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DEA23D-7CB8-AC1C-E788-CE9B4F76E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453E7B7-0200-6FCE-A646-53DB1D0E5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3D5CD9B-77A4-0612-F678-D8E0219B9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64FA6A7-96B3-4B74-7F70-C20084017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DE8E36-68F4-4104-82DE-2673372260C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65364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88E1DC-FBC8-12C5-2348-FB0DC1C0F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6EBE5BA-72C3-1894-9B5E-E508FF8CE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E165CE-9A6E-A0F5-C747-DDD7CD5BC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5DC4C4-65C0-EE35-F304-8F31E3525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23EA1C-73CC-87F8-0367-469488E15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72C551-7023-43B2-8A73-2918C0E44D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32101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4695E17-99D4-FC94-9116-09FFE4E728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07188" y="228600"/>
            <a:ext cx="2135187" cy="587057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E554B48-83E3-9766-ED41-026E05054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1625" y="228600"/>
            <a:ext cx="6253163" cy="58705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F0713C-95C0-BA73-DE91-EC68DF2E4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172D35-BCD9-E130-7C52-8A58F4708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BDE92C-C061-3C68-1542-F4FE5DE2D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59DA1E-CE2A-42BE-A23D-58937C094C5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46166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90980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>
            <a:extLst>
              <a:ext uri="{FF2B5EF4-FFF2-40B4-BE49-F238E27FC236}">
                <a16:creationId xmlns:a16="http://schemas.microsoft.com/office/drawing/2014/main" id="{09419F07-649F-8BDF-6038-0DB51941495B}"/>
              </a:ext>
            </a:extLst>
          </p:cNvPr>
          <p:cNvGrpSpPr>
            <a:grpSpLocks/>
          </p:cNvGrpSpPr>
          <p:nvPr/>
        </p:nvGrpSpPr>
        <p:grpSpPr bwMode="auto">
          <a:xfrm>
            <a:off x="0" y="1422400"/>
            <a:ext cx="9147175" cy="5435600"/>
            <a:chOff x="0" y="896"/>
            <a:chExt cx="5762" cy="3424"/>
          </a:xfrm>
        </p:grpSpPr>
        <p:grpSp>
          <p:nvGrpSpPr>
            <p:cNvPr id="4099" name="Group 3">
              <a:extLst>
                <a:ext uri="{FF2B5EF4-FFF2-40B4-BE49-F238E27FC236}">
                  <a16:creationId xmlns:a16="http://schemas.microsoft.com/office/drawing/2014/main" id="{654CFCD0-5178-9B57-521D-DDFF5665629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0" y="896"/>
              <a:ext cx="5742" cy="3424"/>
              <a:chOff x="20" y="896"/>
              <a:chExt cx="5742" cy="3424"/>
            </a:xfrm>
          </p:grpSpPr>
          <p:sp>
            <p:nvSpPr>
              <p:cNvPr id="4100" name="Freeform 4">
                <a:extLst>
                  <a:ext uri="{FF2B5EF4-FFF2-40B4-BE49-F238E27FC236}">
                    <a16:creationId xmlns:a16="http://schemas.microsoft.com/office/drawing/2014/main" id="{B5EE1D6F-8E5C-D86D-9F39-16C2F29E2FA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399" y="1116"/>
                <a:ext cx="2815" cy="2110"/>
              </a:xfrm>
              <a:custGeom>
                <a:avLst/>
                <a:gdLst>
                  <a:gd name="T0" fmla="*/ 950 w 2815"/>
                  <a:gd name="T1" fmla="*/ 85 h 2110"/>
                  <a:gd name="T2" fmla="*/ 628 w 2815"/>
                  <a:gd name="T3" fmla="*/ 438 h 2110"/>
                  <a:gd name="T4" fmla="*/ 66 w 2815"/>
                  <a:gd name="T5" fmla="*/ 471 h 2110"/>
                  <a:gd name="T6" fmla="*/ 0 w 2815"/>
                  <a:gd name="T7" fmla="*/ 627 h 2110"/>
                  <a:gd name="T8" fmla="*/ 372 w 2815"/>
                  <a:gd name="T9" fmla="*/ 1026 h 2110"/>
                  <a:gd name="T10" fmla="*/ 611 w 2815"/>
                  <a:gd name="T11" fmla="*/ 902 h 2110"/>
                  <a:gd name="T12" fmla="*/ 992 w 2815"/>
                  <a:gd name="T13" fmla="*/ 1085 h 2110"/>
                  <a:gd name="T14" fmla="*/ 1116 w 2815"/>
                  <a:gd name="T15" fmla="*/ 1339 h 2110"/>
                  <a:gd name="T16" fmla="*/ 1083 w 2815"/>
                  <a:gd name="T17" fmla="*/ 1450 h 2110"/>
                  <a:gd name="T18" fmla="*/ 1124 w 2815"/>
                  <a:gd name="T19" fmla="*/ 1659 h 2110"/>
                  <a:gd name="T20" fmla="*/ 1149 w 2815"/>
                  <a:gd name="T21" fmla="*/ 1999 h 2110"/>
                  <a:gd name="T22" fmla="*/ 1463 w 2815"/>
                  <a:gd name="T23" fmla="*/ 2110 h 2110"/>
                  <a:gd name="T24" fmla="*/ 1686 w 2815"/>
                  <a:gd name="T25" fmla="*/ 2025 h 2110"/>
                  <a:gd name="T26" fmla="*/ 1603 w 2815"/>
                  <a:gd name="T27" fmla="*/ 1777 h 2110"/>
                  <a:gd name="T28" fmla="*/ 1991 w 2815"/>
                  <a:gd name="T29" fmla="*/ 1555 h 2110"/>
                  <a:gd name="T30" fmla="*/ 2281 w 2815"/>
                  <a:gd name="T31" fmla="*/ 1542 h 2110"/>
                  <a:gd name="T32" fmla="*/ 2446 w 2815"/>
                  <a:gd name="T33" fmla="*/ 1359 h 2110"/>
                  <a:gd name="T34" fmla="*/ 2361 w 2815"/>
                  <a:gd name="T35" fmla="*/ 1001 h 2110"/>
                  <a:gd name="T36" fmla="*/ 2606 w 2815"/>
                  <a:gd name="T37" fmla="*/ 893 h 2110"/>
                  <a:gd name="T38" fmla="*/ 2815 w 2815"/>
                  <a:gd name="T39" fmla="*/ 454 h 2110"/>
                  <a:gd name="T40" fmla="*/ 2518 w 2815"/>
                  <a:gd name="T41" fmla="*/ 0 h 2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01" name="Freeform 5">
                <a:extLst>
                  <a:ext uri="{FF2B5EF4-FFF2-40B4-BE49-F238E27FC236}">
                    <a16:creationId xmlns:a16="http://schemas.microsoft.com/office/drawing/2014/main" id="{C1679471-7CEC-1E1C-E423-339A8D5ACFB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672" y="1116"/>
                <a:ext cx="3966" cy="2366"/>
              </a:xfrm>
              <a:custGeom>
                <a:avLst/>
                <a:gdLst>
                  <a:gd name="T0" fmla="*/ 1423 w 3966"/>
                  <a:gd name="T1" fmla="*/ 65 h 2366"/>
                  <a:gd name="T2" fmla="*/ 1148 w 3966"/>
                  <a:gd name="T3" fmla="*/ 262 h 2366"/>
                  <a:gd name="T4" fmla="*/ 934 w 3966"/>
                  <a:gd name="T5" fmla="*/ 216 h 2366"/>
                  <a:gd name="T6" fmla="*/ 529 w 3966"/>
                  <a:gd name="T7" fmla="*/ 314 h 2366"/>
                  <a:gd name="T8" fmla="*/ 174 w 3966"/>
                  <a:gd name="T9" fmla="*/ 327 h 2366"/>
                  <a:gd name="T10" fmla="*/ 0 w 3966"/>
                  <a:gd name="T11" fmla="*/ 628 h 2366"/>
                  <a:gd name="T12" fmla="*/ 91 w 3966"/>
                  <a:gd name="T13" fmla="*/ 726 h 2366"/>
                  <a:gd name="T14" fmla="*/ 231 w 3966"/>
                  <a:gd name="T15" fmla="*/ 654 h 2366"/>
                  <a:gd name="T16" fmla="*/ 430 w 3966"/>
                  <a:gd name="T17" fmla="*/ 687 h 2366"/>
                  <a:gd name="T18" fmla="*/ 504 w 3966"/>
                  <a:gd name="T19" fmla="*/ 850 h 2366"/>
                  <a:gd name="T20" fmla="*/ 347 w 3966"/>
                  <a:gd name="T21" fmla="*/ 1020 h 2366"/>
                  <a:gd name="T22" fmla="*/ 529 w 3966"/>
                  <a:gd name="T23" fmla="*/ 1144 h 2366"/>
                  <a:gd name="T24" fmla="*/ 727 w 3966"/>
                  <a:gd name="T25" fmla="*/ 1105 h 2366"/>
                  <a:gd name="T26" fmla="*/ 901 w 3966"/>
                  <a:gd name="T27" fmla="*/ 1216 h 2366"/>
                  <a:gd name="T28" fmla="*/ 1256 w 3966"/>
                  <a:gd name="T29" fmla="*/ 1229 h 2366"/>
                  <a:gd name="T30" fmla="*/ 1611 w 3966"/>
                  <a:gd name="T31" fmla="*/ 1425 h 2366"/>
                  <a:gd name="T32" fmla="*/ 1694 w 3966"/>
                  <a:gd name="T33" fmla="*/ 1673 h 2366"/>
                  <a:gd name="T34" fmla="*/ 1619 w 3966"/>
                  <a:gd name="T35" fmla="*/ 2118 h 2366"/>
                  <a:gd name="T36" fmla="*/ 1694 w 3966"/>
                  <a:gd name="T37" fmla="*/ 2268 h 2366"/>
                  <a:gd name="T38" fmla="*/ 2132 w 3966"/>
                  <a:gd name="T39" fmla="*/ 2242 h 2366"/>
                  <a:gd name="T40" fmla="*/ 2289 w 3966"/>
                  <a:gd name="T41" fmla="*/ 2366 h 2366"/>
                  <a:gd name="T42" fmla="*/ 2594 w 3966"/>
                  <a:gd name="T43" fmla="*/ 2046 h 2366"/>
                  <a:gd name="T44" fmla="*/ 2537 w 3966"/>
                  <a:gd name="T45" fmla="*/ 1817 h 2366"/>
                  <a:gd name="T46" fmla="*/ 2818 w 3966"/>
                  <a:gd name="T47" fmla="*/ 1673 h 2366"/>
                  <a:gd name="T48" fmla="*/ 3016 w 3966"/>
                  <a:gd name="T49" fmla="*/ 1719 h 2366"/>
                  <a:gd name="T50" fmla="*/ 3280 w 3966"/>
                  <a:gd name="T51" fmla="*/ 1615 h 2366"/>
                  <a:gd name="T52" fmla="*/ 3405 w 3966"/>
                  <a:gd name="T53" fmla="*/ 1174 h 2366"/>
                  <a:gd name="T54" fmla="*/ 3643 w 3966"/>
                  <a:gd name="T55" fmla="*/ 922 h 2366"/>
                  <a:gd name="T56" fmla="*/ 3966 w 3966"/>
                  <a:gd name="T57" fmla="*/ 896 h 2366"/>
                  <a:gd name="T58" fmla="*/ 3908 w 3966"/>
                  <a:gd name="T59" fmla="*/ 733 h 2366"/>
                  <a:gd name="T60" fmla="*/ 3669 w 3966"/>
                  <a:gd name="T61" fmla="*/ 563 h 2366"/>
                  <a:gd name="T62" fmla="*/ 3817 w 3966"/>
                  <a:gd name="T63" fmla="*/ 210 h 2366"/>
                  <a:gd name="T64" fmla="*/ 3590 w 3966"/>
                  <a:gd name="T65" fmla="*/ 0 h 2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02" name="Freeform 6">
                <a:extLst>
                  <a:ext uri="{FF2B5EF4-FFF2-40B4-BE49-F238E27FC236}">
                    <a16:creationId xmlns:a16="http://schemas.microsoft.com/office/drawing/2014/main" id="{EECE746A-10BE-A924-08B2-BAB6EC54C74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0" y="1069"/>
                <a:ext cx="5732" cy="3107"/>
              </a:xfrm>
              <a:custGeom>
                <a:avLst/>
                <a:gdLst>
                  <a:gd name="T0" fmla="*/ 81 w 5732"/>
                  <a:gd name="T1" fmla="*/ 0 h 3107"/>
                  <a:gd name="T2" fmla="*/ 133 w 5732"/>
                  <a:gd name="T3" fmla="*/ 328 h 3107"/>
                  <a:gd name="T4" fmla="*/ 0 w 5732"/>
                  <a:gd name="T5" fmla="*/ 666 h 3107"/>
                  <a:gd name="T6" fmla="*/ 83 w 5732"/>
                  <a:gd name="T7" fmla="*/ 1221 h 3107"/>
                  <a:gd name="T8" fmla="*/ 413 w 5732"/>
                  <a:gd name="T9" fmla="*/ 1515 h 3107"/>
                  <a:gd name="T10" fmla="*/ 881 w 5732"/>
                  <a:gd name="T11" fmla="*/ 1700 h 3107"/>
                  <a:gd name="T12" fmla="*/ 1440 w 5732"/>
                  <a:gd name="T13" fmla="*/ 1651 h 3107"/>
                  <a:gd name="T14" fmla="*/ 1755 w 5732"/>
                  <a:gd name="T15" fmla="*/ 1940 h 3107"/>
                  <a:gd name="T16" fmla="*/ 1653 w 5732"/>
                  <a:gd name="T17" fmla="*/ 2126 h 3107"/>
                  <a:gd name="T18" fmla="*/ 1136 w 5732"/>
                  <a:gd name="T19" fmla="*/ 2142 h 3107"/>
                  <a:gd name="T20" fmla="*/ 911 w 5732"/>
                  <a:gd name="T21" fmla="*/ 2021 h 3107"/>
                  <a:gd name="T22" fmla="*/ 739 w 5732"/>
                  <a:gd name="T23" fmla="*/ 2142 h 3107"/>
                  <a:gd name="T24" fmla="*/ 954 w 5732"/>
                  <a:gd name="T25" fmla="*/ 2524 h 3107"/>
                  <a:gd name="T26" fmla="*/ 973 w 5732"/>
                  <a:gd name="T27" fmla="*/ 2905 h 3107"/>
                  <a:gd name="T28" fmla="*/ 1511 w 5732"/>
                  <a:gd name="T29" fmla="*/ 3107 h 3107"/>
                  <a:gd name="T30" fmla="*/ 1644 w 5732"/>
                  <a:gd name="T31" fmla="*/ 2922 h 3107"/>
                  <a:gd name="T32" fmla="*/ 2077 w 5732"/>
                  <a:gd name="T33" fmla="*/ 2797 h 3107"/>
                  <a:gd name="T34" fmla="*/ 2610 w 5732"/>
                  <a:gd name="T35" fmla="*/ 2962 h 3107"/>
                  <a:gd name="T36" fmla="*/ 3222 w 5732"/>
                  <a:gd name="T37" fmla="*/ 2812 h 3107"/>
                  <a:gd name="T38" fmla="*/ 3443 w 5732"/>
                  <a:gd name="T39" fmla="*/ 2922 h 3107"/>
                  <a:gd name="T40" fmla="*/ 3861 w 5732"/>
                  <a:gd name="T41" fmla="*/ 2648 h 3107"/>
                  <a:gd name="T42" fmla="*/ 4125 w 5732"/>
                  <a:gd name="T43" fmla="*/ 2311 h 3107"/>
                  <a:gd name="T44" fmla="*/ 4369 w 5732"/>
                  <a:gd name="T45" fmla="*/ 2318 h 3107"/>
                  <a:gd name="T46" fmla="*/ 4554 w 5732"/>
                  <a:gd name="T47" fmla="*/ 2445 h 3107"/>
                  <a:gd name="T48" fmla="*/ 5015 w 5732"/>
                  <a:gd name="T49" fmla="*/ 2142 h 3107"/>
                  <a:gd name="T50" fmla="*/ 5404 w 5732"/>
                  <a:gd name="T51" fmla="*/ 2185 h 3107"/>
                  <a:gd name="T52" fmla="*/ 5732 w 5732"/>
                  <a:gd name="T53" fmla="*/ 2069 h 3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03" name="Freeform 7">
                <a:extLst>
                  <a:ext uri="{FF2B5EF4-FFF2-40B4-BE49-F238E27FC236}">
                    <a16:creationId xmlns:a16="http://schemas.microsoft.com/office/drawing/2014/main" id="{914C58DF-1707-1986-B891-6C943118D90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42" y="1145"/>
                <a:ext cx="5512" cy="2760"/>
              </a:xfrm>
              <a:custGeom>
                <a:avLst/>
                <a:gdLst>
                  <a:gd name="T0" fmla="*/ 240 w 5512"/>
                  <a:gd name="T1" fmla="*/ 0 h 2760"/>
                  <a:gd name="T2" fmla="*/ 0 w 5512"/>
                  <a:gd name="T3" fmla="*/ 336 h 2760"/>
                  <a:gd name="T4" fmla="*/ 82 w 5512"/>
                  <a:gd name="T5" fmla="*/ 821 h 2760"/>
                  <a:gd name="T6" fmla="*/ 243 w 5512"/>
                  <a:gd name="T7" fmla="*/ 873 h 2760"/>
                  <a:gd name="T8" fmla="*/ 473 w 5512"/>
                  <a:gd name="T9" fmla="*/ 1087 h 2760"/>
                  <a:gd name="T10" fmla="*/ 557 w 5512"/>
                  <a:gd name="T11" fmla="*/ 1441 h 2760"/>
                  <a:gd name="T12" fmla="*/ 839 w 5512"/>
                  <a:gd name="T13" fmla="*/ 1499 h 2760"/>
                  <a:gd name="T14" fmla="*/ 1258 w 5512"/>
                  <a:gd name="T15" fmla="*/ 1349 h 2760"/>
                  <a:gd name="T16" fmla="*/ 1307 w 5512"/>
                  <a:gd name="T17" fmla="*/ 1493 h 2760"/>
                  <a:gd name="T18" fmla="*/ 1621 w 5512"/>
                  <a:gd name="T19" fmla="*/ 1513 h 2760"/>
                  <a:gd name="T20" fmla="*/ 1862 w 5512"/>
                  <a:gd name="T21" fmla="*/ 1865 h 2760"/>
                  <a:gd name="T22" fmla="*/ 1668 w 5512"/>
                  <a:gd name="T23" fmla="*/ 2166 h 2760"/>
                  <a:gd name="T24" fmla="*/ 1308 w 5512"/>
                  <a:gd name="T25" fmla="*/ 2217 h 2760"/>
                  <a:gd name="T26" fmla="*/ 992 w 5512"/>
                  <a:gd name="T27" fmla="*/ 2172 h 2760"/>
                  <a:gd name="T28" fmla="*/ 903 w 5512"/>
                  <a:gd name="T29" fmla="*/ 2244 h 2760"/>
                  <a:gd name="T30" fmla="*/ 1008 w 5512"/>
                  <a:gd name="T31" fmla="*/ 2415 h 2760"/>
                  <a:gd name="T32" fmla="*/ 992 w 5512"/>
                  <a:gd name="T33" fmla="*/ 2538 h 2760"/>
                  <a:gd name="T34" fmla="*/ 1137 w 5512"/>
                  <a:gd name="T35" fmla="*/ 2760 h 2760"/>
                  <a:gd name="T36" fmla="*/ 1661 w 5512"/>
                  <a:gd name="T37" fmla="*/ 2623 h 2760"/>
                  <a:gd name="T38" fmla="*/ 1725 w 5512"/>
                  <a:gd name="T39" fmla="*/ 2492 h 2760"/>
                  <a:gd name="T40" fmla="*/ 1895 w 5512"/>
                  <a:gd name="T41" fmla="*/ 2551 h 2760"/>
                  <a:gd name="T42" fmla="*/ 2338 w 5512"/>
                  <a:gd name="T43" fmla="*/ 2448 h 2760"/>
                  <a:gd name="T44" fmla="*/ 2443 w 5512"/>
                  <a:gd name="T45" fmla="*/ 2714 h 2760"/>
                  <a:gd name="T46" fmla="*/ 2870 w 5512"/>
                  <a:gd name="T47" fmla="*/ 2541 h 2760"/>
                  <a:gd name="T48" fmla="*/ 3264 w 5512"/>
                  <a:gd name="T49" fmla="*/ 2591 h 2760"/>
                  <a:gd name="T50" fmla="*/ 3522 w 5512"/>
                  <a:gd name="T51" fmla="*/ 2427 h 2760"/>
                  <a:gd name="T52" fmla="*/ 3594 w 5512"/>
                  <a:gd name="T53" fmla="*/ 2081 h 2760"/>
                  <a:gd name="T54" fmla="*/ 4013 w 5512"/>
                  <a:gd name="T55" fmla="*/ 2087 h 2760"/>
                  <a:gd name="T56" fmla="*/ 4070 w 5512"/>
                  <a:gd name="T57" fmla="*/ 1924 h 2760"/>
                  <a:gd name="T58" fmla="*/ 4239 w 5512"/>
                  <a:gd name="T59" fmla="*/ 1931 h 2760"/>
                  <a:gd name="T60" fmla="*/ 4465 w 5512"/>
                  <a:gd name="T61" fmla="*/ 2094 h 2760"/>
                  <a:gd name="T62" fmla="*/ 4836 w 5512"/>
                  <a:gd name="T63" fmla="*/ 1814 h 2760"/>
                  <a:gd name="T64" fmla="*/ 5225 w 5512"/>
                  <a:gd name="T65" fmla="*/ 1785 h 2760"/>
                  <a:gd name="T66" fmla="*/ 5367 w 5512"/>
                  <a:gd name="T67" fmla="*/ 1571 h 2760"/>
                  <a:gd name="T68" fmla="*/ 5512 w 5512"/>
                  <a:gd name="T69" fmla="*/ 1585 h 27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04" name="Freeform 8">
                <a:extLst>
                  <a:ext uri="{FF2B5EF4-FFF2-40B4-BE49-F238E27FC236}">
                    <a16:creationId xmlns:a16="http://schemas.microsoft.com/office/drawing/2014/main" id="{87CB3FE8-8758-EE4E-79D2-DD05F109A57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840" y="984"/>
                <a:ext cx="790" cy="1189"/>
              </a:xfrm>
              <a:custGeom>
                <a:avLst/>
                <a:gdLst>
                  <a:gd name="T0" fmla="*/ 139 w 790"/>
                  <a:gd name="T1" fmla="*/ 0 h 1189"/>
                  <a:gd name="T2" fmla="*/ 210 w 790"/>
                  <a:gd name="T3" fmla="*/ 233 h 1189"/>
                  <a:gd name="T4" fmla="*/ 159 w 790"/>
                  <a:gd name="T5" fmla="*/ 643 h 1189"/>
                  <a:gd name="T6" fmla="*/ 454 w 790"/>
                  <a:gd name="T7" fmla="*/ 771 h 1189"/>
                  <a:gd name="T8" fmla="*/ 605 w 790"/>
                  <a:gd name="T9" fmla="*/ 1046 h 1189"/>
                  <a:gd name="T10" fmla="*/ 790 w 790"/>
                  <a:gd name="T11" fmla="*/ 1189 h 1189"/>
                  <a:gd name="T12" fmla="*/ 540 w 790"/>
                  <a:gd name="T13" fmla="*/ 1111 h 1189"/>
                  <a:gd name="T14" fmla="*/ 363 w 790"/>
                  <a:gd name="T15" fmla="*/ 883 h 1189"/>
                  <a:gd name="T16" fmla="*/ 139 w 790"/>
                  <a:gd name="T17" fmla="*/ 852 h 1189"/>
                  <a:gd name="T18" fmla="*/ 0 w 790"/>
                  <a:gd name="T19" fmla="*/ 499 h 1189"/>
                  <a:gd name="T20" fmla="*/ 48 w 790"/>
                  <a:gd name="T21" fmla="*/ 209 h 1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05" name="Freeform 9">
                <a:extLst>
                  <a:ext uri="{FF2B5EF4-FFF2-40B4-BE49-F238E27FC236}">
                    <a16:creationId xmlns:a16="http://schemas.microsoft.com/office/drawing/2014/main" id="{9CD236F8-86D0-A3B0-1152-D125E338322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173" y="896"/>
                <a:ext cx="579" cy="1117"/>
              </a:xfrm>
              <a:custGeom>
                <a:avLst/>
                <a:gdLst>
                  <a:gd name="T0" fmla="*/ 0 w 579"/>
                  <a:gd name="T1" fmla="*/ 0 h 1117"/>
                  <a:gd name="T2" fmla="*/ 128 w 579"/>
                  <a:gd name="T3" fmla="*/ 328 h 1117"/>
                  <a:gd name="T4" fmla="*/ 9 w 579"/>
                  <a:gd name="T5" fmla="*/ 659 h 1117"/>
                  <a:gd name="T6" fmla="*/ 40 w 579"/>
                  <a:gd name="T7" fmla="*/ 763 h 1117"/>
                  <a:gd name="T8" fmla="*/ 234 w 579"/>
                  <a:gd name="T9" fmla="*/ 739 h 1117"/>
                  <a:gd name="T10" fmla="*/ 344 w 579"/>
                  <a:gd name="T11" fmla="*/ 1055 h 1117"/>
                  <a:gd name="T12" fmla="*/ 579 w 579"/>
                  <a:gd name="T13" fmla="*/ 1117 h 1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06" name="Freeform 10">
                <a:extLst>
                  <a:ext uri="{FF2B5EF4-FFF2-40B4-BE49-F238E27FC236}">
                    <a16:creationId xmlns:a16="http://schemas.microsoft.com/office/drawing/2014/main" id="{8ED05AE6-30BC-0399-7E56-8F13C8BE6F3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291" y="968"/>
                <a:ext cx="2471" cy="2396"/>
              </a:xfrm>
              <a:custGeom>
                <a:avLst/>
                <a:gdLst>
                  <a:gd name="T0" fmla="*/ 1118 w 2471"/>
                  <a:gd name="T1" fmla="*/ 0 h 2396"/>
                  <a:gd name="T2" fmla="*/ 1179 w 2471"/>
                  <a:gd name="T3" fmla="*/ 225 h 2396"/>
                  <a:gd name="T4" fmla="*/ 1393 w 2471"/>
                  <a:gd name="T5" fmla="*/ 339 h 2396"/>
                  <a:gd name="T6" fmla="*/ 1404 w 2471"/>
                  <a:gd name="T7" fmla="*/ 548 h 2396"/>
                  <a:gd name="T8" fmla="*/ 1342 w 2471"/>
                  <a:gd name="T9" fmla="*/ 732 h 2396"/>
                  <a:gd name="T10" fmla="*/ 1434 w 2471"/>
                  <a:gd name="T11" fmla="*/ 925 h 2396"/>
                  <a:gd name="T12" fmla="*/ 1455 w 2471"/>
                  <a:gd name="T13" fmla="*/ 1109 h 2396"/>
                  <a:gd name="T14" fmla="*/ 1311 w 2471"/>
                  <a:gd name="T15" fmla="*/ 1142 h 2396"/>
                  <a:gd name="T16" fmla="*/ 926 w 2471"/>
                  <a:gd name="T17" fmla="*/ 1384 h 2396"/>
                  <a:gd name="T18" fmla="*/ 975 w 2471"/>
                  <a:gd name="T19" fmla="*/ 1456 h 2396"/>
                  <a:gd name="T20" fmla="*/ 956 w 2471"/>
                  <a:gd name="T21" fmla="*/ 1624 h 2396"/>
                  <a:gd name="T22" fmla="*/ 782 w 2471"/>
                  <a:gd name="T23" fmla="*/ 1817 h 2396"/>
                  <a:gd name="T24" fmla="*/ 539 w 2471"/>
                  <a:gd name="T25" fmla="*/ 1978 h 2396"/>
                  <a:gd name="T26" fmla="*/ 152 w 2471"/>
                  <a:gd name="T27" fmla="*/ 2026 h 2396"/>
                  <a:gd name="T28" fmla="*/ 19 w 2471"/>
                  <a:gd name="T29" fmla="*/ 2251 h 2396"/>
                  <a:gd name="T30" fmla="*/ 0 w 2471"/>
                  <a:gd name="T31" fmla="*/ 2396 h 2396"/>
                  <a:gd name="T32" fmla="*/ 213 w 2471"/>
                  <a:gd name="T33" fmla="*/ 2179 h 2396"/>
                  <a:gd name="T34" fmla="*/ 629 w 2471"/>
                  <a:gd name="T35" fmla="*/ 2090 h 2396"/>
                  <a:gd name="T36" fmla="*/ 894 w 2471"/>
                  <a:gd name="T37" fmla="*/ 1906 h 2396"/>
                  <a:gd name="T38" fmla="*/ 1230 w 2471"/>
                  <a:gd name="T39" fmla="*/ 1986 h 2396"/>
                  <a:gd name="T40" fmla="*/ 1668 w 2471"/>
                  <a:gd name="T41" fmla="*/ 1906 h 2396"/>
                  <a:gd name="T42" fmla="*/ 1983 w 2471"/>
                  <a:gd name="T43" fmla="*/ 1745 h 2396"/>
                  <a:gd name="T44" fmla="*/ 2014 w 2471"/>
                  <a:gd name="T45" fmla="*/ 1600 h 2396"/>
                  <a:gd name="T46" fmla="*/ 2237 w 2471"/>
                  <a:gd name="T47" fmla="*/ 1496 h 2396"/>
                  <a:gd name="T48" fmla="*/ 2359 w 2471"/>
                  <a:gd name="T49" fmla="*/ 1552 h 2396"/>
                  <a:gd name="T50" fmla="*/ 2471 w 2471"/>
                  <a:gd name="T51" fmla="*/ 1479 h 2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07" name="Freeform 11">
                <a:extLst>
                  <a:ext uri="{FF2B5EF4-FFF2-40B4-BE49-F238E27FC236}">
                    <a16:creationId xmlns:a16="http://schemas.microsoft.com/office/drawing/2014/main" id="{B016B564-5820-8F66-9C00-9B2E20A9F52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66" y="1067"/>
                <a:ext cx="1399" cy="1349"/>
              </a:xfrm>
              <a:custGeom>
                <a:avLst/>
                <a:gdLst>
                  <a:gd name="T0" fmla="*/ 620 w 1399"/>
                  <a:gd name="T1" fmla="*/ 155 h 1349"/>
                  <a:gd name="T2" fmla="*/ 421 w 1399"/>
                  <a:gd name="T3" fmla="*/ 155 h 1349"/>
                  <a:gd name="T4" fmla="*/ 205 w 1399"/>
                  <a:gd name="T5" fmla="*/ 507 h 1349"/>
                  <a:gd name="T6" fmla="*/ 0 w 1399"/>
                  <a:gd name="T7" fmla="*/ 673 h 1349"/>
                  <a:gd name="T8" fmla="*/ 487 w 1399"/>
                  <a:gd name="T9" fmla="*/ 783 h 1349"/>
                  <a:gd name="T10" fmla="*/ 425 w 1399"/>
                  <a:gd name="T11" fmla="*/ 1009 h 1349"/>
                  <a:gd name="T12" fmla="*/ 617 w 1399"/>
                  <a:gd name="T13" fmla="*/ 1086 h 1349"/>
                  <a:gd name="T14" fmla="*/ 498 w 1399"/>
                  <a:gd name="T15" fmla="*/ 1349 h 1349"/>
                  <a:gd name="T16" fmla="*/ 961 w 1399"/>
                  <a:gd name="T17" fmla="*/ 1035 h 1349"/>
                  <a:gd name="T18" fmla="*/ 926 w 1399"/>
                  <a:gd name="T19" fmla="*/ 776 h 1349"/>
                  <a:gd name="T20" fmla="*/ 1181 w 1399"/>
                  <a:gd name="T21" fmla="*/ 749 h 1349"/>
                  <a:gd name="T22" fmla="*/ 1399 w 1399"/>
                  <a:gd name="T23" fmla="*/ 601 h 1349"/>
                  <a:gd name="T24" fmla="*/ 1315 w 1399"/>
                  <a:gd name="T25" fmla="*/ 416 h 1349"/>
                  <a:gd name="T26" fmla="*/ 1341 w 1399"/>
                  <a:gd name="T27" fmla="*/ 196 h 1349"/>
                  <a:gd name="T28" fmla="*/ 1171 w 1399"/>
                  <a:gd name="T29" fmla="*/ 164 h 1349"/>
                  <a:gd name="T30" fmla="*/ 928 w 1399"/>
                  <a:gd name="T31" fmla="*/ 0 h 1349"/>
                  <a:gd name="T32" fmla="*/ 620 w 1399"/>
                  <a:gd name="T33" fmla="*/ 155 h 1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08" name="Freeform 12">
                <a:extLst>
                  <a:ext uri="{FF2B5EF4-FFF2-40B4-BE49-F238E27FC236}">
                    <a16:creationId xmlns:a16="http://schemas.microsoft.com/office/drawing/2014/main" id="{EB16F472-0668-851D-E6AC-A6F25FA82E4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75" y="2031"/>
                <a:ext cx="1256" cy="810"/>
              </a:xfrm>
              <a:custGeom>
                <a:avLst/>
                <a:gdLst>
                  <a:gd name="T0" fmla="*/ 719 w 1256"/>
                  <a:gd name="T1" fmla="*/ 183 h 810"/>
                  <a:gd name="T2" fmla="*/ 760 w 1256"/>
                  <a:gd name="T3" fmla="*/ 33 h 810"/>
                  <a:gd name="T4" fmla="*/ 884 w 1256"/>
                  <a:gd name="T5" fmla="*/ 0 h 810"/>
                  <a:gd name="T6" fmla="*/ 983 w 1256"/>
                  <a:gd name="T7" fmla="*/ 78 h 810"/>
                  <a:gd name="T8" fmla="*/ 1082 w 1256"/>
                  <a:gd name="T9" fmla="*/ 248 h 810"/>
                  <a:gd name="T10" fmla="*/ 1256 w 1256"/>
                  <a:gd name="T11" fmla="*/ 229 h 810"/>
                  <a:gd name="T12" fmla="*/ 1248 w 1256"/>
                  <a:gd name="T13" fmla="*/ 359 h 810"/>
                  <a:gd name="T14" fmla="*/ 1016 w 1256"/>
                  <a:gd name="T15" fmla="*/ 431 h 810"/>
                  <a:gd name="T16" fmla="*/ 879 w 1256"/>
                  <a:gd name="T17" fmla="*/ 417 h 810"/>
                  <a:gd name="T18" fmla="*/ 719 w 1256"/>
                  <a:gd name="T19" fmla="*/ 481 h 810"/>
                  <a:gd name="T20" fmla="*/ 591 w 1256"/>
                  <a:gd name="T21" fmla="*/ 633 h 810"/>
                  <a:gd name="T22" fmla="*/ 423 w 1256"/>
                  <a:gd name="T23" fmla="*/ 537 h 810"/>
                  <a:gd name="T24" fmla="*/ 256 w 1256"/>
                  <a:gd name="T25" fmla="*/ 810 h 810"/>
                  <a:gd name="T26" fmla="*/ 66 w 1256"/>
                  <a:gd name="T27" fmla="*/ 764 h 810"/>
                  <a:gd name="T28" fmla="*/ 0 w 1256"/>
                  <a:gd name="T29" fmla="*/ 601 h 810"/>
                  <a:gd name="T30" fmla="*/ 157 w 1256"/>
                  <a:gd name="T31" fmla="*/ 483 h 810"/>
                  <a:gd name="T32" fmla="*/ 248 w 1256"/>
                  <a:gd name="T33" fmla="*/ 281 h 810"/>
                  <a:gd name="T34" fmla="*/ 438 w 1256"/>
                  <a:gd name="T35" fmla="*/ 150 h 810"/>
                  <a:gd name="T36" fmla="*/ 719 w 1256"/>
                  <a:gd name="T37" fmla="*/ 189 h 8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09" name="Freeform 13">
                <a:extLst>
                  <a:ext uri="{FF2B5EF4-FFF2-40B4-BE49-F238E27FC236}">
                    <a16:creationId xmlns:a16="http://schemas.microsoft.com/office/drawing/2014/main" id="{4C80D6E4-9A8D-3ED6-7504-48024322087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914" y="3476"/>
                <a:ext cx="2848" cy="788"/>
              </a:xfrm>
              <a:custGeom>
                <a:avLst/>
                <a:gdLst>
                  <a:gd name="T0" fmla="*/ 2838 w 2848"/>
                  <a:gd name="T1" fmla="*/ 16 h 788"/>
                  <a:gd name="T2" fmla="*/ 2493 w 2848"/>
                  <a:gd name="T3" fmla="*/ 0 h 788"/>
                  <a:gd name="T4" fmla="*/ 2278 w 2848"/>
                  <a:gd name="T5" fmla="*/ 81 h 788"/>
                  <a:gd name="T6" fmla="*/ 1936 w 2848"/>
                  <a:gd name="T7" fmla="*/ 44 h 788"/>
                  <a:gd name="T8" fmla="*/ 1739 w 2848"/>
                  <a:gd name="T9" fmla="*/ 354 h 788"/>
                  <a:gd name="T10" fmla="*/ 1600 w 2848"/>
                  <a:gd name="T11" fmla="*/ 212 h 788"/>
                  <a:gd name="T12" fmla="*/ 1352 w 2848"/>
                  <a:gd name="T13" fmla="*/ 308 h 788"/>
                  <a:gd name="T14" fmla="*/ 1445 w 2848"/>
                  <a:gd name="T15" fmla="*/ 515 h 788"/>
                  <a:gd name="T16" fmla="*/ 1072 w 2848"/>
                  <a:gd name="T17" fmla="*/ 412 h 788"/>
                  <a:gd name="T18" fmla="*/ 888 w 2848"/>
                  <a:gd name="T19" fmla="*/ 540 h 788"/>
                  <a:gd name="T20" fmla="*/ 0 w 2848"/>
                  <a:gd name="T21" fmla="*/ 660 h 788"/>
                  <a:gd name="T22" fmla="*/ 288 w 2848"/>
                  <a:gd name="T23" fmla="*/ 788 h 788"/>
                  <a:gd name="T24" fmla="*/ 1040 w 2848"/>
                  <a:gd name="T25" fmla="*/ 676 h 788"/>
                  <a:gd name="T26" fmla="*/ 1272 w 2848"/>
                  <a:gd name="T27" fmla="*/ 748 h 788"/>
                  <a:gd name="T28" fmla="*/ 2096 w 2848"/>
                  <a:gd name="T29" fmla="*/ 691 h 788"/>
                  <a:gd name="T30" fmla="*/ 2320 w 2848"/>
                  <a:gd name="T31" fmla="*/ 748 h 788"/>
                  <a:gd name="T32" fmla="*/ 2456 w 2848"/>
                  <a:gd name="T33" fmla="*/ 596 h 788"/>
                  <a:gd name="T34" fmla="*/ 2712 w 2848"/>
                  <a:gd name="T35" fmla="*/ 716 h 788"/>
                  <a:gd name="T36" fmla="*/ 2716 w 2848"/>
                  <a:gd name="T37" fmla="*/ 339 h 788"/>
                  <a:gd name="T38" fmla="*/ 2848 w 2848"/>
                  <a:gd name="T39" fmla="*/ 258 h 7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10" name="Freeform 14">
                <a:extLst>
                  <a:ext uri="{FF2B5EF4-FFF2-40B4-BE49-F238E27FC236}">
                    <a16:creationId xmlns:a16="http://schemas.microsoft.com/office/drawing/2014/main" id="{A89F66DD-4945-8E06-FE4A-C775BE0364F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443" y="922"/>
                <a:ext cx="319" cy="854"/>
              </a:xfrm>
              <a:custGeom>
                <a:avLst/>
                <a:gdLst>
                  <a:gd name="T0" fmla="*/ 0 w 319"/>
                  <a:gd name="T1" fmla="*/ 0 h 854"/>
                  <a:gd name="T2" fmla="*/ 106 w 319"/>
                  <a:gd name="T3" fmla="*/ 313 h 854"/>
                  <a:gd name="T4" fmla="*/ 106 w 319"/>
                  <a:gd name="T5" fmla="*/ 634 h 854"/>
                  <a:gd name="T6" fmla="*/ 268 w 319"/>
                  <a:gd name="T7" fmla="*/ 854 h 854"/>
                  <a:gd name="T8" fmla="*/ 278 w 319"/>
                  <a:gd name="T9" fmla="*/ 577 h 854"/>
                  <a:gd name="T10" fmla="*/ 238 w 319"/>
                  <a:gd name="T11" fmla="*/ 400 h 854"/>
                  <a:gd name="T12" fmla="*/ 319 w 319"/>
                  <a:gd name="T13" fmla="*/ 240 h 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11" name="Freeform 15">
                <a:extLst>
                  <a:ext uri="{FF2B5EF4-FFF2-40B4-BE49-F238E27FC236}">
                    <a16:creationId xmlns:a16="http://schemas.microsoft.com/office/drawing/2014/main" id="{1F06B69B-9D40-7C8F-1052-E245851BDAD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954" y="3568"/>
                <a:ext cx="646" cy="392"/>
              </a:xfrm>
              <a:custGeom>
                <a:avLst/>
                <a:gdLst>
                  <a:gd name="T0" fmla="*/ 504 w 646"/>
                  <a:gd name="T1" fmla="*/ 0 h 392"/>
                  <a:gd name="T2" fmla="*/ 320 w 646"/>
                  <a:gd name="T3" fmla="*/ 61 h 392"/>
                  <a:gd name="T4" fmla="*/ 238 w 646"/>
                  <a:gd name="T5" fmla="*/ 109 h 392"/>
                  <a:gd name="T6" fmla="*/ 144 w 646"/>
                  <a:gd name="T7" fmla="*/ 216 h 392"/>
                  <a:gd name="T8" fmla="*/ 0 w 646"/>
                  <a:gd name="T9" fmla="*/ 392 h 392"/>
                  <a:gd name="T10" fmla="*/ 360 w 646"/>
                  <a:gd name="T11" fmla="*/ 263 h 392"/>
                  <a:gd name="T12" fmla="*/ 432 w 646"/>
                  <a:gd name="T13" fmla="*/ 182 h 392"/>
                  <a:gd name="T14" fmla="*/ 646 w 646"/>
                  <a:gd name="T15" fmla="*/ 142 h 392"/>
                  <a:gd name="T16" fmla="*/ 504 w 646"/>
                  <a:gd name="T17" fmla="*/ 0 h 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12" name="Freeform 16">
                <a:extLst>
                  <a:ext uri="{FF2B5EF4-FFF2-40B4-BE49-F238E27FC236}">
                    <a16:creationId xmlns:a16="http://schemas.microsoft.com/office/drawing/2014/main" id="{1BE732A7-CB8E-CE83-F864-6B5E3051D13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0" y="2400"/>
                <a:ext cx="2736" cy="1920"/>
              </a:xfrm>
              <a:custGeom>
                <a:avLst/>
                <a:gdLst>
                  <a:gd name="T0" fmla="*/ 0 w 2736"/>
                  <a:gd name="T1" fmla="*/ 0 h 1920"/>
                  <a:gd name="T2" fmla="*/ 96 w 2736"/>
                  <a:gd name="T3" fmla="*/ 336 h 1920"/>
                  <a:gd name="T4" fmla="*/ 384 w 2736"/>
                  <a:gd name="T5" fmla="*/ 384 h 1920"/>
                  <a:gd name="T6" fmla="*/ 576 w 2736"/>
                  <a:gd name="T7" fmla="*/ 720 h 1920"/>
                  <a:gd name="T8" fmla="*/ 528 w 2736"/>
                  <a:gd name="T9" fmla="*/ 960 h 1920"/>
                  <a:gd name="T10" fmla="*/ 672 w 2736"/>
                  <a:gd name="T11" fmla="*/ 1104 h 1920"/>
                  <a:gd name="T12" fmla="*/ 576 w 2736"/>
                  <a:gd name="T13" fmla="*/ 1392 h 1920"/>
                  <a:gd name="T14" fmla="*/ 624 w 2736"/>
                  <a:gd name="T15" fmla="*/ 1632 h 1920"/>
                  <a:gd name="T16" fmla="*/ 1488 w 2736"/>
                  <a:gd name="T17" fmla="*/ 1872 h 1920"/>
                  <a:gd name="T18" fmla="*/ 1680 w 2736"/>
                  <a:gd name="T19" fmla="*/ 1728 h 1920"/>
                  <a:gd name="T20" fmla="*/ 2208 w 2736"/>
                  <a:gd name="T21" fmla="*/ 1728 h 1920"/>
                  <a:gd name="T22" fmla="*/ 2304 w 2736"/>
                  <a:gd name="T23" fmla="*/ 1632 h 1920"/>
                  <a:gd name="T24" fmla="*/ 2736 w 2736"/>
                  <a:gd name="T25" fmla="*/ 1872 h 1920"/>
                  <a:gd name="T26" fmla="*/ 2640 w 2736"/>
                  <a:gd name="T27" fmla="*/ 1920 h 1920"/>
                  <a:gd name="T28" fmla="*/ 2304 w 2736"/>
                  <a:gd name="T29" fmla="*/ 1824 h 1920"/>
                  <a:gd name="T30" fmla="*/ 2160 w 2736"/>
                  <a:gd name="T31" fmla="*/ 1872 h 1920"/>
                  <a:gd name="T32" fmla="*/ 1632 w 2736"/>
                  <a:gd name="T33" fmla="*/ 1920 h 1920"/>
                  <a:gd name="T34" fmla="*/ 1440 w 2736"/>
                  <a:gd name="T35" fmla="*/ 1920 h 1920"/>
                  <a:gd name="T36" fmla="*/ 480 w 2736"/>
                  <a:gd name="T37" fmla="*/ 1824 h 1920"/>
                  <a:gd name="T38" fmla="*/ 192 w 2736"/>
                  <a:gd name="T39" fmla="*/ 1872 h 1920"/>
                  <a:gd name="T40" fmla="*/ 96 w 2736"/>
                  <a:gd name="T41" fmla="*/ 1680 h 1920"/>
                  <a:gd name="T42" fmla="*/ 288 w 2736"/>
                  <a:gd name="T43" fmla="*/ 1440 h 1920"/>
                  <a:gd name="T44" fmla="*/ 336 w 2736"/>
                  <a:gd name="T45" fmla="*/ 1104 h 1920"/>
                  <a:gd name="T46" fmla="*/ 144 w 2736"/>
                  <a:gd name="T47" fmla="*/ 864 h 1920"/>
                  <a:gd name="T48" fmla="*/ 240 w 2736"/>
                  <a:gd name="T49" fmla="*/ 624 h 1920"/>
                  <a:gd name="T50" fmla="*/ 48 w 2736"/>
                  <a:gd name="T51" fmla="*/ 528 h 1920"/>
                  <a:gd name="T52" fmla="*/ 0 w 2736"/>
                  <a:gd name="T53" fmla="*/ 0 h 19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bg2"/>
                        </a:gs>
                        <a:gs pos="100000">
                          <a:schemeClr val="bg1"/>
                        </a:gs>
                      </a:gsLst>
                      <a:lin ang="1890000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4113" name="Group 17">
              <a:extLst>
                <a:ext uri="{FF2B5EF4-FFF2-40B4-BE49-F238E27FC236}">
                  <a16:creationId xmlns:a16="http://schemas.microsoft.com/office/drawing/2014/main" id="{E8105E50-8CD4-E153-8433-92F6C13A95F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91"/>
              <a:ext cx="1385" cy="1702"/>
              <a:chOff x="0" y="2291"/>
              <a:chExt cx="1385" cy="1702"/>
            </a:xfrm>
          </p:grpSpPr>
          <p:sp>
            <p:nvSpPr>
              <p:cNvPr id="4114" name="Rectangle 18">
                <a:extLst>
                  <a:ext uri="{FF2B5EF4-FFF2-40B4-BE49-F238E27FC236}">
                    <a16:creationId xmlns:a16="http://schemas.microsoft.com/office/drawing/2014/main" id="{7A285099-C91C-8866-D94E-DE933CFF4F3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62" y="388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5" name="Rectangle 19">
                <a:extLst>
                  <a:ext uri="{FF2B5EF4-FFF2-40B4-BE49-F238E27FC236}">
                    <a16:creationId xmlns:a16="http://schemas.microsoft.com/office/drawing/2014/main" id="{19DF6ECF-AF15-D025-E693-D566D97E35D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33" y="388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6" name="Rectangle 20">
                <a:extLst>
                  <a:ext uri="{FF2B5EF4-FFF2-40B4-BE49-F238E27FC236}">
                    <a16:creationId xmlns:a16="http://schemas.microsoft.com/office/drawing/2014/main" id="{EFDF6593-E220-6872-960E-AD6799921F3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6" y="387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7" name="Rectangle 21">
                <a:extLst>
                  <a:ext uri="{FF2B5EF4-FFF2-40B4-BE49-F238E27FC236}">
                    <a16:creationId xmlns:a16="http://schemas.microsoft.com/office/drawing/2014/main" id="{31722A7F-EAD4-ED1D-E814-6C0FB1A4550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209" y="388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8" name="Rectangle 22">
                <a:extLst>
                  <a:ext uri="{FF2B5EF4-FFF2-40B4-BE49-F238E27FC236}">
                    <a16:creationId xmlns:a16="http://schemas.microsoft.com/office/drawing/2014/main" id="{E658EABA-0D50-5F3A-D203-2B0935FE8AC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182" y="388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19" name="Rectangle 23">
                <a:extLst>
                  <a:ext uri="{FF2B5EF4-FFF2-40B4-BE49-F238E27FC236}">
                    <a16:creationId xmlns:a16="http://schemas.microsoft.com/office/drawing/2014/main" id="{9618E387-7A36-CF05-3E1C-C76632A9781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50138">
                <a:off x="152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20" name="Rectangle 24">
                <a:extLst>
                  <a:ext uri="{FF2B5EF4-FFF2-40B4-BE49-F238E27FC236}">
                    <a16:creationId xmlns:a16="http://schemas.microsoft.com/office/drawing/2014/main" id="{BDF915A8-011F-9D98-6D8B-DE01A99050A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38076">
                <a:off x="123" y="388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21" name="Rectangle 25">
                <a:extLst>
                  <a:ext uri="{FF2B5EF4-FFF2-40B4-BE49-F238E27FC236}">
                    <a16:creationId xmlns:a16="http://schemas.microsoft.com/office/drawing/2014/main" id="{1B99BECE-04D4-0F7E-2FE9-A2AFFC16D8B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63" y="386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22" name="Rectangle 26">
                <a:extLst>
                  <a:ext uri="{FF2B5EF4-FFF2-40B4-BE49-F238E27FC236}">
                    <a16:creationId xmlns:a16="http://schemas.microsoft.com/office/drawing/2014/main" id="{A2076351-8B4E-0300-F4FA-50B9C34F469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32" y="387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23" name="Rectangle 27">
                <a:extLst>
                  <a:ext uri="{FF2B5EF4-FFF2-40B4-BE49-F238E27FC236}">
                    <a16:creationId xmlns:a16="http://schemas.microsoft.com/office/drawing/2014/main" id="{86E61328-2E31-67F4-A4F5-BF6B3524613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83200">
                <a:off x="302" y="387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24" name="Rectangle 28">
                <a:extLst>
                  <a:ext uri="{FF2B5EF4-FFF2-40B4-BE49-F238E27FC236}">
                    <a16:creationId xmlns:a16="http://schemas.microsoft.com/office/drawing/2014/main" id="{2A468D90-E306-48D7-2595-60734AC0BAB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737625">
                <a:off x="270" y="388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25" name="Rectangle 29">
                <a:extLst>
                  <a:ext uri="{FF2B5EF4-FFF2-40B4-BE49-F238E27FC236}">
                    <a16:creationId xmlns:a16="http://schemas.microsoft.com/office/drawing/2014/main" id="{7CF65C72-3A4B-020D-5810-5B201218928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715477">
                <a:off x="516" y="382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26" name="Rectangle 30">
                <a:extLst>
                  <a:ext uri="{FF2B5EF4-FFF2-40B4-BE49-F238E27FC236}">
                    <a16:creationId xmlns:a16="http://schemas.microsoft.com/office/drawing/2014/main" id="{4BFE9B7A-5312-5232-BDA8-00ADAD54C49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86" y="38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27" name="Rectangle 31">
                <a:extLst>
                  <a:ext uri="{FF2B5EF4-FFF2-40B4-BE49-F238E27FC236}">
                    <a16:creationId xmlns:a16="http://schemas.microsoft.com/office/drawing/2014/main" id="{E2EE1E50-B0E7-2207-4849-85FA4941CA1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56" y="38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28" name="Rectangle 32">
                <a:extLst>
                  <a:ext uri="{FF2B5EF4-FFF2-40B4-BE49-F238E27FC236}">
                    <a16:creationId xmlns:a16="http://schemas.microsoft.com/office/drawing/2014/main" id="{75E6703A-2B50-B96D-C6ED-900C584911D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041352">
                <a:off x="426" y="3851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29" name="Rectangle 33">
                <a:extLst>
                  <a:ext uri="{FF2B5EF4-FFF2-40B4-BE49-F238E27FC236}">
                    <a16:creationId xmlns:a16="http://schemas.microsoft.com/office/drawing/2014/main" id="{9B453779-42B0-BD69-01B4-30255EBAAAB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64" y="376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30" name="Rectangle 34">
                <a:extLst>
                  <a:ext uri="{FF2B5EF4-FFF2-40B4-BE49-F238E27FC236}">
                    <a16:creationId xmlns:a16="http://schemas.microsoft.com/office/drawing/2014/main" id="{E82414CD-FDDF-2F19-FB18-4ADE307E02A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34" y="378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31" name="Rectangle 35">
                <a:extLst>
                  <a:ext uri="{FF2B5EF4-FFF2-40B4-BE49-F238E27FC236}">
                    <a16:creationId xmlns:a16="http://schemas.microsoft.com/office/drawing/2014/main" id="{B692AD77-82F3-5250-4972-966824A28C0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104184">
                <a:off x="605" y="3791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32" name="Rectangle 36">
                <a:extLst>
                  <a:ext uri="{FF2B5EF4-FFF2-40B4-BE49-F238E27FC236}">
                    <a16:creationId xmlns:a16="http://schemas.microsoft.com/office/drawing/2014/main" id="{F0CFDAF8-6A74-D82E-83AF-F2225BE09DD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325343">
                <a:off x="575" y="380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33" name="Rectangle 37">
                <a:extLst>
                  <a:ext uri="{FF2B5EF4-FFF2-40B4-BE49-F238E27FC236}">
                    <a16:creationId xmlns:a16="http://schemas.microsoft.com/office/drawing/2014/main" id="{E8A35DDD-9A45-2900-342B-08CFBA8D27D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99" y="3683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34" name="Rectangle 38">
                <a:extLst>
                  <a:ext uri="{FF2B5EF4-FFF2-40B4-BE49-F238E27FC236}">
                    <a16:creationId xmlns:a16="http://schemas.microsoft.com/office/drawing/2014/main" id="{33019031-C0A4-1C8B-C3D8-AD87F1FA3E6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72" y="369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35" name="Rectangle 39">
                <a:extLst>
                  <a:ext uri="{FF2B5EF4-FFF2-40B4-BE49-F238E27FC236}">
                    <a16:creationId xmlns:a16="http://schemas.microsoft.com/office/drawing/2014/main" id="{08DA0CBF-4DC7-7F91-667F-659864F6136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45" y="3717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36" name="Rectangle 40">
                <a:extLst>
                  <a:ext uri="{FF2B5EF4-FFF2-40B4-BE49-F238E27FC236}">
                    <a16:creationId xmlns:a16="http://schemas.microsoft.com/office/drawing/2014/main" id="{E4EDB886-847D-E37B-1FB6-0D9FA9FFBF8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717" y="37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37" name="Rectangle 41">
                <a:extLst>
                  <a:ext uri="{FF2B5EF4-FFF2-40B4-BE49-F238E27FC236}">
                    <a16:creationId xmlns:a16="http://schemas.microsoft.com/office/drawing/2014/main" id="{49F1275F-A72A-62FB-2E10-8297D12C785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923" y="358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38" name="Rectangle 42">
                <a:extLst>
                  <a:ext uri="{FF2B5EF4-FFF2-40B4-BE49-F238E27FC236}">
                    <a16:creationId xmlns:a16="http://schemas.microsoft.com/office/drawing/2014/main" id="{D70A5849-4691-C10D-D248-537D43406AC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899" y="360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39" name="Rectangle 43">
                <a:extLst>
                  <a:ext uri="{FF2B5EF4-FFF2-40B4-BE49-F238E27FC236}">
                    <a16:creationId xmlns:a16="http://schemas.microsoft.com/office/drawing/2014/main" id="{7251F928-B866-769B-E902-69270C36336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76" y="36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40" name="Rectangle 44">
                <a:extLst>
                  <a:ext uri="{FF2B5EF4-FFF2-40B4-BE49-F238E27FC236}">
                    <a16:creationId xmlns:a16="http://schemas.microsoft.com/office/drawing/2014/main" id="{02DD72A7-FD5E-7495-6C07-27721E0B644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50" y="364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41" name="Rectangle 45">
                <a:extLst>
                  <a:ext uri="{FF2B5EF4-FFF2-40B4-BE49-F238E27FC236}">
                    <a16:creationId xmlns:a16="http://schemas.microsoft.com/office/drawing/2014/main" id="{119F931D-8F7F-80D6-6A20-44111D6409D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27" y="3473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42" name="Rectangle 46">
                <a:extLst>
                  <a:ext uri="{FF2B5EF4-FFF2-40B4-BE49-F238E27FC236}">
                    <a16:creationId xmlns:a16="http://schemas.microsoft.com/office/drawing/2014/main" id="{B9792814-12BD-14FE-184C-9D89ACBCFDF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09" y="349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43" name="Rectangle 47">
                <a:extLst>
                  <a:ext uri="{FF2B5EF4-FFF2-40B4-BE49-F238E27FC236}">
                    <a16:creationId xmlns:a16="http://schemas.microsoft.com/office/drawing/2014/main" id="{EF2E16E6-BB46-42E9-7C95-BE4B161D0FE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90" y="351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44" name="Rectangle 48">
                <a:extLst>
                  <a:ext uri="{FF2B5EF4-FFF2-40B4-BE49-F238E27FC236}">
                    <a16:creationId xmlns:a16="http://schemas.microsoft.com/office/drawing/2014/main" id="{3E44939C-D30F-BA09-8169-C4ECDD124BD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69" y="354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45" name="Rectangle 49">
                <a:extLst>
                  <a:ext uri="{FF2B5EF4-FFF2-40B4-BE49-F238E27FC236}">
                    <a16:creationId xmlns:a16="http://schemas.microsoft.com/office/drawing/2014/main" id="{A9F0F2B1-CF85-E68E-A3D9-04FA96A9B26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13" y="335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46" name="Rectangle 50">
                <a:extLst>
                  <a:ext uri="{FF2B5EF4-FFF2-40B4-BE49-F238E27FC236}">
                    <a16:creationId xmlns:a16="http://schemas.microsoft.com/office/drawing/2014/main" id="{0AF763D4-285B-4E97-F5AE-CC5B60AE532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00" y="337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47" name="Rectangle 51">
                <a:extLst>
                  <a:ext uri="{FF2B5EF4-FFF2-40B4-BE49-F238E27FC236}">
                    <a16:creationId xmlns:a16="http://schemas.microsoft.com/office/drawing/2014/main" id="{60FAF2B0-A58E-6FDD-915F-DD56ECBCBC7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86" y="3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48" name="Rectangle 52">
                <a:extLst>
                  <a:ext uri="{FF2B5EF4-FFF2-40B4-BE49-F238E27FC236}">
                    <a16:creationId xmlns:a16="http://schemas.microsoft.com/office/drawing/2014/main" id="{BC2D7657-9CC9-DA38-0881-60204E7FD45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64" y="342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49" name="Rectangle 53">
                <a:extLst>
                  <a:ext uri="{FF2B5EF4-FFF2-40B4-BE49-F238E27FC236}">
                    <a16:creationId xmlns:a16="http://schemas.microsoft.com/office/drawing/2014/main" id="{A3AE1D38-F87E-8A1F-4E58-CE7F5624C88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69913">
                <a:off x="1172" y="3225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50" name="Rectangle 54">
                <a:extLst>
                  <a:ext uri="{FF2B5EF4-FFF2-40B4-BE49-F238E27FC236}">
                    <a16:creationId xmlns:a16="http://schemas.microsoft.com/office/drawing/2014/main" id="{592E25B5-B102-3937-9B68-F6B13E49739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9869">
                <a:off x="1162" y="325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51" name="Rectangle 55">
                <a:extLst>
                  <a:ext uri="{FF2B5EF4-FFF2-40B4-BE49-F238E27FC236}">
                    <a16:creationId xmlns:a16="http://schemas.microsoft.com/office/drawing/2014/main" id="{687C5FEE-C2D8-ADAA-012B-BDF76F273CF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54" y="327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52" name="Rectangle 56">
                <a:extLst>
                  <a:ext uri="{FF2B5EF4-FFF2-40B4-BE49-F238E27FC236}">
                    <a16:creationId xmlns:a16="http://schemas.microsoft.com/office/drawing/2014/main" id="{30208C79-26DF-9684-809B-D0FC4EFA52A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41" y="330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53" name="Rectangle 57">
                <a:extLst>
                  <a:ext uri="{FF2B5EF4-FFF2-40B4-BE49-F238E27FC236}">
                    <a16:creationId xmlns:a16="http://schemas.microsoft.com/office/drawing/2014/main" id="{93248435-8CF4-EC5E-F23B-567B0D4C8CA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3905">
                <a:off x="1211" y="309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54" name="Rectangle 58">
                <a:extLst>
                  <a:ext uri="{FF2B5EF4-FFF2-40B4-BE49-F238E27FC236}">
                    <a16:creationId xmlns:a16="http://schemas.microsoft.com/office/drawing/2014/main" id="{9BC507F3-36C2-1AAD-BA8C-3BC5FB8CBF8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1" y="312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55" name="Rectangle 59">
                <a:extLst>
                  <a:ext uri="{FF2B5EF4-FFF2-40B4-BE49-F238E27FC236}">
                    <a16:creationId xmlns:a16="http://schemas.microsoft.com/office/drawing/2014/main" id="{47C635BE-E646-E7AD-985D-9A6F568EE56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0" y="3147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56" name="Rectangle 60">
                <a:extLst>
                  <a:ext uri="{FF2B5EF4-FFF2-40B4-BE49-F238E27FC236}">
                    <a16:creationId xmlns:a16="http://schemas.microsoft.com/office/drawing/2014/main" id="{8F480D3C-7F08-DCC7-4277-D56EB186890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14188">
                <a:off x="1189" y="31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57" name="Rectangle 61">
                <a:extLst>
                  <a:ext uri="{FF2B5EF4-FFF2-40B4-BE49-F238E27FC236}">
                    <a16:creationId xmlns:a16="http://schemas.microsoft.com/office/drawing/2014/main" id="{BE648B27-9606-34FB-49A5-9055589C4FB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2388">
                <a:off x="1219" y="296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58" name="Rectangle 62">
                <a:extLst>
                  <a:ext uri="{FF2B5EF4-FFF2-40B4-BE49-F238E27FC236}">
                    <a16:creationId xmlns:a16="http://schemas.microsoft.com/office/drawing/2014/main" id="{D4B86247-0690-ECF5-B4D9-9E1386DCBCF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2991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59" name="Rectangle 63">
                <a:extLst>
                  <a:ext uri="{FF2B5EF4-FFF2-40B4-BE49-F238E27FC236}">
                    <a16:creationId xmlns:a16="http://schemas.microsoft.com/office/drawing/2014/main" id="{CB3B01B8-A9A6-8886-A06D-77EE553405B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30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60" name="Rectangle 64">
                <a:extLst>
                  <a:ext uri="{FF2B5EF4-FFF2-40B4-BE49-F238E27FC236}">
                    <a16:creationId xmlns:a16="http://schemas.microsoft.com/office/drawing/2014/main" id="{DCFC6D9F-61BE-22BC-597A-97A4F91D0BE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70546">
                <a:off x="1219" y="30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61" name="Rectangle 65">
                <a:extLst>
                  <a:ext uri="{FF2B5EF4-FFF2-40B4-BE49-F238E27FC236}">
                    <a16:creationId xmlns:a16="http://schemas.microsoft.com/office/drawing/2014/main" id="{5A9499C7-0E5E-7098-2BF7-74F7533EF0F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32286">
                <a:off x="1207" y="2843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62" name="Rectangle 66">
                <a:extLst>
                  <a:ext uri="{FF2B5EF4-FFF2-40B4-BE49-F238E27FC236}">
                    <a16:creationId xmlns:a16="http://schemas.microsoft.com/office/drawing/2014/main" id="{E6F80803-CFFF-56BB-F1C6-46A308D544D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3" y="286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63" name="Rectangle 67">
                <a:extLst>
                  <a:ext uri="{FF2B5EF4-FFF2-40B4-BE49-F238E27FC236}">
                    <a16:creationId xmlns:a16="http://schemas.microsoft.com/office/drawing/2014/main" id="{1FD64755-5713-82B5-8C5E-EE09A1D879C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6" y="288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64" name="Rectangle 68">
                <a:extLst>
                  <a:ext uri="{FF2B5EF4-FFF2-40B4-BE49-F238E27FC236}">
                    <a16:creationId xmlns:a16="http://schemas.microsoft.com/office/drawing/2014/main" id="{46839BD2-BF1D-CC0D-6981-5C4F3D82D77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06259">
                <a:off x="1219" y="29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65" name="Rectangle 69">
                <a:extLst>
                  <a:ext uri="{FF2B5EF4-FFF2-40B4-BE49-F238E27FC236}">
                    <a16:creationId xmlns:a16="http://schemas.microsoft.com/office/drawing/2014/main" id="{1B1911F2-2C59-4B00-320D-52716B6AB47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543941">
                <a:off x="1165" y="272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66" name="Rectangle 70">
                <a:extLst>
                  <a:ext uri="{FF2B5EF4-FFF2-40B4-BE49-F238E27FC236}">
                    <a16:creationId xmlns:a16="http://schemas.microsoft.com/office/drawing/2014/main" id="{9E56AC04-6BED-675E-FEF6-D9E788D3234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76" y="2752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67" name="Rectangle 71">
                <a:extLst>
                  <a:ext uri="{FF2B5EF4-FFF2-40B4-BE49-F238E27FC236}">
                    <a16:creationId xmlns:a16="http://schemas.microsoft.com/office/drawing/2014/main" id="{1E31DA69-618A-A4A2-DD81-FB738675997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84" y="277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68" name="Rectangle 72">
                <a:extLst>
                  <a:ext uri="{FF2B5EF4-FFF2-40B4-BE49-F238E27FC236}">
                    <a16:creationId xmlns:a16="http://schemas.microsoft.com/office/drawing/2014/main" id="{B538010E-5076-4765-F43B-C9BAA8C4D4F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94" y="279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69" name="Rectangle 73">
                <a:extLst>
                  <a:ext uri="{FF2B5EF4-FFF2-40B4-BE49-F238E27FC236}">
                    <a16:creationId xmlns:a16="http://schemas.microsoft.com/office/drawing/2014/main" id="{46C70982-032C-9147-72FF-F86F1C28A86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928746">
                <a:off x="1101" y="262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70" name="Rectangle 74">
                <a:extLst>
                  <a:ext uri="{FF2B5EF4-FFF2-40B4-BE49-F238E27FC236}">
                    <a16:creationId xmlns:a16="http://schemas.microsoft.com/office/drawing/2014/main" id="{558125C6-BBD1-268A-3661-861EDF8FEEB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44175">
                <a:off x="1114" y="264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71" name="Rectangle 75">
                <a:extLst>
                  <a:ext uri="{FF2B5EF4-FFF2-40B4-BE49-F238E27FC236}">
                    <a16:creationId xmlns:a16="http://schemas.microsoft.com/office/drawing/2014/main" id="{906223A1-2648-B9C7-5CC4-63088F42A2F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29" y="266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72" name="Rectangle 76">
                <a:extLst>
                  <a:ext uri="{FF2B5EF4-FFF2-40B4-BE49-F238E27FC236}">
                    <a16:creationId xmlns:a16="http://schemas.microsoft.com/office/drawing/2014/main" id="{D72F1FBD-017C-61E1-F3E1-C0B232224F0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42" y="268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73" name="Rectangle 77">
                <a:extLst>
                  <a:ext uri="{FF2B5EF4-FFF2-40B4-BE49-F238E27FC236}">
                    <a16:creationId xmlns:a16="http://schemas.microsoft.com/office/drawing/2014/main" id="{A6FECFA3-8363-B519-111E-60BFEDAE0C5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14" y="253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74" name="Rectangle 78">
                <a:extLst>
                  <a:ext uri="{FF2B5EF4-FFF2-40B4-BE49-F238E27FC236}">
                    <a16:creationId xmlns:a16="http://schemas.microsoft.com/office/drawing/2014/main" id="{A14EEEA0-41AA-D2B9-6127-64E46450101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35" y="255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75" name="Rectangle 79">
                <a:extLst>
                  <a:ext uri="{FF2B5EF4-FFF2-40B4-BE49-F238E27FC236}">
                    <a16:creationId xmlns:a16="http://schemas.microsoft.com/office/drawing/2014/main" id="{462BE00E-7DD8-B844-0C1A-71BE4682B05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50" y="257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76" name="Rectangle 80">
                <a:extLst>
                  <a:ext uri="{FF2B5EF4-FFF2-40B4-BE49-F238E27FC236}">
                    <a16:creationId xmlns:a16="http://schemas.microsoft.com/office/drawing/2014/main" id="{C7E05795-4F7B-F939-C559-75BCDF9D6FA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342866">
                <a:off x="1068" y="2590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77" name="Freeform 81">
                <a:extLst>
                  <a:ext uri="{FF2B5EF4-FFF2-40B4-BE49-F238E27FC236}">
                    <a16:creationId xmlns:a16="http://schemas.microsoft.com/office/drawing/2014/main" id="{A9AFA7E0-5DAF-96CE-15F0-741C395E9A8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486" y="2563"/>
                <a:ext cx="180" cy="151"/>
              </a:xfrm>
              <a:custGeom>
                <a:avLst/>
                <a:gdLst>
                  <a:gd name="T0" fmla="*/ 0 w 180"/>
                  <a:gd name="T1" fmla="*/ 144 h 151"/>
                  <a:gd name="T2" fmla="*/ 28 w 180"/>
                  <a:gd name="T3" fmla="*/ 147 h 151"/>
                  <a:gd name="T4" fmla="*/ 64 w 180"/>
                  <a:gd name="T5" fmla="*/ 46 h 151"/>
                  <a:gd name="T6" fmla="*/ 94 w 180"/>
                  <a:gd name="T7" fmla="*/ 151 h 151"/>
                  <a:gd name="T8" fmla="*/ 129 w 180"/>
                  <a:gd name="T9" fmla="*/ 151 h 151"/>
                  <a:gd name="T10" fmla="*/ 180 w 180"/>
                  <a:gd name="T11" fmla="*/ 9 h 151"/>
                  <a:gd name="T12" fmla="*/ 148 w 180"/>
                  <a:gd name="T13" fmla="*/ 10 h 151"/>
                  <a:gd name="T14" fmla="*/ 112 w 180"/>
                  <a:gd name="T15" fmla="*/ 112 h 151"/>
                  <a:gd name="T16" fmla="*/ 79 w 180"/>
                  <a:gd name="T17" fmla="*/ 0 h 151"/>
                  <a:gd name="T18" fmla="*/ 48 w 180"/>
                  <a:gd name="T19" fmla="*/ 0 h 151"/>
                  <a:gd name="T20" fmla="*/ 0 w 180"/>
                  <a:gd name="T21" fmla="*/ 144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178" name="Rectangle 82">
                <a:extLst>
                  <a:ext uri="{FF2B5EF4-FFF2-40B4-BE49-F238E27FC236}">
                    <a16:creationId xmlns:a16="http://schemas.microsoft.com/office/drawing/2014/main" id="{2772DBAE-18CD-D5B1-FDB4-99B1EE3E30B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575641">
                <a:off x="-217" y="3138"/>
                <a:ext cx="122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79" name="Rectangle 83">
                <a:extLst>
                  <a:ext uri="{FF2B5EF4-FFF2-40B4-BE49-F238E27FC236}">
                    <a16:creationId xmlns:a16="http://schemas.microsoft.com/office/drawing/2014/main" id="{1609BB82-66A4-6352-5626-3004F7102EF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8799">
                <a:off x="4" y="3146"/>
                <a:ext cx="103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80" name="Rectangle 84">
                <a:extLst>
                  <a:ext uri="{FF2B5EF4-FFF2-40B4-BE49-F238E27FC236}">
                    <a16:creationId xmlns:a16="http://schemas.microsoft.com/office/drawing/2014/main" id="{A9927782-A666-3591-E6A0-3DAE175020E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07" y="24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81" name="Rectangle 85">
                <a:extLst>
                  <a:ext uri="{FF2B5EF4-FFF2-40B4-BE49-F238E27FC236}">
                    <a16:creationId xmlns:a16="http://schemas.microsoft.com/office/drawing/2014/main" id="{B1F090DB-66B5-2B25-3572-6CFA6E83719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30" y="248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82" name="Rectangle 86">
                <a:extLst>
                  <a:ext uri="{FF2B5EF4-FFF2-40B4-BE49-F238E27FC236}">
                    <a16:creationId xmlns:a16="http://schemas.microsoft.com/office/drawing/2014/main" id="{7DD3CCDE-5B43-2666-3B67-68C9E391BAE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54" y="249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83" name="Rectangle 87">
                <a:extLst>
                  <a:ext uri="{FF2B5EF4-FFF2-40B4-BE49-F238E27FC236}">
                    <a16:creationId xmlns:a16="http://schemas.microsoft.com/office/drawing/2014/main" id="{EA9AF093-7C5F-24D6-B9D4-B91349671B5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61033">
                <a:off x="974" y="2509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84" name="Rectangle 88">
                <a:extLst>
                  <a:ext uri="{FF2B5EF4-FFF2-40B4-BE49-F238E27FC236}">
                    <a16:creationId xmlns:a16="http://schemas.microsoft.com/office/drawing/2014/main" id="{7B1D2F04-3BC1-054B-4C8B-560DEE6431F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788" y="242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85" name="Rectangle 89">
                <a:extLst>
                  <a:ext uri="{FF2B5EF4-FFF2-40B4-BE49-F238E27FC236}">
                    <a16:creationId xmlns:a16="http://schemas.microsoft.com/office/drawing/2014/main" id="{9DBA21F5-1645-B971-67DC-8B08C0D615A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815" y="243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86" name="Rectangle 90">
                <a:extLst>
                  <a:ext uri="{FF2B5EF4-FFF2-40B4-BE49-F238E27FC236}">
                    <a16:creationId xmlns:a16="http://schemas.microsoft.com/office/drawing/2014/main" id="{930C66B5-A47E-AEAE-0720-60AAA496F91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514633">
                <a:off x="837" y="24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87" name="Rectangle 91">
                <a:extLst>
                  <a:ext uri="{FF2B5EF4-FFF2-40B4-BE49-F238E27FC236}">
                    <a16:creationId xmlns:a16="http://schemas.microsoft.com/office/drawing/2014/main" id="{F381F807-8ADD-FE70-B564-ABE79B1871F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220799">
                <a:off x="862" y="245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88" name="Rectangle 92">
                <a:extLst>
                  <a:ext uri="{FF2B5EF4-FFF2-40B4-BE49-F238E27FC236}">
                    <a16:creationId xmlns:a16="http://schemas.microsoft.com/office/drawing/2014/main" id="{0ADFB07D-F2FE-D2D5-10C7-DBEB88DA5D1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338250">
                <a:off x="649" y="239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89" name="Rectangle 93">
                <a:extLst>
                  <a:ext uri="{FF2B5EF4-FFF2-40B4-BE49-F238E27FC236}">
                    <a16:creationId xmlns:a16="http://schemas.microsoft.com/office/drawing/2014/main" id="{E708B96D-5CDD-4C97-E72A-FF03FE4C922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677" y="240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90" name="Rectangle 94">
                <a:extLst>
                  <a:ext uri="{FF2B5EF4-FFF2-40B4-BE49-F238E27FC236}">
                    <a16:creationId xmlns:a16="http://schemas.microsoft.com/office/drawing/2014/main" id="{E4A9945D-74C7-71CC-5E0E-684DEB7C0D7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707" y="2407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91" name="Rectangle 95">
                <a:extLst>
                  <a:ext uri="{FF2B5EF4-FFF2-40B4-BE49-F238E27FC236}">
                    <a16:creationId xmlns:a16="http://schemas.microsoft.com/office/drawing/2014/main" id="{E10F0F89-A6F9-181A-7FAC-8BC58839019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989246">
                <a:off x="737" y="2411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92" name="Rectangle 96">
                <a:extLst>
                  <a:ext uri="{FF2B5EF4-FFF2-40B4-BE49-F238E27FC236}">
                    <a16:creationId xmlns:a16="http://schemas.microsoft.com/office/drawing/2014/main" id="{01AEFE23-A808-5690-C07F-F644700535E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62215">
                <a:off x="503" y="239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93" name="Rectangle 97">
                <a:extLst>
                  <a:ext uri="{FF2B5EF4-FFF2-40B4-BE49-F238E27FC236}">
                    <a16:creationId xmlns:a16="http://schemas.microsoft.com/office/drawing/2014/main" id="{63257F1F-F332-FC68-69A8-C8194B0E7FD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73370">
                <a:off x="533" y="239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94" name="Rectangle 98">
                <a:extLst>
                  <a:ext uri="{FF2B5EF4-FFF2-40B4-BE49-F238E27FC236}">
                    <a16:creationId xmlns:a16="http://schemas.microsoft.com/office/drawing/2014/main" id="{F08A290D-3685-F44D-B51E-CF6ED3F42B3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46721">
                <a:off x="563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95" name="Rectangle 99">
                <a:extLst>
                  <a:ext uri="{FF2B5EF4-FFF2-40B4-BE49-F238E27FC236}">
                    <a16:creationId xmlns:a16="http://schemas.microsoft.com/office/drawing/2014/main" id="{2929740F-A9CF-9601-085D-5C53CEE5E5B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580623">
                <a:off x="594" y="2391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96" name="Rectangle 100">
                <a:extLst>
                  <a:ext uri="{FF2B5EF4-FFF2-40B4-BE49-F238E27FC236}">
                    <a16:creationId xmlns:a16="http://schemas.microsoft.com/office/drawing/2014/main" id="{132AEB7A-E780-F11E-DAD5-9926CFD3D54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95129">
                <a:off x="355" y="241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97" name="Rectangle 101">
                <a:extLst>
                  <a:ext uri="{FF2B5EF4-FFF2-40B4-BE49-F238E27FC236}">
                    <a16:creationId xmlns:a16="http://schemas.microsoft.com/office/drawing/2014/main" id="{4B2C235A-ECB7-7801-6919-10DC8B6A3F8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360484">
                <a:off x="385" y="240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98" name="Rectangle 102">
                <a:extLst>
                  <a:ext uri="{FF2B5EF4-FFF2-40B4-BE49-F238E27FC236}">
                    <a16:creationId xmlns:a16="http://schemas.microsoft.com/office/drawing/2014/main" id="{2979FE48-7D6B-F129-FBD2-62E743AA064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288939">
                <a:off x="418" y="240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99" name="Rectangle 103">
                <a:extLst>
                  <a:ext uri="{FF2B5EF4-FFF2-40B4-BE49-F238E27FC236}">
                    <a16:creationId xmlns:a16="http://schemas.microsoft.com/office/drawing/2014/main" id="{A00A35C9-EABB-1627-F275-7FBFA4553BB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64854">
                <a:off x="449" y="2400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00" name="Rectangle 104">
                <a:extLst>
                  <a:ext uri="{FF2B5EF4-FFF2-40B4-BE49-F238E27FC236}">
                    <a16:creationId xmlns:a16="http://schemas.microsoft.com/office/drawing/2014/main" id="{F313CFBE-EF57-428A-D288-964FDEE42C0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32163">
                <a:off x="206" y="245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01" name="Rectangle 105">
                <a:extLst>
                  <a:ext uri="{FF2B5EF4-FFF2-40B4-BE49-F238E27FC236}">
                    <a16:creationId xmlns:a16="http://schemas.microsoft.com/office/drawing/2014/main" id="{B4EC92DE-A3BA-BCA1-0241-3FA75AD8BCD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220433">
                <a:off x="237" y="24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02" name="Rectangle 106">
                <a:extLst>
                  <a:ext uri="{FF2B5EF4-FFF2-40B4-BE49-F238E27FC236}">
                    <a16:creationId xmlns:a16="http://schemas.microsoft.com/office/drawing/2014/main" id="{CD5643AC-C0CF-F6F8-E7BA-6C7E445EFA7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10943">
                <a:off x="266" y="243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03" name="Rectangle 107">
                <a:extLst>
                  <a:ext uri="{FF2B5EF4-FFF2-40B4-BE49-F238E27FC236}">
                    <a16:creationId xmlns:a16="http://schemas.microsoft.com/office/drawing/2014/main" id="{A9DA6CC8-DC42-5C11-49D2-3ACDADBEDE6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919570">
                <a:off x="292" y="242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04" name="Rectangle 108">
                <a:extLst>
                  <a:ext uri="{FF2B5EF4-FFF2-40B4-BE49-F238E27FC236}">
                    <a16:creationId xmlns:a16="http://schemas.microsoft.com/office/drawing/2014/main" id="{B84136BB-733F-8C84-C41B-5CD2CDBD114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376291">
                <a:off x="5" y="254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05" name="Rectangle 109">
                <a:extLst>
                  <a:ext uri="{FF2B5EF4-FFF2-40B4-BE49-F238E27FC236}">
                    <a16:creationId xmlns:a16="http://schemas.microsoft.com/office/drawing/2014/main" id="{E566D4C5-C967-B68E-51B4-439718A8A56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64" y="2517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06" name="Rectangle 110">
                <a:extLst>
                  <a:ext uri="{FF2B5EF4-FFF2-40B4-BE49-F238E27FC236}">
                    <a16:creationId xmlns:a16="http://schemas.microsoft.com/office/drawing/2014/main" id="{443DAC3D-EFCE-A76B-5174-C0D3ECC34EF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92" y="250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07" name="Rectangle 111">
                <a:extLst>
                  <a:ext uri="{FF2B5EF4-FFF2-40B4-BE49-F238E27FC236}">
                    <a16:creationId xmlns:a16="http://schemas.microsoft.com/office/drawing/2014/main" id="{149672E8-6B42-8E6F-53AD-BE3AA0DF9F5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119" y="249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08" name="Rectangle 112">
                <a:extLst>
                  <a:ext uri="{FF2B5EF4-FFF2-40B4-BE49-F238E27FC236}">
                    <a16:creationId xmlns:a16="http://schemas.microsoft.com/office/drawing/2014/main" id="{09D3F898-F59E-4D6D-720D-2EB4F20C47F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57704">
                <a:off x="150" y="247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09" name="Rectangle 113">
                <a:extLst>
                  <a:ext uri="{FF2B5EF4-FFF2-40B4-BE49-F238E27FC236}">
                    <a16:creationId xmlns:a16="http://schemas.microsoft.com/office/drawing/2014/main" id="{90EC827C-CCC5-524C-F74A-1AD0A85458E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0" y="336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10" name="Rectangle 114">
                <a:extLst>
                  <a:ext uri="{FF2B5EF4-FFF2-40B4-BE49-F238E27FC236}">
                    <a16:creationId xmlns:a16="http://schemas.microsoft.com/office/drawing/2014/main" id="{027CF869-8B8C-0F4F-3B16-D06623C1681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511" y="347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11" name="Rectangle 115">
                <a:extLst>
                  <a:ext uri="{FF2B5EF4-FFF2-40B4-BE49-F238E27FC236}">
                    <a16:creationId xmlns:a16="http://schemas.microsoft.com/office/drawing/2014/main" id="{CC6B2B4B-8F36-32C4-60AE-CBDEF92D2D4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35" y="279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12" name="Rectangle 116">
                <a:extLst>
                  <a:ext uri="{FF2B5EF4-FFF2-40B4-BE49-F238E27FC236}">
                    <a16:creationId xmlns:a16="http://schemas.microsoft.com/office/drawing/2014/main" id="{E65972A4-C1AF-A5CD-AE9E-42397FA4BB9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700" y="2851"/>
                <a:ext cx="31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13" name="Rectangle 117">
                <a:extLst>
                  <a:ext uri="{FF2B5EF4-FFF2-40B4-BE49-F238E27FC236}">
                    <a16:creationId xmlns:a16="http://schemas.microsoft.com/office/drawing/2014/main" id="{3E61D035-C8B1-1182-E999-C9777837602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08516">
                <a:off x="200" y="3915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14" name="Rectangle 118">
                <a:extLst>
                  <a:ext uri="{FF2B5EF4-FFF2-40B4-BE49-F238E27FC236}">
                    <a16:creationId xmlns:a16="http://schemas.microsoft.com/office/drawing/2014/main" id="{B9EE1C45-AB6B-7EC4-C933-A66F0A19595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683973">
                <a:off x="45" y="3915"/>
                <a:ext cx="144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15" name="Rectangle 119">
                <a:extLst>
                  <a:ext uri="{FF2B5EF4-FFF2-40B4-BE49-F238E27FC236}">
                    <a16:creationId xmlns:a16="http://schemas.microsoft.com/office/drawing/2014/main" id="{C41C7E78-1BE5-FF8D-6ACB-A8254313539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245609">
                <a:off x="361" y="389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16" name="Rectangle 120">
                <a:extLst>
                  <a:ext uri="{FF2B5EF4-FFF2-40B4-BE49-F238E27FC236}">
                    <a16:creationId xmlns:a16="http://schemas.microsoft.com/office/drawing/2014/main" id="{80F0DE66-8EEE-124B-A438-C12205538E1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500520">
                <a:off x="522" y="3847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17" name="Rectangle 121">
                <a:extLst>
                  <a:ext uri="{FF2B5EF4-FFF2-40B4-BE49-F238E27FC236}">
                    <a16:creationId xmlns:a16="http://schemas.microsoft.com/office/drawing/2014/main" id="{38159E68-B875-B157-BEA5-C7AD2202B65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05227">
                <a:off x="670" y="377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18" name="Rectangle 122">
                <a:extLst>
                  <a:ext uri="{FF2B5EF4-FFF2-40B4-BE49-F238E27FC236}">
                    <a16:creationId xmlns:a16="http://schemas.microsoft.com/office/drawing/2014/main" id="{BB99BA7C-6964-A031-6003-1B48AA12368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060138">
                <a:off x="813" y="368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19" name="Rectangle 123">
                <a:extLst>
                  <a:ext uri="{FF2B5EF4-FFF2-40B4-BE49-F238E27FC236}">
                    <a16:creationId xmlns:a16="http://schemas.microsoft.com/office/drawing/2014/main" id="{69853A65-0F2F-DE1A-ACFA-221F5A96CC2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090281">
                <a:off x="938" y="3582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20" name="Rectangle 124">
                <a:extLst>
                  <a:ext uri="{FF2B5EF4-FFF2-40B4-BE49-F238E27FC236}">
                    <a16:creationId xmlns:a16="http://schemas.microsoft.com/office/drawing/2014/main" id="{66B8F560-C1D7-55E8-6ADA-AA82421A2FD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-18" y="2506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21" name="Rectangle 125">
                <a:extLst>
                  <a:ext uri="{FF2B5EF4-FFF2-40B4-BE49-F238E27FC236}">
                    <a16:creationId xmlns:a16="http://schemas.microsoft.com/office/drawing/2014/main" id="{26408F1B-9B66-3630-6F4B-E85B56C6FB1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06501">
                <a:off x="136" y="243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22" name="Rectangle 126">
                <a:extLst>
                  <a:ext uri="{FF2B5EF4-FFF2-40B4-BE49-F238E27FC236}">
                    <a16:creationId xmlns:a16="http://schemas.microsoft.com/office/drawing/2014/main" id="{B8805AF2-8930-CF4E-D734-35A0064A1C6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970620">
                <a:off x="447" y="2364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23" name="Rectangle 127">
                <a:extLst>
                  <a:ext uri="{FF2B5EF4-FFF2-40B4-BE49-F238E27FC236}">
                    <a16:creationId xmlns:a16="http://schemas.microsoft.com/office/drawing/2014/main" id="{E31ADAD3-8261-2582-305A-EF7024508A5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98502">
                <a:off x="597" y="2360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24" name="Rectangle 128">
                <a:extLst>
                  <a:ext uri="{FF2B5EF4-FFF2-40B4-BE49-F238E27FC236}">
                    <a16:creationId xmlns:a16="http://schemas.microsoft.com/office/drawing/2014/main" id="{1B969ED2-DEA8-B26C-B12E-29EC8682018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76305">
                <a:off x="739" y="2386"/>
                <a:ext cx="15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25" name="Rectangle 129">
                <a:extLst>
                  <a:ext uri="{FF2B5EF4-FFF2-40B4-BE49-F238E27FC236}">
                    <a16:creationId xmlns:a16="http://schemas.microsoft.com/office/drawing/2014/main" id="{7F7EB0A0-D862-866A-E3D5-DC845174BD9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188616">
                <a:off x="869" y="24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26" name="Rectangle 130">
                <a:extLst>
                  <a:ext uri="{FF2B5EF4-FFF2-40B4-BE49-F238E27FC236}">
                    <a16:creationId xmlns:a16="http://schemas.microsoft.com/office/drawing/2014/main" id="{0B1FCC61-BADD-BAA6-651F-E519ABA9467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10246">
                <a:off x="984" y="2497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27" name="Rectangle 131">
                <a:extLst>
                  <a:ext uri="{FF2B5EF4-FFF2-40B4-BE49-F238E27FC236}">
                    <a16:creationId xmlns:a16="http://schemas.microsoft.com/office/drawing/2014/main" id="{E9C8AD52-CAC7-1154-CAB6-D15F6664DF3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190008">
                <a:off x="1075" y="2585"/>
                <a:ext cx="17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28" name="Rectangle 132">
                <a:extLst>
                  <a:ext uri="{FF2B5EF4-FFF2-40B4-BE49-F238E27FC236}">
                    <a16:creationId xmlns:a16="http://schemas.microsoft.com/office/drawing/2014/main" id="{F713B430-E268-BFB8-519F-074677DB812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28558">
                <a:off x="1147" y="2688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29" name="Rectangle 133">
                <a:extLst>
                  <a:ext uri="{FF2B5EF4-FFF2-40B4-BE49-F238E27FC236}">
                    <a16:creationId xmlns:a16="http://schemas.microsoft.com/office/drawing/2014/main" id="{4F746EC3-1FB7-E446-8640-0A280A68DE6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72118">
                <a:off x="1198" y="2805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30" name="Rectangle 134">
                <a:extLst>
                  <a:ext uri="{FF2B5EF4-FFF2-40B4-BE49-F238E27FC236}">
                    <a16:creationId xmlns:a16="http://schemas.microsoft.com/office/drawing/2014/main" id="{88BDD9EC-DB4B-C8D1-321E-9B3826E7504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53845">
                <a:off x="1218" y="29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31" name="Rectangle 135">
                <a:extLst>
                  <a:ext uri="{FF2B5EF4-FFF2-40B4-BE49-F238E27FC236}">
                    <a16:creationId xmlns:a16="http://schemas.microsoft.com/office/drawing/2014/main" id="{7F1A6E4F-6648-B96D-8BE4-1596B379A56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87823">
                <a:off x="1213" y="3066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32" name="Rectangle 136">
                <a:extLst>
                  <a:ext uri="{FF2B5EF4-FFF2-40B4-BE49-F238E27FC236}">
                    <a16:creationId xmlns:a16="http://schemas.microsoft.com/office/drawing/2014/main" id="{08B30A1B-3F68-345C-4457-E9C8D3AEEEF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96741">
                <a:off x="1126" y="3337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33" name="Rectangle 137">
                <a:extLst>
                  <a:ext uri="{FF2B5EF4-FFF2-40B4-BE49-F238E27FC236}">
                    <a16:creationId xmlns:a16="http://schemas.microsoft.com/office/drawing/2014/main" id="{DBBA4F60-D317-021C-D578-74570362372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9990">
                <a:off x="1041" y="3465"/>
                <a:ext cx="14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34" name="Freeform 138">
                <a:extLst>
                  <a:ext uri="{FF2B5EF4-FFF2-40B4-BE49-F238E27FC236}">
                    <a16:creationId xmlns:a16="http://schemas.microsoft.com/office/drawing/2014/main" id="{6BB20570-D77B-0053-6CF7-5652557CE65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50" y="3136"/>
                <a:ext cx="204" cy="120"/>
              </a:xfrm>
              <a:custGeom>
                <a:avLst/>
                <a:gdLst>
                  <a:gd name="T0" fmla="*/ 168 w 204"/>
                  <a:gd name="T1" fmla="*/ 120 h 120"/>
                  <a:gd name="T2" fmla="*/ 204 w 204"/>
                  <a:gd name="T3" fmla="*/ 12 h 120"/>
                  <a:gd name="T4" fmla="*/ 42 w 204"/>
                  <a:gd name="T5" fmla="*/ 0 h 120"/>
                  <a:gd name="T6" fmla="*/ 0 w 204"/>
                  <a:gd name="T7" fmla="*/ 108 h 120"/>
                  <a:gd name="T8" fmla="*/ 30 w 204"/>
                  <a:gd name="T9" fmla="*/ 114 h 120"/>
                  <a:gd name="T10" fmla="*/ 60 w 204"/>
                  <a:gd name="T11" fmla="*/ 30 h 120"/>
                  <a:gd name="T12" fmla="*/ 102 w 204"/>
                  <a:gd name="T13" fmla="*/ 36 h 120"/>
                  <a:gd name="T14" fmla="*/ 78 w 204"/>
                  <a:gd name="T15" fmla="*/ 108 h 120"/>
                  <a:gd name="T16" fmla="*/ 102 w 204"/>
                  <a:gd name="T17" fmla="*/ 108 h 120"/>
                  <a:gd name="T18" fmla="*/ 132 w 204"/>
                  <a:gd name="T19" fmla="*/ 36 h 120"/>
                  <a:gd name="T20" fmla="*/ 162 w 204"/>
                  <a:gd name="T21" fmla="*/ 36 h 120"/>
                  <a:gd name="T22" fmla="*/ 138 w 204"/>
                  <a:gd name="T23" fmla="*/ 114 h 120"/>
                  <a:gd name="T24" fmla="*/ 168 w 204"/>
                  <a:gd name="T25" fmla="*/ 12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35" name="Freeform 139">
                <a:extLst>
                  <a:ext uri="{FF2B5EF4-FFF2-40B4-BE49-F238E27FC236}">
                    <a16:creationId xmlns:a16="http://schemas.microsoft.com/office/drawing/2014/main" id="{858E63D4-CB1D-02D8-35F9-506B9E3B9D0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9" y="2722"/>
                <a:ext cx="90" cy="78"/>
              </a:xfrm>
              <a:custGeom>
                <a:avLst/>
                <a:gdLst>
                  <a:gd name="T0" fmla="*/ 66 w 90"/>
                  <a:gd name="T1" fmla="*/ 36 h 78"/>
                  <a:gd name="T2" fmla="*/ 66 w 90"/>
                  <a:gd name="T3" fmla="*/ 36 h 78"/>
                  <a:gd name="T4" fmla="*/ 18 w 90"/>
                  <a:gd name="T5" fmla="*/ 24 h 78"/>
                  <a:gd name="T6" fmla="*/ 0 w 90"/>
                  <a:gd name="T7" fmla="*/ 30 h 78"/>
                  <a:gd name="T8" fmla="*/ 36 w 90"/>
                  <a:gd name="T9" fmla="*/ 78 h 78"/>
                  <a:gd name="T10" fmla="*/ 48 w 90"/>
                  <a:gd name="T11" fmla="*/ 72 h 78"/>
                  <a:gd name="T12" fmla="*/ 24 w 90"/>
                  <a:gd name="T13" fmla="*/ 36 h 78"/>
                  <a:gd name="T14" fmla="*/ 24 w 90"/>
                  <a:gd name="T15" fmla="*/ 36 h 78"/>
                  <a:gd name="T16" fmla="*/ 72 w 90"/>
                  <a:gd name="T17" fmla="*/ 54 h 78"/>
                  <a:gd name="T18" fmla="*/ 90 w 90"/>
                  <a:gd name="T19" fmla="*/ 42 h 78"/>
                  <a:gd name="T20" fmla="*/ 54 w 90"/>
                  <a:gd name="T21" fmla="*/ 0 h 78"/>
                  <a:gd name="T22" fmla="*/ 42 w 90"/>
                  <a:gd name="T23" fmla="*/ 6 h 78"/>
                  <a:gd name="T24" fmla="*/ 66 w 90"/>
                  <a:gd name="T25" fmla="*/ 36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36" name="Freeform 140">
                <a:extLst>
                  <a:ext uri="{FF2B5EF4-FFF2-40B4-BE49-F238E27FC236}">
                    <a16:creationId xmlns:a16="http://schemas.microsoft.com/office/drawing/2014/main" id="{4E155206-9F9A-8316-E6F0-1865D3849F70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7" y="2651"/>
                <a:ext cx="101" cy="89"/>
              </a:xfrm>
              <a:custGeom>
                <a:avLst/>
                <a:gdLst>
                  <a:gd name="T0" fmla="*/ 54 w 101"/>
                  <a:gd name="T1" fmla="*/ 89 h 89"/>
                  <a:gd name="T2" fmla="*/ 65 w 101"/>
                  <a:gd name="T3" fmla="*/ 83 h 89"/>
                  <a:gd name="T4" fmla="*/ 48 w 101"/>
                  <a:gd name="T5" fmla="*/ 35 h 89"/>
                  <a:gd name="T6" fmla="*/ 89 w 101"/>
                  <a:gd name="T7" fmla="*/ 65 h 89"/>
                  <a:gd name="T8" fmla="*/ 101 w 101"/>
                  <a:gd name="T9" fmla="*/ 59 h 89"/>
                  <a:gd name="T10" fmla="*/ 83 w 101"/>
                  <a:gd name="T11" fmla="*/ 0 h 89"/>
                  <a:gd name="T12" fmla="*/ 71 w 101"/>
                  <a:gd name="T13" fmla="*/ 12 h 89"/>
                  <a:gd name="T14" fmla="*/ 83 w 101"/>
                  <a:gd name="T15" fmla="*/ 41 h 89"/>
                  <a:gd name="T16" fmla="*/ 48 w 101"/>
                  <a:gd name="T17" fmla="*/ 23 h 89"/>
                  <a:gd name="T18" fmla="*/ 36 w 101"/>
                  <a:gd name="T19" fmla="*/ 29 h 89"/>
                  <a:gd name="T20" fmla="*/ 45 w 101"/>
                  <a:gd name="T21" fmla="*/ 68 h 89"/>
                  <a:gd name="T22" fmla="*/ 18 w 101"/>
                  <a:gd name="T23" fmla="*/ 41 h 89"/>
                  <a:gd name="T24" fmla="*/ 0 w 101"/>
                  <a:gd name="T25" fmla="*/ 53 h 89"/>
                  <a:gd name="T26" fmla="*/ 54 w 101"/>
                  <a:gd name="T27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37" name="Freeform 141">
                <a:extLst>
                  <a:ext uri="{FF2B5EF4-FFF2-40B4-BE49-F238E27FC236}">
                    <a16:creationId xmlns:a16="http://schemas.microsoft.com/office/drawing/2014/main" id="{A338F02D-A3C0-B4A7-21DA-BCE2D1B44CF8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677" y="3502"/>
                <a:ext cx="83" cy="78"/>
              </a:xfrm>
              <a:custGeom>
                <a:avLst/>
                <a:gdLst>
                  <a:gd name="T0" fmla="*/ 36 w 83"/>
                  <a:gd name="T1" fmla="*/ 78 h 78"/>
                  <a:gd name="T2" fmla="*/ 83 w 83"/>
                  <a:gd name="T3" fmla="*/ 48 h 78"/>
                  <a:gd name="T4" fmla="*/ 54 w 83"/>
                  <a:gd name="T5" fmla="*/ 0 h 78"/>
                  <a:gd name="T6" fmla="*/ 0 w 83"/>
                  <a:gd name="T7" fmla="*/ 30 h 78"/>
                  <a:gd name="T8" fmla="*/ 6 w 83"/>
                  <a:gd name="T9" fmla="*/ 36 h 78"/>
                  <a:gd name="T10" fmla="*/ 42 w 83"/>
                  <a:gd name="T11" fmla="*/ 18 h 78"/>
                  <a:gd name="T12" fmla="*/ 54 w 83"/>
                  <a:gd name="T13" fmla="*/ 30 h 78"/>
                  <a:gd name="T14" fmla="*/ 24 w 83"/>
                  <a:gd name="T15" fmla="*/ 48 h 78"/>
                  <a:gd name="T16" fmla="*/ 30 w 83"/>
                  <a:gd name="T17" fmla="*/ 54 h 78"/>
                  <a:gd name="T18" fmla="*/ 60 w 83"/>
                  <a:gd name="T19" fmla="*/ 36 h 78"/>
                  <a:gd name="T20" fmla="*/ 66 w 83"/>
                  <a:gd name="T21" fmla="*/ 48 h 78"/>
                  <a:gd name="T22" fmla="*/ 30 w 83"/>
                  <a:gd name="T23" fmla="*/ 66 h 78"/>
                  <a:gd name="T24" fmla="*/ 36 w 83"/>
                  <a:gd name="T25" fmla="*/ 7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38" name="Freeform 142">
                <a:extLst>
                  <a:ext uri="{FF2B5EF4-FFF2-40B4-BE49-F238E27FC236}">
                    <a16:creationId xmlns:a16="http://schemas.microsoft.com/office/drawing/2014/main" id="{1E15A6A6-82C8-A94E-D519-F6C48228E5B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40" y="2782"/>
                <a:ext cx="90" cy="72"/>
              </a:xfrm>
              <a:custGeom>
                <a:avLst/>
                <a:gdLst>
                  <a:gd name="T0" fmla="*/ 90 w 90"/>
                  <a:gd name="T1" fmla="*/ 30 h 72"/>
                  <a:gd name="T2" fmla="*/ 66 w 90"/>
                  <a:gd name="T3" fmla="*/ 0 h 72"/>
                  <a:gd name="T4" fmla="*/ 0 w 90"/>
                  <a:gd name="T5" fmla="*/ 36 h 72"/>
                  <a:gd name="T6" fmla="*/ 24 w 90"/>
                  <a:gd name="T7" fmla="*/ 72 h 72"/>
                  <a:gd name="T8" fmla="*/ 36 w 90"/>
                  <a:gd name="T9" fmla="*/ 66 h 72"/>
                  <a:gd name="T10" fmla="*/ 18 w 90"/>
                  <a:gd name="T11" fmla="*/ 42 h 72"/>
                  <a:gd name="T12" fmla="*/ 36 w 90"/>
                  <a:gd name="T13" fmla="*/ 30 h 72"/>
                  <a:gd name="T14" fmla="*/ 54 w 90"/>
                  <a:gd name="T15" fmla="*/ 54 h 72"/>
                  <a:gd name="T16" fmla="*/ 60 w 90"/>
                  <a:gd name="T17" fmla="*/ 48 h 72"/>
                  <a:gd name="T18" fmla="*/ 48 w 90"/>
                  <a:gd name="T19" fmla="*/ 24 h 72"/>
                  <a:gd name="T20" fmla="*/ 60 w 90"/>
                  <a:gd name="T21" fmla="*/ 12 h 72"/>
                  <a:gd name="T22" fmla="*/ 78 w 90"/>
                  <a:gd name="T23" fmla="*/ 42 h 72"/>
                  <a:gd name="T24" fmla="*/ 90 w 90"/>
                  <a:gd name="T25" fmla="*/ 3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39" name="Freeform 143">
                <a:extLst>
                  <a:ext uri="{FF2B5EF4-FFF2-40B4-BE49-F238E27FC236}">
                    <a16:creationId xmlns:a16="http://schemas.microsoft.com/office/drawing/2014/main" id="{0E0EEB87-F232-092C-D9DF-B98644FADBAA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98" y="2716"/>
                <a:ext cx="90" cy="84"/>
              </a:xfrm>
              <a:custGeom>
                <a:avLst/>
                <a:gdLst>
                  <a:gd name="T0" fmla="*/ 42 w 90"/>
                  <a:gd name="T1" fmla="*/ 60 h 84"/>
                  <a:gd name="T2" fmla="*/ 42 w 90"/>
                  <a:gd name="T3" fmla="*/ 60 h 84"/>
                  <a:gd name="T4" fmla="*/ 72 w 90"/>
                  <a:gd name="T5" fmla="*/ 12 h 84"/>
                  <a:gd name="T6" fmla="*/ 66 w 90"/>
                  <a:gd name="T7" fmla="*/ 0 h 84"/>
                  <a:gd name="T8" fmla="*/ 0 w 90"/>
                  <a:gd name="T9" fmla="*/ 42 h 84"/>
                  <a:gd name="T10" fmla="*/ 6 w 90"/>
                  <a:gd name="T11" fmla="*/ 54 h 84"/>
                  <a:gd name="T12" fmla="*/ 54 w 90"/>
                  <a:gd name="T13" fmla="*/ 24 h 84"/>
                  <a:gd name="T14" fmla="*/ 54 w 90"/>
                  <a:gd name="T15" fmla="*/ 24 h 84"/>
                  <a:gd name="T16" fmla="*/ 18 w 90"/>
                  <a:gd name="T17" fmla="*/ 72 h 84"/>
                  <a:gd name="T18" fmla="*/ 24 w 90"/>
                  <a:gd name="T19" fmla="*/ 84 h 84"/>
                  <a:gd name="T20" fmla="*/ 90 w 90"/>
                  <a:gd name="T21" fmla="*/ 42 h 84"/>
                  <a:gd name="T22" fmla="*/ 84 w 90"/>
                  <a:gd name="T23" fmla="*/ 30 h 84"/>
                  <a:gd name="T24" fmla="*/ 42 w 90"/>
                  <a:gd name="T25" fmla="*/ 6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40" name="Freeform 144">
                <a:extLst>
                  <a:ext uri="{FF2B5EF4-FFF2-40B4-BE49-F238E27FC236}">
                    <a16:creationId xmlns:a16="http://schemas.microsoft.com/office/drawing/2014/main" id="{1CA5F908-8268-96B6-DBC9-E3DE603E010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37"/>
                <a:ext cx="6" cy="12"/>
              </a:xfrm>
              <a:custGeom>
                <a:avLst/>
                <a:gdLst>
                  <a:gd name="T0" fmla="*/ 6 w 6"/>
                  <a:gd name="T1" fmla="*/ 0 h 12"/>
                  <a:gd name="T2" fmla="*/ 6 w 6"/>
                  <a:gd name="T3" fmla="*/ 0 h 12"/>
                  <a:gd name="T4" fmla="*/ 0 w 6"/>
                  <a:gd name="T5" fmla="*/ 0 h 12"/>
                  <a:gd name="T6" fmla="*/ 0 w 6"/>
                  <a:gd name="T7" fmla="*/ 0 h 12"/>
                  <a:gd name="T8" fmla="*/ 0 w 6"/>
                  <a:gd name="T9" fmla="*/ 12 h 12"/>
                  <a:gd name="T10" fmla="*/ 6 w 6"/>
                  <a:gd name="T11" fmla="*/ 0 h 12"/>
                  <a:gd name="T12" fmla="*/ 6 w 6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41" name="Freeform 145">
                <a:extLst>
                  <a:ext uri="{FF2B5EF4-FFF2-40B4-BE49-F238E27FC236}">
                    <a16:creationId xmlns:a16="http://schemas.microsoft.com/office/drawing/2014/main" id="{C42BCBCA-76DB-0BC9-24DA-DFD7A7498F9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2555"/>
                <a:ext cx="30" cy="48"/>
              </a:xfrm>
              <a:custGeom>
                <a:avLst/>
                <a:gdLst>
                  <a:gd name="T0" fmla="*/ 18 w 30"/>
                  <a:gd name="T1" fmla="*/ 48 h 48"/>
                  <a:gd name="T2" fmla="*/ 18 w 30"/>
                  <a:gd name="T3" fmla="*/ 48 h 48"/>
                  <a:gd name="T4" fmla="*/ 30 w 30"/>
                  <a:gd name="T5" fmla="*/ 42 h 48"/>
                  <a:gd name="T6" fmla="*/ 0 w 30"/>
                  <a:gd name="T7" fmla="*/ 0 h 48"/>
                  <a:gd name="T8" fmla="*/ 0 w 30"/>
                  <a:gd name="T9" fmla="*/ 24 h 48"/>
                  <a:gd name="T10" fmla="*/ 18 w 30"/>
                  <a:gd name="T11" fmla="*/ 48 h 48"/>
                  <a:gd name="T12" fmla="*/ 18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42" name="Freeform 146">
                <a:extLst>
                  <a:ext uri="{FF2B5EF4-FFF2-40B4-BE49-F238E27FC236}">
                    <a16:creationId xmlns:a16="http://schemas.microsoft.com/office/drawing/2014/main" id="{66BC082D-711E-0D30-41A7-6B4E2BBC3D4B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43"/>
                <a:ext cx="36" cy="66"/>
              </a:xfrm>
              <a:custGeom>
                <a:avLst/>
                <a:gdLst>
                  <a:gd name="T0" fmla="*/ 36 w 36"/>
                  <a:gd name="T1" fmla="*/ 0 h 66"/>
                  <a:gd name="T2" fmla="*/ 24 w 36"/>
                  <a:gd name="T3" fmla="*/ 0 h 66"/>
                  <a:gd name="T4" fmla="*/ 24 w 36"/>
                  <a:gd name="T5" fmla="*/ 0 h 66"/>
                  <a:gd name="T6" fmla="*/ 0 w 36"/>
                  <a:gd name="T7" fmla="*/ 36 h 66"/>
                  <a:gd name="T8" fmla="*/ 0 w 36"/>
                  <a:gd name="T9" fmla="*/ 66 h 66"/>
                  <a:gd name="T10" fmla="*/ 36 w 36"/>
                  <a:gd name="T11" fmla="*/ 0 h 66"/>
                  <a:gd name="T12" fmla="*/ 36 w 36"/>
                  <a:gd name="T13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43" name="Rectangle 147">
                <a:extLst>
                  <a:ext uri="{FF2B5EF4-FFF2-40B4-BE49-F238E27FC236}">
                    <a16:creationId xmlns:a16="http://schemas.microsoft.com/office/drawing/2014/main" id="{B5BB2545-4FE8-6300-C1C4-084FCC4BA95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44926">
                <a:off x="1177" y="3201"/>
                <a:ext cx="16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44" name="Rectangle 148">
                <a:extLst>
                  <a:ext uri="{FF2B5EF4-FFF2-40B4-BE49-F238E27FC236}">
                    <a16:creationId xmlns:a16="http://schemas.microsoft.com/office/drawing/2014/main" id="{32D916ED-A666-0741-A1CA-51EFEAC8B21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598588">
                <a:off x="290" y="2386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245" name="Freeform 149">
                <a:extLst>
                  <a:ext uri="{FF2B5EF4-FFF2-40B4-BE49-F238E27FC236}">
                    <a16:creationId xmlns:a16="http://schemas.microsoft.com/office/drawing/2014/main" id="{D0C46637-00FF-5EE4-0338-950CF39CFD5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39" y="3573"/>
                <a:ext cx="144" cy="154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46" name="Freeform 150">
                <a:extLst>
                  <a:ext uri="{FF2B5EF4-FFF2-40B4-BE49-F238E27FC236}">
                    <a16:creationId xmlns:a16="http://schemas.microsoft.com/office/drawing/2014/main" id="{D7C44B63-DC98-3109-4EC9-948B127B78A8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-2857037">
                <a:off x="619" y="3550"/>
                <a:ext cx="68" cy="69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47" name="Freeform 151">
                <a:extLst>
                  <a:ext uri="{FF2B5EF4-FFF2-40B4-BE49-F238E27FC236}">
                    <a16:creationId xmlns:a16="http://schemas.microsoft.com/office/drawing/2014/main" id="{0442AB15-8B36-570D-189B-E5C049E1FE3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35" y="2503"/>
                <a:ext cx="348" cy="1272"/>
              </a:xfrm>
              <a:custGeom>
                <a:avLst/>
                <a:gdLst>
                  <a:gd name="T0" fmla="*/ 0 w 348"/>
                  <a:gd name="T1" fmla="*/ 0 h 1272"/>
                  <a:gd name="T2" fmla="*/ 287 w 348"/>
                  <a:gd name="T3" fmla="*/ 582 h 1272"/>
                  <a:gd name="T4" fmla="*/ 348 w 348"/>
                  <a:gd name="T5" fmla="*/ 1272 h 1272"/>
                  <a:gd name="T6" fmla="*/ 54 w 348"/>
                  <a:gd name="T7" fmla="*/ 676 h 1272"/>
                  <a:gd name="T8" fmla="*/ 0 w 348"/>
                  <a:gd name="T9" fmla="*/ 0 h 1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96863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248" name="Oval 152">
                <a:extLst>
                  <a:ext uri="{FF2B5EF4-FFF2-40B4-BE49-F238E27FC236}">
                    <a16:creationId xmlns:a16="http://schemas.microsoft.com/office/drawing/2014/main" id="{CB116CAD-4FD2-6B01-FBCE-3F9E3DA4CDC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684349">
                <a:off x="296" y="3047"/>
                <a:ext cx="221" cy="174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90980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4249" name="Rectangle 153">
            <a:extLst>
              <a:ext uri="{FF2B5EF4-FFF2-40B4-BE49-F238E27FC236}">
                <a16:creationId xmlns:a16="http://schemas.microsoft.com/office/drawing/2014/main" id="{0B21415E-DD81-65A9-AD80-43DCA41ACB6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228600"/>
            <a:ext cx="85407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4250" name="Rectangle 154">
            <a:extLst>
              <a:ext uri="{FF2B5EF4-FFF2-40B4-BE49-F238E27FC236}">
                <a16:creationId xmlns:a16="http://schemas.microsoft.com/office/drawing/2014/main" id="{3A1C06BF-0C66-A611-D4D0-A97EE2E0619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4251" name="Rectangle 155">
            <a:extLst>
              <a:ext uri="{FF2B5EF4-FFF2-40B4-BE49-F238E27FC236}">
                <a16:creationId xmlns:a16="http://schemas.microsoft.com/office/drawing/2014/main" id="{D68F05CF-D89F-F554-6B20-E9D53BAF15C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4252" name="Rectangle 156">
            <a:extLst>
              <a:ext uri="{FF2B5EF4-FFF2-40B4-BE49-F238E27FC236}">
                <a16:creationId xmlns:a16="http://schemas.microsoft.com/office/drawing/2014/main" id="{BB7B4BB1-DD6E-61EA-CC30-999A07E6646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panose="020B0604020202020204" pitchFamily="34" charset="0"/>
              </a:defRPr>
            </a:lvl1pPr>
          </a:lstStyle>
          <a:p>
            <a:fld id="{F72F4CF2-8EEC-47A1-8FD1-A455A992FEB7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4253" name="Rectangle 157">
            <a:extLst>
              <a:ext uri="{FF2B5EF4-FFF2-40B4-BE49-F238E27FC236}">
                <a16:creationId xmlns:a16="http://schemas.microsoft.com/office/drawing/2014/main" id="{8F447FFF-2B5D-6D7A-802C-FACF03601C69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600200"/>
            <a:ext cx="854075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C724CC3-720D-D438-EC45-6FE0AD6F9E9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t-BR" altLang="pt-BR" sz="4000" i="1">
                <a:latin typeface="Times New Roman" panose="02020603050405020304" pitchFamily="18" charset="0"/>
              </a:rPr>
              <a:t>519</a:t>
            </a:r>
            <a:br>
              <a:rPr lang="pt-BR" altLang="pt-BR" sz="4000" i="1">
                <a:latin typeface="Times New Roman" panose="02020603050405020304" pitchFamily="18" charset="0"/>
              </a:rPr>
            </a:br>
            <a:r>
              <a:rPr lang="pt-BR" altLang="pt-BR" sz="4000" i="1">
                <a:latin typeface="Times New Roman" panose="02020603050405020304" pitchFamily="18" charset="0"/>
              </a:rPr>
              <a:t>ACHEI JESUS, MEU SALVADOR</a:t>
            </a:r>
            <a:endParaRPr lang="en-US" altLang="pt-BR" sz="4000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A3098DBD-33F3-5FD3-BAB2-966E675FA181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Achei Jesus, o meu Salvador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De amor fiel, veraz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Não cessarei de Lhe dar louvor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Pois tenho a salvação e paz.</a:t>
            </a:r>
            <a:endParaRPr lang="en-US" altLang="pt-BR" sz="4400" i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3CA44E8E-7914-8F37-FD56-9C63446E4486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Salvo por Cristo sou,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Salvo por quem me amou!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Perfeita paz, Ele agora me traz,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Porque salvo estou!</a:t>
            </a:r>
            <a:endParaRPr lang="en-US" altLang="pt-BR" sz="4400" i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>
            <a:extLst>
              <a:ext uri="{FF2B5EF4-FFF2-40B4-BE49-F238E27FC236}">
                <a16:creationId xmlns:a16="http://schemas.microsoft.com/office/drawing/2014/main" id="{960D5724-9C07-7C32-7B7C-25B2AF2C0253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Vem me guardar Sua forte mão,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De todo o vício e mal;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Vencendo vou cada tentação;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Sustém-me o braço Divinal.</a:t>
            </a:r>
            <a:endParaRPr lang="en-US" altLang="pt-BR" sz="4400" i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7524F56B-E1BA-0FC8-0AF3-9A069FD9AB91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Salvo por Cristo sou,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Salvo por quem me amou!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Perfeita paz, Ele agora me traz,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Porque salvo estou!</a:t>
            </a:r>
            <a:endParaRPr lang="en-US" altLang="pt-BR" sz="4400" i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>
            <a:extLst>
              <a:ext uri="{FF2B5EF4-FFF2-40B4-BE49-F238E27FC236}">
                <a16:creationId xmlns:a16="http://schemas.microsoft.com/office/drawing/2014/main" id="{86D762E3-1282-6050-43F0-D2E5F9B39BB3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Jesus me achou, tão aflito e mal,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Sem ter consolação;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Chamou-me a Si, com amor real;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Cheguei-me e achei a salvação.</a:t>
            </a:r>
          </a:p>
          <a:p>
            <a:pPr algn="ctr">
              <a:buFont typeface="Arial" panose="020B0604020202020204" pitchFamily="34" charset="0"/>
              <a:buNone/>
            </a:pPr>
            <a:endParaRPr lang="en-US" altLang="pt-BR" sz="4400" i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>
            <a:extLst>
              <a:ext uri="{FF2B5EF4-FFF2-40B4-BE49-F238E27FC236}">
                <a16:creationId xmlns:a16="http://schemas.microsoft.com/office/drawing/2014/main" id="{BBF0F71C-8C7E-0EDA-EC0C-42EB8D08EB4E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Salvo por Cristo sou,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Salvo por quem me amou!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Perfeita paz, Ele agora me traz,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Porque salvo estou!</a:t>
            </a:r>
            <a:endParaRPr lang="en-US" altLang="pt-BR" sz="4400" i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>
            <a:extLst>
              <a:ext uri="{FF2B5EF4-FFF2-40B4-BE49-F238E27FC236}">
                <a16:creationId xmlns:a16="http://schemas.microsoft.com/office/drawing/2014/main" id="{AE12C549-E1C3-61E6-3628-64B2A609DF37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Da morte eterna me resgatou,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Da dura escravidão;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Na rocha eterna seguro estou;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Cantando vou, com gratidão.</a:t>
            </a:r>
            <a:endParaRPr lang="en-US" altLang="pt-BR" sz="4400" i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>
            <a:extLst>
              <a:ext uri="{FF2B5EF4-FFF2-40B4-BE49-F238E27FC236}">
                <a16:creationId xmlns:a16="http://schemas.microsoft.com/office/drawing/2014/main" id="{55B416E6-A041-C5AD-4F3A-69F7D31FEB85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Salvo por Cristo sou,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Salvo por quem me amou!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Perfeita paz, Ele agora me traz,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pt-BR" altLang="pt-BR" sz="4400" i="1">
                <a:solidFill>
                  <a:schemeClr val="tx2"/>
                </a:solidFill>
                <a:latin typeface="Times New Roman" panose="02020603050405020304" pitchFamily="18" charset="0"/>
              </a:rPr>
              <a:t>Porque salvo estou!</a:t>
            </a:r>
            <a:endParaRPr lang="en-US" altLang="pt-BR" sz="4400" i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ússola">
  <a:themeElements>
    <a:clrScheme name="Bússola 2">
      <a:dk1>
        <a:srgbClr val="5B5D6B"/>
      </a:dk1>
      <a:lt1>
        <a:srgbClr val="FFFFFF"/>
      </a:lt1>
      <a:dk2>
        <a:srgbClr val="5A5C6C"/>
      </a:dk2>
      <a:lt2>
        <a:srgbClr val="FFFFCC"/>
      </a:lt2>
      <a:accent1>
        <a:srgbClr val="9966FF"/>
      </a:accent1>
      <a:accent2>
        <a:srgbClr val="9383B3"/>
      </a:accent2>
      <a:accent3>
        <a:srgbClr val="B5B5BA"/>
      </a:accent3>
      <a:accent4>
        <a:srgbClr val="DADADA"/>
      </a:accent4>
      <a:accent5>
        <a:srgbClr val="CAB8FF"/>
      </a:accent5>
      <a:accent6>
        <a:srgbClr val="8576A2"/>
      </a:accent6>
      <a:hlink>
        <a:srgbClr val="A3C145"/>
      </a:hlink>
      <a:folHlink>
        <a:srgbClr val="6FA9B7"/>
      </a:folHlink>
    </a:clrScheme>
    <a:fontScheme name="Bússol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Bússola 1">
        <a:dk1>
          <a:srgbClr val="00007A"/>
        </a:dk1>
        <a:lt1>
          <a:srgbClr val="FFFFFF"/>
        </a:lt1>
        <a:dk2>
          <a:srgbClr val="000066"/>
        </a:dk2>
        <a:lt2>
          <a:srgbClr val="CCECFF"/>
        </a:lt2>
        <a:accent1>
          <a:srgbClr val="6F64C2"/>
        </a:accent1>
        <a:accent2>
          <a:srgbClr val="0089BA"/>
        </a:accent2>
        <a:accent3>
          <a:srgbClr val="AAAAB8"/>
        </a:accent3>
        <a:accent4>
          <a:srgbClr val="DADADA"/>
        </a:accent4>
        <a:accent5>
          <a:srgbClr val="BBB8DD"/>
        </a:accent5>
        <a:accent6>
          <a:srgbClr val="007CA8"/>
        </a:accent6>
        <a:hlink>
          <a:srgbClr val="66CCFF"/>
        </a:hlink>
        <a:folHlink>
          <a:srgbClr val="00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2">
        <a:dk1>
          <a:srgbClr val="5B5D6B"/>
        </a:dk1>
        <a:lt1>
          <a:srgbClr val="FFFFFF"/>
        </a:lt1>
        <a:dk2>
          <a:srgbClr val="5A5C6C"/>
        </a:dk2>
        <a:lt2>
          <a:srgbClr val="FFFFCC"/>
        </a:lt2>
        <a:accent1>
          <a:srgbClr val="9966FF"/>
        </a:accent1>
        <a:accent2>
          <a:srgbClr val="9383B3"/>
        </a:accent2>
        <a:accent3>
          <a:srgbClr val="B5B5BA"/>
        </a:accent3>
        <a:accent4>
          <a:srgbClr val="DADADA"/>
        </a:accent4>
        <a:accent5>
          <a:srgbClr val="CAB8FF"/>
        </a:accent5>
        <a:accent6>
          <a:srgbClr val="8576A2"/>
        </a:accent6>
        <a:hlink>
          <a:srgbClr val="A3C145"/>
        </a:hlink>
        <a:folHlink>
          <a:srgbClr val="6FA9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3">
        <a:dk1>
          <a:srgbClr val="860000"/>
        </a:dk1>
        <a:lt1>
          <a:srgbClr val="FFFFFF"/>
        </a:lt1>
        <a:dk2>
          <a:srgbClr val="800000"/>
        </a:dk2>
        <a:lt2>
          <a:srgbClr val="FFFFCC"/>
        </a:lt2>
        <a:accent1>
          <a:srgbClr val="FF6600"/>
        </a:accent1>
        <a:accent2>
          <a:srgbClr val="FF9933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E78A2D"/>
        </a:accent6>
        <a:hlink>
          <a:srgbClr val="FF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4">
        <a:dk1>
          <a:srgbClr val="676A5C"/>
        </a:dk1>
        <a:lt1>
          <a:srgbClr val="FFFFFF"/>
        </a:lt1>
        <a:dk2>
          <a:srgbClr val="686B5D"/>
        </a:dk2>
        <a:lt2>
          <a:srgbClr val="FFFFCC"/>
        </a:lt2>
        <a:accent1>
          <a:srgbClr val="CC6600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E2B8AA"/>
        </a:accent5>
        <a:accent6>
          <a:srgbClr val="738F98"/>
        </a:accent6>
        <a:hlink>
          <a:srgbClr val="DDBF4F"/>
        </a:hlink>
        <a:folHlink>
          <a:srgbClr val="B7B6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5">
        <a:dk1>
          <a:srgbClr val="AC835E"/>
        </a:dk1>
        <a:lt1>
          <a:srgbClr val="FFFFFF"/>
        </a:lt1>
        <a:dk2>
          <a:srgbClr val="AE8764"/>
        </a:dk2>
        <a:lt2>
          <a:srgbClr val="FFFFCC"/>
        </a:lt2>
        <a:accent1>
          <a:srgbClr val="CC6600"/>
        </a:accent1>
        <a:accent2>
          <a:srgbClr val="FF5050"/>
        </a:accent2>
        <a:accent3>
          <a:srgbClr val="D3C3B8"/>
        </a:accent3>
        <a:accent4>
          <a:srgbClr val="DADADA"/>
        </a:accent4>
        <a:accent5>
          <a:srgbClr val="E2B8AA"/>
        </a:accent5>
        <a:accent6>
          <a:srgbClr val="E74848"/>
        </a:accent6>
        <a:hlink>
          <a:srgbClr val="FFCC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6">
        <a:dk1>
          <a:srgbClr val="526133"/>
        </a:dk1>
        <a:lt1>
          <a:srgbClr val="FFFFFF"/>
        </a:lt1>
        <a:dk2>
          <a:srgbClr val="4E5D31"/>
        </a:dk2>
        <a:lt2>
          <a:srgbClr val="FFFFCC"/>
        </a:lt2>
        <a:accent1>
          <a:srgbClr val="99CC00"/>
        </a:accent1>
        <a:accent2>
          <a:srgbClr val="7A9505"/>
        </a:accent2>
        <a:accent3>
          <a:srgbClr val="B2B6AD"/>
        </a:accent3>
        <a:accent4>
          <a:srgbClr val="DADADA"/>
        </a:accent4>
        <a:accent5>
          <a:srgbClr val="CAE2AA"/>
        </a:accent5>
        <a:accent6>
          <a:srgbClr val="6E8704"/>
        </a:accent6>
        <a:hlink>
          <a:srgbClr val="FFCC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7">
        <a:dk1>
          <a:srgbClr val="000000"/>
        </a:dk1>
        <a:lt1>
          <a:srgbClr val="DDDCC5"/>
        </a:lt1>
        <a:dk2>
          <a:srgbClr val="95934B"/>
        </a:dk2>
        <a:lt2>
          <a:srgbClr val="DBDAC3"/>
        </a:lt2>
        <a:accent1>
          <a:srgbClr val="EAEBE1"/>
        </a:accent1>
        <a:accent2>
          <a:srgbClr val="9DB0B7"/>
        </a:accent2>
        <a:accent3>
          <a:srgbClr val="EBEBDF"/>
        </a:accent3>
        <a:accent4>
          <a:srgbClr val="000000"/>
        </a:accent4>
        <a:accent5>
          <a:srgbClr val="F3F3EE"/>
        </a:accent5>
        <a:accent6>
          <a:srgbClr val="8E9FA6"/>
        </a:accent6>
        <a:hlink>
          <a:srgbClr val="009900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ússola 8">
        <a:dk1>
          <a:srgbClr val="007E7B"/>
        </a:dk1>
        <a:lt1>
          <a:srgbClr val="FFFFFF"/>
        </a:lt1>
        <a:dk2>
          <a:srgbClr val="008080"/>
        </a:dk2>
        <a:lt2>
          <a:srgbClr val="FFFF99"/>
        </a:lt2>
        <a:accent1>
          <a:srgbClr val="33CCCC"/>
        </a:accent1>
        <a:accent2>
          <a:srgbClr val="00CC66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00B95C"/>
        </a:accent6>
        <a:hlink>
          <a:srgbClr val="CCFFCC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9">
        <a:dk1>
          <a:srgbClr val="000000"/>
        </a:dk1>
        <a:lt1>
          <a:srgbClr val="FFFFFF"/>
        </a:lt1>
        <a:dk2>
          <a:srgbClr val="000000"/>
        </a:dk2>
        <a:lt2>
          <a:srgbClr val="FEFEFE"/>
        </a:lt2>
        <a:accent1>
          <a:srgbClr val="E1E1FF"/>
        </a:accent1>
        <a:accent2>
          <a:srgbClr val="D9FFF8"/>
        </a:accent2>
        <a:accent3>
          <a:srgbClr val="FFFFFF"/>
        </a:accent3>
        <a:accent4>
          <a:srgbClr val="000000"/>
        </a:accent4>
        <a:accent5>
          <a:srgbClr val="EEEEFF"/>
        </a:accent5>
        <a:accent6>
          <a:srgbClr val="C4E7E1"/>
        </a:accent6>
        <a:hlink>
          <a:srgbClr val="9966FF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Compass</Template>
  <TotalTime>77</TotalTime>
  <Words>196</Words>
  <Application>Microsoft Office PowerPoint</Application>
  <PresentationFormat>Apresentação na tela (4:3)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Tahoma</vt:lpstr>
      <vt:lpstr>Times New Roman</vt:lpstr>
      <vt:lpstr>Wingdings</vt:lpstr>
      <vt:lpstr>Bússola</vt:lpstr>
      <vt:lpstr>519 ACHEI JESUS, MEU SALVADOR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519 ACHEI JESUS, MEU SALVADOR</dc:title>
  <dc:creator>Junior</dc:creator>
  <cp:lastModifiedBy>Emerson Souza</cp:lastModifiedBy>
  <cp:revision>2</cp:revision>
  <dcterms:created xsi:type="dcterms:W3CDTF">2005-07-02T21:41:47Z</dcterms:created>
  <dcterms:modified xsi:type="dcterms:W3CDTF">2026-05-02T22:20:31Z</dcterms:modified>
</cp:coreProperties>
</file>