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1" r:id="rId2"/>
    <p:sldId id="256" r:id="rId3"/>
    <p:sldId id="257" r:id="rId4"/>
    <p:sldId id="258" r:id="rId5"/>
    <p:sldId id="262" r:id="rId6"/>
    <p:sldId id="259" r:id="rId7"/>
    <p:sldId id="263" r:id="rId8"/>
    <p:sldId id="260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46" d="100"/>
          <a:sy n="46" d="100"/>
        </p:scale>
        <p:origin x="-108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>
            <a:extLst>
              <a:ext uri="{FF2B5EF4-FFF2-40B4-BE49-F238E27FC236}">
                <a16:creationId xmlns:a16="http://schemas.microsoft.com/office/drawing/2014/main" id="{5D593CA7-E448-5FD2-DD4A-A00A7F56B64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9219" name="Freeform 3">
              <a:extLst>
                <a:ext uri="{FF2B5EF4-FFF2-40B4-BE49-F238E27FC236}">
                  <a16:creationId xmlns:a16="http://schemas.microsoft.com/office/drawing/2014/main" id="{3464F780-4214-4BAF-1691-613AFDA9D43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0" name="Freeform 4">
              <a:extLst>
                <a:ext uri="{FF2B5EF4-FFF2-40B4-BE49-F238E27FC236}">
                  <a16:creationId xmlns:a16="http://schemas.microsoft.com/office/drawing/2014/main" id="{576EA5A1-4138-8201-9E26-515331C9DBD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1" name="Freeform 5">
              <a:extLst>
                <a:ext uri="{FF2B5EF4-FFF2-40B4-BE49-F238E27FC236}">
                  <a16:creationId xmlns:a16="http://schemas.microsoft.com/office/drawing/2014/main" id="{E9FD4D41-B617-B50B-9E0F-727F51BFF93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9222" name="Group 6">
              <a:extLst>
                <a:ext uri="{FF2B5EF4-FFF2-40B4-BE49-F238E27FC236}">
                  <a16:creationId xmlns:a16="http://schemas.microsoft.com/office/drawing/2014/main" id="{94BAF791-BEE5-16E1-F62A-95E156FCBE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9223" name="Freeform 7">
                <a:extLst>
                  <a:ext uri="{FF2B5EF4-FFF2-40B4-BE49-F238E27FC236}">
                    <a16:creationId xmlns:a16="http://schemas.microsoft.com/office/drawing/2014/main" id="{9B5FE7E8-9DDC-F03E-E3CE-EF91CB94DB3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4" name="Freeform 8">
                <a:extLst>
                  <a:ext uri="{FF2B5EF4-FFF2-40B4-BE49-F238E27FC236}">
                    <a16:creationId xmlns:a16="http://schemas.microsoft.com/office/drawing/2014/main" id="{A5A4958A-354F-A6D9-D650-CEE6DC1F431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5" name="Freeform 9">
                <a:extLst>
                  <a:ext uri="{FF2B5EF4-FFF2-40B4-BE49-F238E27FC236}">
                    <a16:creationId xmlns:a16="http://schemas.microsoft.com/office/drawing/2014/main" id="{E976AF08-62B2-5CE0-0BF9-68B1B9C5253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6" name="Freeform 10">
                <a:extLst>
                  <a:ext uri="{FF2B5EF4-FFF2-40B4-BE49-F238E27FC236}">
                    <a16:creationId xmlns:a16="http://schemas.microsoft.com/office/drawing/2014/main" id="{CC3EDC01-162E-C949-CE77-FDF15F9C841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7" name="Freeform 11">
                <a:extLst>
                  <a:ext uri="{FF2B5EF4-FFF2-40B4-BE49-F238E27FC236}">
                    <a16:creationId xmlns:a16="http://schemas.microsoft.com/office/drawing/2014/main" id="{FDFA5FDA-894E-9C9F-9ADE-C04BF8D7BC1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8" name="Freeform 12">
                <a:extLst>
                  <a:ext uri="{FF2B5EF4-FFF2-40B4-BE49-F238E27FC236}">
                    <a16:creationId xmlns:a16="http://schemas.microsoft.com/office/drawing/2014/main" id="{05F067AD-BF77-86FA-508E-8B43A1081A8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9" name="Freeform 13">
                <a:extLst>
                  <a:ext uri="{FF2B5EF4-FFF2-40B4-BE49-F238E27FC236}">
                    <a16:creationId xmlns:a16="http://schemas.microsoft.com/office/drawing/2014/main" id="{F7135AD9-ED96-EC0D-0AAF-7221526EEDB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0" name="Freeform 14">
                <a:extLst>
                  <a:ext uri="{FF2B5EF4-FFF2-40B4-BE49-F238E27FC236}">
                    <a16:creationId xmlns:a16="http://schemas.microsoft.com/office/drawing/2014/main" id="{69E9145A-4385-8B06-1B6C-C3632B54B05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1" name="Freeform 15">
                <a:extLst>
                  <a:ext uri="{FF2B5EF4-FFF2-40B4-BE49-F238E27FC236}">
                    <a16:creationId xmlns:a16="http://schemas.microsoft.com/office/drawing/2014/main" id="{424B1831-5F8C-6180-C421-FD2DB1CBF0B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2" name="Freeform 16">
                <a:extLst>
                  <a:ext uri="{FF2B5EF4-FFF2-40B4-BE49-F238E27FC236}">
                    <a16:creationId xmlns:a16="http://schemas.microsoft.com/office/drawing/2014/main" id="{67AAB71D-4D17-54D5-1CD6-5C7711EEB3A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3" name="Freeform 17">
                <a:extLst>
                  <a:ext uri="{FF2B5EF4-FFF2-40B4-BE49-F238E27FC236}">
                    <a16:creationId xmlns:a16="http://schemas.microsoft.com/office/drawing/2014/main" id="{ECBEF90E-12CD-CA83-26E3-6E11A2FE128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4" name="Freeform 18">
                <a:extLst>
                  <a:ext uri="{FF2B5EF4-FFF2-40B4-BE49-F238E27FC236}">
                    <a16:creationId xmlns:a16="http://schemas.microsoft.com/office/drawing/2014/main" id="{B19D065A-B685-B403-5B98-6D1D9435033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5" name="Freeform 19">
                <a:extLst>
                  <a:ext uri="{FF2B5EF4-FFF2-40B4-BE49-F238E27FC236}">
                    <a16:creationId xmlns:a16="http://schemas.microsoft.com/office/drawing/2014/main" id="{2F503AAC-4887-FF5B-6D82-0397CEDF406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9236" name="Freeform 20">
              <a:extLst>
                <a:ext uri="{FF2B5EF4-FFF2-40B4-BE49-F238E27FC236}">
                  <a16:creationId xmlns:a16="http://schemas.microsoft.com/office/drawing/2014/main" id="{74B03FE3-505A-0924-2773-B6B075833B9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7" name="Freeform 21">
              <a:extLst>
                <a:ext uri="{FF2B5EF4-FFF2-40B4-BE49-F238E27FC236}">
                  <a16:creationId xmlns:a16="http://schemas.microsoft.com/office/drawing/2014/main" id="{BD63307D-97AC-F3C4-DF86-3CAC671A4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8" name="Freeform 22">
              <a:extLst>
                <a:ext uri="{FF2B5EF4-FFF2-40B4-BE49-F238E27FC236}">
                  <a16:creationId xmlns:a16="http://schemas.microsoft.com/office/drawing/2014/main" id="{9BC97A50-5AC6-1630-2FB1-D4370A5F943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9" name="Freeform 23">
              <a:extLst>
                <a:ext uri="{FF2B5EF4-FFF2-40B4-BE49-F238E27FC236}">
                  <a16:creationId xmlns:a16="http://schemas.microsoft.com/office/drawing/2014/main" id="{621758B1-4AFD-8D20-D330-58D61011560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0" name="Freeform 24">
              <a:extLst>
                <a:ext uri="{FF2B5EF4-FFF2-40B4-BE49-F238E27FC236}">
                  <a16:creationId xmlns:a16="http://schemas.microsoft.com/office/drawing/2014/main" id="{C71E1897-13F7-577E-98E4-90BCD26CE6A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1" name="Freeform 25">
              <a:extLst>
                <a:ext uri="{FF2B5EF4-FFF2-40B4-BE49-F238E27FC236}">
                  <a16:creationId xmlns:a16="http://schemas.microsoft.com/office/drawing/2014/main" id="{FDA83CA8-90C3-7A3F-5D0C-0277CAF98A4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2" name="Freeform 26">
              <a:extLst>
                <a:ext uri="{FF2B5EF4-FFF2-40B4-BE49-F238E27FC236}">
                  <a16:creationId xmlns:a16="http://schemas.microsoft.com/office/drawing/2014/main" id="{A320837F-AF4F-64AD-6435-B69C377FA9D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3" name="Freeform 27">
              <a:extLst>
                <a:ext uri="{FF2B5EF4-FFF2-40B4-BE49-F238E27FC236}">
                  <a16:creationId xmlns:a16="http://schemas.microsoft.com/office/drawing/2014/main" id="{492F6DB6-B9D7-ABBB-2CB3-5EF343970E8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4" name="Line 28">
              <a:extLst>
                <a:ext uri="{FF2B5EF4-FFF2-40B4-BE49-F238E27FC236}">
                  <a16:creationId xmlns:a16="http://schemas.microsoft.com/office/drawing/2014/main" id="{57C83DAE-B177-814B-BD95-20980F6822C9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5" name="Line 29">
              <a:extLst>
                <a:ext uri="{FF2B5EF4-FFF2-40B4-BE49-F238E27FC236}">
                  <a16:creationId xmlns:a16="http://schemas.microsoft.com/office/drawing/2014/main" id="{DF2EEB71-27C1-4C4C-5087-1A9E8A47A22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6" name="Line 30">
              <a:extLst>
                <a:ext uri="{FF2B5EF4-FFF2-40B4-BE49-F238E27FC236}">
                  <a16:creationId xmlns:a16="http://schemas.microsoft.com/office/drawing/2014/main" id="{AF1F00CA-7C64-DD4A-BBA3-A83A450854D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9247" name="Group 31">
              <a:extLst>
                <a:ext uri="{FF2B5EF4-FFF2-40B4-BE49-F238E27FC236}">
                  <a16:creationId xmlns:a16="http://schemas.microsoft.com/office/drawing/2014/main" id="{D31DD0D9-939F-DFD1-063B-AEABE1401B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9248" name="Line 32">
                <a:extLst>
                  <a:ext uri="{FF2B5EF4-FFF2-40B4-BE49-F238E27FC236}">
                    <a16:creationId xmlns:a16="http://schemas.microsoft.com/office/drawing/2014/main" id="{5A081009-6DEB-3BE9-ED79-DCBDCF08727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49" name="Line 33">
                <a:extLst>
                  <a:ext uri="{FF2B5EF4-FFF2-40B4-BE49-F238E27FC236}">
                    <a16:creationId xmlns:a16="http://schemas.microsoft.com/office/drawing/2014/main" id="{E4BFD3FB-5A25-7A83-CAFB-C92BCD4CD9A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50" name="Line 34">
                <a:extLst>
                  <a:ext uri="{FF2B5EF4-FFF2-40B4-BE49-F238E27FC236}">
                    <a16:creationId xmlns:a16="http://schemas.microsoft.com/office/drawing/2014/main" id="{DB605DD8-5D8C-3A21-F36F-FE52ED1E31C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51" name="Line 35">
                <a:extLst>
                  <a:ext uri="{FF2B5EF4-FFF2-40B4-BE49-F238E27FC236}">
                    <a16:creationId xmlns:a16="http://schemas.microsoft.com/office/drawing/2014/main" id="{44757146-0337-5565-D142-6DF8334523B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52" name="Line 36">
                <a:extLst>
                  <a:ext uri="{FF2B5EF4-FFF2-40B4-BE49-F238E27FC236}">
                    <a16:creationId xmlns:a16="http://schemas.microsoft.com/office/drawing/2014/main" id="{8190C8DA-5BF4-1404-078F-67234744D2D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9253" name="Line 37">
              <a:extLst>
                <a:ext uri="{FF2B5EF4-FFF2-40B4-BE49-F238E27FC236}">
                  <a16:creationId xmlns:a16="http://schemas.microsoft.com/office/drawing/2014/main" id="{79C666EF-0AD0-EC89-4C2E-9E23117E0A1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54" name="Line 38">
              <a:extLst>
                <a:ext uri="{FF2B5EF4-FFF2-40B4-BE49-F238E27FC236}">
                  <a16:creationId xmlns:a16="http://schemas.microsoft.com/office/drawing/2014/main" id="{4BDA3329-7C5F-A02A-263D-4F51D60AD14E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255" name="Rectangle 39">
            <a:extLst>
              <a:ext uri="{FF2B5EF4-FFF2-40B4-BE49-F238E27FC236}">
                <a16:creationId xmlns:a16="http://schemas.microsoft.com/office/drawing/2014/main" id="{AA9E9FC1-3F69-E045-267A-B598D56097CF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9256" name="Rectangle 40">
            <a:extLst>
              <a:ext uri="{FF2B5EF4-FFF2-40B4-BE49-F238E27FC236}">
                <a16:creationId xmlns:a16="http://schemas.microsoft.com/office/drawing/2014/main" id="{140756E0-2B79-6CAE-1E03-0F2B8F584E02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9257" name="Rectangle 41">
            <a:extLst>
              <a:ext uri="{FF2B5EF4-FFF2-40B4-BE49-F238E27FC236}">
                <a16:creationId xmlns:a16="http://schemas.microsoft.com/office/drawing/2014/main" id="{EBF44664-4542-FD6D-7C64-D56084577E8C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258" name="Rectangle 42">
            <a:extLst>
              <a:ext uri="{FF2B5EF4-FFF2-40B4-BE49-F238E27FC236}">
                <a16:creationId xmlns:a16="http://schemas.microsoft.com/office/drawing/2014/main" id="{EB5196D5-D424-7A01-6A86-2E44BC1962B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259" name="Rectangle 43">
            <a:extLst>
              <a:ext uri="{FF2B5EF4-FFF2-40B4-BE49-F238E27FC236}">
                <a16:creationId xmlns:a16="http://schemas.microsoft.com/office/drawing/2014/main" id="{3491779F-D395-B3B3-36EA-0EF23DA98B7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EB8F5F1C-D9E2-4CA1-BC66-4EBC337DB8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F163F-6944-384B-8FDA-3CD5B0333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296EE7-29E5-E8BA-B180-2D82894DC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166790-0AF9-FBB9-2F6B-F5781594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E846A1-AD1D-786E-D81F-83618CEA8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65767D-B627-0D85-E902-128B0535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516DFE-03DC-40CA-A613-6091B89039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5773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2A913-07A4-69E9-867B-898D113E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F57268-A549-BBFD-70E6-30585B532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1C3DE2-05CE-7857-7372-8429FE4E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7444FE-5884-9E0C-29D1-CC3B31623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27976E-AC9E-1C33-B11A-A8D7F22B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768A5F-38EA-4E31-90A4-1CC3C02E6A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0734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06734-0976-2EC9-01E3-E1033930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E0B60B-A2BC-31E0-9473-0161661AF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709BDA-654D-5AFC-2131-5E3381C2F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D567F6-CAA7-F841-2753-1512D839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B7BE7F-896C-AFBC-6F66-B142D7FF4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9790A3-94FB-0A9A-9C69-B41FE3712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CED6C2-1FDD-4C45-BB36-EB8583115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523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8337C-AA1D-06E8-AE28-D4F9986D1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685591-5D5A-47D4-C461-AD060626F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F3622F-19F7-4580-BB4D-9D12973A4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9C3BEAE-83CD-457E-CF1E-CACC3A76D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CF22C7-AEB8-2E60-829B-019132F8E6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ED448F-039F-ED4C-176B-D62F79D0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478FF1-35A4-5092-0674-255651A63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6CD0E79-6A4A-0A5D-FDD5-B159A7302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981A45-BFD3-48A1-812A-6E91FEDE7C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3022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B5529-1664-85DC-D045-E1E7CA8B8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A59206-FB26-E3DE-A4BD-5AF25809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7D8C1B-5D1E-4E33-D0D6-7C067B4B3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2F15B4D-DB7C-63EC-7A55-F1CBB4F44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1B3D1F-378B-4EDC-833D-C0103C9084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2547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F96F67-004F-058A-9E31-68187F76F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586C9A-246C-F5C4-74E3-88EFB1FC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A025D7-69D0-8E46-94F3-7652858C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6ED4C3-5470-491E-818F-A57B67256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855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F6ADA-39D7-6E73-F04C-93206868F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EC459B-29C4-CC87-7FA7-EF8C335FF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43A56F-48C5-B2F7-0161-7D9F9AD34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D43940-D7B3-9919-7F5A-52BF643D7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4F0C5F-5F74-B1F8-F824-6C3BCD1B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83C1ED-2BF0-97AA-4A61-6C1FE7F87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A5A30E-ED3A-45A0-9BCC-B1A7953098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7812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88F62-2436-3BD9-D8BB-B56B0C2D6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BB71AF4-E60C-B815-281D-F638529D7B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E97680-2C07-2336-4E62-A877AC23F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81A6B7-E0E3-A65B-5D95-58D9414D2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B97E8E-F534-F974-044C-66DB8D005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FF610D-8D89-DD57-5B67-87ED2534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9100EC-CA72-426A-9BB7-2C09EEF2D6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4842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8A9C5-91A6-B638-B86C-A928EBC32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582BAF-BCDC-6CCC-7C37-8E52E7848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3CD75D-4062-6E61-58EC-20E5729A0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A6601D-4B0C-858E-6EF5-D70B4D01B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A52643-228A-D190-21D1-97532964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4DCCAA-46F9-4DE9-B4FE-2842CFEC9F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734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D885BB-4454-BA56-AAB5-4D82EC7B86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C05DC3C-372F-AAB2-0A25-E9082B844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35908-56FE-A2D2-D892-80FD5B52C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5A8E7F-D8F9-F7BE-41A5-90D02BB58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B56EE0-276B-5BF9-824B-4E03F009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AA5A2B-C145-4857-BC26-9EC0B9FEA8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2687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>
            <a:extLst>
              <a:ext uri="{FF2B5EF4-FFF2-40B4-BE49-F238E27FC236}">
                <a16:creationId xmlns:a16="http://schemas.microsoft.com/office/drawing/2014/main" id="{2F76497A-A810-863C-AC83-186D403D51E2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8195" name="Freeform 3">
              <a:extLst>
                <a:ext uri="{FF2B5EF4-FFF2-40B4-BE49-F238E27FC236}">
                  <a16:creationId xmlns:a16="http://schemas.microsoft.com/office/drawing/2014/main" id="{C2853A4E-5AD0-ACE7-F409-216191A51A7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96" name="Freeform 4">
              <a:extLst>
                <a:ext uri="{FF2B5EF4-FFF2-40B4-BE49-F238E27FC236}">
                  <a16:creationId xmlns:a16="http://schemas.microsoft.com/office/drawing/2014/main" id="{853AE430-E13D-ED06-5A3D-716DEC2CECD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97" name="Freeform 5">
              <a:extLst>
                <a:ext uri="{FF2B5EF4-FFF2-40B4-BE49-F238E27FC236}">
                  <a16:creationId xmlns:a16="http://schemas.microsoft.com/office/drawing/2014/main" id="{707E2B04-6245-AE90-B300-0FF7920FDD0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8198" name="Group 6">
              <a:extLst>
                <a:ext uri="{FF2B5EF4-FFF2-40B4-BE49-F238E27FC236}">
                  <a16:creationId xmlns:a16="http://schemas.microsoft.com/office/drawing/2014/main" id="{DEBD1AD8-E26D-7ED4-D2E2-BF1D71A000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8199" name="Freeform 7">
                <a:extLst>
                  <a:ext uri="{FF2B5EF4-FFF2-40B4-BE49-F238E27FC236}">
                    <a16:creationId xmlns:a16="http://schemas.microsoft.com/office/drawing/2014/main" id="{0D0B2F7B-B2E8-1D72-8423-6F66E774E45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0" name="Freeform 8">
                <a:extLst>
                  <a:ext uri="{FF2B5EF4-FFF2-40B4-BE49-F238E27FC236}">
                    <a16:creationId xmlns:a16="http://schemas.microsoft.com/office/drawing/2014/main" id="{E313BD8A-7283-1D59-E337-37D73E54E62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1" name="Freeform 9">
                <a:extLst>
                  <a:ext uri="{FF2B5EF4-FFF2-40B4-BE49-F238E27FC236}">
                    <a16:creationId xmlns:a16="http://schemas.microsoft.com/office/drawing/2014/main" id="{886F4911-0FA7-51E6-73A2-C7DB44232F3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2" name="Freeform 10">
                <a:extLst>
                  <a:ext uri="{FF2B5EF4-FFF2-40B4-BE49-F238E27FC236}">
                    <a16:creationId xmlns:a16="http://schemas.microsoft.com/office/drawing/2014/main" id="{810CE5E1-D971-5EDC-9059-C666E95F1F6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3" name="Freeform 11">
                <a:extLst>
                  <a:ext uri="{FF2B5EF4-FFF2-40B4-BE49-F238E27FC236}">
                    <a16:creationId xmlns:a16="http://schemas.microsoft.com/office/drawing/2014/main" id="{EEC6CAA8-9AC8-335E-4A44-EF1C9547461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4" name="Freeform 12">
                <a:extLst>
                  <a:ext uri="{FF2B5EF4-FFF2-40B4-BE49-F238E27FC236}">
                    <a16:creationId xmlns:a16="http://schemas.microsoft.com/office/drawing/2014/main" id="{CF71BAC4-5481-AB3D-28F1-CE2E09CF0F0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5" name="Freeform 13">
                <a:extLst>
                  <a:ext uri="{FF2B5EF4-FFF2-40B4-BE49-F238E27FC236}">
                    <a16:creationId xmlns:a16="http://schemas.microsoft.com/office/drawing/2014/main" id="{B0310F4C-1E97-C2EF-E89E-81BFEAAC6D9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6" name="Freeform 14">
                <a:extLst>
                  <a:ext uri="{FF2B5EF4-FFF2-40B4-BE49-F238E27FC236}">
                    <a16:creationId xmlns:a16="http://schemas.microsoft.com/office/drawing/2014/main" id="{BB57B844-724E-85DB-BC8A-61F1E2153BB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7" name="Freeform 15">
                <a:extLst>
                  <a:ext uri="{FF2B5EF4-FFF2-40B4-BE49-F238E27FC236}">
                    <a16:creationId xmlns:a16="http://schemas.microsoft.com/office/drawing/2014/main" id="{6E7032FB-009D-12FE-AB74-3E63D4C4C7F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8" name="Freeform 16">
                <a:extLst>
                  <a:ext uri="{FF2B5EF4-FFF2-40B4-BE49-F238E27FC236}">
                    <a16:creationId xmlns:a16="http://schemas.microsoft.com/office/drawing/2014/main" id="{10E6727B-863C-731A-6F41-39AD77A8935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9" name="Freeform 17">
                <a:extLst>
                  <a:ext uri="{FF2B5EF4-FFF2-40B4-BE49-F238E27FC236}">
                    <a16:creationId xmlns:a16="http://schemas.microsoft.com/office/drawing/2014/main" id="{3460E748-5F27-F397-D5B8-85F2B35B461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0" name="Freeform 18">
                <a:extLst>
                  <a:ext uri="{FF2B5EF4-FFF2-40B4-BE49-F238E27FC236}">
                    <a16:creationId xmlns:a16="http://schemas.microsoft.com/office/drawing/2014/main" id="{CCF025ED-3ABD-D115-33BE-3B72A4E1351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1" name="Freeform 19">
                <a:extLst>
                  <a:ext uri="{FF2B5EF4-FFF2-40B4-BE49-F238E27FC236}">
                    <a16:creationId xmlns:a16="http://schemas.microsoft.com/office/drawing/2014/main" id="{21B5509D-B3FB-822F-84A7-3A46059ECA7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212" name="Freeform 20">
              <a:extLst>
                <a:ext uri="{FF2B5EF4-FFF2-40B4-BE49-F238E27FC236}">
                  <a16:creationId xmlns:a16="http://schemas.microsoft.com/office/drawing/2014/main" id="{4EAFC73A-2188-94AF-DD69-29232ABCB72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3" name="Freeform 21">
              <a:extLst>
                <a:ext uri="{FF2B5EF4-FFF2-40B4-BE49-F238E27FC236}">
                  <a16:creationId xmlns:a16="http://schemas.microsoft.com/office/drawing/2014/main" id="{146395C8-670C-538C-818C-6FE39D81D13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4" name="Freeform 22">
              <a:extLst>
                <a:ext uri="{FF2B5EF4-FFF2-40B4-BE49-F238E27FC236}">
                  <a16:creationId xmlns:a16="http://schemas.microsoft.com/office/drawing/2014/main" id="{D411E739-676B-4C43-5164-9851CC8422A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5" name="Freeform 23">
              <a:extLst>
                <a:ext uri="{FF2B5EF4-FFF2-40B4-BE49-F238E27FC236}">
                  <a16:creationId xmlns:a16="http://schemas.microsoft.com/office/drawing/2014/main" id="{505C66E6-60EB-F061-2CFD-511491CFEE6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6" name="Freeform 24">
              <a:extLst>
                <a:ext uri="{FF2B5EF4-FFF2-40B4-BE49-F238E27FC236}">
                  <a16:creationId xmlns:a16="http://schemas.microsoft.com/office/drawing/2014/main" id="{08B66B02-65A6-A0CC-49F7-BEADB8D26A7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7" name="Freeform 25">
              <a:extLst>
                <a:ext uri="{FF2B5EF4-FFF2-40B4-BE49-F238E27FC236}">
                  <a16:creationId xmlns:a16="http://schemas.microsoft.com/office/drawing/2014/main" id="{615946D8-A878-9648-26D7-FD3B4CD2219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8" name="Freeform 26">
              <a:extLst>
                <a:ext uri="{FF2B5EF4-FFF2-40B4-BE49-F238E27FC236}">
                  <a16:creationId xmlns:a16="http://schemas.microsoft.com/office/drawing/2014/main" id="{D0591DDD-3D8C-CB2F-B74B-6E7717D3634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9" name="Freeform 27">
              <a:extLst>
                <a:ext uri="{FF2B5EF4-FFF2-40B4-BE49-F238E27FC236}">
                  <a16:creationId xmlns:a16="http://schemas.microsoft.com/office/drawing/2014/main" id="{5EF07C05-69F4-6050-63E2-D13658A51A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20" name="Line 28">
              <a:extLst>
                <a:ext uri="{FF2B5EF4-FFF2-40B4-BE49-F238E27FC236}">
                  <a16:creationId xmlns:a16="http://schemas.microsoft.com/office/drawing/2014/main" id="{F3D587F2-01AE-A76F-C28A-138DEEFF0F1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21" name="Line 29">
              <a:extLst>
                <a:ext uri="{FF2B5EF4-FFF2-40B4-BE49-F238E27FC236}">
                  <a16:creationId xmlns:a16="http://schemas.microsoft.com/office/drawing/2014/main" id="{A6AAF996-D58E-2BDB-83B2-A58F43388B2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22" name="Line 30">
              <a:extLst>
                <a:ext uri="{FF2B5EF4-FFF2-40B4-BE49-F238E27FC236}">
                  <a16:creationId xmlns:a16="http://schemas.microsoft.com/office/drawing/2014/main" id="{5C07A57E-4E39-E556-C972-BD5AEB559EA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8223" name="Group 31">
              <a:extLst>
                <a:ext uri="{FF2B5EF4-FFF2-40B4-BE49-F238E27FC236}">
                  <a16:creationId xmlns:a16="http://schemas.microsoft.com/office/drawing/2014/main" id="{432254CC-7A41-D860-EE4B-4558B16DB6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8224" name="Line 32">
                <a:extLst>
                  <a:ext uri="{FF2B5EF4-FFF2-40B4-BE49-F238E27FC236}">
                    <a16:creationId xmlns:a16="http://schemas.microsoft.com/office/drawing/2014/main" id="{64D15F03-5C2B-D44C-C331-17CB2C336EB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25" name="Line 33">
                <a:extLst>
                  <a:ext uri="{FF2B5EF4-FFF2-40B4-BE49-F238E27FC236}">
                    <a16:creationId xmlns:a16="http://schemas.microsoft.com/office/drawing/2014/main" id="{C8C2366A-F4B0-9B46-20BF-6C9A4FB65B4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26" name="Line 34">
                <a:extLst>
                  <a:ext uri="{FF2B5EF4-FFF2-40B4-BE49-F238E27FC236}">
                    <a16:creationId xmlns:a16="http://schemas.microsoft.com/office/drawing/2014/main" id="{356B343E-C310-DAD1-4A7C-1305BB3459B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27" name="Line 35">
                <a:extLst>
                  <a:ext uri="{FF2B5EF4-FFF2-40B4-BE49-F238E27FC236}">
                    <a16:creationId xmlns:a16="http://schemas.microsoft.com/office/drawing/2014/main" id="{61FDFCEC-E872-5455-BD9F-DEAF58E3532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28" name="Line 36">
                <a:extLst>
                  <a:ext uri="{FF2B5EF4-FFF2-40B4-BE49-F238E27FC236}">
                    <a16:creationId xmlns:a16="http://schemas.microsoft.com/office/drawing/2014/main" id="{EE849037-A4E0-1A61-0CCC-9AEF7778A6F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229" name="Line 37">
              <a:extLst>
                <a:ext uri="{FF2B5EF4-FFF2-40B4-BE49-F238E27FC236}">
                  <a16:creationId xmlns:a16="http://schemas.microsoft.com/office/drawing/2014/main" id="{A41014F9-A236-54CB-BC54-433EA907992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30" name="Line 38">
              <a:extLst>
                <a:ext uri="{FF2B5EF4-FFF2-40B4-BE49-F238E27FC236}">
                  <a16:creationId xmlns:a16="http://schemas.microsoft.com/office/drawing/2014/main" id="{462FDAFB-B365-B6E5-5DBB-758D48BA8D9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231" name="Rectangle 39">
            <a:extLst>
              <a:ext uri="{FF2B5EF4-FFF2-40B4-BE49-F238E27FC236}">
                <a16:creationId xmlns:a16="http://schemas.microsoft.com/office/drawing/2014/main" id="{DBDCBB69-CBBB-C189-B08A-D32BA565EE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8232" name="Rectangle 40">
            <a:extLst>
              <a:ext uri="{FF2B5EF4-FFF2-40B4-BE49-F238E27FC236}">
                <a16:creationId xmlns:a16="http://schemas.microsoft.com/office/drawing/2014/main" id="{8CBC3C1A-51B4-B213-6C19-B55A00457CC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8233" name="Rectangle 41">
            <a:extLst>
              <a:ext uri="{FF2B5EF4-FFF2-40B4-BE49-F238E27FC236}">
                <a16:creationId xmlns:a16="http://schemas.microsoft.com/office/drawing/2014/main" id="{7B105679-F8EF-7CC4-A0CE-62F82C3C29C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8234" name="Rectangle 42">
            <a:extLst>
              <a:ext uri="{FF2B5EF4-FFF2-40B4-BE49-F238E27FC236}">
                <a16:creationId xmlns:a16="http://schemas.microsoft.com/office/drawing/2014/main" id="{0F0E5EA2-3EC6-67E5-76C2-080CB2843B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34E0EECF-11A1-4A05-98AD-63F3D44F25DA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8235" name="Rectangle 43">
            <a:extLst>
              <a:ext uri="{FF2B5EF4-FFF2-40B4-BE49-F238E27FC236}">
                <a16:creationId xmlns:a16="http://schemas.microsoft.com/office/drawing/2014/main" id="{3A66E93C-AC24-E587-406D-406138DF9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445E0A02-6F0B-7189-DE2C-AFD598E50E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229600" cy="2160588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3600" b="1" i="1">
                <a:solidFill>
                  <a:schemeClr val="tx2"/>
                </a:solidFill>
              </a:rPr>
              <a:t>	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 b="1" i="1">
                <a:solidFill>
                  <a:schemeClr val="tx2"/>
                </a:solidFill>
              </a:rPr>
              <a:t>111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 b="1" i="1">
                <a:solidFill>
                  <a:schemeClr val="tx2"/>
                </a:solidFill>
              </a:rPr>
              <a:t>QUE MUDANÇA!</a:t>
            </a:r>
            <a:endParaRPr lang="en-US" altLang="pt-BR" sz="3600" b="1" i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0430B66-FA4F-2BD3-B96B-5BE75BC453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50825" y="1052513"/>
            <a:ext cx="8351838" cy="3455987"/>
          </a:xfrm>
        </p:spPr>
        <p:txBody>
          <a:bodyPr/>
          <a:lstStyle/>
          <a:p>
            <a:pPr algn="l"/>
            <a:r>
              <a:rPr lang="pt-BR" altLang="pt-BR" sz="3600" b="1"/>
              <a:t>Que mudança em mim </a:t>
            </a:r>
            <a:br>
              <a:rPr lang="pt-BR" altLang="pt-BR" sz="3600" b="1"/>
            </a:br>
            <a:r>
              <a:rPr lang="pt-BR" altLang="pt-BR" sz="3600" b="1"/>
              <a:t>Fez o meu bom Jesus, </a:t>
            </a:r>
            <a:br>
              <a:rPr lang="pt-BR" altLang="pt-BR" sz="3600" b="1"/>
            </a:br>
            <a:r>
              <a:rPr lang="pt-BR" altLang="pt-BR" sz="3600" b="1"/>
              <a:t>Vindo Ele ao meu coração,</a:t>
            </a:r>
            <a:br>
              <a:rPr lang="pt-BR" altLang="pt-BR" sz="3600" b="1"/>
            </a:br>
            <a:r>
              <a:rPr lang="pt-BR" altLang="pt-BR" sz="3600" b="1"/>
              <a:t>Deu-me paz divinal, </a:t>
            </a:r>
            <a:br>
              <a:rPr lang="pt-BR" altLang="pt-BR" sz="3600" b="1"/>
            </a:br>
            <a:r>
              <a:rPr lang="pt-BR" altLang="pt-BR" sz="3600" b="1"/>
              <a:t>Deu-me gozo e luz, </a:t>
            </a:r>
            <a:br>
              <a:rPr lang="pt-BR" altLang="pt-BR" sz="3600" b="1"/>
            </a:br>
            <a:r>
              <a:rPr lang="pt-BR" altLang="pt-BR" sz="3600" b="1"/>
              <a:t>Entrando no meu coração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DA54B1D-C0E8-CB24-EF1C-83D01B133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981075"/>
            <a:ext cx="8362950" cy="3875088"/>
          </a:xfrm>
        </p:spPr>
        <p:txBody>
          <a:bodyPr/>
          <a:lstStyle/>
          <a:p>
            <a:r>
              <a:rPr lang="pt-BR" altLang="pt-BR" sz="3600" b="1" i="1"/>
              <a:t>Entrando no meu coração! </a:t>
            </a:r>
            <a:br>
              <a:rPr lang="pt-BR" altLang="pt-BR" sz="3600" b="1" i="1"/>
            </a:br>
            <a:r>
              <a:rPr lang="pt-BR" altLang="pt-BR" sz="3600" b="1" i="1"/>
              <a:t>Entrando no meu coração!</a:t>
            </a:r>
            <a:br>
              <a:rPr lang="pt-BR" altLang="pt-BR" sz="3600" b="1" i="1"/>
            </a:br>
            <a:r>
              <a:rPr lang="pt-BR" altLang="pt-BR" sz="3600" b="1" i="1"/>
              <a:t>Que mudança em mim </a:t>
            </a:r>
            <a:br>
              <a:rPr lang="pt-BR" altLang="pt-BR" sz="3600" b="1" i="1"/>
            </a:br>
            <a:r>
              <a:rPr lang="pt-BR" altLang="pt-BR" sz="3600" b="1" i="1"/>
              <a:t>Fez o meu bom Jesus, </a:t>
            </a:r>
            <a:br>
              <a:rPr lang="pt-BR" altLang="pt-BR" sz="3600" b="1" i="1"/>
            </a:br>
            <a:r>
              <a:rPr lang="pt-BR" altLang="pt-BR" sz="3600" b="1" i="1"/>
              <a:t>Vindo Ele ao meu coração.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107C1DB-1AD0-65F9-FDFA-4AA8C9F38F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7813"/>
            <a:ext cx="8893175" cy="4664075"/>
          </a:xfrm>
        </p:spPr>
        <p:txBody>
          <a:bodyPr/>
          <a:lstStyle/>
          <a:p>
            <a:pPr algn="l"/>
            <a:r>
              <a:rPr lang="pt-BR" altLang="pt-BR" sz="3600" b="1"/>
              <a:t>Eu andava perdido Jesus me salvou</a:t>
            </a:r>
            <a:br>
              <a:rPr lang="pt-BR" altLang="pt-BR" sz="3600" b="1"/>
            </a:br>
            <a:r>
              <a:rPr lang="pt-BR" altLang="pt-BR" sz="3600" b="1"/>
              <a:t>Entrando no meu coração.</a:t>
            </a:r>
            <a:br>
              <a:rPr lang="pt-BR" altLang="pt-BR" sz="3600" b="1"/>
            </a:br>
            <a:r>
              <a:rPr lang="pt-BR" altLang="pt-BR" sz="3600" b="1"/>
              <a:t>Meus pecados sem conta,</a:t>
            </a:r>
            <a:br>
              <a:rPr lang="pt-BR" altLang="pt-BR" sz="3600" b="1"/>
            </a:br>
            <a:r>
              <a:rPr lang="pt-BR" altLang="pt-BR" sz="3600" b="1"/>
              <a:t>Seu sangue lavou</a:t>
            </a:r>
            <a:br>
              <a:rPr lang="pt-BR" altLang="pt-BR" sz="3600" b="1"/>
            </a:br>
            <a:r>
              <a:rPr lang="pt-BR" altLang="pt-BR" sz="3600" b="1"/>
              <a:t>Vindo Ele ao meu coração!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092DEAD-E0D6-C122-0A3C-624AA8B370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8362950" cy="4248150"/>
          </a:xfrm>
        </p:spPr>
        <p:txBody>
          <a:bodyPr/>
          <a:lstStyle/>
          <a:p>
            <a:br>
              <a:rPr lang="pt-BR" altLang="pt-BR" sz="3600" b="1" i="1"/>
            </a:br>
            <a:r>
              <a:rPr lang="pt-BR" altLang="pt-BR" sz="3600" b="1" i="1"/>
              <a:t>Entrando no meu coração! </a:t>
            </a:r>
            <a:br>
              <a:rPr lang="pt-BR" altLang="pt-BR" sz="3600" b="1" i="1"/>
            </a:br>
            <a:r>
              <a:rPr lang="pt-BR" altLang="pt-BR" sz="3600" b="1" i="1"/>
              <a:t>Entrando no meu coração!</a:t>
            </a:r>
            <a:br>
              <a:rPr lang="pt-BR" altLang="pt-BR" sz="3600" b="1" i="1"/>
            </a:br>
            <a:r>
              <a:rPr lang="pt-BR" altLang="pt-BR" sz="3600" b="1" i="1"/>
              <a:t>Que mudança em mim </a:t>
            </a:r>
            <a:br>
              <a:rPr lang="pt-BR" altLang="pt-BR" sz="3600" b="1" i="1"/>
            </a:br>
            <a:r>
              <a:rPr lang="pt-BR" altLang="pt-BR" sz="3600" b="1" i="1"/>
              <a:t>Fez o meu bom Jesus, </a:t>
            </a:r>
            <a:br>
              <a:rPr lang="pt-BR" altLang="pt-BR" sz="3600" b="1" i="1"/>
            </a:br>
            <a:r>
              <a:rPr lang="pt-BR" altLang="pt-BR" sz="3600" b="1" i="1"/>
              <a:t>Vindo Ele ao meu coração.</a:t>
            </a:r>
            <a:endParaRPr lang="pt-BR" altLang="pt-BR" sz="36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ECCA9F7-0233-FD52-D7A0-2743289F26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8413"/>
            <a:ext cx="9144000" cy="3889375"/>
          </a:xfrm>
        </p:spPr>
        <p:txBody>
          <a:bodyPr/>
          <a:lstStyle/>
          <a:p>
            <a:pPr algn="l"/>
            <a:r>
              <a:rPr lang="pt-BR" altLang="pt-BR" sz="3600" b="1"/>
              <a:t>E agora, do céu </a:t>
            </a:r>
            <a:br>
              <a:rPr lang="pt-BR" altLang="pt-BR" sz="3600" b="1"/>
            </a:br>
            <a:r>
              <a:rPr lang="pt-BR" altLang="pt-BR" sz="3600" b="1"/>
              <a:t>A certeza me deu</a:t>
            </a:r>
            <a:br>
              <a:rPr lang="pt-BR" altLang="pt-BR" sz="3600" b="1"/>
            </a:br>
            <a:r>
              <a:rPr lang="pt-BR" altLang="pt-BR" sz="3600" b="1"/>
              <a:t>Entrando no meu coração.</a:t>
            </a:r>
            <a:br>
              <a:rPr lang="pt-BR" altLang="pt-BR" sz="3600" b="1"/>
            </a:br>
            <a:r>
              <a:rPr lang="pt-BR" altLang="pt-BR" sz="3600" b="1"/>
              <a:t>Seu Espírito, o selo </a:t>
            </a:r>
            <a:br>
              <a:rPr lang="pt-BR" altLang="pt-BR" sz="3600" b="1"/>
            </a:br>
            <a:r>
              <a:rPr lang="pt-BR" altLang="pt-BR" sz="3600" b="1"/>
              <a:t>E penhor concedeu, </a:t>
            </a:r>
            <a:br>
              <a:rPr lang="pt-BR" altLang="pt-BR" sz="3600" b="1"/>
            </a:br>
            <a:r>
              <a:rPr lang="pt-BR" altLang="pt-BR" sz="3600" b="1"/>
              <a:t>Vindo Ele ao meu coração.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7E52E32-7AC3-D40A-2894-6D78327AF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3875087"/>
          </a:xfrm>
        </p:spPr>
        <p:txBody>
          <a:bodyPr/>
          <a:lstStyle/>
          <a:p>
            <a:br>
              <a:rPr lang="pt-BR" altLang="pt-BR" sz="3600" b="1" i="1"/>
            </a:br>
            <a:r>
              <a:rPr lang="pt-BR" altLang="pt-BR" sz="3600" b="1" i="1"/>
              <a:t>Entrando no meu coração! </a:t>
            </a:r>
            <a:br>
              <a:rPr lang="pt-BR" altLang="pt-BR" sz="3600" b="1" i="1"/>
            </a:br>
            <a:r>
              <a:rPr lang="pt-BR" altLang="pt-BR" sz="3600" b="1" i="1"/>
              <a:t>Entrando no meu coração!</a:t>
            </a:r>
            <a:br>
              <a:rPr lang="pt-BR" altLang="pt-BR" sz="3600" b="1" i="1"/>
            </a:br>
            <a:r>
              <a:rPr lang="pt-BR" altLang="pt-BR" sz="3600" b="1" i="1"/>
              <a:t>Que mudança em mim </a:t>
            </a:r>
            <a:br>
              <a:rPr lang="pt-BR" altLang="pt-BR" sz="3600" b="1" i="1"/>
            </a:br>
            <a:r>
              <a:rPr lang="pt-BR" altLang="pt-BR" sz="3600" b="1" i="1"/>
              <a:t>Fez o meu bom Jesus, </a:t>
            </a:r>
            <a:br>
              <a:rPr lang="pt-BR" altLang="pt-BR" sz="3600" b="1" i="1"/>
            </a:br>
            <a:r>
              <a:rPr lang="pt-BR" altLang="pt-BR" sz="3600" b="1" i="1"/>
              <a:t>Vindo Ele ao meu coração.</a:t>
            </a:r>
            <a:endParaRPr lang="pt-BR" altLang="pt-BR" sz="36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54BF7F3-AAE1-0473-4E10-58EE90303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81075"/>
            <a:ext cx="9144000" cy="3222625"/>
          </a:xfrm>
        </p:spPr>
        <p:txBody>
          <a:bodyPr/>
          <a:lstStyle/>
          <a:p>
            <a:pPr algn="l"/>
            <a:r>
              <a:rPr lang="pt-BR" altLang="pt-BR" sz="3600" b="1"/>
              <a:t>Pelo vale da morte </a:t>
            </a:r>
            <a:br>
              <a:rPr lang="pt-BR" altLang="pt-BR" sz="3600" b="1"/>
            </a:br>
            <a:r>
              <a:rPr lang="pt-BR" altLang="pt-BR" sz="3600" b="1"/>
              <a:t>Não temo passar!</a:t>
            </a:r>
            <a:br>
              <a:rPr lang="pt-BR" altLang="pt-BR" sz="3600" b="1"/>
            </a:br>
            <a:r>
              <a:rPr lang="pt-BR" altLang="pt-BR" sz="3600" b="1"/>
              <a:t>Com Ele no meu coração;</a:t>
            </a:r>
            <a:br>
              <a:rPr lang="pt-BR" altLang="pt-BR" sz="3600" b="1"/>
            </a:br>
            <a:r>
              <a:rPr lang="pt-BR" altLang="pt-BR" sz="3600" b="1"/>
              <a:t>A cidade celeste </a:t>
            </a:r>
            <a:br>
              <a:rPr lang="pt-BR" altLang="pt-BR" sz="3600" b="1"/>
            </a:br>
            <a:r>
              <a:rPr lang="pt-BR" altLang="pt-BR" sz="3600" b="1"/>
              <a:t>Me vai transportar,</a:t>
            </a:r>
            <a:br>
              <a:rPr lang="pt-BR" altLang="pt-BR" sz="3600" b="1"/>
            </a:br>
            <a:r>
              <a:rPr lang="pt-BR" altLang="pt-BR" sz="3600" b="1"/>
              <a:t>O guarda do meu coração.</a:t>
            </a:r>
            <a:endParaRPr lang="en-US" altLang="pt-BR" sz="36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03462BF-1E81-6C2A-32EF-5A3C83F305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3875087"/>
          </a:xfrm>
        </p:spPr>
        <p:txBody>
          <a:bodyPr/>
          <a:lstStyle/>
          <a:p>
            <a:br>
              <a:rPr lang="pt-BR" altLang="pt-BR" sz="3600" b="1" i="1"/>
            </a:br>
            <a:r>
              <a:rPr lang="pt-BR" altLang="pt-BR" sz="3600" b="1" i="1"/>
              <a:t>Entrando no meu coração! </a:t>
            </a:r>
            <a:br>
              <a:rPr lang="pt-BR" altLang="pt-BR" sz="3600" b="1" i="1"/>
            </a:br>
            <a:r>
              <a:rPr lang="pt-BR" altLang="pt-BR" sz="3600" b="1" i="1"/>
              <a:t>Entrando no meu coração!</a:t>
            </a:r>
            <a:br>
              <a:rPr lang="pt-BR" altLang="pt-BR" sz="3600" b="1" i="1"/>
            </a:br>
            <a:r>
              <a:rPr lang="pt-BR" altLang="pt-BR" sz="3600" b="1" i="1"/>
              <a:t>Que mudança em mim </a:t>
            </a:r>
            <a:br>
              <a:rPr lang="pt-BR" altLang="pt-BR" sz="3600" b="1" i="1"/>
            </a:br>
            <a:r>
              <a:rPr lang="pt-BR" altLang="pt-BR" sz="3600" b="1" i="1"/>
              <a:t>Fez o meu bom Jesus, </a:t>
            </a:r>
            <a:br>
              <a:rPr lang="pt-BR" altLang="pt-BR" sz="3600" b="1" i="1"/>
            </a:br>
            <a:r>
              <a:rPr lang="pt-BR" altLang="pt-BR" sz="3600" b="1" i="1"/>
              <a:t>Vindo Ele ao meu coração.</a:t>
            </a:r>
            <a:endParaRPr lang="pt-BR" altLang="pt-BR" sz="36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o">
  <a:themeElements>
    <a:clrScheme name="Globo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o">
      <a:majorFont>
        <a:latin typeface="Arial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Globo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33</TotalTime>
  <Words>257</Words>
  <Application>Microsoft Office PowerPoint</Application>
  <PresentationFormat>Apresentação na tela (4:3)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Verdana</vt:lpstr>
      <vt:lpstr>Wingdings</vt:lpstr>
      <vt:lpstr>Globo</vt:lpstr>
      <vt:lpstr>Apresentação do PowerPoint</vt:lpstr>
      <vt:lpstr>Que mudança em mim  Fez o meu bom Jesus,  Vindo Ele ao meu coração, Deu-me paz divinal,  Deu-me gozo e luz,  Entrando no meu coração</vt:lpstr>
      <vt:lpstr>Entrando no meu coração!  Entrando no meu coração! Que mudança em mim  Fez o meu bom Jesus,  Vindo Ele ao meu coração.</vt:lpstr>
      <vt:lpstr>Eu andava perdido Jesus me salvou Entrando no meu coração. Meus pecados sem conta, Seu sangue lavou Vindo Ele ao meu coração!</vt:lpstr>
      <vt:lpstr> Entrando no meu coração!  Entrando no meu coração! Que mudança em mim  Fez o meu bom Jesus,  Vindo Ele ao meu coração.</vt:lpstr>
      <vt:lpstr>E agora, do céu  A certeza me deu Entrando no meu coração. Seu Espírito, o selo  E penhor concedeu,  Vindo Ele ao meu coração.</vt:lpstr>
      <vt:lpstr> Entrando no meu coração!  Entrando no meu coração! Que mudança em mim  Fez o meu bom Jesus,  Vindo Ele ao meu coração.</vt:lpstr>
      <vt:lpstr>Pelo vale da morte  Não temo passar! Com Ele no meu coração; A cidade celeste  Me vai transportar, O guarda do meu coração.</vt:lpstr>
      <vt:lpstr> Entrando no meu coração!  Entrando no meu coração! Que mudança em mim  Fez o meu bom Jesus,  Vindo Ele ao meu coração.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 mudança em mim fez o meu bom Jesus,  Vindo Ele ao meu coração, Deu-me paz divinal, deu-me gozo e luz,  Entrando no meu coração! Entrando no meu coração!  Entrando no meu coração! Que mudança em mim fez o meu bom Jesus,  Vindo Ele ao meu coração. Eu andava perdido Jesus me salvou Entrando no meu coração. Meus pecados sem conta, seu sangue lavou Vindo Ele ao meu coração! E agora, do céu a certeza me deu Entrando no meu coração. Seu Espírito, o selo e penhor concedeu,  Vindo Ele ao meu coração. Pelo vale da morte não temo passar! Com Ele no meu coração; A cidade celeste me vai transportar, O guarda do meu coração.</dc:title>
  <dc:creator>Jose Antonio de Bem</dc:creator>
  <cp:lastModifiedBy>Emerson Souza</cp:lastModifiedBy>
  <cp:revision>6</cp:revision>
  <dcterms:created xsi:type="dcterms:W3CDTF">2004-07-21T03:18:55Z</dcterms:created>
  <dcterms:modified xsi:type="dcterms:W3CDTF">2026-05-02T21:45:59Z</dcterms:modified>
</cp:coreProperties>
</file>