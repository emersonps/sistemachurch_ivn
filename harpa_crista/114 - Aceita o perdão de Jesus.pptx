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15CC84-49DD-FA07-CFE5-2F3F775A3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3C48B1-B7B3-BCD5-6430-C4C63A57A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5043D5-A6C5-8221-B438-8ED247ECD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4C98F3-BD62-7028-CE73-17DAB8990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28DF84-FBA5-79FC-156B-2882DA7EC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12ACD2-1E0D-4251-8951-CA846CB709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38086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B825D2-3E15-6EA4-8D4D-1682A8F9D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45DA57-D479-40D1-C8E3-E933A4F99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45FC92-E828-6C96-36D0-89B0FEDA5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0617ED-0679-B025-1483-1957C169B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53A06D-976C-8A5C-CFF7-77E015E43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8BAFD1-DAAB-43B9-A6CA-052DB21A62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79739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209D8C-D864-65E9-5540-B2053153A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5697E3-6462-48E6-9F7D-1F35D9AF2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A0FF33-1863-E58F-0174-1004E05F2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582BD1-AA2A-25B5-CC08-391B9B8CF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D75AD3-DB06-2F67-FB95-71B1C4AAF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F9AA43-4BF1-48C9-936F-78AEDAF1AF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00295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4C19E-0E6C-F317-3DB5-39BD511A9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D59EFF-DF32-B352-CF68-4E2C45CCE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66F9AF7-B5A8-F5E2-C089-FD6ABF9AA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2036E64-D9EE-E514-AC05-805EBCDE8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E9FB76-2679-F0BB-EC72-025A13386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4427E7-C2A3-ECB4-DBEE-55487013A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49F05E-399A-4EDD-BB37-F83A7DC9C2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86507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6A449D-C1FB-CE67-399E-2BF546174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C2BF5B-604E-A8F1-30D2-620F97B09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46EEAC2-B145-315A-C054-2B3E80DBD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FE29D22-46DC-EF4B-D11A-B47731AE8C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B45514B-D4B9-248E-C252-123B4017D8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72FFFBA-3C72-82EA-5DE2-BF27F106E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3293231-C83A-9BD4-B453-E914C6B30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C50D890-B147-30A9-4DDF-FC3CE3A9E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376268-E66B-4106-96B0-36BBAD4468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26046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F8CB31-FC7F-9FA8-49C4-537FA375C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AA5281-2A80-6CCC-4021-8E2877C2D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DEBF2F4-8E46-39DE-2B72-B9D2D4C87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DF26CA7-E6BB-85BE-9A44-72949A301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EB435A-94C8-4600-803E-12A5F8A281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73258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4E49BD-93A1-03CE-3BB6-1BD5C15F8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0721921-A70E-6BA2-948F-A2070BA29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4493859-8B93-F8EA-81CC-64FDE1576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AB87D8-3446-4FB1-A3A2-5E30A80DF5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91688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C22275-0444-04F2-A9F1-E24FDEFCB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58DD1D-299B-E590-A676-EACEC2891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75DBB3-9AEA-FB00-3399-0D74BF1A0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3B80FE-B495-9C99-EE7D-E3195B38F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3F61F7-7E11-B498-C090-607075E46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8D1E870-44AB-1921-DB9B-DB3A93231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170828-B472-48FC-A150-7E9A992302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1712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4C8384-75F9-F3AF-4561-04DE6FAC8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6C2BE2-7E2D-EF2F-11AB-8D5C717E35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2B544A8-905E-07D2-BF5A-8F2DA2848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1C4A4E6-5E79-E574-CF4C-B18DD9EAC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72B836-725E-BAC1-D3B3-70B88E293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1E02CD7-F7EC-03EB-C5FB-F064B3282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5A9764-8532-4465-8C0E-FD0F82C016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02556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77F279-F2C4-CFB2-676A-D5D7273E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227649C-A9C4-B554-0FC1-1A3B50CBC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9F1F10-7F9C-8429-DBDB-3BD2EDAD0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EB9572-77CF-974D-842D-B5CA56461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26E212-1623-0815-8DDF-37E9021F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1C1064-513F-4276-8F4B-87F24EDD54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86719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184A9C8-E0FA-4723-6E89-95DDB38BE7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00B47AB-1F0B-8049-8A20-1A3249AB3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AF0B52-8289-8A7E-D8EA-CD8C3A08C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E169B5-3E22-FD90-A343-E063ED02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1F041A-DD0C-9EAF-E511-53120770F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E69FFC-DCB2-4B37-9305-06028670EA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1399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BFF07BD-EDC9-B8DE-9DC3-D2C7824181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70789A5-149C-1345-DCE0-FBD671D5EB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43FFA59-2AF4-08AC-32B9-C10DE876D9C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4BE02E1-C49D-0DAA-2EBE-EA68819F017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F3642DB-F4F4-49E9-1AAE-EE21537D6A8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10180B6-CB6D-4E4E-B134-D9083892AC8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10BBB45-2B95-E811-DFFA-8FC3B34ACB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114</a:t>
            </a:r>
            <a:br>
              <a:rPr lang="en-US" altLang="pt-BR" sz="4000" b="1"/>
            </a:br>
            <a:r>
              <a:rPr lang="en-US" altLang="pt-BR" sz="4000" b="1"/>
              <a:t>ACEITA O PERDÃO DE JESUS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74C9EED-077F-C6E7-A51D-5C54D35C18E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C835C92-E406-5CEA-02BE-FF6B970CD0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i="1"/>
              <a:t>Se tu cansado já estás de pecar, </a:t>
            </a:r>
            <a:br>
              <a:rPr lang="en-US" altLang="pt-BR" sz="4000" i="1"/>
            </a:br>
            <a:r>
              <a:rPr lang="en-US" altLang="pt-BR" sz="4000" i="1"/>
              <a:t>Aceita o perdão de Jesus. </a:t>
            </a:r>
            <a:br>
              <a:rPr lang="en-US" altLang="pt-BR" sz="4000" i="1"/>
            </a:br>
            <a:r>
              <a:rPr lang="en-US" altLang="pt-BR" sz="4000" i="1"/>
              <a:t>Se vida nova quiseres achar, </a:t>
            </a:r>
            <a:br>
              <a:rPr lang="en-US" altLang="pt-BR" sz="4000" i="1"/>
            </a:br>
            <a:r>
              <a:rPr lang="en-US" altLang="pt-BR" sz="4000" i="1"/>
              <a:t>Aceita o perdão de Jesus,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457D17B-4D73-CDA7-C2DC-F47AF76BA5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Vem a Jesus, pecador.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ti morreu lá na cruz.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É tempo, vem sem temor;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Aceite o perdão de Jesus.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963A874-6E07-FDC8-1634-1186C5C240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i="1"/>
              <a:t>Se vida pura desejas obter, </a:t>
            </a:r>
            <a:br>
              <a:rPr lang="en-US" altLang="pt-BR" sz="4000" i="1"/>
            </a:br>
            <a:r>
              <a:rPr lang="en-US" altLang="pt-BR" sz="4000" i="1"/>
              <a:t>Aceita o perdão de Jesus. </a:t>
            </a:r>
            <a:br>
              <a:rPr lang="en-US" altLang="pt-BR" sz="4000" i="1"/>
            </a:br>
            <a:r>
              <a:rPr lang="en-US" altLang="pt-BR" sz="4000" i="1"/>
              <a:t>Ele é a fonte que limpa teu ser; </a:t>
            </a:r>
            <a:br>
              <a:rPr lang="en-US" altLang="pt-BR" sz="4000" i="1"/>
            </a:br>
            <a:r>
              <a:rPr lang="en-US" altLang="pt-BR" sz="4000" i="1"/>
              <a:t>Aceita o perdão de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853AFEB-0169-4FF8-12A5-4B9A6B957C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Vem a Jesus, pecador.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ti morreu lá na cruz.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É tempo, vem sem temor;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Aceite o perdão de Jesus.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4E7EAF0-1671-3ED9-997B-676A5A02ED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i="1"/>
              <a:t>Se tu não podes tuas lutas calmar, Aceita o perdão de Jesus, </a:t>
            </a:r>
            <a:br>
              <a:rPr lang="en-US" altLang="pt-BR" sz="4000" i="1"/>
            </a:br>
            <a:r>
              <a:rPr lang="en-US" altLang="pt-BR" sz="4000" i="1"/>
              <a:t>Se teus desejos não podes domar, Aceita o perdão de Jesus.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7EE227A-0A18-D527-462E-3CC46986F3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Vem a Jesus, pecador.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ti morreu lá na cruz.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É tempo, vem sem temor;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Aceite o perdão de Jesus.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93536B7-98E6-7C59-1391-1489C1FA8C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i="1"/>
              <a:t>Se com os santos te queres unir, Aceita o perdão de Jesus. </a:t>
            </a:r>
            <a:br>
              <a:rPr lang="en-US" altLang="pt-BR" sz="4000" i="1"/>
            </a:br>
            <a:r>
              <a:rPr lang="en-US" altLang="pt-BR" sz="4000" i="1"/>
              <a:t>Se para os céus tu desejas partir, Aceita o perdão de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0A8E57D-10F1-17EC-C92C-D48900345B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</p:spPr>
        <p:txBody>
          <a:bodyPr/>
          <a:lstStyle/>
          <a:p>
            <a:r>
              <a:rPr lang="en-US" altLang="pt-BR" sz="4000" b="1" i="1"/>
              <a:t>Vem a Jesus, pecador.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Por ti morreu lá na cruz.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É tempo, vem sem temor;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Aceite o perdão de Jesus.</a:t>
            </a:r>
            <a:r>
              <a:rPr lang="en-US" altLang="pt-BR" sz="4000" i="1"/>
              <a:t>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114 ACEITA O PERDÃO DE JESUS </vt:lpstr>
      <vt:lpstr>Se tu cansado já estás de pecar,  Aceita o perdão de Jesus.  Se vida nova quiseres achar,  Aceita o perdão de Jesus, </vt:lpstr>
      <vt:lpstr>Vem a Jesus, pecador.  Por ti morreu lá na cruz.  É tempo, vem sem temor;  Aceite o perdão de Jesus.   </vt:lpstr>
      <vt:lpstr>Se vida pura desejas obter,  Aceita o perdão de Jesus.  Ele é a fonte que limpa teu ser;  Aceita o perdão de Jesus. </vt:lpstr>
      <vt:lpstr>Vem a Jesus, pecador.  Por ti morreu lá na cruz.  É tempo, vem sem temor;  Aceite o perdão de Jesus.   </vt:lpstr>
      <vt:lpstr>Se tu não podes tuas lutas calmar, Aceita o perdão de Jesus,  Se teus desejos não podes domar, Aceita o perdão de Jesus.   </vt:lpstr>
      <vt:lpstr>Vem a Jesus, pecador.  Por ti morreu lá na cruz.  É tempo, vem sem temor;  Aceite o perdão de Jesus.   </vt:lpstr>
      <vt:lpstr>Se com os santos te queres unir, Aceita o perdão de Jesus.  Se para os céus tu desejas partir, Aceita o perdão de Jesus. </vt:lpstr>
      <vt:lpstr>Vem a Jesus, pecador.  Por ti morreu lá na cruz.  É tempo, vem sem temor;  Aceite o perdão de Jesus. 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114 ACEITA O PERDÃO DE JESUS </dc:title>
  <dc:creator>Junior</dc:creator>
  <cp:lastModifiedBy>Emerson Souza</cp:lastModifiedBy>
  <cp:revision>1</cp:revision>
  <dcterms:created xsi:type="dcterms:W3CDTF">2005-12-23T14:24:12Z</dcterms:created>
  <dcterms:modified xsi:type="dcterms:W3CDTF">2026-05-02T21:46:13Z</dcterms:modified>
</cp:coreProperties>
</file>