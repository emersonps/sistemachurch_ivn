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15EF2-CAB8-BEB2-2891-4FFC24C19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B8D1C7-0A34-2482-E6D7-EF0D00C0DA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B04222-396B-5450-2931-371D13C9F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E0F82D-0530-DEEA-C618-ACF3FBA9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96B505-E9A9-E72D-6EA4-16E5873A8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590A9C-55D0-4CDB-88D7-A3B2B568A2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0379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3C7AB0-F23E-9673-8C66-2CFBEC87D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F1F310-1750-5B6F-F991-985B97F22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A928B44-8787-B243-F30A-233CE3B3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632A1CA-D5A9-DAC8-1B1A-C27D4503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3E2277-3EEE-20C0-337D-E2395BBB7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4EA8CD-F4DB-4A1C-85BD-6FC03111FC2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560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3F9E9-E9EF-C626-4F11-A978267B8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290641-FC9F-C297-6F8F-B5E0A0091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7C25E5-A65B-6F4E-8CEA-28C37C4FE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BE9E7F-DC6A-E7A2-8D62-A5F86DA57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A196ED-6CB4-818D-967F-0FDFBE178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61C6D2-7973-482F-9C54-ADD860AA71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5240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B75BE-F0CF-5094-6E04-12EE060E8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9148DB-01FA-0EC6-929D-71AD0270A5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A67F8AD-903F-D734-DB6D-9E5E8B90F7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26A95-925D-E141-7085-67034AA5A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6B3474-B237-A68D-4709-6CAD6AF90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4C8D5D-3DC8-27B6-32F4-C8CAC23DC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BD2CA-6A29-47C1-BFF1-D009A6A384A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474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0AFE7-CAFC-5668-5513-0CB3A9060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54052B-E717-0044-A1EE-5792AC9F0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3D2B200-7475-8548-D390-FD7359A9C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EDF0E0-DFB3-2861-D33B-CB3D84F751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E7D6B76-EE36-93F4-F1BA-C8CA4EC39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0D2880-AAB7-212B-124A-C434173BA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B9E23C8-822C-D508-B4DC-F2C0A049E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8D7AC2D-7BE9-FBDA-FFD6-C8A9341DB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771B43-C699-428E-A1BB-77949E8928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72667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90D86A-6BBA-EA8C-4B18-901882B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2EAED4F-BF8D-780D-1C5D-3C802B86D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F11E4E1-8603-94EB-FEB5-8061E0412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391B4F3-76F5-A6E6-3CF0-DF6989B2B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D8FFF3-A863-41EA-B4C7-2C93CC8657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6554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4DE2145-2EC6-3C05-6A70-D291BAB46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2FF3BC6-A55F-273E-FFEA-C917FD468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2E6792-E31B-ED07-8F47-162B970FA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93CEFE-E558-4177-9E20-369B158746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65494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01CF1-965C-98BC-B0D6-F5C8680AE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96D9FF-7B50-7E8D-BB89-7A9E87ED2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DFF7D4-8FB1-D942-CEBE-7278F69FD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FA54BD-7ED2-35B6-7AF2-AF5361341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8C0DA42-17C7-3C8B-28C6-F32979B0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4096D6-643E-E898-34D4-246A6FF4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C07F2-4108-423C-9D92-8BA42C153E8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9416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D9F953-44AD-378C-4E40-489573EE0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E8CBEE0-5A40-DBCB-A171-E102994B8A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62CB33-DD13-1DCB-F888-B182E9CE7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80D9A4-D70E-3C87-26C0-5391463D0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9EBBE00-540A-1238-478E-01C9EFDB2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618F67-5ECA-EB88-1F5D-F8B78C77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8635332-6976-444E-B4E7-1AB0A8C717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1706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AB9BC-7157-A4A9-5D0C-E0B092BB7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A998F2-974B-50BA-442B-7D3AC9628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6A5133-4047-6F50-B56A-CF6A48933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0A2300-CF0E-837A-CE49-06637192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90C7F8-44B1-0FDE-C89A-714ED004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8DC19-8E0D-45FD-91B2-55E92C2BF06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3094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217D3BE-222A-D63E-4AA2-BB01E3FC1D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EA9BBA5-A8DC-ECD0-A8D6-42464BAD3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DF8D24-8A7F-0DC5-401B-B2192817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93647A-0B1E-213F-0E2F-821DB52B6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A623AD-8C99-D534-32C7-0E7287699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28BC73-8BFA-4D33-A014-863250203B6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76827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2AC7503-1D06-CC90-8589-398501FB6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BB34334-3431-C7B1-414E-0DD6CDB886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DE9BF4B-3C47-1B3F-6717-7515ADE0B3E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5694247-3499-0DE3-EE92-891FF3354FD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B28261E-75A9-D611-CFDA-B6FD3F9C6A2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E2A8F71-DCA0-4D24-ADCB-CF04CF8FDB6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48EC023-BC4D-7567-ACA4-27F4B3D391F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315</a:t>
            </a:r>
            <a:br>
              <a:rPr lang="pt-BR" altLang="pt-BR" sz="4400" b="1"/>
            </a:br>
            <a:r>
              <a:rPr lang="pt-BR" altLang="pt-BR" sz="4400" b="1"/>
              <a:t>OH! AMOR BENDITO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52A5CE8-BB94-3B16-7CBD-0F42B2307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200"/>
              <a:t>Oh! Amor bendito, Tu possues a mim! </a:t>
            </a:r>
            <a:br>
              <a:rPr lang="pt-BR" altLang="pt-BR" sz="3200"/>
            </a:br>
            <a:r>
              <a:rPr lang="pt-BR" altLang="pt-BR" sz="3200"/>
              <a:t>Enches o infinito, oh! amor sem fim! </a:t>
            </a:r>
            <a:br>
              <a:rPr lang="pt-BR" altLang="pt-BR" sz="3200"/>
            </a:br>
            <a:r>
              <a:rPr lang="pt-BR" altLang="pt-BR" sz="3200"/>
              <a:t>Vivo hoje em Cristo, vivo no Fiel; </a:t>
            </a:r>
            <a:br>
              <a:rPr lang="pt-BR" altLang="pt-BR" sz="3200"/>
            </a:br>
            <a:r>
              <a:rPr lang="pt-BR" altLang="pt-BR" sz="3200"/>
              <a:t>Por Deus sou benquisto no Emanuel.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93E824F-3CF8-6804-B89A-83AC1F51EF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 b="1" i="1"/>
              <a:t>Oh! Amor bendito: </a:t>
            </a:r>
            <a:br>
              <a:rPr lang="pt-BR" altLang="pt-BR" sz="4000" b="1" i="1"/>
            </a:br>
            <a:r>
              <a:rPr lang="pt-BR" altLang="pt-BR" sz="4000" b="1" i="1"/>
              <a:t>Tu possues a mim! </a:t>
            </a:r>
            <a:br>
              <a:rPr lang="pt-BR" altLang="pt-BR" sz="4000" b="1" i="1"/>
            </a:br>
            <a:r>
              <a:rPr lang="pt-BR" altLang="pt-BR" sz="4000" b="1" i="1"/>
              <a:t>Enches o infinito, </a:t>
            </a:r>
            <a:br>
              <a:rPr lang="pt-BR" altLang="pt-BR" sz="4000" b="1" i="1"/>
            </a:br>
            <a:r>
              <a:rPr lang="pt-BR" altLang="pt-BR" sz="4000" b="1" i="1"/>
              <a:t>oh! amor sem fim!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68CDA1A-E8B5-2D6F-6083-D1E87973A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/>
              <a:t>Paz e glória eterna, p'ra mim no céu, </a:t>
            </a:r>
            <a:br>
              <a:rPr lang="pt-BR" altLang="pt-BR" sz="3200"/>
            </a:br>
            <a:r>
              <a:rPr lang="pt-BR" altLang="pt-BR" sz="3200"/>
              <a:t>Vida sempiterna com o nosso Deus. </a:t>
            </a:r>
            <a:br>
              <a:rPr lang="pt-BR" altLang="pt-BR" sz="3200"/>
            </a:br>
            <a:r>
              <a:rPr lang="pt-BR" altLang="pt-BR" sz="3200"/>
              <a:t>Em verdade sinto vida no Senhor, </a:t>
            </a:r>
            <a:br>
              <a:rPr lang="pt-BR" altLang="pt-BR" sz="3200"/>
            </a:br>
            <a:r>
              <a:rPr lang="pt-BR" altLang="pt-BR" sz="3200"/>
              <a:t>E do céu pressinto gozo e esplendor!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86BA42F-755C-B07F-5A6D-70C39E6B99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 b="1" i="1"/>
              <a:t>Oh! Amor bendito: </a:t>
            </a:r>
            <a:br>
              <a:rPr lang="pt-BR" altLang="pt-BR" sz="4000" b="1" i="1"/>
            </a:br>
            <a:r>
              <a:rPr lang="pt-BR" altLang="pt-BR" sz="4000" b="1" i="1"/>
              <a:t>Tu possues a mim! </a:t>
            </a:r>
            <a:br>
              <a:rPr lang="pt-BR" altLang="pt-BR" sz="4000" b="1" i="1"/>
            </a:br>
            <a:r>
              <a:rPr lang="pt-BR" altLang="pt-BR" sz="4000" b="1" i="1"/>
              <a:t>Enches o infinito, </a:t>
            </a:r>
            <a:br>
              <a:rPr lang="pt-BR" altLang="pt-BR" sz="4000" b="1" i="1"/>
            </a:br>
            <a:r>
              <a:rPr lang="pt-BR" altLang="pt-BR" sz="4000" b="1" i="1"/>
              <a:t>oh! amor sem fim!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52C77DF-A5C5-1D3C-53BB-DF254D72BF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3200"/>
              <a:t>Coração, desfruta deste grande amor;</a:t>
            </a:r>
            <a:br>
              <a:rPr lang="pt-BR" altLang="pt-BR" sz="3200"/>
            </a:br>
            <a:r>
              <a:rPr lang="pt-BR" altLang="pt-BR" sz="3200"/>
              <a:t>Na paz ou na luta, faz-te vencedor;</a:t>
            </a:r>
            <a:br>
              <a:rPr lang="pt-BR" altLang="pt-BR" sz="3200"/>
            </a:br>
            <a:r>
              <a:rPr lang="pt-BR" altLang="pt-BR" sz="3200"/>
              <a:t>Que este amor é forte, viu-se ali na cruz;</a:t>
            </a:r>
            <a:br>
              <a:rPr lang="pt-BR" altLang="pt-BR" sz="3200"/>
            </a:br>
            <a:r>
              <a:rPr lang="pt-BR" altLang="pt-BR" sz="3200"/>
              <a:t>Forte mais que a morte: O amor de Jesus! 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2DEC055-6E18-1531-FB77-D6F35C21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 b="1" i="1"/>
              <a:t>Oh! Amor bendito: </a:t>
            </a:r>
            <a:br>
              <a:rPr lang="pt-BR" altLang="pt-BR" sz="4000" b="1" i="1"/>
            </a:br>
            <a:r>
              <a:rPr lang="pt-BR" altLang="pt-BR" sz="4000" b="1" i="1"/>
              <a:t>Tu possues a mim! </a:t>
            </a:r>
            <a:br>
              <a:rPr lang="pt-BR" altLang="pt-BR" sz="4000" b="1" i="1"/>
            </a:br>
            <a:r>
              <a:rPr lang="pt-BR" altLang="pt-BR" sz="4000" b="1" i="1"/>
              <a:t>Enches o infinito, </a:t>
            </a:r>
            <a:br>
              <a:rPr lang="pt-BR" altLang="pt-BR" sz="4000" b="1" i="1"/>
            </a:br>
            <a:r>
              <a:rPr lang="pt-BR" altLang="pt-BR" sz="4000" b="1" i="1"/>
              <a:t>oh! amor sem fim!</a:t>
            </a:r>
            <a:endParaRPr lang="en-US" altLang="pt-BR" sz="40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315 OH! AMOR BENDITO</vt:lpstr>
      <vt:lpstr>Oh! Amor bendito, Tu possues a mim!  Enches o infinito, oh! amor sem fim!  Vivo hoje em Cristo, vivo no Fiel;  Por Deus sou benquisto no Emanuel. </vt:lpstr>
      <vt:lpstr>Oh! Amor bendito:  Tu possues a mim!  Enches o infinito,  oh! amor sem fim!</vt:lpstr>
      <vt:lpstr>Paz e glória eterna, p'ra mim no céu,  Vida sempiterna com o nosso Deus.  Em verdade sinto vida no Senhor,  E do céu pressinto gozo e esplendor! </vt:lpstr>
      <vt:lpstr>Oh! Amor bendito:  Tu possues a mim!  Enches o infinito,  oh! amor sem fim!</vt:lpstr>
      <vt:lpstr>Coração, desfruta deste grande amor; Na paz ou na luta, faz-te vencedor; Que este amor é forte, viu-se ali na cruz; Forte mais que a morte: O amor de Jesus! P.L.M. </vt:lpstr>
      <vt:lpstr>Oh! Amor bendito:  Tu possues a mim!  Enches o infinito,  oh! amor sem fim!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315 - OH! AMOR BENDITO</dc:title>
  <dc:creator>Montagna</dc:creator>
  <cp:lastModifiedBy>Emerson Souza</cp:lastModifiedBy>
  <cp:revision>2</cp:revision>
  <dcterms:created xsi:type="dcterms:W3CDTF">2005-10-19T10:00:03Z</dcterms:created>
  <dcterms:modified xsi:type="dcterms:W3CDTF">2026-05-02T22:03:08Z</dcterms:modified>
</cp:coreProperties>
</file>