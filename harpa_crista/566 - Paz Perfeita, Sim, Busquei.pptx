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17642E-6AB0-AE06-629B-903D92741B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A85AFA-CDE1-D9F1-3237-FE0CFDC39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FACD0B-C01A-DFD5-0408-22C006734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610E04-786B-4C27-DED5-B4AC92AF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9154FA-C186-3897-49E7-885278CC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317A58-7323-4C13-AA67-6C6CB17935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5227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8D63A-17A9-D5C1-17E8-B335A6C8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01C215-A82B-02E8-B28B-B4A628A86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556248-49D9-6130-F0C0-ED7C252C7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6677C3-6F51-77E0-619F-56142407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800E46-6316-6CF0-5866-BF5A573C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76E169-D689-4B13-87A7-799909E307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6781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68BA3-7286-9921-BB35-EEC6E94AB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D614A7-EDDE-C706-8638-4CD2E4505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39B3C8-20BB-2289-D92F-6D4BD8B98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E987E9-3B21-995E-1FA3-2EFF828D4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DD6515-44CB-F61E-C95A-BECC372A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4082C-E8F0-4370-BC71-F2B5CAEB63B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11889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19220-B702-843B-9DC2-CF940FC06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281B71-4495-525A-FBF9-B2FB6ED67D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762366-4D6D-652F-CC63-9D25F909D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69BDFE-2BDE-60F8-D7AD-0F895F790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4D2B2D1-DB47-5A36-2FF1-A8F085A2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B7CD4B8-D586-E198-F6C8-6C1AD217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A555F4-8096-4B3C-8354-BD4EAE4225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2574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31EEA-BBC2-5322-2A56-4BFBA508F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16A78C6-1AE8-E402-531D-28CF6FA11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0B08FA-3B9C-5E8D-E02B-217667D69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7494152-27CC-1327-6064-6E8914CD2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95B635-98BB-A330-9F58-12D07E4EA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E6FE13-FD2E-B5B9-F0FC-A500CDAB9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F3266A-EDB2-B321-5DB9-BCBCE9ED4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D6B30C5-2793-588A-7879-3EF10B519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B43BA9-B1C4-4AAD-8F85-97BDC35C3C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6882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219D0-EC9A-E163-2DCC-0C1CDF24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57CEFB7-59D0-5839-57A1-0DD62E12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06CE5C4-3D96-3F9A-F2B7-2D2D0321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5B976F-DC6E-1A82-ECE7-E845758F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BF9B0B-E213-4702-B1C8-DA06153AE9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5184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8E9241-978D-EE8D-6540-F9987C52B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F1F4DF8-BAEE-61BC-FFB0-EA09F480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DADADA-2A0D-C868-70E4-F4031FB4B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627ED2-0ABC-4B6E-BD44-2DB203C718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80603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E2F67-3BA8-A222-B607-DED2C9B7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EAA941-CAD2-CFF7-35D6-BC8D2027F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3EB4E0E-A665-98CE-6050-904566A29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51987A-9D1B-74A1-76B7-E6493BA6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9BBE3F-C0C9-130D-8DA2-D91E7CD42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A96FB2-B289-BC64-DD80-15295E380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5F8932-C893-4E27-A0A7-7DC0F0B57A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63756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1E6626-7C53-859B-C80D-23F7F6EC0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DFE9B2D-5FBB-AC9F-41D0-575B93B79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AEC57C-3C78-2E13-E2ED-2C71D1C92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8C77305-6116-1AF3-9447-71106DBD2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78B07D-229F-97E6-0343-E2403F772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A21F6F-6554-C30F-6198-193D7C3AA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7BB2B4-D033-42B9-91D5-C974B41C1F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8582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A31F4D-5098-04CA-2117-84CCF20DD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307643-1D9F-A94E-3E34-2CAC7AFC19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506F1E-3422-3730-F736-D1A89FE05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02AC3C-60B4-479C-273E-764F46D8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B88125-7F41-41E6-0E1F-81A145BF2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4FA914-2AF1-4DB6-B105-7DC7B142E7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2321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108EB5-5DCE-0179-4685-A91E4CA36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D58B54-B2C6-B7FF-3878-D1F452E050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8ABB02-7D60-0DA4-6C72-97EF5B856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403C9F-9A51-6FB9-04C5-E6827036F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7D991C4-C3B8-E54B-C700-AEE73DC62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126759-4E09-4ACB-BC48-A47CFAF967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24369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472B4CB-9944-79EA-A04E-1971DFBC2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721E31-7846-13FB-C96C-E258F8D591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A27859E-29E7-662E-00CF-B4C03F6BEF9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2D94097-1A9B-252E-32F6-C0DD11A5589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672D429-34A7-4FFE-C91E-37089FA67A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2920DB6-6015-4263-B48B-35E61A057C5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7939FDE-6499-C282-FD51-6F2F32E540B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566 - Paz Perfeita, Sim, Busquei</a:t>
            </a:r>
            <a:endParaRPr lang="en-US" altLang="pt-BR" sz="4000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CD26903-1483-53DE-4874-EF9CF52ABB5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F05A201-267D-791A-56A9-9E9BB3CA6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Paz perfeita, sim, busquei,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jamais a encontrei,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o preço não queria eu pagar.</a:t>
            </a:r>
            <a:r>
              <a:rPr lang="en-US" altLang="pt-BR" sz="4000"/>
              <a:t> </a:t>
            </a:r>
            <a:r>
              <a:rPr lang="en-US" altLang="pt-BR" sz="4000" i="1"/>
              <a:t>Longe de Deus a vagar,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Sua promessa a rejeitar.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Do pecado não querendo me apartar.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5A2CD0-4E56-D47A-A0CE-9ED8CD123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Mas agora estou vivendo pra Jesus,</a:t>
            </a:r>
            <a:r>
              <a:rPr lang="en-US" altLang="pt-BR" sz="4000"/>
              <a:t> </a:t>
            </a:r>
            <a:r>
              <a:rPr lang="en-US" altLang="pt-BR" sz="4000" b="1" i="1"/>
              <a:t>Esconder-me quero junto à sua Cruz.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Inda que sofrendo 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estar com meu Jesus:</a:t>
            </a:r>
            <a:r>
              <a:rPr lang="en-US" altLang="pt-BR" sz="4000"/>
              <a:t> </a:t>
            </a:r>
            <a:r>
              <a:rPr lang="en-US" altLang="pt-BR" sz="4000" b="1" i="1"/>
              <a:t>Encontrei por fim a vida em meu Senhor.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3D597F4-769D-10BF-62C4-5D3CC3B2E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 Eu estava em 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Deus tocou meu coração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me disse: “Põe tua vida no altar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eu santificar!”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pecado então deixei: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Minha vida a Deus eu logo dediquei.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296AE66-38C2-A50E-6E88-54B233DBC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Mas agora estou vivendo pra Jesus,</a:t>
            </a:r>
            <a:r>
              <a:rPr lang="en-US" altLang="pt-BR" sz="4000"/>
              <a:t> </a:t>
            </a:r>
            <a:r>
              <a:rPr lang="en-US" altLang="pt-BR" sz="4000" b="1" i="1"/>
              <a:t>Esconder-me quero junto à sua Cruz.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Inda que sofrendo 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estar com meu Jesus:</a:t>
            </a:r>
            <a:r>
              <a:rPr lang="en-US" altLang="pt-BR" sz="4000"/>
              <a:t> </a:t>
            </a:r>
            <a:r>
              <a:rPr lang="en-US" altLang="pt-BR" sz="4000" b="1" i="1"/>
              <a:t>Encontrei por fim a vida em meu Senhor.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CA01033-4861-9AC7-7193-BFDBC6A9B3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Com seu sangue me comprou,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meu ser purificou.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Uma vida de vitória encontrei.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“Teus pecados perdoei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Pelo muito que te amei”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Ternamente me falou o Grande 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1D0C271-9B38-F62B-CCD3-91260C7BF7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b="1" i="1"/>
              <a:t>Mas agora estou vivendo pra Jesus,</a:t>
            </a:r>
            <a:r>
              <a:rPr lang="en-US" altLang="pt-BR" sz="4000"/>
              <a:t> </a:t>
            </a:r>
            <a:r>
              <a:rPr lang="en-US" altLang="pt-BR" sz="4000" b="1" i="1"/>
              <a:t>Esconder-me quero junto à sua Cruz.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Inda que sofrendo 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Quero estar com meu Jesus:</a:t>
            </a:r>
            <a:r>
              <a:rPr lang="en-US" altLang="pt-BR" sz="4000"/>
              <a:t> </a:t>
            </a:r>
            <a:r>
              <a:rPr lang="en-US" altLang="pt-BR" sz="4000" b="1" i="1"/>
              <a:t>Encontrei por fim a vida em meu Senhor.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566 - Paz Perfeita, Sim, Busquei</vt:lpstr>
      <vt:lpstr>Paz perfeita, sim, busquei,  E jamais a encontrei,  Pois o preço não queria eu pagar. Longe de Deus a vagar,  Sua promessa a rejeitar.  Do pecado não querendo me apartar.  </vt:lpstr>
      <vt:lpstr>Mas agora estou vivendo pra Jesus, Esconder-me quero junto à sua Cruz.  Inda que sofrendo dor,  Quero estar com meu Jesus: Encontrei por fim a vida em meu Senhor.  </vt:lpstr>
      <vt:lpstr> Eu estava em oração,  Deus tocou meu coração  E me disse: “Põe tua vida no altar  Para eu santificar!”  O pecado então deixei:  Minha vida a Deus eu logo dediquei.  </vt:lpstr>
      <vt:lpstr>Mas agora estou vivendo pra Jesus, Esconder-me quero junto à sua Cruz.  Inda que sofrendo dor,  Quero estar com meu Jesus: Encontrei por fim a vida em meu Senhor.  </vt:lpstr>
      <vt:lpstr>Com seu sangue me comprou,  O meu ser purificou.  Uma vida de vitória encontrei.  “Teus pecados perdoei  Pelo muito que te amei”  Ternamente me falou o Grande Rei.</vt:lpstr>
      <vt:lpstr>Mas agora estou vivendo pra Jesus, Esconder-me quero junto à sua Cruz.  Inda que sofrendo dor,  Quero estar com meu Jesus: Encontrei por fim a vida em meu Senhor.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566 - Paz Perfeita, Sim, Busquei</dc:title>
  <dc:creator>Junior</dc:creator>
  <cp:lastModifiedBy>Emerson Souza</cp:lastModifiedBy>
  <cp:revision>1</cp:revision>
  <dcterms:created xsi:type="dcterms:W3CDTF">2005-12-27T01:18:14Z</dcterms:created>
  <dcterms:modified xsi:type="dcterms:W3CDTF">2026-05-02T22:24:32Z</dcterms:modified>
</cp:coreProperties>
</file>