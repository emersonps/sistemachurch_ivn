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312FC-7E0A-D7DE-44FF-2EAC12AF2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27BF81-34F5-91B9-3E9C-745A19B5F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943D1A-DBD9-C07A-5DC6-7A1552AF9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1F2055-EB85-B64A-6BC9-B8F62796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E76A70-A482-3E2B-ABAD-EC215A5F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327438-6F58-4CA5-8CE5-2357BB1310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155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54F16-89CD-09CA-45E9-3EDD01E6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2B8CC4-EBEA-C2C3-7CD1-2B8FA9626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4F5B15-70E1-7D1B-FBED-58078F587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DCEC3F-D5E7-09A5-6D10-F898AABDB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326345-25F7-2C73-6E99-A9985AF6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7A5700-9AC2-4804-AA65-A0F17CC1F4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338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DE103-7086-3944-D876-76943479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F1928D-A7B5-5B60-33CD-4858458E3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B9EF92-CA96-ACC0-4E77-F8BEF912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1755E-A5E5-F6A6-4458-03DFE72A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A34716-86ED-77EA-3FF7-4849208C4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E73099-4A84-4B92-A4EB-723D7EBF5C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8231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BBA91-CB46-CC61-ECD1-BD226D79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E38278-09E6-C443-AF26-2D25105E5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0706EB-4A6E-EC22-278D-A333601DE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1F0737-3F2D-ED63-5753-C9E67B9C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9CADEF-3C2F-B95C-A93C-1AE34E16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1D0B93-ECD4-14C3-E664-64F0F3DE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A3C857-4DCC-4B87-846F-D023E09265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6907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590AB-408E-8E27-A849-C510E20CD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675325-D187-F42F-CD50-BE118CCC6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0CCB8B-C2C5-4253-85FE-5E408C9A5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0D009EC-CBC5-0672-2A80-E34C8913F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93A1F84-728A-61CA-EC1D-43401F5CBC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49E3298-DCBE-E206-A1CB-705573EC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FE720D-A391-64E8-FED2-F6523BF3A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71469E1-2AC4-8C3B-2E60-08983BA8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6B898A-9C64-4799-A224-E289C9B8EA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391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07A30-04A9-7F7B-F294-FF1061E6F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1A1A79-5407-B3BE-E0E0-BAEC7A4B1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C4D2D7-953C-5505-B8EC-4D98528D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7E6424-C246-5546-5768-AFEA5B9BA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74803-C3B5-4F42-8850-3978F34DDF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874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DFFBB1-659D-AE42-1DFE-4335B1D6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8E124E7-F25D-716F-A024-1D47A9BA2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CDE6D5-DC81-3882-94E3-47213E8F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A8D6D-E64A-48D6-A8F6-DC001FBB31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707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46506-A791-5444-2D75-0FE96C23D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87DA46-1606-D052-66EF-65BA35062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AB67F2-79CC-9B86-BFD4-B9225A3A6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ECBAB7-6FF7-183B-ACA9-16644895C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BC36F0-1C2B-10B7-C97B-1A6246D9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71CCAC-7C12-FAEC-70BB-DFCE4E58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231073-F8DE-4F9A-8ADF-C61E708823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274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167D7-2630-B391-D604-AE12D6D3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0AF1FF-3A22-0F1D-E9F5-B084CCC9B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0AB3A9-3E7B-B495-B226-630A4C28F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72BF54-2483-D41E-D6BC-E39F3C7D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EAE263-F72C-9A6E-C7B1-A7CF46838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9A930D-349B-4A07-B067-10889635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11C6A5-3E16-4C73-8827-938425B8F2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299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E89B6-7E71-D65B-3EE1-86A0E1086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FB87B0-5CC4-2CA5-CEEF-50A624C5B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116091-F701-78D4-0A2B-81A4A982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F89C40-F173-6A32-ABC3-F219AB99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F66F3F-FC89-CF60-9D9F-2F8EB925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6D9AF3-73C5-458F-A1BB-05DB2986D8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651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AAC436-4566-FCC5-0CA6-0FCC2D4F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53D92E-A5F0-09B5-E416-E734A973F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2006FF-88F9-B965-2A31-3FC4E2E70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7ABE7C-775F-A4FD-DACD-CFEC517AF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68F8D3-575A-8FED-55F2-9521806D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11F0DE-C989-460C-9550-37A2E7B555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4114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042E64-5461-2796-6AB2-E60E0684F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C1FEAD8-6E04-06C3-B040-6BD6CEBEB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E40BE1-7726-8D0B-84BA-5EB030FF131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BF41A78-EBFB-D9A5-A5DD-EC4951AA79C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DBA41A-9E43-3235-9620-47826AFE64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9E3482D-E30D-4EF8-892C-465C358C28B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DB2C45B-5288-9DB2-3B2C-26A2A47ED9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180</a:t>
            </a:r>
            <a:br>
              <a:rPr lang="en-US" altLang="pt-BR" sz="4000" b="1"/>
            </a:br>
            <a:r>
              <a:rPr lang="en-US" altLang="pt-BR" sz="4000" b="1"/>
              <a:t>EM CRISTO FRUIMOS A PAZ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0E4F5F1-44DF-0A58-D91E-7D67BACB10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4FAB84E-00F5-1599-4922-61A27746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Aonde fruirmos a paz, o amor? </a:t>
            </a:r>
            <a:br>
              <a:rPr lang="en-US" altLang="pt-BR" sz="4000" i="1"/>
            </a:br>
            <a:r>
              <a:rPr lang="en-US" altLang="pt-BR" sz="4000" i="1"/>
              <a:t>Em Cristo, somente em Cristo; </a:t>
            </a:r>
            <a:br>
              <a:rPr lang="en-US" altLang="pt-BR" sz="4000" i="1"/>
            </a:br>
            <a:r>
              <a:rPr lang="en-US" altLang="pt-BR" sz="4000" i="1"/>
              <a:t>Aonde nós temos poder e vigor? </a:t>
            </a:r>
            <a:br>
              <a:rPr lang="en-US" altLang="pt-BR" sz="4000" i="1"/>
            </a:br>
            <a:r>
              <a:rPr lang="en-US" altLang="pt-BR" sz="4000" i="1"/>
              <a:t>Em Cristo, somente em Cristo.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8973595-304C-F4CB-B2E9-32FBA2A4F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Em Cristo, em Cristo,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sinto em mim um gozo, sem fim;</a:t>
            </a:r>
            <a:r>
              <a:rPr lang="en-US" altLang="pt-BR" sz="4000" i="1"/>
              <a:t> </a:t>
            </a:r>
            <a:r>
              <a:rPr lang="en-US" altLang="pt-BR" sz="4000" b="1" i="1"/>
              <a:t>É Inexplicável mas é agradável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Estar no amor de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2E819A3-6FA4-47E2-1DBB-275D73E63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Aonde águas vivas nós vamos buscar? Em Cristo, somente em Cristo: </a:t>
            </a:r>
            <a:br>
              <a:rPr lang="en-US" altLang="pt-BR" sz="4000" i="1"/>
            </a:br>
            <a:r>
              <a:rPr lang="en-US" altLang="pt-BR" sz="4000" i="1"/>
              <a:t>É inexplicável mas é agradável </a:t>
            </a:r>
            <a:br>
              <a:rPr lang="en-US" altLang="pt-BR" sz="4000" i="1"/>
            </a:br>
            <a:r>
              <a:rPr lang="en-US" altLang="pt-BR" sz="4000" i="1"/>
              <a:t>Estar no amor de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3B49EBE-3C55-B71C-C1AC-725A177EE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Em Cristo, em Cristo,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sinto em mim um gozo, sem fim;</a:t>
            </a:r>
            <a:r>
              <a:rPr lang="en-US" altLang="pt-BR" sz="4000" i="1"/>
              <a:t> </a:t>
            </a:r>
            <a:r>
              <a:rPr lang="en-US" altLang="pt-BR" sz="4000" b="1" i="1"/>
              <a:t>É Inexplicável mas é agradável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Estar no amor de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A61DFB0-EEA3-A2DD-214A-E3970C0DD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Aonde havemos nós de repousar? </a:t>
            </a:r>
            <a:br>
              <a:rPr lang="en-US" altLang="pt-BR" sz="4000" i="1"/>
            </a:br>
            <a:r>
              <a:rPr lang="en-US" altLang="pt-BR" sz="4000" i="1"/>
              <a:t>Em Cristo, somente em Cristo; </a:t>
            </a:r>
            <a:br>
              <a:rPr lang="en-US" altLang="pt-BR" sz="4000" i="1"/>
            </a:br>
            <a:r>
              <a:rPr lang="en-US" altLang="pt-BR" sz="4000" i="1"/>
              <a:t>As forças podemos também renovar? Em Crista, somente em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EE3BB22-08C6-D4C0-E090-FFF11EFF16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Em Cristo, em Cristo,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sinto em mim um gozo, sem fim;</a:t>
            </a:r>
            <a:r>
              <a:rPr lang="en-US" altLang="pt-BR" sz="4000" i="1"/>
              <a:t> </a:t>
            </a:r>
            <a:r>
              <a:rPr lang="en-US" altLang="pt-BR" sz="4000" b="1" i="1"/>
              <a:t>É Inexplicável mas é agradável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Estar no amor de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A036E53-9161-AB6D-F3B9-AE27D7FE97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Aonde achamos imenso poder? </a:t>
            </a:r>
            <a:br>
              <a:rPr lang="en-US" altLang="pt-BR" sz="4000" i="1"/>
            </a:br>
            <a:r>
              <a:rPr lang="en-US" altLang="pt-BR" sz="4000" i="1"/>
              <a:t>Em Cristo, somente em Cristo; </a:t>
            </a:r>
            <a:br>
              <a:rPr lang="en-US" altLang="pt-BR" sz="4000" i="1"/>
            </a:br>
            <a:r>
              <a:rPr lang="en-US" altLang="pt-BR" sz="4000" i="1"/>
              <a:t>E um povo cheio de santo prazer? </a:t>
            </a:r>
            <a:br>
              <a:rPr lang="en-US" altLang="pt-BR" sz="4000" i="1"/>
            </a:br>
            <a:r>
              <a:rPr lang="en-US" altLang="pt-BR" sz="4000" i="1"/>
              <a:t>Em Cristo, somente em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E275C57-C970-8147-8ECF-50250666E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Em Cristo, em Cristo,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sinto em mim um gozo, sem fim;</a:t>
            </a:r>
            <a:r>
              <a:rPr lang="en-US" altLang="pt-BR" sz="4000" i="1"/>
              <a:t> </a:t>
            </a:r>
            <a:r>
              <a:rPr lang="en-US" altLang="pt-BR" sz="4000" b="1" i="1"/>
              <a:t>É Inexplicável mas é agradável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Estar no amor de Cristo.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180 EM CRISTO FRUIMOS A PAZ </vt:lpstr>
      <vt:lpstr>Aonde fruirmos a paz, o amor?  Em Cristo, somente em Cristo;  Aonde nós temos poder e vigor?  Em Cristo, somente em Cristo.   </vt:lpstr>
      <vt:lpstr>Em Cristo, em Cristo,  Eu sinto em mim um gozo, sem fim; É Inexplicável mas é agradável  Estar no amor de Cristo. </vt:lpstr>
      <vt:lpstr>Aonde águas vivas nós vamos buscar? Em Cristo, somente em Cristo:  É inexplicável mas é agradável  Estar no amor de Cristo. </vt:lpstr>
      <vt:lpstr>Em Cristo, em Cristo,  Eu sinto em mim um gozo, sem fim; É Inexplicável mas é agradável  Estar no amor de Cristo. </vt:lpstr>
      <vt:lpstr>Aonde havemos nós de repousar?  Em Cristo, somente em Cristo;  As forças podemos também renovar? Em Crista, somente em Cristo. </vt:lpstr>
      <vt:lpstr>Em Cristo, em Cristo,  Eu sinto em mim um gozo, sem fim; É Inexplicável mas é agradável  Estar no amor de Cristo. </vt:lpstr>
      <vt:lpstr>Aonde achamos imenso poder?  Em Cristo, somente em Cristo;  E um povo cheio de santo prazer?  Em Cristo, somente em Cristo. </vt:lpstr>
      <vt:lpstr>Em Cristo, em Cristo,  Eu sinto em mim um gozo, sem fim; É Inexplicável mas é agradável  Estar no amor de Cristo.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180 EM CRISTO FRUIMOS A PAZ </dc:title>
  <dc:creator>Junior</dc:creator>
  <cp:lastModifiedBy>Emerson Souza</cp:lastModifiedBy>
  <cp:revision>1</cp:revision>
  <dcterms:created xsi:type="dcterms:W3CDTF">2005-12-23T16:37:43Z</dcterms:created>
  <dcterms:modified xsi:type="dcterms:W3CDTF">2026-05-02T21:51:53Z</dcterms:modified>
</cp:coreProperties>
</file>