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-49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54995A-541C-50D8-E4A8-C8B256D995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D4EEF8F-D9FF-601E-EC52-3276E84133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FB5CC02-44C5-BD78-D0DD-76B617FF7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AC067C-5C14-71E3-C3DB-27C3ED8C6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783F428-AC13-0A6D-62EC-E9530B8D7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46FCD9-2F52-4812-8DB6-AE8928CFEC4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38069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04C8C1-7EA3-8869-3853-F50B1790C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A436DD-940B-2CBE-9E84-6848EDAA4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0E00C1-BA66-B5A7-F2A5-1C3E2A1DB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9466606-32D3-853B-967B-C9AE158A3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1BA00E-E904-A4BF-4977-5893EBA97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B51423-7342-4D60-86CD-7D868C2887E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78256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824D0B-0A80-7435-A534-1A9F48757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60C49BA-CCA3-7248-C8CA-0674B5E4E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376DB3-D498-A5BA-E059-D67C93277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3A40FD-6BE7-B686-86B0-B5036FD44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1070CA-A0B3-3E4E-EE55-B09685812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A8A030-9F9F-46E8-AFE5-6AAADC68555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74992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A134AA-0ED0-46DA-EFDB-4278D82B6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20DC08-02A4-5015-9F3D-FC2B5D9693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5CC522D-108A-B67D-570B-B9980E1FA9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1977949-84F2-CA17-4651-95036B1D8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AD82641-1FF2-EA80-BFB5-AA8404154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48C0F2B-6A54-B4FA-88E7-3AD988538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154A01-A70D-4E9E-B459-7DDE8B71E29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56146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000A41-B224-004A-5409-4F5F5C0E6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CA5D872-E995-45C7-5164-58B668BD1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8D25112-CCD4-49EB-ED10-8AE4DF7F7A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E12398A-09CD-01DE-FF08-33ED112875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24C2DE8-ECCA-9875-AD0F-157DA67F81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D4D2645-8125-F3F6-36D4-391FB0E34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0269343-8153-592F-C8BC-3ABCD86D9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6C9757D-93A7-56C5-0D69-53943B425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865780-E284-4A22-8CA5-6A0CEF90512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33140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ED126E-D802-1220-8881-889C82B70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14DE445-618B-D72E-1491-F30B076F2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849DCF2-03CD-5C9D-B7BD-383F81BCC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DEE2589-9E85-948A-54A5-4CC56CE2E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2C9A16-8BCF-4B23-AE0B-002317D1EFD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25609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D5BEA2D-BDF7-9FCF-1AFC-3666EB2E3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7B0F828-A335-5699-57D1-BB188F3F8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4B608B0-FAC2-14D6-8638-5EE80C42D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3D4ACE-0E8F-493E-B995-E88829B545A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93688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2702FB-4F63-7B50-2C20-58F0D3444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AB15CC-0FB6-4155-4632-93E1CAA15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3C29567-8E0A-2BD5-4140-5293575F54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0F19C6B-6014-ADA9-6AC1-6A2995DD3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06A4842-E03B-E82E-CF34-33AD74F47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1372868-65C3-4017-C115-1F8CA3ABD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F1E74C-DB33-45AE-802E-26170F76306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19314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FF1512-DB54-8973-8178-5DBE1EC26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F4E770E-89D9-86F9-D75D-60AFFEDF7E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CDA70EB-CC97-E6B8-3309-D9DBE733C8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5C61C67-CA30-689C-8414-08D548B3D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B920485-094F-5793-B657-07C270BBE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D8D2602-5531-B1D8-C1D2-0B5EA2C51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7794C5-DA1C-469D-A0AA-BB6A21635E4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75614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EB843-2C62-1E22-A945-9D039728F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4E8E7C9-7170-874E-2AAE-93812D5C49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C2B40E-1239-E894-2DA6-AE13EAB41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20EDD-DEDF-119F-70A4-5CE90F54C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0D4BD6-A2D1-1E55-9B3E-85DEBFEDA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948BAD-799D-49A5-9A60-D92F0ED0F2C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17548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E46B4E6-73AE-EFF8-8BE9-919FE05EAE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B38AF21-91FF-4C5D-9229-7350FF1784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EC36E6E-AEF3-1024-CC9B-A74BFA0BB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2AA95A-4C73-0068-4A3B-30800B92E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7AAE5B-EFF5-5F6D-2AB1-EEBB8FAC8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0B1E5C-7575-4F37-AFB2-D8AAD7ED6CE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62301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75B366F-52B3-42E9-D9D1-F272699225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5C79D12-E043-3463-CDF0-00664EC0D0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88EE4B5-C17F-6FE7-9A46-84D4FE1B7E5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B47601F-A5F2-3775-F0A9-886D2635901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7A9DA32-A057-8D3B-CD18-76EE38FE9F8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BF51410-F8F1-4457-80FC-81BDA7DADF5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686EE08-78DA-7786-AF7B-641D2169B79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1628775"/>
            <a:ext cx="9144000" cy="2879725"/>
          </a:xfrm>
        </p:spPr>
        <p:txBody>
          <a:bodyPr anchor="ctr"/>
          <a:lstStyle/>
          <a:p>
            <a:r>
              <a:rPr lang="pt-BR" altLang="pt-BR" sz="3600" b="1"/>
              <a:t>306</a:t>
            </a:r>
            <a:br>
              <a:rPr lang="pt-BR" altLang="pt-BR" sz="3600" b="1"/>
            </a:br>
            <a:r>
              <a:rPr lang="pt-BR" altLang="pt-BR" sz="3600" b="1"/>
              <a:t>A PALAVRA DE DEUS UM TESOURO</a:t>
            </a:r>
            <a:endParaRPr lang="en-US" altLang="pt-BR" sz="36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663BC40C-C3CA-925B-0A72-048ACF3240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 sz="3600"/>
              <a:t>A Palavra de Deus é para mim</a:t>
            </a:r>
            <a:br>
              <a:rPr lang="pt-BR" altLang="pt-BR" sz="3600"/>
            </a:br>
            <a:r>
              <a:rPr lang="pt-BR" altLang="pt-BR" sz="3600"/>
              <a:t>Um tesouro sem igual em valor!</a:t>
            </a:r>
            <a:br>
              <a:rPr lang="pt-BR" altLang="pt-BR" sz="3600"/>
            </a:br>
            <a:r>
              <a:rPr lang="pt-BR" altLang="pt-BR" sz="3600"/>
              <a:t>Fala do amor de Deus, </a:t>
            </a:r>
            <a:br>
              <a:rPr lang="pt-BR" altLang="pt-BR" sz="3600"/>
            </a:br>
            <a:r>
              <a:rPr lang="pt-BR" altLang="pt-BR" sz="3600"/>
              <a:t>do amor que não tem fim; </a:t>
            </a:r>
            <a:br>
              <a:rPr lang="pt-BR" altLang="pt-BR" sz="3600"/>
            </a:br>
            <a:r>
              <a:rPr lang="pt-BR" altLang="pt-BR" sz="3600"/>
              <a:t>Mais precioso do que ouro é este amor!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8EB27BA-082C-4255-A6A6-0A31C62DF4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2825"/>
          </a:xfrm>
        </p:spPr>
        <p:txBody>
          <a:bodyPr/>
          <a:lstStyle/>
          <a:p>
            <a:r>
              <a:rPr lang="pt-BR" altLang="pt-BR" sz="3600" b="1" i="1"/>
              <a:t>A Palavra de Deus é doce, </a:t>
            </a:r>
            <a:br>
              <a:rPr lang="pt-BR" altLang="pt-BR" sz="3600" b="1" i="1"/>
            </a:br>
            <a:r>
              <a:rPr lang="pt-BR" altLang="pt-BR" sz="3600" b="1" i="1"/>
              <a:t>Mais que o mel, </a:t>
            </a:r>
            <a:br>
              <a:rPr lang="pt-BR" altLang="pt-BR" sz="3600" b="1" i="1"/>
            </a:br>
            <a:r>
              <a:rPr lang="pt-BR" altLang="pt-BR" sz="3600" b="1" i="1"/>
              <a:t>O que a toma pela fé há de ser fiel,</a:t>
            </a:r>
            <a:br>
              <a:rPr lang="pt-BR" altLang="pt-BR" sz="3600" b="1" i="1"/>
            </a:br>
            <a:r>
              <a:rPr lang="pt-BR" altLang="pt-BR" sz="3600" b="1" i="1"/>
              <a:t>Porque Deus nos concedeu o Emanuel, </a:t>
            </a:r>
            <a:br>
              <a:rPr lang="pt-BR" altLang="pt-BR" sz="3600" b="1" i="1"/>
            </a:br>
            <a:r>
              <a:rPr lang="pt-BR" altLang="pt-BR" sz="3600" b="1" i="1"/>
              <a:t>Rocha viva donde mana leite e mel.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1102C4D-0F65-7DBC-FC68-3F0EF91111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 sz="3600"/>
              <a:t>Luz que guia pela senda da paz,</a:t>
            </a:r>
            <a:br>
              <a:rPr lang="pt-BR" altLang="pt-BR" sz="3600"/>
            </a:br>
            <a:r>
              <a:rPr lang="pt-BR" altLang="pt-BR" sz="3600"/>
              <a:t>E alumia os que em trevas estão;</a:t>
            </a:r>
            <a:br>
              <a:rPr lang="pt-BR" altLang="pt-BR" sz="3600"/>
            </a:br>
            <a:r>
              <a:rPr lang="pt-BR" altLang="pt-BR" sz="3600"/>
              <a:t>Lâmpada que nos faz ver </a:t>
            </a:r>
            <a:br>
              <a:rPr lang="pt-BR" altLang="pt-BR" sz="3600"/>
            </a:br>
            <a:r>
              <a:rPr lang="pt-BR" altLang="pt-BR" sz="3600"/>
              <a:t>Os ardis de Satanás, </a:t>
            </a:r>
            <a:br>
              <a:rPr lang="pt-BR" altLang="pt-BR" sz="3600"/>
            </a:br>
            <a:r>
              <a:rPr lang="pt-BR" altLang="pt-BR" sz="3600"/>
              <a:t>E que brilha mesmo na escuridão.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6936D4F-D483-B8EB-D4C0-E262B15EBE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2825"/>
          </a:xfrm>
        </p:spPr>
        <p:txBody>
          <a:bodyPr/>
          <a:lstStyle/>
          <a:p>
            <a:r>
              <a:rPr lang="pt-BR" altLang="pt-BR" sz="3600" b="1" i="1"/>
              <a:t>A Palavra de Deus é doce, </a:t>
            </a:r>
            <a:br>
              <a:rPr lang="pt-BR" altLang="pt-BR" sz="3600" b="1" i="1"/>
            </a:br>
            <a:r>
              <a:rPr lang="pt-BR" altLang="pt-BR" sz="3600" b="1" i="1"/>
              <a:t>Mais que o mel, </a:t>
            </a:r>
            <a:br>
              <a:rPr lang="pt-BR" altLang="pt-BR" sz="3600" b="1" i="1"/>
            </a:br>
            <a:r>
              <a:rPr lang="pt-BR" altLang="pt-BR" sz="3600" b="1" i="1"/>
              <a:t>O que a toma pela fé há de ser fiel,</a:t>
            </a:r>
            <a:br>
              <a:rPr lang="pt-BR" altLang="pt-BR" sz="3600" b="1" i="1"/>
            </a:br>
            <a:r>
              <a:rPr lang="pt-BR" altLang="pt-BR" sz="3600" b="1" i="1"/>
              <a:t>Porque Deus nos concedeu o Emanuel, </a:t>
            </a:r>
            <a:br>
              <a:rPr lang="pt-BR" altLang="pt-BR" sz="3600" b="1" i="1"/>
            </a:br>
            <a:r>
              <a:rPr lang="pt-BR" altLang="pt-BR" sz="3600" b="1" i="1"/>
              <a:t>Rocha viva donde mana leite e mel.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740C337-79E4-7587-F9C0-7D2D9DB900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81750"/>
          </a:xfrm>
        </p:spPr>
        <p:txBody>
          <a:bodyPr/>
          <a:lstStyle/>
          <a:p>
            <a:r>
              <a:rPr lang="pt-BR" altLang="pt-BR" sz="3600"/>
              <a:t>É um farol que sempre resplandeceu,</a:t>
            </a:r>
            <a:br>
              <a:rPr lang="pt-BR" altLang="pt-BR" sz="3600"/>
            </a:br>
            <a:r>
              <a:rPr lang="pt-BR" altLang="pt-BR" sz="3600"/>
              <a:t>E que mostra o porto da salvação;</a:t>
            </a:r>
            <a:br>
              <a:rPr lang="pt-BR" altLang="pt-BR" sz="3600"/>
            </a:br>
            <a:r>
              <a:rPr lang="pt-BR" altLang="pt-BR" sz="3600"/>
              <a:t>Quem na arca já entrou</a:t>
            </a:r>
            <a:br>
              <a:rPr lang="pt-BR" altLang="pt-BR" sz="3600"/>
            </a:br>
            <a:r>
              <a:rPr lang="pt-BR" altLang="pt-BR" sz="3600"/>
              <a:t>e do mundo se esqueceu,</a:t>
            </a:r>
            <a:br>
              <a:rPr lang="pt-BR" altLang="pt-BR" sz="3600"/>
            </a:br>
            <a:r>
              <a:rPr lang="pt-BR" altLang="pt-BR" sz="3600"/>
              <a:t>	Chegará por certo à eternal mansão. </a:t>
            </a:r>
            <a:br>
              <a:rPr lang="pt-BR" altLang="pt-BR" sz="3600"/>
            </a:br>
            <a:r>
              <a:rPr lang="pt-BR" altLang="pt-BR" sz="3600"/>
              <a:t>							</a:t>
            </a:r>
            <a:br>
              <a:rPr lang="pt-BR" altLang="pt-BR" sz="3600"/>
            </a:br>
            <a:r>
              <a:rPr lang="pt-BR" altLang="pt-BR" sz="3600"/>
              <a:t>								</a:t>
            </a:r>
            <a:r>
              <a:rPr lang="pt-BR" altLang="pt-BR" sz="2000"/>
              <a:t>E.C.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AFB762D-BF24-EA70-A901-4FC680C163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2825"/>
          </a:xfrm>
        </p:spPr>
        <p:txBody>
          <a:bodyPr/>
          <a:lstStyle/>
          <a:p>
            <a:r>
              <a:rPr lang="pt-BR" altLang="pt-BR" sz="3600" b="1" i="1"/>
              <a:t>A Palavra de Deus é doce, </a:t>
            </a:r>
            <a:br>
              <a:rPr lang="pt-BR" altLang="pt-BR" sz="3600" b="1" i="1"/>
            </a:br>
            <a:r>
              <a:rPr lang="pt-BR" altLang="pt-BR" sz="3600" b="1" i="1"/>
              <a:t>Mais que o mel, </a:t>
            </a:r>
            <a:br>
              <a:rPr lang="pt-BR" altLang="pt-BR" sz="3600" b="1" i="1"/>
            </a:br>
            <a:r>
              <a:rPr lang="pt-BR" altLang="pt-BR" sz="3600" b="1" i="1"/>
              <a:t>O que a toma pela fé há de ser fiel,</a:t>
            </a:r>
            <a:br>
              <a:rPr lang="pt-BR" altLang="pt-BR" sz="3600" b="1" i="1"/>
            </a:br>
            <a:r>
              <a:rPr lang="pt-BR" altLang="pt-BR" sz="3600" b="1" i="1"/>
              <a:t>Porque Deus nos concedeu o Emanuel, </a:t>
            </a:r>
            <a:br>
              <a:rPr lang="pt-BR" altLang="pt-BR" sz="3600" b="1" i="1"/>
            </a:br>
            <a:r>
              <a:rPr lang="pt-BR" altLang="pt-BR" sz="3600" b="1" i="1"/>
              <a:t>Rocha viva donde mana leite e mel.</a:t>
            </a:r>
            <a:endParaRPr lang="en-US" altLang="pt-BR" sz="36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270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306 A PALAVRA DE DEUS UM TESOURO</vt:lpstr>
      <vt:lpstr>A Palavra de Deus é para mim Um tesouro sem igual em valor! Fala do amor de Deus,  do amor que não tem fim;  Mais precioso do que ouro é este amor! </vt:lpstr>
      <vt:lpstr>A Palavra de Deus é doce,  Mais que o mel,  O que a toma pela fé há de ser fiel, Porque Deus nos concedeu o Emanuel,  Rocha viva donde mana leite e mel.</vt:lpstr>
      <vt:lpstr>Luz que guia pela senda da paz, E alumia os que em trevas estão; Lâmpada que nos faz ver  Os ardis de Satanás,  E que brilha mesmo na escuridão. </vt:lpstr>
      <vt:lpstr>A Palavra de Deus é doce,  Mais que o mel,  O que a toma pela fé há de ser fiel, Porque Deus nos concedeu o Emanuel,  Rocha viva donde mana leite e mel.</vt:lpstr>
      <vt:lpstr>É um farol que sempre resplandeceu, E que mostra o porto da salvação; Quem na arca já entrou e do mundo se esqueceu,  Chegará por certo à eternal mansão.                  E.C. </vt:lpstr>
      <vt:lpstr>A Palavra de Deus é doce,  Mais que o mel,  O que a toma pela fé há de ser fiel, Porque Deus nos concedeu o Emanuel,  Rocha viva donde mana leite e mel.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306 - A PALAVRA DE DEUS UM TESOURO</dc:title>
  <dc:creator>Montagna</dc:creator>
  <cp:lastModifiedBy>Emerson Souza</cp:lastModifiedBy>
  <cp:revision>3</cp:revision>
  <dcterms:created xsi:type="dcterms:W3CDTF">2005-10-19T05:34:51Z</dcterms:created>
  <dcterms:modified xsi:type="dcterms:W3CDTF">2026-05-02T22:02:25Z</dcterms:modified>
</cp:coreProperties>
</file>