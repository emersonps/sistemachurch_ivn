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>
            <a:extLst>
              <a:ext uri="{FF2B5EF4-FFF2-40B4-BE49-F238E27FC236}">
                <a16:creationId xmlns:a16="http://schemas.microsoft.com/office/drawing/2014/main" id="{1E56AD78-E172-63C2-BC7F-7BFEEDF236A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9219" name="Freeform 3">
              <a:extLst>
                <a:ext uri="{FF2B5EF4-FFF2-40B4-BE49-F238E27FC236}">
                  <a16:creationId xmlns:a16="http://schemas.microsoft.com/office/drawing/2014/main" id="{AF0C7AC4-9F08-7ABC-56E1-C8B619825D9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0" name="Freeform 4">
              <a:extLst>
                <a:ext uri="{FF2B5EF4-FFF2-40B4-BE49-F238E27FC236}">
                  <a16:creationId xmlns:a16="http://schemas.microsoft.com/office/drawing/2014/main" id="{A24503C2-4036-F2A3-70E5-916E618BE2E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1" name="Freeform 5">
              <a:extLst>
                <a:ext uri="{FF2B5EF4-FFF2-40B4-BE49-F238E27FC236}">
                  <a16:creationId xmlns:a16="http://schemas.microsoft.com/office/drawing/2014/main" id="{2C9BE748-E09B-07E3-23A0-C020E422FCB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9222" name="Group 6">
              <a:extLst>
                <a:ext uri="{FF2B5EF4-FFF2-40B4-BE49-F238E27FC236}">
                  <a16:creationId xmlns:a16="http://schemas.microsoft.com/office/drawing/2014/main" id="{98030752-E42E-00EB-987F-55C38127CF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9223" name="Freeform 7">
                <a:extLst>
                  <a:ext uri="{FF2B5EF4-FFF2-40B4-BE49-F238E27FC236}">
                    <a16:creationId xmlns:a16="http://schemas.microsoft.com/office/drawing/2014/main" id="{3B69AF34-857B-91B5-13FB-3752325C894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4" name="Freeform 8">
                <a:extLst>
                  <a:ext uri="{FF2B5EF4-FFF2-40B4-BE49-F238E27FC236}">
                    <a16:creationId xmlns:a16="http://schemas.microsoft.com/office/drawing/2014/main" id="{59385B89-E086-D34A-9E95-C1BE069D88D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5" name="Freeform 9">
                <a:extLst>
                  <a:ext uri="{FF2B5EF4-FFF2-40B4-BE49-F238E27FC236}">
                    <a16:creationId xmlns:a16="http://schemas.microsoft.com/office/drawing/2014/main" id="{F3D96B6F-5A05-FD5B-FD93-979FBDA3BFD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6" name="Freeform 10">
                <a:extLst>
                  <a:ext uri="{FF2B5EF4-FFF2-40B4-BE49-F238E27FC236}">
                    <a16:creationId xmlns:a16="http://schemas.microsoft.com/office/drawing/2014/main" id="{36BB0BD2-284C-4C4F-6917-C153E01389A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7" name="Freeform 11">
                <a:extLst>
                  <a:ext uri="{FF2B5EF4-FFF2-40B4-BE49-F238E27FC236}">
                    <a16:creationId xmlns:a16="http://schemas.microsoft.com/office/drawing/2014/main" id="{1834D2AB-1AD0-68BD-FEBE-1654E9BC5EA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8" name="Freeform 12">
                <a:extLst>
                  <a:ext uri="{FF2B5EF4-FFF2-40B4-BE49-F238E27FC236}">
                    <a16:creationId xmlns:a16="http://schemas.microsoft.com/office/drawing/2014/main" id="{46BFCE5C-47EA-1D67-B28A-083CD71AECE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9" name="Freeform 13">
                <a:extLst>
                  <a:ext uri="{FF2B5EF4-FFF2-40B4-BE49-F238E27FC236}">
                    <a16:creationId xmlns:a16="http://schemas.microsoft.com/office/drawing/2014/main" id="{FFFFFC30-124D-8E1B-5FF1-252A20813CE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0" name="Freeform 14">
                <a:extLst>
                  <a:ext uri="{FF2B5EF4-FFF2-40B4-BE49-F238E27FC236}">
                    <a16:creationId xmlns:a16="http://schemas.microsoft.com/office/drawing/2014/main" id="{C1356229-24BD-3958-003A-B4B5AA5BB03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1" name="Freeform 15">
                <a:extLst>
                  <a:ext uri="{FF2B5EF4-FFF2-40B4-BE49-F238E27FC236}">
                    <a16:creationId xmlns:a16="http://schemas.microsoft.com/office/drawing/2014/main" id="{E6119EB5-23BB-19B2-66FC-17AD3C4AAFD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2" name="Freeform 16">
                <a:extLst>
                  <a:ext uri="{FF2B5EF4-FFF2-40B4-BE49-F238E27FC236}">
                    <a16:creationId xmlns:a16="http://schemas.microsoft.com/office/drawing/2014/main" id="{598F6CB2-4F53-1C3A-3177-8DD42CA3145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3" name="Freeform 17">
                <a:extLst>
                  <a:ext uri="{FF2B5EF4-FFF2-40B4-BE49-F238E27FC236}">
                    <a16:creationId xmlns:a16="http://schemas.microsoft.com/office/drawing/2014/main" id="{1545CD94-5078-32B9-B67B-56E84CC2419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4" name="Freeform 18">
                <a:extLst>
                  <a:ext uri="{FF2B5EF4-FFF2-40B4-BE49-F238E27FC236}">
                    <a16:creationId xmlns:a16="http://schemas.microsoft.com/office/drawing/2014/main" id="{4262136B-20F3-C387-FE93-89D3A5B5F8B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5" name="Freeform 19">
                <a:extLst>
                  <a:ext uri="{FF2B5EF4-FFF2-40B4-BE49-F238E27FC236}">
                    <a16:creationId xmlns:a16="http://schemas.microsoft.com/office/drawing/2014/main" id="{5C1304AD-155A-B23A-65CC-A2E3012CC23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9236" name="Freeform 20">
              <a:extLst>
                <a:ext uri="{FF2B5EF4-FFF2-40B4-BE49-F238E27FC236}">
                  <a16:creationId xmlns:a16="http://schemas.microsoft.com/office/drawing/2014/main" id="{34AC65BB-15F9-19EE-AB7E-2F13CAA9BEA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7" name="Freeform 21">
              <a:extLst>
                <a:ext uri="{FF2B5EF4-FFF2-40B4-BE49-F238E27FC236}">
                  <a16:creationId xmlns:a16="http://schemas.microsoft.com/office/drawing/2014/main" id="{A9C4021B-0C89-99D1-EA31-5B2A5B4960B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8" name="Freeform 22">
              <a:extLst>
                <a:ext uri="{FF2B5EF4-FFF2-40B4-BE49-F238E27FC236}">
                  <a16:creationId xmlns:a16="http://schemas.microsoft.com/office/drawing/2014/main" id="{E7BAB3DA-0ECB-267B-C7C1-5A818EB1B9D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9" name="Freeform 23">
              <a:extLst>
                <a:ext uri="{FF2B5EF4-FFF2-40B4-BE49-F238E27FC236}">
                  <a16:creationId xmlns:a16="http://schemas.microsoft.com/office/drawing/2014/main" id="{C0286EC6-35D6-C74F-53C7-C2BCCEC7291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0" name="Freeform 24">
              <a:extLst>
                <a:ext uri="{FF2B5EF4-FFF2-40B4-BE49-F238E27FC236}">
                  <a16:creationId xmlns:a16="http://schemas.microsoft.com/office/drawing/2014/main" id="{5DF0517C-700C-DC36-5117-D7AADA1F0A4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1" name="Freeform 25">
              <a:extLst>
                <a:ext uri="{FF2B5EF4-FFF2-40B4-BE49-F238E27FC236}">
                  <a16:creationId xmlns:a16="http://schemas.microsoft.com/office/drawing/2014/main" id="{6D88CD33-2B0E-8C6A-8F20-3B10E49B97B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2" name="Freeform 26">
              <a:extLst>
                <a:ext uri="{FF2B5EF4-FFF2-40B4-BE49-F238E27FC236}">
                  <a16:creationId xmlns:a16="http://schemas.microsoft.com/office/drawing/2014/main" id="{885C2895-6BA3-ACE9-B393-45B5B5E9AB5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3" name="Freeform 27">
              <a:extLst>
                <a:ext uri="{FF2B5EF4-FFF2-40B4-BE49-F238E27FC236}">
                  <a16:creationId xmlns:a16="http://schemas.microsoft.com/office/drawing/2014/main" id="{DA8B68B5-95B3-2F9A-B214-14B86E0E1D2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4" name="Line 28">
              <a:extLst>
                <a:ext uri="{FF2B5EF4-FFF2-40B4-BE49-F238E27FC236}">
                  <a16:creationId xmlns:a16="http://schemas.microsoft.com/office/drawing/2014/main" id="{13DBFC1C-20A4-97D3-7CEA-59937C7617C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5" name="Line 29">
              <a:extLst>
                <a:ext uri="{FF2B5EF4-FFF2-40B4-BE49-F238E27FC236}">
                  <a16:creationId xmlns:a16="http://schemas.microsoft.com/office/drawing/2014/main" id="{4F9BF276-3BB1-EE86-FCB4-C4A2B04DD09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6" name="Line 30">
              <a:extLst>
                <a:ext uri="{FF2B5EF4-FFF2-40B4-BE49-F238E27FC236}">
                  <a16:creationId xmlns:a16="http://schemas.microsoft.com/office/drawing/2014/main" id="{3C9627DF-C633-5F8C-9F83-204707F7A67F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9247" name="Group 31">
              <a:extLst>
                <a:ext uri="{FF2B5EF4-FFF2-40B4-BE49-F238E27FC236}">
                  <a16:creationId xmlns:a16="http://schemas.microsoft.com/office/drawing/2014/main" id="{EC6880C4-08B5-4828-1E47-B86777B83F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9248" name="Line 32">
                <a:extLst>
                  <a:ext uri="{FF2B5EF4-FFF2-40B4-BE49-F238E27FC236}">
                    <a16:creationId xmlns:a16="http://schemas.microsoft.com/office/drawing/2014/main" id="{4B695F52-2443-CE74-E1CB-F1E3AD3F1C5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49" name="Line 33">
                <a:extLst>
                  <a:ext uri="{FF2B5EF4-FFF2-40B4-BE49-F238E27FC236}">
                    <a16:creationId xmlns:a16="http://schemas.microsoft.com/office/drawing/2014/main" id="{A2034241-9091-2148-6549-C68146C6EE0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50" name="Line 34">
                <a:extLst>
                  <a:ext uri="{FF2B5EF4-FFF2-40B4-BE49-F238E27FC236}">
                    <a16:creationId xmlns:a16="http://schemas.microsoft.com/office/drawing/2014/main" id="{C29DA729-C895-C7BA-7AA1-572BC683627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51" name="Line 35">
                <a:extLst>
                  <a:ext uri="{FF2B5EF4-FFF2-40B4-BE49-F238E27FC236}">
                    <a16:creationId xmlns:a16="http://schemas.microsoft.com/office/drawing/2014/main" id="{AA04813E-DA87-B0B0-6A8B-8347B180789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52" name="Line 36">
                <a:extLst>
                  <a:ext uri="{FF2B5EF4-FFF2-40B4-BE49-F238E27FC236}">
                    <a16:creationId xmlns:a16="http://schemas.microsoft.com/office/drawing/2014/main" id="{58E1520A-24E2-8E70-E129-3B76D365935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9253" name="Line 37">
              <a:extLst>
                <a:ext uri="{FF2B5EF4-FFF2-40B4-BE49-F238E27FC236}">
                  <a16:creationId xmlns:a16="http://schemas.microsoft.com/office/drawing/2014/main" id="{C5370186-61A8-89CB-53A2-6EE297DB979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54" name="Line 38">
              <a:extLst>
                <a:ext uri="{FF2B5EF4-FFF2-40B4-BE49-F238E27FC236}">
                  <a16:creationId xmlns:a16="http://schemas.microsoft.com/office/drawing/2014/main" id="{59D2D59B-109E-7FA0-9742-2F091D7503A3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255" name="Rectangle 39">
            <a:extLst>
              <a:ext uri="{FF2B5EF4-FFF2-40B4-BE49-F238E27FC236}">
                <a16:creationId xmlns:a16="http://schemas.microsoft.com/office/drawing/2014/main" id="{A0FC80FE-9D0B-CE3B-D15B-B64E966741C1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9256" name="Rectangle 40">
            <a:extLst>
              <a:ext uri="{FF2B5EF4-FFF2-40B4-BE49-F238E27FC236}">
                <a16:creationId xmlns:a16="http://schemas.microsoft.com/office/drawing/2014/main" id="{AA9BAC6F-49BB-AAB0-119C-645CF04132F5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9257" name="Rectangle 41">
            <a:extLst>
              <a:ext uri="{FF2B5EF4-FFF2-40B4-BE49-F238E27FC236}">
                <a16:creationId xmlns:a16="http://schemas.microsoft.com/office/drawing/2014/main" id="{68EA6C73-F779-7B21-2999-87E38AE82201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258" name="Rectangle 42">
            <a:extLst>
              <a:ext uri="{FF2B5EF4-FFF2-40B4-BE49-F238E27FC236}">
                <a16:creationId xmlns:a16="http://schemas.microsoft.com/office/drawing/2014/main" id="{DF4CD81C-8E96-D599-FF2E-086D4206992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259" name="Rectangle 43">
            <a:extLst>
              <a:ext uri="{FF2B5EF4-FFF2-40B4-BE49-F238E27FC236}">
                <a16:creationId xmlns:a16="http://schemas.microsoft.com/office/drawing/2014/main" id="{DCC8AD50-2C5A-FB0E-5540-30FFE71A4C3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DCB427A-B911-4DCB-959A-38D1E460DE7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5B80FA-5C2D-4F0E-FCBC-148E2245D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DBA0C5-464A-BDEE-6914-1F8F760B9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E15987-2EEE-2BC6-460A-F12E82256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3C44E9-6918-9E56-1CDE-F3A08733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AA1689-55BA-F47B-0EFC-9C280A52E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C9A193-26C5-4055-A506-0F8A5C9193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1623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45B1B-EFEC-B019-6FC4-A416D62A4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C9AEB5-2069-4A72-7629-5A7F8F2F8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64B207-2414-C537-6091-2CC204583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0011F0-8265-3ADB-7E6C-488FA3AC9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82AC82-56E4-648F-EE3D-A89E6D05D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360DE0-C5F9-45CF-A432-08AF001928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6057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10AEE-E523-706A-2E67-87A5A0133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411E9C-E24D-C090-C49C-88DDFBCF57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EE29BE-44A5-221A-5AE1-699E27AB6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215BD0-7F11-9058-3BF5-BB13A0046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483631-48ED-53EA-27E5-E53F6F1AD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56EEB7-D3C1-72A5-B468-00BEF7AD2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3C1449-430D-4125-85F4-A51F472357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9651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B84657-04B3-E77C-A376-98B393968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20D705-C427-4494-2FC1-3C05AAF01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201E23-1200-12C9-D434-F3D62599F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7A31A25-016D-5B4A-E397-B5E8D2D05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A767679-971A-AA3C-EC9A-693F8CB311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446B3C7-3797-DE71-7CC3-8D813F827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C52F96-DCFC-BF78-0165-F7E1016B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F8BDBFB-8E4A-6B76-D55C-BBD14C4E7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AF3EA8-29EB-4F95-9FED-9A4181FFB2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8017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EFD7-2787-9204-4431-48E17FD3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417E682-5B9A-5B13-7275-90169A000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9D82345-E7A4-2F2C-2A9D-CFCBFE59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6B07DB-C6F5-6173-AAA3-869CE87D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630DE-3E06-4DDD-B122-7C66D3C149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37987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FC3CD4B-EDCF-8CE8-5CD7-279CF6D8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8024B5-D82A-47BE-8208-EC2C78A6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466BCC-71EC-02EE-4F16-9404C647A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3DC2AE-A84F-493C-AF05-BBE9B7D6E2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1187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D8D42-A802-6ADC-6135-F577BF108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AD4AB9-9B25-54C5-256F-D737BE512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A9AEB9-7902-82E0-3CC5-0B1F08337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BC4C3D-1684-EC09-1119-ED536492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D607D9-1CF2-9D05-D248-BE026B6D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4FC65-4421-BF4F-C7C7-EDD8E92B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18BA8A-DE0D-48E4-BD71-9B664C1570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66967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BAB13-5502-549D-C5B2-087346694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2C6A0FA-6920-B4C7-D508-55397D8E3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657ADD-1D0F-EB25-95DA-1333EED0D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19D8E8-2201-FC25-E2FB-04E11362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256A1E-43CD-20DE-0AE1-25A0E10A5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731BE5-396D-6F20-CF57-79E1FB2B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BF8076-E18D-4894-89BE-2DEF7A52A7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3644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41F9F2-E79B-D164-B643-1451CF4C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6606E3A-94D0-0AC5-7572-2602F8E5D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9B3604-11B3-E8EC-1F1F-A17EC0FB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91FAC3-D15A-C2B4-421C-06EFCDCBC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7927A5-98E6-59D8-1ECD-AE80A7C99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170237-73CE-4F2E-97B0-47BFFA9637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3809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286503-FDA0-D8E2-EC10-59231E9DA6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B36946-85F5-95E9-B3B7-88C354127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C36F46-EC59-A43E-F76D-79D91197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01E0DF-1040-A2B8-91F7-492E45B42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85D4EE-A051-DBC4-D285-642C803A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90734D-201B-45B7-98E2-C16FA3451F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939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>
            <a:extLst>
              <a:ext uri="{FF2B5EF4-FFF2-40B4-BE49-F238E27FC236}">
                <a16:creationId xmlns:a16="http://schemas.microsoft.com/office/drawing/2014/main" id="{93445573-6C41-C8AE-90F5-F1FA451E6F45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8195" name="Freeform 3">
              <a:extLst>
                <a:ext uri="{FF2B5EF4-FFF2-40B4-BE49-F238E27FC236}">
                  <a16:creationId xmlns:a16="http://schemas.microsoft.com/office/drawing/2014/main" id="{2739A650-0275-7F88-DF13-4C894187E20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196" name="Freeform 4">
              <a:extLst>
                <a:ext uri="{FF2B5EF4-FFF2-40B4-BE49-F238E27FC236}">
                  <a16:creationId xmlns:a16="http://schemas.microsoft.com/office/drawing/2014/main" id="{E0012D3E-BF6E-E829-7546-7384DB25C4B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197" name="Freeform 5">
              <a:extLst>
                <a:ext uri="{FF2B5EF4-FFF2-40B4-BE49-F238E27FC236}">
                  <a16:creationId xmlns:a16="http://schemas.microsoft.com/office/drawing/2014/main" id="{FFC27053-9EE6-2F94-35BC-ED41166A328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8198" name="Group 6">
              <a:extLst>
                <a:ext uri="{FF2B5EF4-FFF2-40B4-BE49-F238E27FC236}">
                  <a16:creationId xmlns:a16="http://schemas.microsoft.com/office/drawing/2014/main" id="{32E1B34C-FCD2-CBBE-FAAD-886D714904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8199" name="Freeform 7">
                <a:extLst>
                  <a:ext uri="{FF2B5EF4-FFF2-40B4-BE49-F238E27FC236}">
                    <a16:creationId xmlns:a16="http://schemas.microsoft.com/office/drawing/2014/main" id="{71F1B34B-F66A-0710-ADCC-A50902401D5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0" name="Freeform 8">
                <a:extLst>
                  <a:ext uri="{FF2B5EF4-FFF2-40B4-BE49-F238E27FC236}">
                    <a16:creationId xmlns:a16="http://schemas.microsoft.com/office/drawing/2014/main" id="{64F3560E-9CFC-7D52-E135-6A8F0627271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1" name="Freeform 9">
                <a:extLst>
                  <a:ext uri="{FF2B5EF4-FFF2-40B4-BE49-F238E27FC236}">
                    <a16:creationId xmlns:a16="http://schemas.microsoft.com/office/drawing/2014/main" id="{7EFFC9BE-4272-8D8B-D066-20149BEE849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2" name="Freeform 10">
                <a:extLst>
                  <a:ext uri="{FF2B5EF4-FFF2-40B4-BE49-F238E27FC236}">
                    <a16:creationId xmlns:a16="http://schemas.microsoft.com/office/drawing/2014/main" id="{21F74FF9-9622-307E-D1F5-033C94104D1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3" name="Freeform 11">
                <a:extLst>
                  <a:ext uri="{FF2B5EF4-FFF2-40B4-BE49-F238E27FC236}">
                    <a16:creationId xmlns:a16="http://schemas.microsoft.com/office/drawing/2014/main" id="{A063FFC1-A847-0AB8-2DAD-DB77D8FDE43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4" name="Freeform 12">
                <a:extLst>
                  <a:ext uri="{FF2B5EF4-FFF2-40B4-BE49-F238E27FC236}">
                    <a16:creationId xmlns:a16="http://schemas.microsoft.com/office/drawing/2014/main" id="{2705ECD6-B57F-3953-BB2B-127189AB664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5" name="Freeform 13">
                <a:extLst>
                  <a:ext uri="{FF2B5EF4-FFF2-40B4-BE49-F238E27FC236}">
                    <a16:creationId xmlns:a16="http://schemas.microsoft.com/office/drawing/2014/main" id="{BFF58489-830D-51F8-97EA-D68D123F93E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6" name="Freeform 14">
                <a:extLst>
                  <a:ext uri="{FF2B5EF4-FFF2-40B4-BE49-F238E27FC236}">
                    <a16:creationId xmlns:a16="http://schemas.microsoft.com/office/drawing/2014/main" id="{813024C6-29B3-99FC-EE2F-6A5A9D1501E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7" name="Freeform 15">
                <a:extLst>
                  <a:ext uri="{FF2B5EF4-FFF2-40B4-BE49-F238E27FC236}">
                    <a16:creationId xmlns:a16="http://schemas.microsoft.com/office/drawing/2014/main" id="{D7B699E4-D450-A5A3-55E6-88D0195C94E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8" name="Freeform 16">
                <a:extLst>
                  <a:ext uri="{FF2B5EF4-FFF2-40B4-BE49-F238E27FC236}">
                    <a16:creationId xmlns:a16="http://schemas.microsoft.com/office/drawing/2014/main" id="{47442BF6-B402-145E-C7DF-88D94607275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9" name="Freeform 17">
                <a:extLst>
                  <a:ext uri="{FF2B5EF4-FFF2-40B4-BE49-F238E27FC236}">
                    <a16:creationId xmlns:a16="http://schemas.microsoft.com/office/drawing/2014/main" id="{A8E31136-69BF-E967-B704-0FCC842686A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10" name="Freeform 18">
                <a:extLst>
                  <a:ext uri="{FF2B5EF4-FFF2-40B4-BE49-F238E27FC236}">
                    <a16:creationId xmlns:a16="http://schemas.microsoft.com/office/drawing/2014/main" id="{9E008369-6D4A-E99A-0D0F-2E0A211A283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11" name="Freeform 19">
                <a:extLst>
                  <a:ext uri="{FF2B5EF4-FFF2-40B4-BE49-F238E27FC236}">
                    <a16:creationId xmlns:a16="http://schemas.microsoft.com/office/drawing/2014/main" id="{8B1EB3F7-3EAE-C4A7-EC30-409A91E9B02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212" name="Freeform 20">
              <a:extLst>
                <a:ext uri="{FF2B5EF4-FFF2-40B4-BE49-F238E27FC236}">
                  <a16:creationId xmlns:a16="http://schemas.microsoft.com/office/drawing/2014/main" id="{E1F1F387-517C-2F1A-F773-4FD884FC130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3" name="Freeform 21">
              <a:extLst>
                <a:ext uri="{FF2B5EF4-FFF2-40B4-BE49-F238E27FC236}">
                  <a16:creationId xmlns:a16="http://schemas.microsoft.com/office/drawing/2014/main" id="{72286957-A3D9-5C4B-03C8-AF96FB026DA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4" name="Freeform 22">
              <a:extLst>
                <a:ext uri="{FF2B5EF4-FFF2-40B4-BE49-F238E27FC236}">
                  <a16:creationId xmlns:a16="http://schemas.microsoft.com/office/drawing/2014/main" id="{68AEB007-E3F6-7368-AFC3-5F2A47D3C18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5" name="Freeform 23">
              <a:extLst>
                <a:ext uri="{FF2B5EF4-FFF2-40B4-BE49-F238E27FC236}">
                  <a16:creationId xmlns:a16="http://schemas.microsoft.com/office/drawing/2014/main" id="{DBEC835E-0ADE-2E7A-D635-D2CAAD19B90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6" name="Freeform 24">
              <a:extLst>
                <a:ext uri="{FF2B5EF4-FFF2-40B4-BE49-F238E27FC236}">
                  <a16:creationId xmlns:a16="http://schemas.microsoft.com/office/drawing/2014/main" id="{6936EC73-E8F8-1C3B-BD61-08E44E4C521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7" name="Freeform 25">
              <a:extLst>
                <a:ext uri="{FF2B5EF4-FFF2-40B4-BE49-F238E27FC236}">
                  <a16:creationId xmlns:a16="http://schemas.microsoft.com/office/drawing/2014/main" id="{91A5C8C9-38E0-1A83-EB30-6BC56B9BEBC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8" name="Freeform 26">
              <a:extLst>
                <a:ext uri="{FF2B5EF4-FFF2-40B4-BE49-F238E27FC236}">
                  <a16:creationId xmlns:a16="http://schemas.microsoft.com/office/drawing/2014/main" id="{2D7F9A66-6E09-A73A-DC74-38E24133959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9" name="Freeform 27">
              <a:extLst>
                <a:ext uri="{FF2B5EF4-FFF2-40B4-BE49-F238E27FC236}">
                  <a16:creationId xmlns:a16="http://schemas.microsoft.com/office/drawing/2014/main" id="{D5504FC8-7913-D0B5-A062-E7772830BF2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20" name="Line 28">
              <a:extLst>
                <a:ext uri="{FF2B5EF4-FFF2-40B4-BE49-F238E27FC236}">
                  <a16:creationId xmlns:a16="http://schemas.microsoft.com/office/drawing/2014/main" id="{F9CEF14F-9613-3161-C67E-AA8C76D803C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21" name="Line 29">
              <a:extLst>
                <a:ext uri="{FF2B5EF4-FFF2-40B4-BE49-F238E27FC236}">
                  <a16:creationId xmlns:a16="http://schemas.microsoft.com/office/drawing/2014/main" id="{1DC6E131-836F-77AF-DEFB-2645ED96F0A4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22" name="Line 30">
              <a:extLst>
                <a:ext uri="{FF2B5EF4-FFF2-40B4-BE49-F238E27FC236}">
                  <a16:creationId xmlns:a16="http://schemas.microsoft.com/office/drawing/2014/main" id="{528504C6-DA45-DC53-97CD-2F5674EB088F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8223" name="Group 31">
              <a:extLst>
                <a:ext uri="{FF2B5EF4-FFF2-40B4-BE49-F238E27FC236}">
                  <a16:creationId xmlns:a16="http://schemas.microsoft.com/office/drawing/2014/main" id="{0A7F2CD1-CA72-868C-43F5-7A3FED39DA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8224" name="Line 32">
                <a:extLst>
                  <a:ext uri="{FF2B5EF4-FFF2-40B4-BE49-F238E27FC236}">
                    <a16:creationId xmlns:a16="http://schemas.microsoft.com/office/drawing/2014/main" id="{84E14B0A-8AE2-9AC5-A77F-D13F63731AC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25" name="Line 33">
                <a:extLst>
                  <a:ext uri="{FF2B5EF4-FFF2-40B4-BE49-F238E27FC236}">
                    <a16:creationId xmlns:a16="http://schemas.microsoft.com/office/drawing/2014/main" id="{FB546EA6-7089-8712-9D55-62C31445270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26" name="Line 34">
                <a:extLst>
                  <a:ext uri="{FF2B5EF4-FFF2-40B4-BE49-F238E27FC236}">
                    <a16:creationId xmlns:a16="http://schemas.microsoft.com/office/drawing/2014/main" id="{96A68099-C26D-DE06-63C8-BD27111DB31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27" name="Line 35">
                <a:extLst>
                  <a:ext uri="{FF2B5EF4-FFF2-40B4-BE49-F238E27FC236}">
                    <a16:creationId xmlns:a16="http://schemas.microsoft.com/office/drawing/2014/main" id="{C5550386-0912-3CE2-E9CF-2D9F66CA07E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28" name="Line 36">
                <a:extLst>
                  <a:ext uri="{FF2B5EF4-FFF2-40B4-BE49-F238E27FC236}">
                    <a16:creationId xmlns:a16="http://schemas.microsoft.com/office/drawing/2014/main" id="{7E9F6570-7EFB-1FAE-AB4A-64154BBF209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229" name="Line 37">
              <a:extLst>
                <a:ext uri="{FF2B5EF4-FFF2-40B4-BE49-F238E27FC236}">
                  <a16:creationId xmlns:a16="http://schemas.microsoft.com/office/drawing/2014/main" id="{40AD0D12-08BE-B9EF-A522-BC99E88FD69B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30" name="Line 38">
              <a:extLst>
                <a:ext uri="{FF2B5EF4-FFF2-40B4-BE49-F238E27FC236}">
                  <a16:creationId xmlns:a16="http://schemas.microsoft.com/office/drawing/2014/main" id="{DDDA5BE2-783B-A97F-691A-377C138E669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231" name="Rectangle 39">
            <a:extLst>
              <a:ext uri="{FF2B5EF4-FFF2-40B4-BE49-F238E27FC236}">
                <a16:creationId xmlns:a16="http://schemas.microsoft.com/office/drawing/2014/main" id="{D3AE0BAD-435E-5A12-092A-54247C3962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8232" name="Rectangle 40">
            <a:extLst>
              <a:ext uri="{FF2B5EF4-FFF2-40B4-BE49-F238E27FC236}">
                <a16:creationId xmlns:a16="http://schemas.microsoft.com/office/drawing/2014/main" id="{E34264C7-F584-F215-64FA-B4536ADE095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8233" name="Rectangle 41">
            <a:extLst>
              <a:ext uri="{FF2B5EF4-FFF2-40B4-BE49-F238E27FC236}">
                <a16:creationId xmlns:a16="http://schemas.microsoft.com/office/drawing/2014/main" id="{5747A149-F7B2-0332-9418-FB5A8C1AB16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8234" name="Rectangle 42">
            <a:extLst>
              <a:ext uri="{FF2B5EF4-FFF2-40B4-BE49-F238E27FC236}">
                <a16:creationId xmlns:a16="http://schemas.microsoft.com/office/drawing/2014/main" id="{1FD0D8D9-B69E-DD73-D646-3C0383DDA0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2D9CAC85-482B-4A6C-8B14-6BB9B0ED8397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8235" name="Rectangle 43">
            <a:extLst>
              <a:ext uri="{FF2B5EF4-FFF2-40B4-BE49-F238E27FC236}">
                <a16:creationId xmlns:a16="http://schemas.microsoft.com/office/drawing/2014/main" id="{9739A762-A0C9-E6C7-86DB-B8A7B8DFC9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9F4ACFCA-3514-CC74-EBF1-89FB0673C5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0350"/>
            <a:ext cx="9144000" cy="4230688"/>
          </a:xfrm>
        </p:spPr>
        <p:txBody>
          <a:bodyPr/>
          <a:lstStyle/>
          <a:p>
            <a:r>
              <a:rPr lang="pt-BR" altLang="pt-BR" sz="3200" b="1"/>
              <a:t>Ó COMPANHEIROS DESTA CAUSA SANTA</a:t>
            </a:r>
            <a:br>
              <a:rPr lang="pt-BR" altLang="pt-BR" sz="3200" b="1"/>
            </a:br>
            <a:r>
              <a:rPr lang="pt-BR" altLang="pt-BR" sz="3200" b="1"/>
              <a:t>ANUNCIAI QUE CRISTO É O SALVADOR</a:t>
            </a:r>
            <a:br>
              <a:rPr lang="pt-BR" altLang="pt-BR" sz="3200" b="1"/>
            </a:br>
            <a:r>
              <a:rPr lang="pt-BR" altLang="pt-BR" sz="3200" b="1"/>
              <a:t>É BOA NOVA QUE O PERDIDO SALVA</a:t>
            </a:r>
            <a:br>
              <a:rPr lang="pt-BR" altLang="pt-BR" sz="3200" b="1"/>
            </a:br>
            <a:r>
              <a:rPr lang="pt-BR" altLang="pt-BR" sz="3200" b="1"/>
              <a:t>E DO ESCRAVO FAZ UM VENCEDOR</a:t>
            </a:r>
            <a:br>
              <a:rPr lang="pt-BR" altLang="pt-BR" sz="3200" b="1"/>
            </a:br>
            <a:r>
              <a:rPr lang="pt-BR" altLang="pt-BR" sz="3200" b="1"/>
              <a:t>DO AMAZONAS ATÉ AO RIO GRANDE</a:t>
            </a:r>
            <a:br>
              <a:rPr lang="pt-BR" altLang="pt-BR" sz="3200" b="1"/>
            </a:br>
            <a:r>
              <a:rPr lang="pt-BR" altLang="pt-BR" sz="3200" b="1"/>
              <a:t>O EVANGELHO, OUSADOS, PROCLAMAI,</a:t>
            </a:r>
            <a:br>
              <a:rPr lang="pt-BR" altLang="pt-BR" sz="3200" b="1"/>
            </a:br>
            <a:r>
              <a:rPr lang="pt-BR" altLang="pt-BR" sz="3200" b="1"/>
              <a:t>E A MENSAGEM, QUE DA PAZ NOS FALA;</a:t>
            </a:r>
            <a:br>
              <a:rPr lang="pt-BR" altLang="pt-BR" sz="3200" b="1"/>
            </a:br>
            <a:r>
              <a:rPr lang="pt-BR" altLang="pt-BR" sz="3200" b="1"/>
              <a:t>ETERNA GLÓRIA VOS DARÁ DO PAI.</a:t>
            </a:r>
            <a:br>
              <a:rPr lang="pt-BR" altLang="pt-BR" sz="3200" b="1"/>
            </a:br>
            <a:endParaRPr lang="pt-BR" altLang="pt-BR" sz="3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3CBDC69-865A-FE19-54D0-28DA3E6491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7813"/>
            <a:ext cx="9144000" cy="4664075"/>
          </a:xfrm>
        </p:spPr>
        <p:txBody>
          <a:bodyPr/>
          <a:lstStyle/>
          <a:p>
            <a:r>
              <a:rPr lang="pt-BR" altLang="pt-BR" sz="3200" b="1"/>
              <a:t>A SALVAÇÃO PERFEITA E GLORIOSA</a:t>
            </a:r>
            <a:br>
              <a:rPr lang="pt-BR" altLang="pt-BR" sz="3200" b="1"/>
            </a:br>
            <a:r>
              <a:rPr lang="pt-BR" altLang="pt-BR" sz="3200" b="1"/>
              <a:t>QUE, EM JESUS, O PAI QUIS REVELAR</a:t>
            </a:r>
            <a:br>
              <a:rPr lang="pt-BR" altLang="pt-BR" sz="3200" b="1"/>
            </a:br>
            <a:r>
              <a:rPr lang="pt-BR" altLang="pt-BR" sz="3200" b="1"/>
              <a:t>NÓS </a:t>
            </a:r>
            <a:r>
              <a:rPr lang="pt-BR" altLang="pt-BR" sz="2800" b="1"/>
              <a:t>PUBLICAMOS</a:t>
            </a:r>
            <a:r>
              <a:rPr lang="pt-BR" altLang="pt-BR" sz="3200" b="1"/>
              <a:t>, SIM, POR TODA A PARTE,</a:t>
            </a:r>
            <a:br>
              <a:rPr lang="pt-BR" altLang="pt-BR" sz="3200" b="1"/>
            </a:br>
            <a:r>
              <a:rPr lang="pt-BR" altLang="pt-BR" sz="3200" b="1"/>
              <a:t>AOS QUE JESUS JÁ VEIO P’RA SALVAR.</a:t>
            </a:r>
            <a:br>
              <a:rPr lang="pt-BR" altLang="pt-BR" sz="3200" b="1"/>
            </a:br>
            <a:r>
              <a:rPr lang="pt-BR" altLang="pt-BR" sz="3200" b="1"/>
              <a:t>E MUITOS JÁ A CRISTO SE ENTREGARAM</a:t>
            </a:r>
            <a:br>
              <a:rPr lang="pt-BR" altLang="pt-BR" sz="3200" b="1"/>
            </a:br>
            <a:r>
              <a:rPr lang="pt-BR" altLang="pt-BR" sz="3200" b="1"/>
              <a:t>E A ESTES OUTROS VÃO SE REUNIR</a:t>
            </a:r>
            <a:br>
              <a:rPr lang="pt-BR" altLang="pt-BR" sz="3200" b="1"/>
            </a:br>
            <a:r>
              <a:rPr lang="pt-BR" altLang="pt-BR" sz="3200" b="1"/>
              <a:t>SIM, A PALAVRA EM VÃO, NÃO SE SEMEIA</a:t>
            </a:r>
            <a:br>
              <a:rPr lang="pt-BR" altLang="pt-BR" sz="3200" b="1"/>
            </a:br>
            <a:r>
              <a:rPr lang="pt-BR" altLang="pt-BR" sz="3200" b="1"/>
              <a:t>POIS QUEM A DEU, TAMBÉM A FAZ FRUIR.</a:t>
            </a:r>
            <a:br>
              <a:rPr lang="pt-BR" altLang="pt-BR" sz="3200" b="1"/>
            </a:br>
            <a:endParaRPr lang="pt-BR" altLang="pt-BR" sz="32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65D89FF-4D31-70F6-DE2D-500174AD2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7813"/>
            <a:ext cx="9144000" cy="4446587"/>
          </a:xfrm>
        </p:spPr>
        <p:txBody>
          <a:bodyPr/>
          <a:lstStyle/>
          <a:p>
            <a:r>
              <a:rPr lang="pt-BR" altLang="pt-BR" sz="2800" b="1"/>
              <a:t>PODER DO ALTO P’RA SER TESTEMUNHA,</a:t>
            </a:r>
            <a:br>
              <a:rPr lang="pt-BR" altLang="pt-BR" sz="2800" b="1"/>
            </a:br>
            <a:r>
              <a:rPr lang="pt-BR" altLang="pt-BR" sz="2800" b="1"/>
              <a:t>FOI A PROMESSA QU’ELE NOS DEIXOU,</a:t>
            </a:r>
            <a:br>
              <a:rPr lang="pt-BR" altLang="pt-BR" sz="2800" b="1"/>
            </a:br>
            <a:r>
              <a:rPr lang="pt-BR" altLang="pt-BR" sz="2800" b="1"/>
              <a:t>BOM POUCOS CRENTES, ‘STÃO À SUA ESPERA,</a:t>
            </a:r>
            <a:br>
              <a:rPr lang="pt-BR" altLang="pt-BR" sz="2800" b="1"/>
            </a:br>
            <a:r>
              <a:rPr lang="pt-BR" altLang="pt-BR" sz="2800" b="1"/>
              <a:t>DESCONHECENDO O QUE DEUS NOS LEGOU</a:t>
            </a:r>
            <a:br>
              <a:rPr lang="pt-BR" altLang="pt-BR" sz="2800" b="1"/>
            </a:br>
            <a:r>
              <a:rPr lang="pt-BR" altLang="pt-BR" sz="2800" b="1"/>
              <a:t>MAS, GLÓRIA A DEUS! HÁ OUTROS QUE ACORDARAM</a:t>
            </a:r>
            <a:br>
              <a:rPr lang="pt-BR" altLang="pt-BR" sz="2800" b="1"/>
            </a:br>
            <a:r>
              <a:rPr lang="pt-BR" altLang="pt-BR" sz="2800" b="1"/>
              <a:t>E CHEIOS DE PODER PENTECOSTAL,</a:t>
            </a:r>
            <a:br>
              <a:rPr lang="pt-BR" altLang="pt-BR" sz="2800" b="1"/>
            </a:br>
            <a:r>
              <a:rPr lang="pt-BR" altLang="pt-BR" sz="2800" b="1"/>
              <a:t>VÃO DESPERTAR OS CRENTES OCIOSOS</a:t>
            </a:r>
            <a:br>
              <a:rPr lang="pt-BR" altLang="pt-BR" sz="2800" b="1"/>
            </a:br>
            <a:r>
              <a:rPr lang="pt-BR" altLang="pt-BR" sz="2800" b="1"/>
              <a:t>P’RA ACHAREM ESTE DOM CELESTIAL.</a:t>
            </a:r>
            <a:br>
              <a:rPr lang="pt-BR" altLang="pt-BR" sz="2800" b="1"/>
            </a:br>
            <a:endParaRPr lang="pt-BR" altLang="pt-BR" sz="28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DE35596-EC9A-EAB2-7E04-50976EF0E2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7813"/>
            <a:ext cx="9144000" cy="3798887"/>
          </a:xfrm>
        </p:spPr>
        <p:txBody>
          <a:bodyPr/>
          <a:lstStyle/>
          <a:p>
            <a:r>
              <a:rPr lang="pt-BR" altLang="pt-BR" sz="3200" b="1"/>
              <a:t>NO NOME DE JESUS NÓS PROCLAMAMOS,</a:t>
            </a:r>
            <a:br>
              <a:rPr lang="pt-BR" altLang="pt-BR" sz="3200" b="1"/>
            </a:br>
            <a:r>
              <a:rPr lang="pt-BR" altLang="pt-BR" sz="3200" b="1"/>
              <a:t>A SALVAÇÃO P’RA TODO O PECADOR,</a:t>
            </a:r>
            <a:br>
              <a:rPr lang="pt-BR" altLang="pt-BR" sz="3200" b="1"/>
            </a:br>
            <a:r>
              <a:rPr lang="pt-BR" altLang="pt-BR" sz="3200" b="1"/>
              <a:t>E ESTE NOME CURA OS ENFERMOS,</a:t>
            </a:r>
            <a:br>
              <a:rPr lang="pt-BR" altLang="pt-BR" sz="3200" b="1"/>
            </a:br>
            <a:r>
              <a:rPr lang="pt-BR" altLang="pt-BR" sz="3200" b="1"/>
              <a:t>QUE BUSCAM NELE ALIVIAR A DOR;</a:t>
            </a:r>
            <a:br>
              <a:rPr lang="pt-BR" altLang="pt-BR" sz="3200" b="1"/>
            </a:br>
            <a:r>
              <a:rPr lang="pt-BR" altLang="pt-BR" sz="3200" b="1"/>
              <a:t>E OS DEMONIOS SERÃO EXPULSOS,</a:t>
            </a:r>
            <a:br>
              <a:rPr lang="pt-BR" altLang="pt-BR" sz="3200" b="1"/>
            </a:br>
            <a:r>
              <a:rPr lang="pt-BR" altLang="pt-BR" sz="3200" b="1"/>
              <a:t>PORQUE JESUS PODER NOS PROMETEU,</a:t>
            </a:r>
            <a:br>
              <a:rPr lang="pt-BR" altLang="pt-BR" sz="3200" b="1"/>
            </a:br>
            <a:r>
              <a:rPr lang="pt-BR" altLang="pt-BR" sz="3200" b="1"/>
              <a:t>E JÁ UM POVO ESTÁ SE PREPARANDO</a:t>
            </a:r>
            <a:br>
              <a:rPr lang="pt-BR" altLang="pt-BR" sz="3200" b="1"/>
            </a:br>
            <a:r>
              <a:rPr lang="pt-BR" altLang="pt-BR" sz="3200" b="1"/>
              <a:t>P’RA ENCONTRAR JESUS, O REI DO CÉU.</a:t>
            </a:r>
            <a:endParaRPr lang="en-US" altLang="pt-BR" sz="32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o">
  <a:themeElements>
    <a:clrScheme name="Globo 3">
      <a:dk1>
        <a:srgbClr val="003B76"/>
      </a:dk1>
      <a:lt1>
        <a:srgbClr val="FFFFFF"/>
      </a:lt1>
      <a:dk2>
        <a:srgbClr val="0066CC"/>
      </a:dk2>
      <a:lt2>
        <a:srgbClr val="CCECFF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o">
      <a:majorFont>
        <a:latin typeface="Arial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Globo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2</TotalTime>
  <Words>264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Times New Roman</vt:lpstr>
      <vt:lpstr>Verdana</vt:lpstr>
      <vt:lpstr>Wingdings</vt:lpstr>
      <vt:lpstr>Globo</vt:lpstr>
      <vt:lpstr>Ó COMPANHEIROS DESTA CAUSA SANTA ANUNCIAI QUE CRISTO É O SALVADOR É BOA NOVA QUE O PERDIDO SALVA E DO ESCRAVO FAZ UM VENCEDOR DO AMAZONAS ATÉ AO RIO GRANDE O EVANGELHO, OUSADOS, PROCLAMAI, E A MENSAGEM, QUE DA PAZ NOS FALA; ETERNA GLÓRIA VOS DARÁ DO PAI. </vt:lpstr>
      <vt:lpstr>A SALVAÇÃO PERFEITA E GLORIOSA QUE, EM JESUS, O PAI QUIS REVELAR NÓS PUBLICAMOS, SIM, POR TODA A PARTE, AOS QUE JESUS JÁ VEIO P’RA SALVAR. E MUITOS JÁ A CRISTO SE ENTREGARAM E A ESTES OUTROS VÃO SE REUNIR SIM, A PALAVRA EM VÃO, NÃO SE SEMEIA POIS QUEM A DEU, TAMBÉM A FAZ FRUIR. </vt:lpstr>
      <vt:lpstr>PODER DO ALTO P’RA SER TESTEMUNHA, FOI A PROMESSA QU’ELE NOS DEIXOU, BOM POUCOS CRENTES, ‘STÃO À SUA ESPERA, DESCONHECENDO O QUE DEUS NOS LEGOU MAS, GLÓRIA A DEUS! HÁ OUTROS QUE ACORDARAM E CHEIOS DE PODER PENTECOSTAL, VÃO DESPERTAR OS CRENTES OCIOSOS P’RA ACHAREM ESTE DOM CELESTIAL. </vt:lpstr>
      <vt:lpstr>NO NOME DE JESUS NÓS PROCLAMAMOS, A SALVAÇÃO P’RA TODO O PECADOR, E ESTE NOME CURA OS ENFERMOS, QUE BUSCAM NELE ALIVIAR A DOR; E OS DEMONIOS SERÃO EXPULSOS, PORQUE JESUS PODER NOS PROMETEU, E JÁ UM POVO ESTÁ SE PREPARANDO P’RA ENCONTRAR JESUS, O REI DO CÉU.</vt:lpstr>
    </vt:vector>
  </TitlesOfParts>
  <Company>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Ó COMPANHEIROS DESTA CAUSA SANTA ANUNCIAI QUE CRISTO É O SALVADOR É BOA NOVA QUE O PERDIDO SALVA E DO ESCRAVO FAZ UM VENCEDOR DO AMAZONAS ATÉ AO RIO GRANDE O EVANGELHO, OUSADOS, PROCLAMAI, E A MENSAGEM, QUE DA PAZ NOS FALA; ETERNA GLÓRIA VOS DARÁ DO PAI. </dc:title>
  <dc:creator>Jose Antonio de Bem</dc:creator>
  <cp:lastModifiedBy>Emerson Souza</cp:lastModifiedBy>
  <cp:revision>1</cp:revision>
  <dcterms:created xsi:type="dcterms:W3CDTF">2004-08-22T19:51:16Z</dcterms:created>
  <dcterms:modified xsi:type="dcterms:W3CDTF">2026-05-02T21:50:47Z</dcterms:modified>
</cp:coreProperties>
</file>