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D7A45-5C55-1094-10AE-E6543E8AA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36A67E-9798-CEED-1FF2-F78283760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D068B8-0C7D-C23D-1004-91CEA5C9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7C4EC-B372-96DF-A2BA-7560F2F5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0A87C4-3526-43E3-FD02-5E152919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E78B9-DDF2-4160-B841-68C9449798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8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95E83-D571-F451-1079-B0EBC59B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85091-530F-8AAB-6892-FD71C47B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54CC69-F743-ADC9-8E71-2E800E60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9506E-90E2-7F92-6643-807305D0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DA8413-B40E-8910-5B6B-DE0835B4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E52111-FEC1-46AD-9854-BE65B390A5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132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D3D8A-CEB2-5E46-2A3D-01D43E49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C435EF-0FC2-2DA4-C7C4-CEA86E065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4627B9-F315-E1EE-2C81-809DBC7F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436D83-6310-24AF-2179-FD814F9A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7C546D-1B1D-BA9B-139D-25069D4A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B8EE9-C7BD-4CDA-BB40-79F45EB072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854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0D26B-58F2-D552-802F-693E9CD2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77499C-5489-C846-F44D-7642A560D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14712-90B7-7833-0A26-15B5C8CF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87C016-296D-C1F2-9405-69C9BED6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CF9908-2A1D-A662-9475-99F927EA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648BED-4911-4EE1-06A4-C7158207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19522-1DB1-4815-A45E-08CE6BB99A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298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02E75-31A2-9923-6BD1-B69AABAF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654B5D-15A9-BC7D-F430-2848671E9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46AF67-51D6-4665-30AA-CFFB5BB4C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BFBAB4-A752-7484-1526-B0F93006C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0B1E57-3976-35F0-4365-D983A36F2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6924D7-492F-3034-C1EE-13EEC92F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744FFE-7FA5-72AB-38D0-71503511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7D346B-7492-F85D-608B-74236A8F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CEE788-FAA2-40C2-BC13-A1DE3F58F6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144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DF19B-5E2B-869E-649B-BC085B31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1890E0-5F45-35A3-C806-4598720F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866109-BAED-A99C-EA8D-3FB9A5A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035147-FAF6-F150-E1DC-9DD79B6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9EFBB7-5AC4-4441-B44C-245FDAEA73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191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DF2D135-1BDF-5A65-1088-CF4E0E9C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6BAB69-F7DC-9008-CF67-E42E40FF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2C183B-A771-A353-C1A1-9883EB30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42319-B1C5-4FB1-8E03-815463CD09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669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261B0-14BC-3382-941B-83DFCF1A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E8287-325D-F510-3256-6B7C524B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D1A224-7424-E449-2B6E-F0C6C7B59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919209-A7B8-DCEF-BFCE-04A839CA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BE989C-2921-93A3-D225-9DCAAB6A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8DEB17-FEEF-4189-425C-3E8FEABE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E20B1-9441-4EB9-8BC2-BB20DA9907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385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5529B-D25F-35D9-70CC-9F948E09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A0745D-C7BE-C34D-6F3E-9F9CF9B15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BA54F2-E54D-0499-1B84-690EE1901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FBFACD-C011-FAE4-8D30-6AE456CF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71AADD-D5F7-AEAB-6F58-D3464555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BF5B41-296C-EC67-F43F-8E64C714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3057DB-74ED-4AB2-9C30-8AD2D808FC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092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7DAFB-F1BB-066D-303C-AF049E44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6503CA-2715-198F-3BD0-391FC292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A61C2-08CE-FCE5-B60F-DCC6B9EC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83ABD8-8B18-76DE-76ED-BC26557F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962DD4-BE53-3C90-BE80-1684C08B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51DF85-7C75-4A6F-98E5-42B0F0D1D8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856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28375B-52ED-01F2-92F6-DC5A819E5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E2BEE5-3511-E3FA-1C53-7C038FDD5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8A27DA-60D2-1CC1-1BDA-50A38A40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96D13E-4B99-800F-A274-A2DCE0B4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3B84F6-016B-9F10-A53D-5251BAC9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D7B50D-8C5A-4717-B41F-F9751C3F58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917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2A134D-1E24-C793-46B8-4119FB91A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4C99FA-FE41-AD7C-D69E-274CFA827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31796A1-ED91-7EC3-3439-AF5505E043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5DDAF7-855F-AD83-D630-8FD02052A4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D19D37B-C2AF-5D3F-DF62-1A71238CF0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C5612F5-AC44-40F2-AA86-45AAAA6F113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5E2E47-D931-D5B6-CC47-E2B7DD9B35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452 – Seguirei a Cristo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6A12B36-9AC5-6450-E3BC-56950BF2A9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44D10B2-2B90-E73F-CD67-ED01B57D8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i="1"/>
              <a:t>Sempre! Sempre! </a:t>
            </a:r>
            <a:br>
              <a:rPr lang="en-US" altLang="pt-BR" i="1"/>
            </a:br>
            <a:r>
              <a:rPr lang="en-US" altLang="pt-BR" i="1"/>
              <a:t>Seguirei a Cristo!</a:t>
            </a:r>
            <a:br>
              <a:rPr lang="en-US" altLang="pt-BR" i="1"/>
            </a:br>
            <a:r>
              <a:rPr lang="en-US" altLang="pt-BR" i="1"/>
              <a:t>Onde quer que Ele for, </a:t>
            </a:r>
            <a:br>
              <a:rPr lang="en-US" altLang="pt-BR" i="1"/>
            </a:br>
            <a:r>
              <a:rPr lang="en-US" altLang="pt-BR" i="1"/>
              <a:t>O seguirei,</a:t>
            </a:r>
            <a:br>
              <a:rPr lang="en-US" altLang="pt-BR" i="1"/>
            </a:br>
            <a:r>
              <a:rPr lang="en-US" altLang="pt-BR" i="1"/>
              <a:t>Sempre! Sempre! </a:t>
            </a:r>
            <a:br>
              <a:rPr lang="en-US" altLang="pt-BR" i="1"/>
            </a:br>
            <a:r>
              <a:rPr lang="en-US" altLang="pt-BR" i="1"/>
              <a:t>Seguirei a Cristo!</a:t>
            </a:r>
            <a:br>
              <a:rPr lang="en-US" altLang="pt-BR" i="1"/>
            </a:br>
            <a:r>
              <a:rPr lang="en-US" altLang="pt-BR" i="1"/>
              <a:t>Onde quer que Ele for, </a:t>
            </a:r>
            <a:br>
              <a:rPr lang="en-US" altLang="pt-BR" i="1"/>
            </a:br>
            <a:r>
              <a:rPr lang="en-US" altLang="pt-BR" i="1"/>
              <a:t>O seguirei!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452 – Seguirei a Cristo</vt:lpstr>
      <vt:lpstr>Sempre! Sempre!  Seguirei a Cristo! Onde quer que Ele for,  O seguirei, Sempre! Sempre!  Seguirei a Cristo! Onde quer que Ele for,  O seguirei!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452 – Seguirei a Cristo</dc:title>
  <dc:creator>Junior</dc:creator>
  <cp:lastModifiedBy>Emerson Souza</cp:lastModifiedBy>
  <cp:revision>1</cp:revision>
  <dcterms:created xsi:type="dcterms:W3CDTF">2005-12-26T18:24:41Z</dcterms:created>
  <dcterms:modified xsi:type="dcterms:W3CDTF">2026-05-02T22:14:53Z</dcterms:modified>
</cp:coreProperties>
</file>