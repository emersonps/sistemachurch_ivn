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040B4-32D9-BB8B-E988-43CC1C0B9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1AD896-D634-8EB9-E507-ADDD5767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F75666-4CED-C871-3759-24CDD1D1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8F0EA-F268-1462-39DE-F8B8903D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AEA1D7-BE0D-D837-92C7-1D953398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D35C1-5A99-47AD-9BA5-A70286E102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318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962F1-2E7C-3297-CC63-5494D495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2D0F2-61AC-CA70-E3FF-A81A179F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E58E1-1E2E-2FE1-D67D-F0B078E9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28543F-73BC-9536-006A-CCDFDDCC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67FF09-DC36-1EE5-08D3-0EB29B4D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CDB9-58E3-494D-AB8B-788D37F694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677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2F70F-88BF-794F-A1FB-4CB95633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75F9C8-189F-B9E3-2D64-7DB115D0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C8778-4CB1-7B88-47CD-CCDBC2D0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B113E-238F-D230-B977-7CF5E3AF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C2CDFF-F0F4-177E-7E62-6A392960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EF5E9-2DF1-4B5D-87CC-C974EEB8DA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412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A17E-CC5D-9C75-DF61-67190482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FD22FF-EFB5-E32D-5239-C8FCBE6AB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323D5F-CD23-AEC4-B8CD-F44C543D8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62D01F-24E4-CE5E-C113-F0E676A3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F616F-2E17-6455-17B4-7B5CE1CA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661326-4E56-0D35-62A6-DDCCB911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96301F-668B-40FB-BABF-B5D7A9A6D6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559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D91AB-BA0B-A197-1805-8D6D5DBB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ECE134-C927-7D1C-4966-8207BDC03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553E8B-14D4-2440-D997-27FEF619B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FF06E3-2671-5BB6-B313-101278926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DBD5F6-90DF-C6EA-AA09-E31DD4368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E4EF20-AEC6-3AA1-AB8D-065BD0DE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793DEE-17B3-C9BC-1BCE-C737F310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FE94ACE-6D05-5BEE-D188-CB36EB62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E5899-B5E6-4A1D-8F9C-91669E9035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861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4A0CB-1F5E-F785-11FD-BBC65A8C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C9F08C-767F-008A-8E2A-86313B17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7B937C-8BDD-B078-AD5A-34AD9D9F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FBB3A4-C4B6-E90F-8A81-5D7763F9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1F15B-B6BA-4B43-93ED-F13A2CFF87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303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E8A163-E867-1D9B-F439-4164A79B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CE4123-717F-6DBF-2EC6-CF3959E2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FAF40D-1724-8CFB-76B9-66C8C973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BA4D9-0646-434B-9DEF-AEA16A6E4A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0155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1B27D-0D4E-28DE-FF6A-E975DE19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FC645-DEBD-2B9A-C2C6-22197709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31438B-BA2A-635C-BDD6-7449B2DFA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4F2659-7EC3-CE9C-5064-3AAFC55F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1A5103-4BA7-69EB-C33C-E18C4BD1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487B37-4E03-18A2-00F4-17E44269D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FE246-748B-43A7-9056-48EC14BD5E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032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E285C-8839-F165-7967-3EF6FE70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746ED3-8FEE-CD55-F8A8-C57C1F900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2AD94A-A002-8D07-2EBA-70E7E8254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5690EE-FF6D-4E0A-18D9-40C49FAA3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CEC883-58DD-FC99-5E32-CB8E0673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39D32A-0010-4A37-3A1A-8A0E6B7C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9A74D-2553-41C6-8BB1-7AFE2D889B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226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68416-8997-5BC6-341F-0A833378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03E9FA-B641-4144-D9E8-CCCA6A33D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39CE70-E04A-2BD2-8917-DD6818FC8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218439-8BFA-12A2-EA8E-C6232C6F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5FCB0F-2514-47C2-349D-1FB9101A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9B98EA-A616-42FD-A779-DB51DCF93C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556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755B43-97CE-E4EB-1034-BC5EA5F17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45FE1B-3470-C812-A2D7-44391A49F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38222A-19D0-F961-A6F0-40F383FB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0F1B0-F695-4C52-4BD3-5228527E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F7EC6C-F1D1-6BAE-6EC8-85BEED7C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5DDBEF-BA4F-4761-95F5-1568D7C69F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971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E7927A-5E12-CC01-3A75-5022ED7EA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1A3175E-4D9F-F75E-64EA-DC69AA8E4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AFDC35-882B-8B3C-ABBB-BC8ECF81E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2F9F2BC-ACD4-471E-221E-8CF259A06B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8C00E5-976F-CC17-597C-E1E1684B90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F22678-AD82-4F15-A270-CC6205F931E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168331F-1B42-26FB-69AD-678C753550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12875"/>
            <a:ext cx="7773988" cy="2952750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FFF7FF"/>
                </a:solidFill>
              </a:rPr>
              <a:t>63</a:t>
            </a:r>
            <a:br>
              <a:rPr lang="en-US" altLang="pt-BR" sz="4400" b="1">
                <a:solidFill>
                  <a:srgbClr val="FFF7FF"/>
                </a:solidFill>
              </a:rPr>
            </a:br>
            <a:r>
              <a:rPr lang="en-US" altLang="pt-BR" sz="4400" b="1">
                <a:solidFill>
                  <a:srgbClr val="FFF7FF"/>
                </a:solidFill>
              </a:rPr>
              <a:t>ACORDAI, ACORDAI</a:t>
            </a:r>
            <a:br>
              <a:rPr lang="en-US" altLang="pt-BR" sz="4400">
                <a:solidFill>
                  <a:srgbClr val="FFF7FF"/>
                </a:solidFill>
              </a:rPr>
            </a:br>
            <a:endParaRPr lang="en-US" altLang="pt-BR" sz="4400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B70105B-EE1F-2169-097D-F44095886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609282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4000">
                <a:solidFill>
                  <a:srgbClr val="FFF7FF"/>
                </a:solidFill>
              </a:rPr>
              <a:t>Eis marchamos para aquele' bóm país, Onde o crente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(sim, é Cristo quem o diz),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Com seu Salvador p'ra sempre ali feliz, Vai com Ele descansar.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Trabalhemos, pois,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Com zelo e com vigor,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Constrangidos pelo Seu imenso amor; Trabalhemos pelo nosso Salvador: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Eis que a vida vai findar!</a:t>
            </a:r>
            <a:br>
              <a:rPr lang="en-US" altLang="pt-BR" sz="4000">
                <a:solidFill>
                  <a:srgbClr val="FFF7FF"/>
                </a:solidFill>
              </a:rPr>
            </a:br>
            <a:endParaRPr lang="en-US" altLang="pt-BR" sz="4000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401E869E-E77E-7585-E49B-B920E247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532765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3600" b="1" i="1">
                <a:solidFill>
                  <a:srgbClr val="FFF7FF"/>
                </a:solidFill>
              </a:rPr>
              <a:t>Acordai! Acordai!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Despertai! Despertai!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 cantai! Sim, cantai!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 Senhor não tardará.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Eis marchamos para aquele bom país,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Onde o crente (sim, é Cristo quem o diz),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Com seu Salvador, p'ra sempre ali feliz,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Vai com Ele descansar.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endParaRPr lang="en-US" altLang="pt-BR" sz="3600" b="1" i="1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D07E17BE-FFAB-9B8A-FFD2-532959238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6237287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7FF"/>
                </a:solidFill>
              </a:rPr>
              <a:t>Eis conosco nosso insigne Capitão, Que nos assegura eterna salvação!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Eis da santa fé, o invicto pavilhão! Vamos, vamos trabalhar!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Eis avante! Nada temos que temer;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Por Jesus, havemos sempre de vencer, Trabalhemos, pois até o amanhecer,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E o trabalho aqui findar!</a:t>
            </a:r>
            <a:br>
              <a:rPr lang="en-US" altLang="pt-BR" sz="4000">
                <a:solidFill>
                  <a:srgbClr val="FFF7FF"/>
                </a:solidFill>
              </a:rPr>
            </a:br>
            <a:br>
              <a:rPr lang="en-US" altLang="pt-BR" sz="4000">
                <a:solidFill>
                  <a:srgbClr val="FFF7FF"/>
                </a:solidFill>
              </a:rPr>
            </a:br>
            <a:endParaRPr lang="en-US" altLang="pt-BR" sz="4000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3DABE507-584B-E300-A591-F925B5F8A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5472112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3600" b="1" i="1">
                <a:solidFill>
                  <a:srgbClr val="FFF7FF"/>
                </a:solidFill>
              </a:rPr>
              <a:t>Acordai! Acordai!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Despertai! Despertai!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 cantai! Sim, cantai!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 Senhor não tardará.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Eis marchamos para aquele bom país,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Onde o crente (sim, é Cristo quem o diz),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Com seu Salvador, p'ra sempre ali feliz,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Vai com Ele descansar.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endParaRPr lang="en-US" altLang="pt-BR" sz="3600" b="1" i="1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D2C1799E-52AB-AA27-135B-A95ABB8F4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5256212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4000">
                <a:solidFill>
                  <a:srgbClr val="FFF7FF"/>
                </a:solidFill>
              </a:rPr>
              <a:t>Revestidos da couraça de Jesus, Como servos Seus e filhos, sim, da luz, 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Gloriando-nos em Cristo e Sua cruz! Vamos, vamos, trabalhar!</a:t>
            </a:r>
            <a:br>
              <a:rPr lang="en-US" altLang="pt-BR" sz="4000">
                <a:solidFill>
                  <a:srgbClr val="FFF7FF"/>
                </a:solidFill>
              </a:rPr>
            </a:br>
            <a:r>
              <a:rPr lang="en-US" altLang="pt-BR" sz="4000">
                <a:solidFill>
                  <a:srgbClr val="FFF7FF"/>
                </a:solidFill>
              </a:rPr>
              <a:t>Os perdidos, vamos com amor buscar, Aos desesperados, vamos declarar Que Jesus `stá pronto todos a salvar! O sim, vamos trabalhar!</a:t>
            </a:r>
            <a:br>
              <a:rPr lang="en-US" altLang="pt-BR" sz="4000">
                <a:solidFill>
                  <a:srgbClr val="FFF7FF"/>
                </a:solidFill>
              </a:rPr>
            </a:br>
            <a:endParaRPr lang="en-US" altLang="pt-BR" sz="4000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ECBD9A4-7728-E304-9554-FFC7F5D0F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540067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3600" b="1" i="1">
                <a:solidFill>
                  <a:srgbClr val="FFF7FF"/>
                </a:solidFill>
              </a:rPr>
              <a:t>Acordai! Acordai!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Despertai! Despertai!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 cantai! Sim, cantai!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 Senhor não tardará.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Eis marchamos para aquele bom país,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Onde o crente (sim, é Cristo quem o diz),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Com seu Salvador, p'ra sempre ali feliz, 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r>
              <a:rPr lang="en-US" altLang="pt-BR" sz="3600" b="1" i="1">
                <a:solidFill>
                  <a:srgbClr val="FFF7FF"/>
                </a:solidFill>
              </a:rPr>
              <a:t>Vai com Ele descansar.</a:t>
            </a:r>
            <a:br>
              <a:rPr lang="en-US" altLang="pt-BR" sz="3600" b="1" i="1">
                <a:solidFill>
                  <a:srgbClr val="FFF7FF"/>
                </a:solidFill>
              </a:rPr>
            </a:br>
            <a:endParaRPr lang="en-US" altLang="pt-BR" sz="3600" b="1" i="1">
              <a:solidFill>
                <a:srgbClr val="FFF7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63 ACORDAI, ACORDAI </vt:lpstr>
      <vt:lpstr>Eis marchamos para aquele' bóm país, Onde o crente  (sim, é Cristo quem o diz),  Com seu Salvador p'ra sempre ali feliz, Vai com Ele descansar. Trabalhemos, pois,  Com zelo e com vigor,  Constrangidos pelo Seu imenso amor; Trabalhemos pelo nosso Salvador:  Eis que a vida vai findar! </vt:lpstr>
      <vt:lpstr>Acordai! Acordai!  Despertai! Despertai! E cantai! Sim, cantai!  O Senhor não tardará.  Eis marchamos para aquele bom país,  Onde o crente (sim, é Cristo quem o diz),  Com seu Salvador, p'ra sempre ali feliz,  Vai com Ele descansar. </vt:lpstr>
      <vt:lpstr>Eis conosco nosso insigne Capitão, Que nos assegura eterna salvação! Eis da santa fé, o invicto pavilhão! Vamos, vamos trabalhar! Eis avante! Nada temos que temer; Por Jesus, havemos sempre de vencer, Trabalhemos, pois até o amanhecer,  E o trabalho aqui findar!  </vt:lpstr>
      <vt:lpstr>Acordai! Acordai!  Despertai! Despertai! E cantai! Sim, cantai!  O Senhor não tardará.  Eis marchamos para aquele bom país,  Onde o crente (sim, é Cristo quem o diz),  Com seu Salvador, p'ra sempre ali feliz,  Vai com Ele descansar. </vt:lpstr>
      <vt:lpstr>Revestidos da couraça de Jesus, Como servos Seus e filhos, sim, da luz,  Gloriando-nos em Cristo e Sua cruz! Vamos, vamos, trabalhar! Os perdidos, vamos com amor buscar, Aos desesperados, vamos declarar Que Jesus `stá pronto todos a salvar! O sim, vamos trabalhar! </vt:lpstr>
      <vt:lpstr>Acordai! Acordai!  Despertai! Despertai! E cantai! Sim, cantai!  O Senhor não tardará.  Eis marchamos para aquele bom país,  Onde o crente (sim, é Cristo quem o diz),  Com seu Salvador, p'ra sempre ali feliz,  Vai com Ele descansar.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 </dc:title>
  <dc:creator>Montagna</dc:creator>
  <cp:lastModifiedBy>Emerson Souza</cp:lastModifiedBy>
  <cp:revision>4</cp:revision>
  <dcterms:created xsi:type="dcterms:W3CDTF">2005-10-16T00:15:05Z</dcterms:created>
  <dcterms:modified xsi:type="dcterms:W3CDTF">2026-05-02T21:42:05Z</dcterms:modified>
</cp:coreProperties>
</file>