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9" r:id="rId12"/>
    <p:sldId id="26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3A671-51C7-6B18-D836-33F3880B4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9232BE-0918-7966-E2AB-3039022D5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E51F8D-18D6-C88B-DD82-6E4CECEE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EE746D-28F2-0DC5-06E6-4B934FDBB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B8051-C24E-51AF-0627-8FE2CE60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648D08-005F-4517-ADDB-66E553DB48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12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98EF-00CA-5180-1400-C5C4CBD2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D52CF5-FF8E-3A6C-166C-7E6282D27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95577A-1FD0-2FE1-F59B-8E4523D9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191927-B986-4CC0-70CC-C6BC7DEB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B466BC-BEFA-2ECB-7DF1-91619733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D991D-0DA9-447B-880B-57B591983F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367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94AE2-16C9-1883-8C40-395457B5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DA4E36-4052-9DF2-3A48-966411891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8F7479-9A50-826B-D705-501D7FCC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0DC2FC-4A1F-869A-39C2-478D3ABC1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766C85-5BDC-3D10-615A-CBCE4A9F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AF5A27-7FE4-487B-87EE-22E8609E6D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482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3A099-EC4D-5819-C72F-BD1C125A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04E5DB-4EB6-3A31-CE1C-CEA0A2BE1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43B4CA-36DE-5A1E-24E1-BD68EB8D7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57E48E-CA8B-4C2E-8F83-B4416EB9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BDB257-268D-8417-28A9-94963BB3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6E1E30-D6C7-53BE-D929-903FE184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F3139-734A-44E6-97C5-D53FA28D32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182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BD88C-4BFB-336F-3E61-326278CF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637C2E-0933-D17E-B6E7-7A9E88555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A7D157-E983-8425-049A-31560698A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123F1F-4D04-1255-4FE7-5D547BBC4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AE623D-C601-F97A-51A7-868AF7DB5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A8149C-95CB-B10E-572C-2D6B133D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14DC64-5D23-FD6E-5B28-F2FE8D85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5FA645D-3FA1-33F2-FF70-AD919196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8E41B-E8D8-4F38-8DBC-E8128944AD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281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F5EC7-337F-3C03-9918-F0C11A33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7AD8AF-379B-2E55-EA34-E50F0DFB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CEEE04-C6C7-E360-CB5E-2B6BC92B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330DB9-5823-D11B-37D3-F42AD163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BF792-3D23-4E6B-A6E8-E9EB6D4797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660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C96AAE-2B5A-055A-542C-F5AF0AB8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A6E5A0-B237-53FD-1ECD-D77B359A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D29F13-5626-D66F-0ED1-727AC224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26B08-86DE-4243-B09F-ECB28C20E6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452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284F4-4CB2-61E0-35AE-6D369099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A4F9C-1226-7C8F-7421-2E8F9D44A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0E86EB-86D7-C4BF-5668-DC13634A3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C4339-AFFE-8E61-4951-15DC4A92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5BD26B-9A42-A69C-5F21-E017D77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F835EC-B384-B6D0-316F-F9687AEA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38E464-CD6B-4304-AD01-54CEB5A91C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524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2339D-AE1D-FE54-112E-9F8B04BB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9A6E96-5B42-0BFF-E1B8-281B05E5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D524E1-4D70-4BDF-C85D-6D6393B13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98322E-107B-856E-36B4-07F38F49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E6A5DC-6F97-EB41-8FBD-E53CF04E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96F51F-2D27-A486-8031-C130D483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0F27D-8101-42A4-A108-1428764EC8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7509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7A1B0-F771-DAC3-B012-DB3FD207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EBFE3C-52C2-5B8C-B802-C97DD2259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4D70-A4D9-1F21-40A2-EC762D8B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B6B8E-936D-60E6-AA6F-C941E3D4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EB5079-011D-88AD-4DA3-AD425924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8A1142-C220-4B7D-B478-5F952E813C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718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C8CD48-5681-749B-A67F-0115238D1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ADDF22-6608-402C-A811-79E898906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DBF6E8-8E49-9C25-CB42-9881AD0A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3E1F2D-7071-8F5D-8CD6-D94D6C9A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81753E-90C3-F099-0A20-248F73BA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AD550-2842-4BFD-AAE9-C1C0B113F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873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FCDB2B-221F-7AAB-8503-B76FBA669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9CA936-E74D-84B1-F43A-D50FD1551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7953E3A-581A-1E81-E84F-1DC27B8C95D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8C07D92-157F-8423-3473-DA95008F75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3E66B4-F166-90A8-4ED3-B922667BFA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D38450-A10D-4422-A0CF-14896081664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0817E7E-CAAA-615E-880A-FC776F23AC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/>
              <a:t>32</a:t>
            </a:r>
            <a:br>
              <a:rPr lang="en-US" altLang="pt-BR" sz="4400"/>
            </a:br>
            <a:r>
              <a:rPr lang="en-US" altLang="pt-BR" sz="4400"/>
              <a:t>MEU CRISTO! MEU CRISTO!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096E028-476F-B7DB-5F6E-1CC6136D94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ADA95B4-8B07-D81E-7AE0-84F3D492E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i="1"/>
              <a:t>Quem do céu por mim desceu, Tudo em meu lugar sofreu, </a:t>
            </a:r>
            <a:br>
              <a:rPr lang="en-US" altLang="pt-BR" i="1"/>
            </a:br>
            <a:r>
              <a:rPr lang="en-US" altLang="pt-BR" i="1"/>
              <a:t>E por mim na cruz morreu? </a:t>
            </a:r>
            <a:br>
              <a:rPr lang="en-US" altLang="pt-BR" i="1"/>
            </a:br>
            <a:r>
              <a:rPr lang="en-US" altLang="pt-BR" i="1"/>
              <a:t>Foi Cristo! Foi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3FEF167-E790-4CA6-0B4C-90F9954A7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b="1" i="1"/>
              <a:t>Os meus pecados expiou: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 toda a pena me livrou!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Da maldição me resgatou,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Meu Cristo! Meu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FCABD33-8E99-8CC7-E392-8395F1C37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i="1"/>
              <a:t>Quem me trouxe, qual pastor, </a:t>
            </a:r>
            <a:br>
              <a:rPr lang="en-US" altLang="pt-BR" i="1"/>
            </a:br>
            <a:r>
              <a:rPr lang="en-US" altLang="pt-BR" i="1"/>
              <a:t>Seu cordeiro com amor? </a:t>
            </a:r>
            <a:br>
              <a:rPr lang="en-US" altLang="pt-BR" i="1"/>
            </a:br>
            <a:r>
              <a:rPr lang="en-US" altLang="pt-BR" i="1"/>
              <a:t>Quem quis ser meu Salvador? </a:t>
            </a:r>
            <a:br>
              <a:rPr lang="en-US" altLang="pt-BR" i="1"/>
            </a:br>
            <a:r>
              <a:rPr lang="en-US" altLang="pt-BR" i="1"/>
              <a:t>Foi Cristo! Foi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03E12E9-E5B6-1831-8BA8-CACE5A04C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b="1" i="1"/>
              <a:t>Os meus pecados expiou: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 toda a pena me livrou!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Da maldição me resgatou,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Meu Cristo! Meu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5342AE6-C4D6-9FA0-3C76-997C5B7C4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i="1"/>
              <a:t>Quem com branda compaixão, Derreteu meu coração? </a:t>
            </a:r>
            <a:br>
              <a:rPr lang="en-US" altLang="pt-BR" i="1"/>
            </a:br>
            <a:r>
              <a:rPr lang="en-US" altLang="pt-BR" i="1"/>
              <a:t>Deu-me plena salvação? </a:t>
            </a:r>
            <a:br>
              <a:rPr lang="en-US" altLang="pt-BR" i="1"/>
            </a:br>
            <a:r>
              <a:rPr lang="en-US" altLang="pt-BR" i="1"/>
              <a:t>Foi Cristo! Foi Cristo!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6FDF1BF-AE70-FA5B-BBD9-6F8B5AA48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b="1" i="1"/>
              <a:t>Os meus pecados expiou: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 toda a pena me livrou!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Da maldição me resgatou,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Meu Cristo! Meu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845E187-A07E-65B2-6635-AC71C9AB7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i="1"/>
              <a:t>Quem diz: “Não te deixarei,</a:t>
            </a:r>
            <a:br>
              <a:rPr lang="en-US" altLang="pt-BR" i="1"/>
            </a:br>
            <a:r>
              <a:rPr lang="en-US" altLang="pt-BR" i="1"/>
              <a:t>Nem te desampararei, </a:t>
            </a:r>
            <a:br>
              <a:rPr lang="en-US" altLang="pt-BR" i="1"/>
            </a:br>
            <a:r>
              <a:rPr lang="en-US" altLang="pt-BR" i="1"/>
              <a:t>Sempre te socorrerei?” </a:t>
            </a:r>
            <a:br>
              <a:rPr lang="en-US" altLang="pt-BR" i="1"/>
            </a:br>
            <a:r>
              <a:rPr lang="en-US" altLang="pt-BR" i="1"/>
              <a:t>É Cristo! E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ADEC51E-95C8-56F3-EC97-2AF376B07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b="1" i="1"/>
              <a:t>Os meus pecados expiou: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 toda a pena me livrou!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Da maldição me resgatou,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Meu Cristo! Meu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8281962-55D9-0C51-E24E-8899A94E2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i="1"/>
              <a:t>Quem é digno de louvor? </a:t>
            </a:r>
            <a:br>
              <a:rPr lang="en-US" altLang="pt-BR" i="1"/>
            </a:br>
            <a:r>
              <a:rPr lang="en-US" altLang="pt-BR" i="1"/>
              <a:t>Quem merece o meu amor? </a:t>
            </a:r>
            <a:br>
              <a:rPr lang="en-US" altLang="pt-BR" i="1"/>
            </a:br>
            <a:r>
              <a:rPr lang="en-US" altLang="pt-BR" i="1"/>
              <a:t>É Jesus, meu Salvador, </a:t>
            </a:r>
            <a:br>
              <a:rPr lang="en-US" altLang="pt-BR" i="1"/>
            </a:br>
            <a:r>
              <a:rPr lang="en-US" altLang="pt-BR" i="1"/>
              <a:t>Meu Cristo! Meu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EFB2413-217D-1D52-4271-D97D6064E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b="1" i="1"/>
              <a:t>Os meus pecados expiou: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 toda a pena me livrou!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Da maldição me resgatou,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Meu Cristo! Meu Cristo!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E2845F5-8C72-0F58-806E-047EF55C8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0"/>
          </a:xfrm>
        </p:spPr>
        <p:txBody>
          <a:bodyPr/>
          <a:lstStyle/>
          <a:p>
            <a:r>
              <a:rPr lang="en-US" altLang="pt-BR" b="1" i="1"/>
              <a:t>As minhas trevas dissipou!</a:t>
            </a:r>
            <a:r>
              <a:rPr lang="en-US" altLang="pt-BR" i="1"/>
              <a:t> </a:t>
            </a:r>
            <a:r>
              <a:rPr lang="en-US" altLang="pt-BR" b="1" i="1"/>
              <a:t>Minha alma enferma Ele sarou!</a:t>
            </a:r>
            <a:r>
              <a:rPr lang="en-US" altLang="pt-BR" i="1"/>
              <a:t> </a:t>
            </a:r>
            <a:r>
              <a:rPr lang="en-US" altLang="pt-BR" b="1" i="1"/>
              <a:t>Meu coração Ele alegrou!</a:t>
            </a:r>
            <a:r>
              <a:rPr lang="en-US" altLang="pt-BR" i="1"/>
              <a:t> </a:t>
            </a:r>
            <a:r>
              <a:rPr lang="en-US" altLang="pt-BR" b="1" i="1"/>
              <a:t>Meu Cristo! Meu Cristo!</a:t>
            </a:r>
            <a:r>
              <a:rPr lang="en-US" altLang="pt-BR" i="1"/>
              <a:t>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Apresentação na tela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Design padrão</vt:lpstr>
      <vt:lpstr>32 MEU CRISTO! MEU CRISTO! </vt:lpstr>
      <vt:lpstr>Quem do céu por mim desceu, Tudo em meu lugar sofreu,  E por mim na cruz morreu?  Foi Cristo! Foi Cristo! </vt:lpstr>
      <vt:lpstr>Os meus pecados expiou:  De toda a pena me livrou!  Da maldição me resgatou,  Meu Cristo! Meu Cristo! </vt:lpstr>
      <vt:lpstr>Quem me trouxe, qual pastor,  Seu cordeiro com amor?  Quem quis ser meu Salvador?  Foi Cristo! Foi Cristo! </vt:lpstr>
      <vt:lpstr>Os meus pecados expiou:  De toda a pena me livrou!  Da maldição me resgatou,  Meu Cristo! Meu Cristo! </vt:lpstr>
      <vt:lpstr>Quem com branda compaixão, Derreteu meu coração?  Deu-me plena salvação?  Foi Cristo! Foi Cristo!   </vt:lpstr>
      <vt:lpstr>Os meus pecados expiou:  De toda a pena me livrou!  Da maldição me resgatou,  Meu Cristo! Meu Cristo! </vt:lpstr>
      <vt:lpstr>Quem diz: “Não te deixarei, Nem te desampararei,  Sempre te socorrerei?”  É Cristo! E Cristo! </vt:lpstr>
      <vt:lpstr>Os meus pecados expiou:  De toda a pena me livrou!  Da maldição me resgatou,  Meu Cristo! Meu Cristo! </vt:lpstr>
      <vt:lpstr>Quem é digno de louvor?  Quem merece o meu amor?  É Jesus, meu Salvador,  Meu Cristo! Meu Cristo! </vt:lpstr>
      <vt:lpstr>Os meus pecados expiou:  De toda a pena me livrou!  Da maldição me resgatou,  Meu Cristo! Meu Cristo! </vt:lpstr>
      <vt:lpstr>As minhas trevas dissipou! Minha alma enferma Ele sarou! Meu coração Ele alegrou! Meu Cristo! Meu Cristo!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 MEU CRISTO! MEU CRISTO! </dc:title>
  <dc:creator>Junior</dc:creator>
  <cp:lastModifiedBy>Emerson Souza</cp:lastModifiedBy>
  <cp:revision>1</cp:revision>
  <dcterms:created xsi:type="dcterms:W3CDTF">2005-12-23T00:54:54Z</dcterms:created>
  <dcterms:modified xsi:type="dcterms:W3CDTF">2026-05-02T21:39:39Z</dcterms:modified>
</cp:coreProperties>
</file>