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58" autoAdjust="0"/>
  </p:normalViewPr>
  <p:slideViewPr>
    <p:cSldViewPr>
      <p:cViewPr varScale="1">
        <p:scale>
          <a:sx n="66" d="100"/>
          <a:sy n="66" d="100"/>
        </p:scale>
        <p:origin x="-108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D4D12-DD46-42A6-26F0-3CAFD301A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1A61F7-FE87-72A2-D4AB-74246F961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DF8318-C69C-6F6B-DEC9-ECEAB2BA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BB932C-E172-644A-DA80-D9BEE4ED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1D3CCF-7A8E-F74C-9048-AEE379F1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A38DB-78DB-4489-958E-128C583788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7037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17B7B-021E-9EE5-2137-1AB80774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CE7E60-EBB6-1344-0B2F-A0F1DA540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91161D-C246-92BE-5541-213FF60F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C1F143-92FD-425C-6894-C9AA10E5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DEE185-7255-3DAD-2518-34439BC4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675845-2D44-46DD-8770-6C4FC8EE87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40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0D743-6219-42D7-22D5-409F26F5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C8F2F1-C208-0BC1-9ED0-E756ADF7B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0069A5-15E4-2AB3-7FA8-B6A88558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F0871B-8A68-80F7-FFB6-029EFF9B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8B46E8-A1C6-09C5-9E30-8C85B9BB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9AF426-BE20-478E-8869-F2BAE559CC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555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5E4F0-62E3-2CFA-58C2-3F3193F2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7CC894-04A3-1A32-5E7B-702D1C6C5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D1EDCE-F96A-46A2-F0C8-41FD3AC2C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B993B9-FC2A-621B-591D-F69AFD88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AF776D-1434-87E7-E89F-02029D8E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1BF15D-16D2-5656-6171-42030BA21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BE47BA-4F3F-416C-A863-642E6700E5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1879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8F23A-ACE3-3CDB-A2A8-1F623189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3A4E59-3554-860E-93F3-DFC3B3812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4A7716-DBBE-1FDB-E0FF-A5CC5D36A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1AFC56-1734-E17A-B783-640D64C17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A99034-9BEB-E566-531A-9F1F125B6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A71578-BD33-59D4-34AD-DB7D1278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692007-122A-7882-41D9-C52A88C8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5DDA8D-1534-8536-1215-6F6C1CB3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B7857A-4539-4400-AF48-361740B7F6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191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56365-8A40-23BC-B20E-48218CAD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DB2BAE-ADD3-2714-163B-17E4FB75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9A58EE-C51F-4CAE-2062-1B5104B4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E0D08F-DE30-7733-B86F-8E7A9A6A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8FEB06-C106-402B-BA35-FE579B93AC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935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E74253-41B9-87AA-8B17-7ACEEE77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722507-BD41-4F4A-934D-3AFF1A8B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F0AFCB-EB62-F6B3-CA4B-7007A40E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4CDAEE-D9B6-4B45-B353-AFB9D4D4C1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127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C4BDF-7A6D-FD41-131E-F4104996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2998A5-9F50-5ADB-6F9D-1126E393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33B102-C9EA-C106-C549-6F3137E49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06BE22-6DA2-BE15-3440-461ADEF0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CC45DD-FF34-DF32-FB18-88BCB131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9F74B7-1D08-3D76-1A85-82560BF5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F3DB2B-FB37-49D8-9E49-15FEC63322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66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88711-8562-0F8A-7078-A602CBB5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791F7B8-FC9C-41BC-B077-B055D3584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8DD747-54D2-8400-10E5-63EB82728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53B3B9-6F9B-153F-DBC8-2A2051E5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9785D2-8A33-5B16-F868-A39747AD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2AB735-1AB9-2FB2-38E0-530E5FCF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9AFF1C-EB36-40E9-8C33-59B50E466F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45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5909A-AF4C-72FC-31DA-626FFEA5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9FCF4C-1C96-C963-AA72-9D734EA8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4BF7B2-B038-F687-929C-C2CF875B7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99A32E-4A12-CBF9-CEA0-F2E4D183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6893CA-D1F9-34C1-7638-484148E3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B5B72-CBDF-4A0C-8711-27BC55C243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000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14658F-837A-02CA-2DF9-7F8779DD5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2EF37A-34FB-19DE-E42F-A15FDABF9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517CE8-7E43-C481-0AD9-9E962BF79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C82D64-DCE8-D394-666A-39EF3489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595A92-EEF2-9141-3FF3-ACB3093F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23D3E-717B-40BD-A02E-E433F5AC92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461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9A171B3-871D-2AFF-AB43-3D62B9617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89526F-F405-72B3-40DE-5CEAAEE8A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76F2F0C-D539-9B27-277A-59CB8F026F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B3F71D-7561-14F2-0F35-C638EC1785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3BE25EC-38D8-97C3-9717-58D2FE270C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6A0495C-BE1D-4453-A96D-BBCEB32267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B64E990B-5FAE-07DD-AD75-B81C183A4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905000"/>
            <a:ext cx="9144000" cy="14478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115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Trabalhai e Orai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1B37BBC6-B119-6759-5E2D-468841FFC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4403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Eu quero trabalhar pra meu Senhor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Levando a palavra com amor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Quero eu cantar e orar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ocupado quero estar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Sim na vinha do Senhor.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1929E980-6369-49DF-7721-E8EAA4ECD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Trabalhai e orai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Na seara e na vinha do Senhor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Meu desejo é orar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ocupado quero estar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Sim, na vinha do Senhor.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F47197F3-3FD6-B650-5469-C2953417E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44958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Eu quero, cada dia trabalhar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Escravos do pecado libertar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Conduzi-los a Jesus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Nossa guia, nossa luz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Sim na vinha do Senhor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>
            <a:extLst>
              <a:ext uri="{FF2B5EF4-FFF2-40B4-BE49-F238E27FC236}">
                <a16:creationId xmlns:a16="http://schemas.microsoft.com/office/drawing/2014/main" id="{F5BF3052-1A90-6C26-B4A4-22415215B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2578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Trabalhai e orai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Na seara e na vinha do Senhor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Meu desejo é orar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ocupado quero estar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Sim, na vinha do Senhor.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515CCE14-B8C8-6719-6DD2-B154C17EE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1054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Eu quero ser obreiro de valor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Confiando o poder do Salvador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Se quiseres trabalhar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Acharás também lugar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Sim na vinha do Senhor.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BAD5088C-ECE3-111A-02F8-675A1DEA9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49530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Trabalhai e orai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Na seara e na vinha do Senhor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Meu desejo é orar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ocupado quero estar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Sim, na vinha do Senhor.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176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115 Trabalhai e Orai</vt:lpstr>
      <vt:lpstr>Eu quero trabalhar pra meu Senhor Levando a palavra com amor Quero eu cantar e orar E ocupado quero estar Sim na vinha do Senhor.</vt:lpstr>
      <vt:lpstr>Trabalhai e orai Na seara e na vinha do Senhor Meu desejo é orar E ocupado quero estar Sim, na vinha do Senhor.</vt:lpstr>
      <vt:lpstr>Eu quero, cada dia trabalhar Escravos do pecado libertar Conduzi-los a Jesus Nossa guia, nossa luz Sim na vinha do Senhor</vt:lpstr>
      <vt:lpstr>Trabalhai e orai Na seara e na vinha do Senhor Meu desejo é orar E ocupado quero estar Sim, na vinha do Senhor.</vt:lpstr>
      <vt:lpstr>Eu quero ser obreiro de valor Confiando o poder do Salvador Se quiseres trabalhar Acharás também lugar Sim na vinha do Senhor.</vt:lpstr>
      <vt:lpstr>Trabalhai e orai Na seara e na vinha do Senhor Meu desejo é orar E ocupado quero estar Sim, na vinha do Senhor.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115 Trabalhai e Orai</dc:title>
  <dc:creator>Junior</dc:creator>
  <cp:lastModifiedBy>Emerson Souza</cp:lastModifiedBy>
  <cp:revision>3</cp:revision>
  <dcterms:created xsi:type="dcterms:W3CDTF">2005-08-12T23:21:06Z</dcterms:created>
  <dcterms:modified xsi:type="dcterms:W3CDTF">2026-05-02T21:46:18Z</dcterms:modified>
</cp:coreProperties>
</file>