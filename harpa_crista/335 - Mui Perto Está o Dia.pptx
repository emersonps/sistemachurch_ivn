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AF6CAA-C46F-0F71-ABA7-C9CF45904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417B52-A6E1-224C-5F27-A5F1AFF8A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0D8E90-A75E-895E-4062-F1E585261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8A23F0-4CAA-DCB4-7571-56197D3AE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760BFE-55D5-38BC-AFE8-B8F1E9A35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5FC52C-2189-4533-9348-CE9C8D2EA06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18963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92D65-B00B-914B-EC54-D0AC2E9C5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7861A8-86F8-DBF9-6B02-C25DF9978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CDA7EF-18E8-16BD-200D-ED1A099D3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280963-505E-FAC1-AD6E-306837E8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C25068-1EC1-740A-E7E7-403325C1A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E9A27-86F9-4ACD-9BBB-603EEAEFAA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29324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71B23A-F4F8-130C-D5B4-1BC09A79F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AD137E0-3D09-A487-11A6-091146FD4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860FDF-F3CD-F450-D17C-25BDD3215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A0AFCA-1F64-286F-7594-3B464D81B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10326C-8472-837A-08C7-338A1D115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8FCE93-44DF-4474-88BD-F87D02759B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87484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F6FE85-94B6-8FE6-7B98-4F08D1318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9A712B-8D6F-DFA5-31D2-F63B90B3DD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33D43AF-4BFB-7B84-2754-DCCA78B5B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013C1DD-76E8-6D75-93E4-D2E215FAE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179A4B-E549-EDC4-3B83-1C671E20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B90B35-D78A-909B-4A7A-02C77FB82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4AD9E-2DC3-4CCA-8292-77E4DB8A7B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6367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2FAFDA-B131-FE58-A6A2-9D040AEA5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50E9D0B-E7AE-D3CB-E565-557E0831B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5C8B08-1925-67A0-4BDA-6A82E21F4E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1D5021E-8C6B-6BE0-7D18-734F052F77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449AE1E-F1F0-8C65-8AC4-00042D907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84CF479-B4C0-EA57-3855-838AF5FB7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6831234-A69C-EF5F-2D74-D0A7E9F4F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1090A3F-55A1-01B2-3A2E-BF6964D16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AD9537-DF04-4D22-9BF4-4D081EFEA5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53857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496250-6D83-439D-0FBB-EC8FFF3B2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DA309B-D3DA-B094-CD00-E8102161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2FADC9C-962F-5530-36C1-B5C5567BF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097CCC3-9D9F-23C6-AD9A-84DA60A7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E26041-500F-4406-AA90-FE2D8D22B8C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479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8DAE976-F13A-9B95-D8C7-3F68EC62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62EFF4A-9445-2490-BFBE-0D9038297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FF8454A-C7AA-A1D4-C7F8-A99DDF83B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5EFBB1-5E52-4507-9B7F-8B9CD2299A8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5726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B15E75-CB86-0F09-89CD-57B4CFF34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173543-DBD2-90C8-8A28-90B251457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DBD8488-77BB-B886-87B9-C2FD82845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E75B2CE-3F0D-8339-017B-D7B0F5E4D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CF6B23-73F2-6801-B494-532F1059C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F5D2AD3-5A08-922C-C9C6-1E3704F83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69E57D-A889-4A6C-BD8B-E4F69BABDC7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2151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336FF-0C21-2A71-A900-01ECBCC74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6AC4717-142D-BBC1-B503-CAD8499AE1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F72F6EE-DE85-7A4B-571F-C694B1307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1473C6-D00D-1AD0-6AC9-E84A15900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0D8806-3853-543D-A85B-DBC5EB9BA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B3E80B-F281-1240-2B59-5DF6EE891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EAA1FD-2B27-40D4-87E9-77648B8FD8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7742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1EDCF8-3B6C-F92E-DC24-4D510BD07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3475652-77B2-D36E-3440-97B6F0122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C9653D-1627-5E3D-FD43-16EC3A281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2CDCB3-202C-AA29-D7EB-246D633AE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F53472-12A5-5FBA-BA5A-1F44D2A8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D0DBBE-62D5-4EF5-8430-10746D8806A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87643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868557-830D-5686-23D2-5C1078B186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2EEF89E-46DB-EB5B-EA54-3E1086DE5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B00354-5E26-C987-DC51-86A2B72EA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98B64E-0EB6-4154-2235-AD6CDDC52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CAD440-CE2D-9747-4144-76E341D38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5EB4F0-1AC4-4668-919C-6ADAA947461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8462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08F4AED-4BEA-39C7-D939-1B2AE55415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D692458-FCBA-3856-A4B7-BF4454635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77145D0-4292-3EF3-03D2-23CD7491733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EEAAE3F-7D0C-51BC-0E09-ED105A02DF7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F9E2B09-2697-569B-3B6B-8F42461DB4D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99E97A9-A5C8-4CAF-9E5D-0C472DAA1D3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923BBE9-78E8-81E1-2BCA-A8501A60196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335 - Mui Perto Está o Dia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1DEFE95-015E-1817-CC54-74A5E4897FB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19E7DBE-58D0-DBF7-3250-0D6CF963B6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Perto, sim, mui perto está, </a:t>
            </a:r>
            <a:br>
              <a:rPr lang="en-US" altLang="pt-BR" sz="4000" i="1"/>
            </a:br>
            <a:r>
              <a:rPr lang="en-US" altLang="pt-BR" sz="4000" i="1"/>
              <a:t>O dia não tardará; </a:t>
            </a:r>
            <a:br>
              <a:rPr lang="en-US" altLang="pt-BR" sz="4000" i="1"/>
            </a:br>
            <a:r>
              <a:rPr lang="en-US" altLang="pt-BR" sz="4000" i="1"/>
              <a:t>Iremos nós residir </a:t>
            </a:r>
            <a:br>
              <a:rPr lang="en-US" altLang="pt-BR" sz="4000" i="1"/>
            </a:br>
            <a:r>
              <a:rPr lang="en-US" altLang="pt-BR" sz="4000" i="1"/>
              <a:t>Com Jesus, que há de vir.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220157E-E468-B835-15A9-D6C8872DFD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Oh! Quanta glória há de ser, </a:t>
            </a:r>
            <a:br>
              <a:rPr lang="en-US" altLang="pt-BR" sz="4000" i="1"/>
            </a:br>
            <a:r>
              <a:rPr lang="en-US" altLang="pt-BR" sz="4000" i="1"/>
              <a:t>Se Cristo hoje descer, </a:t>
            </a:r>
            <a:br>
              <a:rPr lang="en-US" altLang="pt-BR" sz="4000" i="1"/>
            </a:br>
            <a:r>
              <a:rPr lang="en-US" altLang="pt-BR" sz="4000" i="1"/>
              <a:t>Pois os fiéis em Jesus, </a:t>
            </a:r>
            <a:br>
              <a:rPr lang="en-US" altLang="pt-BR" sz="4000" i="1"/>
            </a:br>
            <a:r>
              <a:rPr lang="en-US" altLang="pt-BR" sz="4000" i="1"/>
              <a:t>Gozarão eterna luz!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6E46C58-F2C3-BB2B-69A8-8E63149C98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Que glória imensa, sem par, </a:t>
            </a:r>
            <a:br>
              <a:rPr lang="en-US" altLang="pt-BR" sz="4000" i="1"/>
            </a:br>
            <a:r>
              <a:rPr lang="en-US" altLang="pt-BR" sz="4000" i="1"/>
              <a:t>Havemos nós de gozar </a:t>
            </a:r>
            <a:br>
              <a:rPr lang="en-US" altLang="pt-BR" sz="4000" i="1"/>
            </a:br>
            <a:r>
              <a:rPr lang="en-US" altLang="pt-BR" sz="4000" i="1"/>
              <a:t>Ao lado, sim, do Senhor, </a:t>
            </a:r>
            <a:br>
              <a:rPr lang="en-US" altLang="pt-BR" sz="4000" i="1"/>
            </a:br>
            <a:r>
              <a:rPr lang="en-US" altLang="pt-BR" sz="4000" i="1"/>
              <a:t>Nosso amado Salvador!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7AFBC2B-F43C-E90E-D558-1A44775A1D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Devemos, pois, esperar, </a:t>
            </a:r>
            <a:br>
              <a:rPr lang="en-US" altLang="pt-BR" sz="4000" i="1"/>
            </a:br>
            <a:r>
              <a:rPr lang="en-US" altLang="pt-BR" sz="4000" i="1"/>
              <a:t>E ao mundo olhos fechar; </a:t>
            </a:r>
            <a:br>
              <a:rPr lang="en-US" altLang="pt-BR" sz="4000" i="1"/>
            </a:br>
            <a:r>
              <a:rPr lang="en-US" altLang="pt-BR" sz="4000" i="1"/>
              <a:t>Andemos sempre na luz, </a:t>
            </a:r>
            <a:br>
              <a:rPr lang="en-US" altLang="pt-BR" sz="4000" i="1"/>
            </a:br>
            <a:r>
              <a:rPr lang="en-US" altLang="pt-BR" sz="4000" i="1"/>
              <a:t>A buscar o Rei Jesus.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335 - Mui Perto Está o Dia </vt:lpstr>
      <vt:lpstr>Perto, sim, mui perto está,  O dia não tardará;  Iremos nós residir  Com Jesus, que há de vir.  </vt:lpstr>
      <vt:lpstr>Oh! Quanta glória há de ser,  Se Cristo hoje descer,  Pois os fiéis em Jesus,  Gozarão eterna luz!  </vt:lpstr>
      <vt:lpstr>Que glória imensa, sem par,  Havemos nós de gozar  Ao lado, sim, do Senhor,  Nosso amado Salvador!  </vt:lpstr>
      <vt:lpstr>Devemos, pois, esperar,  E ao mundo olhos fechar;  Andemos sempre na luz,  A buscar o Rei Jesus.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335 - Mui Perto Está o Dia </dc:title>
  <dc:creator>Junior</dc:creator>
  <cp:lastModifiedBy>Emerson Souza</cp:lastModifiedBy>
  <cp:revision>1</cp:revision>
  <dcterms:created xsi:type="dcterms:W3CDTF">2005-12-26T21:52:01Z</dcterms:created>
  <dcterms:modified xsi:type="dcterms:W3CDTF">2026-05-02T22:04:51Z</dcterms:modified>
</cp:coreProperties>
</file>