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256" r:id="rId3"/>
    <p:sldId id="257" r:id="rId4"/>
    <p:sldId id="258" r:id="rId5"/>
    <p:sldId id="261" r:id="rId6"/>
    <p:sldId id="259" r:id="rId7"/>
    <p:sldId id="262" r:id="rId8"/>
    <p:sldId id="260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66" d="100"/>
          <a:sy n="66" d="100"/>
        </p:scale>
        <p:origin x="-114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>
            <a:extLst>
              <a:ext uri="{FF2B5EF4-FFF2-40B4-BE49-F238E27FC236}">
                <a16:creationId xmlns:a16="http://schemas.microsoft.com/office/drawing/2014/main" id="{ED3B3AF9-4CFC-8E2E-C380-A66F0FD7BD6F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16387" name="Group 3">
              <a:extLst>
                <a:ext uri="{FF2B5EF4-FFF2-40B4-BE49-F238E27FC236}">
                  <a16:creationId xmlns:a16="http://schemas.microsoft.com/office/drawing/2014/main" id="{A76B97AC-6C40-F4EF-BBE7-B5550EC5B91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6388" name="Freeform 4">
                <a:extLst>
                  <a:ext uri="{FF2B5EF4-FFF2-40B4-BE49-F238E27FC236}">
                    <a16:creationId xmlns:a16="http://schemas.microsoft.com/office/drawing/2014/main" id="{4132EAE6-0FA0-418D-9A6F-AFE77F77668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89" name="Freeform 5">
                <a:extLst>
                  <a:ext uri="{FF2B5EF4-FFF2-40B4-BE49-F238E27FC236}">
                    <a16:creationId xmlns:a16="http://schemas.microsoft.com/office/drawing/2014/main" id="{C228997D-92CF-C661-49C4-DB7B838CD0B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0" name="Freeform 6">
                <a:extLst>
                  <a:ext uri="{FF2B5EF4-FFF2-40B4-BE49-F238E27FC236}">
                    <a16:creationId xmlns:a16="http://schemas.microsoft.com/office/drawing/2014/main" id="{050FC27C-2792-6244-A945-B59828D8290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1" name="Freeform 7">
                <a:extLst>
                  <a:ext uri="{FF2B5EF4-FFF2-40B4-BE49-F238E27FC236}">
                    <a16:creationId xmlns:a16="http://schemas.microsoft.com/office/drawing/2014/main" id="{855E12B8-E326-8E88-5234-D501076D572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2" name="Freeform 8">
                <a:extLst>
                  <a:ext uri="{FF2B5EF4-FFF2-40B4-BE49-F238E27FC236}">
                    <a16:creationId xmlns:a16="http://schemas.microsoft.com/office/drawing/2014/main" id="{9C5F88B5-A784-16F1-196F-AB90F3F6C87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3" name="Freeform 9">
                <a:extLst>
                  <a:ext uri="{FF2B5EF4-FFF2-40B4-BE49-F238E27FC236}">
                    <a16:creationId xmlns:a16="http://schemas.microsoft.com/office/drawing/2014/main" id="{D514CC33-9697-FC10-7FC3-89676578696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4" name="Freeform 10">
                <a:extLst>
                  <a:ext uri="{FF2B5EF4-FFF2-40B4-BE49-F238E27FC236}">
                    <a16:creationId xmlns:a16="http://schemas.microsoft.com/office/drawing/2014/main" id="{8A28E461-C79C-9A54-9D97-FBE2DC7907B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5" name="Freeform 11">
                <a:extLst>
                  <a:ext uri="{FF2B5EF4-FFF2-40B4-BE49-F238E27FC236}">
                    <a16:creationId xmlns:a16="http://schemas.microsoft.com/office/drawing/2014/main" id="{FCAFDD88-3CFE-714E-C4E9-A08D9B23933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6" name="Freeform 12">
                <a:extLst>
                  <a:ext uri="{FF2B5EF4-FFF2-40B4-BE49-F238E27FC236}">
                    <a16:creationId xmlns:a16="http://schemas.microsoft.com/office/drawing/2014/main" id="{EFF53BF5-DBAD-3179-1F89-31CC7022FC9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7" name="Freeform 13">
                <a:extLst>
                  <a:ext uri="{FF2B5EF4-FFF2-40B4-BE49-F238E27FC236}">
                    <a16:creationId xmlns:a16="http://schemas.microsoft.com/office/drawing/2014/main" id="{9B4F9B35-75B9-7F3F-F1F9-26BEE0EC9F7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8" name="Freeform 14">
                <a:extLst>
                  <a:ext uri="{FF2B5EF4-FFF2-40B4-BE49-F238E27FC236}">
                    <a16:creationId xmlns:a16="http://schemas.microsoft.com/office/drawing/2014/main" id="{D842CC0C-D3E5-DD11-C910-63FED6EBF5E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99" name="Freeform 15">
                <a:extLst>
                  <a:ext uri="{FF2B5EF4-FFF2-40B4-BE49-F238E27FC236}">
                    <a16:creationId xmlns:a16="http://schemas.microsoft.com/office/drawing/2014/main" id="{976C52E7-3E56-3B7A-D976-5EE850DA85E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400" name="Freeform 16">
                <a:extLst>
                  <a:ext uri="{FF2B5EF4-FFF2-40B4-BE49-F238E27FC236}">
                    <a16:creationId xmlns:a16="http://schemas.microsoft.com/office/drawing/2014/main" id="{97666479-9CF4-9E03-CB66-02C70D93BA8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6401" name="Group 17">
              <a:extLst>
                <a:ext uri="{FF2B5EF4-FFF2-40B4-BE49-F238E27FC236}">
                  <a16:creationId xmlns:a16="http://schemas.microsoft.com/office/drawing/2014/main" id="{E7BE9EB6-7A01-6F4A-33C7-777EB7EE07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16402" name="Rectangle 18">
                <a:extLst>
                  <a:ext uri="{FF2B5EF4-FFF2-40B4-BE49-F238E27FC236}">
                    <a16:creationId xmlns:a16="http://schemas.microsoft.com/office/drawing/2014/main" id="{2028CD87-AD1E-52E4-3FBA-45886059AD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03" name="Rectangle 19">
                <a:extLst>
                  <a:ext uri="{FF2B5EF4-FFF2-40B4-BE49-F238E27FC236}">
                    <a16:creationId xmlns:a16="http://schemas.microsoft.com/office/drawing/2014/main" id="{B458D6C8-F980-0C67-978B-F786D07F3D8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04" name="Rectangle 20">
                <a:extLst>
                  <a:ext uri="{FF2B5EF4-FFF2-40B4-BE49-F238E27FC236}">
                    <a16:creationId xmlns:a16="http://schemas.microsoft.com/office/drawing/2014/main" id="{57A26EEF-1B46-CE55-9B8D-A532B1ED88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05" name="Rectangle 21">
                <a:extLst>
                  <a:ext uri="{FF2B5EF4-FFF2-40B4-BE49-F238E27FC236}">
                    <a16:creationId xmlns:a16="http://schemas.microsoft.com/office/drawing/2014/main" id="{817E04AB-49C5-3159-6C85-4E29D020494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06" name="Rectangle 22">
                <a:extLst>
                  <a:ext uri="{FF2B5EF4-FFF2-40B4-BE49-F238E27FC236}">
                    <a16:creationId xmlns:a16="http://schemas.microsoft.com/office/drawing/2014/main" id="{531C94AB-1EB7-C19E-B91F-19890357D97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07" name="Rectangle 23">
                <a:extLst>
                  <a:ext uri="{FF2B5EF4-FFF2-40B4-BE49-F238E27FC236}">
                    <a16:creationId xmlns:a16="http://schemas.microsoft.com/office/drawing/2014/main" id="{964B6917-4FDC-5A57-70C3-3E07D6C848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08" name="Rectangle 24">
                <a:extLst>
                  <a:ext uri="{FF2B5EF4-FFF2-40B4-BE49-F238E27FC236}">
                    <a16:creationId xmlns:a16="http://schemas.microsoft.com/office/drawing/2014/main" id="{C0DD2B56-ACE4-DFA9-91E6-707BB5D61B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09" name="Rectangle 25">
                <a:extLst>
                  <a:ext uri="{FF2B5EF4-FFF2-40B4-BE49-F238E27FC236}">
                    <a16:creationId xmlns:a16="http://schemas.microsoft.com/office/drawing/2014/main" id="{E9B78BDB-0023-2135-EF2B-18E7EDDB79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0" name="Rectangle 26">
                <a:extLst>
                  <a:ext uri="{FF2B5EF4-FFF2-40B4-BE49-F238E27FC236}">
                    <a16:creationId xmlns:a16="http://schemas.microsoft.com/office/drawing/2014/main" id="{2B5593CF-4127-5D39-2D5A-7A08B7AE5DF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1" name="Rectangle 27">
                <a:extLst>
                  <a:ext uri="{FF2B5EF4-FFF2-40B4-BE49-F238E27FC236}">
                    <a16:creationId xmlns:a16="http://schemas.microsoft.com/office/drawing/2014/main" id="{48102974-757C-D9FD-3DB5-F6789245A6E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2" name="Rectangle 28">
                <a:extLst>
                  <a:ext uri="{FF2B5EF4-FFF2-40B4-BE49-F238E27FC236}">
                    <a16:creationId xmlns:a16="http://schemas.microsoft.com/office/drawing/2014/main" id="{D9A43DA2-A2EC-70BD-388E-4D35722EFB5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3" name="Rectangle 29">
                <a:extLst>
                  <a:ext uri="{FF2B5EF4-FFF2-40B4-BE49-F238E27FC236}">
                    <a16:creationId xmlns:a16="http://schemas.microsoft.com/office/drawing/2014/main" id="{5645ED71-F519-C39A-9232-17F23BDE1A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4" name="Rectangle 30">
                <a:extLst>
                  <a:ext uri="{FF2B5EF4-FFF2-40B4-BE49-F238E27FC236}">
                    <a16:creationId xmlns:a16="http://schemas.microsoft.com/office/drawing/2014/main" id="{6996F169-54A4-D49C-38AB-B0C884AFB7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5" name="Rectangle 31">
                <a:extLst>
                  <a:ext uri="{FF2B5EF4-FFF2-40B4-BE49-F238E27FC236}">
                    <a16:creationId xmlns:a16="http://schemas.microsoft.com/office/drawing/2014/main" id="{9C4F0251-DC23-5D84-E6DA-E0A587BB8BE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6" name="Rectangle 32">
                <a:extLst>
                  <a:ext uri="{FF2B5EF4-FFF2-40B4-BE49-F238E27FC236}">
                    <a16:creationId xmlns:a16="http://schemas.microsoft.com/office/drawing/2014/main" id="{B6D82E01-3273-0493-ADC6-1D7F5FF75E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7" name="Rectangle 33">
                <a:extLst>
                  <a:ext uri="{FF2B5EF4-FFF2-40B4-BE49-F238E27FC236}">
                    <a16:creationId xmlns:a16="http://schemas.microsoft.com/office/drawing/2014/main" id="{BAF13456-6627-2625-681E-9ABD05FB28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8" name="Rectangle 34">
                <a:extLst>
                  <a:ext uri="{FF2B5EF4-FFF2-40B4-BE49-F238E27FC236}">
                    <a16:creationId xmlns:a16="http://schemas.microsoft.com/office/drawing/2014/main" id="{EE80E4CD-E3C2-EEF8-6F99-942F49C610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19" name="Rectangle 35">
                <a:extLst>
                  <a:ext uri="{FF2B5EF4-FFF2-40B4-BE49-F238E27FC236}">
                    <a16:creationId xmlns:a16="http://schemas.microsoft.com/office/drawing/2014/main" id="{8F4DDB24-71DD-A69F-11CA-BCB23DD1208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0" name="Rectangle 36">
                <a:extLst>
                  <a:ext uri="{FF2B5EF4-FFF2-40B4-BE49-F238E27FC236}">
                    <a16:creationId xmlns:a16="http://schemas.microsoft.com/office/drawing/2014/main" id="{C81AF36B-C10B-C29F-BDB2-01F3B85D5A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1" name="Rectangle 37">
                <a:extLst>
                  <a:ext uri="{FF2B5EF4-FFF2-40B4-BE49-F238E27FC236}">
                    <a16:creationId xmlns:a16="http://schemas.microsoft.com/office/drawing/2014/main" id="{C5A905A8-7204-DDE3-A710-B7434C0C3D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2" name="Rectangle 38">
                <a:extLst>
                  <a:ext uri="{FF2B5EF4-FFF2-40B4-BE49-F238E27FC236}">
                    <a16:creationId xmlns:a16="http://schemas.microsoft.com/office/drawing/2014/main" id="{FC066873-56B2-42C3-6335-B3E294B44D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3" name="Rectangle 39">
                <a:extLst>
                  <a:ext uri="{FF2B5EF4-FFF2-40B4-BE49-F238E27FC236}">
                    <a16:creationId xmlns:a16="http://schemas.microsoft.com/office/drawing/2014/main" id="{A18B2BA1-E678-9A6C-33C4-9CEF8B98EF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4" name="Rectangle 40">
                <a:extLst>
                  <a:ext uri="{FF2B5EF4-FFF2-40B4-BE49-F238E27FC236}">
                    <a16:creationId xmlns:a16="http://schemas.microsoft.com/office/drawing/2014/main" id="{D554BF29-F5BC-2BE2-DC18-DCC2A606A04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5" name="Rectangle 41">
                <a:extLst>
                  <a:ext uri="{FF2B5EF4-FFF2-40B4-BE49-F238E27FC236}">
                    <a16:creationId xmlns:a16="http://schemas.microsoft.com/office/drawing/2014/main" id="{C9B9B0AF-264D-F71E-629F-B7F1B345D6A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6" name="Rectangle 42">
                <a:extLst>
                  <a:ext uri="{FF2B5EF4-FFF2-40B4-BE49-F238E27FC236}">
                    <a16:creationId xmlns:a16="http://schemas.microsoft.com/office/drawing/2014/main" id="{FEF5DF5C-6E1A-20B7-3A13-84DF06ACDB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7" name="Rectangle 43">
                <a:extLst>
                  <a:ext uri="{FF2B5EF4-FFF2-40B4-BE49-F238E27FC236}">
                    <a16:creationId xmlns:a16="http://schemas.microsoft.com/office/drawing/2014/main" id="{D828158F-5B9B-3995-AC3D-F26587ED06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8" name="Rectangle 44">
                <a:extLst>
                  <a:ext uri="{FF2B5EF4-FFF2-40B4-BE49-F238E27FC236}">
                    <a16:creationId xmlns:a16="http://schemas.microsoft.com/office/drawing/2014/main" id="{A5562A2E-2E59-10D9-6FF7-FF4BA963EA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29" name="Rectangle 45">
                <a:extLst>
                  <a:ext uri="{FF2B5EF4-FFF2-40B4-BE49-F238E27FC236}">
                    <a16:creationId xmlns:a16="http://schemas.microsoft.com/office/drawing/2014/main" id="{1B449F77-A440-A3AB-8C2C-1797D81482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0" name="Rectangle 46">
                <a:extLst>
                  <a:ext uri="{FF2B5EF4-FFF2-40B4-BE49-F238E27FC236}">
                    <a16:creationId xmlns:a16="http://schemas.microsoft.com/office/drawing/2014/main" id="{5DABF23A-1195-BF02-4F78-F999F619EE6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1" name="Rectangle 47">
                <a:extLst>
                  <a:ext uri="{FF2B5EF4-FFF2-40B4-BE49-F238E27FC236}">
                    <a16:creationId xmlns:a16="http://schemas.microsoft.com/office/drawing/2014/main" id="{CAA5A156-340A-936A-9D7F-FCFEA67D08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2" name="Rectangle 48">
                <a:extLst>
                  <a:ext uri="{FF2B5EF4-FFF2-40B4-BE49-F238E27FC236}">
                    <a16:creationId xmlns:a16="http://schemas.microsoft.com/office/drawing/2014/main" id="{4D0B310D-4AED-A036-F385-AB9E13DD18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3" name="Rectangle 49">
                <a:extLst>
                  <a:ext uri="{FF2B5EF4-FFF2-40B4-BE49-F238E27FC236}">
                    <a16:creationId xmlns:a16="http://schemas.microsoft.com/office/drawing/2014/main" id="{D96D62A4-6127-9013-F4C1-1108C2C925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4" name="Rectangle 50">
                <a:extLst>
                  <a:ext uri="{FF2B5EF4-FFF2-40B4-BE49-F238E27FC236}">
                    <a16:creationId xmlns:a16="http://schemas.microsoft.com/office/drawing/2014/main" id="{F10F7272-E4BA-40C6-0A50-BBD21C736F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5" name="Rectangle 51">
                <a:extLst>
                  <a:ext uri="{FF2B5EF4-FFF2-40B4-BE49-F238E27FC236}">
                    <a16:creationId xmlns:a16="http://schemas.microsoft.com/office/drawing/2014/main" id="{0391A742-09FF-C94C-1DEF-7CBE34ED87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6" name="Rectangle 52">
                <a:extLst>
                  <a:ext uri="{FF2B5EF4-FFF2-40B4-BE49-F238E27FC236}">
                    <a16:creationId xmlns:a16="http://schemas.microsoft.com/office/drawing/2014/main" id="{D2DC5DC9-7206-44B0-09D6-0B43C1602F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7" name="Rectangle 53">
                <a:extLst>
                  <a:ext uri="{FF2B5EF4-FFF2-40B4-BE49-F238E27FC236}">
                    <a16:creationId xmlns:a16="http://schemas.microsoft.com/office/drawing/2014/main" id="{5ECACF44-3815-869F-B833-0E75A9838F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8" name="Rectangle 54">
                <a:extLst>
                  <a:ext uri="{FF2B5EF4-FFF2-40B4-BE49-F238E27FC236}">
                    <a16:creationId xmlns:a16="http://schemas.microsoft.com/office/drawing/2014/main" id="{4522DEBC-6034-5D74-79D8-B5495BBEFD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39" name="Rectangle 55">
                <a:extLst>
                  <a:ext uri="{FF2B5EF4-FFF2-40B4-BE49-F238E27FC236}">
                    <a16:creationId xmlns:a16="http://schemas.microsoft.com/office/drawing/2014/main" id="{2BC713E9-5B99-5270-C0F4-B49924F20B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0" name="Rectangle 56">
                <a:extLst>
                  <a:ext uri="{FF2B5EF4-FFF2-40B4-BE49-F238E27FC236}">
                    <a16:creationId xmlns:a16="http://schemas.microsoft.com/office/drawing/2014/main" id="{BD6CBE51-024B-4645-708A-5CEFF0104D6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1" name="Rectangle 57">
                <a:extLst>
                  <a:ext uri="{FF2B5EF4-FFF2-40B4-BE49-F238E27FC236}">
                    <a16:creationId xmlns:a16="http://schemas.microsoft.com/office/drawing/2014/main" id="{4F9AB643-33BF-9510-C276-6009657A69C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2" name="Rectangle 58">
                <a:extLst>
                  <a:ext uri="{FF2B5EF4-FFF2-40B4-BE49-F238E27FC236}">
                    <a16:creationId xmlns:a16="http://schemas.microsoft.com/office/drawing/2014/main" id="{D2AEFF99-B159-785A-1191-0BA840D21A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3" name="Rectangle 59">
                <a:extLst>
                  <a:ext uri="{FF2B5EF4-FFF2-40B4-BE49-F238E27FC236}">
                    <a16:creationId xmlns:a16="http://schemas.microsoft.com/office/drawing/2014/main" id="{734EB115-E8CF-D46C-7FAE-4A13E2A249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4" name="Rectangle 60">
                <a:extLst>
                  <a:ext uri="{FF2B5EF4-FFF2-40B4-BE49-F238E27FC236}">
                    <a16:creationId xmlns:a16="http://schemas.microsoft.com/office/drawing/2014/main" id="{C5F0BA5B-AC2D-DC1D-CB4E-6DD553391E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5" name="Rectangle 61">
                <a:extLst>
                  <a:ext uri="{FF2B5EF4-FFF2-40B4-BE49-F238E27FC236}">
                    <a16:creationId xmlns:a16="http://schemas.microsoft.com/office/drawing/2014/main" id="{E079A88A-2ACE-B8C1-5C5A-1176CF09E6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6" name="Rectangle 62">
                <a:extLst>
                  <a:ext uri="{FF2B5EF4-FFF2-40B4-BE49-F238E27FC236}">
                    <a16:creationId xmlns:a16="http://schemas.microsoft.com/office/drawing/2014/main" id="{983F9633-C9D7-D501-986F-1C2B03169B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7" name="Rectangle 63">
                <a:extLst>
                  <a:ext uri="{FF2B5EF4-FFF2-40B4-BE49-F238E27FC236}">
                    <a16:creationId xmlns:a16="http://schemas.microsoft.com/office/drawing/2014/main" id="{34754F4B-66C5-9091-455E-49D356FFDA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8" name="Rectangle 64">
                <a:extLst>
                  <a:ext uri="{FF2B5EF4-FFF2-40B4-BE49-F238E27FC236}">
                    <a16:creationId xmlns:a16="http://schemas.microsoft.com/office/drawing/2014/main" id="{A2A7BF81-1AB1-8CDB-93E1-2D34C659C9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49" name="Rectangle 65">
                <a:extLst>
                  <a:ext uri="{FF2B5EF4-FFF2-40B4-BE49-F238E27FC236}">
                    <a16:creationId xmlns:a16="http://schemas.microsoft.com/office/drawing/2014/main" id="{9F307DB9-10BC-26A3-7D79-2901652803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0" name="Rectangle 66">
                <a:extLst>
                  <a:ext uri="{FF2B5EF4-FFF2-40B4-BE49-F238E27FC236}">
                    <a16:creationId xmlns:a16="http://schemas.microsoft.com/office/drawing/2014/main" id="{67E96222-C16A-BC34-FC3A-2F86127CA4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1" name="Rectangle 67">
                <a:extLst>
                  <a:ext uri="{FF2B5EF4-FFF2-40B4-BE49-F238E27FC236}">
                    <a16:creationId xmlns:a16="http://schemas.microsoft.com/office/drawing/2014/main" id="{4FF3F0A3-C904-7AF5-0521-44EE978690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2" name="Rectangle 68">
                <a:extLst>
                  <a:ext uri="{FF2B5EF4-FFF2-40B4-BE49-F238E27FC236}">
                    <a16:creationId xmlns:a16="http://schemas.microsoft.com/office/drawing/2014/main" id="{55E09A14-1D6E-3E58-182D-39CB2F1AF2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3" name="Rectangle 69">
                <a:extLst>
                  <a:ext uri="{FF2B5EF4-FFF2-40B4-BE49-F238E27FC236}">
                    <a16:creationId xmlns:a16="http://schemas.microsoft.com/office/drawing/2014/main" id="{BBA9F9F2-2CBC-E94E-84C1-6B14F631E8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4" name="Rectangle 70">
                <a:extLst>
                  <a:ext uri="{FF2B5EF4-FFF2-40B4-BE49-F238E27FC236}">
                    <a16:creationId xmlns:a16="http://schemas.microsoft.com/office/drawing/2014/main" id="{CD2FB5A4-7D6F-2833-C310-1A078780B8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5" name="Rectangle 71">
                <a:extLst>
                  <a:ext uri="{FF2B5EF4-FFF2-40B4-BE49-F238E27FC236}">
                    <a16:creationId xmlns:a16="http://schemas.microsoft.com/office/drawing/2014/main" id="{D47AA6F5-4C14-ED22-9EC5-5BEEF0ED740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6" name="Rectangle 72">
                <a:extLst>
                  <a:ext uri="{FF2B5EF4-FFF2-40B4-BE49-F238E27FC236}">
                    <a16:creationId xmlns:a16="http://schemas.microsoft.com/office/drawing/2014/main" id="{55BD1093-862A-6786-505E-AA6A3DB310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7" name="Rectangle 73">
                <a:extLst>
                  <a:ext uri="{FF2B5EF4-FFF2-40B4-BE49-F238E27FC236}">
                    <a16:creationId xmlns:a16="http://schemas.microsoft.com/office/drawing/2014/main" id="{D78C2782-C9C0-52A1-7CAF-23FCF9EE38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8" name="Rectangle 74">
                <a:extLst>
                  <a:ext uri="{FF2B5EF4-FFF2-40B4-BE49-F238E27FC236}">
                    <a16:creationId xmlns:a16="http://schemas.microsoft.com/office/drawing/2014/main" id="{9E85449F-85BB-1E3F-A3C3-C9418CBAC0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59" name="Rectangle 75">
                <a:extLst>
                  <a:ext uri="{FF2B5EF4-FFF2-40B4-BE49-F238E27FC236}">
                    <a16:creationId xmlns:a16="http://schemas.microsoft.com/office/drawing/2014/main" id="{7A21560E-EF07-4271-1AE4-4E094E2FE0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0" name="Rectangle 76">
                <a:extLst>
                  <a:ext uri="{FF2B5EF4-FFF2-40B4-BE49-F238E27FC236}">
                    <a16:creationId xmlns:a16="http://schemas.microsoft.com/office/drawing/2014/main" id="{BE9CB0D9-3DD0-2C77-2CA4-88776DFF955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1" name="Rectangle 77">
                <a:extLst>
                  <a:ext uri="{FF2B5EF4-FFF2-40B4-BE49-F238E27FC236}">
                    <a16:creationId xmlns:a16="http://schemas.microsoft.com/office/drawing/2014/main" id="{C6CCB199-72E5-6BD8-D8E7-FE303429AC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2" name="Rectangle 78">
                <a:extLst>
                  <a:ext uri="{FF2B5EF4-FFF2-40B4-BE49-F238E27FC236}">
                    <a16:creationId xmlns:a16="http://schemas.microsoft.com/office/drawing/2014/main" id="{9D677871-A004-3FD1-B2FC-44AE946113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3" name="Rectangle 79">
                <a:extLst>
                  <a:ext uri="{FF2B5EF4-FFF2-40B4-BE49-F238E27FC236}">
                    <a16:creationId xmlns:a16="http://schemas.microsoft.com/office/drawing/2014/main" id="{B1910F8C-F20D-F517-4046-BD24F47914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4" name="Rectangle 80">
                <a:extLst>
                  <a:ext uri="{FF2B5EF4-FFF2-40B4-BE49-F238E27FC236}">
                    <a16:creationId xmlns:a16="http://schemas.microsoft.com/office/drawing/2014/main" id="{B651D31F-BDCC-D005-ED9E-C79DB7B8D64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5" name="Freeform 81">
                <a:extLst>
                  <a:ext uri="{FF2B5EF4-FFF2-40B4-BE49-F238E27FC236}">
                    <a16:creationId xmlns:a16="http://schemas.microsoft.com/office/drawing/2014/main" id="{FB478696-9F8E-B380-3C20-870627D7F20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466" name="Rectangle 82">
                <a:extLst>
                  <a:ext uri="{FF2B5EF4-FFF2-40B4-BE49-F238E27FC236}">
                    <a16:creationId xmlns:a16="http://schemas.microsoft.com/office/drawing/2014/main" id="{3FB903EF-9FD0-97D9-CC04-6D9C7FE4D9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7" name="Rectangle 83">
                <a:extLst>
                  <a:ext uri="{FF2B5EF4-FFF2-40B4-BE49-F238E27FC236}">
                    <a16:creationId xmlns:a16="http://schemas.microsoft.com/office/drawing/2014/main" id="{AC8A283C-738B-A300-0C4D-A31AA5AA813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8" name="Rectangle 84">
                <a:extLst>
                  <a:ext uri="{FF2B5EF4-FFF2-40B4-BE49-F238E27FC236}">
                    <a16:creationId xmlns:a16="http://schemas.microsoft.com/office/drawing/2014/main" id="{A9625A40-54E8-0F96-587F-12D8641738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69" name="Rectangle 85">
                <a:extLst>
                  <a:ext uri="{FF2B5EF4-FFF2-40B4-BE49-F238E27FC236}">
                    <a16:creationId xmlns:a16="http://schemas.microsoft.com/office/drawing/2014/main" id="{FBAFE1FF-7621-F4BA-FC4E-A51E1BE602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0" name="Rectangle 86">
                <a:extLst>
                  <a:ext uri="{FF2B5EF4-FFF2-40B4-BE49-F238E27FC236}">
                    <a16:creationId xmlns:a16="http://schemas.microsoft.com/office/drawing/2014/main" id="{3D2A6EBE-7BB2-8773-AC50-2E896185A6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1" name="Rectangle 87">
                <a:extLst>
                  <a:ext uri="{FF2B5EF4-FFF2-40B4-BE49-F238E27FC236}">
                    <a16:creationId xmlns:a16="http://schemas.microsoft.com/office/drawing/2014/main" id="{CA96FF7F-BF61-4E6A-EF1A-8AFE361519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2" name="Rectangle 88">
                <a:extLst>
                  <a:ext uri="{FF2B5EF4-FFF2-40B4-BE49-F238E27FC236}">
                    <a16:creationId xmlns:a16="http://schemas.microsoft.com/office/drawing/2014/main" id="{C101091E-F002-7039-9B74-932B8ECC47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3" name="Rectangle 89">
                <a:extLst>
                  <a:ext uri="{FF2B5EF4-FFF2-40B4-BE49-F238E27FC236}">
                    <a16:creationId xmlns:a16="http://schemas.microsoft.com/office/drawing/2014/main" id="{EC1DED00-5119-5825-EFA9-568897603EE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4" name="Rectangle 90">
                <a:extLst>
                  <a:ext uri="{FF2B5EF4-FFF2-40B4-BE49-F238E27FC236}">
                    <a16:creationId xmlns:a16="http://schemas.microsoft.com/office/drawing/2014/main" id="{0992809D-B349-69B7-B1B9-ED0B31F56F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5" name="Rectangle 91">
                <a:extLst>
                  <a:ext uri="{FF2B5EF4-FFF2-40B4-BE49-F238E27FC236}">
                    <a16:creationId xmlns:a16="http://schemas.microsoft.com/office/drawing/2014/main" id="{529E9749-E53F-0376-489B-7359D694885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6" name="Rectangle 92">
                <a:extLst>
                  <a:ext uri="{FF2B5EF4-FFF2-40B4-BE49-F238E27FC236}">
                    <a16:creationId xmlns:a16="http://schemas.microsoft.com/office/drawing/2014/main" id="{592E61D1-86A9-CC87-236C-AA423E0C26E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7" name="Rectangle 93">
                <a:extLst>
                  <a:ext uri="{FF2B5EF4-FFF2-40B4-BE49-F238E27FC236}">
                    <a16:creationId xmlns:a16="http://schemas.microsoft.com/office/drawing/2014/main" id="{344A9B6E-A3F0-B823-1F34-DEB502FD01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8" name="Rectangle 94">
                <a:extLst>
                  <a:ext uri="{FF2B5EF4-FFF2-40B4-BE49-F238E27FC236}">
                    <a16:creationId xmlns:a16="http://schemas.microsoft.com/office/drawing/2014/main" id="{4D796DAE-0FF6-DDF1-F528-B2B3D02E03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79" name="Rectangle 95">
                <a:extLst>
                  <a:ext uri="{FF2B5EF4-FFF2-40B4-BE49-F238E27FC236}">
                    <a16:creationId xmlns:a16="http://schemas.microsoft.com/office/drawing/2014/main" id="{35868F0D-357C-FE9D-0813-93E0B05FBA1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0" name="Rectangle 96">
                <a:extLst>
                  <a:ext uri="{FF2B5EF4-FFF2-40B4-BE49-F238E27FC236}">
                    <a16:creationId xmlns:a16="http://schemas.microsoft.com/office/drawing/2014/main" id="{7058AF39-F399-5F44-2618-3257AE416D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1" name="Rectangle 97">
                <a:extLst>
                  <a:ext uri="{FF2B5EF4-FFF2-40B4-BE49-F238E27FC236}">
                    <a16:creationId xmlns:a16="http://schemas.microsoft.com/office/drawing/2014/main" id="{7C7AD2B7-0B4B-68B8-69D1-D450D837FF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2" name="Rectangle 98">
                <a:extLst>
                  <a:ext uri="{FF2B5EF4-FFF2-40B4-BE49-F238E27FC236}">
                    <a16:creationId xmlns:a16="http://schemas.microsoft.com/office/drawing/2014/main" id="{48362D98-DEF9-FBB5-3DF3-64433DDD8D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3" name="Rectangle 99">
                <a:extLst>
                  <a:ext uri="{FF2B5EF4-FFF2-40B4-BE49-F238E27FC236}">
                    <a16:creationId xmlns:a16="http://schemas.microsoft.com/office/drawing/2014/main" id="{632A0CBB-15E0-0F41-75F2-F1450875CC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4" name="Rectangle 100">
                <a:extLst>
                  <a:ext uri="{FF2B5EF4-FFF2-40B4-BE49-F238E27FC236}">
                    <a16:creationId xmlns:a16="http://schemas.microsoft.com/office/drawing/2014/main" id="{B988A4CF-B99C-05D6-28CD-14171296B2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5" name="Rectangle 101">
                <a:extLst>
                  <a:ext uri="{FF2B5EF4-FFF2-40B4-BE49-F238E27FC236}">
                    <a16:creationId xmlns:a16="http://schemas.microsoft.com/office/drawing/2014/main" id="{76CD52C0-F971-B148-8C54-99BD8079D65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6" name="Rectangle 102">
                <a:extLst>
                  <a:ext uri="{FF2B5EF4-FFF2-40B4-BE49-F238E27FC236}">
                    <a16:creationId xmlns:a16="http://schemas.microsoft.com/office/drawing/2014/main" id="{9D7D6784-9EF4-A6AF-7AC9-DDC3589A79E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7" name="Rectangle 103">
                <a:extLst>
                  <a:ext uri="{FF2B5EF4-FFF2-40B4-BE49-F238E27FC236}">
                    <a16:creationId xmlns:a16="http://schemas.microsoft.com/office/drawing/2014/main" id="{452F5CFC-7516-8A67-B608-0DDFFF8B9B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8" name="Rectangle 104">
                <a:extLst>
                  <a:ext uri="{FF2B5EF4-FFF2-40B4-BE49-F238E27FC236}">
                    <a16:creationId xmlns:a16="http://schemas.microsoft.com/office/drawing/2014/main" id="{AE6C63DE-0A48-3001-A582-554267CB04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89" name="Rectangle 105">
                <a:extLst>
                  <a:ext uri="{FF2B5EF4-FFF2-40B4-BE49-F238E27FC236}">
                    <a16:creationId xmlns:a16="http://schemas.microsoft.com/office/drawing/2014/main" id="{591C9FE3-9A85-24D1-B8F4-7223CDB06A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0" name="Rectangle 106">
                <a:extLst>
                  <a:ext uri="{FF2B5EF4-FFF2-40B4-BE49-F238E27FC236}">
                    <a16:creationId xmlns:a16="http://schemas.microsoft.com/office/drawing/2014/main" id="{9089B3FB-B6A7-FF62-A64C-05B9F5199C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1" name="Rectangle 107">
                <a:extLst>
                  <a:ext uri="{FF2B5EF4-FFF2-40B4-BE49-F238E27FC236}">
                    <a16:creationId xmlns:a16="http://schemas.microsoft.com/office/drawing/2014/main" id="{A6A87836-8B42-31A0-973B-6459A52E5DE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2" name="Rectangle 108">
                <a:extLst>
                  <a:ext uri="{FF2B5EF4-FFF2-40B4-BE49-F238E27FC236}">
                    <a16:creationId xmlns:a16="http://schemas.microsoft.com/office/drawing/2014/main" id="{0AFEE7E6-2885-FD7C-F8B9-70F65953882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3" name="Rectangle 109">
                <a:extLst>
                  <a:ext uri="{FF2B5EF4-FFF2-40B4-BE49-F238E27FC236}">
                    <a16:creationId xmlns:a16="http://schemas.microsoft.com/office/drawing/2014/main" id="{1E004CC6-427F-305E-7A1A-C082CC042C7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4" name="Rectangle 110">
                <a:extLst>
                  <a:ext uri="{FF2B5EF4-FFF2-40B4-BE49-F238E27FC236}">
                    <a16:creationId xmlns:a16="http://schemas.microsoft.com/office/drawing/2014/main" id="{49815A37-A2F6-F366-2E54-A2F218D4667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5" name="Rectangle 111">
                <a:extLst>
                  <a:ext uri="{FF2B5EF4-FFF2-40B4-BE49-F238E27FC236}">
                    <a16:creationId xmlns:a16="http://schemas.microsoft.com/office/drawing/2014/main" id="{90D1A63F-E385-871C-3B91-59F5ED9E0E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6" name="Rectangle 112">
                <a:extLst>
                  <a:ext uri="{FF2B5EF4-FFF2-40B4-BE49-F238E27FC236}">
                    <a16:creationId xmlns:a16="http://schemas.microsoft.com/office/drawing/2014/main" id="{37FAF9AD-F264-4C45-BC3D-89FBD29DBE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7" name="Rectangle 113">
                <a:extLst>
                  <a:ext uri="{FF2B5EF4-FFF2-40B4-BE49-F238E27FC236}">
                    <a16:creationId xmlns:a16="http://schemas.microsoft.com/office/drawing/2014/main" id="{47BDD3D5-C9E6-8757-A429-57A98C2202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8" name="Rectangle 114">
                <a:extLst>
                  <a:ext uri="{FF2B5EF4-FFF2-40B4-BE49-F238E27FC236}">
                    <a16:creationId xmlns:a16="http://schemas.microsoft.com/office/drawing/2014/main" id="{7AD1F3E6-7793-EC44-B0B0-E182232A97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499" name="Rectangle 115">
                <a:extLst>
                  <a:ext uri="{FF2B5EF4-FFF2-40B4-BE49-F238E27FC236}">
                    <a16:creationId xmlns:a16="http://schemas.microsoft.com/office/drawing/2014/main" id="{4915A457-79D3-9635-7FFD-00A0D425FA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0" name="Rectangle 116">
                <a:extLst>
                  <a:ext uri="{FF2B5EF4-FFF2-40B4-BE49-F238E27FC236}">
                    <a16:creationId xmlns:a16="http://schemas.microsoft.com/office/drawing/2014/main" id="{659C398E-76F5-E7F2-81D8-7C2E19B2AA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1" name="Rectangle 117">
                <a:extLst>
                  <a:ext uri="{FF2B5EF4-FFF2-40B4-BE49-F238E27FC236}">
                    <a16:creationId xmlns:a16="http://schemas.microsoft.com/office/drawing/2014/main" id="{86A0753B-0C97-A54D-B455-E910E2FC89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2" name="Rectangle 118">
                <a:extLst>
                  <a:ext uri="{FF2B5EF4-FFF2-40B4-BE49-F238E27FC236}">
                    <a16:creationId xmlns:a16="http://schemas.microsoft.com/office/drawing/2014/main" id="{2780FEFC-F769-CA81-9AC0-CCDB8FB63E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3" name="Rectangle 119">
                <a:extLst>
                  <a:ext uri="{FF2B5EF4-FFF2-40B4-BE49-F238E27FC236}">
                    <a16:creationId xmlns:a16="http://schemas.microsoft.com/office/drawing/2014/main" id="{323454B8-2F05-45C9-DBCA-320D5CDD90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4" name="Rectangle 120">
                <a:extLst>
                  <a:ext uri="{FF2B5EF4-FFF2-40B4-BE49-F238E27FC236}">
                    <a16:creationId xmlns:a16="http://schemas.microsoft.com/office/drawing/2014/main" id="{D52ED9E0-F23A-C26F-E48F-8693660F770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5" name="Rectangle 121">
                <a:extLst>
                  <a:ext uri="{FF2B5EF4-FFF2-40B4-BE49-F238E27FC236}">
                    <a16:creationId xmlns:a16="http://schemas.microsoft.com/office/drawing/2014/main" id="{BBE0ACC1-1B6D-A7C9-381C-695E960A46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6" name="Rectangle 122">
                <a:extLst>
                  <a:ext uri="{FF2B5EF4-FFF2-40B4-BE49-F238E27FC236}">
                    <a16:creationId xmlns:a16="http://schemas.microsoft.com/office/drawing/2014/main" id="{87235AF4-3A79-9923-8751-A9B59152A0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7" name="Rectangle 123">
                <a:extLst>
                  <a:ext uri="{FF2B5EF4-FFF2-40B4-BE49-F238E27FC236}">
                    <a16:creationId xmlns:a16="http://schemas.microsoft.com/office/drawing/2014/main" id="{E3FCC883-938F-526E-6B25-7EE761A6E5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8" name="Rectangle 124">
                <a:extLst>
                  <a:ext uri="{FF2B5EF4-FFF2-40B4-BE49-F238E27FC236}">
                    <a16:creationId xmlns:a16="http://schemas.microsoft.com/office/drawing/2014/main" id="{A0A27B36-A567-EB71-DA6C-0A640AA79E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09" name="Rectangle 125">
                <a:extLst>
                  <a:ext uri="{FF2B5EF4-FFF2-40B4-BE49-F238E27FC236}">
                    <a16:creationId xmlns:a16="http://schemas.microsoft.com/office/drawing/2014/main" id="{25E5EC0C-018F-161F-9A3B-F8D46EDFF2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0" name="Rectangle 126">
                <a:extLst>
                  <a:ext uri="{FF2B5EF4-FFF2-40B4-BE49-F238E27FC236}">
                    <a16:creationId xmlns:a16="http://schemas.microsoft.com/office/drawing/2014/main" id="{1E557452-0C27-C1CC-9E56-77F30F0969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1" name="Rectangle 127">
                <a:extLst>
                  <a:ext uri="{FF2B5EF4-FFF2-40B4-BE49-F238E27FC236}">
                    <a16:creationId xmlns:a16="http://schemas.microsoft.com/office/drawing/2014/main" id="{C9D86E42-B72E-0012-82CE-983DE0FB7F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2" name="Rectangle 128">
                <a:extLst>
                  <a:ext uri="{FF2B5EF4-FFF2-40B4-BE49-F238E27FC236}">
                    <a16:creationId xmlns:a16="http://schemas.microsoft.com/office/drawing/2014/main" id="{FBD73EB6-2CD0-4FEF-98F5-7FF1068DEB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3" name="Rectangle 129">
                <a:extLst>
                  <a:ext uri="{FF2B5EF4-FFF2-40B4-BE49-F238E27FC236}">
                    <a16:creationId xmlns:a16="http://schemas.microsoft.com/office/drawing/2014/main" id="{0426D862-D6A8-D688-E777-6C9BB1D7C0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4" name="Rectangle 130">
                <a:extLst>
                  <a:ext uri="{FF2B5EF4-FFF2-40B4-BE49-F238E27FC236}">
                    <a16:creationId xmlns:a16="http://schemas.microsoft.com/office/drawing/2014/main" id="{0A45CA00-74F0-41BD-DA11-081AE891662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5" name="Rectangle 131">
                <a:extLst>
                  <a:ext uri="{FF2B5EF4-FFF2-40B4-BE49-F238E27FC236}">
                    <a16:creationId xmlns:a16="http://schemas.microsoft.com/office/drawing/2014/main" id="{ED6AD504-A417-5EDA-C68E-FAFC1DE1129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6" name="Rectangle 132">
                <a:extLst>
                  <a:ext uri="{FF2B5EF4-FFF2-40B4-BE49-F238E27FC236}">
                    <a16:creationId xmlns:a16="http://schemas.microsoft.com/office/drawing/2014/main" id="{11BBBFC6-D3AC-6ABD-CF96-0514F5A115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7" name="Rectangle 133">
                <a:extLst>
                  <a:ext uri="{FF2B5EF4-FFF2-40B4-BE49-F238E27FC236}">
                    <a16:creationId xmlns:a16="http://schemas.microsoft.com/office/drawing/2014/main" id="{8043778D-D77C-2B86-D7CE-E7CEF5F4D2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8" name="Rectangle 134">
                <a:extLst>
                  <a:ext uri="{FF2B5EF4-FFF2-40B4-BE49-F238E27FC236}">
                    <a16:creationId xmlns:a16="http://schemas.microsoft.com/office/drawing/2014/main" id="{4991DE9C-339C-9DE9-D8A9-B092C54869B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19" name="Rectangle 135">
                <a:extLst>
                  <a:ext uri="{FF2B5EF4-FFF2-40B4-BE49-F238E27FC236}">
                    <a16:creationId xmlns:a16="http://schemas.microsoft.com/office/drawing/2014/main" id="{0AD99FA5-2FA6-CB0C-116E-0425D2ADCF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20" name="Rectangle 136">
                <a:extLst>
                  <a:ext uri="{FF2B5EF4-FFF2-40B4-BE49-F238E27FC236}">
                    <a16:creationId xmlns:a16="http://schemas.microsoft.com/office/drawing/2014/main" id="{971390E2-B639-8392-C838-C6C3135179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21" name="Rectangle 137">
                <a:extLst>
                  <a:ext uri="{FF2B5EF4-FFF2-40B4-BE49-F238E27FC236}">
                    <a16:creationId xmlns:a16="http://schemas.microsoft.com/office/drawing/2014/main" id="{60DD774D-B40E-BB26-0C40-1C2FF32F58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22" name="Freeform 138">
                <a:extLst>
                  <a:ext uri="{FF2B5EF4-FFF2-40B4-BE49-F238E27FC236}">
                    <a16:creationId xmlns:a16="http://schemas.microsoft.com/office/drawing/2014/main" id="{820991DD-0382-29F3-9873-BE4E85673F1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23" name="Freeform 139">
                <a:extLst>
                  <a:ext uri="{FF2B5EF4-FFF2-40B4-BE49-F238E27FC236}">
                    <a16:creationId xmlns:a16="http://schemas.microsoft.com/office/drawing/2014/main" id="{4C6CDDD1-2E72-4221-E6B0-AC98A8B0194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24" name="Freeform 140">
                <a:extLst>
                  <a:ext uri="{FF2B5EF4-FFF2-40B4-BE49-F238E27FC236}">
                    <a16:creationId xmlns:a16="http://schemas.microsoft.com/office/drawing/2014/main" id="{0922C32B-3AF9-FC6D-690D-289D77ED135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25" name="Freeform 141">
                <a:extLst>
                  <a:ext uri="{FF2B5EF4-FFF2-40B4-BE49-F238E27FC236}">
                    <a16:creationId xmlns:a16="http://schemas.microsoft.com/office/drawing/2014/main" id="{E543BF2D-DF8B-53DC-A6EF-DB3FF306C3D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26" name="Freeform 142">
                <a:extLst>
                  <a:ext uri="{FF2B5EF4-FFF2-40B4-BE49-F238E27FC236}">
                    <a16:creationId xmlns:a16="http://schemas.microsoft.com/office/drawing/2014/main" id="{9E83F8CC-140F-7653-8DC1-A4B1653697F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27" name="Freeform 143">
                <a:extLst>
                  <a:ext uri="{FF2B5EF4-FFF2-40B4-BE49-F238E27FC236}">
                    <a16:creationId xmlns:a16="http://schemas.microsoft.com/office/drawing/2014/main" id="{7BC342A7-72FF-53C4-474C-B31075BFD78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28" name="Freeform 144">
                <a:extLst>
                  <a:ext uri="{FF2B5EF4-FFF2-40B4-BE49-F238E27FC236}">
                    <a16:creationId xmlns:a16="http://schemas.microsoft.com/office/drawing/2014/main" id="{06E0C287-545A-CF72-29D3-905CEDEE650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29" name="Freeform 145">
                <a:extLst>
                  <a:ext uri="{FF2B5EF4-FFF2-40B4-BE49-F238E27FC236}">
                    <a16:creationId xmlns:a16="http://schemas.microsoft.com/office/drawing/2014/main" id="{5BCA6D7C-8F29-B722-EE24-D382BC82BED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30" name="Freeform 146">
                <a:extLst>
                  <a:ext uri="{FF2B5EF4-FFF2-40B4-BE49-F238E27FC236}">
                    <a16:creationId xmlns:a16="http://schemas.microsoft.com/office/drawing/2014/main" id="{7EFA80F4-C969-39D4-5003-0DA5DC46A50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31" name="Rectangle 147">
                <a:extLst>
                  <a:ext uri="{FF2B5EF4-FFF2-40B4-BE49-F238E27FC236}">
                    <a16:creationId xmlns:a16="http://schemas.microsoft.com/office/drawing/2014/main" id="{737B8256-1204-B680-8DF9-EE8C4407DF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32" name="Rectangle 148">
                <a:extLst>
                  <a:ext uri="{FF2B5EF4-FFF2-40B4-BE49-F238E27FC236}">
                    <a16:creationId xmlns:a16="http://schemas.microsoft.com/office/drawing/2014/main" id="{6484F592-2E85-FDEB-A67A-CD57A1B114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533" name="Freeform 149">
                <a:extLst>
                  <a:ext uri="{FF2B5EF4-FFF2-40B4-BE49-F238E27FC236}">
                    <a16:creationId xmlns:a16="http://schemas.microsoft.com/office/drawing/2014/main" id="{B54A8D27-8BE1-3643-C3F4-E4CE950E596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34" name="Freeform 150">
                <a:extLst>
                  <a:ext uri="{FF2B5EF4-FFF2-40B4-BE49-F238E27FC236}">
                    <a16:creationId xmlns:a16="http://schemas.microsoft.com/office/drawing/2014/main" id="{86B4F45C-1F63-E098-DE4E-FA0D9181EE6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35" name="Freeform 151">
                <a:extLst>
                  <a:ext uri="{FF2B5EF4-FFF2-40B4-BE49-F238E27FC236}">
                    <a16:creationId xmlns:a16="http://schemas.microsoft.com/office/drawing/2014/main" id="{0E62C1CA-337B-0824-747C-42123E0E98F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36" name="Oval 152">
                <a:extLst>
                  <a:ext uri="{FF2B5EF4-FFF2-40B4-BE49-F238E27FC236}">
                    <a16:creationId xmlns:a16="http://schemas.microsoft.com/office/drawing/2014/main" id="{E7365911-39C4-DC56-6678-22ADF1DCFC6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6537" name="Rectangle 153">
            <a:extLst>
              <a:ext uri="{FF2B5EF4-FFF2-40B4-BE49-F238E27FC236}">
                <a16:creationId xmlns:a16="http://schemas.microsoft.com/office/drawing/2014/main" id="{E17F511B-28C2-515F-679B-207ACA23657C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6538" name="Rectangle 154">
            <a:extLst>
              <a:ext uri="{FF2B5EF4-FFF2-40B4-BE49-F238E27FC236}">
                <a16:creationId xmlns:a16="http://schemas.microsoft.com/office/drawing/2014/main" id="{980B596A-02B0-5F13-2C1F-C59CD3DE429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6539" name="Rectangle 155">
            <a:extLst>
              <a:ext uri="{FF2B5EF4-FFF2-40B4-BE49-F238E27FC236}">
                <a16:creationId xmlns:a16="http://schemas.microsoft.com/office/drawing/2014/main" id="{E99BD180-BB79-952B-5950-E5B98B0F6CB6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6540" name="Rectangle 156">
            <a:extLst>
              <a:ext uri="{FF2B5EF4-FFF2-40B4-BE49-F238E27FC236}">
                <a16:creationId xmlns:a16="http://schemas.microsoft.com/office/drawing/2014/main" id="{73A6C27A-720F-75CE-4887-9EA6F69ADC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6541" name="Rectangle 157">
            <a:extLst>
              <a:ext uri="{FF2B5EF4-FFF2-40B4-BE49-F238E27FC236}">
                <a16:creationId xmlns:a16="http://schemas.microsoft.com/office/drawing/2014/main" id="{B4E923A2-22D1-A2D0-CC6C-7A2D4E6C23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09AF66C7-6565-4E62-BD37-91B95A71C7C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5CDAF-EC09-BB5F-D49B-1DBD3110E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A211B0-C2B4-6461-525A-3EF68194E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FB4695-37A7-9A3E-87DE-74BA2DB5A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CE7C90-2833-AE5F-04DE-F173F141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0626CE-2065-690C-FD49-CFF964903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B37515-D872-4A18-BA2B-8236C06354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16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2E62F-0F58-0B26-F50D-5DD6DF5C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F5EF78-1FFE-47B2-EDE3-F82A07C30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368C9F-A13C-B4D3-F181-88ECAC20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627C8A-E399-694F-4516-520B0674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9C789D-DD53-6EAA-C0A3-30558A50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DA8AF-31D2-41FC-8B00-7AEF69CE5C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4446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64FE9-66B7-2237-2075-B3358E41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58ECD9-2766-8B43-12EA-AE4F6530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7F26BF-D7F6-C130-B7D1-5D09ED5EC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8538A4-6A26-3418-A66D-D5C30BA0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6B04B3-06CC-AFAF-F95F-655293777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C50F90-EDDD-A51A-0729-75600F33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DCF4AE-08E1-45B9-BAFB-A300DEA997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762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AB0B4-3AAE-D8CF-B427-CCB1F511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791C59-7127-C2DF-28D7-4C807D10B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C6C070-1C9D-639E-FE02-9F9ADFFCB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80AECF2-E69C-B6C4-7BEF-EBC832D07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15CF21-26FF-7512-7E4F-625E88DD5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6B1B8C-5BB9-4E99-903C-535CC850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028BEEC-9C34-C17E-BBA5-702BC080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D9AF45C-4D05-B964-882F-B4E2CF38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046D7-2094-447E-A431-627F3E0199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1428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BFAF7-55F7-B5A1-C83F-1E73DE6E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600C49-B8C1-FCA7-4BDA-8F1144D4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8C729D-BA9B-69F5-98B8-D3D1C70E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68652B-ED64-8A04-0900-3EED5683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135D6A-B457-4199-A13F-CCEE72805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216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559E77-5586-BD31-AE3A-FB9052C2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276F72-68C3-B13D-3DD4-65611C79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0F07B7-9F52-0CDA-3194-279066E9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9F1DE8-4755-4C87-9B4D-F6C7F84591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477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82BF0-EFBB-E547-AB00-D0D2362C3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48FF8E-7EA5-E6CD-56B7-09EEE78E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155C58-A62D-8302-2FDE-31506AB17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3347E4-FA68-7141-F97F-7CD9F776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437F07-B0A2-7484-F4C6-F28B0AE3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5B9CC6-CC23-E4A3-DCE7-142EC1E3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88063-699E-48CE-B037-73D3798CDE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757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BBEAD-1253-A59D-46B6-3527BA37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6DB515F-00A3-37BF-69F1-8ED13F283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16DDF8-6CF1-0266-06E9-524C4580A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C40D76-658B-83CD-CC05-161E1B64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583DF8-A301-9C8F-C884-BD245A7F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EA1B7C-6435-21E2-37BB-5D57CE3A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EBAB4-193C-491A-9983-07775F4747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599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B51FE-E8D5-44D9-595E-6708FF55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2CB797-FE04-762F-FCB3-BE864A725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03C473-ACFB-B6E5-3C50-DF90CC8F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7FCF03-DA98-3CA4-248F-BE250E41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7D5162-D597-67B3-D306-8596CFFE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BF63CD-E3B0-49FD-A57E-A464AB4583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1331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7D0CB1-2469-38E2-D472-87E74F6CC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FCD997-BC09-48CB-CE9E-E8541AF90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582517-9C97-E715-86E7-36CBE002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79865B-4A45-9E20-8741-A0EFADC35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DFBDEC-5B9C-D2C3-6F58-DC267AD0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FFB25-6CBE-47F9-8983-95B1145A01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40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9098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EFB9EDBE-2C69-D51C-FFED-F475A4158CC1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15363" name="Group 3">
              <a:extLst>
                <a:ext uri="{FF2B5EF4-FFF2-40B4-BE49-F238E27FC236}">
                  <a16:creationId xmlns:a16="http://schemas.microsoft.com/office/drawing/2014/main" id="{10C84431-55C7-B9B4-5FDD-5CEA39A19D2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5364" name="Freeform 4">
                <a:extLst>
                  <a:ext uri="{FF2B5EF4-FFF2-40B4-BE49-F238E27FC236}">
                    <a16:creationId xmlns:a16="http://schemas.microsoft.com/office/drawing/2014/main" id="{2AEB7162-1F4C-CA86-16D0-583BF800307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65" name="Freeform 5">
                <a:extLst>
                  <a:ext uri="{FF2B5EF4-FFF2-40B4-BE49-F238E27FC236}">
                    <a16:creationId xmlns:a16="http://schemas.microsoft.com/office/drawing/2014/main" id="{6ED71F62-1303-95C1-FD3B-0D2F355C401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66" name="Freeform 6">
                <a:extLst>
                  <a:ext uri="{FF2B5EF4-FFF2-40B4-BE49-F238E27FC236}">
                    <a16:creationId xmlns:a16="http://schemas.microsoft.com/office/drawing/2014/main" id="{31D8583C-2F38-BB52-8A2F-EA040D75026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67" name="Freeform 7">
                <a:extLst>
                  <a:ext uri="{FF2B5EF4-FFF2-40B4-BE49-F238E27FC236}">
                    <a16:creationId xmlns:a16="http://schemas.microsoft.com/office/drawing/2014/main" id="{FCB3B4A9-6BA6-B480-2738-455B9546660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68" name="Freeform 8">
                <a:extLst>
                  <a:ext uri="{FF2B5EF4-FFF2-40B4-BE49-F238E27FC236}">
                    <a16:creationId xmlns:a16="http://schemas.microsoft.com/office/drawing/2014/main" id="{0C561605-41F5-4319-44D4-00856C3D8B6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69" name="Freeform 9">
                <a:extLst>
                  <a:ext uri="{FF2B5EF4-FFF2-40B4-BE49-F238E27FC236}">
                    <a16:creationId xmlns:a16="http://schemas.microsoft.com/office/drawing/2014/main" id="{83A3C8EC-E439-6A39-2683-720F74499C1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70" name="Freeform 10">
                <a:extLst>
                  <a:ext uri="{FF2B5EF4-FFF2-40B4-BE49-F238E27FC236}">
                    <a16:creationId xmlns:a16="http://schemas.microsoft.com/office/drawing/2014/main" id="{589EE526-CE6B-0AF9-4B94-6CA05CA82C8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71" name="Freeform 11">
                <a:extLst>
                  <a:ext uri="{FF2B5EF4-FFF2-40B4-BE49-F238E27FC236}">
                    <a16:creationId xmlns:a16="http://schemas.microsoft.com/office/drawing/2014/main" id="{C870D8D6-083D-389E-2CE7-04F9A754A91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72" name="Freeform 12">
                <a:extLst>
                  <a:ext uri="{FF2B5EF4-FFF2-40B4-BE49-F238E27FC236}">
                    <a16:creationId xmlns:a16="http://schemas.microsoft.com/office/drawing/2014/main" id="{765A7E79-74C2-B9A8-3740-5D2AE3907CE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73" name="Freeform 13">
                <a:extLst>
                  <a:ext uri="{FF2B5EF4-FFF2-40B4-BE49-F238E27FC236}">
                    <a16:creationId xmlns:a16="http://schemas.microsoft.com/office/drawing/2014/main" id="{C74911F9-0CF8-DF91-B930-7321EF38AF0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74" name="Freeform 14">
                <a:extLst>
                  <a:ext uri="{FF2B5EF4-FFF2-40B4-BE49-F238E27FC236}">
                    <a16:creationId xmlns:a16="http://schemas.microsoft.com/office/drawing/2014/main" id="{D350564A-72AE-BF42-0872-587696FD1B8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75" name="Freeform 15">
                <a:extLst>
                  <a:ext uri="{FF2B5EF4-FFF2-40B4-BE49-F238E27FC236}">
                    <a16:creationId xmlns:a16="http://schemas.microsoft.com/office/drawing/2014/main" id="{103446CD-95FC-D3DB-F77F-4E2805D53B6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76" name="Freeform 16">
                <a:extLst>
                  <a:ext uri="{FF2B5EF4-FFF2-40B4-BE49-F238E27FC236}">
                    <a16:creationId xmlns:a16="http://schemas.microsoft.com/office/drawing/2014/main" id="{0488ACB4-1935-741D-8D88-E39D36293A8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5377" name="Group 17">
              <a:extLst>
                <a:ext uri="{FF2B5EF4-FFF2-40B4-BE49-F238E27FC236}">
                  <a16:creationId xmlns:a16="http://schemas.microsoft.com/office/drawing/2014/main" id="{F666154C-ED3E-90C0-559E-7E48C0E8583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15378" name="Rectangle 18">
                <a:extLst>
                  <a:ext uri="{FF2B5EF4-FFF2-40B4-BE49-F238E27FC236}">
                    <a16:creationId xmlns:a16="http://schemas.microsoft.com/office/drawing/2014/main" id="{905984B8-3CA7-0B81-5C3C-D9FCCED7180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79" name="Rectangle 19">
                <a:extLst>
                  <a:ext uri="{FF2B5EF4-FFF2-40B4-BE49-F238E27FC236}">
                    <a16:creationId xmlns:a16="http://schemas.microsoft.com/office/drawing/2014/main" id="{D24DB8E2-CBD5-8CFB-1EEC-BB7CB3AE16D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0" name="Rectangle 20">
                <a:extLst>
                  <a:ext uri="{FF2B5EF4-FFF2-40B4-BE49-F238E27FC236}">
                    <a16:creationId xmlns:a16="http://schemas.microsoft.com/office/drawing/2014/main" id="{882E7C05-CC7C-3A26-2B5A-39BE0606FD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1" name="Rectangle 21">
                <a:extLst>
                  <a:ext uri="{FF2B5EF4-FFF2-40B4-BE49-F238E27FC236}">
                    <a16:creationId xmlns:a16="http://schemas.microsoft.com/office/drawing/2014/main" id="{6BF0A988-A251-355B-7527-FE047EADD0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2" name="Rectangle 22">
                <a:extLst>
                  <a:ext uri="{FF2B5EF4-FFF2-40B4-BE49-F238E27FC236}">
                    <a16:creationId xmlns:a16="http://schemas.microsoft.com/office/drawing/2014/main" id="{C81B1D5A-2803-DD9C-ACCC-760C3ECF0F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3" name="Rectangle 23">
                <a:extLst>
                  <a:ext uri="{FF2B5EF4-FFF2-40B4-BE49-F238E27FC236}">
                    <a16:creationId xmlns:a16="http://schemas.microsoft.com/office/drawing/2014/main" id="{1A39DCEA-82EF-DEEA-6E22-E85599AAC8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4" name="Rectangle 24">
                <a:extLst>
                  <a:ext uri="{FF2B5EF4-FFF2-40B4-BE49-F238E27FC236}">
                    <a16:creationId xmlns:a16="http://schemas.microsoft.com/office/drawing/2014/main" id="{4D158093-C234-4D19-6A54-C8114DB8B0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5" name="Rectangle 25">
                <a:extLst>
                  <a:ext uri="{FF2B5EF4-FFF2-40B4-BE49-F238E27FC236}">
                    <a16:creationId xmlns:a16="http://schemas.microsoft.com/office/drawing/2014/main" id="{103E0FBD-CD22-2A22-F8F3-843D46AEDC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6" name="Rectangle 26">
                <a:extLst>
                  <a:ext uri="{FF2B5EF4-FFF2-40B4-BE49-F238E27FC236}">
                    <a16:creationId xmlns:a16="http://schemas.microsoft.com/office/drawing/2014/main" id="{656C109D-104A-F03C-A5BB-FC77750357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7" name="Rectangle 27">
                <a:extLst>
                  <a:ext uri="{FF2B5EF4-FFF2-40B4-BE49-F238E27FC236}">
                    <a16:creationId xmlns:a16="http://schemas.microsoft.com/office/drawing/2014/main" id="{DA1E12D0-B031-40C8-DE9F-DDA9E5F457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8" name="Rectangle 28">
                <a:extLst>
                  <a:ext uri="{FF2B5EF4-FFF2-40B4-BE49-F238E27FC236}">
                    <a16:creationId xmlns:a16="http://schemas.microsoft.com/office/drawing/2014/main" id="{ED07A1B2-8E8C-7CC0-37C1-F9221AB10E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89" name="Rectangle 29">
                <a:extLst>
                  <a:ext uri="{FF2B5EF4-FFF2-40B4-BE49-F238E27FC236}">
                    <a16:creationId xmlns:a16="http://schemas.microsoft.com/office/drawing/2014/main" id="{48BEB7E1-69C1-7445-F171-0020184025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0" name="Rectangle 30">
                <a:extLst>
                  <a:ext uri="{FF2B5EF4-FFF2-40B4-BE49-F238E27FC236}">
                    <a16:creationId xmlns:a16="http://schemas.microsoft.com/office/drawing/2014/main" id="{3CCF2905-0EE0-B39C-2206-17A96BC60D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1" name="Rectangle 31">
                <a:extLst>
                  <a:ext uri="{FF2B5EF4-FFF2-40B4-BE49-F238E27FC236}">
                    <a16:creationId xmlns:a16="http://schemas.microsoft.com/office/drawing/2014/main" id="{4BA5BB16-49E3-770C-B114-3756CBC463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2" name="Rectangle 32">
                <a:extLst>
                  <a:ext uri="{FF2B5EF4-FFF2-40B4-BE49-F238E27FC236}">
                    <a16:creationId xmlns:a16="http://schemas.microsoft.com/office/drawing/2014/main" id="{E63D6188-90CA-3C23-C6A0-1E6B5575DE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3" name="Rectangle 33">
                <a:extLst>
                  <a:ext uri="{FF2B5EF4-FFF2-40B4-BE49-F238E27FC236}">
                    <a16:creationId xmlns:a16="http://schemas.microsoft.com/office/drawing/2014/main" id="{140F6674-9460-CCBC-24A0-5D16652502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4" name="Rectangle 34">
                <a:extLst>
                  <a:ext uri="{FF2B5EF4-FFF2-40B4-BE49-F238E27FC236}">
                    <a16:creationId xmlns:a16="http://schemas.microsoft.com/office/drawing/2014/main" id="{43464AA6-4F5F-E370-2EE9-D6BB45F564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5" name="Rectangle 35">
                <a:extLst>
                  <a:ext uri="{FF2B5EF4-FFF2-40B4-BE49-F238E27FC236}">
                    <a16:creationId xmlns:a16="http://schemas.microsoft.com/office/drawing/2014/main" id="{57C918E8-028D-1A47-D69B-3A98C0E100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6" name="Rectangle 36">
                <a:extLst>
                  <a:ext uri="{FF2B5EF4-FFF2-40B4-BE49-F238E27FC236}">
                    <a16:creationId xmlns:a16="http://schemas.microsoft.com/office/drawing/2014/main" id="{72836FC5-07A3-BA98-48B3-45796059BE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7" name="Rectangle 37">
                <a:extLst>
                  <a:ext uri="{FF2B5EF4-FFF2-40B4-BE49-F238E27FC236}">
                    <a16:creationId xmlns:a16="http://schemas.microsoft.com/office/drawing/2014/main" id="{23F0F64B-F910-E2A9-5D08-9D6700B04A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8" name="Rectangle 38">
                <a:extLst>
                  <a:ext uri="{FF2B5EF4-FFF2-40B4-BE49-F238E27FC236}">
                    <a16:creationId xmlns:a16="http://schemas.microsoft.com/office/drawing/2014/main" id="{E061B457-9657-D26A-0EE2-E8941109DEF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399" name="Rectangle 39">
                <a:extLst>
                  <a:ext uri="{FF2B5EF4-FFF2-40B4-BE49-F238E27FC236}">
                    <a16:creationId xmlns:a16="http://schemas.microsoft.com/office/drawing/2014/main" id="{5FD1B84A-DE01-D858-0B27-133A248071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0" name="Rectangle 40">
                <a:extLst>
                  <a:ext uri="{FF2B5EF4-FFF2-40B4-BE49-F238E27FC236}">
                    <a16:creationId xmlns:a16="http://schemas.microsoft.com/office/drawing/2014/main" id="{9F732EBC-86EE-EDB1-162D-1BCC34ED61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1" name="Rectangle 41">
                <a:extLst>
                  <a:ext uri="{FF2B5EF4-FFF2-40B4-BE49-F238E27FC236}">
                    <a16:creationId xmlns:a16="http://schemas.microsoft.com/office/drawing/2014/main" id="{A932ED48-5E05-1C3A-73A8-FD461B5AB5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2" name="Rectangle 42">
                <a:extLst>
                  <a:ext uri="{FF2B5EF4-FFF2-40B4-BE49-F238E27FC236}">
                    <a16:creationId xmlns:a16="http://schemas.microsoft.com/office/drawing/2014/main" id="{BC9A029E-A9F5-8CEC-39E4-925A7DEBFA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3" name="Rectangle 43">
                <a:extLst>
                  <a:ext uri="{FF2B5EF4-FFF2-40B4-BE49-F238E27FC236}">
                    <a16:creationId xmlns:a16="http://schemas.microsoft.com/office/drawing/2014/main" id="{5EDD08EE-3A88-030A-05D9-85C7250E26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4" name="Rectangle 44">
                <a:extLst>
                  <a:ext uri="{FF2B5EF4-FFF2-40B4-BE49-F238E27FC236}">
                    <a16:creationId xmlns:a16="http://schemas.microsoft.com/office/drawing/2014/main" id="{B50816B5-5170-F4C2-FDC9-3BA4C680A0E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5" name="Rectangle 45">
                <a:extLst>
                  <a:ext uri="{FF2B5EF4-FFF2-40B4-BE49-F238E27FC236}">
                    <a16:creationId xmlns:a16="http://schemas.microsoft.com/office/drawing/2014/main" id="{7A7473D3-B1BA-07C9-B053-84137C5B5FD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6" name="Rectangle 46">
                <a:extLst>
                  <a:ext uri="{FF2B5EF4-FFF2-40B4-BE49-F238E27FC236}">
                    <a16:creationId xmlns:a16="http://schemas.microsoft.com/office/drawing/2014/main" id="{4FA31A6D-BCD4-18F9-FD2A-096780F28C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7" name="Rectangle 47">
                <a:extLst>
                  <a:ext uri="{FF2B5EF4-FFF2-40B4-BE49-F238E27FC236}">
                    <a16:creationId xmlns:a16="http://schemas.microsoft.com/office/drawing/2014/main" id="{B1CD78B3-AF15-6CBE-ABCD-A761486057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8" name="Rectangle 48">
                <a:extLst>
                  <a:ext uri="{FF2B5EF4-FFF2-40B4-BE49-F238E27FC236}">
                    <a16:creationId xmlns:a16="http://schemas.microsoft.com/office/drawing/2014/main" id="{B1647D24-E8F8-0C75-154D-B22E3DADBC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09" name="Rectangle 49">
                <a:extLst>
                  <a:ext uri="{FF2B5EF4-FFF2-40B4-BE49-F238E27FC236}">
                    <a16:creationId xmlns:a16="http://schemas.microsoft.com/office/drawing/2014/main" id="{F90E996D-1C8C-4B30-15D6-528190D26F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0" name="Rectangle 50">
                <a:extLst>
                  <a:ext uri="{FF2B5EF4-FFF2-40B4-BE49-F238E27FC236}">
                    <a16:creationId xmlns:a16="http://schemas.microsoft.com/office/drawing/2014/main" id="{E397579E-ECC4-7151-8CEB-FF36A056C5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1" name="Rectangle 51">
                <a:extLst>
                  <a:ext uri="{FF2B5EF4-FFF2-40B4-BE49-F238E27FC236}">
                    <a16:creationId xmlns:a16="http://schemas.microsoft.com/office/drawing/2014/main" id="{833E2E2F-73BB-2041-C213-A7962AB11F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2" name="Rectangle 52">
                <a:extLst>
                  <a:ext uri="{FF2B5EF4-FFF2-40B4-BE49-F238E27FC236}">
                    <a16:creationId xmlns:a16="http://schemas.microsoft.com/office/drawing/2014/main" id="{0E773C11-9B21-6387-CDB5-7B03B1F18D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3" name="Rectangle 53">
                <a:extLst>
                  <a:ext uri="{FF2B5EF4-FFF2-40B4-BE49-F238E27FC236}">
                    <a16:creationId xmlns:a16="http://schemas.microsoft.com/office/drawing/2014/main" id="{F0088482-2FC3-491D-08CB-DB1E56D999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4" name="Rectangle 54">
                <a:extLst>
                  <a:ext uri="{FF2B5EF4-FFF2-40B4-BE49-F238E27FC236}">
                    <a16:creationId xmlns:a16="http://schemas.microsoft.com/office/drawing/2014/main" id="{E0039887-E6ED-C45B-DB1A-C3560C7C5F4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5" name="Rectangle 55">
                <a:extLst>
                  <a:ext uri="{FF2B5EF4-FFF2-40B4-BE49-F238E27FC236}">
                    <a16:creationId xmlns:a16="http://schemas.microsoft.com/office/drawing/2014/main" id="{0CFEA427-A272-63B4-8DA3-061F792539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6" name="Rectangle 56">
                <a:extLst>
                  <a:ext uri="{FF2B5EF4-FFF2-40B4-BE49-F238E27FC236}">
                    <a16:creationId xmlns:a16="http://schemas.microsoft.com/office/drawing/2014/main" id="{212D8C2C-96FE-538B-4511-922B1A0FDC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7" name="Rectangle 57">
                <a:extLst>
                  <a:ext uri="{FF2B5EF4-FFF2-40B4-BE49-F238E27FC236}">
                    <a16:creationId xmlns:a16="http://schemas.microsoft.com/office/drawing/2014/main" id="{38CDB81F-2527-D114-5925-569D6905B4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8" name="Rectangle 58">
                <a:extLst>
                  <a:ext uri="{FF2B5EF4-FFF2-40B4-BE49-F238E27FC236}">
                    <a16:creationId xmlns:a16="http://schemas.microsoft.com/office/drawing/2014/main" id="{B64FD39A-613A-C379-CCF7-580FAAF780D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19" name="Rectangle 59">
                <a:extLst>
                  <a:ext uri="{FF2B5EF4-FFF2-40B4-BE49-F238E27FC236}">
                    <a16:creationId xmlns:a16="http://schemas.microsoft.com/office/drawing/2014/main" id="{F023BC34-CCA4-575C-95E6-B99896F1BF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0" name="Rectangle 60">
                <a:extLst>
                  <a:ext uri="{FF2B5EF4-FFF2-40B4-BE49-F238E27FC236}">
                    <a16:creationId xmlns:a16="http://schemas.microsoft.com/office/drawing/2014/main" id="{4AAAA088-02A9-9FBF-0BCA-69BF44118C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1" name="Rectangle 61">
                <a:extLst>
                  <a:ext uri="{FF2B5EF4-FFF2-40B4-BE49-F238E27FC236}">
                    <a16:creationId xmlns:a16="http://schemas.microsoft.com/office/drawing/2014/main" id="{79E9574F-8C39-8506-05AF-841A48E2842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2" name="Rectangle 62">
                <a:extLst>
                  <a:ext uri="{FF2B5EF4-FFF2-40B4-BE49-F238E27FC236}">
                    <a16:creationId xmlns:a16="http://schemas.microsoft.com/office/drawing/2014/main" id="{2A7971CF-6FD6-C6DD-C23C-AE25BAFE0E4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3" name="Rectangle 63">
                <a:extLst>
                  <a:ext uri="{FF2B5EF4-FFF2-40B4-BE49-F238E27FC236}">
                    <a16:creationId xmlns:a16="http://schemas.microsoft.com/office/drawing/2014/main" id="{6F16D4D8-D4EC-373C-FEBF-AAFF7F5DCB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4" name="Rectangle 64">
                <a:extLst>
                  <a:ext uri="{FF2B5EF4-FFF2-40B4-BE49-F238E27FC236}">
                    <a16:creationId xmlns:a16="http://schemas.microsoft.com/office/drawing/2014/main" id="{1439B1AC-883B-94B1-7E65-A741FF570F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5" name="Rectangle 65">
                <a:extLst>
                  <a:ext uri="{FF2B5EF4-FFF2-40B4-BE49-F238E27FC236}">
                    <a16:creationId xmlns:a16="http://schemas.microsoft.com/office/drawing/2014/main" id="{4AEE0F24-CC63-499B-1CA5-BFE3A38C6E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6" name="Rectangle 66">
                <a:extLst>
                  <a:ext uri="{FF2B5EF4-FFF2-40B4-BE49-F238E27FC236}">
                    <a16:creationId xmlns:a16="http://schemas.microsoft.com/office/drawing/2014/main" id="{92768D95-705C-CCC3-EA4F-33163CAC35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7" name="Rectangle 67">
                <a:extLst>
                  <a:ext uri="{FF2B5EF4-FFF2-40B4-BE49-F238E27FC236}">
                    <a16:creationId xmlns:a16="http://schemas.microsoft.com/office/drawing/2014/main" id="{B6606029-3041-2D49-4EEC-92F11D7E3C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8" name="Rectangle 68">
                <a:extLst>
                  <a:ext uri="{FF2B5EF4-FFF2-40B4-BE49-F238E27FC236}">
                    <a16:creationId xmlns:a16="http://schemas.microsoft.com/office/drawing/2014/main" id="{6037A116-CDB6-E64D-32E8-0A8B0C774A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29" name="Rectangle 69">
                <a:extLst>
                  <a:ext uri="{FF2B5EF4-FFF2-40B4-BE49-F238E27FC236}">
                    <a16:creationId xmlns:a16="http://schemas.microsoft.com/office/drawing/2014/main" id="{CC3E4E00-97FF-F6B0-67D5-AA3EFF8407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0" name="Rectangle 70">
                <a:extLst>
                  <a:ext uri="{FF2B5EF4-FFF2-40B4-BE49-F238E27FC236}">
                    <a16:creationId xmlns:a16="http://schemas.microsoft.com/office/drawing/2014/main" id="{2B435DA4-CA78-F59F-9964-7DCDF1E322B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1" name="Rectangle 71">
                <a:extLst>
                  <a:ext uri="{FF2B5EF4-FFF2-40B4-BE49-F238E27FC236}">
                    <a16:creationId xmlns:a16="http://schemas.microsoft.com/office/drawing/2014/main" id="{6B2F5AED-ECD7-3F6E-C4F4-D14E4E058E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2" name="Rectangle 72">
                <a:extLst>
                  <a:ext uri="{FF2B5EF4-FFF2-40B4-BE49-F238E27FC236}">
                    <a16:creationId xmlns:a16="http://schemas.microsoft.com/office/drawing/2014/main" id="{88707318-16C4-6345-70F5-B9083BC675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3" name="Rectangle 73">
                <a:extLst>
                  <a:ext uri="{FF2B5EF4-FFF2-40B4-BE49-F238E27FC236}">
                    <a16:creationId xmlns:a16="http://schemas.microsoft.com/office/drawing/2014/main" id="{FC8C5975-CB68-E1F8-8556-180FBCDC19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4" name="Rectangle 74">
                <a:extLst>
                  <a:ext uri="{FF2B5EF4-FFF2-40B4-BE49-F238E27FC236}">
                    <a16:creationId xmlns:a16="http://schemas.microsoft.com/office/drawing/2014/main" id="{D0BAC60D-F8CD-7F62-D74B-013076F4C1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5" name="Rectangle 75">
                <a:extLst>
                  <a:ext uri="{FF2B5EF4-FFF2-40B4-BE49-F238E27FC236}">
                    <a16:creationId xmlns:a16="http://schemas.microsoft.com/office/drawing/2014/main" id="{3C2913D6-DC9E-80B3-279A-1CBC1F17DE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6" name="Rectangle 76">
                <a:extLst>
                  <a:ext uri="{FF2B5EF4-FFF2-40B4-BE49-F238E27FC236}">
                    <a16:creationId xmlns:a16="http://schemas.microsoft.com/office/drawing/2014/main" id="{BC8FBBC9-BCBC-51D3-F4F7-C4B233ADB7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7" name="Rectangle 77">
                <a:extLst>
                  <a:ext uri="{FF2B5EF4-FFF2-40B4-BE49-F238E27FC236}">
                    <a16:creationId xmlns:a16="http://schemas.microsoft.com/office/drawing/2014/main" id="{3B6CE026-4F56-5461-B7B5-91F1FD44260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8" name="Rectangle 78">
                <a:extLst>
                  <a:ext uri="{FF2B5EF4-FFF2-40B4-BE49-F238E27FC236}">
                    <a16:creationId xmlns:a16="http://schemas.microsoft.com/office/drawing/2014/main" id="{CFB6A6FF-E5A4-6E17-5E73-C59C8BF3F33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39" name="Rectangle 79">
                <a:extLst>
                  <a:ext uri="{FF2B5EF4-FFF2-40B4-BE49-F238E27FC236}">
                    <a16:creationId xmlns:a16="http://schemas.microsoft.com/office/drawing/2014/main" id="{25B1D4AE-314D-1D87-F7BC-C645D313C4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0" name="Rectangle 80">
                <a:extLst>
                  <a:ext uri="{FF2B5EF4-FFF2-40B4-BE49-F238E27FC236}">
                    <a16:creationId xmlns:a16="http://schemas.microsoft.com/office/drawing/2014/main" id="{BEDF31AF-99B1-7027-6288-12ACFBB528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1" name="Freeform 81">
                <a:extLst>
                  <a:ext uri="{FF2B5EF4-FFF2-40B4-BE49-F238E27FC236}">
                    <a16:creationId xmlns:a16="http://schemas.microsoft.com/office/drawing/2014/main" id="{4055FC17-4340-3A30-4BB1-DEA8F1F0E2E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442" name="Rectangle 82">
                <a:extLst>
                  <a:ext uri="{FF2B5EF4-FFF2-40B4-BE49-F238E27FC236}">
                    <a16:creationId xmlns:a16="http://schemas.microsoft.com/office/drawing/2014/main" id="{AC5887F8-B00D-890E-8FDD-D2F3532629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3" name="Rectangle 83">
                <a:extLst>
                  <a:ext uri="{FF2B5EF4-FFF2-40B4-BE49-F238E27FC236}">
                    <a16:creationId xmlns:a16="http://schemas.microsoft.com/office/drawing/2014/main" id="{CE2503F4-62ED-8824-F5DF-2C5869C106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4" name="Rectangle 84">
                <a:extLst>
                  <a:ext uri="{FF2B5EF4-FFF2-40B4-BE49-F238E27FC236}">
                    <a16:creationId xmlns:a16="http://schemas.microsoft.com/office/drawing/2014/main" id="{929F1787-48F1-7C98-CD64-B53CC8FBE4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5" name="Rectangle 85">
                <a:extLst>
                  <a:ext uri="{FF2B5EF4-FFF2-40B4-BE49-F238E27FC236}">
                    <a16:creationId xmlns:a16="http://schemas.microsoft.com/office/drawing/2014/main" id="{DFC2D1D2-128E-998E-EE1B-62D5E744B0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6" name="Rectangle 86">
                <a:extLst>
                  <a:ext uri="{FF2B5EF4-FFF2-40B4-BE49-F238E27FC236}">
                    <a16:creationId xmlns:a16="http://schemas.microsoft.com/office/drawing/2014/main" id="{4898537C-E46C-B221-4A12-3CC86B24F7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7" name="Rectangle 87">
                <a:extLst>
                  <a:ext uri="{FF2B5EF4-FFF2-40B4-BE49-F238E27FC236}">
                    <a16:creationId xmlns:a16="http://schemas.microsoft.com/office/drawing/2014/main" id="{DDDF6214-EF9A-8A82-E7C4-78B21BBECA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8" name="Rectangle 88">
                <a:extLst>
                  <a:ext uri="{FF2B5EF4-FFF2-40B4-BE49-F238E27FC236}">
                    <a16:creationId xmlns:a16="http://schemas.microsoft.com/office/drawing/2014/main" id="{4CF54440-EBF8-AB28-930B-A9196476BC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49" name="Rectangle 89">
                <a:extLst>
                  <a:ext uri="{FF2B5EF4-FFF2-40B4-BE49-F238E27FC236}">
                    <a16:creationId xmlns:a16="http://schemas.microsoft.com/office/drawing/2014/main" id="{AFA17E7A-8656-2822-D883-3710158F2C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0" name="Rectangle 90">
                <a:extLst>
                  <a:ext uri="{FF2B5EF4-FFF2-40B4-BE49-F238E27FC236}">
                    <a16:creationId xmlns:a16="http://schemas.microsoft.com/office/drawing/2014/main" id="{EB2BDCC1-1F5C-5636-C103-BDF42CA1C3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1" name="Rectangle 91">
                <a:extLst>
                  <a:ext uri="{FF2B5EF4-FFF2-40B4-BE49-F238E27FC236}">
                    <a16:creationId xmlns:a16="http://schemas.microsoft.com/office/drawing/2014/main" id="{E6E61066-5D83-8BA1-0C99-6B2FA350F0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2" name="Rectangle 92">
                <a:extLst>
                  <a:ext uri="{FF2B5EF4-FFF2-40B4-BE49-F238E27FC236}">
                    <a16:creationId xmlns:a16="http://schemas.microsoft.com/office/drawing/2014/main" id="{39580352-3009-1520-E1B2-BA396126C58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3" name="Rectangle 93">
                <a:extLst>
                  <a:ext uri="{FF2B5EF4-FFF2-40B4-BE49-F238E27FC236}">
                    <a16:creationId xmlns:a16="http://schemas.microsoft.com/office/drawing/2014/main" id="{84DA1A5A-1E4B-5B4B-2B49-2B603E351F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4" name="Rectangle 94">
                <a:extLst>
                  <a:ext uri="{FF2B5EF4-FFF2-40B4-BE49-F238E27FC236}">
                    <a16:creationId xmlns:a16="http://schemas.microsoft.com/office/drawing/2014/main" id="{713C175B-0B5D-867B-3F06-100765EDE5E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5" name="Rectangle 95">
                <a:extLst>
                  <a:ext uri="{FF2B5EF4-FFF2-40B4-BE49-F238E27FC236}">
                    <a16:creationId xmlns:a16="http://schemas.microsoft.com/office/drawing/2014/main" id="{7C67F7FF-752D-ABB2-D306-60E2B41BDD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6" name="Rectangle 96">
                <a:extLst>
                  <a:ext uri="{FF2B5EF4-FFF2-40B4-BE49-F238E27FC236}">
                    <a16:creationId xmlns:a16="http://schemas.microsoft.com/office/drawing/2014/main" id="{AE8D1D73-1266-02BA-448E-47D4127FAAB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7" name="Rectangle 97">
                <a:extLst>
                  <a:ext uri="{FF2B5EF4-FFF2-40B4-BE49-F238E27FC236}">
                    <a16:creationId xmlns:a16="http://schemas.microsoft.com/office/drawing/2014/main" id="{99C7ABEA-B759-D3D3-BE59-3C05D836F4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8" name="Rectangle 98">
                <a:extLst>
                  <a:ext uri="{FF2B5EF4-FFF2-40B4-BE49-F238E27FC236}">
                    <a16:creationId xmlns:a16="http://schemas.microsoft.com/office/drawing/2014/main" id="{DE5B8E99-26B4-A540-E5DA-D4691877F0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59" name="Rectangle 99">
                <a:extLst>
                  <a:ext uri="{FF2B5EF4-FFF2-40B4-BE49-F238E27FC236}">
                    <a16:creationId xmlns:a16="http://schemas.microsoft.com/office/drawing/2014/main" id="{FE0218AD-61D4-DC5C-865F-07DF7C349E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0" name="Rectangle 100">
                <a:extLst>
                  <a:ext uri="{FF2B5EF4-FFF2-40B4-BE49-F238E27FC236}">
                    <a16:creationId xmlns:a16="http://schemas.microsoft.com/office/drawing/2014/main" id="{EEC1BA6A-E286-5738-FBF0-19D5A3D3676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1" name="Rectangle 101">
                <a:extLst>
                  <a:ext uri="{FF2B5EF4-FFF2-40B4-BE49-F238E27FC236}">
                    <a16:creationId xmlns:a16="http://schemas.microsoft.com/office/drawing/2014/main" id="{3DF44AD8-7DEE-EDDA-22B8-1DEFDA19C1C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2" name="Rectangle 102">
                <a:extLst>
                  <a:ext uri="{FF2B5EF4-FFF2-40B4-BE49-F238E27FC236}">
                    <a16:creationId xmlns:a16="http://schemas.microsoft.com/office/drawing/2014/main" id="{5E16C499-2261-1CCF-5F4F-6ED4D238B0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3" name="Rectangle 103">
                <a:extLst>
                  <a:ext uri="{FF2B5EF4-FFF2-40B4-BE49-F238E27FC236}">
                    <a16:creationId xmlns:a16="http://schemas.microsoft.com/office/drawing/2014/main" id="{CEEB92D2-DE4C-5BF9-FE31-FDD2311A0B2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4" name="Rectangle 104">
                <a:extLst>
                  <a:ext uri="{FF2B5EF4-FFF2-40B4-BE49-F238E27FC236}">
                    <a16:creationId xmlns:a16="http://schemas.microsoft.com/office/drawing/2014/main" id="{08959DBC-BC6F-E3C5-203D-DBC5BEF548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5" name="Rectangle 105">
                <a:extLst>
                  <a:ext uri="{FF2B5EF4-FFF2-40B4-BE49-F238E27FC236}">
                    <a16:creationId xmlns:a16="http://schemas.microsoft.com/office/drawing/2014/main" id="{3AB1767C-5882-594F-C1AC-4939CE9769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6" name="Rectangle 106">
                <a:extLst>
                  <a:ext uri="{FF2B5EF4-FFF2-40B4-BE49-F238E27FC236}">
                    <a16:creationId xmlns:a16="http://schemas.microsoft.com/office/drawing/2014/main" id="{79D6473F-B466-E5E5-C52C-B381D46CE5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7" name="Rectangle 107">
                <a:extLst>
                  <a:ext uri="{FF2B5EF4-FFF2-40B4-BE49-F238E27FC236}">
                    <a16:creationId xmlns:a16="http://schemas.microsoft.com/office/drawing/2014/main" id="{70173D65-E12D-8D86-C181-5F574C1FD6E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8" name="Rectangle 108">
                <a:extLst>
                  <a:ext uri="{FF2B5EF4-FFF2-40B4-BE49-F238E27FC236}">
                    <a16:creationId xmlns:a16="http://schemas.microsoft.com/office/drawing/2014/main" id="{FAD3900D-0BCE-EAB7-16CF-DD2A68DDD4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69" name="Rectangle 109">
                <a:extLst>
                  <a:ext uri="{FF2B5EF4-FFF2-40B4-BE49-F238E27FC236}">
                    <a16:creationId xmlns:a16="http://schemas.microsoft.com/office/drawing/2014/main" id="{4C26047A-F73A-0BC8-899D-BB7961EAEE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0" name="Rectangle 110">
                <a:extLst>
                  <a:ext uri="{FF2B5EF4-FFF2-40B4-BE49-F238E27FC236}">
                    <a16:creationId xmlns:a16="http://schemas.microsoft.com/office/drawing/2014/main" id="{76441BF7-8C58-7266-648E-F0B77EA46CC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1" name="Rectangle 111">
                <a:extLst>
                  <a:ext uri="{FF2B5EF4-FFF2-40B4-BE49-F238E27FC236}">
                    <a16:creationId xmlns:a16="http://schemas.microsoft.com/office/drawing/2014/main" id="{C2C312E1-9878-8352-9ACC-6F0E93B03C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2" name="Rectangle 112">
                <a:extLst>
                  <a:ext uri="{FF2B5EF4-FFF2-40B4-BE49-F238E27FC236}">
                    <a16:creationId xmlns:a16="http://schemas.microsoft.com/office/drawing/2014/main" id="{4D952CE6-74AE-CCEB-D573-B8F2FBFC87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3" name="Rectangle 113">
                <a:extLst>
                  <a:ext uri="{FF2B5EF4-FFF2-40B4-BE49-F238E27FC236}">
                    <a16:creationId xmlns:a16="http://schemas.microsoft.com/office/drawing/2014/main" id="{5D82F942-0F83-EE82-EA8D-BC899393972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4" name="Rectangle 114">
                <a:extLst>
                  <a:ext uri="{FF2B5EF4-FFF2-40B4-BE49-F238E27FC236}">
                    <a16:creationId xmlns:a16="http://schemas.microsoft.com/office/drawing/2014/main" id="{05E6306C-E23E-A144-059F-A39007FE40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5" name="Rectangle 115">
                <a:extLst>
                  <a:ext uri="{FF2B5EF4-FFF2-40B4-BE49-F238E27FC236}">
                    <a16:creationId xmlns:a16="http://schemas.microsoft.com/office/drawing/2014/main" id="{62E87B51-8514-B330-7E30-134B303062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6" name="Rectangle 116">
                <a:extLst>
                  <a:ext uri="{FF2B5EF4-FFF2-40B4-BE49-F238E27FC236}">
                    <a16:creationId xmlns:a16="http://schemas.microsoft.com/office/drawing/2014/main" id="{3AF2CAD1-847C-85EA-89F1-766C09D67F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7" name="Rectangle 117">
                <a:extLst>
                  <a:ext uri="{FF2B5EF4-FFF2-40B4-BE49-F238E27FC236}">
                    <a16:creationId xmlns:a16="http://schemas.microsoft.com/office/drawing/2014/main" id="{7AD3BD0A-4DA7-B24C-89D0-ABC9A8A2E85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8" name="Rectangle 118">
                <a:extLst>
                  <a:ext uri="{FF2B5EF4-FFF2-40B4-BE49-F238E27FC236}">
                    <a16:creationId xmlns:a16="http://schemas.microsoft.com/office/drawing/2014/main" id="{0F6693EB-6FF7-0139-9697-4E840217A6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79" name="Rectangle 119">
                <a:extLst>
                  <a:ext uri="{FF2B5EF4-FFF2-40B4-BE49-F238E27FC236}">
                    <a16:creationId xmlns:a16="http://schemas.microsoft.com/office/drawing/2014/main" id="{914A5526-ED8A-2EDE-98A3-CBC109640E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0" name="Rectangle 120">
                <a:extLst>
                  <a:ext uri="{FF2B5EF4-FFF2-40B4-BE49-F238E27FC236}">
                    <a16:creationId xmlns:a16="http://schemas.microsoft.com/office/drawing/2014/main" id="{6EE7E47A-71E1-774C-9B58-B1998B3C12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1" name="Rectangle 121">
                <a:extLst>
                  <a:ext uri="{FF2B5EF4-FFF2-40B4-BE49-F238E27FC236}">
                    <a16:creationId xmlns:a16="http://schemas.microsoft.com/office/drawing/2014/main" id="{D6641359-1264-C0C1-2F4D-81055DCBCBE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2" name="Rectangle 122">
                <a:extLst>
                  <a:ext uri="{FF2B5EF4-FFF2-40B4-BE49-F238E27FC236}">
                    <a16:creationId xmlns:a16="http://schemas.microsoft.com/office/drawing/2014/main" id="{05873095-481F-2E2D-9922-BE16E29DDFE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3" name="Rectangle 123">
                <a:extLst>
                  <a:ext uri="{FF2B5EF4-FFF2-40B4-BE49-F238E27FC236}">
                    <a16:creationId xmlns:a16="http://schemas.microsoft.com/office/drawing/2014/main" id="{592275F4-17CB-151D-6A76-9D6B00A7A0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4" name="Rectangle 124">
                <a:extLst>
                  <a:ext uri="{FF2B5EF4-FFF2-40B4-BE49-F238E27FC236}">
                    <a16:creationId xmlns:a16="http://schemas.microsoft.com/office/drawing/2014/main" id="{2F8F84E2-CC3E-0408-36E5-A8619EA6D4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5" name="Rectangle 125">
                <a:extLst>
                  <a:ext uri="{FF2B5EF4-FFF2-40B4-BE49-F238E27FC236}">
                    <a16:creationId xmlns:a16="http://schemas.microsoft.com/office/drawing/2014/main" id="{96DC8756-DD8D-5382-771C-24055D3ABF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6" name="Rectangle 126">
                <a:extLst>
                  <a:ext uri="{FF2B5EF4-FFF2-40B4-BE49-F238E27FC236}">
                    <a16:creationId xmlns:a16="http://schemas.microsoft.com/office/drawing/2014/main" id="{F68C1223-4AE7-63A1-EDFE-B2F37D35CB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7" name="Rectangle 127">
                <a:extLst>
                  <a:ext uri="{FF2B5EF4-FFF2-40B4-BE49-F238E27FC236}">
                    <a16:creationId xmlns:a16="http://schemas.microsoft.com/office/drawing/2014/main" id="{48442B78-D420-A8B9-9CCA-DD65086899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8" name="Rectangle 128">
                <a:extLst>
                  <a:ext uri="{FF2B5EF4-FFF2-40B4-BE49-F238E27FC236}">
                    <a16:creationId xmlns:a16="http://schemas.microsoft.com/office/drawing/2014/main" id="{B992D22C-7F57-508B-A47D-200FBFB4663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89" name="Rectangle 129">
                <a:extLst>
                  <a:ext uri="{FF2B5EF4-FFF2-40B4-BE49-F238E27FC236}">
                    <a16:creationId xmlns:a16="http://schemas.microsoft.com/office/drawing/2014/main" id="{C4CB21C0-10EF-3CC5-EC01-3DB7DE212A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0" name="Rectangle 130">
                <a:extLst>
                  <a:ext uri="{FF2B5EF4-FFF2-40B4-BE49-F238E27FC236}">
                    <a16:creationId xmlns:a16="http://schemas.microsoft.com/office/drawing/2014/main" id="{0D051868-1128-46B6-839F-EB192FB895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1" name="Rectangle 131">
                <a:extLst>
                  <a:ext uri="{FF2B5EF4-FFF2-40B4-BE49-F238E27FC236}">
                    <a16:creationId xmlns:a16="http://schemas.microsoft.com/office/drawing/2014/main" id="{F6FAD081-0CE2-ED0B-0197-B6A43A9C45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2" name="Rectangle 132">
                <a:extLst>
                  <a:ext uri="{FF2B5EF4-FFF2-40B4-BE49-F238E27FC236}">
                    <a16:creationId xmlns:a16="http://schemas.microsoft.com/office/drawing/2014/main" id="{C7FC632F-032D-E31A-4104-B26C58CAB1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3" name="Rectangle 133">
                <a:extLst>
                  <a:ext uri="{FF2B5EF4-FFF2-40B4-BE49-F238E27FC236}">
                    <a16:creationId xmlns:a16="http://schemas.microsoft.com/office/drawing/2014/main" id="{C8AA17F8-A468-2285-197A-806AA195F2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4" name="Rectangle 134">
                <a:extLst>
                  <a:ext uri="{FF2B5EF4-FFF2-40B4-BE49-F238E27FC236}">
                    <a16:creationId xmlns:a16="http://schemas.microsoft.com/office/drawing/2014/main" id="{34BDF8CF-3111-D47F-2309-C7A84ECA456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5" name="Rectangle 135">
                <a:extLst>
                  <a:ext uri="{FF2B5EF4-FFF2-40B4-BE49-F238E27FC236}">
                    <a16:creationId xmlns:a16="http://schemas.microsoft.com/office/drawing/2014/main" id="{A203D09D-5387-E26F-F62C-E85DDD4172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6" name="Rectangle 136">
                <a:extLst>
                  <a:ext uri="{FF2B5EF4-FFF2-40B4-BE49-F238E27FC236}">
                    <a16:creationId xmlns:a16="http://schemas.microsoft.com/office/drawing/2014/main" id="{26C0ADAA-68DB-D142-61B1-B900741CC4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7" name="Rectangle 137">
                <a:extLst>
                  <a:ext uri="{FF2B5EF4-FFF2-40B4-BE49-F238E27FC236}">
                    <a16:creationId xmlns:a16="http://schemas.microsoft.com/office/drawing/2014/main" id="{D4AAA147-B850-9BB0-4056-DE795DCE9C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498" name="Freeform 138">
                <a:extLst>
                  <a:ext uri="{FF2B5EF4-FFF2-40B4-BE49-F238E27FC236}">
                    <a16:creationId xmlns:a16="http://schemas.microsoft.com/office/drawing/2014/main" id="{A680D563-A939-76B5-9A37-F5AD88EF944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499" name="Freeform 139">
                <a:extLst>
                  <a:ext uri="{FF2B5EF4-FFF2-40B4-BE49-F238E27FC236}">
                    <a16:creationId xmlns:a16="http://schemas.microsoft.com/office/drawing/2014/main" id="{EF8C5980-4D7F-10A7-4D3F-D776EA210F5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00" name="Freeform 140">
                <a:extLst>
                  <a:ext uri="{FF2B5EF4-FFF2-40B4-BE49-F238E27FC236}">
                    <a16:creationId xmlns:a16="http://schemas.microsoft.com/office/drawing/2014/main" id="{3B0AAF58-F4AF-48E0-359E-9ADA1003E1B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01" name="Freeform 141">
                <a:extLst>
                  <a:ext uri="{FF2B5EF4-FFF2-40B4-BE49-F238E27FC236}">
                    <a16:creationId xmlns:a16="http://schemas.microsoft.com/office/drawing/2014/main" id="{E422D6CC-117A-6C69-92FE-4789C6A0275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02" name="Freeform 142">
                <a:extLst>
                  <a:ext uri="{FF2B5EF4-FFF2-40B4-BE49-F238E27FC236}">
                    <a16:creationId xmlns:a16="http://schemas.microsoft.com/office/drawing/2014/main" id="{7B1498C7-ECC7-E04F-A720-5E61C2D4A35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03" name="Freeform 143">
                <a:extLst>
                  <a:ext uri="{FF2B5EF4-FFF2-40B4-BE49-F238E27FC236}">
                    <a16:creationId xmlns:a16="http://schemas.microsoft.com/office/drawing/2014/main" id="{5CB23DAB-B1F5-571C-8ED0-8C3F4692E11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04" name="Freeform 144">
                <a:extLst>
                  <a:ext uri="{FF2B5EF4-FFF2-40B4-BE49-F238E27FC236}">
                    <a16:creationId xmlns:a16="http://schemas.microsoft.com/office/drawing/2014/main" id="{7AA3DB48-199C-E74A-8E54-FD53B485870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05" name="Freeform 145">
                <a:extLst>
                  <a:ext uri="{FF2B5EF4-FFF2-40B4-BE49-F238E27FC236}">
                    <a16:creationId xmlns:a16="http://schemas.microsoft.com/office/drawing/2014/main" id="{F5ACA092-0FF1-23DD-D433-3750E00EF08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06" name="Freeform 146">
                <a:extLst>
                  <a:ext uri="{FF2B5EF4-FFF2-40B4-BE49-F238E27FC236}">
                    <a16:creationId xmlns:a16="http://schemas.microsoft.com/office/drawing/2014/main" id="{EEFFAF23-9A7B-63F6-1E4C-C86A2F0D63B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07" name="Rectangle 147">
                <a:extLst>
                  <a:ext uri="{FF2B5EF4-FFF2-40B4-BE49-F238E27FC236}">
                    <a16:creationId xmlns:a16="http://schemas.microsoft.com/office/drawing/2014/main" id="{089F4BC7-9CFB-EE30-0A31-9F6CA589665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508" name="Rectangle 148">
                <a:extLst>
                  <a:ext uri="{FF2B5EF4-FFF2-40B4-BE49-F238E27FC236}">
                    <a16:creationId xmlns:a16="http://schemas.microsoft.com/office/drawing/2014/main" id="{8FEA4359-E2EE-38FA-BAD4-B8A6817D51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509" name="Freeform 149">
                <a:extLst>
                  <a:ext uri="{FF2B5EF4-FFF2-40B4-BE49-F238E27FC236}">
                    <a16:creationId xmlns:a16="http://schemas.microsoft.com/office/drawing/2014/main" id="{6C8A814A-62C7-6BEA-8039-8B3BC20B6ED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10" name="Freeform 150">
                <a:extLst>
                  <a:ext uri="{FF2B5EF4-FFF2-40B4-BE49-F238E27FC236}">
                    <a16:creationId xmlns:a16="http://schemas.microsoft.com/office/drawing/2014/main" id="{B7BE38EF-32E3-1613-0676-F2584F49146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11" name="Freeform 151">
                <a:extLst>
                  <a:ext uri="{FF2B5EF4-FFF2-40B4-BE49-F238E27FC236}">
                    <a16:creationId xmlns:a16="http://schemas.microsoft.com/office/drawing/2014/main" id="{F5CAC604-058C-2192-2605-E6E2AA5EDFC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12" name="Oval 152">
                <a:extLst>
                  <a:ext uri="{FF2B5EF4-FFF2-40B4-BE49-F238E27FC236}">
                    <a16:creationId xmlns:a16="http://schemas.microsoft.com/office/drawing/2014/main" id="{AFFCD0B7-CE3A-2CDB-148E-8F3D26AF8F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5513" name="Rectangle 153">
            <a:extLst>
              <a:ext uri="{FF2B5EF4-FFF2-40B4-BE49-F238E27FC236}">
                <a16:creationId xmlns:a16="http://schemas.microsoft.com/office/drawing/2014/main" id="{4192BA7D-0371-05DA-47B2-EC9D199A0F1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5514" name="Rectangle 154">
            <a:extLst>
              <a:ext uri="{FF2B5EF4-FFF2-40B4-BE49-F238E27FC236}">
                <a16:creationId xmlns:a16="http://schemas.microsoft.com/office/drawing/2014/main" id="{85C72F24-085B-7AAC-6C01-F4B617D72B5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5515" name="Rectangle 155">
            <a:extLst>
              <a:ext uri="{FF2B5EF4-FFF2-40B4-BE49-F238E27FC236}">
                <a16:creationId xmlns:a16="http://schemas.microsoft.com/office/drawing/2014/main" id="{0792756A-B904-6F98-1CA5-0366B30F973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5516" name="Rectangle 156">
            <a:extLst>
              <a:ext uri="{FF2B5EF4-FFF2-40B4-BE49-F238E27FC236}">
                <a16:creationId xmlns:a16="http://schemas.microsoft.com/office/drawing/2014/main" id="{C2122E29-F658-C240-E6D2-D79E533225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fld id="{1EB6FEF1-89C8-480F-A041-4CB53E90603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5517" name="Rectangle 157">
            <a:extLst>
              <a:ext uri="{FF2B5EF4-FFF2-40B4-BE49-F238E27FC236}">
                <a16:creationId xmlns:a16="http://schemas.microsoft.com/office/drawing/2014/main" id="{1F4E049E-AB04-43C4-2B7B-7253E2C4E8B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FE7F3B1-B1CB-233E-25B9-6C8424C4A3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4800" i="1"/>
              <a:t>467</a:t>
            </a:r>
            <a:br>
              <a:rPr lang="pt-BR" altLang="pt-BR" sz="4800" i="1"/>
            </a:br>
            <a:r>
              <a:rPr lang="pt-BR" altLang="pt-BR" sz="4800" i="1"/>
              <a:t>Sobre as ondas do mar</a:t>
            </a:r>
            <a:endParaRPr lang="en-US" altLang="pt-BR" sz="48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A5756D9B-BD08-F93A-EFCE-522A173D60A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11188" y="260350"/>
            <a:ext cx="8208962" cy="4883150"/>
          </a:xfrm>
        </p:spPr>
        <p:txBody>
          <a:bodyPr/>
          <a:lstStyle/>
          <a:p>
            <a:r>
              <a:rPr lang="pt-BR" altLang="pt-BR" sz="3600" b="1"/>
              <a:t>Oh! Por que duvidar, </a:t>
            </a:r>
            <a:br>
              <a:rPr lang="pt-BR" altLang="pt-BR" sz="3600" b="1"/>
            </a:br>
            <a:r>
              <a:rPr lang="pt-BR" altLang="pt-BR" sz="3600" b="1"/>
              <a:t>Sobre as ondas do mar,</a:t>
            </a:r>
            <a:br>
              <a:rPr lang="pt-BR" altLang="pt-BR" sz="3600" b="1"/>
            </a:br>
            <a:r>
              <a:rPr lang="pt-BR" altLang="pt-BR" sz="3600" b="1"/>
              <a:t>Quando Cristo caminho abriu?</a:t>
            </a:r>
            <a:br>
              <a:rPr lang="pt-BR" altLang="pt-BR" sz="3600" b="1"/>
            </a:br>
            <a:r>
              <a:rPr lang="pt-BR" altLang="pt-BR" sz="3600" b="1"/>
              <a:t>Quando forçado és, </a:t>
            </a:r>
            <a:br>
              <a:rPr lang="pt-BR" altLang="pt-BR" sz="3600" b="1"/>
            </a:br>
            <a:r>
              <a:rPr lang="pt-BR" altLang="pt-BR" sz="3600" b="1"/>
              <a:t>Contra as ondas lutar,</a:t>
            </a:r>
            <a:br>
              <a:rPr lang="pt-BR" altLang="pt-BR" sz="3600" b="1"/>
            </a:br>
            <a:r>
              <a:rPr lang="pt-BR" altLang="pt-BR" sz="3600" b="1"/>
              <a:t>Seu amor a ti quer revelar.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2C4199-E4E4-676D-7095-C9579982FC0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11188" y="260350"/>
            <a:ext cx="8064500" cy="4824413"/>
          </a:xfrm>
        </p:spPr>
        <p:txBody>
          <a:bodyPr/>
          <a:lstStyle/>
          <a:p>
            <a:r>
              <a:rPr lang="pt-BR" altLang="pt-BR" sz="4000" b="1" i="1"/>
              <a:t>Solta o cabo da nau</a:t>
            </a:r>
            <a:br>
              <a:rPr lang="pt-BR" altLang="pt-BR" sz="4000" b="1" i="1"/>
            </a:br>
            <a:r>
              <a:rPr lang="pt-BR" altLang="pt-BR" sz="4000" b="1" i="1"/>
              <a:t>Toma os remos na mão,</a:t>
            </a:r>
            <a:br>
              <a:rPr lang="pt-BR" altLang="pt-BR" sz="4000" b="1" i="1"/>
            </a:br>
            <a:r>
              <a:rPr lang="pt-BR" altLang="pt-BR" sz="4000" b="1" i="1"/>
              <a:t>E navega com fé em Jesus;</a:t>
            </a:r>
            <a:br>
              <a:rPr lang="pt-BR" altLang="pt-BR" sz="4000" b="1" i="1"/>
            </a:br>
            <a:r>
              <a:rPr lang="pt-BR" altLang="pt-BR" sz="4000" b="1" i="1"/>
              <a:t>E então tu verás </a:t>
            </a:r>
            <a:br>
              <a:rPr lang="pt-BR" altLang="pt-BR" sz="4000" b="1" i="1"/>
            </a:br>
            <a:r>
              <a:rPr lang="pt-BR" altLang="pt-BR" sz="4000" b="1" i="1"/>
              <a:t>Que bonança se faz</a:t>
            </a:r>
            <a:br>
              <a:rPr lang="pt-BR" altLang="pt-BR" sz="4000" b="1" i="1"/>
            </a:br>
            <a:r>
              <a:rPr lang="pt-BR" altLang="pt-BR" sz="4000" b="1" i="1"/>
              <a:t>Pois com Ele, seguro serás.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876BA3-9693-411C-2548-4E3DBE55F10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4954587"/>
          </a:xfrm>
        </p:spPr>
        <p:txBody>
          <a:bodyPr/>
          <a:lstStyle/>
          <a:p>
            <a:r>
              <a:rPr lang="pt-BR" altLang="pt-BR" sz="4000" b="1"/>
              <a:t>Trevas vem te assustar, Tempestades no mar?</a:t>
            </a:r>
            <a:br>
              <a:rPr lang="pt-BR" altLang="pt-BR" sz="4000" b="1"/>
            </a:br>
            <a:r>
              <a:rPr lang="pt-BR" altLang="pt-BR" sz="4000" b="1"/>
              <a:t>Da montanha o Mestre te vê;</a:t>
            </a:r>
            <a:br>
              <a:rPr lang="pt-BR" altLang="pt-BR" sz="4000" b="1"/>
            </a:br>
            <a:r>
              <a:rPr lang="pt-BR" altLang="pt-BR" sz="4000" b="1"/>
              <a:t>E na tribulação </a:t>
            </a:r>
            <a:br>
              <a:rPr lang="pt-BR" altLang="pt-BR" sz="4000" b="1"/>
            </a:br>
            <a:r>
              <a:rPr lang="pt-BR" altLang="pt-BR" sz="4000" b="1"/>
              <a:t>Ele vem socorrer,</a:t>
            </a:r>
            <a:br>
              <a:rPr lang="pt-BR" altLang="pt-BR" sz="4000" b="1"/>
            </a:br>
            <a:r>
              <a:rPr lang="pt-BR" altLang="pt-BR" sz="4000" b="1"/>
              <a:t>Sua mão bem de pode suster.</a:t>
            </a:r>
            <a:br>
              <a:rPr lang="pt-BR" altLang="pt-BR" sz="4000" b="1"/>
            </a:br>
            <a:endParaRPr lang="pt-BR" altLang="pt-BR" sz="4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5910991-8C87-DFEA-DF52-7C241E3966A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60350"/>
            <a:ext cx="8156575" cy="4824413"/>
          </a:xfrm>
        </p:spPr>
        <p:txBody>
          <a:bodyPr/>
          <a:lstStyle/>
          <a:p>
            <a:r>
              <a:rPr lang="pt-BR" altLang="pt-BR" sz="4000" b="1" i="1"/>
              <a:t>Solta o cabo da nau</a:t>
            </a:r>
            <a:br>
              <a:rPr lang="pt-BR" altLang="pt-BR" sz="4000" b="1" i="1"/>
            </a:br>
            <a:r>
              <a:rPr lang="pt-BR" altLang="pt-BR" sz="4000" b="1" i="1"/>
              <a:t>Toma os remos na mão,</a:t>
            </a:r>
            <a:br>
              <a:rPr lang="pt-BR" altLang="pt-BR" sz="4000" b="1" i="1"/>
            </a:br>
            <a:r>
              <a:rPr lang="pt-BR" altLang="pt-BR" sz="4000" b="1" i="1"/>
              <a:t>E navega com fé em Jesus;</a:t>
            </a:r>
            <a:br>
              <a:rPr lang="pt-BR" altLang="pt-BR" sz="4000" b="1" i="1"/>
            </a:br>
            <a:r>
              <a:rPr lang="pt-BR" altLang="pt-BR" sz="4000" b="1" i="1"/>
              <a:t>E então tu verás </a:t>
            </a:r>
            <a:br>
              <a:rPr lang="pt-BR" altLang="pt-BR" sz="4000" b="1" i="1"/>
            </a:br>
            <a:r>
              <a:rPr lang="pt-BR" altLang="pt-BR" sz="4000" b="1" i="1"/>
              <a:t>Que bonança se faz</a:t>
            </a:r>
            <a:br>
              <a:rPr lang="pt-BR" altLang="pt-BR" sz="4000" b="1" i="1"/>
            </a:br>
            <a:r>
              <a:rPr lang="pt-BR" altLang="pt-BR" sz="4000" b="1" i="1"/>
              <a:t>Pois com ele, seguro serás.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6933CD-6CA0-8CD5-8BB6-7A1A4F30D22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539750" y="333375"/>
            <a:ext cx="8218488" cy="5805488"/>
          </a:xfrm>
        </p:spPr>
        <p:txBody>
          <a:bodyPr/>
          <a:lstStyle/>
          <a:p>
            <a:r>
              <a:rPr lang="pt-BR" altLang="pt-BR" sz="4000" b="1"/>
              <a:t>Podes tu recordar, </a:t>
            </a:r>
            <a:br>
              <a:rPr lang="pt-BR" altLang="pt-BR" sz="4000" b="1"/>
            </a:br>
            <a:r>
              <a:rPr lang="pt-BR" altLang="pt-BR" sz="4000" b="1"/>
              <a:t>Maravilhas sem par?</a:t>
            </a:r>
            <a:br>
              <a:rPr lang="pt-BR" altLang="pt-BR" sz="4000" b="1"/>
            </a:br>
            <a:r>
              <a:rPr lang="pt-BR" altLang="pt-BR" sz="4000" b="1"/>
              <a:t>No deserto ao povo fartou;</a:t>
            </a:r>
            <a:br>
              <a:rPr lang="pt-BR" altLang="pt-BR" sz="4000" b="1"/>
            </a:br>
            <a:r>
              <a:rPr lang="pt-BR" altLang="pt-BR" sz="4000" b="1"/>
              <a:t>E o mesmo poder </a:t>
            </a:r>
            <a:br>
              <a:rPr lang="pt-BR" altLang="pt-BR" sz="4000" b="1"/>
            </a:br>
            <a:r>
              <a:rPr lang="pt-BR" altLang="pt-BR" sz="4000" b="1"/>
              <a:t>Ele sempre terá,</a:t>
            </a:r>
            <a:br>
              <a:rPr lang="pt-BR" altLang="pt-BR" sz="4000" b="1"/>
            </a:br>
            <a:r>
              <a:rPr lang="pt-BR" altLang="pt-BR" sz="4000" b="1"/>
              <a:t>Pois não muda e não falhará.</a:t>
            </a:r>
            <a:br>
              <a:rPr lang="pt-BR" altLang="pt-BR" sz="4000" b="1"/>
            </a:br>
            <a:endParaRPr lang="pt-BR" altLang="pt-BR" sz="4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FEBE76E-AD08-0302-6EDF-CD423F0320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60350"/>
            <a:ext cx="8156575" cy="4824413"/>
          </a:xfrm>
        </p:spPr>
        <p:txBody>
          <a:bodyPr/>
          <a:lstStyle/>
          <a:p>
            <a:r>
              <a:rPr lang="pt-BR" altLang="pt-BR" sz="4000" b="1" i="1"/>
              <a:t>Solta o cabo da nau</a:t>
            </a:r>
            <a:br>
              <a:rPr lang="pt-BR" altLang="pt-BR" sz="4000" b="1" i="1"/>
            </a:br>
            <a:r>
              <a:rPr lang="pt-BR" altLang="pt-BR" sz="4000" b="1" i="1"/>
              <a:t>Toma os remos na mão,</a:t>
            </a:r>
            <a:br>
              <a:rPr lang="pt-BR" altLang="pt-BR" sz="4000" b="1" i="1"/>
            </a:br>
            <a:r>
              <a:rPr lang="pt-BR" altLang="pt-BR" sz="4000" b="1" i="1"/>
              <a:t>E navega com fé em Jesus;</a:t>
            </a:r>
            <a:br>
              <a:rPr lang="pt-BR" altLang="pt-BR" sz="4000" b="1" i="1"/>
            </a:br>
            <a:r>
              <a:rPr lang="pt-BR" altLang="pt-BR" sz="4000" b="1" i="1"/>
              <a:t>E então tu verás </a:t>
            </a:r>
            <a:br>
              <a:rPr lang="pt-BR" altLang="pt-BR" sz="4000" b="1" i="1"/>
            </a:br>
            <a:r>
              <a:rPr lang="pt-BR" altLang="pt-BR" sz="4000" b="1" i="1"/>
              <a:t>Que bonança se faz</a:t>
            </a:r>
            <a:br>
              <a:rPr lang="pt-BR" altLang="pt-BR" sz="4000" b="1" i="1"/>
            </a:br>
            <a:r>
              <a:rPr lang="pt-BR" altLang="pt-BR" sz="4000" b="1" i="1"/>
              <a:t>Pois com ele, seguro serás.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1B92574-3357-7A70-FC68-69393B06162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549275"/>
            <a:ext cx="8218487" cy="5026025"/>
          </a:xfrm>
        </p:spPr>
        <p:txBody>
          <a:bodyPr/>
          <a:lstStyle/>
          <a:p>
            <a:r>
              <a:rPr lang="pt-BR" altLang="pt-BR" sz="4000" b="1"/>
              <a:t>Quando pedes mais fé, </a:t>
            </a:r>
            <a:br>
              <a:rPr lang="pt-BR" altLang="pt-BR" sz="4000" b="1"/>
            </a:br>
            <a:r>
              <a:rPr lang="pt-BR" altLang="pt-BR" sz="4000" b="1"/>
              <a:t>Ele ouve, ó crê!</a:t>
            </a:r>
            <a:br>
              <a:rPr lang="pt-BR" altLang="pt-BR" sz="4000" b="1"/>
            </a:br>
            <a:r>
              <a:rPr lang="pt-BR" altLang="pt-BR" sz="4000" b="1"/>
              <a:t>Mesmo sendo em tribulação;</a:t>
            </a:r>
            <a:br>
              <a:rPr lang="pt-BR" altLang="pt-BR" sz="4000" b="1"/>
            </a:br>
            <a:r>
              <a:rPr lang="pt-BR" altLang="pt-BR" sz="4000" b="1"/>
              <a:t>Quando a mão de poder </a:t>
            </a:r>
            <a:br>
              <a:rPr lang="pt-BR" altLang="pt-BR" sz="4000" b="1"/>
            </a:br>
            <a:r>
              <a:rPr lang="pt-BR" altLang="pt-BR" sz="4000" b="1"/>
              <a:t>O teu ego tirar,</a:t>
            </a:r>
            <a:br>
              <a:rPr lang="pt-BR" altLang="pt-BR" sz="4000" b="1"/>
            </a:br>
            <a:r>
              <a:rPr lang="pt-BR" altLang="pt-BR" sz="4000" b="1"/>
              <a:t>Sobre as ondas poderás andar.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E04C356-6C2F-5011-FDC4-49D1F3E77B9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60350"/>
            <a:ext cx="8156575" cy="4824413"/>
          </a:xfrm>
        </p:spPr>
        <p:txBody>
          <a:bodyPr/>
          <a:lstStyle/>
          <a:p>
            <a:r>
              <a:rPr lang="pt-BR" altLang="pt-BR" sz="4000" b="1" i="1"/>
              <a:t>Solta o cabo da nau</a:t>
            </a:r>
            <a:br>
              <a:rPr lang="pt-BR" altLang="pt-BR" sz="4000" b="1" i="1"/>
            </a:br>
            <a:r>
              <a:rPr lang="pt-BR" altLang="pt-BR" sz="4000" b="1" i="1"/>
              <a:t>Toma os remos na mão,</a:t>
            </a:r>
            <a:br>
              <a:rPr lang="pt-BR" altLang="pt-BR" sz="4000" b="1" i="1"/>
            </a:br>
            <a:r>
              <a:rPr lang="pt-BR" altLang="pt-BR" sz="4000" b="1" i="1"/>
              <a:t>E navega com fé em Jesus;</a:t>
            </a:r>
            <a:br>
              <a:rPr lang="pt-BR" altLang="pt-BR" sz="4000" b="1" i="1"/>
            </a:br>
            <a:r>
              <a:rPr lang="pt-BR" altLang="pt-BR" sz="4000" b="1" i="1"/>
              <a:t>E então tu verás </a:t>
            </a:r>
            <a:br>
              <a:rPr lang="pt-BR" altLang="pt-BR" sz="4000" b="1" i="1"/>
            </a:br>
            <a:r>
              <a:rPr lang="pt-BR" altLang="pt-BR" sz="4000" b="1" i="1"/>
              <a:t>Que bonança se faz</a:t>
            </a:r>
            <a:br>
              <a:rPr lang="pt-BR" altLang="pt-BR" sz="4000" b="1" i="1"/>
            </a:br>
            <a:r>
              <a:rPr lang="pt-BR" altLang="pt-BR" sz="4000" b="1" i="1"/>
              <a:t>Pois com ele, seguro serás.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ússola">
  <a:themeElements>
    <a:clrScheme name="Bússola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Bússola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ússola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ússola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176</TotalTime>
  <Words>304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Tahoma</vt:lpstr>
      <vt:lpstr>Times New Roman</vt:lpstr>
      <vt:lpstr>Wingdings</vt:lpstr>
      <vt:lpstr>Bússola</vt:lpstr>
      <vt:lpstr>467 Sobre as ondas do mar</vt:lpstr>
      <vt:lpstr>Oh! Por que duvidar,  Sobre as ondas do mar, Quando Cristo caminho abriu? Quando forçado és,  Contra as ondas lutar, Seu amor a ti quer revelar.</vt:lpstr>
      <vt:lpstr>Solta o cabo da nau Toma os remos na mão, E navega com fé em Jesus; E então tu verás  Que bonança se faz Pois com Ele, seguro serás.</vt:lpstr>
      <vt:lpstr>Trevas vem te assustar, Tempestades no mar? Da montanha o Mestre te vê; E na tribulação  Ele vem socorrer, Sua mão bem de pode suster. </vt:lpstr>
      <vt:lpstr>Solta o cabo da nau Toma os remos na mão, E navega com fé em Jesus; E então tu verás  Que bonança se faz Pois com ele, seguro serás.</vt:lpstr>
      <vt:lpstr>Podes tu recordar,  Maravilhas sem par? No deserto ao povo fartou; E o mesmo poder  Ele sempre terá, Pois não muda e não falhará. </vt:lpstr>
      <vt:lpstr>Solta o cabo da nau Toma os remos na mão, E navega com fé em Jesus; E então tu verás  Que bonança se faz Pois com ele, seguro serás.</vt:lpstr>
      <vt:lpstr>Quando pedes mais fé,  Ele ouve, ó crê! Mesmo sendo em tribulação; Quando a mão de poder  O teu ego tirar, Sobre as ondas poderás andar.</vt:lpstr>
      <vt:lpstr>Solta o cabo da nau Toma os remos na mão, E navega com fé em Jesus; E então tu verás  Que bonança se faz Pois com ele, seguro serás.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 E FAMÍLIA  </dc:title>
  <dc:creator>Jose Antonio de Bem</dc:creator>
  <cp:lastModifiedBy>Emerson Souza</cp:lastModifiedBy>
  <cp:revision>5</cp:revision>
  <dcterms:created xsi:type="dcterms:W3CDTF">2004-07-13T21:10:36Z</dcterms:created>
  <dcterms:modified xsi:type="dcterms:W3CDTF">2026-05-02T22:16:08Z</dcterms:modified>
</cp:coreProperties>
</file>