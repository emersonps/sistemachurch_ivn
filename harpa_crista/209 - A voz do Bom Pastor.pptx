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C6BA6F-FF0B-927B-FBE2-3ECAD236E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4FEF02-34CC-DCE4-A174-E979B59F6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EEDFCE-88BF-CE1A-6C56-BC055897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4D503A-BEB4-0EF1-ECA3-12E6D74AE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E2AFE0-AE80-5227-8CF0-ECD4EA1F3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2182D9-25D4-48E0-BF92-1E1DEA3CEE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563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90C19-A9BA-E9CC-86CE-A50828652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CD0F08-C835-BD42-731C-711E99FFC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1E8E96-FA62-0108-28B0-4D299350F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9FAC73-EB11-4D3D-4FD0-47E4815C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610DC1-D164-6337-0D3A-15102E6FB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73FA5-9C7F-4F93-ADF5-CD4412A967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33544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05190-C07E-C751-323E-BB863C65A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BB0474-C0C9-396A-1AFA-DD65A429F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F9F97E-F110-A2F9-EF28-9062229E7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45F295-D57D-93E0-69C8-4DEBA6F33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6188EE-1679-1B76-A6B8-AAD2C487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630E97-9A59-42DE-8D1F-068B0F0A6D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29804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886D1-DFF3-47A0-2DE0-802B5E9D9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009C57-0CAB-36B2-3FA1-09528AA709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99E1C9-22B5-C2A4-93B8-18157420B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4E4FFC-5F0C-A606-CE4D-9B31EFA3F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CB7E3A-9E2F-EF0D-C5FE-F71FFC01B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E5F321-0567-AFB1-EBFF-AEEFD91D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7002F6-E9F5-4C85-B122-E3347C3CEDC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92927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6DD3F-0271-5C73-AA3E-0E2A872B2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54010-C81F-AE31-D100-B0A7D2BFA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AF45C8-A909-4448-35D4-8180501BB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7DCBDE-0995-2199-95FD-0AF8CCB883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6DAACB1-C85C-12D0-8285-0334127150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7B5B18-CBE1-44AF-CBC3-B9B384A27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51B1150-3682-52EF-E1B3-A685ACF2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7392C08-5B19-C130-EF13-32E3FFC1B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836405-798E-4840-875A-61955CA543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8029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012E9-6EE3-B754-E858-8F293D871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CA837B-7D33-F784-4883-43D8C1144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4C5516F-3D60-C418-F69B-8B4E003E8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D301F7F-6EF9-61C7-27A8-810531BF3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AEBD00-AF45-4C91-8103-E6666CE59D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08883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69E7670-0C55-00F4-AEC2-1CBFE1038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8753367-F396-9168-E2A1-C9D24FDF7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E5C7997-CC45-4718-7196-8B54E9F37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8CB28-35C0-41FD-8BC9-1EC18099F4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39314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C1130-734F-6418-EA3B-DAE659A3C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CFDDF7-6652-81AD-9205-E9D3D4213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7612B9-AD06-DB2C-BB71-42D47CA74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0FCDE3-81C1-5AD9-5CC6-1209801CB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591B00-AD40-7CC2-C33C-7BAA0944F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EB4DA6-B56C-29FF-24E5-A0C6E0953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24C02E-846C-482A-881D-84204BF9987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6867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61532-C548-20BC-7826-C52788DCC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2E25E30-D032-F014-7303-6992190EEC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29D3C67-4C0B-CA52-9E36-8858AD65C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5B5C31-F2A7-7E75-1F13-94986FE89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959D10-8D59-E6DA-6DAB-F6E2587F2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FDADE9-0913-5347-7354-9BDD072F4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C0F7B3-6557-4177-B0E0-D4650BC328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58162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4BA456-54F2-0331-D7E9-570CF0B5D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405042B-6141-4DD1-FD3E-694E147806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69EC35-B1C9-97B2-D912-426B90312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80120E-06F8-09CC-06BF-ACA1A2769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A5A5F0-4168-9F6B-9E1C-BBA53D9E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516773-4982-489A-B2F7-D946FD680C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13899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BA8A609-6680-6F1B-55FF-E258DE543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4722E9-DB08-4FF7-62FC-E4097E8FDC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725250-33E2-5897-58AE-35386C49D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1E8070-B45D-FB62-C226-085C17373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1660D8-F4B4-87C7-39C5-FB60CC64F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7801FF-7311-4333-9E25-8C188E5FF7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1010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9D892D4-A67F-55B0-3631-595FA44B2B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7AB747D-D97C-BC41-D21A-0246120575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3F39934-6D9E-58D6-CCC1-E4E1B524DC6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92E352A-A445-5570-3EE7-44B476936E8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F5EA15B-8843-F4C1-B6A9-99F205EB898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140FA7C-67D1-45EC-916D-A8389101843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F2BB77B-65A3-749C-B952-F8AEC4E99D5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209</a:t>
            </a:r>
            <a:br>
              <a:rPr lang="en-US" altLang="pt-BR" sz="4000" b="1"/>
            </a:br>
            <a:r>
              <a:rPr lang="en-US" altLang="pt-BR" sz="4000" b="1"/>
              <a:t>A VOZ DO BOM PASTOR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14A5E21-34E2-617D-938A-13E666F7107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E743CD9-599B-7FC6-B3AE-A4934B42C9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/>
              <a:t>Escuta a voz do bom Pastor</a:t>
            </a:r>
            <a:br>
              <a:rPr lang="en-US" altLang="pt-BR" sz="4000"/>
            </a:br>
            <a:r>
              <a:rPr lang="en-US" altLang="pt-BR" sz="4000"/>
              <a:t>Em esplendorosa solidão,</a:t>
            </a:r>
            <a:br>
              <a:rPr lang="en-US" altLang="pt-BR" sz="4000"/>
            </a:br>
            <a:r>
              <a:rPr lang="en-US" altLang="pt-BR" sz="4000"/>
              <a:t>Chama ao cordeiro que em temor</a:t>
            </a:r>
            <a:br>
              <a:rPr lang="en-US" altLang="pt-BR" sz="4000"/>
            </a:br>
            <a:r>
              <a:rPr lang="en-US" altLang="pt-BR" sz="4000"/>
              <a:t>Vaga na densa escuridão.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66DC3A0-9A18-0D24-57ED-6D86C1685E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/>
              <a:t>Hoje vem a Jesus,</a:t>
            </a:r>
            <a:br>
              <a:rPr lang="en-US" altLang="pt-BR" sz="4000" b="1"/>
            </a:br>
            <a:r>
              <a:rPr lang="en-US" altLang="pt-BR" sz="4000" b="1"/>
              <a:t>Ao bondoso Salvador,</a:t>
            </a:r>
            <a:br>
              <a:rPr lang="en-US" altLang="pt-BR" sz="4000" b="1"/>
            </a:br>
            <a:r>
              <a:rPr lang="en-US" altLang="pt-BR" sz="4000" b="1"/>
              <a:t>Receber Sua luz.</a:t>
            </a:r>
            <a:br>
              <a:rPr lang="en-US" altLang="pt-BR" sz="4000" b="1"/>
            </a:br>
            <a:r>
              <a:rPr lang="en-US" altLang="pt-BR" sz="4000" b="1"/>
              <a:t>Vem a Cristo, o bom Pastor.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E976A46-57B6-E295-B91E-117D3F5F37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Quem ajudar quer a Jesus,</a:t>
            </a:r>
            <a:br>
              <a:rPr lang="en-US" altLang="pt-BR" sz="4000" i="1"/>
            </a:br>
            <a:r>
              <a:rPr lang="en-US" altLang="pt-BR" sz="4000" i="1"/>
              <a:t>Os pecadores procurar,</a:t>
            </a:r>
            <a:br>
              <a:rPr lang="en-US" altLang="pt-BR" sz="4000" i="1"/>
            </a:br>
            <a:r>
              <a:rPr lang="en-US" altLang="pt-BR" sz="4000" i="1"/>
              <a:t>Vá espalhar a Sua luz,</a:t>
            </a:r>
            <a:br>
              <a:rPr lang="en-US" altLang="pt-BR" sz="4000" i="1"/>
            </a:br>
            <a:r>
              <a:rPr lang="en-US" altLang="pt-BR" sz="4000" i="1"/>
              <a:t>O Evangelho proclamar. </a:t>
            </a:r>
            <a:br>
              <a:rPr lang="en-US" altLang="pt-BR" sz="4000" i="1"/>
            </a:br>
            <a:endParaRPr lang="en-US" altLang="pt-BR" sz="4000"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C8B1DD5-EAA0-C489-F3C3-E5142D7F0B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/>
              <a:t>Hoje vem a Jesus,</a:t>
            </a:r>
            <a:br>
              <a:rPr lang="en-US" altLang="pt-BR" sz="4000" b="1"/>
            </a:br>
            <a:r>
              <a:rPr lang="en-US" altLang="pt-BR" sz="4000" b="1"/>
              <a:t>Ao bondoso Salvador,</a:t>
            </a:r>
            <a:br>
              <a:rPr lang="en-US" altLang="pt-BR" sz="4000" b="1"/>
            </a:br>
            <a:r>
              <a:rPr lang="en-US" altLang="pt-BR" sz="4000" b="1"/>
              <a:t>Receber Sua luz.</a:t>
            </a:r>
            <a:br>
              <a:rPr lang="en-US" altLang="pt-BR" sz="4000" b="1"/>
            </a:br>
            <a:r>
              <a:rPr lang="en-US" altLang="pt-BR" sz="4000" b="1"/>
              <a:t>Vem a Cristo, o bom Pastor.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5CB35F5-1463-DB55-CE93-3E223088B3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/>
              <a:t>Triste deserto o mundo é,</a:t>
            </a:r>
            <a:br>
              <a:rPr lang="en-US" altLang="pt-BR" sz="4000"/>
            </a:br>
            <a:r>
              <a:rPr lang="en-US" altLang="pt-BR" sz="4000"/>
              <a:t>Cercado de perigos mil;</a:t>
            </a:r>
            <a:br>
              <a:rPr lang="en-US" altLang="pt-BR" sz="4000"/>
            </a:br>
            <a:r>
              <a:rPr lang="en-US" altLang="pt-BR" sz="4000"/>
              <a:t>Vem, chama Cristo, vem com fé,</a:t>
            </a:r>
            <a:br>
              <a:rPr lang="en-US" altLang="pt-BR" sz="4000"/>
            </a:br>
            <a:r>
              <a:rPr lang="en-US" altLang="pt-BR" sz="4000"/>
              <a:t>Vem para dentro do redil.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EE5820A-AD3A-7AAF-15F8-74E0617F30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/>
              <a:t>Hoje vem a Jesus,</a:t>
            </a:r>
            <a:br>
              <a:rPr lang="en-US" altLang="pt-BR" sz="4000" b="1"/>
            </a:br>
            <a:r>
              <a:rPr lang="en-US" altLang="pt-BR" sz="4000" b="1"/>
              <a:t>Ao bondoso Salvador,</a:t>
            </a:r>
            <a:br>
              <a:rPr lang="en-US" altLang="pt-BR" sz="4000" b="1"/>
            </a:br>
            <a:r>
              <a:rPr lang="en-US" altLang="pt-BR" sz="4000" b="1"/>
              <a:t>Receber Sua luz.</a:t>
            </a:r>
            <a:br>
              <a:rPr lang="en-US" altLang="pt-BR" sz="4000" b="1"/>
            </a:br>
            <a:r>
              <a:rPr lang="en-US" altLang="pt-BR" sz="4000" b="1"/>
              <a:t>Vem a Cristo, o bom Pastor.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5B99091-688C-D309-409C-C4D35B38F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Escuta hoje, o bom Pastor, </a:t>
            </a:r>
            <a:br>
              <a:rPr lang="en-US" altLang="pt-BR" sz="4000" i="1"/>
            </a:br>
            <a:r>
              <a:rPr lang="en-US" altLang="pt-BR" sz="4000" i="1"/>
              <a:t>Vem no aprisco te abrigar, </a:t>
            </a:r>
            <a:br>
              <a:rPr lang="en-US" altLang="pt-BR" sz="4000" i="1"/>
            </a:br>
            <a:r>
              <a:rPr lang="en-US" altLang="pt-BR" sz="4000" i="1"/>
              <a:t>Foge do lobo enganador, </a:t>
            </a:r>
            <a:br>
              <a:rPr lang="en-US" altLang="pt-BR" sz="4000" i="1"/>
            </a:br>
            <a:r>
              <a:rPr lang="en-US" altLang="pt-BR" sz="4000" i="1"/>
              <a:t>Pois ele quer te devorar.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35CFCF3-48D6-31E3-310E-EC840781B4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/>
              <a:t>Hoje vem a Jesus,</a:t>
            </a:r>
            <a:br>
              <a:rPr lang="en-US" altLang="pt-BR" sz="4000" b="1"/>
            </a:br>
            <a:r>
              <a:rPr lang="en-US" altLang="pt-BR" sz="4000" b="1"/>
              <a:t>Ao bondoso Salvador,</a:t>
            </a:r>
            <a:br>
              <a:rPr lang="en-US" altLang="pt-BR" sz="4000" b="1"/>
            </a:br>
            <a:r>
              <a:rPr lang="en-US" altLang="pt-BR" sz="4000" b="1"/>
              <a:t>Receber Sua luz.</a:t>
            </a:r>
            <a:br>
              <a:rPr lang="en-US" altLang="pt-BR" sz="4000" b="1"/>
            </a:br>
            <a:r>
              <a:rPr lang="en-US" altLang="pt-BR" sz="4000" b="1"/>
              <a:t>Vem a Cristo, o bom Pastor.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209 A VOZ DO BOM PASTOR </vt:lpstr>
      <vt:lpstr>Escuta a voz do bom Pastor Em esplendorosa solidão, Chama ao cordeiro que em temor Vaga na densa escuridão. </vt:lpstr>
      <vt:lpstr>Hoje vem a Jesus, Ao bondoso Salvador, Receber Sua luz. Vem a Cristo, o bom Pastor. </vt:lpstr>
      <vt:lpstr>Quem ajudar quer a Jesus, Os pecadores procurar, Vá espalhar a Sua luz, O Evangelho proclamar.  </vt:lpstr>
      <vt:lpstr>Hoje vem a Jesus, Ao bondoso Salvador, Receber Sua luz. Vem a Cristo, o bom Pastor. </vt:lpstr>
      <vt:lpstr>Triste deserto o mundo é, Cercado de perigos mil; Vem, chama Cristo, vem com fé, Vem para dentro do redil. </vt:lpstr>
      <vt:lpstr>Hoje vem a Jesus, Ao bondoso Salvador, Receber Sua luz. Vem a Cristo, o bom Pastor. </vt:lpstr>
      <vt:lpstr>Escuta hoje, o bom Pastor,  Vem no aprisco te abrigar,  Foge do lobo enganador,  Pois ele quer te devorar. </vt:lpstr>
      <vt:lpstr>Hoje vem a Jesus, Ao bondoso Salvador, Receber Sua luz. Vem a Cristo, o bom Pastor.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209 A VOZ DO BOM PASTOR </dc:title>
  <dc:creator>Junior</dc:creator>
  <cp:lastModifiedBy>Emerson Souza</cp:lastModifiedBy>
  <cp:revision>1</cp:revision>
  <dcterms:created xsi:type="dcterms:W3CDTF">2005-12-23T20:59:44Z</dcterms:created>
  <dcterms:modified xsi:type="dcterms:W3CDTF">2026-05-02T21:54:14Z</dcterms:modified>
</cp:coreProperties>
</file>