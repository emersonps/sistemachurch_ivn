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5CE3C-89AD-4833-3EDF-55D68E11E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E9879A-2395-BD2C-A7C6-34FB22901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A542ED-982E-7CCF-3627-F30C781B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E827B5-9634-0CED-5DB7-8DD6617D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EE517D-4293-28E7-7700-65BC7F91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99F02-7EB1-474A-9EF3-555D739EC8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749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F647B-4C64-1784-4435-CB1A4E6BE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FC3A5A-22CC-42CC-1FD6-C4B1B5648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09C4EC-0BCB-C572-1C16-C3E8A9CB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B5F460-19F8-2DCD-96BE-3EA1725A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C48DA4-BF0F-04F1-C6C4-8F618E90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E24651-4528-4914-81C3-6E83DEA840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400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89772-33FD-4D79-53DB-14AC2EC2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5EA294-2B93-DFA2-110A-DD7AE8B1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402B9-754D-AA3B-5B8E-5A442F9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110840-EC5E-A358-49C8-4310C448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3CCF2D-358A-1C96-5953-F1519352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A018E-B083-4677-9C57-3EFC1FA562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251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AD17F-43B7-85CA-151F-06EBC2BF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84DF7D-133A-180E-ADDD-7ACFCD40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2E108B-EA71-544C-10C3-CA396D1AE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3D633-E748-5E69-7F40-04731945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B14677-CB49-393F-86A2-A6932953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0CBF64-3373-1D98-D304-84BB562B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57F18D-D0D1-4285-B9F0-26C20E7276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41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EE9C8-8BD2-5784-B551-FF035431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A79DF5-4842-94D5-0E34-3CD4794CD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88318C-9B61-B3C6-C80A-D4807D88C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7184C2-3B68-91CE-E025-69A38B560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AADCDD-8788-7A2C-5320-96AFDBE04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6452CC9-910B-0A91-8165-265862DC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38EE6B-97BF-EB51-0113-25F438E9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2F7711-7444-0E7D-A94B-65BD4819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64A01-3141-46CC-8A66-C88DF548E0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9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BF3E-3282-4ECB-F9C9-8D81919E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BFE33A-594E-230A-7046-4B430848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CB65-CC84-4E14-684B-DB7EBB1A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97893A-9E27-2AE1-061E-FDB00C3D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446C8-24D2-4CC9-9595-15DC7CF832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774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AE7BB2-D53C-6829-B97A-0B8DC13B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B688F4-65EE-9F60-3E43-321B610B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9FCC8E-F5BC-F030-A8C4-66820095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BA9D21-B332-48CB-B550-013F78D5CC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728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36310-B89E-8987-2C38-BFEC2222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E6BAA-D188-EFAF-9918-717B8A1F2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1EF169-DD76-8C89-6A8C-D21F423D2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5D655E-4FBF-6446-8321-52483019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B83967-AC08-EC47-5E73-6D29454D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26735A-82DF-A27C-7230-85DC4C47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303847-4AA1-4439-AF21-4B3352230E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0289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43F84-4453-F26B-40AA-DFE05D454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2E0EA6-3E1C-3DC3-ABD4-71EB3E199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53F11C-A54F-F384-9EE4-50EF82B5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2022BC-ED4A-D1AC-80A5-0A92A0C8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36C6CC-40A7-B2EA-DB00-C3BBD055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07E360-54EB-3CEB-E1BE-FD4909C4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06457B-9398-4472-96CD-7CE9003BC3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577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10AE5-7B52-46D8-6AA5-6B2C4C67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C11560-9651-32F2-2074-1F44190C9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6E6769-8B6B-33D5-73C7-38195CB9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ECCE95-43AF-B333-C604-339DBF70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C4B4B7-D7B6-0009-5B1E-C6E691FE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570432-7B17-4C88-944D-ABAB5E9FFB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069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9F44DB-84AE-1A88-53C4-2EB095D18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9EC926-7281-DE31-CE54-575D10B76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DE535B-4C1E-2CC2-9377-70A8E883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DF383-0E01-BBCA-6A96-990E1CA9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241A88-176B-9C99-62A3-842B4E27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3C1F49-9BCF-4DAB-8F21-3277B3D070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48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687D2A-76BA-E051-AC22-38C01D14A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522D9D-4F52-705C-D78F-ABE737393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5B4FE3-E9E5-7984-E1ED-25423E3A17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F9715E5-8D84-83DF-66BC-375AE6F211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902C23B-993E-70D3-C72F-29A0725838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A208F6-359D-44A5-9152-912A516D3ED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892FD72-CD86-B370-BB8C-65CD4E42BF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 i="1"/>
              <a:t>382 – Olhando para o Calvário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87EFA11-FBD0-CD6F-F3B4-17B9BAD5F4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F9FE05C-36D0-E8DC-DAD3-94B62AFB4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Na cruz do Calvário olhando, </a:t>
            </a:r>
            <a:br>
              <a:rPr lang="en-US" altLang="pt-BR" sz="4000" i="1"/>
            </a:br>
            <a:r>
              <a:rPr lang="en-US" altLang="pt-BR" sz="4000" i="1"/>
              <a:t>Avistei o Salvador; </a:t>
            </a:r>
            <a:br>
              <a:rPr lang="en-US" altLang="pt-BR" sz="4000" i="1"/>
            </a:br>
            <a:r>
              <a:rPr lang="en-US" altLang="pt-BR" sz="4000" i="1"/>
              <a:t>Meu pecado expiando, </a:t>
            </a:r>
            <a:br>
              <a:rPr lang="en-US" altLang="pt-BR" sz="4000" i="1"/>
            </a:br>
            <a:r>
              <a:rPr lang="en-US" altLang="pt-BR" sz="4000" i="1"/>
              <a:t>Revelou-se o Seu amor.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8111BE5-E581-4808-B97A-6853CCFDC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Lá na fonte desta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Q</a:t>
            </a:r>
            <a:r>
              <a:rPr lang="en-US" altLang="pt-BR" sz="4000" b="1" i="1"/>
              <a:t>ue me trouxe um clarão,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Foi onde eu achei abrigo,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V</a:t>
            </a:r>
            <a:r>
              <a:rPr lang="en-US" altLang="pt-BR" sz="4000" b="1" i="1"/>
              <a:t>ida, paz e salvação.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FF570EA-2CF4-CF8C-611D-A6B5D7D14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Vi Jesus crucificado </a:t>
            </a:r>
            <a:br>
              <a:rPr lang="en-US" altLang="pt-BR" sz="4000" i="1"/>
            </a:br>
            <a:r>
              <a:rPr lang="en-US" altLang="pt-BR" sz="4000" i="1"/>
              <a:t>A sofrer tão grande dor, </a:t>
            </a:r>
            <a:br>
              <a:rPr lang="en-US" altLang="pt-BR" sz="4000" i="1"/>
            </a:br>
            <a:r>
              <a:rPr lang="en-US" altLang="pt-BR" sz="4000" i="1"/>
              <a:t>Foi Seu sangue derramado </a:t>
            </a:r>
            <a:br>
              <a:rPr lang="en-US" altLang="pt-BR" sz="4000" i="1"/>
            </a:br>
            <a:r>
              <a:rPr lang="en-US" altLang="pt-BR" sz="4000" i="1"/>
              <a:t>Pelo pobre pecador.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518D972-D825-828D-B523-7A5A424F5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Lá na fonte desta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Q</a:t>
            </a:r>
            <a:r>
              <a:rPr lang="en-US" altLang="pt-BR" sz="4000" b="1" i="1"/>
              <a:t>ue me trouxe um clarão,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Foi onde eu achei abrigo,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V</a:t>
            </a:r>
            <a:r>
              <a:rPr lang="en-US" altLang="pt-BR" sz="4000" b="1" i="1"/>
              <a:t>ida, paz e salvação.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7378C7-CA06-76FE-9B64-0354F1613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Ó Cordeiro imaculado, </a:t>
            </a:r>
            <a:br>
              <a:rPr lang="en-US" altLang="pt-BR" sz="4000" i="1"/>
            </a:br>
            <a:r>
              <a:rPr lang="en-US" altLang="pt-BR" sz="4000" i="1"/>
              <a:t>Que morreste sobre a cruz! </a:t>
            </a:r>
            <a:br>
              <a:rPr lang="en-US" altLang="pt-BR" sz="4000" i="1"/>
            </a:br>
            <a:r>
              <a:rPr lang="en-US" altLang="pt-BR" sz="4000" i="1"/>
              <a:t>Livra-me do vil pecado, </a:t>
            </a:r>
            <a:br>
              <a:rPr lang="en-US" altLang="pt-BR" sz="4000" i="1"/>
            </a:br>
            <a:r>
              <a:rPr lang="en-US" altLang="pt-BR" sz="4000" i="1"/>
              <a:t>Ó meu Salvador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8FCDB31-2BCE-927E-DE4A-ADB782B82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Lá na fonte desta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Q</a:t>
            </a:r>
            <a:r>
              <a:rPr lang="en-US" altLang="pt-BR" sz="4000" b="1" i="1"/>
              <a:t>ue me trouxe um clarão,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Foi onde eu achei abrigo,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V</a:t>
            </a:r>
            <a:r>
              <a:rPr lang="en-US" altLang="pt-BR" sz="4000" b="1" i="1"/>
              <a:t>ida, paz e salvação.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382 – Olhando para o Calvário</vt:lpstr>
      <vt:lpstr>Na cruz do Calvário olhando,  Avistei o Salvador;  Meu pecado expiando,  Revelou-se o Seu amor.  </vt:lpstr>
      <vt:lpstr>Lá na fonte desta luz,  Que me trouxe um clarão,  Foi onde eu achei abrigo,  Vida, paz e salvação.  </vt:lpstr>
      <vt:lpstr>Vi Jesus crucificado  A sofrer tão grande dor,  Foi Seu sangue derramado  Pelo pobre pecador.  </vt:lpstr>
      <vt:lpstr>Lá na fonte desta luz,  Que me trouxe um clarão,  Foi onde eu achei abrigo,  Vida, paz e salvação.  </vt:lpstr>
      <vt:lpstr>Ó Cordeiro imaculado,  Que morreste sobre a cruz!  Livra-me do vil pecado,  Ó meu Salvador Jesus!</vt:lpstr>
      <vt:lpstr>Lá na fonte desta luz,  Que me trouxe um clarão,  Foi onde eu achei abrigo,  Vida, paz e salvação.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382 – Olhando para o Calvário</dc:title>
  <dc:creator>Junior</dc:creator>
  <cp:lastModifiedBy>Emerson Souza</cp:lastModifiedBy>
  <cp:revision>1</cp:revision>
  <dcterms:created xsi:type="dcterms:W3CDTF">2005-12-26T21:11:11Z</dcterms:created>
  <dcterms:modified xsi:type="dcterms:W3CDTF">2026-05-02T22:08:47Z</dcterms:modified>
</cp:coreProperties>
</file>