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CD0E4-69AB-5C75-3DA2-99B3891DA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B93D3A-CC38-DD72-7335-21B03A55E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3C22C2-500C-A586-E14A-E2566D63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F24BE-FD64-554F-DAE4-C5B4FD31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872BF8-C7D8-9EED-5283-FBE6F71E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D45C7-74E7-4C25-9BFC-B9B731F9D1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053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B6BE7-E496-827B-505A-26043D1D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7E5E69-BD3F-F60E-825B-683BA149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8DC12D-9304-136D-EBD3-67C88FC1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343C8-5591-8F7C-65E7-11E153B7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943CB3-A48E-D6C7-7A09-4299122B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F75A0-D0D4-4857-BA6E-E072A59949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314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E0688-0E6F-C59E-CC10-B5BB771F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30DCB3-ACD3-4493-8231-66F7B585B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4AA868-11D0-ABF3-4BDC-CBE7367E5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33FABD-9878-19F9-C9AF-41C58604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E10A2B-2F5D-0B73-D3FF-5296852B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DA8499-3CF6-49BD-96DE-1FEC0F9E1A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8279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37EFB-C140-61C4-8D11-AEE6C3C0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B5B0EB-58AA-D012-04A5-C6AF0B729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DC44B1-39C8-2D7B-141E-1D6F0BED1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CBE6AD-3BD0-9E7C-B96D-26D98874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60DB83-8070-C371-711C-11F367FA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09599C7-3CC7-F183-0C0A-66B1027A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584080-F65E-474F-99F3-F236B9B932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046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C20F1-2255-77C1-00C9-47891FB7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D15CE3-88D3-3E3E-422E-4F280954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B62950-2C06-E2BC-489A-E25F8331E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97D1F8-BA4D-6285-7D34-51B47CDE5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749A206-97A9-A910-086A-E9059BB9ED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57472A7-4E6C-5064-E220-ABECD05A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80CEC0-608E-1F79-D1D5-8FE9D72E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1925D7-DDF9-A463-096F-8DFE5993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2B5F68-5BB9-4923-903B-3A99B0C4E7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3027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B3D91-600B-8515-7614-497FA6A9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84D4B8-A809-E0BA-2824-F6585C0F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B01BC4-40E3-8488-CCB0-748FF9FBE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47965A-BA00-C1F3-CB09-875CABB6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0DCD2D-8CF9-471F-AA52-66DCF5B673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839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56BF715-073F-F4D8-DED9-999FEAC8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993026-C7D2-41A8-CD49-92F4F471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85F800-3BDE-13E8-0F27-D212CE04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22E51F-ED23-436D-873A-4E04E4D19B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054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9B092-88BD-0FE1-CE87-5B8040B8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C12C1-FFB5-342C-5B34-F88AE90ED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7322CE-A5AE-02C3-EB25-4FF91BDD7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B9275E-40E5-18DF-8DCE-413AEA05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204D8D-33C9-9BCD-9AB0-4FABCB07C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E80C4C-5544-2666-8594-17270FC3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1A803-1FDB-4FDB-8DE9-F25AAA6186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093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EDB4C-1027-10B4-DCC7-D40FF411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9826DFB-6F7C-6093-9807-4BA4F361A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77959C-4E42-1975-4CD1-1453A0188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789381-0D94-61E7-A03C-E34FE4BCE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60774-B40B-D073-42F7-9B44C541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2014E6-D9F2-17D3-A4B8-866360AF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21F5A9-5DB9-4C11-824B-EB960F8F1A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73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959B2-8EF1-8E26-3298-3427B738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6F2E68-5E9E-F231-57A0-55BC4B6F8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6CE79B-04D8-4428-BE41-A1C02398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5098-14B6-B3ED-33D6-9A107E3F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29C93F-6212-0D65-3B19-E7E537EA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DB6744-4FD6-4DD6-B079-F31C024407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582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96037B-AE4D-8132-8263-BCC973058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ABF05D-B961-E051-1EF5-B2E53B0A8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0507-10ED-9757-9424-91D41429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8A25E-0DD9-9C06-25E5-2497593F0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A44371-718F-3802-9A82-2D75E8A1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67959-873B-4C7B-B62E-EC4AB36FA6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5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600B26-45F9-6766-DDCD-DB1211632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FB9E35-6595-74F4-498A-FB1223B21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4B50DA1-0476-826F-D123-0A89770753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AB2586-62AD-A2C7-813F-0FB880B185A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AC29F3-DDDB-A4A6-78A1-D4F20C35F1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144007B-622F-48CF-A63D-939FDDEB570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A96583-3664-DDD6-39CB-0410391987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636 - Por Nossa Pátria Oramos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14C213A-0F01-095D-1E6C-CF9ABC0B6B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1CEEFA3-2164-1536-F1F1-17221E555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Por nossa Pátria oramos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ti, supremo Deus!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nosso lar clamamos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ti, ó Rei dos céus!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Bendize a vida pastoril,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Governa o brio senhoril,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Modera a lida mercantil!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Deus salve a Pátria!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07CBCE-4DDD-3728-E644-7CD1C578D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Da Pátria, que nos deste,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Desvie tua mão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Desgraças, fome e peste,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Perfídia e sedição!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Sustenta a ordem nacional,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bom governo imparcial,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dá-nos graça divinal!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Deus salve a Pátria!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B4A284-7AB8-BE09-3823-2B0C05986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Dá-nos real civismo,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Fiel, constante, audaz!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Promove o cristianismo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Príncipe da paz!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 Pátria afasta crenças vás,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Derrama bênçãos temporãs!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Dominem só. doutrinas sãs!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Deus salve a Pátria!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B2BF3B9-CE7E-C53E-244C-86D50BE11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tua Igreja inflama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 zelo e terno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seja o seu programa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Cumprido com vigor!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Então, os salvos de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Lutando firmes pela Cruz,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Difundirão de Cristo a luz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toda a Pátria!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636 - Por Nossa Pátria Oramos </vt:lpstr>
      <vt:lpstr>Por nossa Pátria oramos  A ti, supremo Deus!  Por nosso lar clamamos  A ti, ó Rei dos céus!  Bendize a vida pastoril,  Governa o brio senhoril,  Modera a lida mercantil!  Deus salve a Pátria!  </vt:lpstr>
      <vt:lpstr>Da Pátria, que nos deste,  Desvie tua mão  Desgraças, fome e peste,  Perfídia e sedição!  Sustenta a ordem nacional,  O bom governo imparcial,  E dá-nos graça divinal!  Deus salve a Pátria! </vt:lpstr>
      <vt:lpstr>Dá-nos real civismo,  Fiel, constante, audaz!  Promove o cristianismo  Do Príncipe da paz!  Da Pátria afasta crenças vás,  Derrama bênçãos temporãs!  Dominem só. doutrinas sãs!  Deus salve a Pátria!  </vt:lpstr>
      <vt:lpstr>A tua Igreja inflama  Com zelo e terno amor,  E seja o seu programa  Cumprido com vigor!  Então, os salvos de Jesus,  Lutando firmes pela Cruz,  Difundirão de Cristo a luz  Por toda a Pátria!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636 - Por Nossa Pátria Oramos </dc:title>
  <dc:creator>Junior</dc:creator>
  <cp:lastModifiedBy>Emerson Souza</cp:lastModifiedBy>
  <cp:revision>1</cp:revision>
  <dcterms:created xsi:type="dcterms:W3CDTF">2005-12-27T18:24:33Z</dcterms:created>
  <dcterms:modified xsi:type="dcterms:W3CDTF">2026-05-02T22:30:36Z</dcterms:modified>
</cp:coreProperties>
</file>