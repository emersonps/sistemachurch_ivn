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7DD44-0AF6-B49E-551E-17F9A72CB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DECA3F-A68A-5CEE-0869-EDAEA36D8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6C788E-61DF-5725-F1B7-53C504CC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98E433-F837-154F-93A9-0EE1994A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5C1B56-5E5C-2973-E64D-BD87EEED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1115F-F7AB-4F2F-AA29-B55C6DC589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046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D9E95-E655-3A82-C258-9B537EBE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7FD665-93BA-8EFE-7B5A-4AC120830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75680D-6110-19B8-A932-3CD3F329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6FEC7-C577-9062-A951-48F573EB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9B73EB-4B85-1897-EF09-28AF2AD3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3258C-AAF8-48DE-A129-941761C876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009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1E2D1-0AAA-6BDB-7BB7-02296625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25283A-6F36-B409-87F2-49B65D6A6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68B3FC-4472-6AE6-85FF-950E4CD0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3C34E0-97CD-9FB2-3F26-C50FC3FA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4D2838-83E7-CF81-DEBC-4CF7F3D9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412E01-FDE4-4581-87CD-5483A998F1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551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7FE3B-4DC8-30B1-2C48-EE352EECD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D7E341-E15B-74EC-E0F5-1D9CE445A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741435-5576-2CCF-0016-12EECC8BC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24BD75-6A5C-3119-E585-16557D0A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F5C10-21C7-1754-EC66-F6A1585B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6703E6-4C0D-8EA2-2D4E-884ADD73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CF6D65-3EA3-4011-A134-C80900775D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793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A55EF-BB17-9F2C-8BA9-9DEEC86D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94EB76-C6A7-602D-81A6-853FFCD38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5DCA87-A63D-9265-1F8C-3C6CFA602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4558DF5-72EC-A777-D303-EA57521A4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1C8C0A-62FA-DF20-3550-39F99DA03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DE6647-92BE-A91E-6C63-9805A52B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DDD06E5-5676-D14A-14CA-640AC7C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A85165-AB29-67EF-A78A-9C63D71C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E921B-EF7D-4940-AD0C-577AC2CB19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55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764A1-B4A4-07F3-A606-1FE5C466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4C9437-825E-00BD-2360-78AE5D56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F7311F-A6C3-7EDB-30BD-720DEB45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914834-8D70-F488-3E1F-38F8B409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757B32-E1A2-441F-9D9E-FE3B032BC0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317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1EF11C-CD9C-597B-4B4F-E39D66A0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2B0E83-21B2-2215-931A-99551FD1C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3A0D4C-C6C9-BE5F-F31F-BB2AA3CF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16C5F6-F2A9-404C-8F45-64940E678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212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D8A57-AEA4-95C4-44ED-278429B4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E639B4-78C1-5374-C06D-B82C83EFB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6A2CDF-8EAD-2657-D63C-B58670FCF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0D8BA4-9EC7-2F39-28D6-7108E5F2A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6828BA-7286-EE79-7B89-26FD53F3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E65C5B-C8E9-6282-92B3-E1D718CD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B119DD-BC8B-4211-85B6-A030C7FD52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913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282FB-BC09-FD5F-BA88-423D020B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7E0563-4DE8-0880-D8C1-E08022DB6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7755C8-F239-6C36-E932-454234D05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715ACC-0B0B-C13E-BC47-38D711ADD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7FA9F5-B4DD-1B29-6372-5F516D21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393B62-1B03-C9D3-58B2-E2372F17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E336EC-ED67-4512-8606-E5E91B7640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8092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1ACC9-F81A-FAB0-9A23-9A490CF2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3F47C4-3987-1339-985E-E5DC9093B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611A68-3475-A81A-F89C-8B293679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60DE2F-9A0E-61C3-9034-89FC4F32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06C4E5-0411-B7F5-A70A-67645BA8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FB99C-87B5-48CF-A954-CB9D56BB5C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322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18A397-AC8F-AA5F-19C2-E2E07B119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B2907E-ECE9-6D4E-C259-73F7F4E2D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C99605-D69A-74E3-82EC-F2CA6986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F0001-3165-17C2-C849-7BA68FDF3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2D967-8ED1-A10F-5FB3-2D23D77E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4308E-77F9-4649-B07D-55977F2F01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517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A98211-C045-0D9A-DF65-36F2C3FA1B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9A3983-C772-620D-CC46-95D91CCD1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270112E-7B7E-19F7-BADB-E347518CB2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E3BF5C-2C9A-7A21-EFFF-B64DFF16D5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7EB9067-92E0-1A7D-3004-C21D6AFE35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D44B59-17ED-4766-AA54-AF46D74C2FD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0FB597F-AAF7-9438-4E04-C7BE585059C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535 – Tú És Fiel, Senhor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67AD23B-8599-3146-F6BF-9F4799A7B2A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1B83FF2-0E03-8FBF-4B61-EDEDE2FFE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Tu ás fiel, Senhor, meu Pai celeste:</a:t>
            </a:r>
            <a:br>
              <a:rPr lang="en-US" altLang="pt-BR" sz="4000" i="1"/>
            </a:br>
            <a:r>
              <a:rPr lang="en-US" altLang="pt-BR" sz="4000" i="1"/>
              <a:t>Pleno poder aos teus filhos darás.</a:t>
            </a:r>
            <a:br>
              <a:rPr lang="en-US" altLang="pt-BR" sz="4000" i="1"/>
            </a:br>
            <a:r>
              <a:rPr lang="en-US" altLang="pt-BR" sz="4000" i="1"/>
              <a:t>Nunca mudaste: tu nunca faltaste:</a:t>
            </a:r>
            <a:br>
              <a:rPr lang="en-US" altLang="pt-BR" sz="4000" i="1"/>
            </a:br>
            <a:r>
              <a:rPr lang="en-US" altLang="pt-BR" sz="4000" i="1"/>
              <a:t>Tal como eras, tu sempre serás.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FF15C3F-01B4-9455-DF32-E8F60EBD2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Tu és fiel, Senhor! </a:t>
            </a:r>
            <a:br>
              <a:rPr lang="en-US" altLang="pt-BR" sz="4000" b="1" i="1"/>
            </a:br>
            <a:r>
              <a:rPr lang="en-US" altLang="pt-BR" sz="4000" b="1" i="1"/>
              <a:t>Tu és fiel, Senhor!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Dia após dia, com bênçãos sem fim,</a:t>
            </a:r>
            <a:r>
              <a:rPr lang="en-US" altLang="pt-BR" sz="4000"/>
              <a:t> </a:t>
            </a:r>
            <a:r>
              <a:rPr lang="en-US" altLang="pt-BR" sz="4000" b="1" i="1"/>
              <a:t>Tua mercê me sustenta e me guarda.</a:t>
            </a:r>
            <a:r>
              <a:rPr lang="en-US" altLang="pt-BR" sz="4000"/>
              <a:t> </a:t>
            </a:r>
            <a:r>
              <a:rPr lang="en-US" altLang="pt-BR" sz="4000" b="1" i="1"/>
              <a:t>Tu és fiel, Senhor, fiel a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 b="1" i="1"/>
              <a:t>  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0A8EEFD-10AE-BC72-579B-0BF41FEFE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Flores e frutos, montanhas e mares,</a:t>
            </a:r>
            <a:r>
              <a:rPr lang="en-US" altLang="pt-BR" sz="4000"/>
              <a:t> </a:t>
            </a:r>
            <a:r>
              <a:rPr lang="en-US" altLang="pt-BR" sz="4000" i="1"/>
              <a:t>Sol, Lua, estrelas no céu a brilhar: Tudo criaste na terra e nos ares.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 o Universo vem pois te louvar!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560C217-FF21-2B75-CBF9-6ED11E94E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Tu és fiel, Senhor! </a:t>
            </a:r>
            <a:br>
              <a:rPr lang="en-US" altLang="pt-BR" sz="4000" b="1" i="1"/>
            </a:br>
            <a:r>
              <a:rPr lang="en-US" altLang="pt-BR" sz="4000" b="1" i="1"/>
              <a:t>Tu és fiel, Senhor!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Dia após dia, com bênçãos sem fim,</a:t>
            </a:r>
            <a:r>
              <a:rPr lang="en-US" altLang="pt-BR" sz="4000"/>
              <a:t> </a:t>
            </a:r>
            <a:r>
              <a:rPr lang="en-US" altLang="pt-BR" sz="4000" b="1" i="1"/>
              <a:t>Tua mercê me sustenta e me guarda.</a:t>
            </a:r>
            <a:r>
              <a:rPr lang="en-US" altLang="pt-BR" sz="4000"/>
              <a:t> </a:t>
            </a:r>
            <a:r>
              <a:rPr lang="en-US" altLang="pt-BR" sz="4000" b="1" i="1"/>
              <a:t>Tu és fiel, Senhor, fiel a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 b="1" i="1"/>
              <a:t>  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4549FA6-1FE5-F234-7E84-8A4395A63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Pleno perdão tu dás: paz, segurança: Cada momento me guias, Senhor.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no porvir, oh! que doce esperança: Desfrutarei do teu rico favor!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DA13F8C-712B-6524-93B0-1ED7F292A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Tu és fiel, Senhor! </a:t>
            </a:r>
            <a:br>
              <a:rPr lang="en-US" altLang="pt-BR" sz="4000" b="1" i="1"/>
            </a:br>
            <a:r>
              <a:rPr lang="en-US" altLang="pt-BR" sz="4000" b="1" i="1"/>
              <a:t>Tu és fiel, Senhor!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Dia após dia, com bênçãos sem fim,</a:t>
            </a:r>
            <a:r>
              <a:rPr lang="en-US" altLang="pt-BR" sz="4000"/>
              <a:t> </a:t>
            </a:r>
            <a:r>
              <a:rPr lang="en-US" altLang="pt-BR" sz="4000" b="1" i="1"/>
              <a:t>Tua mercê me sustenta e me guarda.</a:t>
            </a:r>
            <a:r>
              <a:rPr lang="en-US" altLang="pt-BR" sz="4000"/>
              <a:t> </a:t>
            </a:r>
            <a:r>
              <a:rPr lang="en-US" altLang="pt-BR" sz="4000" b="1" i="1"/>
              <a:t>Tu és fiel, Senhor, fiel a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 b="1" i="1"/>
              <a:t>  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535 – Tú És Fiel, Senhor</vt:lpstr>
      <vt:lpstr>Tu ás fiel, Senhor, meu Pai celeste: Pleno poder aos teus filhos darás. Nunca mudaste: tu nunca faltaste: Tal como eras, tu sempre serás.  </vt:lpstr>
      <vt:lpstr>Tu és fiel, Senhor!  Tu és fiel, Senhor!  Dia após dia, com bênçãos sem fim, Tua mercê me sustenta e me guarda. Tu és fiel, Senhor, fiel a mim.    </vt:lpstr>
      <vt:lpstr>Flores e frutos, montanhas e mares, Sol, Lua, estrelas no céu a brilhar: Tudo criaste na terra e nos ares.  Todo o Universo vem pois te louvar!  </vt:lpstr>
      <vt:lpstr>Tu és fiel, Senhor!  Tu és fiel, Senhor!  Dia após dia, com bênçãos sem fim, Tua mercê me sustenta e me guarda. Tu és fiel, Senhor, fiel a mim.    </vt:lpstr>
      <vt:lpstr>Pleno perdão tu dás: paz, segurança: Cada momento me guias, Senhor.  E, no porvir, oh! que doce esperança: Desfrutarei do teu rico favor!</vt:lpstr>
      <vt:lpstr>Tu és fiel, Senhor!  Tu és fiel, Senhor!  Dia após dia, com bênçãos sem fim, Tua mercê me sustenta e me guarda. Tu és fiel, Senhor, fiel a mim.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535 – Tú És Fiel, Senhor</dc:title>
  <dc:creator>Junior</dc:creator>
  <cp:lastModifiedBy>Emerson Souza</cp:lastModifiedBy>
  <cp:revision>1</cp:revision>
  <dcterms:created xsi:type="dcterms:W3CDTF">2005-12-26T23:15:38Z</dcterms:created>
  <dcterms:modified xsi:type="dcterms:W3CDTF">2026-05-02T22:21:57Z</dcterms:modified>
</cp:coreProperties>
</file>