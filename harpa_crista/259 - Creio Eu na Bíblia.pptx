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51" d="100"/>
          <a:sy n="51" d="100"/>
        </p:scale>
        <p:origin x="-8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1A94144-AB0B-0E7F-1E9B-BA8D5948A5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52600" y="990600"/>
            <a:ext cx="6400800" cy="25146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pt-BR" altLang="pt-BR" noProof="0"/>
              <a:t>Clique para editar o estilo do título mestre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122D56E-9A10-7800-627E-CE3270C2F1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52600" y="3886200"/>
            <a:ext cx="6400800" cy="17526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B6CBC92-24DE-91EB-117B-E558F397E7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14400" y="6400800"/>
            <a:ext cx="1905000" cy="457200"/>
          </a:xfrm>
        </p:spPr>
        <p:txBody>
          <a:bodyPr anchorCtr="0"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9F2FC33-8F17-36C8-E15A-5D80E62410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505200" y="6400800"/>
            <a:ext cx="2895600" cy="457200"/>
          </a:xfrm>
        </p:spPr>
        <p:txBody>
          <a:bodyPr anchorCtr="0"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4241664-F2AE-E131-4393-FA5922E022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 anchorCtr="0"/>
          <a:lstStyle>
            <a:lvl1pPr>
              <a:defRPr/>
            </a:lvl1pPr>
          </a:lstStyle>
          <a:p>
            <a:fld id="{53C327D8-6ECC-474A-8655-E674C5AD1484}" type="slidenum">
              <a:rPr lang="pt-BR" altLang="pt-BR"/>
              <a:pPr/>
              <a:t>‹nº›</a:t>
            </a:fld>
            <a:endParaRPr lang="pt-BR" altLang="pt-BR"/>
          </a:p>
        </p:txBody>
      </p:sp>
      <p:grpSp>
        <p:nvGrpSpPr>
          <p:cNvPr id="4103" name="Group 7">
            <a:extLst>
              <a:ext uri="{FF2B5EF4-FFF2-40B4-BE49-F238E27FC236}">
                <a16:creationId xmlns:a16="http://schemas.microsoft.com/office/drawing/2014/main" id="{858D94E9-AC09-0847-D078-4E635001AB0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6362700" cy="6858000"/>
            <a:chOff x="0" y="0"/>
            <a:chExt cx="4008" cy="4320"/>
          </a:xfrm>
        </p:grpSpPr>
        <p:pic>
          <p:nvPicPr>
            <p:cNvPr id="4104" name="Picture 8">
              <a:extLst>
                <a:ext uri="{FF2B5EF4-FFF2-40B4-BE49-F238E27FC236}">
                  <a16:creationId xmlns:a16="http://schemas.microsoft.com/office/drawing/2014/main" id="{21D1E90A-F86E-7B4E-D9E1-8190659AE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invGray">
            <a:xfrm>
              <a:off x="0" y="0"/>
              <a:ext cx="432" cy="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9">
              <a:extLst>
                <a:ext uri="{FF2B5EF4-FFF2-40B4-BE49-F238E27FC236}">
                  <a16:creationId xmlns:a16="http://schemas.microsoft.com/office/drawing/2014/main" id="{3AF34C58-19DA-199D-2B93-BD4621DE99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600"/>
              <a:ext cx="1800" cy="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106" name="Picture 10">
            <a:extLst>
              <a:ext uri="{FF2B5EF4-FFF2-40B4-BE49-F238E27FC236}">
                <a16:creationId xmlns:a16="http://schemas.microsoft.com/office/drawing/2014/main" id="{BF24C0A0-B289-BCD7-4ED8-890141648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657600"/>
            <a:ext cx="5715000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B051B-86E9-2EA2-2228-083DBDA6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B10195-9E73-5D9D-9E49-898A2C6A9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199F85-E47E-7FB8-CA13-D8605716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4A1750-9ADA-A41B-9534-910216E4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3D192C-3945-1AD5-FB38-8BD1AC13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BBD6CF-8996-4CFF-960D-7B6A7C09B38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10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96859-CE9D-BFF4-546F-D8C557D3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8D5F9-AF96-83A8-23E7-BDAA60AB5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20E759-D29D-BAA9-49BF-BBA7CDD4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604A1B-0AD3-9431-5708-948E8B2B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9897EF-A885-8F97-98EC-7B6BB3BC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859462-74FE-4A6E-8FDE-3FDCAF23EEF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5425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B21D2-67E0-7ADB-83C0-D9120804B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4BA85-DA21-AAC0-498A-51CD8BABA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2038" y="1766888"/>
            <a:ext cx="3808412" cy="41132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C9F970-DF0F-48B8-0445-63B5E8C4A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2850" y="1766888"/>
            <a:ext cx="3808413" cy="41132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92C88E-ECAB-BDFB-FD24-0753E931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502084-A9C2-D37A-3B38-2CBE5252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E19CAF-B2D4-0CB5-74D4-055ED923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C213AD-0BEE-401C-A80C-3DE0B68AC1F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0277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C99C5-A626-89DD-6AEB-491E4D78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1826CE-108A-C023-1615-F37540094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01C71A-5855-DD47-97FD-EF1AD639F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A4DD71-9E58-3262-DD84-4FF27BE6D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A97804-B904-CD88-9E2C-1308AC1EAD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358ACAC-B6F4-81AF-7786-F3373CD3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78F6A6F-916A-9511-8766-2E271111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53B7C26-7FD6-BF17-D243-1FE6DFC1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FF483-958A-47EE-9345-E692B19CCD5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4449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048D5-E386-FB09-1778-8A4BB5722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921E87B-FD10-9621-80D5-1482C155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9DD028-78CB-AA50-DB3A-44A454EA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7DABE5-2988-0810-2C22-93FC3ADF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24230-25B4-42F5-92F6-9357B741F5B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2006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0E5029E-76C4-2717-0152-6AA9070F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13A093-55A1-2BD5-108B-33C672BE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1BED5F-B61B-6E88-4202-C6F657CB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417216-7240-4BD6-91F6-BF1B3670174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3571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01E86-D910-D526-7E43-BD586625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F0F1B3-98CE-AA0D-0D9F-F109DD70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CDB4E1-B83D-89A2-5CB7-4D70D7773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5E262F-406C-DD3C-D66E-EA13B203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A9E0B0-81DD-8C9D-EC6C-FDC3CA8A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76C36E-5B49-E624-48C4-2D679248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D2D479-39D0-44B7-BC48-99CAA877383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5576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9AFB2-55D7-9A67-945A-F71E8746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0A1E6-8042-8A38-6C57-7AE10F045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DB9310-E698-3ABE-988F-FF1A769BE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C4606-E786-E829-2AD4-92887B333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4B20FE-03BA-AE72-AB33-19273521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2C1900-E3EF-CD7D-7114-7BC75A40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982E02-321A-487D-85B5-614D0CA1E3A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4511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D8C16-5899-9548-D792-A703977B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68ABDF-7ED5-E9C6-FAB2-966706E71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F973CA-E72E-5DED-6585-AA2425EA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E46D1F-263A-BC52-30E6-7CA2D4EA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BDB5E8-16B9-80EE-F1FC-0793514C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A14F89-5EF6-4D9F-8B4C-CBC93F033D4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40656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620EF9-8112-F61D-C850-EB72E9D0B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96100" y="381000"/>
            <a:ext cx="1943100" cy="54991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0CF340-1F9A-7D1D-6F26-D9E177273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2038" y="381000"/>
            <a:ext cx="5681662" cy="54991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D83738-414E-9430-EDC8-1E87A7F3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CB1EE0-4EC7-8277-112C-6FCFC391A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FC85E1-C1C5-CF62-0494-261AD2DB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2A88A-8127-49B2-A97C-CB7B42887E7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3829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2819B08-F320-D003-F639-3E9DBF8F0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0" y="0"/>
            <a:ext cx="685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>
            <a:extLst>
              <a:ext uri="{FF2B5EF4-FFF2-40B4-BE49-F238E27FC236}">
                <a16:creationId xmlns:a16="http://schemas.microsoft.com/office/drawing/2014/main" id="{57C0A33C-D020-AEB8-0CF8-B96BAD6E2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5336D60-E74E-265A-9367-2324B81AA1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pt-BR" altLang="pt-B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D70A7D6-7EAE-61CA-AABC-A81AD176E65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pt-BR" altLang="pt-BR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4D06B2A-E365-EF87-C258-E166FCC3ED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7A848728-5ED2-46AE-AE6F-D14CFDC24982}" type="slidenum">
              <a:rPr lang="pt-BR" altLang="pt-BR"/>
              <a:pPr/>
              <a:t>‹nº›</a:t>
            </a:fld>
            <a:endParaRPr lang="pt-BR" altLang="pt-BR"/>
          </a:p>
        </p:txBody>
      </p:sp>
      <p:pic>
        <p:nvPicPr>
          <p:cNvPr id="3079" name="Picture 7">
            <a:extLst>
              <a:ext uri="{FF2B5EF4-FFF2-40B4-BE49-F238E27FC236}">
                <a16:creationId xmlns:a16="http://schemas.microsoft.com/office/drawing/2014/main" id="{4180F31E-02E4-5F4E-A02E-3979AC60D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74800"/>
            <a:ext cx="7772400" cy="13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0" name="Rectangle 8">
            <a:extLst>
              <a:ext uri="{FF2B5EF4-FFF2-40B4-BE49-F238E27FC236}">
                <a16:creationId xmlns:a16="http://schemas.microsoft.com/office/drawing/2014/main" id="{E1E1623B-C7F7-2863-4E14-84E76CAE6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2038" y="1766888"/>
            <a:ext cx="7769225" cy="411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Blip>
          <a:blip r:embed="rId16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Blip>
          <a:blip r:embed="rId17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s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s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0245717-CD5D-9195-A1B2-11778D06C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2133600"/>
            <a:ext cx="7772400" cy="1143000"/>
          </a:xfrm>
        </p:spPr>
        <p:txBody>
          <a:bodyPr/>
          <a:lstStyle/>
          <a:p>
            <a:pPr algn="ctr"/>
            <a:r>
              <a:rPr lang="pt-BR" altLang="pt-BR"/>
              <a:t>259 – Creio Eu na Bíblia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DDE6CDD1-3840-5604-6BBF-A81CA145E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2038" y="1600200"/>
            <a:ext cx="7769225" cy="42799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Creio eu na bíblia, o livro do Senhor,</a:t>
            </a:r>
          </a:p>
          <a:p>
            <a:pPr algn="ctr">
              <a:buFontTx/>
              <a:buNone/>
            </a:pPr>
            <a:r>
              <a:rPr lang="pt-BR" altLang="pt-BR" sz="4000"/>
              <a:t>Pois Jesus Cristo mostra o doce amor;</a:t>
            </a:r>
          </a:p>
          <a:p>
            <a:pPr algn="ctr">
              <a:buFontTx/>
              <a:buNone/>
            </a:pPr>
            <a:r>
              <a:rPr lang="pt-BR" altLang="pt-BR" sz="4000"/>
              <a:t>Todos meus pecados apagados estão,</a:t>
            </a:r>
          </a:p>
          <a:p>
            <a:pPr algn="ctr">
              <a:buFontTx/>
              <a:buNone/>
            </a:pPr>
            <a:r>
              <a:rPr lang="pt-BR" altLang="pt-BR" sz="4000"/>
              <a:t>Paz e gozo tenho em meu coração.</a:t>
            </a:r>
          </a:p>
          <a:p>
            <a:pPr algn="ctr">
              <a:buFontTx/>
              <a:buNone/>
            </a:pPr>
            <a:endParaRPr lang="pt-BR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>
            <a:extLst>
              <a:ext uri="{FF2B5EF4-FFF2-40B4-BE49-F238E27FC236}">
                <a16:creationId xmlns:a16="http://schemas.microsoft.com/office/drawing/2014/main" id="{EFF006BE-E06E-F337-80CB-58D3DD749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/>
              <a:t>Coro:</a:t>
            </a:r>
          </a:p>
          <a:p>
            <a:pPr algn="ctr">
              <a:buFontTx/>
              <a:buNone/>
            </a:pPr>
            <a:r>
              <a:rPr lang="pt-BR" altLang="pt-BR" sz="3600"/>
              <a:t>Creio eu na Bíblia, livro de meu Deus;</a:t>
            </a:r>
          </a:p>
          <a:p>
            <a:pPr algn="ctr">
              <a:buFontTx/>
              <a:buNone/>
            </a:pPr>
            <a:r>
              <a:rPr lang="pt-BR" altLang="pt-BR" sz="3600"/>
              <a:t>Para mim a bíblia é o maná dos céus!</a:t>
            </a:r>
          </a:p>
          <a:p>
            <a:pPr algn="ctr">
              <a:buFontTx/>
              <a:buNone/>
            </a:pPr>
            <a:r>
              <a:rPr lang="pt-BR" altLang="pt-BR" sz="3600"/>
              <a:t>Mostra-me o caminho para o lar celestial;</a:t>
            </a:r>
          </a:p>
          <a:p>
            <a:pPr algn="ctr">
              <a:buFontTx/>
              <a:buNone/>
            </a:pPr>
            <a:r>
              <a:rPr lang="pt-BR" altLang="pt-BR" sz="3600"/>
              <a:t>Acho eu na bíblia, graça divinal!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51D5AB01-8CA6-FC98-F780-4B3795D41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/>
              <a:t>Creio eu na bíblia, ensina-me a cantar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/>
              <a:t>Cantos de vitória, e de amor sem par;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/>
              <a:t>Lindas melodias, eu cantando vou,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/>
              <a:t>Porque redimido pelo sangue estou!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3CEBC0AE-A907-DC2D-F2A1-BE028392BE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/>
              <a:t>Coro:</a:t>
            </a:r>
          </a:p>
          <a:p>
            <a:pPr algn="ctr">
              <a:buFontTx/>
              <a:buNone/>
            </a:pPr>
            <a:r>
              <a:rPr lang="pt-BR" altLang="pt-BR" sz="3600"/>
              <a:t>Creio eu na Bíblia, livro de meu Deus;</a:t>
            </a:r>
          </a:p>
          <a:p>
            <a:pPr algn="ctr">
              <a:buFontTx/>
              <a:buNone/>
            </a:pPr>
            <a:r>
              <a:rPr lang="pt-BR" altLang="pt-BR" sz="3600"/>
              <a:t>Para mim a bíblia é o maná dos céus!</a:t>
            </a:r>
          </a:p>
          <a:p>
            <a:pPr algn="ctr">
              <a:buFontTx/>
              <a:buNone/>
            </a:pPr>
            <a:r>
              <a:rPr lang="pt-BR" altLang="pt-BR" sz="3600"/>
              <a:t>Mostra-me o caminho para o lar celestial;</a:t>
            </a:r>
          </a:p>
          <a:p>
            <a:pPr algn="ctr">
              <a:buFontTx/>
              <a:buNone/>
            </a:pPr>
            <a:r>
              <a:rPr lang="pt-BR" altLang="pt-BR" sz="3600"/>
              <a:t>Acho eu na bíblia, graça divinal!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7715E566-89A6-0A31-7E8C-AA8708BCC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Só a Santa Bíblia a santidade dá,</a:t>
            </a:r>
          </a:p>
          <a:p>
            <a:pPr algn="ctr">
              <a:buFontTx/>
              <a:buNone/>
            </a:pPr>
            <a:r>
              <a:rPr lang="pt-BR" altLang="pt-BR" sz="4000"/>
              <a:t>Este dom de Cristo, prometido já;</a:t>
            </a:r>
          </a:p>
          <a:p>
            <a:pPr algn="ctr">
              <a:buFontTx/>
              <a:buNone/>
            </a:pPr>
            <a:r>
              <a:rPr lang="pt-BR" altLang="pt-BR" sz="4000"/>
              <a:t>Todos os que buscam plena salvação,</a:t>
            </a:r>
          </a:p>
          <a:p>
            <a:pPr algn="ctr">
              <a:buFontTx/>
              <a:buNone/>
            </a:pPr>
            <a:r>
              <a:rPr lang="pt-BR" altLang="pt-BR" sz="4000"/>
              <a:t>Estas bênçãos, só em Cristo acharão.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93B796C8-086F-3C7D-C262-85B6A6655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/>
              <a:t>Coro:</a:t>
            </a:r>
          </a:p>
          <a:p>
            <a:pPr algn="ctr">
              <a:buFontTx/>
              <a:buNone/>
            </a:pPr>
            <a:r>
              <a:rPr lang="pt-BR" altLang="pt-BR" sz="3600"/>
              <a:t>Creio eu na bíblia, livro de meu deus;</a:t>
            </a:r>
          </a:p>
          <a:p>
            <a:pPr algn="ctr">
              <a:buFontTx/>
              <a:buNone/>
            </a:pPr>
            <a:r>
              <a:rPr lang="pt-BR" altLang="pt-BR" sz="3600"/>
              <a:t>Para mim a bíblia é o maná dos céus!</a:t>
            </a:r>
          </a:p>
          <a:p>
            <a:pPr algn="ctr">
              <a:buFontTx/>
              <a:buNone/>
            </a:pPr>
            <a:r>
              <a:rPr lang="pt-BR" altLang="pt-BR" sz="3600"/>
              <a:t>Mostra-me o caminho para o lar celestial;</a:t>
            </a:r>
          </a:p>
          <a:p>
            <a:pPr algn="ctr">
              <a:buFontTx/>
              <a:buNone/>
            </a:pPr>
            <a:r>
              <a:rPr lang="pt-BR" altLang="pt-BR" sz="3600"/>
              <a:t>Acho eu na bíblia, graça divinal!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0066A06B-F369-84C8-9D0E-4882E011C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524000"/>
            <a:ext cx="7769225" cy="4113213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Lemos hoje a bíblia pra todo o pecador,</a:t>
            </a:r>
          </a:p>
          <a:p>
            <a:pPr algn="ctr">
              <a:buFontTx/>
              <a:buNone/>
            </a:pPr>
            <a:r>
              <a:rPr lang="pt-BR" altLang="pt-BR" sz="4000"/>
              <a:t>Para que encontra cristo, o salvador;</a:t>
            </a:r>
          </a:p>
          <a:p>
            <a:pPr algn="ctr">
              <a:buFontTx/>
              <a:buNone/>
            </a:pPr>
            <a:r>
              <a:rPr lang="pt-BR" altLang="pt-BR" sz="4000"/>
              <a:t>Sendo sua vida, livre de pecar,</a:t>
            </a:r>
          </a:p>
          <a:p>
            <a:pPr algn="ctr">
              <a:buFontTx/>
              <a:buNone/>
            </a:pPr>
            <a:r>
              <a:rPr lang="pt-BR" altLang="pt-BR" sz="4000"/>
              <a:t>O divino livro, ele vai honrar!</a:t>
            </a:r>
          </a:p>
          <a:p>
            <a:pPr algn="ctr">
              <a:buFontTx/>
              <a:buNone/>
            </a:pPr>
            <a:endParaRPr lang="pt-BR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5">
            <a:extLst>
              <a:ext uri="{FF2B5EF4-FFF2-40B4-BE49-F238E27FC236}">
                <a16:creationId xmlns:a16="http://schemas.microsoft.com/office/drawing/2014/main" id="{99719C92-AC68-2828-AED6-5C551F32A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447800"/>
            <a:ext cx="7769225" cy="4113213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3600"/>
              <a:t>Coro:</a:t>
            </a:r>
          </a:p>
          <a:p>
            <a:pPr algn="ctr">
              <a:buFontTx/>
              <a:buNone/>
            </a:pPr>
            <a:r>
              <a:rPr lang="pt-BR" altLang="pt-BR" sz="3600"/>
              <a:t>Creio eu na Bíblia, livro de meu Deus;</a:t>
            </a:r>
          </a:p>
          <a:p>
            <a:pPr algn="ctr">
              <a:buFontTx/>
              <a:buNone/>
            </a:pPr>
            <a:r>
              <a:rPr lang="pt-BR" altLang="pt-BR" sz="3600"/>
              <a:t>Para mim a bíblia é o maná dos céus!</a:t>
            </a:r>
          </a:p>
          <a:p>
            <a:pPr algn="ctr">
              <a:buFontTx/>
              <a:buNone/>
            </a:pPr>
            <a:r>
              <a:rPr lang="pt-BR" altLang="pt-BR" sz="3600"/>
              <a:t>Mostra-me o caminho para o lar celestial;</a:t>
            </a:r>
          </a:p>
          <a:p>
            <a:pPr algn="ctr">
              <a:buFontTx/>
              <a:buNone/>
            </a:pPr>
            <a:r>
              <a:rPr lang="pt-BR" altLang="pt-BR" sz="3600"/>
              <a:t>Acho eu na bíblia, graça divinal!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edicao">
  <a:themeElements>
    <a:clrScheme name="Expedicao 2">
      <a:dk1>
        <a:srgbClr val="000000"/>
      </a:dk1>
      <a:lt1>
        <a:srgbClr val="FFFFFF"/>
      </a:lt1>
      <a:dk2>
        <a:srgbClr val="482400"/>
      </a:dk2>
      <a:lt2>
        <a:srgbClr val="808080"/>
      </a:lt2>
      <a:accent1>
        <a:srgbClr val="DFD6C3"/>
      </a:accent1>
      <a:accent2>
        <a:srgbClr val="D69B80"/>
      </a:accent2>
      <a:accent3>
        <a:srgbClr val="FFFFFF"/>
      </a:accent3>
      <a:accent4>
        <a:srgbClr val="000000"/>
      </a:accent4>
      <a:accent5>
        <a:srgbClr val="ECE8DE"/>
      </a:accent5>
      <a:accent6>
        <a:srgbClr val="C28C73"/>
      </a:accent6>
      <a:hlink>
        <a:srgbClr val="993300"/>
      </a:hlink>
      <a:folHlink>
        <a:srgbClr val="666600"/>
      </a:folHlink>
    </a:clrScheme>
    <a:fontScheme name="Expedica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Expedicao 1">
        <a:dk1>
          <a:srgbClr val="000000"/>
        </a:dk1>
        <a:lt1>
          <a:srgbClr val="A7947B"/>
        </a:lt1>
        <a:dk2>
          <a:srgbClr val="482400"/>
        </a:dk2>
        <a:lt2>
          <a:srgbClr val="808080"/>
        </a:lt2>
        <a:accent1>
          <a:srgbClr val="DFD6C3"/>
        </a:accent1>
        <a:accent2>
          <a:srgbClr val="D69B80"/>
        </a:accent2>
        <a:accent3>
          <a:srgbClr val="D0C8BF"/>
        </a:accent3>
        <a:accent4>
          <a:srgbClr val="000000"/>
        </a:accent4>
        <a:accent5>
          <a:srgbClr val="ECE8DE"/>
        </a:accent5>
        <a:accent6>
          <a:srgbClr val="C28C73"/>
        </a:accent6>
        <a:hlink>
          <a:srgbClr val="993300"/>
        </a:hlink>
        <a:folHlink>
          <a:srgbClr val="66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xpedicao 2">
        <a:dk1>
          <a:srgbClr val="000000"/>
        </a:dk1>
        <a:lt1>
          <a:srgbClr val="FFFFFF"/>
        </a:lt1>
        <a:dk2>
          <a:srgbClr val="482400"/>
        </a:dk2>
        <a:lt2>
          <a:srgbClr val="808080"/>
        </a:lt2>
        <a:accent1>
          <a:srgbClr val="DFD6C3"/>
        </a:accent1>
        <a:accent2>
          <a:srgbClr val="D69B80"/>
        </a:accent2>
        <a:accent3>
          <a:srgbClr val="FFFFFF"/>
        </a:accent3>
        <a:accent4>
          <a:srgbClr val="000000"/>
        </a:accent4>
        <a:accent5>
          <a:srgbClr val="ECE8DE"/>
        </a:accent5>
        <a:accent6>
          <a:srgbClr val="C28C73"/>
        </a:accent6>
        <a:hlink>
          <a:srgbClr val="993300"/>
        </a:hlink>
        <a:folHlink>
          <a:srgbClr val="66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xpedica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xpedicao 4">
        <a:dk1>
          <a:srgbClr val="000000"/>
        </a:dk1>
        <a:lt1>
          <a:srgbClr val="9D7643"/>
        </a:lt1>
        <a:dk2>
          <a:srgbClr val="FFFFFF"/>
        </a:dk2>
        <a:lt2>
          <a:srgbClr val="554025"/>
        </a:lt2>
        <a:accent1>
          <a:srgbClr val="CAA966"/>
        </a:accent1>
        <a:accent2>
          <a:srgbClr val="8488AC"/>
        </a:accent2>
        <a:accent3>
          <a:srgbClr val="CCBDB0"/>
        </a:accent3>
        <a:accent4>
          <a:srgbClr val="000000"/>
        </a:accent4>
        <a:accent5>
          <a:srgbClr val="E1D1B8"/>
        </a:accent5>
        <a:accent6>
          <a:srgbClr val="777B9B"/>
        </a:accent6>
        <a:hlink>
          <a:srgbClr val="993300"/>
        </a:hlink>
        <a:folHlink>
          <a:srgbClr val="66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apresentação\Expedicao.pot</Template>
  <TotalTime>12</TotalTime>
  <Words>285</Words>
  <Application>Microsoft Office PowerPoint</Application>
  <PresentationFormat>Apresentação na tela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Times New Roman</vt:lpstr>
      <vt:lpstr>Wingdings</vt:lpstr>
      <vt:lpstr>Arial</vt:lpstr>
      <vt:lpstr>Expedicao</vt:lpstr>
      <vt:lpstr>259 – Creio Eu na Bíblia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259 – Creio Eu na Bíblia</dc:title>
  <dc:creator>eu</dc:creator>
  <cp:lastModifiedBy>Emerson Souza</cp:lastModifiedBy>
  <cp:revision>1</cp:revision>
  <cp:lastPrinted>1601-01-01T00:00:00Z</cp:lastPrinted>
  <dcterms:created xsi:type="dcterms:W3CDTF">2005-05-06T20:22:43Z</dcterms:created>
  <dcterms:modified xsi:type="dcterms:W3CDTF">2026-05-02T21:58:31Z</dcterms:modified>
</cp:coreProperties>
</file>