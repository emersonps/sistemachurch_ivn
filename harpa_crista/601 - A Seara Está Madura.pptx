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CFDC88-1A4C-41C2-31EB-A4A809417F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7E06F84-0460-704C-60DD-C4C2269D27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9A5D812-998B-2F65-25FD-7F80FC461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D76410A-13F1-0353-1EA7-AEB966FBB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DD0CC2-6B0D-F863-1E76-653A067B4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BDA84F-3725-4B86-95AB-91732B55664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36591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656034-263C-538E-BC3C-0BDFAB5B4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F3067D5-BB48-F154-18B8-2405D981D0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979CB9A-B8C0-7C3E-976E-6C38EBAFB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347FBEA-9EBB-CB0A-C732-EDB9D5A93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C6E5AA1-581C-67DD-A6A6-683D579A3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10F843-0B1E-47F4-BD07-8E7642EC432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28193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85894F-9428-F96E-EE04-F7B8E6EFF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C32A3C6-F00F-8A3C-87AE-D57CFD75C0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D75D391-8348-934F-19A1-8C8C33A8B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8E01B6A-6CEE-9D39-C0BA-AB650DB36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82BDA1B-7E82-68E4-3F13-9E190D36A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34A9B1-A050-450D-8A5A-D2F0F628226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36496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EE8B8D-5CD3-F316-6B4D-6E4AD4834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7E5CA76-FF18-1FCF-2293-8076900BD1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CC478C7-51E0-6528-285B-94C19B813F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F7234FD-F2A9-65D6-86C1-FD2981A6C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132A153-8054-3921-158B-49CE07B95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DCD1482-8516-C8A5-780B-7D3BAD64B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CA9F64-1E43-4E65-84F3-CB1C032E75B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66078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560CDD-1E4D-12DB-A263-F9ABE8C44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F698CC0-7422-61F6-80FD-0185F6B264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9DA3893-4477-39EB-C356-8200209C8D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58DF86B-2EB5-61BE-E313-449B682A8B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4706CC6-0886-14DE-F271-49F7480835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0F5961B-761E-595F-F502-AF5BDE15A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4ECCB0D-86FE-1ADE-471E-C1FE591B5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2619B17-9AF0-F735-9A33-5E8020D9A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951C1D-F85B-49E0-AEA5-B4CBC33704F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68294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67FF9C-2606-3917-E38F-B5B1D0B3C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B4E50EF-9561-0D2E-18C2-1CCF39AA4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CE57DF8-6D84-E5A7-F08D-BB1658CB9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BF4AD10-ED1B-29A4-6BA9-43286ED3E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156981-3016-41A8-A3D6-546C209890B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28991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78EECCF-B12C-6CBF-4A2A-3D3AE0548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D4B5332-0AB2-0948-0B0D-78840EFB9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C930749-FBE7-C68F-0892-C8D8F3D9C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492A67-F0BA-4FEB-A93F-B54F7A36AED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87873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FE4A73-B4C8-1ACB-3B99-23BCF8627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265DE6E-0342-9223-9086-F3233FE91D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8AFDF8E-BCE4-3E8A-600A-6FE1AE5107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329CEA1-C1BF-8EAF-6A86-B61B9484F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C29C789-B764-D75E-4CCC-D2B8EF2C8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A2875A3-7C76-A93A-FE66-3011D7FD1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F3BAC7-8CE7-4F3C-A6B5-04295E38FF9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54855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F7FFDF-1400-4B10-0E8F-A2D973E7A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B4FFB90-BC8E-E607-414D-1C0F41B33B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04EB197-7924-14EF-644E-2194CA84AE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4C29AB9-EF72-6087-FF42-FB2FFCAE3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E9EE70E-5591-821C-2156-FD35D8109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3AA4780-63FF-F597-A53E-9967B612D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1BBAD9-ABD9-41E7-9708-C65F6EC30EA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42997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58A96F-CC5C-9374-11AC-1AFE7AC01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9CB61FA-6580-C027-281F-32DCB1AB3F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0BFF46B-7F0A-60CE-29AD-1D877434D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7A7F468-C89B-B56C-8162-99F3DAD35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105EB9F-C259-4FC4-450E-46A80E17A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BE6E33-8A13-4AAD-AA88-6464EF8CF68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88612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0419EFD-AE37-D0C1-08A0-AB883A1016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3AFA9D3-11C6-8B7B-2CBF-9E7FD2203B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F7C3157-6756-46EA-E05A-7267CDC89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388CB01-2269-D1F5-0E36-0CE8DCEEC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3B707F-61C3-3C08-97C3-7B46713C2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81089C-77B4-49C5-B173-FA033AC3B47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355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6A6A62D-D55E-8DE4-1C5F-9581253624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3E9C990-AC94-ACAB-F546-0DB6A5A2E8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EC0E171-D390-BF93-2F02-5C54FDCECB5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9521F79-78C1-5856-E591-CCF8FD7B136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8BE4BAD-E501-DB2C-F8B2-0D69E3B59BB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2B5D38B2-D644-4F4E-8978-32BAAC460787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9EC999CC-F3D7-D8B2-D9B5-2683397B694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601 - A Seara Está Madura</a:t>
            </a:r>
            <a:endParaRPr lang="en-US" altLang="pt-BR" sz="4000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2E83CFE9-450E-1711-BD38-F8F3959305A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9C915CFD-71A3-C657-620A-A27974BDAC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A seara está madura;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Há trabalho pra fazer.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Ouve a voz de Deus chamando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Para à ceifa te trazer!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8D854E28-EF5F-A046-50A5-8D61E2A29B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b="1" i="1"/>
              <a:t>Do teu labor o fruto aumenta,</a:t>
            </a:r>
            <a:r>
              <a:rPr lang="en-US" altLang="pt-BR" sz="4000"/>
              <a:t> </a:t>
            </a:r>
            <a:r>
              <a:rPr lang="en-US" altLang="pt-BR" sz="4000" b="1" i="1"/>
              <a:t>Quando vives sempre a orar.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Terás Justa recompensa,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Se tu fores trabalhar.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F0378AB0-C4C3-91EE-F7B8-F14F1A34AF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Bem-aventurado o servo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Que viveu a trabalhar.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Ao fiel o Pai declara: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"No meu gozo vais entrar."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1813AE6D-60D5-3623-2087-115925F110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b="1" i="1"/>
              <a:t>Do teu labor o fruto aumenta,</a:t>
            </a:r>
            <a:r>
              <a:rPr lang="en-US" altLang="pt-BR" sz="4000"/>
              <a:t> </a:t>
            </a:r>
            <a:r>
              <a:rPr lang="en-US" altLang="pt-BR" sz="4000" b="1" i="1"/>
              <a:t>Quando vives sempre a orar.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Terás Justa recompensa,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Se tu fores trabalhar.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</Words>
  <Application>Microsoft Office PowerPoint</Application>
  <PresentationFormat>Apresentação na tela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Arial</vt:lpstr>
      <vt:lpstr>Design padrão</vt:lpstr>
      <vt:lpstr>601 - A Seara Está Madura</vt:lpstr>
      <vt:lpstr>A seara está madura;  Há trabalho pra fazer.  Ouve a voz de Deus chamando  Para à ceifa te trazer!  </vt:lpstr>
      <vt:lpstr>Do teu labor o fruto aumenta, Quando vives sempre a orar.  Terás Justa recompensa,  Se tu fores trabalhar.  </vt:lpstr>
      <vt:lpstr>Bem-aventurado o servo  Que viveu a trabalhar.  Ao fiel o Pai declara:  "No meu gozo vais entrar."</vt:lpstr>
      <vt:lpstr>Do teu labor o fruto aumenta, Quando vives sempre a orar.  Terás Justa recompensa,  Se tu fores trabalhar.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601 - A Seara Está Madura</dc:title>
  <dc:creator>Junior</dc:creator>
  <cp:lastModifiedBy>Emerson Souza</cp:lastModifiedBy>
  <cp:revision>1</cp:revision>
  <dcterms:created xsi:type="dcterms:W3CDTF">2005-12-27T17:26:02Z</dcterms:created>
  <dcterms:modified xsi:type="dcterms:W3CDTF">2026-05-02T22:27:31Z</dcterms:modified>
</cp:coreProperties>
</file>