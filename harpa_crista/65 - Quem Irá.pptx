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56" r:id="rId2"/>
    <p:sldId id="257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73" r:id="rId1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728" autoAdjust="0"/>
  </p:normalViewPr>
  <p:slideViewPr>
    <p:cSldViewPr>
      <p:cViewPr varScale="1">
        <p:scale>
          <a:sx n="66" d="100"/>
          <a:sy n="66" d="100"/>
        </p:scale>
        <p:origin x="-114" y="-30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2">
            <a:extLst>
              <a:ext uri="{FF2B5EF4-FFF2-40B4-BE49-F238E27FC236}">
                <a16:creationId xmlns:a16="http://schemas.microsoft.com/office/drawing/2014/main" id="{7F209AE8-3478-707E-283E-C3999A3702A9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8763" cy="6851650"/>
            <a:chOff x="1" y="0"/>
            <a:chExt cx="5763" cy="4316"/>
          </a:xfrm>
        </p:grpSpPr>
        <p:sp>
          <p:nvSpPr>
            <p:cNvPr id="5123" name="Freeform 3">
              <a:extLst>
                <a:ext uri="{FF2B5EF4-FFF2-40B4-BE49-F238E27FC236}">
                  <a16:creationId xmlns:a16="http://schemas.microsoft.com/office/drawing/2014/main" id="{0704A16A-B885-7BCD-F713-F070B7C14FB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5" y="2626"/>
              <a:ext cx="719" cy="1690"/>
            </a:xfrm>
            <a:custGeom>
              <a:avLst/>
              <a:gdLst>
                <a:gd name="T0" fmla="*/ 717 w 717"/>
                <a:gd name="T1" fmla="*/ 72 h 1690"/>
                <a:gd name="T2" fmla="*/ 717 w 717"/>
                <a:gd name="T3" fmla="*/ 0 h 1690"/>
                <a:gd name="T4" fmla="*/ 699 w 717"/>
                <a:gd name="T5" fmla="*/ 101 h 1690"/>
                <a:gd name="T6" fmla="*/ 675 w 717"/>
                <a:gd name="T7" fmla="*/ 209 h 1690"/>
                <a:gd name="T8" fmla="*/ 627 w 717"/>
                <a:gd name="T9" fmla="*/ 389 h 1690"/>
                <a:gd name="T10" fmla="*/ 574 w 717"/>
                <a:gd name="T11" fmla="*/ 569 h 1690"/>
                <a:gd name="T12" fmla="*/ 502 w 717"/>
                <a:gd name="T13" fmla="*/ 749 h 1690"/>
                <a:gd name="T14" fmla="*/ 424 w 717"/>
                <a:gd name="T15" fmla="*/ 935 h 1690"/>
                <a:gd name="T16" fmla="*/ 334 w 717"/>
                <a:gd name="T17" fmla="*/ 1121 h 1690"/>
                <a:gd name="T18" fmla="*/ 233 w 717"/>
                <a:gd name="T19" fmla="*/ 1312 h 1690"/>
                <a:gd name="T20" fmla="*/ 125 w 717"/>
                <a:gd name="T21" fmla="*/ 1498 h 1690"/>
                <a:gd name="T22" fmla="*/ 0 w 717"/>
                <a:gd name="T23" fmla="*/ 1690 h 1690"/>
                <a:gd name="T24" fmla="*/ 11 w 717"/>
                <a:gd name="T25" fmla="*/ 1690 h 1690"/>
                <a:gd name="T26" fmla="*/ 137 w 717"/>
                <a:gd name="T27" fmla="*/ 1498 h 1690"/>
                <a:gd name="T28" fmla="*/ 245 w 717"/>
                <a:gd name="T29" fmla="*/ 1312 h 1690"/>
                <a:gd name="T30" fmla="*/ 346 w 717"/>
                <a:gd name="T31" fmla="*/ 1121 h 1690"/>
                <a:gd name="T32" fmla="*/ 436 w 717"/>
                <a:gd name="T33" fmla="*/ 935 h 1690"/>
                <a:gd name="T34" fmla="*/ 514 w 717"/>
                <a:gd name="T35" fmla="*/ 749 h 1690"/>
                <a:gd name="T36" fmla="*/ 585 w 717"/>
                <a:gd name="T37" fmla="*/ 569 h 1690"/>
                <a:gd name="T38" fmla="*/ 639 w 717"/>
                <a:gd name="T39" fmla="*/ 389 h 1690"/>
                <a:gd name="T40" fmla="*/ 687 w 717"/>
                <a:gd name="T41" fmla="*/ 209 h 1690"/>
                <a:gd name="T42" fmla="*/ 705 w 717"/>
                <a:gd name="T43" fmla="*/ 143 h 1690"/>
                <a:gd name="T44" fmla="*/ 717 w 717"/>
                <a:gd name="T45" fmla="*/ 72 h 1690"/>
                <a:gd name="T46" fmla="*/ 717 w 717"/>
                <a:gd name="T47" fmla="*/ 72 h 1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124" name="Freeform 4">
              <a:extLst>
                <a:ext uri="{FF2B5EF4-FFF2-40B4-BE49-F238E27FC236}">
                  <a16:creationId xmlns:a16="http://schemas.microsoft.com/office/drawing/2014/main" id="{CF09DC38-3844-72DB-BD01-6A8268445CF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86" y="3794"/>
              <a:ext cx="378" cy="522"/>
            </a:xfrm>
            <a:custGeom>
              <a:avLst/>
              <a:gdLst>
                <a:gd name="T0" fmla="*/ 377 w 377"/>
                <a:gd name="T1" fmla="*/ 0 h 522"/>
                <a:gd name="T2" fmla="*/ 293 w 377"/>
                <a:gd name="T3" fmla="*/ 132 h 522"/>
                <a:gd name="T4" fmla="*/ 204 w 377"/>
                <a:gd name="T5" fmla="*/ 264 h 522"/>
                <a:gd name="T6" fmla="*/ 102 w 377"/>
                <a:gd name="T7" fmla="*/ 396 h 522"/>
                <a:gd name="T8" fmla="*/ 0 w 377"/>
                <a:gd name="T9" fmla="*/ 522 h 522"/>
                <a:gd name="T10" fmla="*/ 12 w 377"/>
                <a:gd name="T11" fmla="*/ 522 h 522"/>
                <a:gd name="T12" fmla="*/ 114 w 377"/>
                <a:gd name="T13" fmla="*/ 402 h 522"/>
                <a:gd name="T14" fmla="*/ 204 w 377"/>
                <a:gd name="T15" fmla="*/ 282 h 522"/>
                <a:gd name="T16" fmla="*/ 377 w 377"/>
                <a:gd name="T17" fmla="*/ 24 h 522"/>
                <a:gd name="T18" fmla="*/ 377 w 377"/>
                <a:gd name="T19" fmla="*/ 0 h 522"/>
                <a:gd name="T20" fmla="*/ 377 w 377"/>
                <a:gd name="T21" fmla="*/ 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125" name="Freeform 5">
              <a:extLst>
                <a:ext uri="{FF2B5EF4-FFF2-40B4-BE49-F238E27FC236}">
                  <a16:creationId xmlns:a16="http://schemas.microsoft.com/office/drawing/2014/main" id="{20DE4C6E-AEE9-5290-5D9D-5162A7284C5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80" y="4214"/>
              <a:ext cx="84" cy="102"/>
            </a:xfrm>
            <a:custGeom>
              <a:avLst/>
              <a:gdLst>
                <a:gd name="T0" fmla="*/ 0 w 84"/>
                <a:gd name="T1" fmla="*/ 102 h 102"/>
                <a:gd name="T2" fmla="*/ 18 w 84"/>
                <a:gd name="T3" fmla="*/ 102 h 102"/>
                <a:gd name="T4" fmla="*/ 48 w 84"/>
                <a:gd name="T5" fmla="*/ 60 h 102"/>
                <a:gd name="T6" fmla="*/ 84 w 84"/>
                <a:gd name="T7" fmla="*/ 24 h 102"/>
                <a:gd name="T8" fmla="*/ 84 w 84"/>
                <a:gd name="T9" fmla="*/ 0 h 102"/>
                <a:gd name="T10" fmla="*/ 42 w 84"/>
                <a:gd name="T11" fmla="*/ 54 h 102"/>
                <a:gd name="T12" fmla="*/ 0 w 84"/>
                <a:gd name="T13" fmla="*/ 102 h 102"/>
                <a:gd name="T14" fmla="*/ 0 w 84"/>
                <a:gd name="T15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grpSp>
          <p:nvGrpSpPr>
            <p:cNvPr id="5126" name="Group 6">
              <a:extLst>
                <a:ext uri="{FF2B5EF4-FFF2-40B4-BE49-F238E27FC236}">
                  <a16:creationId xmlns:a16="http://schemas.microsoft.com/office/drawing/2014/main" id="{21243D3E-1B63-A7D5-EC1B-37275A32723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5127" name="Freeform 7">
                <a:extLst>
                  <a:ext uri="{FF2B5EF4-FFF2-40B4-BE49-F238E27FC236}">
                    <a16:creationId xmlns:a16="http://schemas.microsoft.com/office/drawing/2014/main" id="{797323E8-581D-38DE-9668-E46596C7E501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789" y="0"/>
                <a:ext cx="72" cy="4316"/>
              </a:xfrm>
              <a:custGeom>
                <a:avLst/>
                <a:gdLst>
                  <a:gd name="T0" fmla="*/ 0 w 72"/>
                  <a:gd name="T1" fmla="*/ 0 h 4316"/>
                  <a:gd name="T2" fmla="*/ 60 w 72"/>
                  <a:gd name="T3" fmla="*/ 4316 h 4316"/>
                  <a:gd name="T4" fmla="*/ 72 w 72"/>
                  <a:gd name="T5" fmla="*/ 4316 h 4316"/>
                  <a:gd name="T6" fmla="*/ 12 w 72"/>
                  <a:gd name="T7" fmla="*/ 0 h 4316"/>
                  <a:gd name="T8" fmla="*/ 0 w 72"/>
                  <a:gd name="T9" fmla="*/ 0 h 4316"/>
                  <a:gd name="T10" fmla="*/ 0 w 72"/>
                  <a:gd name="T1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128" name="Freeform 8">
                <a:extLst>
                  <a:ext uri="{FF2B5EF4-FFF2-40B4-BE49-F238E27FC236}">
                    <a16:creationId xmlns:a16="http://schemas.microsoft.com/office/drawing/2014/main" id="{B8C647B2-9B3A-4316-BE1C-EA2C09FF7CCB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089" y="0"/>
                <a:ext cx="174" cy="4316"/>
              </a:xfrm>
              <a:custGeom>
                <a:avLst/>
                <a:gdLst>
                  <a:gd name="T0" fmla="*/ 24 w 174"/>
                  <a:gd name="T1" fmla="*/ 0 h 4316"/>
                  <a:gd name="T2" fmla="*/ 12 w 174"/>
                  <a:gd name="T3" fmla="*/ 0 h 4316"/>
                  <a:gd name="T4" fmla="*/ 42 w 174"/>
                  <a:gd name="T5" fmla="*/ 216 h 4316"/>
                  <a:gd name="T6" fmla="*/ 72 w 174"/>
                  <a:gd name="T7" fmla="*/ 444 h 4316"/>
                  <a:gd name="T8" fmla="*/ 96 w 174"/>
                  <a:gd name="T9" fmla="*/ 689 h 4316"/>
                  <a:gd name="T10" fmla="*/ 120 w 174"/>
                  <a:gd name="T11" fmla="*/ 947 h 4316"/>
                  <a:gd name="T12" fmla="*/ 132 w 174"/>
                  <a:gd name="T13" fmla="*/ 1211 h 4316"/>
                  <a:gd name="T14" fmla="*/ 150 w 174"/>
                  <a:gd name="T15" fmla="*/ 1487 h 4316"/>
                  <a:gd name="T16" fmla="*/ 156 w 174"/>
                  <a:gd name="T17" fmla="*/ 1768 h 4316"/>
                  <a:gd name="T18" fmla="*/ 162 w 174"/>
                  <a:gd name="T19" fmla="*/ 2062 h 4316"/>
                  <a:gd name="T20" fmla="*/ 156 w 174"/>
                  <a:gd name="T21" fmla="*/ 2644 h 4316"/>
                  <a:gd name="T22" fmla="*/ 126 w 174"/>
                  <a:gd name="T23" fmla="*/ 3225 h 4316"/>
                  <a:gd name="T24" fmla="*/ 108 w 174"/>
                  <a:gd name="T25" fmla="*/ 3507 h 4316"/>
                  <a:gd name="T26" fmla="*/ 78 w 174"/>
                  <a:gd name="T27" fmla="*/ 3788 h 4316"/>
                  <a:gd name="T28" fmla="*/ 42 w 174"/>
                  <a:gd name="T29" fmla="*/ 4058 h 4316"/>
                  <a:gd name="T30" fmla="*/ 0 w 174"/>
                  <a:gd name="T31" fmla="*/ 4316 h 4316"/>
                  <a:gd name="T32" fmla="*/ 12 w 174"/>
                  <a:gd name="T33" fmla="*/ 4316 h 4316"/>
                  <a:gd name="T34" fmla="*/ 54 w 174"/>
                  <a:gd name="T35" fmla="*/ 4058 h 4316"/>
                  <a:gd name="T36" fmla="*/ 90 w 174"/>
                  <a:gd name="T37" fmla="*/ 3782 h 4316"/>
                  <a:gd name="T38" fmla="*/ 120 w 174"/>
                  <a:gd name="T39" fmla="*/ 3507 h 4316"/>
                  <a:gd name="T40" fmla="*/ 138 w 174"/>
                  <a:gd name="T41" fmla="*/ 3219 h 4316"/>
                  <a:gd name="T42" fmla="*/ 168 w 174"/>
                  <a:gd name="T43" fmla="*/ 2638 h 4316"/>
                  <a:gd name="T44" fmla="*/ 174 w 174"/>
                  <a:gd name="T45" fmla="*/ 2056 h 4316"/>
                  <a:gd name="T46" fmla="*/ 168 w 174"/>
                  <a:gd name="T47" fmla="*/ 1768 h 4316"/>
                  <a:gd name="T48" fmla="*/ 162 w 174"/>
                  <a:gd name="T49" fmla="*/ 1487 h 4316"/>
                  <a:gd name="T50" fmla="*/ 144 w 174"/>
                  <a:gd name="T51" fmla="*/ 1211 h 4316"/>
                  <a:gd name="T52" fmla="*/ 132 w 174"/>
                  <a:gd name="T53" fmla="*/ 941 h 4316"/>
                  <a:gd name="T54" fmla="*/ 108 w 174"/>
                  <a:gd name="T55" fmla="*/ 689 h 4316"/>
                  <a:gd name="T56" fmla="*/ 84 w 174"/>
                  <a:gd name="T57" fmla="*/ 444 h 4316"/>
                  <a:gd name="T58" fmla="*/ 54 w 174"/>
                  <a:gd name="T59" fmla="*/ 216 h 4316"/>
                  <a:gd name="T60" fmla="*/ 24 w 174"/>
                  <a:gd name="T61" fmla="*/ 0 h 4316"/>
                  <a:gd name="T62" fmla="*/ 24 w 174"/>
                  <a:gd name="T63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129" name="Freeform 9">
                <a:extLst>
                  <a:ext uri="{FF2B5EF4-FFF2-40B4-BE49-F238E27FC236}">
                    <a16:creationId xmlns:a16="http://schemas.microsoft.com/office/drawing/2014/main" id="{E0715B99-5A99-D702-FBAB-58B88F305D3E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358" y="0"/>
                <a:ext cx="337" cy="4316"/>
              </a:xfrm>
              <a:custGeom>
                <a:avLst/>
                <a:gdLst>
                  <a:gd name="T0" fmla="*/ 329 w 335"/>
                  <a:gd name="T1" fmla="*/ 2014 h 4316"/>
                  <a:gd name="T2" fmla="*/ 317 w 335"/>
                  <a:gd name="T3" fmla="*/ 1726 h 4316"/>
                  <a:gd name="T4" fmla="*/ 293 w 335"/>
                  <a:gd name="T5" fmla="*/ 1445 h 4316"/>
                  <a:gd name="T6" fmla="*/ 263 w 335"/>
                  <a:gd name="T7" fmla="*/ 1175 h 4316"/>
                  <a:gd name="T8" fmla="*/ 228 w 335"/>
                  <a:gd name="T9" fmla="*/ 917 h 4316"/>
                  <a:gd name="T10" fmla="*/ 186 w 335"/>
                  <a:gd name="T11" fmla="*/ 665 h 4316"/>
                  <a:gd name="T12" fmla="*/ 132 w 335"/>
                  <a:gd name="T13" fmla="*/ 432 h 4316"/>
                  <a:gd name="T14" fmla="*/ 78 w 335"/>
                  <a:gd name="T15" fmla="*/ 204 h 4316"/>
                  <a:gd name="T16" fmla="*/ 12 w 335"/>
                  <a:gd name="T17" fmla="*/ 0 h 4316"/>
                  <a:gd name="T18" fmla="*/ 0 w 335"/>
                  <a:gd name="T19" fmla="*/ 0 h 4316"/>
                  <a:gd name="T20" fmla="*/ 66 w 335"/>
                  <a:gd name="T21" fmla="*/ 204 h 4316"/>
                  <a:gd name="T22" fmla="*/ 120 w 335"/>
                  <a:gd name="T23" fmla="*/ 432 h 4316"/>
                  <a:gd name="T24" fmla="*/ 174 w 335"/>
                  <a:gd name="T25" fmla="*/ 665 h 4316"/>
                  <a:gd name="T26" fmla="*/ 216 w 335"/>
                  <a:gd name="T27" fmla="*/ 917 h 4316"/>
                  <a:gd name="T28" fmla="*/ 251 w 335"/>
                  <a:gd name="T29" fmla="*/ 1175 h 4316"/>
                  <a:gd name="T30" fmla="*/ 281 w 335"/>
                  <a:gd name="T31" fmla="*/ 1445 h 4316"/>
                  <a:gd name="T32" fmla="*/ 305 w 335"/>
                  <a:gd name="T33" fmla="*/ 1726 h 4316"/>
                  <a:gd name="T34" fmla="*/ 317 w 335"/>
                  <a:gd name="T35" fmla="*/ 2014 h 4316"/>
                  <a:gd name="T36" fmla="*/ 323 w 335"/>
                  <a:gd name="T37" fmla="*/ 2314 h 4316"/>
                  <a:gd name="T38" fmla="*/ 317 w 335"/>
                  <a:gd name="T39" fmla="*/ 2608 h 4316"/>
                  <a:gd name="T40" fmla="*/ 305 w 335"/>
                  <a:gd name="T41" fmla="*/ 2907 h 4316"/>
                  <a:gd name="T42" fmla="*/ 281 w 335"/>
                  <a:gd name="T43" fmla="*/ 3201 h 4316"/>
                  <a:gd name="T44" fmla="*/ 257 w 335"/>
                  <a:gd name="T45" fmla="*/ 3489 h 4316"/>
                  <a:gd name="T46" fmla="*/ 216 w 335"/>
                  <a:gd name="T47" fmla="*/ 3777 h 4316"/>
                  <a:gd name="T48" fmla="*/ 174 w 335"/>
                  <a:gd name="T49" fmla="*/ 4052 h 4316"/>
                  <a:gd name="T50" fmla="*/ 120 w 335"/>
                  <a:gd name="T51" fmla="*/ 4316 h 4316"/>
                  <a:gd name="T52" fmla="*/ 132 w 335"/>
                  <a:gd name="T53" fmla="*/ 4316 h 4316"/>
                  <a:gd name="T54" fmla="*/ 186 w 335"/>
                  <a:gd name="T55" fmla="*/ 4052 h 4316"/>
                  <a:gd name="T56" fmla="*/ 228 w 335"/>
                  <a:gd name="T57" fmla="*/ 3777 h 4316"/>
                  <a:gd name="T58" fmla="*/ 269 w 335"/>
                  <a:gd name="T59" fmla="*/ 3489 h 4316"/>
                  <a:gd name="T60" fmla="*/ 293 w 335"/>
                  <a:gd name="T61" fmla="*/ 3201 h 4316"/>
                  <a:gd name="T62" fmla="*/ 317 w 335"/>
                  <a:gd name="T63" fmla="*/ 2907 h 4316"/>
                  <a:gd name="T64" fmla="*/ 329 w 335"/>
                  <a:gd name="T65" fmla="*/ 2608 h 4316"/>
                  <a:gd name="T66" fmla="*/ 335 w 335"/>
                  <a:gd name="T67" fmla="*/ 2314 h 4316"/>
                  <a:gd name="T68" fmla="*/ 329 w 335"/>
                  <a:gd name="T69" fmla="*/ 2014 h 4316"/>
                  <a:gd name="T70" fmla="*/ 329 w 335"/>
                  <a:gd name="T71" fmla="*/ 201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130" name="Freeform 10">
                <a:extLst>
                  <a:ext uri="{FF2B5EF4-FFF2-40B4-BE49-F238E27FC236}">
                    <a16:creationId xmlns:a16="http://schemas.microsoft.com/office/drawing/2014/main" id="{55C89CC6-58B0-BD0A-B253-159F0F27AD98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676" y="0"/>
                <a:ext cx="427" cy="4316"/>
              </a:xfrm>
              <a:custGeom>
                <a:avLst/>
                <a:gdLst>
                  <a:gd name="T0" fmla="*/ 413 w 425"/>
                  <a:gd name="T1" fmla="*/ 1924 h 4316"/>
                  <a:gd name="T2" fmla="*/ 395 w 425"/>
                  <a:gd name="T3" fmla="*/ 1690 h 4316"/>
                  <a:gd name="T4" fmla="*/ 365 w 425"/>
                  <a:gd name="T5" fmla="*/ 1457 h 4316"/>
                  <a:gd name="T6" fmla="*/ 329 w 425"/>
                  <a:gd name="T7" fmla="*/ 1229 h 4316"/>
                  <a:gd name="T8" fmla="*/ 281 w 425"/>
                  <a:gd name="T9" fmla="*/ 1001 h 4316"/>
                  <a:gd name="T10" fmla="*/ 227 w 425"/>
                  <a:gd name="T11" fmla="*/ 761 h 4316"/>
                  <a:gd name="T12" fmla="*/ 162 w 425"/>
                  <a:gd name="T13" fmla="*/ 522 h 4316"/>
                  <a:gd name="T14" fmla="*/ 90 w 425"/>
                  <a:gd name="T15" fmla="*/ 270 h 4316"/>
                  <a:gd name="T16" fmla="*/ 12 w 425"/>
                  <a:gd name="T17" fmla="*/ 0 h 4316"/>
                  <a:gd name="T18" fmla="*/ 0 w 425"/>
                  <a:gd name="T19" fmla="*/ 0 h 4316"/>
                  <a:gd name="T20" fmla="*/ 84 w 425"/>
                  <a:gd name="T21" fmla="*/ 270 h 4316"/>
                  <a:gd name="T22" fmla="*/ 156 w 425"/>
                  <a:gd name="T23" fmla="*/ 522 h 4316"/>
                  <a:gd name="T24" fmla="*/ 216 w 425"/>
                  <a:gd name="T25" fmla="*/ 767 h 4316"/>
                  <a:gd name="T26" fmla="*/ 275 w 425"/>
                  <a:gd name="T27" fmla="*/ 1001 h 4316"/>
                  <a:gd name="T28" fmla="*/ 317 w 425"/>
                  <a:gd name="T29" fmla="*/ 1235 h 4316"/>
                  <a:gd name="T30" fmla="*/ 353 w 425"/>
                  <a:gd name="T31" fmla="*/ 1463 h 4316"/>
                  <a:gd name="T32" fmla="*/ 383 w 425"/>
                  <a:gd name="T33" fmla="*/ 1690 h 4316"/>
                  <a:gd name="T34" fmla="*/ 401 w 425"/>
                  <a:gd name="T35" fmla="*/ 1924 h 4316"/>
                  <a:gd name="T36" fmla="*/ 413 w 425"/>
                  <a:gd name="T37" fmla="*/ 2188 h 4316"/>
                  <a:gd name="T38" fmla="*/ 407 w 425"/>
                  <a:gd name="T39" fmla="*/ 2458 h 4316"/>
                  <a:gd name="T40" fmla="*/ 395 w 425"/>
                  <a:gd name="T41" fmla="*/ 2733 h 4316"/>
                  <a:gd name="T42" fmla="*/ 365 w 425"/>
                  <a:gd name="T43" fmla="*/ 3021 h 4316"/>
                  <a:gd name="T44" fmla="*/ 329 w 425"/>
                  <a:gd name="T45" fmla="*/ 3321 h 4316"/>
                  <a:gd name="T46" fmla="*/ 275 w 425"/>
                  <a:gd name="T47" fmla="*/ 3639 h 4316"/>
                  <a:gd name="T48" fmla="*/ 204 w 425"/>
                  <a:gd name="T49" fmla="*/ 3968 h 4316"/>
                  <a:gd name="T50" fmla="*/ 126 w 425"/>
                  <a:gd name="T51" fmla="*/ 4316 h 4316"/>
                  <a:gd name="T52" fmla="*/ 138 w 425"/>
                  <a:gd name="T53" fmla="*/ 4316 h 4316"/>
                  <a:gd name="T54" fmla="*/ 216 w 425"/>
                  <a:gd name="T55" fmla="*/ 3968 h 4316"/>
                  <a:gd name="T56" fmla="*/ 287 w 425"/>
                  <a:gd name="T57" fmla="*/ 3639 h 4316"/>
                  <a:gd name="T58" fmla="*/ 341 w 425"/>
                  <a:gd name="T59" fmla="*/ 3321 h 4316"/>
                  <a:gd name="T60" fmla="*/ 377 w 425"/>
                  <a:gd name="T61" fmla="*/ 3021 h 4316"/>
                  <a:gd name="T62" fmla="*/ 407 w 425"/>
                  <a:gd name="T63" fmla="*/ 2733 h 4316"/>
                  <a:gd name="T64" fmla="*/ 419 w 425"/>
                  <a:gd name="T65" fmla="*/ 2458 h 4316"/>
                  <a:gd name="T66" fmla="*/ 425 w 425"/>
                  <a:gd name="T67" fmla="*/ 2188 h 4316"/>
                  <a:gd name="T68" fmla="*/ 413 w 425"/>
                  <a:gd name="T69" fmla="*/ 1924 h 4316"/>
                  <a:gd name="T70" fmla="*/ 413 w 425"/>
                  <a:gd name="T71" fmla="*/ 192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131" name="Freeform 11">
                <a:extLst>
                  <a:ext uri="{FF2B5EF4-FFF2-40B4-BE49-F238E27FC236}">
                    <a16:creationId xmlns:a16="http://schemas.microsoft.com/office/drawing/2014/main" id="{ACEF18DF-6773-1B71-7807-82CDFF1D2DC3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946" y="0"/>
                <a:ext cx="558" cy="4316"/>
              </a:xfrm>
              <a:custGeom>
                <a:avLst/>
                <a:gdLst>
                  <a:gd name="T0" fmla="*/ 556 w 556"/>
                  <a:gd name="T1" fmla="*/ 2020 h 4316"/>
                  <a:gd name="T2" fmla="*/ 538 w 556"/>
                  <a:gd name="T3" fmla="*/ 1732 h 4316"/>
                  <a:gd name="T4" fmla="*/ 503 w 556"/>
                  <a:gd name="T5" fmla="*/ 1445 h 4316"/>
                  <a:gd name="T6" fmla="*/ 455 w 556"/>
                  <a:gd name="T7" fmla="*/ 1175 h 4316"/>
                  <a:gd name="T8" fmla="*/ 395 w 556"/>
                  <a:gd name="T9" fmla="*/ 911 h 4316"/>
                  <a:gd name="T10" fmla="*/ 317 w 556"/>
                  <a:gd name="T11" fmla="*/ 659 h 4316"/>
                  <a:gd name="T12" fmla="*/ 228 w 556"/>
                  <a:gd name="T13" fmla="*/ 426 h 4316"/>
                  <a:gd name="T14" fmla="*/ 126 w 556"/>
                  <a:gd name="T15" fmla="*/ 204 h 4316"/>
                  <a:gd name="T16" fmla="*/ 12 w 556"/>
                  <a:gd name="T17" fmla="*/ 0 h 4316"/>
                  <a:gd name="T18" fmla="*/ 0 w 556"/>
                  <a:gd name="T19" fmla="*/ 0 h 4316"/>
                  <a:gd name="T20" fmla="*/ 114 w 556"/>
                  <a:gd name="T21" fmla="*/ 204 h 4316"/>
                  <a:gd name="T22" fmla="*/ 216 w 556"/>
                  <a:gd name="T23" fmla="*/ 426 h 4316"/>
                  <a:gd name="T24" fmla="*/ 305 w 556"/>
                  <a:gd name="T25" fmla="*/ 659 h 4316"/>
                  <a:gd name="T26" fmla="*/ 383 w 556"/>
                  <a:gd name="T27" fmla="*/ 911 h 4316"/>
                  <a:gd name="T28" fmla="*/ 443 w 556"/>
                  <a:gd name="T29" fmla="*/ 1175 h 4316"/>
                  <a:gd name="T30" fmla="*/ 491 w 556"/>
                  <a:gd name="T31" fmla="*/ 1445 h 4316"/>
                  <a:gd name="T32" fmla="*/ 526 w 556"/>
                  <a:gd name="T33" fmla="*/ 1732 h 4316"/>
                  <a:gd name="T34" fmla="*/ 544 w 556"/>
                  <a:gd name="T35" fmla="*/ 2020 h 4316"/>
                  <a:gd name="T36" fmla="*/ 544 w 556"/>
                  <a:gd name="T37" fmla="*/ 2326 h 4316"/>
                  <a:gd name="T38" fmla="*/ 532 w 556"/>
                  <a:gd name="T39" fmla="*/ 2632 h 4316"/>
                  <a:gd name="T40" fmla="*/ 503 w 556"/>
                  <a:gd name="T41" fmla="*/ 2931 h 4316"/>
                  <a:gd name="T42" fmla="*/ 455 w 556"/>
                  <a:gd name="T43" fmla="*/ 3225 h 4316"/>
                  <a:gd name="T44" fmla="*/ 389 w 556"/>
                  <a:gd name="T45" fmla="*/ 3513 h 4316"/>
                  <a:gd name="T46" fmla="*/ 311 w 556"/>
                  <a:gd name="T47" fmla="*/ 3788 h 4316"/>
                  <a:gd name="T48" fmla="*/ 216 w 556"/>
                  <a:gd name="T49" fmla="*/ 4058 h 4316"/>
                  <a:gd name="T50" fmla="*/ 102 w 556"/>
                  <a:gd name="T51" fmla="*/ 4316 h 4316"/>
                  <a:gd name="T52" fmla="*/ 114 w 556"/>
                  <a:gd name="T53" fmla="*/ 4316 h 4316"/>
                  <a:gd name="T54" fmla="*/ 228 w 556"/>
                  <a:gd name="T55" fmla="*/ 4058 h 4316"/>
                  <a:gd name="T56" fmla="*/ 323 w 556"/>
                  <a:gd name="T57" fmla="*/ 3788 h 4316"/>
                  <a:gd name="T58" fmla="*/ 401 w 556"/>
                  <a:gd name="T59" fmla="*/ 3513 h 4316"/>
                  <a:gd name="T60" fmla="*/ 467 w 556"/>
                  <a:gd name="T61" fmla="*/ 3225 h 4316"/>
                  <a:gd name="T62" fmla="*/ 515 w 556"/>
                  <a:gd name="T63" fmla="*/ 2931 h 4316"/>
                  <a:gd name="T64" fmla="*/ 544 w 556"/>
                  <a:gd name="T65" fmla="*/ 2632 h 4316"/>
                  <a:gd name="T66" fmla="*/ 556 w 556"/>
                  <a:gd name="T67" fmla="*/ 2326 h 4316"/>
                  <a:gd name="T68" fmla="*/ 556 w 556"/>
                  <a:gd name="T69" fmla="*/ 2020 h 4316"/>
                  <a:gd name="T70" fmla="*/ 556 w 556"/>
                  <a:gd name="T71" fmla="*/ 202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132" name="Freeform 12">
                <a:extLst>
                  <a:ext uri="{FF2B5EF4-FFF2-40B4-BE49-F238E27FC236}">
                    <a16:creationId xmlns:a16="http://schemas.microsoft.com/office/drawing/2014/main" id="{9D31AEF3-C688-1AD3-1E59-D326B433EC4F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246" y="0"/>
                <a:ext cx="690" cy="4316"/>
              </a:xfrm>
              <a:custGeom>
                <a:avLst/>
                <a:gdLst>
                  <a:gd name="T0" fmla="*/ 688 w 688"/>
                  <a:gd name="T1" fmla="*/ 2086 h 4316"/>
                  <a:gd name="T2" fmla="*/ 670 w 688"/>
                  <a:gd name="T3" fmla="*/ 1810 h 4316"/>
                  <a:gd name="T4" fmla="*/ 634 w 688"/>
                  <a:gd name="T5" fmla="*/ 1541 h 4316"/>
                  <a:gd name="T6" fmla="*/ 574 w 688"/>
                  <a:gd name="T7" fmla="*/ 1271 h 4316"/>
                  <a:gd name="T8" fmla="*/ 497 w 688"/>
                  <a:gd name="T9" fmla="*/ 1007 h 4316"/>
                  <a:gd name="T10" fmla="*/ 401 w 688"/>
                  <a:gd name="T11" fmla="*/ 749 h 4316"/>
                  <a:gd name="T12" fmla="*/ 293 w 688"/>
                  <a:gd name="T13" fmla="*/ 492 h 4316"/>
                  <a:gd name="T14" fmla="*/ 162 w 688"/>
                  <a:gd name="T15" fmla="*/ 240 h 4316"/>
                  <a:gd name="T16" fmla="*/ 12 w 688"/>
                  <a:gd name="T17" fmla="*/ 0 h 4316"/>
                  <a:gd name="T18" fmla="*/ 0 w 688"/>
                  <a:gd name="T19" fmla="*/ 0 h 4316"/>
                  <a:gd name="T20" fmla="*/ 150 w 688"/>
                  <a:gd name="T21" fmla="*/ 240 h 4316"/>
                  <a:gd name="T22" fmla="*/ 281 w 688"/>
                  <a:gd name="T23" fmla="*/ 492 h 4316"/>
                  <a:gd name="T24" fmla="*/ 389 w 688"/>
                  <a:gd name="T25" fmla="*/ 749 h 4316"/>
                  <a:gd name="T26" fmla="*/ 485 w 688"/>
                  <a:gd name="T27" fmla="*/ 1007 h 4316"/>
                  <a:gd name="T28" fmla="*/ 562 w 688"/>
                  <a:gd name="T29" fmla="*/ 1271 h 4316"/>
                  <a:gd name="T30" fmla="*/ 622 w 688"/>
                  <a:gd name="T31" fmla="*/ 1541 h 4316"/>
                  <a:gd name="T32" fmla="*/ 658 w 688"/>
                  <a:gd name="T33" fmla="*/ 1810 h 4316"/>
                  <a:gd name="T34" fmla="*/ 676 w 688"/>
                  <a:gd name="T35" fmla="*/ 2086 h 4316"/>
                  <a:gd name="T36" fmla="*/ 676 w 688"/>
                  <a:gd name="T37" fmla="*/ 2368 h 4316"/>
                  <a:gd name="T38" fmla="*/ 658 w 688"/>
                  <a:gd name="T39" fmla="*/ 2650 h 4316"/>
                  <a:gd name="T40" fmla="*/ 616 w 688"/>
                  <a:gd name="T41" fmla="*/ 2931 h 4316"/>
                  <a:gd name="T42" fmla="*/ 556 w 688"/>
                  <a:gd name="T43" fmla="*/ 3213 h 4316"/>
                  <a:gd name="T44" fmla="*/ 473 w 688"/>
                  <a:gd name="T45" fmla="*/ 3495 h 4316"/>
                  <a:gd name="T46" fmla="*/ 371 w 688"/>
                  <a:gd name="T47" fmla="*/ 3777 h 4316"/>
                  <a:gd name="T48" fmla="*/ 251 w 688"/>
                  <a:gd name="T49" fmla="*/ 4046 h 4316"/>
                  <a:gd name="T50" fmla="*/ 114 w 688"/>
                  <a:gd name="T51" fmla="*/ 4316 h 4316"/>
                  <a:gd name="T52" fmla="*/ 126 w 688"/>
                  <a:gd name="T53" fmla="*/ 4316 h 4316"/>
                  <a:gd name="T54" fmla="*/ 263 w 688"/>
                  <a:gd name="T55" fmla="*/ 4046 h 4316"/>
                  <a:gd name="T56" fmla="*/ 383 w 688"/>
                  <a:gd name="T57" fmla="*/ 3777 h 4316"/>
                  <a:gd name="T58" fmla="*/ 485 w 688"/>
                  <a:gd name="T59" fmla="*/ 3495 h 4316"/>
                  <a:gd name="T60" fmla="*/ 568 w 688"/>
                  <a:gd name="T61" fmla="*/ 3219 h 4316"/>
                  <a:gd name="T62" fmla="*/ 628 w 688"/>
                  <a:gd name="T63" fmla="*/ 2937 h 4316"/>
                  <a:gd name="T64" fmla="*/ 670 w 688"/>
                  <a:gd name="T65" fmla="*/ 2656 h 4316"/>
                  <a:gd name="T66" fmla="*/ 688 w 688"/>
                  <a:gd name="T67" fmla="*/ 2368 h 4316"/>
                  <a:gd name="T68" fmla="*/ 688 w 688"/>
                  <a:gd name="T69" fmla="*/ 2086 h 4316"/>
                  <a:gd name="T70" fmla="*/ 688 w 688"/>
                  <a:gd name="T71" fmla="*/ 208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133" name="Freeform 13">
                <a:extLst>
                  <a:ext uri="{FF2B5EF4-FFF2-40B4-BE49-F238E27FC236}">
                    <a16:creationId xmlns:a16="http://schemas.microsoft.com/office/drawing/2014/main" id="{E37413FC-ED75-F1A7-DFF3-F009B548635E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522" y="0"/>
                <a:ext cx="864" cy="4316"/>
              </a:xfrm>
              <a:custGeom>
                <a:avLst/>
                <a:gdLst>
                  <a:gd name="T0" fmla="*/ 855 w 861"/>
                  <a:gd name="T1" fmla="*/ 2128 h 4316"/>
                  <a:gd name="T2" fmla="*/ 831 w 861"/>
                  <a:gd name="T3" fmla="*/ 1834 h 4316"/>
                  <a:gd name="T4" fmla="*/ 808 w 861"/>
                  <a:gd name="T5" fmla="*/ 1684 h 4316"/>
                  <a:gd name="T6" fmla="*/ 784 w 861"/>
                  <a:gd name="T7" fmla="*/ 1541 h 4316"/>
                  <a:gd name="T8" fmla="*/ 748 w 861"/>
                  <a:gd name="T9" fmla="*/ 1397 h 4316"/>
                  <a:gd name="T10" fmla="*/ 712 w 861"/>
                  <a:gd name="T11" fmla="*/ 1253 h 4316"/>
                  <a:gd name="T12" fmla="*/ 664 w 861"/>
                  <a:gd name="T13" fmla="*/ 1115 h 4316"/>
                  <a:gd name="T14" fmla="*/ 610 w 861"/>
                  <a:gd name="T15" fmla="*/ 977 h 4316"/>
                  <a:gd name="T16" fmla="*/ 491 w 861"/>
                  <a:gd name="T17" fmla="*/ 719 h 4316"/>
                  <a:gd name="T18" fmla="*/ 353 w 861"/>
                  <a:gd name="T19" fmla="*/ 468 h 4316"/>
                  <a:gd name="T20" fmla="*/ 192 w 861"/>
                  <a:gd name="T21" fmla="*/ 228 h 4316"/>
                  <a:gd name="T22" fmla="*/ 12 w 861"/>
                  <a:gd name="T23" fmla="*/ 0 h 4316"/>
                  <a:gd name="T24" fmla="*/ 0 w 861"/>
                  <a:gd name="T25" fmla="*/ 0 h 4316"/>
                  <a:gd name="T26" fmla="*/ 180 w 861"/>
                  <a:gd name="T27" fmla="*/ 228 h 4316"/>
                  <a:gd name="T28" fmla="*/ 341 w 861"/>
                  <a:gd name="T29" fmla="*/ 468 h 4316"/>
                  <a:gd name="T30" fmla="*/ 479 w 861"/>
                  <a:gd name="T31" fmla="*/ 719 h 4316"/>
                  <a:gd name="T32" fmla="*/ 598 w 861"/>
                  <a:gd name="T33" fmla="*/ 983 h 4316"/>
                  <a:gd name="T34" fmla="*/ 652 w 861"/>
                  <a:gd name="T35" fmla="*/ 1121 h 4316"/>
                  <a:gd name="T36" fmla="*/ 700 w 861"/>
                  <a:gd name="T37" fmla="*/ 1259 h 4316"/>
                  <a:gd name="T38" fmla="*/ 736 w 861"/>
                  <a:gd name="T39" fmla="*/ 1403 h 4316"/>
                  <a:gd name="T40" fmla="*/ 772 w 861"/>
                  <a:gd name="T41" fmla="*/ 1547 h 4316"/>
                  <a:gd name="T42" fmla="*/ 802 w 861"/>
                  <a:gd name="T43" fmla="*/ 1690 h 4316"/>
                  <a:gd name="T44" fmla="*/ 819 w 861"/>
                  <a:gd name="T45" fmla="*/ 1834 h 4316"/>
                  <a:gd name="T46" fmla="*/ 837 w 861"/>
                  <a:gd name="T47" fmla="*/ 1984 h 4316"/>
                  <a:gd name="T48" fmla="*/ 843 w 861"/>
                  <a:gd name="T49" fmla="*/ 2128 h 4316"/>
                  <a:gd name="T50" fmla="*/ 849 w 861"/>
                  <a:gd name="T51" fmla="*/ 2278 h 4316"/>
                  <a:gd name="T52" fmla="*/ 843 w 861"/>
                  <a:gd name="T53" fmla="*/ 2428 h 4316"/>
                  <a:gd name="T54" fmla="*/ 831 w 861"/>
                  <a:gd name="T55" fmla="*/ 2572 h 4316"/>
                  <a:gd name="T56" fmla="*/ 819 w 861"/>
                  <a:gd name="T57" fmla="*/ 2721 h 4316"/>
                  <a:gd name="T58" fmla="*/ 796 w 861"/>
                  <a:gd name="T59" fmla="*/ 2865 h 4316"/>
                  <a:gd name="T60" fmla="*/ 766 w 861"/>
                  <a:gd name="T61" fmla="*/ 3015 h 4316"/>
                  <a:gd name="T62" fmla="*/ 724 w 861"/>
                  <a:gd name="T63" fmla="*/ 3159 h 4316"/>
                  <a:gd name="T64" fmla="*/ 682 w 861"/>
                  <a:gd name="T65" fmla="*/ 3303 h 4316"/>
                  <a:gd name="T66" fmla="*/ 586 w 861"/>
                  <a:gd name="T67" fmla="*/ 3567 h 4316"/>
                  <a:gd name="T68" fmla="*/ 473 w 861"/>
                  <a:gd name="T69" fmla="*/ 3824 h 4316"/>
                  <a:gd name="T70" fmla="*/ 335 w 861"/>
                  <a:gd name="T71" fmla="*/ 4076 h 4316"/>
                  <a:gd name="T72" fmla="*/ 180 w 861"/>
                  <a:gd name="T73" fmla="*/ 4316 h 4316"/>
                  <a:gd name="T74" fmla="*/ 192 w 861"/>
                  <a:gd name="T75" fmla="*/ 4316 h 4316"/>
                  <a:gd name="T76" fmla="*/ 347 w 861"/>
                  <a:gd name="T77" fmla="*/ 4076 h 4316"/>
                  <a:gd name="T78" fmla="*/ 485 w 861"/>
                  <a:gd name="T79" fmla="*/ 3824 h 4316"/>
                  <a:gd name="T80" fmla="*/ 598 w 861"/>
                  <a:gd name="T81" fmla="*/ 3573 h 4316"/>
                  <a:gd name="T82" fmla="*/ 694 w 861"/>
                  <a:gd name="T83" fmla="*/ 3309 h 4316"/>
                  <a:gd name="T84" fmla="*/ 736 w 861"/>
                  <a:gd name="T85" fmla="*/ 3165 h 4316"/>
                  <a:gd name="T86" fmla="*/ 778 w 861"/>
                  <a:gd name="T87" fmla="*/ 3021 h 4316"/>
                  <a:gd name="T88" fmla="*/ 808 w 861"/>
                  <a:gd name="T89" fmla="*/ 2871 h 4316"/>
                  <a:gd name="T90" fmla="*/ 831 w 861"/>
                  <a:gd name="T91" fmla="*/ 2727 h 4316"/>
                  <a:gd name="T92" fmla="*/ 843 w 861"/>
                  <a:gd name="T93" fmla="*/ 2578 h 4316"/>
                  <a:gd name="T94" fmla="*/ 855 w 861"/>
                  <a:gd name="T95" fmla="*/ 2428 h 4316"/>
                  <a:gd name="T96" fmla="*/ 861 w 861"/>
                  <a:gd name="T97" fmla="*/ 2278 h 4316"/>
                  <a:gd name="T98" fmla="*/ 855 w 861"/>
                  <a:gd name="T99" fmla="*/ 2128 h 4316"/>
                  <a:gd name="T100" fmla="*/ 855 w 861"/>
                  <a:gd name="T101" fmla="*/ 212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134" name="Freeform 14">
                <a:extLst>
                  <a:ext uri="{FF2B5EF4-FFF2-40B4-BE49-F238E27FC236}">
                    <a16:creationId xmlns:a16="http://schemas.microsoft.com/office/drawing/2014/main" id="{E28472ED-F53B-7DF7-03DD-7AD9F3A12236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399" y="0"/>
                <a:ext cx="150" cy="4316"/>
              </a:xfrm>
              <a:custGeom>
                <a:avLst/>
                <a:gdLst>
                  <a:gd name="T0" fmla="*/ 18 w 149"/>
                  <a:gd name="T1" fmla="*/ 1942 h 4316"/>
                  <a:gd name="T2" fmla="*/ 30 w 149"/>
                  <a:gd name="T3" fmla="*/ 1630 h 4316"/>
                  <a:gd name="T4" fmla="*/ 42 w 149"/>
                  <a:gd name="T5" fmla="*/ 1331 h 4316"/>
                  <a:gd name="T6" fmla="*/ 59 w 149"/>
                  <a:gd name="T7" fmla="*/ 1055 h 4316"/>
                  <a:gd name="T8" fmla="*/ 77 w 149"/>
                  <a:gd name="T9" fmla="*/ 791 h 4316"/>
                  <a:gd name="T10" fmla="*/ 83 w 149"/>
                  <a:gd name="T11" fmla="*/ 671 h 4316"/>
                  <a:gd name="T12" fmla="*/ 95 w 149"/>
                  <a:gd name="T13" fmla="*/ 557 h 4316"/>
                  <a:gd name="T14" fmla="*/ 107 w 149"/>
                  <a:gd name="T15" fmla="*/ 444 h 4316"/>
                  <a:gd name="T16" fmla="*/ 113 w 149"/>
                  <a:gd name="T17" fmla="*/ 342 h 4316"/>
                  <a:gd name="T18" fmla="*/ 125 w 149"/>
                  <a:gd name="T19" fmla="*/ 246 h 4316"/>
                  <a:gd name="T20" fmla="*/ 131 w 149"/>
                  <a:gd name="T21" fmla="*/ 156 h 4316"/>
                  <a:gd name="T22" fmla="*/ 143 w 149"/>
                  <a:gd name="T23" fmla="*/ 72 h 4316"/>
                  <a:gd name="T24" fmla="*/ 149 w 149"/>
                  <a:gd name="T25" fmla="*/ 0 h 4316"/>
                  <a:gd name="T26" fmla="*/ 137 w 149"/>
                  <a:gd name="T27" fmla="*/ 0 h 4316"/>
                  <a:gd name="T28" fmla="*/ 131 w 149"/>
                  <a:gd name="T29" fmla="*/ 72 h 4316"/>
                  <a:gd name="T30" fmla="*/ 119 w 149"/>
                  <a:gd name="T31" fmla="*/ 156 h 4316"/>
                  <a:gd name="T32" fmla="*/ 113 w 149"/>
                  <a:gd name="T33" fmla="*/ 246 h 4316"/>
                  <a:gd name="T34" fmla="*/ 101 w 149"/>
                  <a:gd name="T35" fmla="*/ 342 h 4316"/>
                  <a:gd name="T36" fmla="*/ 95 w 149"/>
                  <a:gd name="T37" fmla="*/ 444 h 4316"/>
                  <a:gd name="T38" fmla="*/ 83 w 149"/>
                  <a:gd name="T39" fmla="*/ 557 h 4316"/>
                  <a:gd name="T40" fmla="*/ 71 w 149"/>
                  <a:gd name="T41" fmla="*/ 671 h 4316"/>
                  <a:gd name="T42" fmla="*/ 65 w 149"/>
                  <a:gd name="T43" fmla="*/ 791 h 4316"/>
                  <a:gd name="T44" fmla="*/ 48 w 149"/>
                  <a:gd name="T45" fmla="*/ 1055 h 4316"/>
                  <a:gd name="T46" fmla="*/ 30 w 149"/>
                  <a:gd name="T47" fmla="*/ 1331 h 4316"/>
                  <a:gd name="T48" fmla="*/ 18 w 149"/>
                  <a:gd name="T49" fmla="*/ 1630 h 4316"/>
                  <a:gd name="T50" fmla="*/ 6 w 149"/>
                  <a:gd name="T51" fmla="*/ 1942 h 4316"/>
                  <a:gd name="T52" fmla="*/ 0 w 149"/>
                  <a:gd name="T53" fmla="*/ 2278 h 4316"/>
                  <a:gd name="T54" fmla="*/ 6 w 149"/>
                  <a:gd name="T55" fmla="*/ 2602 h 4316"/>
                  <a:gd name="T56" fmla="*/ 12 w 149"/>
                  <a:gd name="T57" fmla="*/ 2919 h 4316"/>
                  <a:gd name="T58" fmla="*/ 24 w 149"/>
                  <a:gd name="T59" fmla="*/ 3219 h 4316"/>
                  <a:gd name="T60" fmla="*/ 36 w 149"/>
                  <a:gd name="T61" fmla="*/ 3513 h 4316"/>
                  <a:gd name="T62" fmla="*/ 59 w 149"/>
                  <a:gd name="T63" fmla="*/ 3794 h 4316"/>
                  <a:gd name="T64" fmla="*/ 89 w 149"/>
                  <a:gd name="T65" fmla="*/ 4058 h 4316"/>
                  <a:gd name="T66" fmla="*/ 125 w 149"/>
                  <a:gd name="T67" fmla="*/ 4316 h 4316"/>
                  <a:gd name="T68" fmla="*/ 137 w 149"/>
                  <a:gd name="T69" fmla="*/ 4316 h 4316"/>
                  <a:gd name="T70" fmla="*/ 101 w 149"/>
                  <a:gd name="T71" fmla="*/ 4058 h 4316"/>
                  <a:gd name="T72" fmla="*/ 71 w 149"/>
                  <a:gd name="T73" fmla="*/ 3794 h 4316"/>
                  <a:gd name="T74" fmla="*/ 48 w 149"/>
                  <a:gd name="T75" fmla="*/ 3513 h 4316"/>
                  <a:gd name="T76" fmla="*/ 36 w 149"/>
                  <a:gd name="T77" fmla="*/ 3225 h 4316"/>
                  <a:gd name="T78" fmla="*/ 24 w 149"/>
                  <a:gd name="T79" fmla="*/ 2919 h 4316"/>
                  <a:gd name="T80" fmla="*/ 18 w 149"/>
                  <a:gd name="T81" fmla="*/ 2608 h 4316"/>
                  <a:gd name="T82" fmla="*/ 12 w 149"/>
                  <a:gd name="T83" fmla="*/ 2278 h 4316"/>
                  <a:gd name="T84" fmla="*/ 18 w 149"/>
                  <a:gd name="T85" fmla="*/ 1942 h 4316"/>
                  <a:gd name="T86" fmla="*/ 18 w 149"/>
                  <a:gd name="T87" fmla="*/ 194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135" name="Freeform 15">
                <a:extLst>
                  <a:ext uri="{FF2B5EF4-FFF2-40B4-BE49-F238E27FC236}">
                    <a16:creationId xmlns:a16="http://schemas.microsoft.com/office/drawing/2014/main" id="{A9E0FE3F-20C5-DA4A-D6E2-522732FFC595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967" y="0"/>
                <a:ext cx="300" cy="4316"/>
              </a:xfrm>
              <a:custGeom>
                <a:avLst/>
                <a:gdLst>
                  <a:gd name="T0" fmla="*/ 18 w 299"/>
                  <a:gd name="T1" fmla="*/ 2062 h 4316"/>
                  <a:gd name="T2" fmla="*/ 30 w 299"/>
                  <a:gd name="T3" fmla="*/ 1750 h 4316"/>
                  <a:gd name="T4" fmla="*/ 54 w 299"/>
                  <a:gd name="T5" fmla="*/ 1451 h 4316"/>
                  <a:gd name="T6" fmla="*/ 84 w 299"/>
                  <a:gd name="T7" fmla="*/ 1169 h 4316"/>
                  <a:gd name="T8" fmla="*/ 126 w 299"/>
                  <a:gd name="T9" fmla="*/ 899 h 4316"/>
                  <a:gd name="T10" fmla="*/ 162 w 299"/>
                  <a:gd name="T11" fmla="*/ 641 h 4316"/>
                  <a:gd name="T12" fmla="*/ 209 w 299"/>
                  <a:gd name="T13" fmla="*/ 408 h 4316"/>
                  <a:gd name="T14" fmla="*/ 251 w 299"/>
                  <a:gd name="T15" fmla="*/ 192 h 4316"/>
                  <a:gd name="T16" fmla="*/ 299 w 299"/>
                  <a:gd name="T17" fmla="*/ 0 h 4316"/>
                  <a:gd name="T18" fmla="*/ 287 w 299"/>
                  <a:gd name="T19" fmla="*/ 0 h 4316"/>
                  <a:gd name="T20" fmla="*/ 239 w 299"/>
                  <a:gd name="T21" fmla="*/ 192 h 4316"/>
                  <a:gd name="T22" fmla="*/ 198 w 299"/>
                  <a:gd name="T23" fmla="*/ 408 h 4316"/>
                  <a:gd name="T24" fmla="*/ 156 w 299"/>
                  <a:gd name="T25" fmla="*/ 641 h 4316"/>
                  <a:gd name="T26" fmla="*/ 114 w 299"/>
                  <a:gd name="T27" fmla="*/ 899 h 4316"/>
                  <a:gd name="T28" fmla="*/ 78 w 299"/>
                  <a:gd name="T29" fmla="*/ 1169 h 4316"/>
                  <a:gd name="T30" fmla="*/ 48 w 299"/>
                  <a:gd name="T31" fmla="*/ 1451 h 4316"/>
                  <a:gd name="T32" fmla="*/ 24 w 299"/>
                  <a:gd name="T33" fmla="*/ 1750 h 4316"/>
                  <a:gd name="T34" fmla="*/ 6 w 299"/>
                  <a:gd name="T35" fmla="*/ 2062 h 4316"/>
                  <a:gd name="T36" fmla="*/ 0 w 299"/>
                  <a:gd name="T37" fmla="*/ 2374 h 4316"/>
                  <a:gd name="T38" fmla="*/ 12 w 299"/>
                  <a:gd name="T39" fmla="*/ 2674 h 4316"/>
                  <a:gd name="T40" fmla="*/ 30 w 299"/>
                  <a:gd name="T41" fmla="*/ 2973 h 4316"/>
                  <a:gd name="T42" fmla="*/ 54 w 299"/>
                  <a:gd name="T43" fmla="*/ 3255 h 4316"/>
                  <a:gd name="T44" fmla="*/ 96 w 299"/>
                  <a:gd name="T45" fmla="*/ 3537 h 4316"/>
                  <a:gd name="T46" fmla="*/ 144 w 299"/>
                  <a:gd name="T47" fmla="*/ 3806 h 4316"/>
                  <a:gd name="T48" fmla="*/ 203 w 299"/>
                  <a:gd name="T49" fmla="*/ 4064 h 4316"/>
                  <a:gd name="T50" fmla="*/ 275 w 299"/>
                  <a:gd name="T51" fmla="*/ 4316 h 4316"/>
                  <a:gd name="T52" fmla="*/ 287 w 299"/>
                  <a:gd name="T53" fmla="*/ 4316 h 4316"/>
                  <a:gd name="T54" fmla="*/ 215 w 299"/>
                  <a:gd name="T55" fmla="*/ 4064 h 4316"/>
                  <a:gd name="T56" fmla="*/ 156 w 299"/>
                  <a:gd name="T57" fmla="*/ 3806 h 4316"/>
                  <a:gd name="T58" fmla="*/ 108 w 299"/>
                  <a:gd name="T59" fmla="*/ 3537 h 4316"/>
                  <a:gd name="T60" fmla="*/ 66 w 299"/>
                  <a:gd name="T61" fmla="*/ 3261 h 4316"/>
                  <a:gd name="T62" fmla="*/ 42 w 299"/>
                  <a:gd name="T63" fmla="*/ 2973 h 4316"/>
                  <a:gd name="T64" fmla="*/ 24 w 299"/>
                  <a:gd name="T65" fmla="*/ 2680 h 4316"/>
                  <a:gd name="T66" fmla="*/ 12 w 299"/>
                  <a:gd name="T67" fmla="*/ 2374 h 4316"/>
                  <a:gd name="T68" fmla="*/ 18 w 299"/>
                  <a:gd name="T69" fmla="*/ 2062 h 4316"/>
                  <a:gd name="T70" fmla="*/ 18 w 299"/>
                  <a:gd name="T71" fmla="*/ 206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136" name="Freeform 16">
                <a:extLst>
                  <a:ext uri="{FF2B5EF4-FFF2-40B4-BE49-F238E27FC236}">
                    <a16:creationId xmlns:a16="http://schemas.microsoft.com/office/drawing/2014/main" id="{F4C4FF82-E783-235E-9EC8-F869153D89CE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566" y="0"/>
                <a:ext cx="425" cy="4316"/>
              </a:xfrm>
              <a:custGeom>
                <a:avLst/>
                <a:gdLst>
                  <a:gd name="T0" fmla="*/ 424 w 424"/>
                  <a:gd name="T1" fmla="*/ 0 h 4316"/>
                  <a:gd name="T2" fmla="*/ 412 w 424"/>
                  <a:gd name="T3" fmla="*/ 0 h 4316"/>
                  <a:gd name="T4" fmla="*/ 316 w 424"/>
                  <a:gd name="T5" fmla="*/ 222 h 4316"/>
                  <a:gd name="T6" fmla="*/ 239 w 424"/>
                  <a:gd name="T7" fmla="*/ 462 h 4316"/>
                  <a:gd name="T8" fmla="*/ 167 w 424"/>
                  <a:gd name="T9" fmla="*/ 707 h 4316"/>
                  <a:gd name="T10" fmla="*/ 107 w 424"/>
                  <a:gd name="T11" fmla="*/ 971 h 4316"/>
                  <a:gd name="T12" fmla="*/ 65 w 424"/>
                  <a:gd name="T13" fmla="*/ 1247 h 4316"/>
                  <a:gd name="T14" fmla="*/ 29 w 424"/>
                  <a:gd name="T15" fmla="*/ 1529 h 4316"/>
                  <a:gd name="T16" fmla="*/ 6 w 424"/>
                  <a:gd name="T17" fmla="*/ 1822 h 4316"/>
                  <a:gd name="T18" fmla="*/ 0 w 424"/>
                  <a:gd name="T19" fmla="*/ 2122 h 4316"/>
                  <a:gd name="T20" fmla="*/ 6 w 424"/>
                  <a:gd name="T21" fmla="*/ 2404 h 4316"/>
                  <a:gd name="T22" fmla="*/ 24 w 424"/>
                  <a:gd name="T23" fmla="*/ 2686 h 4316"/>
                  <a:gd name="T24" fmla="*/ 47 w 424"/>
                  <a:gd name="T25" fmla="*/ 2961 h 4316"/>
                  <a:gd name="T26" fmla="*/ 89 w 424"/>
                  <a:gd name="T27" fmla="*/ 3243 h 4316"/>
                  <a:gd name="T28" fmla="*/ 137 w 424"/>
                  <a:gd name="T29" fmla="*/ 3519 h 4316"/>
                  <a:gd name="T30" fmla="*/ 197 w 424"/>
                  <a:gd name="T31" fmla="*/ 3788 h 4316"/>
                  <a:gd name="T32" fmla="*/ 269 w 424"/>
                  <a:gd name="T33" fmla="*/ 4058 h 4316"/>
                  <a:gd name="T34" fmla="*/ 346 w 424"/>
                  <a:gd name="T35" fmla="*/ 4316 h 4316"/>
                  <a:gd name="T36" fmla="*/ 358 w 424"/>
                  <a:gd name="T37" fmla="*/ 4316 h 4316"/>
                  <a:gd name="T38" fmla="*/ 281 w 424"/>
                  <a:gd name="T39" fmla="*/ 4058 h 4316"/>
                  <a:gd name="T40" fmla="*/ 209 w 424"/>
                  <a:gd name="T41" fmla="*/ 3788 h 4316"/>
                  <a:gd name="T42" fmla="*/ 149 w 424"/>
                  <a:gd name="T43" fmla="*/ 3519 h 4316"/>
                  <a:gd name="T44" fmla="*/ 101 w 424"/>
                  <a:gd name="T45" fmla="*/ 3243 h 4316"/>
                  <a:gd name="T46" fmla="*/ 59 w 424"/>
                  <a:gd name="T47" fmla="*/ 2961 h 4316"/>
                  <a:gd name="T48" fmla="*/ 35 w 424"/>
                  <a:gd name="T49" fmla="*/ 2686 h 4316"/>
                  <a:gd name="T50" fmla="*/ 18 w 424"/>
                  <a:gd name="T51" fmla="*/ 2404 h 4316"/>
                  <a:gd name="T52" fmla="*/ 12 w 424"/>
                  <a:gd name="T53" fmla="*/ 2122 h 4316"/>
                  <a:gd name="T54" fmla="*/ 18 w 424"/>
                  <a:gd name="T55" fmla="*/ 1822 h 4316"/>
                  <a:gd name="T56" fmla="*/ 41 w 424"/>
                  <a:gd name="T57" fmla="*/ 1529 h 4316"/>
                  <a:gd name="T58" fmla="*/ 71 w 424"/>
                  <a:gd name="T59" fmla="*/ 1247 h 4316"/>
                  <a:gd name="T60" fmla="*/ 119 w 424"/>
                  <a:gd name="T61" fmla="*/ 971 h 4316"/>
                  <a:gd name="T62" fmla="*/ 179 w 424"/>
                  <a:gd name="T63" fmla="*/ 707 h 4316"/>
                  <a:gd name="T64" fmla="*/ 245 w 424"/>
                  <a:gd name="T65" fmla="*/ 462 h 4316"/>
                  <a:gd name="T66" fmla="*/ 328 w 424"/>
                  <a:gd name="T67" fmla="*/ 222 h 4316"/>
                  <a:gd name="T68" fmla="*/ 424 w 424"/>
                  <a:gd name="T69" fmla="*/ 0 h 4316"/>
                  <a:gd name="T70" fmla="*/ 424 w 424"/>
                  <a:gd name="T7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137" name="Freeform 17">
                <a:extLst>
                  <a:ext uri="{FF2B5EF4-FFF2-40B4-BE49-F238E27FC236}">
                    <a16:creationId xmlns:a16="http://schemas.microsoft.com/office/drawing/2014/main" id="{9B34278D-0A2B-7FD6-5A85-65C67C77C9F2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128" y="0"/>
                <a:ext cx="575" cy="4316"/>
              </a:xfrm>
              <a:custGeom>
                <a:avLst/>
                <a:gdLst>
                  <a:gd name="T0" fmla="*/ 12 w 574"/>
                  <a:gd name="T1" fmla="*/ 2146 h 4316"/>
                  <a:gd name="T2" fmla="*/ 24 w 574"/>
                  <a:gd name="T3" fmla="*/ 1846 h 4316"/>
                  <a:gd name="T4" fmla="*/ 54 w 574"/>
                  <a:gd name="T5" fmla="*/ 1559 h 4316"/>
                  <a:gd name="T6" fmla="*/ 96 w 574"/>
                  <a:gd name="T7" fmla="*/ 1277 h 4316"/>
                  <a:gd name="T8" fmla="*/ 162 w 574"/>
                  <a:gd name="T9" fmla="*/ 1001 h 4316"/>
                  <a:gd name="T10" fmla="*/ 239 w 574"/>
                  <a:gd name="T11" fmla="*/ 731 h 4316"/>
                  <a:gd name="T12" fmla="*/ 335 w 574"/>
                  <a:gd name="T13" fmla="*/ 480 h 4316"/>
                  <a:gd name="T14" fmla="*/ 449 w 574"/>
                  <a:gd name="T15" fmla="*/ 234 h 4316"/>
                  <a:gd name="T16" fmla="*/ 574 w 574"/>
                  <a:gd name="T17" fmla="*/ 0 h 4316"/>
                  <a:gd name="T18" fmla="*/ 562 w 574"/>
                  <a:gd name="T19" fmla="*/ 0 h 4316"/>
                  <a:gd name="T20" fmla="*/ 437 w 574"/>
                  <a:gd name="T21" fmla="*/ 234 h 4316"/>
                  <a:gd name="T22" fmla="*/ 323 w 574"/>
                  <a:gd name="T23" fmla="*/ 480 h 4316"/>
                  <a:gd name="T24" fmla="*/ 227 w 574"/>
                  <a:gd name="T25" fmla="*/ 737 h 4316"/>
                  <a:gd name="T26" fmla="*/ 150 w 574"/>
                  <a:gd name="T27" fmla="*/ 1001 h 4316"/>
                  <a:gd name="T28" fmla="*/ 84 w 574"/>
                  <a:gd name="T29" fmla="*/ 1277 h 4316"/>
                  <a:gd name="T30" fmla="*/ 42 w 574"/>
                  <a:gd name="T31" fmla="*/ 1559 h 4316"/>
                  <a:gd name="T32" fmla="*/ 12 w 574"/>
                  <a:gd name="T33" fmla="*/ 1852 h 4316"/>
                  <a:gd name="T34" fmla="*/ 0 w 574"/>
                  <a:gd name="T35" fmla="*/ 2146 h 4316"/>
                  <a:gd name="T36" fmla="*/ 6 w 574"/>
                  <a:gd name="T37" fmla="*/ 2434 h 4316"/>
                  <a:gd name="T38" fmla="*/ 30 w 574"/>
                  <a:gd name="T39" fmla="*/ 2715 h 4316"/>
                  <a:gd name="T40" fmla="*/ 66 w 574"/>
                  <a:gd name="T41" fmla="*/ 2997 h 4316"/>
                  <a:gd name="T42" fmla="*/ 120 w 574"/>
                  <a:gd name="T43" fmla="*/ 3273 h 4316"/>
                  <a:gd name="T44" fmla="*/ 191 w 574"/>
                  <a:gd name="T45" fmla="*/ 3549 h 4316"/>
                  <a:gd name="T46" fmla="*/ 275 w 574"/>
                  <a:gd name="T47" fmla="*/ 3812 h 4316"/>
                  <a:gd name="T48" fmla="*/ 371 w 574"/>
                  <a:gd name="T49" fmla="*/ 4070 h 4316"/>
                  <a:gd name="T50" fmla="*/ 484 w 574"/>
                  <a:gd name="T51" fmla="*/ 4316 h 4316"/>
                  <a:gd name="T52" fmla="*/ 496 w 574"/>
                  <a:gd name="T53" fmla="*/ 4316 h 4316"/>
                  <a:gd name="T54" fmla="*/ 383 w 574"/>
                  <a:gd name="T55" fmla="*/ 4070 h 4316"/>
                  <a:gd name="T56" fmla="*/ 287 w 574"/>
                  <a:gd name="T57" fmla="*/ 3812 h 4316"/>
                  <a:gd name="T58" fmla="*/ 203 w 574"/>
                  <a:gd name="T59" fmla="*/ 3549 h 4316"/>
                  <a:gd name="T60" fmla="*/ 132 w 574"/>
                  <a:gd name="T61" fmla="*/ 3273 h 4316"/>
                  <a:gd name="T62" fmla="*/ 78 w 574"/>
                  <a:gd name="T63" fmla="*/ 2997 h 4316"/>
                  <a:gd name="T64" fmla="*/ 42 w 574"/>
                  <a:gd name="T65" fmla="*/ 2715 h 4316"/>
                  <a:gd name="T66" fmla="*/ 18 w 574"/>
                  <a:gd name="T67" fmla="*/ 2434 h 4316"/>
                  <a:gd name="T68" fmla="*/ 12 w 574"/>
                  <a:gd name="T69" fmla="*/ 2146 h 4316"/>
                  <a:gd name="T70" fmla="*/ 12 w 574"/>
                  <a:gd name="T71" fmla="*/ 214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138" name="Freeform 18">
                <a:extLst>
                  <a:ext uri="{FF2B5EF4-FFF2-40B4-BE49-F238E27FC236}">
                    <a16:creationId xmlns:a16="http://schemas.microsoft.com/office/drawing/2014/main" id="{CD228389-AE49-CE32-4984-E77D950D9E29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702" y="0"/>
                <a:ext cx="737" cy="4316"/>
              </a:xfrm>
              <a:custGeom>
                <a:avLst/>
                <a:gdLst>
                  <a:gd name="T0" fmla="*/ 12 w 735"/>
                  <a:gd name="T1" fmla="*/ 2098 h 4316"/>
                  <a:gd name="T2" fmla="*/ 29 w 735"/>
                  <a:gd name="T3" fmla="*/ 1798 h 4316"/>
                  <a:gd name="T4" fmla="*/ 71 w 735"/>
                  <a:gd name="T5" fmla="*/ 1505 h 4316"/>
                  <a:gd name="T6" fmla="*/ 131 w 735"/>
                  <a:gd name="T7" fmla="*/ 1223 h 4316"/>
                  <a:gd name="T8" fmla="*/ 215 w 735"/>
                  <a:gd name="T9" fmla="*/ 941 h 4316"/>
                  <a:gd name="T10" fmla="*/ 316 w 735"/>
                  <a:gd name="T11" fmla="*/ 689 h 4316"/>
                  <a:gd name="T12" fmla="*/ 442 w 735"/>
                  <a:gd name="T13" fmla="*/ 444 h 4316"/>
                  <a:gd name="T14" fmla="*/ 580 w 735"/>
                  <a:gd name="T15" fmla="*/ 216 h 4316"/>
                  <a:gd name="T16" fmla="*/ 735 w 735"/>
                  <a:gd name="T17" fmla="*/ 0 h 4316"/>
                  <a:gd name="T18" fmla="*/ 723 w 735"/>
                  <a:gd name="T19" fmla="*/ 0 h 4316"/>
                  <a:gd name="T20" fmla="*/ 568 w 735"/>
                  <a:gd name="T21" fmla="*/ 210 h 4316"/>
                  <a:gd name="T22" fmla="*/ 430 w 735"/>
                  <a:gd name="T23" fmla="*/ 438 h 4316"/>
                  <a:gd name="T24" fmla="*/ 311 w 735"/>
                  <a:gd name="T25" fmla="*/ 683 h 4316"/>
                  <a:gd name="T26" fmla="*/ 209 w 735"/>
                  <a:gd name="T27" fmla="*/ 941 h 4316"/>
                  <a:gd name="T28" fmla="*/ 125 w 735"/>
                  <a:gd name="T29" fmla="*/ 1217 h 4316"/>
                  <a:gd name="T30" fmla="*/ 59 w 735"/>
                  <a:gd name="T31" fmla="*/ 1505 h 4316"/>
                  <a:gd name="T32" fmla="*/ 18 w 735"/>
                  <a:gd name="T33" fmla="*/ 1798 h 4316"/>
                  <a:gd name="T34" fmla="*/ 0 w 735"/>
                  <a:gd name="T35" fmla="*/ 2098 h 4316"/>
                  <a:gd name="T36" fmla="*/ 6 w 735"/>
                  <a:gd name="T37" fmla="*/ 2404 h 4316"/>
                  <a:gd name="T38" fmla="*/ 29 w 735"/>
                  <a:gd name="T39" fmla="*/ 2709 h 4316"/>
                  <a:gd name="T40" fmla="*/ 77 w 735"/>
                  <a:gd name="T41" fmla="*/ 3015 h 4316"/>
                  <a:gd name="T42" fmla="*/ 149 w 735"/>
                  <a:gd name="T43" fmla="*/ 3315 h 4316"/>
                  <a:gd name="T44" fmla="*/ 227 w 735"/>
                  <a:gd name="T45" fmla="*/ 3573 h 4316"/>
                  <a:gd name="T46" fmla="*/ 316 w 735"/>
                  <a:gd name="T47" fmla="*/ 3824 h 4316"/>
                  <a:gd name="T48" fmla="*/ 424 w 735"/>
                  <a:gd name="T49" fmla="*/ 4076 h 4316"/>
                  <a:gd name="T50" fmla="*/ 544 w 735"/>
                  <a:gd name="T51" fmla="*/ 4316 h 4316"/>
                  <a:gd name="T52" fmla="*/ 556 w 735"/>
                  <a:gd name="T53" fmla="*/ 4316 h 4316"/>
                  <a:gd name="T54" fmla="*/ 436 w 735"/>
                  <a:gd name="T55" fmla="*/ 4076 h 4316"/>
                  <a:gd name="T56" fmla="*/ 328 w 735"/>
                  <a:gd name="T57" fmla="*/ 3824 h 4316"/>
                  <a:gd name="T58" fmla="*/ 239 w 735"/>
                  <a:gd name="T59" fmla="*/ 3573 h 4316"/>
                  <a:gd name="T60" fmla="*/ 161 w 735"/>
                  <a:gd name="T61" fmla="*/ 3315 h 4316"/>
                  <a:gd name="T62" fmla="*/ 89 w 735"/>
                  <a:gd name="T63" fmla="*/ 3015 h 4316"/>
                  <a:gd name="T64" fmla="*/ 41 w 735"/>
                  <a:gd name="T65" fmla="*/ 2709 h 4316"/>
                  <a:gd name="T66" fmla="*/ 18 w 735"/>
                  <a:gd name="T67" fmla="*/ 2404 h 4316"/>
                  <a:gd name="T68" fmla="*/ 12 w 735"/>
                  <a:gd name="T69" fmla="*/ 2098 h 4316"/>
                  <a:gd name="T70" fmla="*/ 12 w 735"/>
                  <a:gd name="T71" fmla="*/ 209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139" name="Freeform 19">
                <a:extLst>
                  <a:ext uri="{FF2B5EF4-FFF2-40B4-BE49-F238E27FC236}">
                    <a16:creationId xmlns:a16="http://schemas.microsoft.com/office/drawing/2014/main" id="{CDA1C289-BFF0-4B52-0103-A3D2C12C84FE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88" y="0"/>
                <a:ext cx="840" cy="4316"/>
              </a:xfrm>
              <a:custGeom>
                <a:avLst/>
                <a:gdLst>
                  <a:gd name="T0" fmla="*/ 18 w 837"/>
                  <a:gd name="T1" fmla="*/ 1948 h 4316"/>
                  <a:gd name="T2" fmla="*/ 48 w 837"/>
                  <a:gd name="T3" fmla="*/ 1708 h 4316"/>
                  <a:gd name="T4" fmla="*/ 96 w 837"/>
                  <a:gd name="T5" fmla="*/ 1475 h 4316"/>
                  <a:gd name="T6" fmla="*/ 161 w 837"/>
                  <a:gd name="T7" fmla="*/ 1235 h 4316"/>
                  <a:gd name="T8" fmla="*/ 251 w 837"/>
                  <a:gd name="T9" fmla="*/ 995 h 4316"/>
                  <a:gd name="T10" fmla="*/ 365 w 837"/>
                  <a:gd name="T11" fmla="*/ 755 h 4316"/>
                  <a:gd name="T12" fmla="*/ 496 w 837"/>
                  <a:gd name="T13" fmla="*/ 510 h 4316"/>
                  <a:gd name="T14" fmla="*/ 658 w 837"/>
                  <a:gd name="T15" fmla="*/ 258 h 4316"/>
                  <a:gd name="T16" fmla="*/ 741 w 837"/>
                  <a:gd name="T17" fmla="*/ 132 h 4316"/>
                  <a:gd name="T18" fmla="*/ 837 w 837"/>
                  <a:gd name="T19" fmla="*/ 0 h 4316"/>
                  <a:gd name="T20" fmla="*/ 825 w 837"/>
                  <a:gd name="T21" fmla="*/ 0 h 4316"/>
                  <a:gd name="T22" fmla="*/ 729 w 837"/>
                  <a:gd name="T23" fmla="*/ 132 h 4316"/>
                  <a:gd name="T24" fmla="*/ 640 w 837"/>
                  <a:gd name="T25" fmla="*/ 258 h 4316"/>
                  <a:gd name="T26" fmla="*/ 562 w 837"/>
                  <a:gd name="T27" fmla="*/ 384 h 4316"/>
                  <a:gd name="T28" fmla="*/ 484 w 837"/>
                  <a:gd name="T29" fmla="*/ 510 h 4316"/>
                  <a:gd name="T30" fmla="*/ 353 w 837"/>
                  <a:gd name="T31" fmla="*/ 755 h 4316"/>
                  <a:gd name="T32" fmla="*/ 239 w 837"/>
                  <a:gd name="T33" fmla="*/ 995 h 4316"/>
                  <a:gd name="T34" fmla="*/ 150 w 837"/>
                  <a:gd name="T35" fmla="*/ 1235 h 4316"/>
                  <a:gd name="T36" fmla="*/ 84 w 837"/>
                  <a:gd name="T37" fmla="*/ 1469 h 4316"/>
                  <a:gd name="T38" fmla="*/ 36 w 837"/>
                  <a:gd name="T39" fmla="*/ 1702 h 4316"/>
                  <a:gd name="T40" fmla="*/ 6 w 837"/>
                  <a:gd name="T41" fmla="*/ 1942 h 4316"/>
                  <a:gd name="T42" fmla="*/ 0 w 837"/>
                  <a:gd name="T43" fmla="*/ 2200 h 4316"/>
                  <a:gd name="T44" fmla="*/ 12 w 837"/>
                  <a:gd name="T45" fmla="*/ 2470 h 4316"/>
                  <a:gd name="T46" fmla="*/ 48 w 837"/>
                  <a:gd name="T47" fmla="*/ 2739 h 4316"/>
                  <a:gd name="T48" fmla="*/ 114 w 837"/>
                  <a:gd name="T49" fmla="*/ 3027 h 4316"/>
                  <a:gd name="T50" fmla="*/ 150 w 837"/>
                  <a:gd name="T51" fmla="*/ 3171 h 4316"/>
                  <a:gd name="T52" fmla="*/ 197 w 837"/>
                  <a:gd name="T53" fmla="*/ 3321 h 4316"/>
                  <a:gd name="T54" fmla="*/ 245 w 837"/>
                  <a:gd name="T55" fmla="*/ 3477 h 4316"/>
                  <a:gd name="T56" fmla="*/ 305 w 837"/>
                  <a:gd name="T57" fmla="*/ 3639 h 4316"/>
                  <a:gd name="T58" fmla="*/ 365 w 837"/>
                  <a:gd name="T59" fmla="*/ 3800 h 4316"/>
                  <a:gd name="T60" fmla="*/ 437 w 837"/>
                  <a:gd name="T61" fmla="*/ 3968 h 4316"/>
                  <a:gd name="T62" fmla="*/ 508 w 837"/>
                  <a:gd name="T63" fmla="*/ 4136 h 4316"/>
                  <a:gd name="T64" fmla="*/ 592 w 837"/>
                  <a:gd name="T65" fmla="*/ 4316 h 4316"/>
                  <a:gd name="T66" fmla="*/ 604 w 837"/>
                  <a:gd name="T67" fmla="*/ 4316 h 4316"/>
                  <a:gd name="T68" fmla="*/ 520 w 837"/>
                  <a:gd name="T69" fmla="*/ 4136 h 4316"/>
                  <a:gd name="T70" fmla="*/ 448 w 837"/>
                  <a:gd name="T71" fmla="*/ 3968 h 4316"/>
                  <a:gd name="T72" fmla="*/ 377 w 837"/>
                  <a:gd name="T73" fmla="*/ 3800 h 4316"/>
                  <a:gd name="T74" fmla="*/ 317 w 837"/>
                  <a:gd name="T75" fmla="*/ 3639 h 4316"/>
                  <a:gd name="T76" fmla="*/ 257 w 837"/>
                  <a:gd name="T77" fmla="*/ 3477 h 4316"/>
                  <a:gd name="T78" fmla="*/ 209 w 837"/>
                  <a:gd name="T79" fmla="*/ 3327 h 4316"/>
                  <a:gd name="T80" fmla="*/ 161 w 837"/>
                  <a:gd name="T81" fmla="*/ 3171 h 4316"/>
                  <a:gd name="T82" fmla="*/ 126 w 837"/>
                  <a:gd name="T83" fmla="*/ 3027 h 4316"/>
                  <a:gd name="T84" fmla="*/ 60 w 837"/>
                  <a:gd name="T85" fmla="*/ 2739 h 4316"/>
                  <a:gd name="T86" fmla="*/ 24 w 837"/>
                  <a:gd name="T87" fmla="*/ 2470 h 4316"/>
                  <a:gd name="T88" fmla="*/ 12 w 837"/>
                  <a:gd name="T89" fmla="*/ 2206 h 4316"/>
                  <a:gd name="T90" fmla="*/ 18 w 837"/>
                  <a:gd name="T91" fmla="*/ 1948 h 4316"/>
                  <a:gd name="T92" fmla="*/ 18 w 837"/>
                  <a:gd name="T93" fmla="*/ 194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5140" name="Freeform 20">
              <a:extLst>
                <a:ext uri="{FF2B5EF4-FFF2-40B4-BE49-F238E27FC236}">
                  <a16:creationId xmlns:a16="http://schemas.microsoft.com/office/drawing/2014/main" id="{9C4B9D7D-2870-94A6-2784-9E000579D6E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2901"/>
              <a:ext cx="606" cy="1415"/>
            </a:xfrm>
            <a:custGeom>
              <a:avLst/>
              <a:gdLst>
                <a:gd name="T0" fmla="*/ 0 w 604"/>
                <a:gd name="T1" fmla="*/ 54 h 1415"/>
                <a:gd name="T2" fmla="*/ 42 w 604"/>
                <a:gd name="T3" fmla="*/ 228 h 1415"/>
                <a:gd name="T4" fmla="*/ 96 w 604"/>
                <a:gd name="T5" fmla="*/ 402 h 1415"/>
                <a:gd name="T6" fmla="*/ 161 w 604"/>
                <a:gd name="T7" fmla="*/ 576 h 1415"/>
                <a:gd name="T8" fmla="*/ 227 w 604"/>
                <a:gd name="T9" fmla="*/ 744 h 1415"/>
                <a:gd name="T10" fmla="*/ 305 w 604"/>
                <a:gd name="T11" fmla="*/ 917 h 1415"/>
                <a:gd name="T12" fmla="*/ 389 w 604"/>
                <a:gd name="T13" fmla="*/ 1085 h 1415"/>
                <a:gd name="T14" fmla="*/ 484 w 604"/>
                <a:gd name="T15" fmla="*/ 1253 h 1415"/>
                <a:gd name="T16" fmla="*/ 586 w 604"/>
                <a:gd name="T17" fmla="*/ 1415 h 1415"/>
                <a:gd name="T18" fmla="*/ 604 w 604"/>
                <a:gd name="T19" fmla="*/ 1415 h 1415"/>
                <a:gd name="T20" fmla="*/ 496 w 604"/>
                <a:gd name="T21" fmla="*/ 1247 h 1415"/>
                <a:gd name="T22" fmla="*/ 401 w 604"/>
                <a:gd name="T23" fmla="*/ 1073 h 1415"/>
                <a:gd name="T24" fmla="*/ 311 w 604"/>
                <a:gd name="T25" fmla="*/ 899 h 1415"/>
                <a:gd name="T26" fmla="*/ 233 w 604"/>
                <a:gd name="T27" fmla="*/ 720 h 1415"/>
                <a:gd name="T28" fmla="*/ 161 w 604"/>
                <a:gd name="T29" fmla="*/ 546 h 1415"/>
                <a:gd name="T30" fmla="*/ 102 w 604"/>
                <a:gd name="T31" fmla="*/ 366 h 1415"/>
                <a:gd name="T32" fmla="*/ 48 w 604"/>
                <a:gd name="T33" fmla="*/ 180 h 1415"/>
                <a:gd name="T34" fmla="*/ 0 w 604"/>
                <a:gd name="T35" fmla="*/ 0 h 1415"/>
                <a:gd name="T36" fmla="*/ 0 w 604"/>
                <a:gd name="T37" fmla="*/ 54 h 1415"/>
                <a:gd name="T38" fmla="*/ 0 w 604"/>
                <a:gd name="T39" fmla="*/ 54 h 1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141" name="Freeform 21">
              <a:extLst>
                <a:ext uri="{FF2B5EF4-FFF2-40B4-BE49-F238E27FC236}">
                  <a16:creationId xmlns:a16="http://schemas.microsoft.com/office/drawing/2014/main" id="{1895B372-B269-E2E3-210F-8BE13F3C530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3890"/>
              <a:ext cx="228" cy="426"/>
            </a:xfrm>
            <a:custGeom>
              <a:avLst/>
              <a:gdLst>
                <a:gd name="T0" fmla="*/ 0 w 227"/>
                <a:gd name="T1" fmla="*/ 30 h 426"/>
                <a:gd name="T2" fmla="*/ 108 w 227"/>
                <a:gd name="T3" fmla="*/ 240 h 426"/>
                <a:gd name="T4" fmla="*/ 215 w 227"/>
                <a:gd name="T5" fmla="*/ 426 h 426"/>
                <a:gd name="T6" fmla="*/ 227 w 227"/>
                <a:gd name="T7" fmla="*/ 426 h 426"/>
                <a:gd name="T8" fmla="*/ 167 w 227"/>
                <a:gd name="T9" fmla="*/ 330 h 426"/>
                <a:gd name="T10" fmla="*/ 114 w 227"/>
                <a:gd name="T11" fmla="*/ 222 h 426"/>
                <a:gd name="T12" fmla="*/ 0 w 227"/>
                <a:gd name="T13" fmla="*/ 0 h 426"/>
                <a:gd name="T14" fmla="*/ 0 w 227"/>
                <a:gd name="T15" fmla="*/ 30 h 426"/>
                <a:gd name="T16" fmla="*/ 0 w 227"/>
                <a:gd name="T17" fmla="*/ 30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142" name="Freeform 22">
              <a:extLst>
                <a:ext uri="{FF2B5EF4-FFF2-40B4-BE49-F238E27FC236}">
                  <a16:creationId xmlns:a16="http://schemas.microsoft.com/office/drawing/2014/main" id="{44571911-9D50-DBB2-20DD-BEF300ED7AC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776" y="0"/>
              <a:ext cx="984" cy="1786"/>
            </a:xfrm>
            <a:custGeom>
              <a:avLst/>
              <a:gdLst>
                <a:gd name="T0" fmla="*/ 981 w 981"/>
                <a:gd name="T1" fmla="*/ 1786 h 1786"/>
                <a:gd name="T2" fmla="*/ 981 w 981"/>
                <a:gd name="T3" fmla="*/ 1720 h 1786"/>
                <a:gd name="T4" fmla="*/ 969 w 981"/>
                <a:gd name="T5" fmla="*/ 1666 h 1786"/>
                <a:gd name="T6" fmla="*/ 957 w 981"/>
                <a:gd name="T7" fmla="*/ 1613 h 1786"/>
                <a:gd name="T8" fmla="*/ 921 w 981"/>
                <a:gd name="T9" fmla="*/ 1487 h 1786"/>
                <a:gd name="T10" fmla="*/ 885 w 981"/>
                <a:gd name="T11" fmla="*/ 1361 h 1786"/>
                <a:gd name="T12" fmla="*/ 796 w 981"/>
                <a:gd name="T13" fmla="*/ 1121 h 1786"/>
                <a:gd name="T14" fmla="*/ 682 w 981"/>
                <a:gd name="T15" fmla="*/ 899 h 1786"/>
                <a:gd name="T16" fmla="*/ 562 w 981"/>
                <a:gd name="T17" fmla="*/ 689 h 1786"/>
                <a:gd name="T18" fmla="*/ 431 w 981"/>
                <a:gd name="T19" fmla="*/ 498 h 1786"/>
                <a:gd name="T20" fmla="*/ 293 w 981"/>
                <a:gd name="T21" fmla="*/ 318 h 1786"/>
                <a:gd name="T22" fmla="*/ 150 w 981"/>
                <a:gd name="T23" fmla="*/ 150 h 1786"/>
                <a:gd name="T24" fmla="*/ 12 w 981"/>
                <a:gd name="T25" fmla="*/ 0 h 1786"/>
                <a:gd name="T26" fmla="*/ 0 w 981"/>
                <a:gd name="T27" fmla="*/ 0 h 1786"/>
                <a:gd name="T28" fmla="*/ 138 w 981"/>
                <a:gd name="T29" fmla="*/ 150 h 1786"/>
                <a:gd name="T30" fmla="*/ 275 w 981"/>
                <a:gd name="T31" fmla="*/ 318 h 1786"/>
                <a:gd name="T32" fmla="*/ 413 w 981"/>
                <a:gd name="T33" fmla="*/ 498 h 1786"/>
                <a:gd name="T34" fmla="*/ 545 w 981"/>
                <a:gd name="T35" fmla="*/ 689 h 1786"/>
                <a:gd name="T36" fmla="*/ 670 w 981"/>
                <a:gd name="T37" fmla="*/ 899 h 1786"/>
                <a:gd name="T38" fmla="*/ 778 w 981"/>
                <a:gd name="T39" fmla="*/ 1121 h 1786"/>
                <a:gd name="T40" fmla="*/ 873 w 981"/>
                <a:gd name="T41" fmla="*/ 1361 h 1786"/>
                <a:gd name="T42" fmla="*/ 909 w 981"/>
                <a:gd name="T43" fmla="*/ 1487 h 1786"/>
                <a:gd name="T44" fmla="*/ 945 w 981"/>
                <a:gd name="T45" fmla="*/ 1619 h 1786"/>
                <a:gd name="T46" fmla="*/ 963 w 981"/>
                <a:gd name="T47" fmla="*/ 1702 h 1786"/>
                <a:gd name="T48" fmla="*/ 981 w 981"/>
                <a:gd name="T49" fmla="*/ 1786 h 1786"/>
                <a:gd name="T50" fmla="*/ 981 w 981"/>
                <a:gd name="T51" fmla="*/ 1786 h 17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143" name="Freeform 23">
              <a:extLst>
                <a:ext uri="{FF2B5EF4-FFF2-40B4-BE49-F238E27FC236}">
                  <a16:creationId xmlns:a16="http://schemas.microsoft.com/office/drawing/2014/main" id="{CCBC6666-87CD-50DE-C7DB-059DE9D9EFB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717 w 717"/>
                <a:gd name="T1" fmla="*/ 845 h 845"/>
                <a:gd name="T2" fmla="*/ 717 w 717"/>
                <a:gd name="T3" fmla="*/ 821 h 845"/>
                <a:gd name="T4" fmla="*/ 574 w 717"/>
                <a:gd name="T5" fmla="*/ 605 h 845"/>
                <a:gd name="T6" fmla="*/ 406 w 717"/>
                <a:gd name="T7" fmla="*/ 396 h 845"/>
                <a:gd name="T8" fmla="*/ 221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209 w 717"/>
                <a:gd name="T15" fmla="*/ 198 h 845"/>
                <a:gd name="T16" fmla="*/ 400 w 717"/>
                <a:gd name="T17" fmla="*/ 408 h 845"/>
                <a:gd name="T18" fmla="*/ 568 w 717"/>
                <a:gd name="T19" fmla="*/ 623 h 845"/>
                <a:gd name="T20" fmla="*/ 717 w 717"/>
                <a:gd name="T21" fmla="*/ 845 h 845"/>
                <a:gd name="T22" fmla="*/ 717 w 717"/>
                <a:gd name="T23" fmla="*/ 845 h 8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144" name="Freeform 24">
              <a:extLst>
                <a:ext uri="{FF2B5EF4-FFF2-40B4-BE49-F238E27FC236}">
                  <a16:creationId xmlns:a16="http://schemas.microsoft.com/office/drawing/2014/main" id="{E7928C38-CCF1-9CB1-6659-D032AE96A77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407 w 407"/>
                <a:gd name="T1" fmla="*/ 414 h 414"/>
                <a:gd name="T2" fmla="*/ 407 w 407"/>
                <a:gd name="T3" fmla="*/ 396 h 414"/>
                <a:gd name="T4" fmla="*/ 222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216 w 407"/>
                <a:gd name="T13" fmla="*/ 204 h 414"/>
                <a:gd name="T14" fmla="*/ 407 w 407"/>
                <a:gd name="T15" fmla="*/ 414 h 414"/>
                <a:gd name="T16" fmla="*/ 407 w 407"/>
                <a:gd name="T17" fmla="*/ 414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145" name="Freeform 25">
              <a:extLst>
                <a:ext uri="{FF2B5EF4-FFF2-40B4-BE49-F238E27FC236}">
                  <a16:creationId xmlns:a16="http://schemas.microsoft.com/office/drawing/2014/main" id="{58409F89-8019-A470-2E2C-1964DC1D3DD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858" cy="1409"/>
            </a:xfrm>
            <a:custGeom>
              <a:avLst/>
              <a:gdLst>
                <a:gd name="T0" fmla="*/ 0 w 855"/>
                <a:gd name="T1" fmla="*/ 1361 h 1409"/>
                <a:gd name="T2" fmla="*/ 0 w 855"/>
                <a:gd name="T3" fmla="*/ 1409 h 1409"/>
                <a:gd name="T4" fmla="*/ 54 w 855"/>
                <a:gd name="T5" fmla="*/ 1211 h 1409"/>
                <a:gd name="T6" fmla="*/ 126 w 855"/>
                <a:gd name="T7" fmla="*/ 1013 h 1409"/>
                <a:gd name="T8" fmla="*/ 215 w 855"/>
                <a:gd name="T9" fmla="*/ 827 h 1409"/>
                <a:gd name="T10" fmla="*/ 311 w 855"/>
                <a:gd name="T11" fmla="*/ 647 h 1409"/>
                <a:gd name="T12" fmla="*/ 431 w 855"/>
                <a:gd name="T13" fmla="*/ 474 h 1409"/>
                <a:gd name="T14" fmla="*/ 556 w 855"/>
                <a:gd name="T15" fmla="*/ 312 h 1409"/>
                <a:gd name="T16" fmla="*/ 700 w 855"/>
                <a:gd name="T17" fmla="*/ 150 h 1409"/>
                <a:gd name="T18" fmla="*/ 855 w 855"/>
                <a:gd name="T19" fmla="*/ 0 h 1409"/>
                <a:gd name="T20" fmla="*/ 837 w 855"/>
                <a:gd name="T21" fmla="*/ 0 h 1409"/>
                <a:gd name="T22" fmla="*/ 688 w 855"/>
                <a:gd name="T23" fmla="*/ 144 h 1409"/>
                <a:gd name="T24" fmla="*/ 550 w 855"/>
                <a:gd name="T25" fmla="*/ 300 h 1409"/>
                <a:gd name="T26" fmla="*/ 425 w 855"/>
                <a:gd name="T27" fmla="*/ 462 h 1409"/>
                <a:gd name="T28" fmla="*/ 311 w 855"/>
                <a:gd name="T29" fmla="*/ 629 h 1409"/>
                <a:gd name="T30" fmla="*/ 215 w 855"/>
                <a:gd name="T31" fmla="*/ 803 h 1409"/>
                <a:gd name="T32" fmla="*/ 132 w 855"/>
                <a:gd name="T33" fmla="*/ 983 h 1409"/>
                <a:gd name="T34" fmla="*/ 60 w 855"/>
                <a:gd name="T35" fmla="*/ 1169 h 1409"/>
                <a:gd name="T36" fmla="*/ 0 w 855"/>
                <a:gd name="T37" fmla="*/ 1361 h 1409"/>
                <a:gd name="T38" fmla="*/ 0 w 855"/>
                <a:gd name="T39" fmla="*/ 1361 h 1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146" name="Freeform 26">
              <a:extLst>
                <a:ext uri="{FF2B5EF4-FFF2-40B4-BE49-F238E27FC236}">
                  <a16:creationId xmlns:a16="http://schemas.microsoft.com/office/drawing/2014/main" id="{1CA7DB5E-3A56-29A9-B664-7B2CE788FE5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586 w 586"/>
                <a:gd name="T1" fmla="*/ 0 h 599"/>
                <a:gd name="T2" fmla="*/ 568 w 586"/>
                <a:gd name="T3" fmla="*/ 0 h 599"/>
                <a:gd name="T4" fmla="*/ 407 w 586"/>
                <a:gd name="T5" fmla="*/ 132 h 599"/>
                <a:gd name="T6" fmla="*/ 257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257 w 586"/>
                <a:gd name="T17" fmla="*/ 282 h 599"/>
                <a:gd name="T18" fmla="*/ 413 w 586"/>
                <a:gd name="T19" fmla="*/ 138 h 599"/>
                <a:gd name="T20" fmla="*/ 586 w 586"/>
                <a:gd name="T21" fmla="*/ 0 h 599"/>
                <a:gd name="T22" fmla="*/ 586 w 586"/>
                <a:gd name="T23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147" name="Freeform 27">
              <a:extLst>
                <a:ext uri="{FF2B5EF4-FFF2-40B4-BE49-F238E27FC236}">
                  <a16:creationId xmlns:a16="http://schemas.microsoft.com/office/drawing/2014/main" id="{2B7A58C0-8755-805E-86FB-DE7ABC90856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269 w 269"/>
                <a:gd name="T1" fmla="*/ 0 h 252"/>
                <a:gd name="T2" fmla="*/ 251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269 w 269"/>
                <a:gd name="T15" fmla="*/ 0 h 252"/>
                <a:gd name="T16" fmla="*/ 269 w 269"/>
                <a:gd name="T17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148" name="Line 28">
              <a:extLst>
                <a:ext uri="{FF2B5EF4-FFF2-40B4-BE49-F238E27FC236}">
                  <a16:creationId xmlns:a16="http://schemas.microsoft.com/office/drawing/2014/main" id="{E967E086-AE1B-79D3-81C9-10AF904C8E60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149" name="Line 29">
              <a:extLst>
                <a:ext uri="{FF2B5EF4-FFF2-40B4-BE49-F238E27FC236}">
                  <a16:creationId xmlns:a16="http://schemas.microsoft.com/office/drawing/2014/main" id="{3AB9ED82-1BD0-4455-CCFE-AB26E938E4A5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150" name="Line 30">
              <a:extLst>
                <a:ext uri="{FF2B5EF4-FFF2-40B4-BE49-F238E27FC236}">
                  <a16:creationId xmlns:a16="http://schemas.microsoft.com/office/drawing/2014/main" id="{BF72232E-239D-C8A7-DAD3-F844BD94965D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grpSp>
          <p:nvGrpSpPr>
            <p:cNvPr id="5151" name="Group 31">
              <a:extLst>
                <a:ext uri="{FF2B5EF4-FFF2-40B4-BE49-F238E27FC236}">
                  <a16:creationId xmlns:a16="http://schemas.microsoft.com/office/drawing/2014/main" id="{A29BD152-6890-2F8F-D1BB-FF883B727D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5152" name="Line 32">
                <a:extLst>
                  <a:ext uri="{FF2B5EF4-FFF2-40B4-BE49-F238E27FC236}">
                    <a16:creationId xmlns:a16="http://schemas.microsoft.com/office/drawing/2014/main" id="{EDEC8202-A01C-100A-B4F8-C32F5076873F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153" name="Line 33">
                <a:extLst>
                  <a:ext uri="{FF2B5EF4-FFF2-40B4-BE49-F238E27FC236}">
                    <a16:creationId xmlns:a16="http://schemas.microsoft.com/office/drawing/2014/main" id="{871263CC-15B5-B443-2071-C0C197FF99DF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154" name="Line 34">
                <a:extLst>
                  <a:ext uri="{FF2B5EF4-FFF2-40B4-BE49-F238E27FC236}">
                    <a16:creationId xmlns:a16="http://schemas.microsoft.com/office/drawing/2014/main" id="{DC76D54D-8C9B-9D1D-3B2B-470570CA9CBA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155" name="Line 35">
                <a:extLst>
                  <a:ext uri="{FF2B5EF4-FFF2-40B4-BE49-F238E27FC236}">
                    <a16:creationId xmlns:a16="http://schemas.microsoft.com/office/drawing/2014/main" id="{76D24E83-14DC-D427-C98C-9992819B3961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156" name="Line 36">
                <a:extLst>
                  <a:ext uri="{FF2B5EF4-FFF2-40B4-BE49-F238E27FC236}">
                    <a16:creationId xmlns:a16="http://schemas.microsoft.com/office/drawing/2014/main" id="{6F71C31E-A096-150A-968B-20BBC0C34AC0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5157" name="Line 37">
              <a:extLst>
                <a:ext uri="{FF2B5EF4-FFF2-40B4-BE49-F238E27FC236}">
                  <a16:creationId xmlns:a16="http://schemas.microsoft.com/office/drawing/2014/main" id="{690C3B3A-F9C2-1D6A-9702-ED325FFA5754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158" name="Line 38">
              <a:extLst>
                <a:ext uri="{FF2B5EF4-FFF2-40B4-BE49-F238E27FC236}">
                  <a16:creationId xmlns:a16="http://schemas.microsoft.com/office/drawing/2014/main" id="{3EBE48D0-D917-2514-8A85-CE710201F4AC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5159" name="Rectangle 39">
            <a:extLst>
              <a:ext uri="{FF2B5EF4-FFF2-40B4-BE49-F238E27FC236}">
                <a16:creationId xmlns:a16="http://schemas.microsoft.com/office/drawing/2014/main" id="{8F487845-A403-2133-6BB5-F47C977EE73A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92275"/>
            <a:ext cx="7772400" cy="1736725"/>
          </a:xfrm>
        </p:spPr>
        <p:txBody>
          <a:bodyPr anchor="b"/>
          <a:lstStyle>
            <a:lvl1pPr>
              <a:defRPr sz="5400"/>
            </a:lvl1pPr>
          </a:lstStyle>
          <a:p>
            <a:pPr lvl="0"/>
            <a:r>
              <a:rPr lang="en-US" altLang="pt-BR" noProof="0"/>
              <a:t>Clique para editar o estilo do título mestre</a:t>
            </a:r>
          </a:p>
        </p:txBody>
      </p:sp>
      <p:sp>
        <p:nvSpPr>
          <p:cNvPr id="5160" name="Rectangle 40">
            <a:extLst>
              <a:ext uri="{FF2B5EF4-FFF2-40B4-BE49-F238E27FC236}">
                <a16:creationId xmlns:a16="http://schemas.microsoft.com/office/drawing/2014/main" id="{EE72F6DC-1DA8-58C1-B3F2-CE02D83B0340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pt-BR" noProof="0"/>
              <a:t>Clique para editar o estilo do subtítulo mestre</a:t>
            </a:r>
          </a:p>
        </p:txBody>
      </p:sp>
      <p:sp>
        <p:nvSpPr>
          <p:cNvPr id="5161" name="Rectangle 41">
            <a:extLst>
              <a:ext uri="{FF2B5EF4-FFF2-40B4-BE49-F238E27FC236}">
                <a16:creationId xmlns:a16="http://schemas.microsoft.com/office/drawing/2014/main" id="{C1C87351-5E14-DF1A-26EC-2D630C40B6C7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162" name="Rectangle 42">
            <a:extLst>
              <a:ext uri="{FF2B5EF4-FFF2-40B4-BE49-F238E27FC236}">
                <a16:creationId xmlns:a16="http://schemas.microsoft.com/office/drawing/2014/main" id="{E416CC59-575A-18E9-809F-05B6EA28354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163" name="Rectangle 43">
            <a:extLst>
              <a:ext uri="{FF2B5EF4-FFF2-40B4-BE49-F238E27FC236}">
                <a16:creationId xmlns:a16="http://schemas.microsoft.com/office/drawing/2014/main" id="{FEAE5362-CC2A-4E8E-3F59-EC21D142142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617AB74D-2DA8-49AE-AFD7-6232A894A51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5F0EE7-0B45-8538-CA73-3309920A6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CE3E8FD-EDA4-C33F-6D6A-4281053EF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8406EA8-1477-D19E-EE7B-34A23C8F7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0C3CDEF-9731-4B60-8B71-2629DC27A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EDE46D8-9A4B-0871-2A12-9919F1607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3AC334-68B0-4A58-8508-8100717EEF7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02916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1AA921-7DF3-C1D8-86B9-A41321A70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BEEB91A-D37D-49FE-06AA-AB3E8C9456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3EBFBE7-9E16-619C-42A1-755F83C38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DDF5CF5-8725-4220-19D1-CF0971C26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DECE259-DD48-27DC-EF54-FE59B0C08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B3F67A-F5FD-4D6D-9676-FCAF450A076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16326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A1D500-5AAC-4791-5DB3-419AB3501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FABBC67-FFC1-EDF3-E951-F4EC20B5D0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6E36936-1D3F-8176-E6A1-70FEFC8013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823F676-3303-5A26-D2E8-C3CE72D5B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9845CB1-76DB-C8CD-2F45-EB1630138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37A0B50-0E70-756F-DD76-EBB5DEBFC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46BA6DA-FD28-4AEE-A677-F9BF972705B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66165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086C18-9B10-A939-FC52-317294A3C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019E507-8004-68FA-7834-4EA5C361E8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8379E32-1291-0E41-BE52-19389F3B4D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D1EB1D5-482C-D56B-FFCD-3980304DC9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1905692-0FF6-A218-F17E-5C39F0389D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930033D-80F6-1171-2668-DFF581F47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660C352-0A9A-19DD-E23C-10EB448A8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1688A5E-E311-D84D-0BA0-C142F4BDA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7131C44-17FA-4ADD-AB3C-933181B573E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80057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0C0631-540C-09C3-B3A5-F2F4947EC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4325503-CC15-46BF-53A2-AA72C461E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1DCC8AF-87C6-36E7-42B2-66034EB0F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C7EA71D-E957-E15C-AA0F-7626AA069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05956B-BDDE-4A4F-87AA-F9EE9A64AEB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09347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BA1CC0E-544A-B648-C24D-8605E617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C3F84D2-09FA-D63E-747B-2672003A2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E90A744-9FEB-6F5C-6822-57C56CCB1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B69434-5E5D-4F3F-A82D-D637AF81277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2185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0CFEFA-2CB6-4290-DC25-33C711394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F800EC9-74E7-C9F7-FDD6-022F0B48F3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B2BE9C5-AECB-92F2-0381-3F08C8071D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340A1FF-25E0-E3F7-A83A-D56C249AC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928FAB0-DAC7-F1DF-8C5D-D8BA53B33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EAFBBCF-47F4-6BFC-DEC4-08885FF49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6FE26FC-08AE-4711-A63A-7688EA6B20D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58493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4C9A19-70E7-2BAE-FBC7-866E39C41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0FB1914-A39A-0880-3B4B-EA2185555D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84BA4DB-CA80-77EF-E64B-59839F05CC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9861E86-BCE8-C227-E2F6-ECFB7E39F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C19EE75-8BE2-4252-37C2-F51F5D280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D7023B9-1749-593A-B359-E67AC6B0D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A48FA1-444F-4227-A596-641FEED47C2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81967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CC0F46-FF37-13A2-515C-53E60223A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5C5328E-8199-BFEB-05C5-084E323118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DCEF65-4200-D9A4-1199-7F1F8D0BF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07860B0-B8C9-835A-1757-82A0F2866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2358BCD-710F-4535-C770-D970E434E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A224E8-46F2-49EA-A356-2B3EACEB1FA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00051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C80BE09-15B3-EF73-BD78-193451AE1F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FFBA13E-5B6B-DBC1-F1C5-85182E9206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FFFBD15-CFC3-8764-2026-60CAC43E3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295743E-EE78-E139-FCC0-B3E232F9B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235D869-7580-1917-625B-AAF725E05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2EB674-17FD-42DA-8A38-625C64F14A5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4184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1">
                <a:gamma/>
                <a:shade val="39216"/>
                <a:invGamma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>
            <a:extLst>
              <a:ext uri="{FF2B5EF4-FFF2-40B4-BE49-F238E27FC236}">
                <a16:creationId xmlns:a16="http://schemas.microsoft.com/office/drawing/2014/main" id="{DBCF50D1-7B7C-699D-B457-233D58C8EEF6}"/>
              </a:ext>
            </a:extLst>
          </p:cNvPr>
          <p:cNvGrpSpPr>
            <a:grpSpLocks/>
          </p:cNvGrpSpPr>
          <p:nvPr/>
        </p:nvGrpSpPr>
        <p:grpSpPr bwMode="auto">
          <a:xfrm>
            <a:off x="1588" y="0"/>
            <a:ext cx="9148762" cy="6851650"/>
            <a:chOff x="1" y="0"/>
            <a:chExt cx="5763" cy="4316"/>
          </a:xfrm>
        </p:grpSpPr>
        <p:sp>
          <p:nvSpPr>
            <p:cNvPr id="4099" name="Freeform 3">
              <a:extLst>
                <a:ext uri="{FF2B5EF4-FFF2-40B4-BE49-F238E27FC236}">
                  <a16:creationId xmlns:a16="http://schemas.microsoft.com/office/drawing/2014/main" id="{7DEB1635-0465-F262-012A-DBE2147314F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5" y="2626"/>
              <a:ext cx="719" cy="1690"/>
            </a:xfrm>
            <a:custGeom>
              <a:avLst/>
              <a:gdLst>
                <a:gd name="T0" fmla="*/ 717 w 717"/>
                <a:gd name="T1" fmla="*/ 72 h 1690"/>
                <a:gd name="T2" fmla="*/ 717 w 717"/>
                <a:gd name="T3" fmla="*/ 0 h 1690"/>
                <a:gd name="T4" fmla="*/ 699 w 717"/>
                <a:gd name="T5" fmla="*/ 101 h 1690"/>
                <a:gd name="T6" fmla="*/ 675 w 717"/>
                <a:gd name="T7" fmla="*/ 209 h 1690"/>
                <a:gd name="T8" fmla="*/ 627 w 717"/>
                <a:gd name="T9" fmla="*/ 389 h 1690"/>
                <a:gd name="T10" fmla="*/ 574 w 717"/>
                <a:gd name="T11" fmla="*/ 569 h 1690"/>
                <a:gd name="T12" fmla="*/ 502 w 717"/>
                <a:gd name="T13" fmla="*/ 749 h 1690"/>
                <a:gd name="T14" fmla="*/ 424 w 717"/>
                <a:gd name="T15" fmla="*/ 935 h 1690"/>
                <a:gd name="T16" fmla="*/ 334 w 717"/>
                <a:gd name="T17" fmla="*/ 1121 h 1690"/>
                <a:gd name="T18" fmla="*/ 233 w 717"/>
                <a:gd name="T19" fmla="*/ 1312 h 1690"/>
                <a:gd name="T20" fmla="*/ 125 w 717"/>
                <a:gd name="T21" fmla="*/ 1498 h 1690"/>
                <a:gd name="T22" fmla="*/ 0 w 717"/>
                <a:gd name="T23" fmla="*/ 1690 h 1690"/>
                <a:gd name="T24" fmla="*/ 11 w 717"/>
                <a:gd name="T25" fmla="*/ 1690 h 1690"/>
                <a:gd name="T26" fmla="*/ 137 w 717"/>
                <a:gd name="T27" fmla="*/ 1498 h 1690"/>
                <a:gd name="T28" fmla="*/ 245 w 717"/>
                <a:gd name="T29" fmla="*/ 1312 h 1690"/>
                <a:gd name="T30" fmla="*/ 346 w 717"/>
                <a:gd name="T31" fmla="*/ 1121 h 1690"/>
                <a:gd name="T32" fmla="*/ 436 w 717"/>
                <a:gd name="T33" fmla="*/ 935 h 1690"/>
                <a:gd name="T34" fmla="*/ 514 w 717"/>
                <a:gd name="T35" fmla="*/ 749 h 1690"/>
                <a:gd name="T36" fmla="*/ 585 w 717"/>
                <a:gd name="T37" fmla="*/ 569 h 1690"/>
                <a:gd name="T38" fmla="*/ 639 w 717"/>
                <a:gd name="T39" fmla="*/ 389 h 1690"/>
                <a:gd name="T40" fmla="*/ 687 w 717"/>
                <a:gd name="T41" fmla="*/ 209 h 1690"/>
                <a:gd name="T42" fmla="*/ 705 w 717"/>
                <a:gd name="T43" fmla="*/ 143 h 1690"/>
                <a:gd name="T44" fmla="*/ 717 w 717"/>
                <a:gd name="T45" fmla="*/ 72 h 1690"/>
                <a:gd name="T46" fmla="*/ 717 w 717"/>
                <a:gd name="T47" fmla="*/ 72 h 1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100" name="Freeform 4">
              <a:extLst>
                <a:ext uri="{FF2B5EF4-FFF2-40B4-BE49-F238E27FC236}">
                  <a16:creationId xmlns:a16="http://schemas.microsoft.com/office/drawing/2014/main" id="{A7FC09C6-EDBD-B122-00E8-86A9D2DCF88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86" y="3794"/>
              <a:ext cx="378" cy="522"/>
            </a:xfrm>
            <a:custGeom>
              <a:avLst/>
              <a:gdLst>
                <a:gd name="T0" fmla="*/ 377 w 377"/>
                <a:gd name="T1" fmla="*/ 0 h 522"/>
                <a:gd name="T2" fmla="*/ 293 w 377"/>
                <a:gd name="T3" fmla="*/ 132 h 522"/>
                <a:gd name="T4" fmla="*/ 204 w 377"/>
                <a:gd name="T5" fmla="*/ 264 h 522"/>
                <a:gd name="T6" fmla="*/ 102 w 377"/>
                <a:gd name="T7" fmla="*/ 396 h 522"/>
                <a:gd name="T8" fmla="*/ 0 w 377"/>
                <a:gd name="T9" fmla="*/ 522 h 522"/>
                <a:gd name="T10" fmla="*/ 12 w 377"/>
                <a:gd name="T11" fmla="*/ 522 h 522"/>
                <a:gd name="T12" fmla="*/ 114 w 377"/>
                <a:gd name="T13" fmla="*/ 402 h 522"/>
                <a:gd name="T14" fmla="*/ 204 w 377"/>
                <a:gd name="T15" fmla="*/ 282 h 522"/>
                <a:gd name="T16" fmla="*/ 377 w 377"/>
                <a:gd name="T17" fmla="*/ 24 h 522"/>
                <a:gd name="T18" fmla="*/ 377 w 377"/>
                <a:gd name="T19" fmla="*/ 0 h 522"/>
                <a:gd name="T20" fmla="*/ 377 w 377"/>
                <a:gd name="T21" fmla="*/ 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101" name="Freeform 5">
              <a:extLst>
                <a:ext uri="{FF2B5EF4-FFF2-40B4-BE49-F238E27FC236}">
                  <a16:creationId xmlns:a16="http://schemas.microsoft.com/office/drawing/2014/main" id="{6575FF93-C637-1151-FFB5-18B8A850C88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80" y="4214"/>
              <a:ext cx="84" cy="102"/>
            </a:xfrm>
            <a:custGeom>
              <a:avLst/>
              <a:gdLst>
                <a:gd name="T0" fmla="*/ 0 w 84"/>
                <a:gd name="T1" fmla="*/ 102 h 102"/>
                <a:gd name="T2" fmla="*/ 18 w 84"/>
                <a:gd name="T3" fmla="*/ 102 h 102"/>
                <a:gd name="T4" fmla="*/ 48 w 84"/>
                <a:gd name="T5" fmla="*/ 60 h 102"/>
                <a:gd name="T6" fmla="*/ 84 w 84"/>
                <a:gd name="T7" fmla="*/ 24 h 102"/>
                <a:gd name="T8" fmla="*/ 84 w 84"/>
                <a:gd name="T9" fmla="*/ 0 h 102"/>
                <a:gd name="T10" fmla="*/ 42 w 84"/>
                <a:gd name="T11" fmla="*/ 54 h 102"/>
                <a:gd name="T12" fmla="*/ 0 w 84"/>
                <a:gd name="T13" fmla="*/ 102 h 102"/>
                <a:gd name="T14" fmla="*/ 0 w 84"/>
                <a:gd name="T15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grpSp>
          <p:nvGrpSpPr>
            <p:cNvPr id="4102" name="Group 6">
              <a:extLst>
                <a:ext uri="{FF2B5EF4-FFF2-40B4-BE49-F238E27FC236}">
                  <a16:creationId xmlns:a16="http://schemas.microsoft.com/office/drawing/2014/main" id="{37E70E46-B43D-EB0C-B560-1D271412C8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4103" name="Freeform 7">
                <a:extLst>
                  <a:ext uri="{FF2B5EF4-FFF2-40B4-BE49-F238E27FC236}">
                    <a16:creationId xmlns:a16="http://schemas.microsoft.com/office/drawing/2014/main" id="{C634465F-AD81-C593-84F4-097ED95668F3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789" y="0"/>
                <a:ext cx="72" cy="4316"/>
              </a:xfrm>
              <a:custGeom>
                <a:avLst/>
                <a:gdLst>
                  <a:gd name="T0" fmla="*/ 0 w 72"/>
                  <a:gd name="T1" fmla="*/ 0 h 4316"/>
                  <a:gd name="T2" fmla="*/ 60 w 72"/>
                  <a:gd name="T3" fmla="*/ 4316 h 4316"/>
                  <a:gd name="T4" fmla="*/ 72 w 72"/>
                  <a:gd name="T5" fmla="*/ 4316 h 4316"/>
                  <a:gd name="T6" fmla="*/ 12 w 72"/>
                  <a:gd name="T7" fmla="*/ 0 h 4316"/>
                  <a:gd name="T8" fmla="*/ 0 w 72"/>
                  <a:gd name="T9" fmla="*/ 0 h 4316"/>
                  <a:gd name="T10" fmla="*/ 0 w 72"/>
                  <a:gd name="T1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104" name="Freeform 8">
                <a:extLst>
                  <a:ext uri="{FF2B5EF4-FFF2-40B4-BE49-F238E27FC236}">
                    <a16:creationId xmlns:a16="http://schemas.microsoft.com/office/drawing/2014/main" id="{5AD930A8-AF93-6F9E-9304-DB7E460DAB1C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089" y="0"/>
                <a:ext cx="174" cy="4316"/>
              </a:xfrm>
              <a:custGeom>
                <a:avLst/>
                <a:gdLst>
                  <a:gd name="T0" fmla="*/ 24 w 174"/>
                  <a:gd name="T1" fmla="*/ 0 h 4316"/>
                  <a:gd name="T2" fmla="*/ 12 w 174"/>
                  <a:gd name="T3" fmla="*/ 0 h 4316"/>
                  <a:gd name="T4" fmla="*/ 42 w 174"/>
                  <a:gd name="T5" fmla="*/ 216 h 4316"/>
                  <a:gd name="T6" fmla="*/ 72 w 174"/>
                  <a:gd name="T7" fmla="*/ 444 h 4316"/>
                  <a:gd name="T8" fmla="*/ 96 w 174"/>
                  <a:gd name="T9" fmla="*/ 689 h 4316"/>
                  <a:gd name="T10" fmla="*/ 120 w 174"/>
                  <a:gd name="T11" fmla="*/ 947 h 4316"/>
                  <a:gd name="T12" fmla="*/ 132 w 174"/>
                  <a:gd name="T13" fmla="*/ 1211 h 4316"/>
                  <a:gd name="T14" fmla="*/ 150 w 174"/>
                  <a:gd name="T15" fmla="*/ 1487 h 4316"/>
                  <a:gd name="T16" fmla="*/ 156 w 174"/>
                  <a:gd name="T17" fmla="*/ 1768 h 4316"/>
                  <a:gd name="T18" fmla="*/ 162 w 174"/>
                  <a:gd name="T19" fmla="*/ 2062 h 4316"/>
                  <a:gd name="T20" fmla="*/ 156 w 174"/>
                  <a:gd name="T21" fmla="*/ 2644 h 4316"/>
                  <a:gd name="T22" fmla="*/ 126 w 174"/>
                  <a:gd name="T23" fmla="*/ 3225 h 4316"/>
                  <a:gd name="T24" fmla="*/ 108 w 174"/>
                  <a:gd name="T25" fmla="*/ 3507 h 4316"/>
                  <a:gd name="T26" fmla="*/ 78 w 174"/>
                  <a:gd name="T27" fmla="*/ 3788 h 4316"/>
                  <a:gd name="T28" fmla="*/ 42 w 174"/>
                  <a:gd name="T29" fmla="*/ 4058 h 4316"/>
                  <a:gd name="T30" fmla="*/ 0 w 174"/>
                  <a:gd name="T31" fmla="*/ 4316 h 4316"/>
                  <a:gd name="T32" fmla="*/ 12 w 174"/>
                  <a:gd name="T33" fmla="*/ 4316 h 4316"/>
                  <a:gd name="T34" fmla="*/ 54 w 174"/>
                  <a:gd name="T35" fmla="*/ 4058 h 4316"/>
                  <a:gd name="T36" fmla="*/ 90 w 174"/>
                  <a:gd name="T37" fmla="*/ 3782 h 4316"/>
                  <a:gd name="T38" fmla="*/ 120 w 174"/>
                  <a:gd name="T39" fmla="*/ 3507 h 4316"/>
                  <a:gd name="T40" fmla="*/ 138 w 174"/>
                  <a:gd name="T41" fmla="*/ 3219 h 4316"/>
                  <a:gd name="T42" fmla="*/ 168 w 174"/>
                  <a:gd name="T43" fmla="*/ 2638 h 4316"/>
                  <a:gd name="T44" fmla="*/ 174 w 174"/>
                  <a:gd name="T45" fmla="*/ 2056 h 4316"/>
                  <a:gd name="T46" fmla="*/ 168 w 174"/>
                  <a:gd name="T47" fmla="*/ 1768 h 4316"/>
                  <a:gd name="T48" fmla="*/ 162 w 174"/>
                  <a:gd name="T49" fmla="*/ 1487 h 4316"/>
                  <a:gd name="T50" fmla="*/ 144 w 174"/>
                  <a:gd name="T51" fmla="*/ 1211 h 4316"/>
                  <a:gd name="T52" fmla="*/ 132 w 174"/>
                  <a:gd name="T53" fmla="*/ 941 h 4316"/>
                  <a:gd name="T54" fmla="*/ 108 w 174"/>
                  <a:gd name="T55" fmla="*/ 689 h 4316"/>
                  <a:gd name="T56" fmla="*/ 84 w 174"/>
                  <a:gd name="T57" fmla="*/ 444 h 4316"/>
                  <a:gd name="T58" fmla="*/ 54 w 174"/>
                  <a:gd name="T59" fmla="*/ 216 h 4316"/>
                  <a:gd name="T60" fmla="*/ 24 w 174"/>
                  <a:gd name="T61" fmla="*/ 0 h 4316"/>
                  <a:gd name="T62" fmla="*/ 24 w 174"/>
                  <a:gd name="T63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105" name="Freeform 9">
                <a:extLst>
                  <a:ext uri="{FF2B5EF4-FFF2-40B4-BE49-F238E27FC236}">
                    <a16:creationId xmlns:a16="http://schemas.microsoft.com/office/drawing/2014/main" id="{6AD1D24C-5E2C-2129-7C3C-50B865F5FACA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358" y="0"/>
                <a:ext cx="337" cy="4316"/>
              </a:xfrm>
              <a:custGeom>
                <a:avLst/>
                <a:gdLst>
                  <a:gd name="T0" fmla="*/ 329 w 335"/>
                  <a:gd name="T1" fmla="*/ 2014 h 4316"/>
                  <a:gd name="T2" fmla="*/ 317 w 335"/>
                  <a:gd name="T3" fmla="*/ 1726 h 4316"/>
                  <a:gd name="T4" fmla="*/ 293 w 335"/>
                  <a:gd name="T5" fmla="*/ 1445 h 4316"/>
                  <a:gd name="T6" fmla="*/ 263 w 335"/>
                  <a:gd name="T7" fmla="*/ 1175 h 4316"/>
                  <a:gd name="T8" fmla="*/ 228 w 335"/>
                  <a:gd name="T9" fmla="*/ 917 h 4316"/>
                  <a:gd name="T10" fmla="*/ 186 w 335"/>
                  <a:gd name="T11" fmla="*/ 665 h 4316"/>
                  <a:gd name="T12" fmla="*/ 132 w 335"/>
                  <a:gd name="T13" fmla="*/ 432 h 4316"/>
                  <a:gd name="T14" fmla="*/ 78 w 335"/>
                  <a:gd name="T15" fmla="*/ 204 h 4316"/>
                  <a:gd name="T16" fmla="*/ 12 w 335"/>
                  <a:gd name="T17" fmla="*/ 0 h 4316"/>
                  <a:gd name="T18" fmla="*/ 0 w 335"/>
                  <a:gd name="T19" fmla="*/ 0 h 4316"/>
                  <a:gd name="T20" fmla="*/ 66 w 335"/>
                  <a:gd name="T21" fmla="*/ 204 h 4316"/>
                  <a:gd name="T22" fmla="*/ 120 w 335"/>
                  <a:gd name="T23" fmla="*/ 432 h 4316"/>
                  <a:gd name="T24" fmla="*/ 174 w 335"/>
                  <a:gd name="T25" fmla="*/ 665 h 4316"/>
                  <a:gd name="T26" fmla="*/ 216 w 335"/>
                  <a:gd name="T27" fmla="*/ 917 h 4316"/>
                  <a:gd name="T28" fmla="*/ 251 w 335"/>
                  <a:gd name="T29" fmla="*/ 1175 h 4316"/>
                  <a:gd name="T30" fmla="*/ 281 w 335"/>
                  <a:gd name="T31" fmla="*/ 1445 h 4316"/>
                  <a:gd name="T32" fmla="*/ 305 w 335"/>
                  <a:gd name="T33" fmla="*/ 1726 h 4316"/>
                  <a:gd name="T34" fmla="*/ 317 w 335"/>
                  <a:gd name="T35" fmla="*/ 2014 h 4316"/>
                  <a:gd name="T36" fmla="*/ 323 w 335"/>
                  <a:gd name="T37" fmla="*/ 2314 h 4316"/>
                  <a:gd name="T38" fmla="*/ 317 w 335"/>
                  <a:gd name="T39" fmla="*/ 2608 h 4316"/>
                  <a:gd name="T40" fmla="*/ 305 w 335"/>
                  <a:gd name="T41" fmla="*/ 2907 h 4316"/>
                  <a:gd name="T42" fmla="*/ 281 w 335"/>
                  <a:gd name="T43" fmla="*/ 3201 h 4316"/>
                  <a:gd name="T44" fmla="*/ 257 w 335"/>
                  <a:gd name="T45" fmla="*/ 3489 h 4316"/>
                  <a:gd name="T46" fmla="*/ 216 w 335"/>
                  <a:gd name="T47" fmla="*/ 3777 h 4316"/>
                  <a:gd name="T48" fmla="*/ 174 w 335"/>
                  <a:gd name="T49" fmla="*/ 4052 h 4316"/>
                  <a:gd name="T50" fmla="*/ 120 w 335"/>
                  <a:gd name="T51" fmla="*/ 4316 h 4316"/>
                  <a:gd name="T52" fmla="*/ 132 w 335"/>
                  <a:gd name="T53" fmla="*/ 4316 h 4316"/>
                  <a:gd name="T54" fmla="*/ 186 w 335"/>
                  <a:gd name="T55" fmla="*/ 4052 h 4316"/>
                  <a:gd name="T56" fmla="*/ 228 w 335"/>
                  <a:gd name="T57" fmla="*/ 3777 h 4316"/>
                  <a:gd name="T58" fmla="*/ 269 w 335"/>
                  <a:gd name="T59" fmla="*/ 3489 h 4316"/>
                  <a:gd name="T60" fmla="*/ 293 w 335"/>
                  <a:gd name="T61" fmla="*/ 3201 h 4316"/>
                  <a:gd name="T62" fmla="*/ 317 w 335"/>
                  <a:gd name="T63" fmla="*/ 2907 h 4316"/>
                  <a:gd name="T64" fmla="*/ 329 w 335"/>
                  <a:gd name="T65" fmla="*/ 2608 h 4316"/>
                  <a:gd name="T66" fmla="*/ 335 w 335"/>
                  <a:gd name="T67" fmla="*/ 2314 h 4316"/>
                  <a:gd name="T68" fmla="*/ 329 w 335"/>
                  <a:gd name="T69" fmla="*/ 2014 h 4316"/>
                  <a:gd name="T70" fmla="*/ 329 w 335"/>
                  <a:gd name="T71" fmla="*/ 201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106" name="Freeform 10">
                <a:extLst>
                  <a:ext uri="{FF2B5EF4-FFF2-40B4-BE49-F238E27FC236}">
                    <a16:creationId xmlns:a16="http://schemas.microsoft.com/office/drawing/2014/main" id="{D0339CDC-7D92-911D-8D1E-72A86527FF5F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676" y="0"/>
                <a:ext cx="427" cy="4316"/>
              </a:xfrm>
              <a:custGeom>
                <a:avLst/>
                <a:gdLst>
                  <a:gd name="T0" fmla="*/ 413 w 425"/>
                  <a:gd name="T1" fmla="*/ 1924 h 4316"/>
                  <a:gd name="T2" fmla="*/ 395 w 425"/>
                  <a:gd name="T3" fmla="*/ 1690 h 4316"/>
                  <a:gd name="T4" fmla="*/ 365 w 425"/>
                  <a:gd name="T5" fmla="*/ 1457 h 4316"/>
                  <a:gd name="T6" fmla="*/ 329 w 425"/>
                  <a:gd name="T7" fmla="*/ 1229 h 4316"/>
                  <a:gd name="T8" fmla="*/ 281 w 425"/>
                  <a:gd name="T9" fmla="*/ 1001 h 4316"/>
                  <a:gd name="T10" fmla="*/ 227 w 425"/>
                  <a:gd name="T11" fmla="*/ 761 h 4316"/>
                  <a:gd name="T12" fmla="*/ 162 w 425"/>
                  <a:gd name="T13" fmla="*/ 522 h 4316"/>
                  <a:gd name="T14" fmla="*/ 90 w 425"/>
                  <a:gd name="T15" fmla="*/ 270 h 4316"/>
                  <a:gd name="T16" fmla="*/ 12 w 425"/>
                  <a:gd name="T17" fmla="*/ 0 h 4316"/>
                  <a:gd name="T18" fmla="*/ 0 w 425"/>
                  <a:gd name="T19" fmla="*/ 0 h 4316"/>
                  <a:gd name="T20" fmla="*/ 84 w 425"/>
                  <a:gd name="T21" fmla="*/ 270 h 4316"/>
                  <a:gd name="T22" fmla="*/ 156 w 425"/>
                  <a:gd name="T23" fmla="*/ 522 h 4316"/>
                  <a:gd name="T24" fmla="*/ 216 w 425"/>
                  <a:gd name="T25" fmla="*/ 767 h 4316"/>
                  <a:gd name="T26" fmla="*/ 275 w 425"/>
                  <a:gd name="T27" fmla="*/ 1001 h 4316"/>
                  <a:gd name="T28" fmla="*/ 317 w 425"/>
                  <a:gd name="T29" fmla="*/ 1235 h 4316"/>
                  <a:gd name="T30" fmla="*/ 353 w 425"/>
                  <a:gd name="T31" fmla="*/ 1463 h 4316"/>
                  <a:gd name="T32" fmla="*/ 383 w 425"/>
                  <a:gd name="T33" fmla="*/ 1690 h 4316"/>
                  <a:gd name="T34" fmla="*/ 401 w 425"/>
                  <a:gd name="T35" fmla="*/ 1924 h 4316"/>
                  <a:gd name="T36" fmla="*/ 413 w 425"/>
                  <a:gd name="T37" fmla="*/ 2188 h 4316"/>
                  <a:gd name="T38" fmla="*/ 407 w 425"/>
                  <a:gd name="T39" fmla="*/ 2458 h 4316"/>
                  <a:gd name="T40" fmla="*/ 395 w 425"/>
                  <a:gd name="T41" fmla="*/ 2733 h 4316"/>
                  <a:gd name="T42" fmla="*/ 365 w 425"/>
                  <a:gd name="T43" fmla="*/ 3021 h 4316"/>
                  <a:gd name="T44" fmla="*/ 329 w 425"/>
                  <a:gd name="T45" fmla="*/ 3321 h 4316"/>
                  <a:gd name="T46" fmla="*/ 275 w 425"/>
                  <a:gd name="T47" fmla="*/ 3639 h 4316"/>
                  <a:gd name="T48" fmla="*/ 204 w 425"/>
                  <a:gd name="T49" fmla="*/ 3968 h 4316"/>
                  <a:gd name="T50" fmla="*/ 126 w 425"/>
                  <a:gd name="T51" fmla="*/ 4316 h 4316"/>
                  <a:gd name="T52" fmla="*/ 138 w 425"/>
                  <a:gd name="T53" fmla="*/ 4316 h 4316"/>
                  <a:gd name="T54" fmla="*/ 216 w 425"/>
                  <a:gd name="T55" fmla="*/ 3968 h 4316"/>
                  <a:gd name="T56" fmla="*/ 287 w 425"/>
                  <a:gd name="T57" fmla="*/ 3639 h 4316"/>
                  <a:gd name="T58" fmla="*/ 341 w 425"/>
                  <a:gd name="T59" fmla="*/ 3321 h 4316"/>
                  <a:gd name="T60" fmla="*/ 377 w 425"/>
                  <a:gd name="T61" fmla="*/ 3021 h 4316"/>
                  <a:gd name="T62" fmla="*/ 407 w 425"/>
                  <a:gd name="T63" fmla="*/ 2733 h 4316"/>
                  <a:gd name="T64" fmla="*/ 419 w 425"/>
                  <a:gd name="T65" fmla="*/ 2458 h 4316"/>
                  <a:gd name="T66" fmla="*/ 425 w 425"/>
                  <a:gd name="T67" fmla="*/ 2188 h 4316"/>
                  <a:gd name="T68" fmla="*/ 413 w 425"/>
                  <a:gd name="T69" fmla="*/ 1924 h 4316"/>
                  <a:gd name="T70" fmla="*/ 413 w 425"/>
                  <a:gd name="T71" fmla="*/ 192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107" name="Freeform 11">
                <a:extLst>
                  <a:ext uri="{FF2B5EF4-FFF2-40B4-BE49-F238E27FC236}">
                    <a16:creationId xmlns:a16="http://schemas.microsoft.com/office/drawing/2014/main" id="{7B4F26D2-EFCC-0045-7F01-4D92B4D2C5E9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946" y="0"/>
                <a:ext cx="558" cy="4316"/>
              </a:xfrm>
              <a:custGeom>
                <a:avLst/>
                <a:gdLst>
                  <a:gd name="T0" fmla="*/ 556 w 556"/>
                  <a:gd name="T1" fmla="*/ 2020 h 4316"/>
                  <a:gd name="T2" fmla="*/ 538 w 556"/>
                  <a:gd name="T3" fmla="*/ 1732 h 4316"/>
                  <a:gd name="T4" fmla="*/ 503 w 556"/>
                  <a:gd name="T5" fmla="*/ 1445 h 4316"/>
                  <a:gd name="T6" fmla="*/ 455 w 556"/>
                  <a:gd name="T7" fmla="*/ 1175 h 4316"/>
                  <a:gd name="T8" fmla="*/ 395 w 556"/>
                  <a:gd name="T9" fmla="*/ 911 h 4316"/>
                  <a:gd name="T10" fmla="*/ 317 w 556"/>
                  <a:gd name="T11" fmla="*/ 659 h 4316"/>
                  <a:gd name="T12" fmla="*/ 228 w 556"/>
                  <a:gd name="T13" fmla="*/ 426 h 4316"/>
                  <a:gd name="T14" fmla="*/ 126 w 556"/>
                  <a:gd name="T15" fmla="*/ 204 h 4316"/>
                  <a:gd name="T16" fmla="*/ 12 w 556"/>
                  <a:gd name="T17" fmla="*/ 0 h 4316"/>
                  <a:gd name="T18" fmla="*/ 0 w 556"/>
                  <a:gd name="T19" fmla="*/ 0 h 4316"/>
                  <a:gd name="T20" fmla="*/ 114 w 556"/>
                  <a:gd name="T21" fmla="*/ 204 h 4316"/>
                  <a:gd name="T22" fmla="*/ 216 w 556"/>
                  <a:gd name="T23" fmla="*/ 426 h 4316"/>
                  <a:gd name="T24" fmla="*/ 305 w 556"/>
                  <a:gd name="T25" fmla="*/ 659 h 4316"/>
                  <a:gd name="T26" fmla="*/ 383 w 556"/>
                  <a:gd name="T27" fmla="*/ 911 h 4316"/>
                  <a:gd name="T28" fmla="*/ 443 w 556"/>
                  <a:gd name="T29" fmla="*/ 1175 h 4316"/>
                  <a:gd name="T30" fmla="*/ 491 w 556"/>
                  <a:gd name="T31" fmla="*/ 1445 h 4316"/>
                  <a:gd name="T32" fmla="*/ 526 w 556"/>
                  <a:gd name="T33" fmla="*/ 1732 h 4316"/>
                  <a:gd name="T34" fmla="*/ 544 w 556"/>
                  <a:gd name="T35" fmla="*/ 2020 h 4316"/>
                  <a:gd name="T36" fmla="*/ 544 w 556"/>
                  <a:gd name="T37" fmla="*/ 2326 h 4316"/>
                  <a:gd name="T38" fmla="*/ 532 w 556"/>
                  <a:gd name="T39" fmla="*/ 2632 h 4316"/>
                  <a:gd name="T40" fmla="*/ 503 w 556"/>
                  <a:gd name="T41" fmla="*/ 2931 h 4316"/>
                  <a:gd name="T42" fmla="*/ 455 w 556"/>
                  <a:gd name="T43" fmla="*/ 3225 h 4316"/>
                  <a:gd name="T44" fmla="*/ 389 w 556"/>
                  <a:gd name="T45" fmla="*/ 3513 h 4316"/>
                  <a:gd name="T46" fmla="*/ 311 w 556"/>
                  <a:gd name="T47" fmla="*/ 3788 h 4316"/>
                  <a:gd name="T48" fmla="*/ 216 w 556"/>
                  <a:gd name="T49" fmla="*/ 4058 h 4316"/>
                  <a:gd name="T50" fmla="*/ 102 w 556"/>
                  <a:gd name="T51" fmla="*/ 4316 h 4316"/>
                  <a:gd name="T52" fmla="*/ 114 w 556"/>
                  <a:gd name="T53" fmla="*/ 4316 h 4316"/>
                  <a:gd name="T54" fmla="*/ 228 w 556"/>
                  <a:gd name="T55" fmla="*/ 4058 h 4316"/>
                  <a:gd name="T56" fmla="*/ 323 w 556"/>
                  <a:gd name="T57" fmla="*/ 3788 h 4316"/>
                  <a:gd name="T58" fmla="*/ 401 w 556"/>
                  <a:gd name="T59" fmla="*/ 3513 h 4316"/>
                  <a:gd name="T60" fmla="*/ 467 w 556"/>
                  <a:gd name="T61" fmla="*/ 3225 h 4316"/>
                  <a:gd name="T62" fmla="*/ 515 w 556"/>
                  <a:gd name="T63" fmla="*/ 2931 h 4316"/>
                  <a:gd name="T64" fmla="*/ 544 w 556"/>
                  <a:gd name="T65" fmla="*/ 2632 h 4316"/>
                  <a:gd name="T66" fmla="*/ 556 w 556"/>
                  <a:gd name="T67" fmla="*/ 2326 h 4316"/>
                  <a:gd name="T68" fmla="*/ 556 w 556"/>
                  <a:gd name="T69" fmla="*/ 2020 h 4316"/>
                  <a:gd name="T70" fmla="*/ 556 w 556"/>
                  <a:gd name="T71" fmla="*/ 202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108" name="Freeform 12">
                <a:extLst>
                  <a:ext uri="{FF2B5EF4-FFF2-40B4-BE49-F238E27FC236}">
                    <a16:creationId xmlns:a16="http://schemas.microsoft.com/office/drawing/2014/main" id="{5B931A9D-A045-9C0D-DF11-39CA4CB6D5FF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246" y="0"/>
                <a:ext cx="690" cy="4316"/>
              </a:xfrm>
              <a:custGeom>
                <a:avLst/>
                <a:gdLst>
                  <a:gd name="T0" fmla="*/ 688 w 688"/>
                  <a:gd name="T1" fmla="*/ 2086 h 4316"/>
                  <a:gd name="T2" fmla="*/ 670 w 688"/>
                  <a:gd name="T3" fmla="*/ 1810 h 4316"/>
                  <a:gd name="T4" fmla="*/ 634 w 688"/>
                  <a:gd name="T5" fmla="*/ 1541 h 4316"/>
                  <a:gd name="T6" fmla="*/ 574 w 688"/>
                  <a:gd name="T7" fmla="*/ 1271 h 4316"/>
                  <a:gd name="T8" fmla="*/ 497 w 688"/>
                  <a:gd name="T9" fmla="*/ 1007 h 4316"/>
                  <a:gd name="T10" fmla="*/ 401 w 688"/>
                  <a:gd name="T11" fmla="*/ 749 h 4316"/>
                  <a:gd name="T12" fmla="*/ 293 w 688"/>
                  <a:gd name="T13" fmla="*/ 492 h 4316"/>
                  <a:gd name="T14" fmla="*/ 162 w 688"/>
                  <a:gd name="T15" fmla="*/ 240 h 4316"/>
                  <a:gd name="T16" fmla="*/ 12 w 688"/>
                  <a:gd name="T17" fmla="*/ 0 h 4316"/>
                  <a:gd name="T18" fmla="*/ 0 w 688"/>
                  <a:gd name="T19" fmla="*/ 0 h 4316"/>
                  <a:gd name="T20" fmla="*/ 150 w 688"/>
                  <a:gd name="T21" fmla="*/ 240 h 4316"/>
                  <a:gd name="T22" fmla="*/ 281 w 688"/>
                  <a:gd name="T23" fmla="*/ 492 h 4316"/>
                  <a:gd name="T24" fmla="*/ 389 w 688"/>
                  <a:gd name="T25" fmla="*/ 749 h 4316"/>
                  <a:gd name="T26" fmla="*/ 485 w 688"/>
                  <a:gd name="T27" fmla="*/ 1007 h 4316"/>
                  <a:gd name="T28" fmla="*/ 562 w 688"/>
                  <a:gd name="T29" fmla="*/ 1271 h 4316"/>
                  <a:gd name="T30" fmla="*/ 622 w 688"/>
                  <a:gd name="T31" fmla="*/ 1541 h 4316"/>
                  <a:gd name="T32" fmla="*/ 658 w 688"/>
                  <a:gd name="T33" fmla="*/ 1810 h 4316"/>
                  <a:gd name="T34" fmla="*/ 676 w 688"/>
                  <a:gd name="T35" fmla="*/ 2086 h 4316"/>
                  <a:gd name="T36" fmla="*/ 676 w 688"/>
                  <a:gd name="T37" fmla="*/ 2368 h 4316"/>
                  <a:gd name="T38" fmla="*/ 658 w 688"/>
                  <a:gd name="T39" fmla="*/ 2650 h 4316"/>
                  <a:gd name="T40" fmla="*/ 616 w 688"/>
                  <a:gd name="T41" fmla="*/ 2931 h 4316"/>
                  <a:gd name="T42" fmla="*/ 556 w 688"/>
                  <a:gd name="T43" fmla="*/ 3213 h 4316"/>
                  <a:gd name="T44" fmla="*/ 473 w 688"/>
                  <a:gd name="T45" fmla="*/ 3495 h 4316"/>
                  <a:gd name="T46" fmla="*/ 371 w 688"/>
                  <a:gd name="T47" fmla="*/ 3777 h 4316"/>
                  <a:gd name="T48" fmla="*/ 251 w 688"/>
                  <a:gd name="T49" fmla="*/ 4046 h 4316"/>
                  <a:gd name="T50" fmla="*/ 114 w 688"/>
                  <a:gd name="T51" fmla="*/ 4316 h 4316"/>
                  <a:gd name="T52" fmla="*/ 126 w 688"/>
                  <a:gd name="T53" fmla="*/ 4316 h 4316"/>
                  <a:gd name="T54" fmla="*/ 263 w 688"/>
                  <a:gd name="T55" fmla="*/ 4046 h 4316"/>
                  <a:gd name="T56" fmla="*/ 383 w 688"/>
                  <a:gd name="T57" fmla="*/ 3777 h 4316"/>
                  <a:gd name="T58" fmla="*/ 485 w 688"/>
                  <a:gd name="T59" fmla="*/ 3495 h 4316"/>
                  <a:gd name="T60" fmla="*/ 568 w 688"/>
                  <a:gd name="T61" fmla="*/ 3219 h 4316"/>
                  <a:gd name="T62" fmla="*/ 628 w 688"/>
                  <a:gd name="T63" fmla="*/ 2937 h 4316"/>
                  <a:gd name="T64" fmla="*/ 670 w 688"/>
                  <a:gd name="T65" fmla="*/ 2656 h 4316"/>
                  <a:gd name="T66" fmla="*/ 688 w 688"/>
                  <a:gd name="T67" fmla="*/ 2368 h 4316"/>
                  <a:gd name="T68" fmla="*/ 688 w 688"/>
                  <a:gd name="T69" fmla="*/ 2086 h 4316"/>
                  <a:gd name="T70" fmla="*/ 688 w 688"/>
                  <a:gd name="T71" fmla="*/ 208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109" name="Freeform 13">
                <a:extLst>
                  <a:ext uri="{FF2B5EF4-FFF2-40B4-BE49-F238E27FC236}">
                    <a16:creationId xmlns:a16="http://schemas.microsoft.com/office/drawing/2014/main" id="{F2DE417A-AE39-8CE7-AE10-1916C9B6E217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522" y="0"/>
                <a:ext cx="864" cy="4316"/>
              </a:xfrm>
              <a:custGeom>
                <a:avLst/>
                <a:gdLst>
                  <a:gd name="T0" fmla="*/ 855 w 861"/>
                  <a:gd name="T1" fmla="*/ 2128 h 4316"/>
                  <a:gd name="T2" fmla="*/ 831 w 861"/>
                  <a:gd name="T3" fmla="*/ 1834 h 4316"/>
                  <a:gd name="T4" fmla="*/ 808 w 861"/>
                  <a:gd name="T5" fmla="*/ 1684 h 4316"/>
                  <a:gd name="T6" fmla="*/ 784 w 861"/>
                  <a:gd name="T7" fmla="*/ 1541 h 4316"/>
                  <a:gd name="T8" fmla="*/ 748 w 861"/>
                  <a:gd name="T9" fmla="*/ 1397 h 4316"/>
                  <a:gd name="T10" fmla="*/ 712 w 861"/>
                  <a:gd name="T11" fmla="*/ 1253 h 4316"/>
                  <a:gd name="T12" fmla="*/ 664 w 861"/>
                  <a:gd name="T13" fmla="*/ 1115 h 4316"/>
                  <a:gd name="T14" fmla="*/ 610 w 861"/>
                  <a:gd name="T15" fmla="*/ 977 h 4316"/>
                  <a:gd name="T16" fmla="*/ 491 w 861"/>
                  <a:gd name="T17" fmla="*/ 719 h 4316"/>
                  <a:gd name="T18" fmla="*/ 353 w 861"/>
                  <a:gd name="T19" fmla="*/ 468 h 4316"/>
                  <a:gd name="T20" fmla="*/ 192 w 861"/>
                  <a:gd name="T21" fmla="*/ 228 h 4316"/>
                  <a:gd name="T22" fmla="*/ 12 w 861"/>
                  <a:gd name="T23" fmla="*/ 0 h 4316"/>
                  <a:gd name="T24" fmla="*/ 0 w 861"/>
                  <a:gd name="T25" fmla="*/ 0 h 4316"/>
                  <a:gd name="T26" fmla="*/ 180 w 861"/>
                  <a:gd name="T27" fmla="*/ 228 h 4316"/>
                  <a:gd name="T28" fmla="*/ 341 w 861"/>
                  <a:gd name="T29" fmla="*/ 468 h 4316"/>
                  <a:gd name="T30" fmla="*/ 479 w 861"/>
                  <a:gd name="T31" fmla="*/ 719 h 4316"/>
                  <a:gd name="T32" fmla="*/ 598 w 861"/>
                  <a:gd name="T33" fmla="*/ 983 h 4316"/>
                  <a:gd name="T34" fmla="*/ 652 w 861"/>
                  <a:gd name="T35" fmla="*/ 1121 h 4316"/>
                  <a:gd name="T36" fmla="*/ 700 w 861"/>
                  <a:gd name="T37" fmla="*/ 1259 h 4316"/>
                  <a:gd name="T38" fmla="*/ 736 w 861"/>
                  <a:gd name="T39" fmla="*/ 1403 h 4316"/>
                  <a:gd name="T40" fmla="*/ 772 w 861"/>
                  <a:gd name="T41" fmla="*/ 1547 h 4316"/>
                  <a:gd name="T42" fmla="*/ 802 w 861"/>
                  <a:gd name="T43" fmla="*/ 1690 h 4316"/>
                  <a:gd name="T44" fmla="*/ 819 w 861"/>
                  <a:gd name="T45" fmla="*/ 1834 h 4316"/>
                  <a:gd name="T46" fmla="*/ 837 w 861"/>
                  <a:gd name="T47" fmla="*/ 1984 h 4316"/>
                  <a:gd name="T48" fmla="*/ 843 w 861"/>
                  <a:gd name="T49" fmla="*/ 2128 h 4316"/>
                  <a:gd name="T50" fmla="*/ 849 w 861"/>
                  <a:gd name="T51" fmla="*/ 2278 h 4316"/>
                  <a:gd name="T52" fmla="*/ 843 w 861"/>
                  <a:gd name="T53" fmla="*/ 2428 h 4316"/>
                  <a:gd name="T54" fmla="*/ 831 w 861"/>
                  <a:gd name="T55" fmla="*/ 2572 h 4316"/>
                  <a:gd name="T56" fmla="*/ 819 w 861"/>
                  <a:gd name="T57" fmla="*/ 2721 h 4316"/>
                  <a:gd name="T58" fmla="*/ 796 w 861"/>
                  <a:gd name="T59" fmla="*/ 2865 h 4316"/>
                  <a:gd name="T60" fmla="*/ 766 w 861"/>
                  <a:gd name="T61" fmla="*/ 3015 h 4316"/>
                  <a:gd name="T62" fmla="*/ 724 w 861"/>
                  <a:gd name="T63" fmla="*/ 3159 h 4316"/>
                  <a:gd name="T64" fmla="*/ 682 w 861"/>
                  <a:gd name="T65" fmla="*/ 3303 h 4316"/>
                  <a:gd name="T66" fmla="*/ 586 w 861"/>
                  <a:gd name="T67" fmla="*/ 3567 h 4316"/>
                  <a:gd name="T68" fmla="*/ 473 w 861"/>
                  <a:gd name="T69" fmla="*/ 3824 h 4316"/>
                  <a:gd name="T70" fmla="*/ 335 w 861"/>
                  <a:gd name="T71" fmla="*/ 4076 h 4316"/>
                  <a:gd name="T72" fmla="*/ 180 w 861"/>
                  <a:gd name="T73" fmla="*/ 4316 h 4316"/>
                  <a:gd name="T74" fmla="*/ 192 w 861"/>
                  <a:gd name="T75" fmla="*/ 4316 h 4316"/>
                  <a:gd name="T76" fmla="*/ 347 w 861"/>
                  <a:gd name="T77" fmla="*/ 4076 h 4316"/>
                  <a:gd name="T78" fmla="*/ 485 w 861"/>
                  <a:gd name="T79" fmla="*/ 3824 h 4316"/>
                  <a:gd name="T80" fmla="*/ 598 w 861"/>
                  <a:gd name="T81" fmla="*/ 3573 h 4316"/>
                  <a:gd name="T82" fmla="*/ 694 w 861"/>
                  <a:gd name="T83" fmla="*/ 3309 h 4316"/>
                  <a:gd name="T84" fmla="*/ 736 w 861"/>
                  <a:gd name="T85" fmla="*/ 3165 h 4316"/>
                  <a:gd name="T86" fmla="*/ 778 w 861"/>
                  <a:gd name="T87" fmla="*/ 3021 h 4316"/>
                  <a:gd name="T88" fmla="*/ 808 w 861"/>
                  <a:gd name="T89" fmla="*/ 2871 h 4316"/>
                  <a:gd name="T90" fmla="*/ 831 w 861"/>
                  <a:gd name="T91" fmla="*/ 2727 h 4316"/>
                  <a:gd name="T92" fmla="*/ 843 w 861"/>
                  <a:gd name="T93" fmla="*/ 2578 h 4316"/>
                  <a:gd name="T94" fmla="*/ 855 w 861"/>
                  <a:gd name="T95" fmla="*/ 2428 h 4316"/>
                  <a:gd name="T96" fmla="*/ 861 w 861"/>
                  <a:gd name="T97" fmla="*/ 2278 h 4316"/>
                  <a:gd name="T98" fmla="*/ 855 w 861"/>
                  <a:gd name="T99" fmla="*/ 2128 h 4316"/>
                  <a:gd name="T100" fmla="*/ 855 w 861"/>
                  <a:gd name="T101" fmla="*/ 212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110" name="Freeform 14">
                <a:extLst>
                  <a:ext uri="{FF2B5EF4-FFF2-40B4-BE49-F238E27FC236}">
                    <a16:creationId xmlns:a16="http://schemas.microsoft.com/office/drawing/2014/main" id="{1602F36E-A91F-66FB-1A82-3625AC088130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399" y="0"/>
                <a:ext cx="150" cy="4316"/>
              </a:xfrm>
              <a:custGeom>
                <a:avLst/>
                <a:gdLst>
                  <a:gd name="T0" fmla="*/ 18 w 149"/>
                  <a:gd name="T1" fmla="*/ 1942 h 4316"/>
                  <a:gd name="T2" fmla="*/ 30 w 149"/>
                  <a:gd name="T3" fmla="*/ 1630 h 4316"/>
                  <a:gd name="T4" fmla="*/ 42 w 149"/>
                  <a:gd name="T5" fmla="*/ 1331 h 4316"/>
                  <a:gd name="T6" fmla="*/ 59 w 149"/>
                  <a:gd name="T7" fmla="*/ 1055 h 4316"/>
                  <a:gd name="T8" fmla="*/ 77 w 149"/>
                  <a:gd name="T9" fmla="*/ 791 h 4316"/>
                  <a:gd name="T10" fmla="*/ 83 w 149"/>
                  <a:gd name="T11" fmla="*/ 671 h 4316"/>
                  <a:gd name="T12" fmla="*/ 95 w 149"/>
                  <a:gd name="T13" fmla="*/ 557 h 4316"/>
                  <a:gd name="T14" fmla="*/ 107 w 149"/>
                  <a:gd name="T15" fmla="*/ 444 h 4316"/>
                  <a:gd name="T16" fmla="*/ 113 w 149"/>
                  <a:gd name="T17" fmla="*/ 342 h 4316"/>
                  <a:gd name="T18" fmla="*/ 125 w 149"/>
                  <a:gd name="T19" fmla="*/ 246 h 4316"/>
                  <a:gd name="T20" fmla="*/ 131 w 149"/>
                  <a:gd name="T21" fmla="*/ 156 h 4316"/>
                  <a:gd name="T22" fmla="*/ 143 w 149"/>
                  <a:gd name="T23" fmla="*/ 72 h 4316"/>
                  <a:gd name="T24" fmla="*/ 149 w 149"/>
                  <a:gd name="T25" fmla="*/ 0 h 4316"/>
                  <a:gd name="T26" fmla="*/ 137 w 149"/>
                  <a:gd name="T27" fmla="*/ 0 h 4316"/>
                  <a:gd name="T28" fmla="*/ 131 w 149"/>
                  <a:gd name="T29" fmla="*/ 72 h 4316"/>
                  <a:gd name="T30" fmla="*/ 119 w 149"/>
                  <a:gd name="T31" fmla="*/ 156 h 4316"/>
                  <a:gd name="T32" fmla="*/ 113 w 149"/>
                  <a:gd name="T33" fmla="*/ 246 h 4316"/>
                  <a:gd name="T34" fmla="*/ 101 w 149"/>
                  <a:gd name="T35" fmla="*/ 342 h 4316"/>
                  <a:gd name="T36" fmla="*/ 95 w 149"/>
                  <a:gd name="T37" fmla="*/ 444 h 4316"/>
                  <a:gd name="T38" fmla="*/ 83 w 149"/>
                  <a:gd name="T39" fmla="*/ 557 h 4316"/>
                  <a:gd name="T40" fmla="*/ 71 w 149"/>
                  <a:gd name="T41" fmla="*/ 671 h 4316"/>
                  <a:gd name="T42" fmla="*/ 65 w 149"/>
                  <a:gd name="T43" fmla="*/ 791 h 4316"/>
                  <a:gd name="T44" fmla="*/ 48 w 149"/>
                  <a:gd name="T45" fmla="*/ 1055 h 4316"/>
                  <a:gd name="T46" fmla="*/ 30 w 149"/>
                  <a:gd name="T47" fmla="*/ 1331 h 4316"/>
                  <a:gd name="T48" fmla="*/ 18 w 149"/>
                  <a:gd name="T49" fmla="*/ 1630 h 4316"/>
                  <a:gd name="T50" fmla="*/ 6 w 149"/>
                  <a:gd name="T51" fmla="*/ 1942 h 4316"/>
                  <a:gd name="T52" fmla="*/ 0 w 149"/>
                  <a:gd name="T53" fmla="*/ 2278 h 4316"/>
                  <a:gd name="T54" fmla="*/ 6 w 149"/>
                  <a:gd name="T55" fmla="*/ 2602 h 4316"/>
                  <a:gd name="T56" fmla="*/ 12 w 149"/>
                  <a:gd name="T57" fmla="*/ 2919 h 4316"/>
                  <a:gd name="T58" fmla="*/ 24 w 149"/>
                  <a:gd name="T59" fmla="*/ 3219 h 4316"/>
                  <a:gd name="T60" fmla="*/ 36 w 149"/>
                  <a:gd name="T61" fmla="*/ 3513 h 4316"/>
                  <a:gd name="T62" fmla="*/ 59 w 149"/>
                  <a:gd name="T63" fmla="*/ 3794 h 4316"/>
                  <a:gd name="T64" fmla="*/ 89 w 149"/>
                  <a:gd name="T65" fmla="*/ 4058 h 4316"/>
                  <a:gd name="T66" fmla="*/ 125 w 149"/>
                  <a:gd name="T67" fmla="*/ 4316 h 4316"/>
                  <a:gd name="T68" fmla="*/ 137 w 149"/>
                  <a:gd name="T69" fmla="*/ 4316 h 4316"/>
                  <a:gd name="T70" fmla="*/ 101 w 149"/>
                  <a:gd name="T71" fmla="*/ 4058 h 4316"/>
                  <a:gd name="T72" fmla="*/ 71 w 149"/>
                  <a:gd name="T73" fmla="*/ 3794 h 4316"/>
                  <a:gd name="T74" fmla="*/ 48 w 149"/>
                  <a:gd name="T75" fmla="*/ 3513 h 4316"/>
                  <a:gd name="T76" fmla="*/ 36 w 149"/>
                  <a:gd name="T77" fmla="*/ 3225 h 4316"/>
                  <a:gd name="T78" fmla="*/ 24 w 149"/>
                  <a:gd name="T79" fmla="*/ 2919 h 4316"/>
                  <a:gd name="T80" fmla="*/ 18 w 149"/>
                  <a:gd name="T81" fmla="*/ 2608 h 4316"/>
                  <a:gd name="T82" fmla="*/ 12 w 149"/>
                  <a:gd name="T83" fmla="*/ 2278 h 4316"/>
                  <a:gd name="T84" fmla="*/ 18 w 149"/>
                  <a:gd name="T85" fmla="*/ 1942 h 4316"/>
                  <a:gd name="T86" fmla="*/ 18 w 149"/>
                  <a:gd name="T87" fmla="*/ 194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111" name="Freeform 15">
                <a:extLst>
                  <a:ext uri="{FF2B5EF4-FFF2-40B4-BE49-F238E27FC236}">
                    <a16:creationId xmlns:a16="http://schemas.microsoft.com/office/drawing/2014/main" id="{D3A09A1A-9D21-81B8-8BFB-E925F372B6CD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967" y="0"/>
                <a:ext cx="300" cy="4316"/>
              </a:xfrm>
              <a:custGeom>
                <a:avLst/>
                <a:gdLst>
                  <a:gd name="T0" fmla="*/ 18 w 299"/>
                  <a:gd name="T1" fmla="*/ 2062 h 4316"/>
                  <a:gd name="T2" fmla="*/ 30 w 299"/>
                  <a:gd name="T3" fmla="*/ 1750 h 4316"/>
                  <a:gd name="T4" fmla="*/ 54 w 299"/>
                  <a:gd name="T5" fmla="*/ 1451 h 4316"/>
                  <a:gd name="T6" fmla="*/ 84 w 299"/>
                  <a:gd name="T7" fmla="*/ 1169 h 4316"/>
                  <a:gd name="T8" fmla="*/ 126 w 299"/>
                  <a:gd name="T9" fmla="*/ 899 h 4316"/>
                  <a:gd name="T10" fmla="*/ 162 w 299"/>
                  <a:gd name="T11" fmla="*/ 641 h 4316"/>
                  <a:gd name="T12" fmla="*/ 209 w 299"/>
                  <a:gd name="T13" fmla="*/ 408 h 4316"/>
                  <a:gd name="T14" fmla="*/ 251 w 299"/>
                  <a:gd name="T15" fmla="*/ 192 h 4316"/>
                  <a:gd name="T16" fmla="*/ 299 w 299"/>
                  <a:gd name="T17" fmla="*/ 0 h 4316"/>
                  <a:gd name="T18" fmla="*/ 287 w 299"/>
                  <a:gd name="T19" fmla="*/ 0 h 4316"/>
                  <a:gd name="T20" fmla="*/ 239 w 299"/>
                  <a:gd name="T21" fmla="*/ 192 h 4316"/>
                  <a:gd name="T22" fmla="*/ 198 w 299"/>
                  <a:gd name="T23" fmla="*/ 408 h 4316"/>
                  <a:gd name="T24" fmla="*/ 156 w 299"/>
                  <a:gd name="T25" fmla="*/ 641 h 4316"/>
                  <a:gd name="T26" fmla="*/ 114 w 299"/>
                  <a:gd name="T27" fmla="*/ 899 h 4316"/>
                  <a:gd name="T28" fmla="*/ 78 w 299"/>
                  <a:gd name="T29" fmla="*/ 1169 h 4316"/>
                  <a:gd name="T30" fmla="*/ 48 w 299"/>
                  <a:gd name="T31" fmla="*/ 1451 h 4316"/>
                  <a:gd name="T32" fmla="*/ 24 w 299"/>
                  <a:gd name="T33" fmla="*/ 1750 h 4316"/>
                  <a:gd name="T34" fmla="*/ 6 w 299"/>
                  <a:gd name="T35" fmla="*/ 2062 h 4316"/>
                  <a:gd name="T36" fmla="*/ 0 w 299"/>
                  <a:gd name="T37" fmla="*/ 2374 h 4316"/>
                  <a:gd name="T38" fmla="*/ 12 w 299"/>
                  <a:gd name="T39" fmla="*/ 2674 h 4316"/>
                  <a:gd name="T40" fmla="*/ 30 w 299"/>
                  <a:gd name="T41" fmla="*/ 2973 h 4316"/>
                  <a:gd name="T42" fmla="*/ 54 w 299"/>
                  <a:gd name="T43" fmla="*/ 3255 h 4316"/>
                  <a:gd name="T44" fmla="*/ 96 w 299"/>
                  <a:gd name="T45" fmla="*/ 3537 h 4316"/>
                  <a:gd name="T46" fmla="*/ 144 w 299"/>
                  <a:gd name="T47" fmla="*/ 3806 h 4316"/>
                  <a:gd name="T48" fmla="*/ 203 w 299"/>
                  <a:gd name="T49" fmla="*/ 4064 h 4316"/>
                  <a:gd name="T50" fmla="*/ 275 w 299"/>
                  <a:gd name="T51" fmla="*/ 4316 h 4316"/>
                  <a:gd name="T52" fmla="*/ 287 w 299"/>
                  <a:gd name="T53" fmla="*/ 4316 h 4316"/>
                  <a:gd name="T54" fmla="*/ 215 w 299"/>
                  <a:gd name="T55" fmla="*/ 4064 h 4316"/>
                  <a:gd name="T56" fmla="*/ 156 w 299"/>
                  <a:gd name="T57" fmla="*/ 3806 h 4316"/>
                  <a:gd name="T58" fmla="*/ 108 w 299"/>
                  <a:gd name="T59" fmla="*/ 3537 h 4316"/>
                  <a:gd name="T60" fmla="*/ 66 w 299"/>
                  <a:gd name="T61" fmla="*/ 3261 h 4316"/>
                  <a:gd name="T62" fmla="*/ 42 w 299"/>
                  <a:gd name="T63" fmla="*/ 2973 h 4316"/>
                  <a:gd name="T64" fmla="*/ 24 w 299"/>
                  <a:gd name="T65" fmla="*/ 2680 h 4316"/>
                  <a:gd name="T66" fmla="*/ 12 w 299"/>
                  <a:gd name="T67" fmla="*/ 2374 h 4316"/>
                  <a:gd name="T68" fmla="*/ 18 w 299"/>
                  <a:gd name="T69" fmla="*/ 2062 h 4316"/>
                  <a:gd name="T70" fmla="*/ 18 w 299"/>
                  <a:gd name="T71" fmla="*/ 206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112" name="Freeform 16">
                <a:extLst>
                  <a:ext uri="{FF2B5EF4-FFF2-40B4-BE49-F238E27FC236}">
                    <a16:creationId xmlns:a16="http://schemas.microsoft.com/office/drawing/2014/main" id="{7956B994-D843-54EC-B1B2-B4AF9BB25E63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566" y="0"/>
                <a:ext cx="425" cy="4316"/>
              </a:xfrm>
              <a:custGeom>
                <a:avLst/>
                <a:gdLst>
                  <a:gd name="T0" fmla="*/ 424 w 424"/>
                  <a:gd name="T1" fmla="*/ 0 h 4316"/>
                  <a:gd name="T2" fmla="*/ 412 w 424"/>
                  <a:gd name="T3" fmla="*/ 0 h 4316"/>
                  <a:gd name="T4" fmla="*/ 316 w 424"/>
                  <a:gd name="T5" fmla="*/ 222 h 4316"/>
                  <a:gd name="T6" fmla="*/ 239 w 424"/>
                  <a:gd name="T7" fmla="*/ 462 h 4316"/>
                  <a:gd name="T8" fmla="*/ 167 w 424"/>
                  <a:gd name="T9" fmla="*/ 707 h 4316"/>
                  <a:gd name="T10" fmla="*/ 107 w 424"/>
                  <a:gd name="T11" fmla="*/ 971 h 4316"/>
                  <a:gd name="T12" fmla="*/ 65 w 424"/>
                  <a:gd name="T13" fmla="*/ 1247 h 4316"/>
                  <a:gd name="T14" fmla="*/ 29 w 424"/>
                  <a:gd name="T15" fmla="*/ 1529 h 4316"/>
                  <a:gd name="T16" fmla="*/ 6 w 424"/>
                  <a:gd name="T17" fmla="*/ 1822 h 4316"/>
                  <a:gd name="T18" fmla="*/ 0 w 424"/>
                  <a:gd name="T19" fmla="*/ 2122 h 4316"/>
                  <a:gd name="T20" fmla="*/ 6 w 424"/>
                  <a:gd name="T21" fmla="*/ 2404 h 4316"/>
                  <a:gd name="T22" fmla="*/ 24 w 424"/>
                  <a:gd name="T23" fmla="*/ 2686 h 4316"/>
                  <a:gd name="T24" fmla="*/ 47 w 424"/>
                  <a:gd name="T25" fmla="*/ 2961 h 4316"/>
                  <a:gd name="T26" fmla="*/ 89 w 424"/>
                  <a:gd name="T27" fmla="*/ 3243 h 4316"/>
                  <a:gd name="T28" fmla="*/ 137 w 424"/>
                  <a:gd name="T29" fmla="*/ 3519 h 4316"/>
                  <a:gd name="T30" fmla="*/ 197 w 424"/>
                  <a:gd name="T31" fmla="*/ 3788 h 4316"/>
                  <a:gd name="T32" fmla="*/ 269 w 424"/>
                  <a:gd name="T33" fmla="*/ 4058 h 4316"/>
                  <a:gd name="T34" fmla="*/ 346 w 424"/>
                  <a:gd name="T35" fmla="*/ 4316 h 4316"/>
                  <a:gd name="T36" fmla="*/ 358 w 424"/>
                  <a:gd name="T37" fmla="*/ 4316 h 4316"/>
                  <a:gd name="T38" fmla="*/ 281 w 424"/>
                  <a:gd name="T39" fmla="*/ 4058 h 4316"/>
                  <a:gd name="T40" fmla="*/ 209 w 424"/>
                  <a:gd name="T41" fmla="*/ 3788 h 4316"/>
                  <a:gd name="T42" fmla="*/ 149 w 424"/>
                  <a:gd name="T43" fmla="*/ 3519 h 4316"/>
                  <a:gd name="T44" fmla="*/ 101 w 424"/>
                  <a:gd name="T45" fmla="*/ 3243 h 4316"/>
                  <a:gd name="T46" fmla="*/ 59 w 424"/>
                  <a:gd name="T47" fmla="*/ 2961 h 4316"/>
                  <a:gd name="T48" fmla="*/ 35 w 424"/>
                  <a:gd name="T49" fmla="*/ 2686 h 4316"/>
                  <a:gd name="T50" fmla="*/ 18 w 424"/>
                  <a:gd name="T51" fmla="*/ 2404 h 4316"/>
                  <a:gd name="T52" fmla="*/ 12 w 424"/>
                  <a:gd name="T53" fmla="*/ 2122 h 4316"/>
                  <a:gd name="T54" fmla="*/ 18 w 424"/>
                  <a:gd name="T55" fmla="*/ 1822 h 4316"/>
                  <a:gd name="T56" fmla="*/ 41 w 424"/>
                  <a:gd name="T57" fmla="*/ 1529 h 4316"/>
                  <a:gd name="T58" fmla="*/ 71 w 424"/>
                  <a:gd name="T59" fmla="*/ 1247 h 4316"/>
                  <a:gd name="T60" fmla="*/ 119 w 424"/>
                  <a:gd name="T61" fmla="*/ 971 h 4316"/>
                  <a:gd name="T62" fmla="*/ 179 w 424"/>
                  <a:gd name="T63" fmla="*/ 707 h 4316"/>
                  <a:gd name="T64" fmla="*/ 245 w 424"/>
                  <a:gd name="T65" fmla="*/ 462 h 4316"/>
                  <a:gd name="T66" fmla="*/ 328 w 424"/>
                  <a:gd name="T67" fmla="*/ 222 h 4316"/>
                  <a:gd name="T68" fmla="*/ 424 w 424"/>
                  <a:gd name="T69" fmla="*/ 0 h 4316"/>
                  <a:gd name="T70" fmla="*/ 424 w 424"/>
                  <a:gd name="T7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113" name="Freeform 17">
                <a:extLst>
                  <a:ext uri="{FF2B5EF4-FFF2-40B4-BE49-F238E27FC236}">
                    <a16:creationId xmlns:a16="http://schemas.microsoft.com/office/drawing/2014/main" id="{92927F0F-52F5-83DB-84EF-1C77035AC717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128" y="0"/>
                <a:ext cx="575" cy="4316"/>
              </a:xfrm>
              <a:custGeom>
                <a:avLst/>
                <a:gdLst>
                  <a:gd name="T0" fmla="*/ 12 w 574"/>
                  <a:gd name="T1" fmla="*/ 2146 h 4316"/>
                  <a:gd name="T2" fmla="*/ 24 w 574"/>
                  <a:gd name="T3" fmla="*/ 1846 h 4316"/>
                  <a:gd name="T4" fmla="*/ 54 w 574"/>
                  <a:gd name="T5" fmla="*/ 1559 h 4316"/>
                  <a:gd name="T6" fmla="*/ 96 w 574"/>
                  <a:gd name="T7" fmla="*/ 1277 h 4316"/>
                  <a:gd name="T8" fmla="*/ 162 w 574"/>
                  <a:gd name="T9" fmla="*/ 1001 h 4316"/>
                  <a:gd name="T10" fmla="*/ 239 w 574"/>
                  <a:gd name="T11" fmla="*/ 731 h 4316"/>
                  <a:gd name="T12" fmla="*/ 335 w 574"/>
                  <a:gd name="T13" fmla="*/ 480 h 4316"/>
                  <a:gd name="T14" fmla="*/ 449 w 574"/>
                  <a:gd name="T15" fmla="*/ 234 h 4316"/>
                  <a:gd name="T16" fmla="*/ 574 w 574"/>
                  <a:gd name="T17" fmla="*/ 0 h 4316"/>
                  <a:gd name="T18" fmla="*/ 562 w 574"/>
                  <a:gd name="T19" fmla="*/ 0 h 4316"/>
                  <a:gd name="T20" fmla="*/ 437 w 574"/>
                  <a:gd name="T21" fmla="*/ 234 h 4316"/>
                  <a:gd name="T22" fmla="*/ 323 w 574"/>
                  <a:gd name="T23" fmla="*/ 480 h 4316"/>
                  <a:gd name="T24" fmla="*/ 227 w 574"/>
                  <a:gd name="T25" fmla="*/ 737 h 4316"/>
                  <a:gd name="T26" fmla="*/ 150 w 574"/>
                  <a:gd name="T27" fmla="*/ 1001 h 4316"/>
                  <a:gd name="T28" fmla="*/ 84 w 574"/>
                  <a:gd name="T29" fmla="*/ 1277 h 4316"/>
                  <a:gd name="T30" fmla="*/ 42 w 574"/>
                  <a:gd name="T31" fmla="*/ 1559 h 4316"/>
                  <a:gd name="T32" fmla="*/ 12 w 574"/>
                  <a:gd name="T33" fmla="*/ 1852 h 4316"/>
                  <a:gd name="T34" fmla="*/ 0 w 574"/>
                  <a:gd name="T35" fmla="*/ 2146 h 4316"/>
                  <a:gd name="T36" fmla="*/ 6 w 574"/>
                  <a:gd name="T37" fmla="*/ 2434 h 4316"/>
                  <a:gd name="T38" fmla="*/ 30 w 574"/>
                  <a:gd name="T39" fmla="*/ 2715 h 4316"/>
                  <a:gd name="T40" fmla="*/ 66 w 574"/>
                  <a:gd name="T41" fmla="*/ 2997 h 4316"/>
                  <a:gd name="T42" fmla="*/ 120 w 574"/>
                  <a:gd name="T43" fmla="*/ 3273 h 4316"/>
                  <a:gd name="T44" fmla="*/ 191 w 574"/>
                  <a:gd name="T45" fmla="*/ 3549 h 4316"/>
                  <a:gd name="T46" fmla="*/ 275 w 574"/>
                  <a:gd name="T47" fmla="*/ 3812 h 4316"/>
                  <a:gd name="T48" fmla="*/ 371 w 574"/>
                  <a:gd name="T49" fmla="*/ 4070 h 4316"/>
                  <a:gd name="T50" fmla="*/ 484 w 574"/>
                  <a:gd name="T51" fmla="*/ 4316 h 4316"/>
                  <a:gd name="T52" fmla="*/ 496 w 574"/>
                  <a:gd name="T53" fmla="*/ 4316 h 4316"/>
                  <a:gd name="T54" fmla="*/ 383 w 574"/>
                  <a:gd name="T55" fmla="*/ 4070 h 4316"/>
                  <a:gd name="T56" fmla="*/ 287 w 574"/>
                  <a:gd name="T57" fmla="*/ 3812 h 4316"/>
                  <a:gd name="T58" fmla="*/ 203 w 574"/>
                  <a:gd name="T59" fmla="*/ 3549 h 4316"/>
                  <a:gd name="T60" fmla="*/ 132 w 574"/>
                  <a:gd name="T61" fmla="*/ 3273 h 4316"/>
                  <a:gd name="T62" fmla="*/ 78 w 574"/>
                  <a:gd name="T63" fmla="*/ 2997 h 4316"/>
                  <a:gd name="T64" fmla="*/ 42 w 574"/>
                  <a:gd name="T65" fmla="*/ 2715 h 4316"/>
                  <a:gd name="T66" fmla="*/ 18 w 574"/>
                  <a:gd name="T67" fmla="*/ 2434 h 4316"/>
                  <a:gd name="T68" fmla="*/ 12 w 574"/>
                  <a:gd name="T69" fmla="*/ 2146 h 4316"/>
                  <a:gd name="T70" fmla="*/ 12 w 574"/>
                  <a:gd name="T71" fmla="*/ 214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114" name="Freeform 18">
                <a:extLst>
                  <a:ext uri="{FF2B5EF4-FFF2-40B4-BE49-F238E27FC236}">
                    <a16:creationId xmlns:a16="http://schemas.microsoft.com/office/drawing/2014/main" id="{D3DC2D16-96F0-2A3B-7ED8-D6E4FB9F1F13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702" y="0"/>
                <a:ext cx="737" cy="4316"/>
              </a:xfrm>
              <a:custGeom>
                <a:avLst/>
                <a:gdLst>
                  <a:gd name="T0" fmla="*/ 12 w 735"/>
                  <a:gd name="T1" fmla="*/ 2098 h 4316"/>
                  <a:gd name="T2" fmla="*/ 29 w 735"/>
                  <a:gd name="T3" fmla="*/ 1798 h 4316"/>
                  <a:gd name="T4" fmla="*/ 71 w 735"/>
                  <a:gd name="T5" fmla="*/ 1505 h 4316"/>
                  <a:gd name="T6" fmla="*/ 131 w 735"/>
                  <a:gd name="T7" fmla="*/ 1223 h 4316"/>
                  <a:gd name="T8" fmla="*/ 215 w 735"/>
                  <a:gd name="T9" fmla="*/ 941 h 4316"/>
                  <a:gd name="T10" fmla="*/ 316 w 735"/>
                  <a:gd name="T11" fmla="*/ 689 h 4316"/>
                  <a:gd name="T12" fmla="*/ 442 w 735"/>
                  <a:gd name="T13" fmla="*/ 444 h 4316"/>
                  <a:gd name="T14" fmla="*/ 580 w 735"/>
                  <a:gd name="T15" fmla="*/ 216 h 4316"/>
                  <a:gd name="T16" fmla="*/ 735 w 735"/>
                  <a:gd name="T17" fmla="*/ 0 h 4316"/>
                  <a:gd name="T18" fmla="*/ 723 w 735"/>
                  <a:gd name="T19" fmla="*/ 0 h 4316"/>
                  <a:gd name="T20" fmla="*/ 568 w 735"/>
                  <a:gd name="T21" fmla="*/ 210 h 4316"/>
                  <a:gd name="T22" fmla="*/ 430 w 735"/>
                  <a:gd name="T23" fmla="*/ 438 h 4316"/>
                  <a:gd name="T24" fmla="*/ 311 w 735"/>
                  <a:gd name="T25" fmla="*/ 683 h 4316"/>
                  <a:gd name="T26" fmla="*/ 209 w 735"/>
                  <a:gd name="T27" fmla="*/ 941 h 4316"/>
                  <a:gd name="T28" fmla="*/ 125 w 735"/>
                  <a:gd name="T29" fmla="*/ 1217 h 4316"/>
                  <a:gd name="T30" fmla="*/ 59 w 735"/>
                  <a:gd name="T31" fmla="*/ 1505 h 4316"/>
                  <a:gd name="T32" fmla="*/ 18 w 735"/>
                  <a:gd name="T33" fmla="*/ 1798 h 4316"/>
                  <a:gd name="T34" fmla="*/ 0 w 735"/>
                  <a:gd name="T35" fmla="*/ 2098 h 4316"/>
                  <a:gd name="T36" fmla="*/ 6 w 735"/>
                  <a:gd name="T37" fmla="*/ 2404 h 4316"/>
                  <a:gd name="T38" fmla="*/ 29 w 735"/>
                  <a:gd name="T39" fmla="*/ 2709 h 4316"/>
                  <a:gd name="T40" fmla="*/ 77 w 735"/>
                  <a:gd name="T41" fmla="*/ 3015 h 4316"/>
                  <a:gd name="T42" fmla="*/ 149 w 735"/>
                  <a:gd name="T43" fmla="*/ 3315 h 4316"/>
                  <a:gd name="T44" fmla="*/ 227 w 735"/>
                  <a:gd name="T45" fmla="*/ 3573 h 4316"/>
                  <a:gd name="T46" fmla="*/ 316 w 735"/>
                  <a:gd name="T47" fmla="*/ 3824 h 4316"/>
                  <a:gd name="T48" fmla="*/ 424 w 735"/>
                  <a:gd name="T49" fmla="*/ 4076 h 4316"/>
                  <a:gd name="T50" fmla="*/ 544 w 735"/>
                  <a:gd name="T51" fmla="*/ 4316 h 4316"/>
                  <a:gd name="T52" fmla="*/ 556 w 735"/>
                  <a:gd name="T53" fmla="*/ 4316 h 4316"/>
                  <a:gd name="T54" fmla="*/ 436 w 735"/>
                  <a:gd name="T55" fmla="*/ 4076 h 4316"/>
                  <a:gd name="T56" fmla="*/ 328 w 735"/>
                  <a:gd name="T57" fmla="*/ 3824 h 4316"/>
                  <a:gd name="T58" fmla="*/ 239 w 735"/>
                  <a:gd name="T59" fmla="*/ 3573 h 4316"/>
                  <a:gd name="T60" fmla="*/ 161 w 735"/>
                  <a:gd name="T61" fmla="*/ 3315 h 4316"/>
                  <a:gd name="T62" fmla="*/ 89 w 735"/>
                  <a:gd name="T63" fmla="*/ 3015 h 4316"/>
                  <a:gd name="T64" fmla="*/ 41 w 735"/>
                  <a:gd name="T65" fmla="*/ 2709 h 4316"/>
                  <a:gd name="T66" fmla="*/ 18 w 735"/>
                  <a:gd name="T67" fmla="*/ 2404 h 4316"/>
                  <a:gd name="T68" fmla="*/ 12 w 735"/>
                  <a:gd name="T69" fmla="*/ 2098 h 4316"/>
                  <a:gd name="T70" fmla="*/ 12 w 735"/>
                  <a:gd name="T71" fmla="*/ 209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115" name="Freeform 19">
                <a:extLst>
                  <a:ext uri="{FF2B5EF4-FFF2-40B4-BE49-F238E27FC236}">
                    <a16:creationId xmlns:a16="http://schemas.microsoft.com/office/drawing/2014/main" id="{948140B3-0946-B4A8-1D16-BAF6877B1D84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88" y="0"/>
                <a:ext cx="840" cy="4316"/>
              </a:xfrm>
              <a:custGeom>
                <a:avLst/>
                <a:gdLst>
                  <a:gd name="T0" fmla="*/ 18 w 837"/>
                  <a:gd name="T1" fmla="*/ 1948 h 4316"/>
                  <a:gd name="T2" fmla="*/ 48 w 837"/>
                  <a:gd name="T3" fmla="*/ 1708 h 4316"/>
                  <a:gd name="T4" fmla="*/ 96 w 837"/>
                  <a:gd name="T5" fmla="*/ 1475 h 4316"/>
                  <a:gd name="T6" fmla="*/ 161 w 837"/>
                  <a:gd name="T7" fmla="*/ 1235 h 4316"/>
                  <a:gd name="T8" fmla="*/ 251 w 837"/>
                  <a:gd name="T9" fmla="*/ 995 h 4316"/>
                  <a:gd name="T10" fmla="*/ 365 w 837"/>
                  <a:gd name="T11" fmla="*/ 755 h 4316"/>
                  <a:gd name="T12" fmla="*/ 496 w 837"/>
                  <a:gd name="T13" fmla="*/ 510 h 4316"/>
                  <a:gd name="T14" fmla="*/ 658 w 837"/>
                  <a:gd name="T15" fmla="*/ 258 h 4316"/>
                  <a:gd name="T16" fmla="*/ 741 w 837"/>
                  <a:gd name="T17" fmla="*/ 132 h 4316"/>
                  <a:gd name="T18" fmla="*/ 837 w 837"/>
                  <a:gd name="T19" fmla="*/ 0 h 4316"/>
                  <a:gd name="T20" fmla="*/ 825 w 837"/>
                  <a:gd name="T21" fmla="*/ 0 h 4316"/>
                  <a:gd name="T22" fmla="*/ 729 w 837"/>
                  <a:gd name="T23" fmla="*/ 132 h 4316"/>
                  <a:gd name="T24" fmla="*/ 640 w 837"/>
                  <a:gd name="T25" fmla="*/ 258 h 4316"/>
                  <a:gd name="T26" fmla="*/ 562 w 837"/>
                  <a:gd name="T27" fmla="*/ 384 h 4316"/>
                  <a:gd name="T28" fmla="*/ 484 w 837"/>
                  <a:gd name="T29" fmla="*/ 510 h 4316"/>
                  <a:gd name="T30" fmla="*/ 353 w 837"/>
                  <a:gd name="T31" fmla="*/ 755 h 4316"/>
                  <a:gd name="T32" fmla="*/ 239 w 837"/>
                  <a:gd name="T33" fmla="*/ 995 h 4316"/>
                  <a:gd name="T34" fmla="*/ 150 w 837"/>
                  <a:gd name="T35" fmla="*/ 1235 h 4316"/>
                  <a:gd name="T36" fmla="*/ 84 w 837"/>
                  <a:gd name="T37" fmla="*/ 1469 h 4316"/>
                  <a:gd name="T38" fmla="*/ 36 w 837"/>
                  <a:gd name="T39" fmla="*/ 1702 h 4316"/>
                  <a:gd name="T40" fmla="*/ 6 w 837"/>
                  <a:gd name="T41" fmla="*/ 1942 h 4316"/>
                  <a:gd name="T42" fmla="*/ 0 w 837"/>
                  <a:gd name="T43" fmla="*/ 2200 h 4316"/>
                  <a:gd name="T44" fmla="*/ 12 w 837"/>
                  <a:gd name="T45" fmla="*/ 2470 h 4316"/>
                  <a:gd name="T46" fmla="*/ 48 w 837"/>
                  <a:gd name="T47" fmla="*/ 2739 h 4316"/>
                  <a:gd name="T48" fmla="*/ 114 w 837"/>
                  <a:gd name="T49" fmla="*/ 3027 h 4316"/>
                  <a:gd name="T50" fmla="*/ 150 w 837"/>
                  <a:gd name="T51" fmla="*/ 3171 h 4316"/>
                  <a:gd name="T52" fmla="*/ 197 w 837"/>
                  <a:gd name="T53" fmla="*/ 3321 h 4316"/>
                  <a:gd name="T54" fmla="*/ 245 w 837"/>
                  <a:gd name="T55" fmla="*/ 3477 h 4316"/>
                  <a:gd name="T56" fmla="*/ 305 w 837"/>
                  <a:gd name="T57" fmla="*/ 3639 h 4316"/>
                  <a:gd name="T58" fmla="*/ 365 w 837"/>
                  <a:gd name="T59" fmla="*/ 3800 h 4316"/>
                  <a:gd name="T60" fmla="*/ 437 w 837"/>
                  <a:gd name="T61" fmla="*/ 3968 h 4316"/>
                  <a:gd name="T62" fmla="*/ 508 w 837"/>
                  <a:gd name="T63" fmla="*/ 4136 h 4316"/>
                  <a:gd name="T64" fmla="*/ 592 w 837"/>
                  <a:gd name="T65" fmla="*/ 4316 h 4316"/>
                  <a:gd name="T66" fmla="*/ 604 w 837"/>
                  <a:gd name="T67" fmla="*/ 4316 h 4316"/>
                  <a:gd name="T68" fmla="*/ 520 w 837"/>
                  <a:gd name="T69" fmla="*/ 4136 h 4316"/>
                  <a:gd name="T70" fmla="*/ 448 w 837"/>
                  <a:gd name="T71" fmla="*/ 3968 h 4316"/>
                  <a:gd name="T72" fmla="*/ 377 w 837"/>
                  <a:gd name="T73" fmla="*/ 3800 h 4316"/>
                  <a:gd name="T74" fmla="*/ 317 w 837"/>
                  <a:gd name="T75" fmla="*/ 3639 h 4316"/>
                  <a:gd name="T76" fmla="*/ 257 w 837"/>
                  <a:gd name="T77" fmla="*/ 3477 h 4316"/>
                  <a:gd name="T78" fmla="*/ 209 w 837"/>
                  <a:gd name="T79" fmla="*/ 3327 h 4316"/>
                  <a:gd name="T80" fmla="*/ 161 w 837"/>
                  <a:gd name="T81" fmla="*/ 3171 h 4316"/>
                  <a:gd name="T82" fmla="*/ 126 w 837"/>
                  <a:gd name="T83" fmla="*/ 3027 h 4316"/>
                  <a:gd name="T84" fmla="*/ 60 w 837"/>
                  <a:gd name="T85" fmla="*/ 2739 h 4316"/>
                  <a:gd name="T86" fmla="*/ 24 w 837"/>
                  <a:gd name="T87" fmla="*/ 2470 h 4316"/>
                  <a:gd name="T88" fmla="*/ 12 w 837"/>
                  <a:gd name="T89" fmla="*/ 2206 h 4316"/>
                  <a:gd name="T90" fmla="*/ 18 w 837"/>
                  <a:gd name="T91" fmla="*/ 1948 h 4316"/>
                  <a:gd name="T92" fmla="*/ 18 w 837"/>
                  <a:gd name="T93" fmla="*/ 194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4116" name="Freeform 20">
              <a:extLst>
                <a:ext uri="{FF2B5EF4-FFF2-40B4-BE49-F238E27FC236}">
                  <a16:creationId xmlns:a16="http://schemas.microsoft.com/office/drawing/2014/main" id="{BAA66614-74A0-5F42-98CC-5227527FE87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2901"/>
              <a:ext cx="606" cy="1415"/>
            </a:xfrm>
            <a:custGeom>
              <a:avLst/>
              <a:gdLst>
                <a:gd name="T0" fmla="*/ 0 w 604"/>
                <a:gd name="T1" fmla="*/ 54 h 1415"/>
                <a:gd name="T2" fmla="*/ 42 w 604"/>
                <a:gd name="T3" fmla="*/ 228 h 1415"/>
                <a:gd name="T4" fmla="*/ 96 w 604"/>
                <a:gd name="T5" fmla="*/ 402 h 1415"/>
                <a:gd name="T6" fmla="*/ 161 w 604"/>
                <a:gd name="T7" fmla="*/ 576 h 1415"/>
                <a:gd name="T8" fmla="*/ 227 w 604"/>
                <a:gd name="T9" fmla="*/ 744 h 1415"/>
                <a:gd name="T10" fmla="*/ 305 w 604"/>
                <a:gd name="T11" fmla="*/ 917 h 1415"/>
                <a:gd name="T12" fmla="*/ 389 w 604"/>
                <a:gd name="T13" fmla="*/ 1085 h 1415"/>
                <a:gd name="T14" fmla="*/ 484 w 604"/>
                <a:gd name="T15" fmla="*/ 1253 h 1415"/>
                <a:gd name="T16" fmla="*/ 586 w 604"/>
                <a:gd name="T17" fmla="*/ 1415 h 1415"/>
                <a:gd name="T18" fmla="*/ 604 w 604"/>
                <a:gd name="T19" fmla="*/ 1415 h 1415"/>
                <a:gd name="T20" fmla="*/ 496 w 604"/>
                <a:gd name="T21" fmla="*/ 1247 h 1415"/>
                <a:gd name="T22" fmla="*/ 401 w 604"/>
                <a:gd name="T23" fmla="*/ 1073 h 1415"/>
                <a:gd name="T24" fmla="*/ 311 w 604"/>
                <a:gd name="T25" fmla="*/ 899 h 1415"/>
                <a:gd name="T26" fmla="*/ 233 w 604"/>
                <a:gd name="T27" fmla="*/ 720 h 1415"/>
                <a:gd name="T28" fmla="*/ 161 w 604"/>
                <a:gd name="T29" fmla="*/ 546 h 1415"/>
                <a:gd name="T30" fmla="*/ 102 w 604"/>
                <a:gd name="T31" fmla="*/ 366 h 1415"/>
                <a:gd name="T32" fmla="*/ 48 w 604"/>
                <a:gd name="T33" fmla="*/ 180 h 1415"/>
                <a:gd name="T34" fmla="*/ 0 w 604"/>
                <a:gd name="T35" fmla="*/ 0 h 1415"/>
                <a:gd name="T36" fmla="*/ 0 w 604"/>
                <a:gd name="T37" fmla="*/ 54 h 1415"/>
                <a:gd name="T38" fmla="*/ 0 w 604"/>
                <a:gd name="T39" fmla="*/ 54 h 1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117" name="Freeform 21">
              <a:extLst>
                <a:ext uri="{FF2B5EF4-FFF2-40B4-BE49-F238E27FC236}">
                  <a16:creationId xmlns:a16="http://schemas.microsoft.com/office/drawing/2014/main" id="{A72ED088-D2FF-D03B-9A2F-BB7752C254E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3890"/>
              <a:ext cx="228" cy="426"/>
            </a:xfrm>
            <a:custGeom>
              <a:avLst/>
              <a:gdLst>
                <a:gd name="T0" fmla="*/ 0 w 227"/>
                <a:gd name="T1" fmla="*/ 30 h 426"/>
                <a:gd name="T2" fmla="*/ 108 w 227"/>
                <a:gd name="T3" fmla="*/ 240 h 426"/>
                <a:gd name="T4" fmla="*/ 215 w 227"/>
                <a:gd name="T5" fmla="*/ 426 h 426"/>
                <a:gd name="T6" fmla="*/ 227 w 227"/>
                <a:gd name="T7" fmla="*/ 426 h 426"/>
                <a:gd name="T8" fmla="*/ 167 w 227"/>
                <a:gd name="T9" fmla="*/ 330 h 426"/>
                <a:gd name="T10" fmla="*/ 114 w 227"/>
                <a:gd name="T11" fmla="*/ 222 h 426"/>
                <a:gd name="T12" fmla="*/ 0 w 227"/>
                <a:gd name="T13" fmla="*/ 0 h 426"/>
                <a:gd name="T14" fmla="*/ 0 w 227"/>
                <a:gd name="T15" fmla="*/ 30 h 426"/>
                <a:gd name="T16" fmla="*/ 0 w 227"/>
                <a:gd name="T17" fmla="*/ 30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118" name="Freeform 22">
              <a:extLst>
                <a:ext uri="{FF2B5EF4-FFF2-40B4-BE49-F238E27FC236}">
                  <a16:creationId xmlns:a16="http://schemas.microsoft.com/office/drawing/2014/main" id="{E8C86BC9-B097-02C1-40E6-5A80777B258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776" y="0"/>
              <a:ext cx="984" cy="1786"/>
            </a:xfrm>
            <a:custGeom>
              <a:avLst/>
              <a:gdLst>
                <a:gd name="T0" fmla="*/ 981 w 981"/>
                <a:gd name="T1" fmla="*/ 1786 h 1786"/>
                <a:gd name="T2" fmla="*/ 981 w 981"/>
                <a:gd name="T3" fmla="*/ 1720 h 1786"/>
                <a:gd name="T4" fmla="*/ 969 w 981"/>
                <a:gd name="T5" fmla="*/ 1666 h 1786"/>
                <a:gd name="T6" fmla="*/ 957 w 981"/>
                <a:gd name="T7" fmla="*/ 1613 h 1786"/>
                <a:gd name="T8" fmla="*/ 921 w 981"/>
                <a:gd name="T9" fmla="*/ 1487 h 1786"/>
                <a:gd name="T10" fmla="*/ 885 w 981"/>
                <a:gd name="T11" fmla="*/ 1361 h 1786"/>
                <a:gd name="T12" fmla="*/ 796 w 981"/>
                <a:gd name="T13" fmla="*/ 1121 h 1786"/>
                <a:gd name="T14" fmla="*/ 682 w 981"/>
                <a:gd name="T15" fmla="*/ 899 h 1786"/>
                <a:gd name="T16" fmla="*/ 562 w 981"/>
                <a:gd name="T17" fmla="*/ 689 h 1786"/>
                <a:gd name="T18" fmla="*/ 431 w 981"/>
                <a:gd name="T19" fmla="*/ 498 h 1786"/>
                <a:gd name="T20" fmla="*/ 293 w 981"/>
                <a:gd name="T21" fmla="*/ 318 h 1786"/>
                <a:gd name="T22" fmla="*/ 150 w 981"/>
                <a:gd name="T23" fmla="*/ 150 h 1786"/>
                <a:gd name="T24" fmla="*/ 12 w 981"/>
                <a:gd name="T25" fmla="*/ 0 h 1786"/>
                <a:gd name="T26" fmla="*/ 0 w 981"/>
                <a:gd name="T27" fmla="*/ 0 h 1786"/>
                <a:gd name="T28" fmla="*/ 138 w 981"/>
                <a:gd name="T29" fmla="*/ 150 h 1786"/>
                <a:gd name="T30" fmla="*/ 275 w 981"/>
                <a:gd name="T31" fmla="*/ 318 h 1786"/>
                <a:gd name="T32" fmla="*/ 413 w 981"/>
                <a:gd name="T33" fmla="*/ 498 h 1786"/>
                <a:gd name="T34" fmla="*/ 545 w 981"/>
                <a:gd name="T35" fmla="*/ 689 h 1786"/>
                <a:gd name="T36" fmla="*/ 670 w 981"/>
                <a:gd name="T37" fmla="*/ 899 h 1786"/>
                <a:gd name="T38" fmla="*/ 778 w 981"/>
                <a:gd name="T39" fmla="*/ 1121 h 1786"/>
                <a:gd name="T40" fmla="*/ 873 w 981"/>
                <a:gd name="T41" fmla="*/ 1361 h 1786"/>
                <a:gd name="T42" fmla="*/ 909 w 981"/>
                <a:gd name="T43" fmla="*/ 1487 h 1786"/>
                <a:gd name="T44" fmla="*/ 945 w 981"/>
                <a:gd name="T45" fmla="*/ 1619 h 1786"/>
                <a:gd name="T46" fmla="*/ 963 w 981"/>
                <a:gd name="T47" fmla="*/ 1702 h 1786"/>
                <a:gd name="T48" fmla="*/ 981 w 981"/>
                <a:gd name="T49" fmla="*/ 1786 h 1786"/>
                <a:gd name="T50" fmla="*/ 981 w 981"/>
                <a:gd name="T51" fmla="*/ 1786 h 17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119" name="Freeform 23">
              <a:extLst>
                <a:ext uri="{FF2B5EF4-FFF2-40B4-BE49-F238E27FC236}">
                  <a16:creationId xmlns:a16="http://schemas.microsoft.com/office/drawing/2014/main" id="{7C7588CE-D364-62D1-E937-0CB914320A9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717 w 717"/>
                <a:gd name="T1" fmla="*/ 845 h 845"/>
                <a:gd name="T2" fmla="*/ 717 w 717"/>
                <a:gd name="T3" fmla="*/ 821 h 845"/>
                <a:gd name="T4" fmla="*/ 574 w 717"/>
                <a:gd name="T5" fmla="*/ 605 h 845"/>
                <a:gd name="T6" fmla="*/ 406 w 717"/>
                <a:gd name="T7" fmla="*/ 396 h 845"/>
                <a:gd name="T8" fmla="*/ 221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209 w 717"/>
                <a:gd name="T15" fmla="*/ 198 h 845"/>
                <a:gd name="T16" fmla="*/ 400 w 717"/>
                <a:gd name="T17" fmla="*/ 408 h 845"/>
                <a:gd name="T18" fmla="*/ 568 w 717"/>
                <a:gd name="T19" fmla="*/ 623 h 845"/>
                <a:gd name="T20" fmla="*/ 717 w 717"/>
                <a:gd name="T21" fmla="*/ 845 h 845"/>
                <a:gd name="T22" fmla="*/ 717 w 717"/>
                <a:gd name="T23" fmla="*/ 845 h 8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120" name="Freeform 24">
              <a:extLst>
                <a:ext uri="{FF2B5EF4-FFF2-40B4-BE49-F238E27FC236}">
                  <a16:creationId xmlns:a16="http://schemas.microsoft.com/office/drawing/2014/main" id="{45F274A8-AF2A-D4DE-535B-09CE0677FF4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407 w 407"/>
                <a:gd name="T1" fmla="*/ 414 h 414"/>
                <a:gd name="T2" fmla="*/ 407 w 407"/>
                <a:gd name="T3" fmla="*/ 396 h 414"/>
                <a:gd name="T4" fmla="*/ 222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216 w 407"/>
                <a:gd name="T13" fmla="*/ 204 h 414"/>
                <a:gd name="T14" fmla="*/ 407 w 407"/>
                <a:gd name="T15" fmla="*/ 414 h 414"/>
                <a:gd name="T16" fmla="*/ 407 w 407"/>
                <a:gd name="T17" fmla="*/ 414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121" name="Freeform 25">
              <a:extLst>
                <a:ext uri="{FF2B5EF4-FFF2-40B4-BE49-F238E27FC236}">
                  <a16:creationId xmlns:a16="http://schemas.microsoft.com/office/drawing/2014/main" id="{BC8773D0-5AEC-15A8-23BF-F7EB76A1FCA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858" cy="1409"/>
            </a:xfrm>
            <a:custGeom>
              <a:avLst/>
              <a:gdLst>
                <a:gd name="T0" fmla="*/ 0 w 855"/>
                <a:gd name="T1" fmla="*/ 1361 h 1409"/>
                <a:gd name="T2" fmla="*/ 0 w 855"/>
                <a:gd name="T3" fmla="*/ 1409 h 1409"/>
                <a:gd name="T4" fmla="*/ 54 w 855"/>
                <a:gd name="T5" fmla="*/ 1211 h 1409"/>
                <a:gd name="T6" fmla="*/ 126 w 855"/>
                <a:gd name="T7" fmla="*/ 1013 h 1409"/>
                <a:gd name="T8" fmla="*/ 215 w 855"/>
                <a:gd name="T9" fmla="*/ 827 h 1409"/>
                <a:gd name="T10" fmla="*/ 311 w 855"/>
                <a:gd name="T11" fmla="*/ 647 h 1409"/>
                <a:gd name="T12" fmla="*/ 431 w 855"/>
                <a:gd name="T13" fmla="*/ 474 h 1409"/>
                <a:gd name="T14" fmla="*/ 556 w 855"/>
                <a:gd name="T15" fmla="*/ 312 h 1409"/>
                <a:gd name="T16" fmla="*/ 700 w 855"/>
                <a:gd name="T17" fmla="*/ 150 h 1409"/>
                <a:gd name="T18" fmla="*/ 855 w 855"/>
                <a:gd name="T19" fmla="*/ 0 h 1409"/>
                <a:gd name="T20" fmla="*/ 837 w 855"/>
                <a:gd name="T21" fmla="*/ 0 h 1409"/>
                <a:gd name="T22" fmla="*/ 688 w 855"/>
                <a:gd name="T23" fmla="*/ 144 h 1409"/>
                <a:gd name="T24" fmla="*/ 550 w 855"/>
                <a:gd name="T25" fmla="*/ 300 h 1409"/>
                <a:gd name="T26" fmla="*/ 425 w 855"/>
                <a:gd name="T27" fmla="*/ 462 h 1409"/>
                <a:gd name="T28" fmla="*/ 311 w 855"/>
                <a:gd name="T29" fmla="*/ 629 h 1409"/>
                <a:gd name="T30" fmla="*/ 215 w 855"/>
                <a:gd name="T31" fmla="*/ 803 h 1409"/>
                <a:gd name="T32" fmla="*/ 132 w 855"/>
                <a:gd name="T33" fmla="*/ 983 h 1409"/>
                <a:gd name="T34" fmla="*/ 60 w 855"/>
                <a:gd name="T35" fmla="*/ 1169 h 1409"/>
                <a:gd name="T36" fmla="*/ 0 w 855"/>
                <a:gd name="T37" fmla="*/ 1361 h 1409"/>
                <a:gd name="T38" fmla="*/ 0 w 855"/>
                <a:gd name="T39" fmla="*/ 1361 h 1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122" name="Freeform 26">
              <a:extLst>
                <a:ext uri="{FF2B5EF4-FFF2-40B4-BE49-F238E27FC236}">
                  <a16:creationId xmlns:a16="http://schemas.microsoft.com/office/drawing/2014/main" id="{600E230A-38AF-6021-B7E4-4FBFE488712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586 w 586"/>
                <a:gd name="T1" fmla="*/ 0 h 599"/>
                <a:gd name="T2" fmla="*/ 568 w 586"/>
                <a:gd name="T3" fmla="*/ 0 h 599"/>
                <a:gd name="T4" fmla="*/ 407 w 586"/>
                <a:gd name="T5" fmla="*/ 132 h 599"/>
                <a:gd name="T6" fmla="*/ 257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257 w 586"/>
                <a:gd name="T17" fmla="*/ 282 h 599"/>
                <a:gd name="T18" fmla="*/ 413 w 586"/>
                <a:gd name="T19" fmla="*/ 138 h 599"/>
                <a:gd name="T20" fmla="*/ 586 w 586"/>
                <a:gd name="T21" fmla="*/ 0 h 599"/>
                <a:gd name="T22" fmla="*/ 586 w 586"/>
                <a:gd name="T23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123" name="Freeform 27">
              <a:extLst>
                <a:ext uri="{FF2B5EF4-FFF2-40B4-BE49-F238E27FC236}">
                  <a16:creationId xmlns:a16="http://schemas.microsoft.com/office/drawing/2014/main" id="{3D2A3670-B31D-E876-9C70-04A60DECBAD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269 w 269"/>
                <a:gd name="T1" fmla="*/ 0 h 252"/>
                <a:gd name="T2" fmla="*/ 251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269 w 269"/>
                <a:gd name="T15" fmla="*/ 0 h 252"/>
                <a:gd name="T16" fmla="*/ 269 w 269"/>
                <a:gd name="T17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124" name="Line 28">
              <a:extLst>
                <a:ext uri="{FF2B5EF4-FFF2-40B4-BE49-F238E27FC236}">
                  <a16:creationId xmlns:a16="http://schemas.microsoft.com/office/drawing/2014/main" id="{5D465756-EE5E-6F7A-6ACE-ED7DCC4967AB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125" name="Line 29">
              <a:extLst>
                <a:ext uri="{FF2B5EF4-FFF2-40B4-BE49-F238E27FC236}">
                  <a16:creationId xmlns:a16="http://schemas.microsoft.com/office/drawing/2014/main" id="{4E618FB4-E426-36EE-F28B-EEFCF010A808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126" name="Line 30">
              <a:extLst>
                <a:ext uri="{FF2B5EF4-FFF2-40B4-BE49-F238E27FC236}">
                  <a16:creationId xmlns:a16="http://schemas.microsoft.com/office/drawing/2014/main" id="{ADAAE1C9-CBBC-AA36-E0A9-212F943BD3FF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grpSp>
          <p:nvGrpSpPr>
            <p:cNvPr id="4127" name="Group 31">
              <a:extLst>
                <a:ext uri="{FF2B5EF4-FFF2-40B4-BE49-F238E27FC236}">
                  <a16:creationId xmlns:a16="http://schemas.microsoft.com/office/drawing/2014/main" id="{1E07D2DF-4584-DBBF-2F18-156C398CE9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4128" name="Line 32">
                <a:extLst>
                  <a:ext uri="{FF2B5EF4-FFF2-40B4-BE49-F238E27FC236}">
                    <a16:creationId xmlns:a16="http://schemas.microsoft.com/office/drawing/2014/main" id="{016A8994-0202-ABA5-8A54-B9EBD3CB603A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129" name="Line 33">
                <a:extLst>
                  <a:ext uri="{FF2B5EF4-FFF2-40B4-BE49-F238E27FC236}">
                    <a16:creationId xmlns:a16="http://schemas.microsoft.com/office/drawing/2014/main" id="{D0BEA4D3-C6BC-5364-9D03-21E9E36CFD01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130" name="Line 34">
                <a:extLst>
                  <a:ext uri="{FF2B5EF4-FFF2-40B4-BE49-F238E27FC236}">
                    <a16:creationId xmlns:a16="http://schemas.microsoft.com/office/drawing/2014/main" id="{708C50C7-3774-9A96-1601-EAC94FFAC2F3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131" name="Line 35">
                <a:extLst>
                  <a:ext uri="{FF2B5EF4-FFF2-40B4-BE49-F238E27FC236}">
                    <a16:creationId xmlns:a16="http://schemas.microsoft.com/office/drawing/2014/main" id="{94C83E1B-E528-47FF-0DCB-43861961A563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132" name="Line 36">
                <a:extLst>
                  <a:ext uri="{FF2B5EF4-FFF2-40B4-BE49-F238E27FC236}">
                    <a16:creationId xmlns:a16="http://schemas.microsoft.com/office/drawing/2014/main" id="{5D64FC46-CE37-B285-DFD6-D73DC9E50BB3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4133" name="Line 37">
              <a:extLst>
                <a:ext uri="{FF2B5EF4-FFF2-40B4-BE49-F238E27FC236}">
                  <a16:creationId xmlns:a16="http://schemas.microsoft.com/office/drawing/2014/main" id="{01CF4A87-C02B-B159-8A7C-B105251700A7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134" name="Line 38">
              <a:extLst>
                <a:ext uri="{FF2B5EF4-FFF2-40B4-BE49-F238E27FC236}">
                  <a16:creationId xmlns:a16="http://schemas.microsoft.com/office/drawing/2014/main" id="{AF97BE4C-1C17-2D0D-CDE4-AEF168EAA1B7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135" name="Rectangle 39">
            <a:extLst>
              <a:ext uri="{FF2B5EF4-FFF2-40B4-BE49-F238E27FC236}">
                <a16:creationId xmlns:a16="http://schemas.microsoft.com/office/drawing/2014/main" id="{3D4B256C-62AA-D010-8DEE-EAA14FDA9C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4136" name="Rectangle 40">
            <a:extLst>
              <a:ext uri="{FF2B5EF4-FFF2-40B4-BE49-F238E27FC236}">
                <a16:creationId xmlns:a16="http://schemas.microsoft.com/office/drawing/2014/main" id="{FC5B23E1-88D8-1CAD-5B4B-95FAA424E92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pt-BR"/>
          </a:p>
        </p:txBody>
      </p:sp>
      <p:sp>
        <p:nvSpPr>
          <p:cNvPr id="4137" name="Rectangle 41">
            <a:extLst>
              <a:ext uri="{FF2B5EF4-FFF2-40B4-BE49-F238E27FC236}">
                <a16:creationId xmlns:a16="http://schemas.microsoft.com/office/drawing/2014/main" id="{448C7C9C-C291-6B4A-5173-D4BBA2BB08E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pt-BR"/>
          </a:p>
        </p:txBody>
      </p:sp>
      <p:sp>
        <p:nvSpPr>
          <p:cNvPr id="4138" name="Rectangle 42">
            <a:extLst>
              <a:ext uri="{FF2B5EF4-FFF2-40B4-BE49-F238E27FC236}">
                <a16:creationId xmlns:a16="http://schemas.microsoft.com/office/drawing/2014/main" id="{BC8F789A-5ED2-37D9-AA2C-EFB51735E7A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fld id="{8AB0687C-1038-40D1-8CEE-0CE929D7F25E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4139" name="Rectangle 43">
            <a:extLst>
              <a:ext uri="{FF2B5EF4-FFF2-40B4-BE49-F238E27FC236}">
                <a16:creationId xmlns:a16="http://schemas.microsoft.com/office/drawing/2014/main" id="{CA9303B1-B8BB-53BF-CF9B-11F250A1C1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32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1"/>
        </a:buClr>
        <a:buChar char="•"/>
        <a:defRPr sz="28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n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•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D80A37DE-E731-EA0B-174C-18F2D97296B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pt-BR" altLang="pt-BR" sz="4800" i="1"/>
              <a:t>65 </a:t>
            </a:r>
            <a:br>
              <a:rPr lang="pt-BR" altLang="pt-BR" sz="4800" i="1"/>
            </a:br>
            <a:r>
              <a:rPr lang="pt-BR" altLang="pt-BR" sz="4800" i="1"/>
              <a:t> QUEM IRÁ?</a:t>
            </a:r>
            <a:endParaRPr lang="en-US" altLang="pt-BR" sz="4800" i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9C3BBAD8-25F8-A357-DDAA-99F872D42E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609600"/>
            <a:ext cx="8686800" cy="5257800"/>
          </a:xfrm>
        </p:spPr>
        <p:txBody>
          <a:bodyPr/>
          <a:lstStyle/>
          <a:p>
            <a:r>
              <a:rPr lang="pt-BR" altLang="pt-BR" sz="3200" b="1"/>
              <a:t>EIS OS MILHÕES,</a:t>
            </a:r>
            <a:br>
              <a:rPr lang="pt-BR" altLang="pt-BR" sz="3200" b="1"/>
            </a:br>
            <a:r>
              <a:rPr lang="pt-BR" altLang="pt-BR" sz="3200" b="1"/>
              <a:t> QUE EM TREVAS TÃO MEDONHAS</a:t>
            </a:r>
            <a:br>
              <a:rPr lang="pt-BR" altLang="pt-BR" sz="3200" b="1"/>
            </a:br>
            <a:r>
              <a:rPr lang="pt-BR" altLang="pt-BR" sz="3200" b="1"/>
              <a:t>JAZEM PERDIDOS, SEM O SALVADOR!</a:t>
            </a:r>
            <a:br>
              <a:rPr lang="pt-BR" altLang="pt-BR" sz="3200" b="1"/>
            </a:br>
            <a:r>
              <a:rPr lang="pt-BR" altLang="pt-BR" sz="3200" b="1"/>
              <a:t>QUEM, QUEM IRÁ </a:t>
            </a:r>
            <a:br>
              <a:rPr lang="pt-BR" altLang="pt-BR" sz="3200" b="1"/>
            </a:br>
            <a:r>
              <a:rPr lang="pt-BR" altLang="pt-BR" sz="3200" b="1"/>
              <a:t>AS NOVAS PROCLAMANDO,</a:t>
            </a:r>
            <a:br>
              <a:rPr lang="pt-BR" altLang="pt-BR" sz="3200" b="1"/>
            </a:br>
            <a:r>
              <a:rPr lang="pt-BR" altLang="pt-BR" sz="3200" b="1"/>
              <a:t>QUE DEUS, EM CRISTO, </a:t>
            </a:r>
            <a:br>
              <a:rPr lang="pt-BR" altLang="pt-BR" sz="3200" b="1"/>
            </a:br>
            <a:r>
              <a:rPr lang="pt-BR" altLang="pt-BR" sz="3200" b="1"/>
              <a:t>SALVA O PECADOR?</a:t>
            </a:r>
            <a:br>
              <a:rPr lang="pt-BR" altLang="pt-BR" sz="3200" b="1"/>
            </a:br>
            <a:endParaRPr lang="pt-BR" altLang="pt-BR" sz="3200"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4F4BFFDC-6E58-63E4-3123-37281D7DCB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457200"/>
            <a:ext cx="8569325" cy="4159250"/>
          </a:xfrm>
        </p:spPr>
        <p:txBody>
          <a:bodyPr/>
          <a:lstStyle/>
          <a:p>
            <a:r>
              <a:rPr lang="pt-BR" altLang="pt-BR" sz="3200" b="1" i="1"/>
              <a:t>TODO O PODER O PAI ME DEU,</a:t>
            </a:r>
            <a:br>
              <a:rPr lang="pt-BR" altLang="pt-BR" sz="3200" b="1" i="1"/>
            </a:br>
            <a:r>
              <a:rPr lang="pt-BR" altLang="pt-BR" sz="3200" b="1" i="1"/>
              <a:t>NA TERRA COMO LÁ NO CÉU!</a:t>
            </a:r>
            <a:br>
              <a:rPr lang="pt-BR" altLang="pt-BR" sz="3200" b="1" i="1"/>
            </a:br>
            <a:r>
              <a:rPr lang="pt-BR" altLang="pt-BR" sz="3200" b="1" i="1"/>
              <a:t>IDE, POIS, ANUNCIAR O EVANGELHO,</a:t>
            </a:r>
            <a:br>
              <a:rPr lang="pt-BR" altLang="pt-BR" sz="3200" b="1" i="1"/>
            </a:br>
            <a:r>
              <a:rPr lang="pt-BR" altLang="pt-BR" sz="3200" b="1" i="1"/>
              <a:t>E EIS-ME CONVOSCO SEMPRE!</a:t>
            </a:r>
            <a:br>
              <a:rPr lang="pt-BR" altLang="pt-BR" sz="3600" b="1" i="1"/>
            </a:br>
            <a:endParaRPr lang="pt-BR" altLang="pt-BR" sz="3600" b="1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6CD0D539-3B36-A68B-A1D8-0F8944D70E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609600"/>
            <a:ext cx="9144000" cy="4419600"/>
          </a:xfrm>
        </p:spPr>
        <p:txBody>
          <a:bodyPr/>
          <a:lstStyle/>
          <a:p>
            <a:r>
              <a:rPr lang="pt-BR" altLang="pt-BR" sz="3200" b="1"/>
              <a:t>PORTAS ABERTAS,</a:t>
            </a:r>
            <a:br>
              <a:rPr lang="pt-BR" altLang="pt-BR" sz="3200" b="1"/>
            </a:br>
            <a:r>
              <a:rPr lang="pt-BR" altLang="pt-BR" sz="3200" b="1"/>
              <a:t> EIS POR TODO O MUNDO!</a:t>
            </a:r>
            <a:br>
              <a:rPr lang="pt-BR" altLang="pt-BR" sz="3200" b="1"/>
            </a:br>
            <a:r>
              <a:rPr lang="pt-BR" altLang="pt-BR" sz="3200" b="1"/>
              <a:t>CRISTÃOS, ERGUEI-VOS! </a:t>
            </a:r>
            <a:br>
              <a:rPr lang="pt-BR" altLang="pt-BR" sz="3200" b="1"/>
            </a:br>
            <a:r>
              <a:rPr lang="pt-BR" altLang="pt-BR" sz="3200" b="1"/>
              <a:t>JÁ AVANTE ANDAI!</a:t>
            </a:r>
            <a:br>
              <a:rPr lang="pt-BR" altLang="pt-BR" sz="3200" b="1"/>
            </a:br>
            <a:r>
              <a:rPr lang="pt-BR" altLang="pt-BR" sz="3200" b="1"/>
              <a:t>CRENTES EM CRISTO! </a:t>
            </a:r>
            <a:br>
              <a:rPr lang="pt-BR" altLang="pt-BR" sz="3200" b="1"/>
            </a:br>
            <a:r>
              <a:rPr lang="pt-BR" altLang="pt-BR" sz="3200" b="1"/>
              <a:t>UNI AS VOSSAS FORÇAS.</a:t>
            </a:r>
            <a:br>
              <a:rPr lang="pt-BR" altLang="pt-BR" sz="3200" b="1"/>
            </a:br>
            <a:r>
              <a:rPr lang="pt-BR" altLang="pt-BR" sz="3200" b="1"/>
              <a:t>DA ESCRAVIDÃO OS POVOS LIBERTAI.</a:t>
            </a:r>
            <a:br>
              <a:rPr lang="pt-BR" altLang="pt-BR" sz="3600" b="1"/>
            </a:br>
            <a:endParaRPr lang="pt-BR" altLang="pt-BR" sz="3600"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4737D227-211B-638C-BFD3-A061CF9DCA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685800"/>
            <a:ext cx="8686800" cy="4014788"/>
          </a:xfrm>
        </p:spPr>
        <p:txBody>
          <a:bodyPr/>
          <a:lstStyle/>
          <a:p>
            <a:r>
              <a:rPr lang="pt-BR" altLang="pt-BR" sz="3200" b="1" i="1"/>
              <a:t>TODO O PODER O PAI ME DEU,</a:t>
            </a:r>
            <a:br>
              <a:rPr lang="pt-BR" altLang="pt-BR" sz="3200" b="1" i="1"/>
            </a:br>
            <a:r>
              <a:rPr lang="pt-BR" altLang="pt-BR" sz="3200" b="1" i="1"/>
              <a:t>NA TERRA COMO LÁ NO CÉU!</a:t>
            </a:r>
            <a:br>
              <a:rPr lang="pt-BR" altLang="pt-BR" sz="3200" b="1" i="1"/>
            </a:br>
            <a:r>
              <a:rPr lang="pt-BR" altLang="pt-BR" sz="3200" b="1" i="1"/>
              <a:t>IDE, POIS, ANUNCIAR O EVANGELHO,</a:t>
            </a:r>
            <a:br>
              <a:rPr lang="pt-BR" altLang="pt-BR" sz="3200" b="1" i="1"/>
            </a:br>
            <a:r>
              <a:rPr lang="pt-BR" altLang="pt-BR" sz="3200" b="1" i="1"/>
              <a:t>E EIS-ME CONVOSCO SEMPRE!</a:t>
            </a:r>
            <a:br>
              <a:rPr lang="pt-BR" altLang="pt-BR" sz="3200" b="1" i="1"/>
            </a:br>
            <a:endParaRPr lang="pt-BR" altLang="pt-BR" sz="3200" b="1"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EBE0755A-82F9-CAB2-A7A2-1F7B778E4E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0825" y="685800"/>
            <a:ext cx="8893175" cy="4375150"/>
          </a:xfrm>
        </p:spPr>
        <p:txBody>
          <a:bodyPr/>
          <a:lstStyle/>
          <a:p>
            <a:r>
              <a:rPr lang="pt-BR" altLang="pt-BR" sz="3200" b="1"/>
              <a:t>Ó VINDE A MIM! A VOZ DIVINA CLAMA,</a:t>
            </a:r>
            <a:br>
              <a:rPr lang="pt-BR" altLang="pt-BR" sz="3200" b="1"/>
            </a:br>
            <a:r>
              <a:rPr lang="pt-BR" altLang="pt-BR" sz="3200" b="1"/>
              <a:t>VINDE! CLAMAI EM NOME DE JESUS:</a:t>
            </a:r>
            <a:br>
              <a:rPr lang="pt-BR" altLang="pt-BR" sz="3200" b="1"/>
            </a:br>
            <a:r>
              <a:rPr lang="pt-BR" altLang="pt-BR" sz="3200" b="1"/>
              <a:t>P’RA NOS SALVAR DA MALDIÇÃO ETERNA,</a:t>
            </a:r>
            <a:br>
              <a:rPr lang="pt-BR" altLang="pt-BR" sz="3200" b="1"/>
            </a:br>
            <a:r>
              <a:rPr lang="pt-BR" altLang="pt-BR" sz="3200" b="1"/>
              <a:t>SEU SANGUE DERRAMOU </a:t>
            </a:r>
            <a:br>
              <a:rPr lang="pt-BR" altLang="pt-BR" sz="3200" b="1"/>
            </a:br>
            <a:r>
              <a:rPr lang="pt-BR" altLang="pt-BR" sz="3200" b="1"/>
              <a:t>POR NÓS NA CRUZ.</a:t>
            </a:r>
            <a:br>
              <a:rPr lang="pt-BR" altLang="pt-BR" sz="3200" b="1"/>
            </a:br>
            <a:endParaRPr lang="pt-BR" altLang="pt-BR" sz="320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80FA6BD9-6B30-6CC4-1001-0EB5AC4F93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476250"/>
            <a:ext cx="8507413" cy="4159250"/>
          </a:xfrm>
        </p:spPr>
        <p:txBody>
          <a:bodyPr/>
          <a:lstStyle/>
          <a:p>
            <a:r>
              <a:rPr lang="pt-BR" altLang="pt-BR" sz="3200" b="1" i="1"/>
              <a:t>TODO O PODER O PAI ME DEU,</a:t>
            </a:r>
            <a:br>
              <a:rPr lang="pt-BR" altLang="pt-BR" sz="3200" b="1" i="1"/>
            </a:br>
            <a:r>
              <a:rPr lang="pt-BR" altLang="pt-BR" sz="3200" b="1" i="1"/>
              <a:t>NA TERRA COMO LÁ NO CÉU!</a:t>
            </a:r>
            <a:br>
              <a:rPr lang="pt-BR" altLang="pt-BR" sz="3200" b="1" i="1"/>
            </a:br>
            <a:r>
              <a:rPr lang="pt-BR" altLang="pt-BR" sz="3200" b="1" i="1"/>
              <a:t>IDE, POIS, ANUNCIAR O EVANGELHO,</a:t>
            </a:r>
            <a:br>
              <a:rPr lang="pt-BR" altLang="pt-BR" sz="3200" b="1" i="1"/>
            </a:br>
            <a:r>
              <a:rPr lang="pt-BR" altLang="pt-BR" sz="3200" b="1" i="1"/>
              <a:t>E EIS-ME CONVOSCO SEMPRE!</a:t>
            </a:r>
            <a:br>
              <a:rPr lang="pt-BR" altLang="pt-BR" sz="3200" b="1" i="1"/>
            </a:br>
            <a:endParaRPr lang="pt-BR" altLang="pt-BR" sz="3200" b="1" i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5EE48BF5-0259-2B6D-D2D0-90DDD1CF66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60350"/>
            <a:ext cx="8964613" cy="4879975"/>
          </a:xfrm>
        </p:spPr>
        <p:txBody>
          <a:bodyPr/>
          <a:lstStyle/>
          <a:p>
            <a:r>
              <a:rPr lang="pt-BR" altLang="pt-BR" sz="3200" b="1"/>
              <a:t>Ó DEUS APRESSA O DIA GLORIOSO,</a:t>
            </a:r>
            <a:br>
              <a:rPr lang="pt-BR" altLang="pt-BR" sz="3200" b="1"/>
            </a:br>
            <a:r>
              <a:rPr lang="pt-BR" altLang="pt-BR" sz="3200" b="1"/>
              <a:t>EM QUE OS REMIDOS TODOS SE UNIRÃO,</a:t>
            </a:r>
            <a:br>
              <a:rPr lang="pt-BR" altLang="pt-BR" sz="3200" b="1"/>
            </a:br>
            <a:r>
              <a:rPr lang="pt-BR" altLang="pt-BR" sz="3200" b="1"/>
              <a:t>E, EM CORO EXCELSO, SANTO, JUBILOSO,</a:t>
            </a:r>
            <a:br>
              <a:rPr lang="pt-BR" altLang="pt-BR" sz="3200" b="1"/>
            </a:br>
            <a:r>
              <a:rPr lang="pt-BR" altLang="pt-BR" sz="3200" b="1"/>
              <a:t>P’RA TODO O SEMPRE, </a:t>
            </a:r>
            <a:br>
              <a:rPr lang="pt-BR" altLang="pt-BR" sz="3200" b="1"/>
            </a:br>
            <a:r>
              <a:rPr lang="pt-BR" altLang="pt-BR" sz="3200" b="1"/>
              <a:t>GLÓRIA A TI DARÃO.</a:t>
            </a:r>
            <a:endParaRPr lang="en-US" altLang="pt-BR" sz="3200"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9" name="Rectangle 5">
            <a:extLst>
              <a:ext uri="{FF2B5EF4-FFF2-40B4-BE49-F238E27FC236}">
                <a16:creationId xmlns:a16="http://schemas.microsoft.com/office/drawing/2014/main" id="{582D8A9A-EF32-517A-A09E-7FFA01B9B4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5056187"/>
          </a:xfrm>
          <a:noFill/>
          <a:ln/>
        </p:spPr>
        <p:txBody>
          <a:bodyPr/>
          <a:lstStyle/>
          <a:p>
            <a:r>
              <a:rPr lang="pt-BR" altLang="pt-BR" sz="3200" b="1" i="1"/>
              <a:t>TODO O PODER O PAI ME DEU,</a:t>
            </a:r>
            <a:br>
              <a:rPr lang="pt-BR" altLang="pt-BR" sz="3200" b="1" i="1"/>
            </a:br>
            <a:r>
              <a:rPr lang="pt-BR" altLang="pt-BR" sz="3200" b="1" i="1"/>
              <a:t>NA TERRA COMO LÁ NO CÉU!</a:t>
            </a:r>
            <a:br>
              <a:rPr lang="pt-BR" altLang="pt-BR" sz="3200" b="1" i="1"/>
            </a:br>
            <a:r>
              <a:rPr lang="pt-BR" altLang="pt-BR" sz="3200" b="1" i="1"/>
              <a:t>IDE, POIS, ANUNCIAR O EVANGELHO,</a:t>
            </a:r>
            <a:br>
              <a:rPr lang="pt-BR" altLang="pt-BR" sz="3200" b="1" i="1"/>
            </a:br>
            <a:r>
              <a:rPr lang="pt-BR" altLang="pt-BR" sz="3200" b="1" i="1"/>
              <a:t>E EIS-ME CONVOSCO SEMPRE!</a:t>
            </a:r>
            <a:br>
              <a:rPr lang="pt-BR" altLang="pt-BR" sz="3200" b="1" i="1"/>
            </a:br>
            <a:endParaRPr lang="pt-BR" altLang="pt-BR" sz="3200" b="1" i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01A214D7-A570-3523-1018-345CEEAEE5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5056187"/>
          </a:xfrm>
          <a:noFill/>
          <a:ln/>
        </p:spPr>
        <p:txBody>
          <a:bodyPr/>
          <a:lstStyle/>
          <a:p>
            <a:r>
              <a:rPr lang="pt-BR" altLang="pt-BR" sz="3200" b="1" i="1"/>
              <a:t>TODO O PODER O PAI ME DEU,</a:t>
            </a:r>
            <a:br>
              <a:rPr lang="pt-BR" altLang="pt-BR" sz="3200" b="1" i="1"/>
            </a:br>
            <a:r>
              <a:rPr lang="pt-BR" altLang="pt-BR" sz="3200" b="1" i="1"/>
              <a:t>NA TERRA COMO LÁ NO CÉU!</a:t>
            </a:r>
            <a:br>
              <a:rPr lang="pt-BR" altLang="pt-BR" sz="3200" b="1" i="1"/>
            </a:br>
            <a:r>
              <a:rPr lang="pt-BR" altLang="pt-BR" sz="3200" b="1" i="1"/>
              <a:t>IDE, POIS, ANUNCIAR O EVANGELHO,</a:t>
            </a:r>
            <a:br>
              <a:rPr lang="pt-BR" altLang="pt-BR" sz="3200" b="1" i="1"/>
            </a:br>
            <a:r>
              <a:rPr lang="pt-BR" altLang="pt-BR" sz="3200" b="1" i="1"/>
              <a:t>E EIS-ME CONVOSCO SEMPRE!</a:t>
            </a:r>
            <a:br>
              <a:rPr lang="pt-BR" altLang="pt-BR" sz="3200" b="1" i="1"/>
            </a:br>
            <a:endParaRPr lang="pt-BR" altLang="pt-BR" sz="3200" b="1"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lobo">
  <a:themeElements>
    <a:clrScheme name="Globo 3">
      <a:dk1>
        <a:srgbClr val="003B76"/>
      </a:dk1>
      <a:lt1>
        <a:srgbClr val="FFFFFF"/>
      </a:lt1>
      <a:dk2>
        <a:srgbClr val="0066CC"/>
      </a:dk2>
      <a:lt2>
        <a:srgbClr val="CCECFF"/>
      </a:lt2>
      <a:accent1>
        <a:srgbClr val="33CCCC"/>
      </a:accent1>
      <a:accent2>
        <a:srgbClr val="66CCFF"/>
      </a:accent2>
      <a:accent3>
        <a:srgbClr val="AAB8E2"/>
      </a:accent3>
      <a:accent4>
        <a:srgbClr val="DADADA"/>
      </a:accent4>
      <a:accent5>
        <a:srgbClr val="ADE2E2"/>
      </a:accent5>
      <a:accent6>
        <a:srgbClr val="5CB9E7"/>
      </a:accent6>
      <a:hlink>
        <a:srgbClr val="FFFFCC"/>
      </a:hlink>
      <a:folHlink>
        <a:srgbClr val="FFCC66"/>
      </a:folHlink>
    </a:clrScheme>
    <a:fontScheme name="Globo">
      <a:majorFont>
        <a:latin typeface="Arial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Globo 1">
        <a:dk1>
          <a:srgbClr val="622100"/>
        </a:dk1>
        <a:lt1>
          <a:srgbClr val="FFFFFF"/>
        </a:lt1>
        <a:dk2>
          <a:srgbClr val="800000"/>
        </a:dk2>
        <a:lt2>
          <a:srgbClr val="FFFFCC"/>
        </a:lt2>
        <a:accent1>
          <a:srgbClr val="E42B00"/>
        </a:accent1>
        <a:accent2>
          <a:srgbClr val="996600"/>
        </a:accent2>
        <a:accent3>
          <a:srgbClr val="C0AAAA"/>
        </a:accent3>
        <a:accent4>
          <a:srgbClr val="DADADA"/>
        </a:accent4>
        <a:accent5>
          <a:srgbClr val="EFACAA"/>
        </a:accent5>
        <a:accent6>
          <a:srgbClr val="8A5C00"/>
        </a:accent6>
        <a:hlink>
          <a:srgbClr val="FADF6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o 2">
        <a:dk1>
          <a:srgbClr val="5F4545"/>
        </a:dk1>
        <a:lt1>
          <a:srgbClr val="FFFFFF"/>
        </a:lt1>
        <a:dk2>
          <a:srgbClr val="8F6969"/>
        </a:dk2>
        <a:lt2>
          <a:srgbClr val="FFFFCC"/>
        </a:lt2>
        <a:accent1>
          <a:srgbClr val="CC6600"/>
        </a:accent1>
        <a:accent2>
          <a:srgbClr val="924C0C"/>
        </a:accent2>
        <a:accent3>
          <a:srgbClr val="C6B9B9"/>
        </a:accent3>
        <a:accent4>
          <a:srgbClr val="DADADA"/>
        </a:accent4>
        <a:accent5>
          <a:srgbClr val="E2B8AA"/>
        </a:accent5>
        <a:accent6>
          <a:srgbClr val="84440A"/>
        </a:accent6>
        <a:hlink>
          <a:srgbClr val="CFD375"/>
        </a:hlink>
        <a:folHlink>
          <a:srgbClr val="98BB9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o 3">
        <a:dk1>
          <a:srgbClr val="003B76"/>
        </a:dk1>
        <a:lt1>
          <a:srgbClr val="FFFFFF"/>
        </a:lt1>
        <a:dk2>
          <a:srgbClr val="0066CC"/>
        </a:dk2>
        <a:lt2>
          <a:srgbClr val="CCECFF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o 4">
        <a:dk1>
          <a:srgbClr val="005856"/>
        </a:dk1>
        <a:lt1>
          <a:srgbClr val="FFFFFF"/>
        </a:lt1>
        <a:dk2>
          <a:srgbClr val="008080"/>
        </a:dk2>
        <a:lt2>
          <a:srgbClr val="FFFFCC"/>
        </a:lt2>
        <a:accent1>
          <a:srgbClr val="0099CC"/>
        </a:accent1>
        <a:accent2>
          <a:srgbClr val="00CCFF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B9E7"/>
        </a:accent6>
        <a:hlink>
          <a:srgbClr val="1ACE9F"/>
        </a:hlink>
        <a:folHlink>
          <a:srgbClr val="948CC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o 5">
        <a:dk1>
          <a:srgbClr val="3C5436"/>
        </a:dk1>
        <a:lt1>
          <a:srgbClr val="FFFFFF"/>
        </a:lt1>
        <a:dk2>
          <a:srgbClr val="5F8656"/>
        </a:dk2>
        <a:lt2>
          <a:srgbClr val="D6D8C0"/>
        </a:lt2>
        <a:accent1>
          <a:srgbClr val="61733D"/>
        </a:accent1>
        <a:accent2>
          <a:srgbClr val="324A39"/>
        </a:accent2>
        <a:accent3>
          <a:srgbClr val="B6C3B4"/>
        </a:accent3>
        <a:accent4>
          <a:srgbClr val="DADADA"/>
        </a:accent4>
        <a:accent5>
          <a:srgbClr val="B7BCAF"/>
        </a:accent5>
        <a:accent6>
          <a:srgbClr val="2C4233"/>
        </a:accent6>
        <a:hlink>
          <a:srgbClr val="73D588"/>
        </a:hlink>
        <a:folHlink>
          <a:srgbClr val="6F99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o 6">
        <a:dk1>
          <a:srgbClr val="5B7B65"/>
        </a:dk1>
        <a:lt1>
          <a:srgbClr val="FFFFFF"/>
        </a:lt1>
        <a:dk2>
          <a:srgbClr val="9ABE9D"/>
        </a:dk2>
        <a:lt2>
          <a:srgbClr val="336600"/>
        </a:lt2>
        <a:accent1>
          <a:srgbClr val="00CC66"/>
        </a:accent1>
        <a:accent2>
          <a:srgbClr val="4E7050"/>
        </a:accent2>
        <a:accent3>
          <a:srgbClr val="CADBCC"/>
        </a:accent3>
        <a:accent4>
          <a:srgbClr val="DADADA"/>
        </a:accent4>
        <a:accent5>
          <a:srgbClr val="AAE2B8"/>
        </a:accent5>
        <a:accent6>
          <a:srgbClr val="466548"/>
        </a:accent6>
        <a:hlink>
          <a:srgbClr val="FFFFCC"/>
        </a:hlink>
        <a:folHlink>
          <a:srgbClr val="9CE8A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o 7">
        <a:dk1>
          <a:srgbClr val="4C4E44"/>
        </a:dk1>
        <a:lt1>
          <a:srgbClr val="FFFFFF"/>
        </a:lt1>
        <a:dk2>
          <a:srgbClr val="686B5D"/>
        </a:dk2>
        <a:lt2>
          <a:srgbClr val="D6D5C6"/>
        </a:lt2>
        <a:accent1>
          <a:srgbClr val="898D79"/>
        </a:accent1>
        <a:accent2>
          <a:srgbClr val="4D4F45"/>
        </a:accent2>
        <a:accent3>
          <a:srgbClr val="B9BAB6"/>
        </a:accent3>
        <a:accent4>
          <a:srgbClr val="DADADA"/>
        </a:accent4>
        <a:accent5>
          <a:srgbClr val="C4C5BE"/>
        </a:accent5>
        <a:accent6>
          <a:srgbClr val="45473E"/>
        </a:accent6>
        <a:hlink>
          <a:srgbClr val="58BE67"/>
        </a:hlink>
        <a:folHlink>
          <a:srgbClr val="C0C64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o 8">
        <a:dk1>
          <a:srgbClr val="000000"/>
        </a:dk1>
        <a:lt1>
          <a:srgbClr val="FFFFDD"/>
        </a:lt1>
        <a:dk2>
          <a:srgbClr val="000000"/>
        </a:dk2>
        <a:lt2>
          <a:srgbClr val="98977A"/>
        </a:lt2>
        <a:accent1>
          <a:srgbClr val="BDCDA7"/>
        </a:accent1>
        <a:accent2>
          <a:srgbClr val="A0D060"/>
        </a:accent2>
        <a:accent3>
          <a:srgbClr val="FFFFEB"/>
        </a:accent3>
        <a:accent4>
          <a:srgbClr val="000000"/>
        </a:accent4>
        <a:accent5>
          <a:srgbClr val="DBE3D0"/>
        </a:accent5>
        <a:accent6>
          <a:srgbClr val="91BC56"/>
        </a:accent6>
        <a:hlink>
          <a:srgbClr val="FADD4E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Globe</Template>
  <TotalTime>11</TotalTime>
  <Words>325</Words>
  <Application>Microsoft Office PowerPoint</Application>
  <PresentationFormat>Apresentação na tela (4:3)</PresentationFormat>
  <Paragraphs>10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5" baseType="lpstr">
      <vt:lpstr>Arial</vt:lpstr>
      <vt:lpstr>Times New Roman</vt:lpstr>
      <vt:lpstr>Verdana</vt:lpstr>
      <vt:lpstr>Wingdings</vt:lpstr>
      <vt:lpstr>Globo</vt:lpstr>
      <vt:lpstr>65   QUEM IRÁ?</vt:lpstr>
      <vt:lpstr>EIS OS MILHÕES,  QUE EM TREVAS TÃO MEDONHAS JAZEM PERDIDOS, SEM O SALVADOR! QUEM, QUEM IRÁ  AS NOVAS PROCLAMANDO, QUE DEUS, EM CRISTO,  SALVA O PECADOR? </vt:lpstr>
      <vt:lpstr>TODO O PODER O PAI ME DEU, NA TERRA COMO LÁ NO CÉU! IDE, POIS, ANUNCIAR O EVANGELHO, E EIS-ME CONVOSCO SEMPRE! </vt:lpstr>
      <vt:lpstr>PORTAS ABERTAS,  EIS POR TODO O MUNDO! CRISTÃOS, ERGUEI-VOS!  JÁ AVANTE ANDAI! CRENTES EM CRISTO!  UNI AS VOSSAS FORÇAS. DA ESCRAVIDÃO OS POVOS LIBERTAI. </vt:lpstr>
      <vt:lpstr>TODO O PODER O PAI ME DEU, NA TERRA COMO LÁ NO CÉU! IDE, POIS, ANUNCIAR O EVANGELHO, E EIS-ME CONVOSCO SEMPRE! </vt:lpstr>
      <vt:lpstr>Ó VINDE A MIM! A VOZ DIVINA CLAMA, VINDE! CLAMAI EM NOME DE JESUS: P’RA NOS SALVAR DA MALDIÇÃO ETERNA, SEU SANGUE DERRAMOU  POR NÓS NA CRUZ. </vt:lpstr>
      <vt:lpstr>TODO O PODER O PAI ME DEU, NA TERRA COMO LÁ NO CÉU! IDE, POIS, ANUNCIAR O EVANGELHO, E EIS-ME CONVOSCO SEMPRE! </vt:lpstr>
      <vt:lpstr>Ó DEUS APRESSA O DIA GLORIOSO, EM QUE OS REMIDOS TODOS SE UNIRÃO, E, EM CORO EXCELSO, SANTO, JUBILOSO, P’RA TODO O SEMPRE,  GLÓRIA A TI DARÃO.</vt:lpstr>
      <vt:lpstr>TODO O PODER O PAI ME DEU, NA TERRA COMO LÁ NO CÉU! IDE, POIS, ANUNCIAR O EVANGELHO, E EIS-ME CONVOSCO SEMPRE! </vt:lpstr>
      <vt:lpstr>TODO O PODER O PAI ME DEU, NA TERRA COMO LÁ NO CÉU! IDE, POIS, ANUNCIAR O EVANGELHO, E EIS-ME CONVOSCO SEMPRE!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65 - QUEM IRÁ?</dc:title>
  <dc:creator>Junior</dc:creator>
  <cp:lastModifiedBy>Emerson Souza</cp:lastModifiedBy>
  <cp:revision>3</cp:revision>
  <dcterms:created xsi:type="dcterms:W3CDTF">2005-06-28T00:14:55Z</dcterms:created>
  <dcterms:modified xsi:type="dcterms:W3CDTF">2026-05-02T21:42:11Z</dcterms:modified>
</cp:coreProperties>
</file>