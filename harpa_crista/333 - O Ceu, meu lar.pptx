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EFE15-B1BB-2856-8A04-96065A74D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05D00A-4B36-ADF8-5662-3D8426E9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F95244-D21E-208E-07D8-8EE4DAAAC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999AEE-F48C-D7AA-C0F0-0700D1A49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63C114-20B0-BCE5-E713-3EDBCD33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698F8B-0470-4823-A4D6-7D0DAB7A4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0765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B092D-69EB-9C38-6E47-56993C83D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221B40-9606-6EDA-BB9B-9AFDD1FAB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BD7560-20C1-3066-CA9C-165A60E5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734200-9C8D-5FA9-64F6-6D231ADC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1AAF16-D233-039E-6D88-ACC1D2C5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CBAC5A-D58D-4AEB-89F7-4F83CD3AFF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8374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AFAF7-99F9-5323-402F-ACFD1E16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61ADAB-A74E-9EF1-6328-D19A5CFD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527E69-8858-3FEE-723F-B641D76C7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64E348-540A-C6DF-AEAF-C618A5DBC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284AB4-4C21-BB06-5C90-AE88A021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C06089-1DC0-4069-9B96-0D9455C69C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0756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56B1C-D90D-AB88-1AD4-2715BDFB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D81095-C9A8-D0E7-A0BB-F47041335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43DC12-109D-8818-4E6C-5854BD293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C8EA37-16DF-2CEE-2674-F9045F799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57D236-743A-DB04-AB45-51F04C652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1B214D-6121-F781-B748-5100667C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16BC9F-4DA3-40EB-943A-871D8ECCCA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3735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CE4DA-792A-D24D-83DB-C46BE8E9D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F3EF4A-D6F9-53A8-B346-D366CB61C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A32B8F-4B93-3117-88CA-ED4698890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55BBE74-4D4D-243A-3EE5-153FE7466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84FB37-EC3B-BB71-7B9D-174F62196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2A4C2C-8E34-F453-D074-E844AF3F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E4748BF-F6A9-86E5-A924-B30A6B11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627FD5-B18E-8A13-456E-10A28BE9B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FE00D9-8D91-4B49-9DA3-2F070B024F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795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BC68F-4F33-C7DF-B9EA-15E362E28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5DA2F7F-8FB6-6F7D-1C43-ADDFDAED3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524B717-ABA2-FE57-A56E-E16CF13D3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7EB1A1-C22D-2511-A48E-9DFE6BFD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2A5B33-D7EA-4170-A4D7-4D9460AED3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4441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0A048F8-347A-1093-26DF-B9E46234D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5640A75-7F4B-1B00-5FF5-B1C27211E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D7FC9A-5D3E-B085-9710-BE9734D6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FDBBFA-0761-49F5-871C-032885029B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1853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618BB-E78A-86DF-AEB0-6C1C4670F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399E24-0CCE-7CEB-B7BB-FCC2AC0C6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3AC910-CC31-8CB8-3C96-5FF6E48C2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D10F0A-5CC8-7583-427B-9178BD4D9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BE4599-F1DE-038E-304D-652CA6C72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8D13FA-656A-C2B6-FA72-30A50207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3A5395-DBB0-4C57-B31F-63D735C444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2790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35A80-587A-869E-9976-16319B306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3DB287A-7A47-ABF9-AA53-70317C61C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66E56E-EFE4-F2B3-D1B3-F2BC5963A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B830A9-9CD0-229E-C96B-69711BDD8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E3E83E-6A26-C369-9045-D1507B8C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C85EF9-ADF6-C072-6BB5-C02DCA35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B5D034-7232-4533-B31A-5CC8E9FECD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9347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E5B5F-6EDA-AF4D-2371-BA09C1BBD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9C8426-E104-F15C-5E73-55ADF9239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1032E0-83A3-C0DA-2194-98906A76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92023F-3C11-345C-1C09-37D7A89F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FB977B-505C-7F84-A926-B1419EB18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C28094-6818-4FD7-8C41-237A540DB7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1733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990AD4-24B9-20C9-EBFA-890179732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ACCC49-4D44-987B-A29D-7F681888A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C1F897-7DB8-C80D-F46F-8F96BDA18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0C0001-10A9-6A80-7679-FB83B9E7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288F5F-1EFB-30A5-1587-D07BAB1F7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34AD1-0BDB-4FED-A4F6-61FBF2E035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862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1622C08-BA88-5915-8233-BA825A58A3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D22FAA1-04E4-080D-D872-57F80E1AB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4374F93-FEAA-74F8-A02B-DAB002BF421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470261C-A3B0-EBD8-87BF-CBA310349A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F9BCEF0-1E36-06CF-8FED-660A3F3668A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675B948-627B-44E3-BCF6-F5880AA1C53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EE1AAC4-4E03-8C48-DE6B-0C3BCCE964A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>
                <a:solidFill>
                  <a:schemeClr val="tx1"/>
                </a:solidFill>
              </a:rPr>
              <a:t>333</a:t>
            </a:r>
            <a:br>
              <a:rPr lang="en-US" altLang="pt-BR" sz="4400" b="1">
                <a:solidFill>
                  <a:schemeClr val="tx1"/>
                </a:solidFill>
              </a:rPr>
            </a:br>
            <a:endParaRPr lang="en-US" altLang="pt-BR" sz="4400" b="1">
              <a:solidFill>
                <a:schemeClr val="tx1"/>
              </a:solidFill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E4AEDC8-6A53-4004-0C7E-7698531C007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altLang="pt-BR" sz="3200" b="1"/>
              <a:t>O CÉU, MEU LAR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8F35DE33-5D5E-8918-F2C0-022F4133AA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8888" y="1628775"/>
            <a:ext cx="7427912" cy="316865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pt-BR"/>
              <a:t>É o meu lar, o céu, o céu de luz; </a:t>
            </a:r>
          </a:p>
          <a:p>
            <a:pPr>
              <a:buFontTx/>
              <a:buNone/>
            </a:pPr>
            <a:r>
              <a:rPr lang="en-US" altLang="pt-BR"/>
              <a:t>Livre da carne, o véu, verei Jesus; </a:t>
            </a:r>
          </a:p>
          <a:p>
            <a:pPr>
              <a:buFontTx/>
              <a:buNone/>
            </a:pPr>
            <a:r>
              <a:rPr lang="en-US" altLang="pt-BR"/>
              <a:t>Oh! Que feliz serei ao lado do Senhor,</a:t>
            </a:r>
          </a:p>
          <a:p>
            <a:pPr>
              <a:buFontTx/>
              <a:buNone/>
            </a:pPr>
            <a:r>
              <a:rPr lang="en-US" altLang="pt-BR"/>
              <a:t>Louvando ao meu Rei, o Salvador!</a:t>
            </a:r>
          </a:p>
          <a:p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ECD15202-102E-1267-85D6-E3240014F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013" y="1557338"/>
            <a:ext cx="7704137" cy="38449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pt-BR"/>
              <a:t>É o meu lar, o céu, o céu de luz;</a:t>
            </a:r>
          </a:p>
          <a:p>
            <a:pPr>
              <a:buFontTx/>
              <a:buNone/>
            </a:pPr>
            <a:r>
              <a:rPr lang="en-US" altLang="pt-BR"/>
              <a:t>Por mim sofreu, qual réu, o meu Jesus; </a:t>
            </a:r>
          </a:p>
          <a:p>
            <a:pPr>
              <a:buFontTx/>
              <a:buNone/>
            </a:pPr>
            <a:r>
              <a:rPr lang="en-US" altLang="pt-BR"/>
              <a:t>Oh! Que feliz serei no reino de amor, </a:t>
            </a:r>
          </a:p>
          <a:p>
            <a:pPr>
              <a:buFontTx/>
              <a:buNone/>
            </a:pPr>
            <a:r>
              <a:rPr lang="en-US" altLang="pt-BR"/>
              <a:t>Pois sempre gozarei, com meu Senhor!</a:t>
            </a:r>
          </a:p>
          <a:p>
            <a:pPr>
              <a:buFontTx/>
              <a:buNone/>
            </a:pPr>
            <a:endParaRPr lang="en-US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F976CB5C-434E-2CE0-77A6-9A4DCB219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8064500" cy="3097212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pt-BR"/>
              <a:t>É o meu lar, o céu, o céu de luz;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pt-BR"/>
              <a:t>E com os meus troféus vou a Jesus;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pt-BR"/>
              <a:t>Oh! Que feliz serei quando, com mui fervor,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pt-BR"/>
              <a:t>Aos pés estar do Rei, dando louvor!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pt-BR"/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pt-BR" sz="1400"/>
              <a:t>                                                                                                           P.L.M.</a:t>
            </a:r>
          </a:p>
          <a:p>
            <a:pPr>
              <a:lnSpc>
                <a:spcPct val="90000"/>
              </a:lnSpc>
            </a:pPr>
            <a:endParaRPr lang="en-US" altLang="pt-BR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1">
      <a:dk1>
        <a:srgbClr val="3E3E5C"/>
      </a:dk1>
      <a:lt1>
        <a:srgbClr val="FFFFFF"/>
      </a:lt1>
      <a:dk2>
        <a:srgbClr val="666699"/>
      </a:dk2>
      <a:lt2>
        <a:srgbClr val="FFFFFF"/>
      </a:lt2>
      <a:accent1>
        <a:srgbClr val="60597B"/>
      </a:accent1>
      <a:accent2>
        <a:srgbClr val="6666FF"/>
      </a:accent2>
      <a:accent3>
        <a:srgbClr val="B8B8CA"/>
      </a:accent3>
      <a:accent4>
        <a:srgbClr val="DADADA"/>
      </a:accent4>
      <a:accent5>
        <a:srgbClr val="B6B5BF"/>
      </a:accent5>
      <a:accent6>
        <a:srgbClr val="5C5CE7"/>
      </a:accent6>
      <a:hlink>
        <a:srgbClr val="99CCFF"/>
      </a:hlink>
      <a:folHlink>
        <a:srgbClr val="FFFF99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139</Words>
  <Application>Microsoft Office PowerPoint</Application>
  <PresentationFormat>Apresentação na tela 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333 </vt:lpstr>
      <vt:lpstr>Apresentação do PowerPoint</vt:lpstr>
      <vt:lpstr>Apresentação do PowerPoint</vt:lpstr>
      <vt:lpstr>Apresentação do PowerPoint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333 </dc:title>
  <dc:creator>Montagna</dc:creator>
  <cp:lastModifiedBy>Emerson Souza</cp:lastModifiedBy>
  <cp:revision>3</cp:revision>
  <dcterms:created xsi:type="dcterms:W3CDTF">2005-10-15T21:34:37Z</dcterms:created>
  <dcterms:modified xsi:type="dcterms:W3CDTF">2026-05-02T22:04:39Z</dcterms:modified>
</cp:coreProperties>
</file>