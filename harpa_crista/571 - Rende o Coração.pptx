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C6EAD-61F0-060B-31B6-DF8CB4452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09CC7D-B8D1-6AB2-E890-0D8040E4F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2C4F62-FB2E-46FF-9BCA-1E230C72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C0CBD2-0B57-8484-85E5-4627BDC9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195B32-A188-3646-12A1-16721557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A40EF-EFAA-4881-A6BA-69CE99EC2D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791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D653C-62D8-DBC0-E9DF-A74FF1D9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ACFFF5-109F-32F4-E030-ED707C757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79CB1-D1D7-73DF-C14C-20DF9BC8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A97DBA-41B8-FEA6-0D57-96290613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2E2731-1387-0A34-C76B-7D86C72C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7AF21-F283-4A7C-8190-C5F2BD0B25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623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F6B17-875C-8BA3-0340-CBD2E64CF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025D7-7DAF-C0BE-04AB-17D20DEA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63BF1B-1256-5C83-2740-2F141651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A73C90-D182-39F6-8427-7C2DD4AD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AB6338-9960-50AA-3E86-BC9C4FC5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94EF0-8B83-4E05-81E1-B49B95B57F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039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E3AD3-6FC2-3FB2-514F-45F15063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90DC1C-33CA-6224-82A9-40DC70D9B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86A13C-C989-F9C5-7317-1364AA106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24AA75-13F9-9E80-87AF-2E1304EC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5A890A-B8B2-BDEA-F400-259A767D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C4B046-39D8-7CA6-8B22-6C96E566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2FB6EF-0FD7-4127-A905-D0C2F320F5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731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52EF6-03A9-67E8-F493-BEF63D68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FA8674-DCF6-FDEF-01C8-1557687C4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D0DB26-9767-16D3-604E-F425CCAA4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9B0C8A-AA8B-EEEB-E4F8-BC83D7967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52380C-9C16-FE3C-E07E-970DC4932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5E9E41-DF1F-20F0-7998-C1457724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D60AAEA-103F-643F-1DC9-1F1D95C7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3395DF-0BCA-57D3-B159-04F07ADD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0C7346-0236-4517-8B30-58C6820641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764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78BAD-1931-D73E-063D-CA3DAA18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873847-7301-26AF-A067-8B1295CF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C062C1-EBD6-E43A-C19D-41BC9DA8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5A452A-CD9E-73B4-EC31-2D9CF741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5C0C-DC5F-4983-B777-1F39A6E868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89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F43FFEE-E4D0-E4B6-5452-A40D4A1E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70C20B-DA11-DBF0-0955-11F77ED1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68F62C-8D54-71A8-5F8B-67657599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C79C2-C4EF-43EC-8A75-545C559177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58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0FDC6-36B4-76D7-2376-377DD208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102C61-8C26-86BF-D024-D1B2360AA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E63FF9-35E2-324A-C6C1-148872C8F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B09A5E-0D1B-1DF8-225C-8B8B616BD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EB1E83-1F5D-3F8F-B166-33C2D575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773327-40BD-8B0C-1A9F-31DAA523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E9965-90B9-4CB2-8119-D1D2C6653B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894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7DFC9-4E38-C97C-AAC7-A46E8E54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FE4694C-757E-2CAF-8960-8DA54901A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410E9C-F750-2107-B3C6-31DF7B36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663FCA-D1C8-0716-03F4-B29F15EB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025FD3-0B43-A6BF-0A5E-EC0ED109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45EB55-EA00-1780-38E4-E8236950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615FA0-90EA-43BA-B4B9-4DE1DF8847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8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9E3AC-4054-6B98-C51E-E7444001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ECBBD7-E470-7A0D-D7D3-4ACDB0D6B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82A6F7-C340-0443-149F-C4C7FDA60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5C8A58-35A3-9437-E348-ABD94B13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0047C0-A48D-9AA3-3A99-C88F8E16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CAA38-7906-48C5-9A74-313559A3F7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023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09BFA3-F5EC-D26B-B8CF-39D08CB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C153AD-8E4E-A0A7-41DE-D53D517B0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0E08D4-86FB-CCF3-F59A-2856F261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D1E749-737C-055B-EA1B-A9EA2611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A63EC8-6913-6997-5A90-67BCA4F6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79E98-B1F6-4127-B3F3-896C6D1FC7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729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5837D9E-8294-E4FA-A794-06B9F81DF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9E7F48-E04C-7746-2851-BB230FFC1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767A93-A1C2-FF40-EE87-46346D3999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D95591-A4B5-8C10-8572-29F3EE934D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5EAEDA-BD24-9D87-762C-D76E4DAD6C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B12CAAF-FC58-4C14-95A2-24ECEA5FB67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A596367-6D0F-4832-DC2F-8BA65F0452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 i="1"/>
              <a:t>571 – Rende o Coração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CB239CF-D2FD-EDB3-26A7-0018A79CF0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5C1F505-ACB7-3D75-E61E-A90D5B949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Rende o coração agora a Jesus,</a:t>
            </a:r>
            <a:br>
              <a:rPr lang="en-US" altLang="pt-BR" sz="4000" i="1"/>
            </a:br>
            <a:r>
              <a:rPr lang="en-US" altLang="pt-BR" sz="4000" i="1"/>
              <a:t>Pois está á tua espera, com amor. </a:t>
            </a:r>
            <a:br>
              <a:rPr lang="en-US" altLang="pt-BR" sz="4000" i="1"/>
            </a:br>
            <a:r>
              <a:rPr lang="en-US" altLang="pt-BR" sz="4000" i="1"/>
              <a:t>Quem se entrega a Cristo goza paz e luz;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Vem ao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571 – Rende o Coração</vt:lpstr>
      <vt:lpstr>  Rende o coração agora a Jesus, Pois está á tua espera, com amor.  Quem se entrega a Cristo goza paz e luz;  Oh! Vem ao Salvador!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571 – Rende o Coração</dc:title>
  <dc:creator>Junior</dc:creator>
  <cp:lastModifiedBy>Emerson Souza</cp:lastModifiedBy>
  <cp:revision>1</cp:revision>
  <dcterms:created xsi:type="dcterms:W3CDTF">2005-12-27T01:35:45Z</dcterms:created>
  <dcterms:modified xsi:type="dcterms:W3CDTF">2026-05-02T22:25:01Z</dcterms:modified>
</cp:coreProperties>
</file>