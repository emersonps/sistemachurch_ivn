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114" y="-19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84B745-B5C4-FAC4-C427-20A40B0DB8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52944B5-D4A9-11A6-46B0-1EBC4D89A2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3ED9452-84A2-C076-E4E5-596C1BF08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3374A9A-6CB8-3E89-17E6-17131A3FC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917651D-9A0C-1B1E-E928-7D8B0CA46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C0019B1-7CCC-4D5D-813A-EF5B0527435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985342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19521B-A2FF-172C-8AE0-B0CBDD18D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F882FC5-7818-79E6-C209-526819B2AF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FA8A1A0-D1F1-0A5F-81A0-A5701D35F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A0A4DAC-F1E2-C771-2582-C3D764112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3A72B09-17DF-F113-296B-D155FE510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C8B998-E909-4FCE-B968-9CF5E0628C3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363532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F82827-156B-89D6-9F56-A65AB51C3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F716AE6-9F67-4C3F-3F8B-0F61387EA4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AD4BACE-7C12-33B9-106B-AFBAB8EF9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B494C5E-1E65-744A-CDEF-DE2882396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D401261-8822-8BA5-CA27-984BB77AF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BEC83D7-A467-4273-9441-1658D3626FE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85032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053CE0-C419-DFB4-86BE-DC931DC24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F8A50EF-BF09-F2F0-B59D-5CDD94F526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97984BF-4D0D-F62C-9EF9-8F616644DF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89B9FBC-8614-BBF1-F465-34594FD1A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7A3702F-E6B8-82F8-D11F-EB106C585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C181ABB-2EC8-085B-C4B5-A59EA8D50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4604A5-2125-42D0-A75C-62FAC826944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24061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9656C0-7EAE-AE5B-BB70-664B38F10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A4BE71D-2821-2691-465B-10E26D1FD6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7839DD3-7ACF-33C7-3CDE-28B1702772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FB114ED-B2B0-C931-AE2B-9B1CDBA522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074D407-F9D4-44EA-D612-6CCC18A011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9F2F997A-7775-340C-A146-69580E60E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850BC12-D613-F267-B2C7-EDD9915B2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72DAF91-867D-C1D3-AB19-F77917B12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E329DD-8646-4CB8-B750-986D36C3681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307967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90B27D-20BD-976E-F031-84599C106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E6DBDC1E-99F2-74E6-9D11-4D0365246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C9E9ABB-A230-F55D-C9DA-D326D743F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1B4F676-E104-03F5-9CA1-962E77A64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0980464-A16F-4EDD-BDC3-F4C7063FFF5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411191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4010F93-6734-69DD-1DF2-3F6E6270C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D682027-547D-A14A-6A95-92B89F997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96A8372-E829-C6A3-6C41-BE59F9382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AF9BE0A-B65E-409E-9C30-F4C8B06E7A1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2524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86ECF9-C9CD-60B6-99A7-D3722BAA4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3FAD790-74F4-E411-C443-A5A78E56E0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C761698-1961-AB3C-AC27-16B9C6B09D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03F0F9D-C853-7444-D00A-4081650DB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91C25CE-AC9E-8900-743E-D05EC88FA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DABEB5C-6F2F-542F-5A33-678DA6365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4E11D3-9D4D-40D2-977D-496E32DC858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70000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2C1873-518C-54DA-83C1-0F6445276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F9D485BE-4693-4032-80C6-5AF96694AF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EE62002-67F4-C5D6-B7C1-0B40584013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DDAAA8A-AE0C-B0AD-99B7-201D7EC3B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5E5A90F-94D7-B1C2-EDB2-1209C2621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2DBC13F-9A28-6308-FE5E-F30D2D989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FA3309C-2E75-44D8-BD33-C2A13968AB7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79153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847CCE-B0A3-37E9-457D-44E2CB5FA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AA81EB8-DFCB-70A8-09E0-17393A2916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AD6631B-EFDA-2976-1CEE-A64AB07D2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38838CC-6E64-8011-3E28-22353CC10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F2830DA-BBDD-3DAF-578C-D450518B6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C82EAF6-89C2-40E7-8F3C-6C00D32C9B5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271595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F2ADB35-9B54-4E9C-B813-B8148DAE21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C252418-3480-82C1-D50D-E6650004F5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FF0BE71-2143-2890-DD39-8D05FBBBE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A244FFB-6B90-0DE0-DB79-E1718A9B2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DDAFA89-D34C-0CC2-5A11-2FCB7A042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8B2B8AD-E1F6-41C6-82FD-2BB0617DD48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044476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EB40D424-A4B1-01EB-4390-A18CB46C20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88930887-B016-C37E-F145-E03E03F4C4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EE1D67D2-9AC0-DCAB-8E4F-3B999BFE81A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EBBD4226-8124-5713-DB9C-A957E268E06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9D219936-4C1E-DA20-EF95-1910D7A84F8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2DADB60B-C530-4C25-86BC-E4EB574EC2C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4022684F-13AB-4947-A49D-31099A25F2B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pt-BR" altLang="pt-BR" sz="4400" b="1"/>
              <a:t>302</a:t>
            </a:r>
            <a:br>
              <a:rPr lang="pt-BR" altLang="pt-BR" sz="4400" b="1"/>
            </a:br>
            <a:r>
              <a:rPr lang="pt-BR" altLang="pt-BR" sz="4400" b="1"/>
              <a:t>NÃO MURMURES: CANTA</a:t>
            </a:r>
            <a:endParaRPr lang="en-US" altLang="pt-BR" sz="44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932888BA-85F5-A047-E142-196B235457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07112"/>
          </a:xfrm>
        </p:spPr>
        <p:txBody>
          <a:bodyPr/>
          <a:lstStyle/>
          <a:p>
            <a:r>
              <a:rPr lang="pt-BR" altLang="pt-BR" sz="3600"/>
              <a:t>No mundo murmura-se tanto, </a:t>
            </a:r>
            <a:br>
              <a:rPr lang="pt-BR" altLang="pt-BR" sz="3600"/>
            </a:br>
            <a:r>
              <a:rPr lang="pt-BR" altLang="pt-BR" sz="3600"/>
              <a:t>Entre os que cristãos dizem ser; </a:t>
            </a:r>
            <a:br>
              <a:rPr lang="pt-BR" altLang="pt-BR" sz="3600"/>
            </a:br>
            <a:r>
              <a:rPr lang="pt-BR" altLang="pt-BR" sz="3600"/>
              <a:t>Em vez de louvores há pranto, </a:t>
            </a:r>
            <a:br>
              <a:rPr lang="pt-BR" altLang="pt-BR" sz="3600"/>
            </a:br>
            <a:r>
              <a:rPr lang="pt-BR" altLang="pt-BR" sz="3600"/>
              <a:t>Fraqueza em lugar de poder. </a:t>
            </a:r>
            <a:br>
              <a:rPr lang="pt-BR" altLang="pt-BR" sz="3600"/>
            </a:br>
            <a:r>
              <a:rPr lang="pt-BR" altLang="pt-BR" sz="3600"/>
              <a:t>Murmuram - assim no deserto, </a:t>
            </a:r>
            <a:br>
              <a:rPr lang="pt-BR" altLang="pt-BR" sz="3600"/>
            </a:br>
            <a:r>
              <a:rPr lang="pt-BR" altLang="pt-BR" sz="3600"/>
              <a:t>Em Mara, Israel murmurou;</a:t>
            </a:r>
            <a:br>
              <a:rPr lang="pt-BR" altLang="pt-BR" sz="3600"/>
            </a:br>
            <a:r>
              <a:rPr lang="pt-BR" altLang="pt-BR" sz="3600"/>
              <a:t>Oh! Não vêem que Deus está perto; </a:t>
            </a:r>
            <a:br>
              <a:rPr lang="pt-BR" altLang="pt-BR" sz="3600"/>
            </a:br>
            <a:r>
              <a:rPr lang="pt-BR" altLang="pt-BR" sz="3600"/>
              <a:t>Jamais Seu auxílio negou.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FD25B116-F581-8A20-1B14-45C3E41052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78550"/>
          </a:xfrm>
        </p:spPr>
        <p:txBody>
          <a:bodyPr/>
          <a:lstStyle/>
          <a:p>
            <a:r>
              <a:rPr lang="pt-BR" altLang="pt-BR" sz="3600" b="1" i="1"/>
              <a:t>Em vez de murmurares, canta</a:t>
            </a:r>
            <a:br>
              <a:rPr lang="pt-BR" altLang="pt-BR" sz="3600" b="1" i="1"/>
            </a:br>
            <a:r>
              <a:rPr lang="pt-BR" altLang="pt-BR" sz="3600" b="1" i="1"/>
              <a:t>Um hino de louvor a Deus;</a:t>
            </a:r>
            <a:br>
              <a:rPr lang="pt-BR" altLang="pt-BR" sz="3600" b="1" i="1"/>
            </a:br>
            <a:r>
              <a:rPr lang="pt-BR" altLang="pt-BR" sz="3600" b="1" i="1"/>
              <a:t>Jesus quer te dar vida santa,</a:t>
            </a:r>
            <a:br>
              <a:rPr lang="pt-BR" altLang="pt-BR" sz="3600" b="1" i="1"/>
            </a:br>
            <a:r>
              <a:rPr lang="pt-BR" altLang="pt-BR" sz="3600" b="1" i="1"/>
              <a:t>Qual noiva levar-te p'ra os céus.</a:t>
            </a:r>
            <a:endParaRPr lang="en-US" altLang="pt-BR" sz="3600" b="1" i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5370E3BB-2CC7-5F08-3988-577E54C698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78550"/>
          </a:xfrm>
        </p:spPr>
        <p:txBody>
          <a:bodyPr/>
          <a:lstStyle/>
          <a:p>
            <a:r>
              <a:rPr lang="pt-BR" altLang="pt-BR" sz="3600"/>
              <a:t>Tu vives, irmão, murmurando, </a:t>
            </a:r>
            <a:br>
              <a:rPr lang="pt-BR" altLang="pt-BR" sz="3600"/>
            </a:br>
            <a:r>
              <a:rPr lang="pt-BR" altLang="pt-BR" sz="3600"/>
              <a:t>Tal como um escravo do mal; </a:t>
            </a:r>
            <a:br>
              <a:rPr lang="pt-BR" altLang="pt-BR" sz="3600"/>
            </a:br>
            <a:r>
              <a:rPr lang="pt-BR" altLang="pt-BR" sz="3600"/>
              <a:t>Se Deus a tua fé `stá provando, </a:t>
            </a:r>
            <a:br>
              <a:rPr lang="pt-BR" altLang="pt-BR" sz="3600"/>
            </a:br>
            <a:r>
              <a:rPr lang="pt-BR" altLang="pt-BR" sz="3600"/>
              <a:t>Tu não tens razão para tal.</a:t>
            </a:r>
            <a:br>
              <a:rPr lang="pt-BR" altLang="pt-BR" sz="3600"/>
            </a:br>
            <a:r>
              <a:rPr lang="pt-BR" altLang="pt-BR" sz="3600"/>
              <a:t>Deus castiga aquele a quem ama, </a:t>
            </a:r>
            <a:br>
              <a:rPr lang="pt-BR" altLang="pt-BR" sz="3600"/>
            </a:br>
            <a:r>
              <a:rPr lang="pt-BR" altLang="pt-BR" sz="3600"/>
              <a:t>De ti, também não se esqueceu; </a:t>
            </a:r>
            <a:br>
              <a:rPr lang="pt-BR" altLang="pt-BR" sz="3600"/>
            </a:br>
            <a:r>
              <a:rPr lang="pt-BR" altLang="pt-BR" sz="3600"/>
              <a:t>Qual pai amoroso te chama, </a:t>
            </a:r>
            <a:br>
              <a:rPr lang="pt-BR" altLang="pt-BR" sz="3600"/>
            </a:br>
            <a:r>
              <a:rPr lang="pt-BR" altLang="pt-BR" sz="3600"/>
              <a:t>E cuida, sim, do que é Seu.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56062955-CB16-FC4F-C938-B1A4570818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249987"/>
          </a:xfrm>
        </p:spPr>
        <p:txBody>
          <a:bodyPr/>
          <a:lstStyle/>
          <a:p>
            <a:r>
              <a:rPr lang="pt-BR" altLang="pt-BR" sz="3600"/>
              <a:t>E mesmo se as ondas rugirem, </a:t>
            </a:r>
            <a:br>
              <a:rPr lang="pt-BR" altLang="pt-BR" sz="3600"/>
            </a:br>
            <a:r>
              <a:rPr lang="pt-BR" altLang="pt-BR" sz="3600"/>
              <a:t>No revolto e bravio mar,</a:t>
            </a:r>
            <a:br>
              <a:rPr lang="pt-BR" altLang="pt-BR" sz="3600"/>
            </a:br>
            <a:r>
              <a:rPr lang="pt-BR" altLang="pt-BR" sz="3600"/>
              <a:t>Os céus poderás ver se abrirem, </a:t>
            </a:r>
            <a:br>
              <a:rPr lang="pt-BR" altLang="pt-BR" sz="3600"/>
            </a:br>
            <a:r>
              <a:rPr lang="pt-BR" altLang="pt-BR" sz="3600"/>
              <a:t>Se um hino tua alma cantar, </a:t>
            </a:r>
            <a:br>
              <a:rPr lang="pt-BR" altLang="pt-BR" sz="3600"/>
            </a:br>
            <a:r>
              <a:rPr lang="pt-BR" altLang="pt-BR" sz="3600"/>
              <a:t>Não temas ciladas, nem morte, </a:t>
            </a:r>
            <a:br>
              <a:rPr lang="pt-BR" altLang="pt-BR" sz="3600"/>
            </a:br>
            <a:r>
              <a:rPr lang="pt-BR" altLang="pt-BR" sz="3600"/>
              <a:t>P'ra cima tu deves olhar;</a:t>
            </a:r>
            <a:br>
              <a:rPr lang="pt-BR" altLang="pt-BR" sz="3600"/>
            </a:br>
            <a:r>
              <a:rPr lang="pt-BR" altLang="pt-BR" sz="3600"/>
              <a:t>0 leme segura bem forte,</a:t>
            </a:r>
            <a:br>
              <a:rPr lang="pt-BR" altLang="pt-BR" sz="3600"/>
            </a:br>
            <a:r>
              <a:rPr lang="pt-BR" altLang="pt-BR" sz="3600"/>
              <a:t>Até do céu a luz raiar.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1DF9705C-7CC9-E641-8CBF-6FA3B8B670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78550"/>
          </a:xfrm>
        </p:spPr>
        <p:txBody>
          <a:bodyPr/>
          <a:lstStyle/>
          <a:p>
            <a:r>
              <a:rPr lang="pt-BR" altLang="pt-BR" sz="3600"/>
              <a:t>Se um hino cantar tu puderes, </a:t>
            </a:r>
            <a:br>
              <a:rPr lang="pt-BR" altLang="pt-BR" sz="3600"/>
            </a:br>
            <a:r>
              <a:rPr lang="pt-BR" altLang="pt-BR" sz="3600"/>
              <a:t>Nas horas de grande aflição, </a:t>
            </a:r>
            <a:br>
              <a:rPr lang="pt-BR" altLang="pt-BR" sz="3600"/>
            </a:br>
            <a:r>
              <a:rPr lang="pt-BR" altLang="pt-BR" sz="3600"/>
              <a:t>Então voarás, se quiseres, </a:t>
            </a:r>
            <a:br>
              <a:rPr lang="pt-BR" altLang="pt-BR" sz="3600"/>
            </a:br>
            <a:r>
              <a:rPr lang="pt-BR" altLang="pt-BR" sz="3600"/>
              <a:t>Até a celeste mansão; </a:t>
            </a:r>
            <a:br>
              <a:rPr lang="pt-BR" altLang="pt-BR" sz="3600"/>
            </a:br>
            <a:r>
              <a:rPr lang="pt-BR" altLang="pt-BR" sz="3600"/>
              <a:t>Nas asas da águia levado, </a:t>
            </a:r>
            <a:br>
              <a:rPr lang="pt-BR" altLang="pt-BR" sz="3600"/>
            </a:br>
            <a:r>
              <a:rPr lang="pt-BR" altLang="pt-BR" sz="3600"/>
              <a:t>Bem perto do mar de cristal </a:t>
            </a:r>
            <a:br>
              <a:rPr lang="pt-BR" altLang="pt-BR" sz="3600"/>
            </a:br>
            <a:r>
              <a:rPr lang="pt-BR" altLang="pt-BR" sz="3600"/>
              <a:t>E por fim então libertado,</a:t>
            </a:r>
            <a:br>
              <a:rPr lang="pt-BR" altLang="pt-BR" sz="3600"/>
            </a:br>
            <a:r>
              <a:rPr lang="pt-BR" altLang="pt-BR" sz="3600"/>
              <a:t>A terra, chegar, celestial.</a:t>
            </a:r>
            <a:r>
              <a:rPr lang="pt-BR" altLang="pt-BR"/>
              <a:t>	</a:t>
            </a:r>
            <a:br>
              <a:rPr lang="pt-BR" altLang="pt-BR"/>
            </a:br>
            <a:r>
              <a:rPr lang="pt-BR" altLang="pt-BR" sz="1600"/>
              <a:t>E.K. e E.C.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289</Words>
  <Application>Microsoft Office PowerPoint</Application>
  <PresentationFormat>Apresentação na tela (4:3)</PresentationFormat>
  <Paragraphs>6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8" baseType="lpstr">
      <vt:lpstr>Arial</vt:lpstr>
      <vt:lpstr>Design padrão</vt:lpstr>
      <vt:lpstr>302 NÃO MURMURES: CANTA</vt:lpstr>
      <vt:lpstr>No mundo murmura-se tanto,  Entre os que cristãos dizem ser;  Em vez de louvores há pranto,  Fraqueza em lugar de poder.  Murmuram - assim no deserto,  Em Mara, Israel murmurou; Oh! Não vêem que Deus está perto;  Jamais Seu auxílio negou. </vt:lpstr>
      <vt:lpstr>Em vez de murmurares, canta Um hino de louvor a Deus; Jesus quer te dar vida santa, Qual noiva levar-te p'ra os céus.</vt:lpstr>
      <vt:lpstr>Tu vives, irmão, murmurando,  Tal como um escravo do mal;  Se Deus a tua fé `stá provando,  Tu não tens razão para tal. Deus castiga aquele a quem ama,  De ti, também não se esqueceu;  Qual pai amoroso te chama,  E cuida, sim, do que é Seu. </vt:lpstr>
      <vt:lpstr>E mesmo se as ondas rugirem,  No revolto e bravio mar, Os céus poderás ver se abrirem,  Se um hino tua alma cantar,  Não temas ciladas, nem morte,  P'ra cima tu deves olhar; 0 leme segura bem forte, Até do céu a luz raiar. </vt:lpstr>
      <vt:lpstr>Se um hino cantar tu puderes,  Nas horas de grande aflição,  Então voarás, se quiseres,  Até a celeste mansão;  Nas asas da águia levado,  Bem perto do mar de cristal  E por fim então libertado, A terra, chegar, celestial.  E.K. e E.C. 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302 - NÃO MURMURES: CANTA</dc:title>
  <dc:creator>Montagna</dc:creator>
  <cp:lastModifiedBy>Emerson Souza</cp:lastModifiedBy>
  <cp:revision>2</cp:revision>
  <dcterms:created xsi:type="dcterms:W3CDTF">2005-10-19T05:19:03Z</dcterms:created>
  <dcterms:modified xsi:type="dcterms:W3CDTF">2026-05-02T22:02:04Z</dcterms:modified>
</cp:coreProperties>
</file>