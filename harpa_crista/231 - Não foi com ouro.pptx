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7FB94-504D-A81E-6989-69DA8455C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37FFFB-69F4-1BD2-AC09-2768FDBE8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44307D-74DD-D0E1-A9D0-3F5445FE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5858A3-F23A-3E8E-D710-ECAB6B6B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142AC3-3833-9346-1D92-98BFB657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C796FE-33DA-4D0C-B0DB-72773BB7C9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034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2C160-4588-A58A-7C2A-C7F0B69F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85B57-6EE0-C46B-CBBA-115CFCA0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318768-2375-A8AA-EB12-0A8BF122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E42DFE-17B4-BDA9-E6B9-2BB413F3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E7C139-7830-B3E8-04DC-F9AD7E32E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D6D712-CB88-471F-BFF0-546CB6BF15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976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C9EFD-B706-DE9C-7F72-B10E03BD5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7CCE24-1176-4CC0-9B80-EE1C32F4F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D79D35-A8F4-1547-AD8D-F6A492D7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F5578D-AFE5-755C-A3C1-8B7219D3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83997D-D787-4CB0-1556-DFBBEE21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57478A-8832-4563-AF37-07037FEF13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181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3284E-F8EE-A5A3-58C8-6C9A7571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EDB1E-E8D0-E112-8ADA-705BB02C4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B5FFFE-5FAF-90C1-D929-4AF425FEA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57678C-1C55-4E7E-61E9-A10D4097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913E21-A5F3-3D3B-CD9D-EC308767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0CB317-9CF4-C3BD-0216-E9459C2F4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6F43A0-6D93-4679-8445-9269097D31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945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332C0-A142-1FFA-F660-65BFDEBC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FDCA22-5DFD-2995-169E-78661F983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FBAA3C-4BB2-B236-B89D-7DB606B7D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70A1D66-13CD-B8F7-2882-D241C9C8F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3FF983-8FA3-FC04-DF01-A4BC0F7D0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241B0D-C73A-3DC3-F2C3-CA33BA7E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E6CE38-556D-2F4E-1924-D750DCF6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4B5EBD-0FBE-6708-DEAA-177A3027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F4E6FF-F733-438C-9838-1924206708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033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4C5B0-9775-3075-E7AC-B84495CA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F56D1A0-CA09-8CD7-17C0-F53E11834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BE2EEA-F930-13AB-D0BD-997EFD6F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FB3CDC-4347-1332-77BA-7D995233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B8B12B-A8B1-4C36-A95E-CEF8729C5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724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14D1DD5-70F9-BD79-7364-A743A58AA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99D80B2-6DD1-0A33-F22C-9184DB1F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F45582-5B5F-7BF6-A142-BAC1F306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B14D7-7BB8-403D-91BB-BD3397E634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767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F64C2-BCA5-7A60-F36C-E2702BCC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F2DFFE-8F34-2831-5F1B-CE39896C6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C4B2DD-7E35-0800-9671-95F0A7D3C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888B91-33CF-2040-2B08-D113C4D7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69473B-5B3B-F5CF-7C64-28230D03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5F259E-5528-CB6A-6F19-52830DC3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66D75A-A7E1-45E6-B96C-8134AF0B96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872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B6DFE-80E3-37CC-3086-A3A7F9BD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21F065-CC39-0E70-19A6-D480E63B8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E71295-58BE-CE80-6040-6B5A42577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B1B0C2-1596-8D41-0485-AD03EAD5C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91BBD6-304B-CAB8-BF94-2DF5261D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518A02-ED1E-6600-005E-2E78A405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F09B54-B982-4CD9-B23E-5E678A24F2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886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F46E6-6C04-536F-4A98-5C5C3ACD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9B2D22-A398-3EFA-A557-145BEC603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F840BF-E043-4A7B-4045-7547B43E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246434-06A1-5B5C-DCCF-F055890D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2A6B60-727F-A93B-D786-D9002523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F7564-4A72-47D1-AE89-091167FB1D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839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66B7B6-939D-08C2-65ED-9676B9514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D02E10-DCBD-E1C1-E6D6-5E666A3B9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97A2F9-4EAB-1643-7D47-577B4978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A193E3-13D0-FB4B-68A9-53FDEDF2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97E07F-B70B-0DF0-5307-2888035F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96E2AA-B0A9-4F18-A50A-70035B662E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09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3CEB62F-6DFB-3FCB-A7C0-D6042C469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4EDAD5A-5726-388B-8654-C41201FAC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D352BD4-CC48-E3C7-9405-3013EF1F8BC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14381B9-202C-B35C-7D00-CF98502C6B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CD58DA-CF51-7F12-AEF0-4AE99C4750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ACB489-76A7-4213-8020-A92ABB6EC4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68A544-30B2-FCF8-334B-6557A0061E4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231</a:t>
            </a:r>
            <a:br>
              <a:rPr lang="en-US" altLang="pt-BR" sz="4000" b="1"/>
            </a:br>
            <a:r>
              <a:rPr lang="en-US" altLang="pt-BR" sz="4000" b="1"/>
              <a:t>NÃO FOI COM OURO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AA5BC68-5816-8088-C32B-AB1FB7CCBB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2356A37-B177-4ED7-B852-7331F3B8EF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Nós, os salvos do Senhor, Caminhemos com valor; </a:t>
            </a:r>
            <a:br>
              <a:rPr lang="en-US" altLang="pt-BR" sz="4000" i="1"/>
            </a:br>
            <a:r>
              <a:rPr lang="en-US" altLang="pt-BR" sz="4000" i="1"/>
              <a:t>Ele guarda o coração, </a:t>
            </a:r>
            <a:br>
              <a:rPr lang="en-US" altLang="pt-BR" sz="4000" i="1"/>
            </a:br>
            <a:r>
              <a:rPr lang="en-US" altLang="pt-BR" sz="4000" i="1"/>
              <a:t>Cristo é a nossa salvação.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74CEB0-36CF-F591-D95D-93A53037F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Não foi com ouro </a:t>
            </a:r>
            <a:br>
              <a:rPr lang="en-US" altLang="pt-BR" sz="4000" b="1" i="1"/>
            </a:br>
            <a:r>
              <a:rPr lang="en-US" altLang="pt-BR" sz="4000" b="1" i="1"/>
              <a:t>Que nos comprou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com Seu sangue </a:t>
            </a:r>
            <a:br>
              <a:rPr lang="en-US" altLang="pt-BR" sz="4000" b="1" i="1"/>
            </a:br>
            <a:r>
              <a:rPr lang="en-US" altLang="pt-BR" sz="4000" b="1" i="1"/>
              <a:t>Vertido lá na cruz;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Nós, que somos salvos, </a:t>
            </a:r>
            <a:br>
              <a:rPr lang="en-US" altLang="pt-BR" sz="4000" b="1" i="1"/>
            </a:br>
            <a:r>
              <a:rPr lang="en-US" altLang="pt-BR" sz="4000" b="1" i="1"/>
              <a:t>Vamos sem temer,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por Seu sangue </a:t>
            </a:r>
            <a:br>
              <a:rPr lang="en-US" altLang="pt-BR" sz="4000" b="1" i="1"/>
            </a:br>
            <a:r>
              <a:rPr lang="en-US" altLang="pt-BR" sz="4000" b="1" i="1"/>
              <a:t>O mal vencer.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55ECAED-20C0-4FB9-B57A-C9810F0A5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Pela morte de Jesus, </a:t>
            </a:r>
            <a:br>
              <a:rPr lang="en-US" altLang="pt-BR" sz="4000" i="1"/>
            </a:br>
            <a:r>
              <a:rPr lang="en-US" altLang="pt-BR" sz="4000" i="1"/>
              <a:t>Recebemos vida e luz; </a:t>
            </a:r>
            <a:br>
              <a:rPr lang="en-US" altLang="pt-BR" sz="4000" i="1"/>
            </a:br>
            <a:r>
              <a:rPr lang="en-US" altLang="pt-BR" sz="4000" i="1"/>
              <a:t>Do abismo de horror, </a:t>
            </a:r>
            <a:br>
              <a:rPr lang="en-US" altLang="pt-BR" sz="4000" i="1"/>
            </a:br>
            <a:r>
              <a:rPr lang="en-US" altLang="pt-BR" sz="4000" i="1"/>
              <a:t>Não temos mais nenhum temor.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9B0962E-E75F-0E73-C9F1-A138D6340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Não foi com ouro </a:t>
            </a:r>
            <a:br>
              <a:rPr lang="en-US" altLang="pt-BR" sz="4000" b="1" i="1"/>
            </a:br>
            <a:r>
              <a:rPr lang="en-US" altLang="pt-BR" sz="4000" b="1" i="1"/>
              <a:t>Que nos comprou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com Seu sangue </a:t>
            </a:r>
            <a:br>
              <a:rPr lang="en-US" altLang="pt-BR" sz="4000" b="1" i="1"/>
            </a:br>
            <a:r>
              <a:rPr lang="en-US" altLang="pt-BR" sz="4000" b="1" i="1"/>
              <a:t>Vertido lá na cruz;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Nós, que somos salvos, </a:t>
            </a:r>
            <a:br>
              <a:rPr lang="en-US" altLang="pt-BR" sz="4000" b="1" i="1"/>
            </a:br>
            <a:r>
              <a:rPr lang="en-US" altLang="pt-BR" sz="4000" b="1" i="1"/>
              <a:t>Vamos sem temer,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por Seu sangue </a:t>
            </a:r>
            <a:br>
              <a:rPr lang="en-US" altLang="pt-BR" sz="4000" b="1" i="1"/>
            </a:br>
            <a:r>
              <a:rPr lang="en-US" altLang="pt-BR" sz="4000" b="1" i="1"/>
              <a:t>O mal vencer.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031267A-98C6-FD0A-8AD3-DF156E67A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Seguiremos o Senhor, </a:t>
            </a:r>
            <a:br>
              <a:rPr lang="en-US" altLang="pt-BR" sz="4000" i="1"/>
            </a:br>
            <a:r>
              <a:rPr lang="en-US" altLang="pt-BR" sz="4000" i="1"/>
              <a:t>Pois nos guia ao Criador;</a:t>
            </a:r>
            <a:br>
              <a:rPr lang="en-US" altLang="pt-BR" sz="4000" i="1"/>
            </a:br>
            <a:r>
              <a:rPr lang="en-US" altLang="pt-BR" sz="4000" i="1"/>
              <a:t>Nos concede paz real, </a:t>
            </a:r>
            <a:br>
              <a:rPr lang="en-US" altLang="pt-BR" sz="4000" i="1"/>
            </a:br>
            <a:r>
              <a:rPr lang="en-US" altLang="pt-BR" sz="4000" i="1"/>
              <a:t>Nos dá repouso eternal!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7AD2EE8-4845-A921-941A-4953794B6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Não foi com ouro </a:t>
            </a:r>
            <a:br>
              <a:rPr lang="en-US" altLang="pt-BR" sz="4000" b="1" i="1"/>
            </a:br>
            <a:r>
              <a:rPr lang="en-US" altLang="pt-BR" sz="4000" b="1" i="1"/>
              <a:t>Que nos comprou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com Seu sangue </a:t>
            </a:r>
            <a:br>
              <a:rPr lang="en-US" altLang="pt-BR" sz="4000" b="1" i="1"/>
            </a:br>
            <a:r>
              <a:rPr lang="en-US" altLang="pt-BR" sz="4000" b="1" i="1"/>
              <a:t>Vertido lá na cruz;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Nós, que somos salvos, </a:t>
            </a:r>
            <a:br>
              <a:rPr lang="en-US" altLang="pt-BR" sz="4000" b="1" i="1"/>
            </a:br>
            <a:r>
              <a:rPr lang="en-US" altLang="pt-BR" sz="4000" b="1" i="1"/>
              <a:t>Vamos sem temer,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por Seu sangue </a:t>
            </a:r>
            <a:br>
              <a:rPr lang="en-US" altLang="pt-BR" sz="4000" b="1" i="1"/>
            </a:br>
            <a:r>
              <a:rPr lang="en-US" altLang="pt-BR" sz="4000" b="1" i="1"/>
              <a:t>O mal vencer.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417D68B-C35C-6E80-53FA-1F6C62ED2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Tu que não tens salvação, </a:t>
            </a:r>
            <a:br>
              <a:rPr lang="en-US" altLang="pt-BR" sz="4000" i="1"/>
            </a:br>
            <a:r>
              <a:rPr lang="en-US" altLang="pt-BR" sz="4000" i="1"/>
              <a:t>Abre já teu coração. </a:t>
            </a:r>
            <a:br>
              <a:rPr lang="en-US" altLang="pt-BR" sz="4000" i="1"/>
            </a:br>
            <a:r>
              <a:rPr lang="en-US" altLang="pt-BR" sz="4000" i="1"/>
              <a:t>Deixa Cristo te salvar, </a:t>
            </a:r>
            <a:br>
              <a:rPr lang="en-US" altLang="pt-BR" sz="4000" i="1"/>
            </a:br>
            <a:r>
              <a:rPr lang="en-US" altLang="pt-BR" sz="4000" i="1"/>
              <a:t>E para o céu te preparar.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B5A9942-10A0-C48E-84CD-2EE0F0F82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Não foi com ouro </a:t>
            </a:r>
            <a:br>
              <a:rPr lang="en-US" altLang="pt-BR" sz="4000" b="1" i="1"/>
            </a:br>
            <a:r>
              <a:rPr lang="en-US" altLang="pt-BR" sz="4000" b="1" i="1"/>
              <a:t>Que nos comprou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Mas com Seu sangue </a:t>
            </a:r>
            <a:br>
              <a:rPr lang="en-US" altLang="pt-BR" sz="4000" b="1" i="1"/>
            </a:br>
            <a:r>
              <a:rPr lang="en-US" altLang="pt-BR" sz="4000" b="1" i="1"/>
              <a:t>Vertido lá na cruz;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Nós, que somos salvos, </a:t>
            </a:r>
            <a:br>
              <a:rPr lang="en-US" altLang="pt-BR" sz="4000" b="1" i="1"/>
            </a:br>
            <a:r>
              <a:rPr lang="en-US" altLang="pt-BR" sz="4000" b="1" i="1"/>
              <a:t>Vamos sem temer,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Sempre por Seu sangue </a:t>
            </a:r>
            <a:br>
              <a:rPr lang="en-US" altLang="pt-BR" sz="4000" b="1" i="1"/>
            </a:br>
            <a:r>
              <a:rPr lang="en-US" altLang="pt-BR" sz="4000" b="1" i="1"/>
              <a:t>O mal vencer.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231 NÃO FOI COM OURO </vt:lpstr>
      <vt:lpstr>Nós, os salvos do Senhor, Caminhemos com valor;  Ele guarda o coração,  Cristo é a nossa salvação.  </vt:lpstr>
      <vt:lpstr>Não foi com ouro  Que nos comprou Jesus,  Mas com Seu sangue  Vertido lá na cruz;  Nós, que somos salvos,  Vamos sem temer,  Sempre por Seu sangue  O mal vencer.  </vt:lpstr>
      <vt:lpstr>Pela morte de Jesus,  Recebemos vida e luz;  Do abismo de horror,  Não temos mais nenhum temor.  </vt:lpstr>
      <vt:lpstr>Não foi com ouro  Que nos comprou Jesus,  Mas com Seu sangue  Vertido lá na cruz;  Nós, que somos salvos,  Vamos sem temer,  Sempre por Seu sangue  O mal vencer.  </vt:lpstr>
      <vt:lpstr>Seguiremos o Senhor,  Pois nos guia ao Criador; Nos concede paz real,  Nos dá repouso eternal!</vt:lpstr>
      <vt:lpstr>Não foi com ouro  Que nos comprou Jesus,  Mas com Seu sangue  Vertido lá na cruz;  Nós, que somos salvos,  Vamos sem temer,  Sempre por Seu sangue  O mal vencer.  </vt:lpstr>
      <vt:lpstr>Tu que não tens salvação,  Abre já teu coração.  Deixa Cristo te salvar,  E para o céu te preparar. </vt:lpstr>
      <vt:lpstr>Não foi com ouro  Que nos comprou Jesus,  Mas com Seu sangue  Vertido lá na cruz;  Nós, que somos salvos,  Vamos sem temer,  Sempre por Seu sangue  O mal vencer.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231 NÃO FOI COM OURO </dc:title>
  <dc:creator>Junior</dc:creator>
  <cp:lastModifiedBy>Emerson Souza</cp:lastModifiedBy>
  <cp:revision>1</cp:revision>
  <dcterms:created xsi:type="dcterms:W3CDTF">2005-12-23T23:00:23Z</dcterms:created>
  <dcterms:modified xsi:type="dcterms:W3CDTF">2026-05-02T21:56:09Z</dcterms:modified>
</cp:coreProperties>
</file>