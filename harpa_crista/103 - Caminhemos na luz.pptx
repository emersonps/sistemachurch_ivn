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C671CE-D24F-D570-128C-F53331067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A6FFC8-F74E-9F33-83DF-5276C5EDA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26910E-B5E2-D3D1-A8D2-D4DC82915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43DFA5-3F9F-32ED-51D5-27786B03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FA0BFB-305F-383A-879B-704D5CC4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63F366-7CF7-42FF-A135-6F45EFDD76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7770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44F6A-06DC-E524-127A-29ED4B14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B7361A-78BC-49EB-BB9A-22620D748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5D678F-C73B-04A0-4AA9-6256450C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E058F8-9635-66AC-77DD-94D775AD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1B4782-6DC0-D8E3-9D48-CE776E14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B25D6A-6DD8-428C-8D44-E0810A8EAE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960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12AFA-10D7-989C-71AC-9B07770C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D31268-E9BC-9082-E9E0-261600CCD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04CBBD-917A-7F7D-7FF8-CF7ED459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F195CA-C7D1-AE30-C37B-BC9368A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A752B7-40DA-1B44-A04A-8E963530A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DD330-7FBD-4FD0-9510-BF1920E1D8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928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A1C85-332D-3B4B-23D2-41C4A140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1996FF-CA96-C920-A1DB-FCD3C5E89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320899-36AE-DCD4-DFAF-309299523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EAACF7-2F12-C769-28C5-EF2760CB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DEBDB5-DE2C-1D89-C2C1-130C6EB9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17AD98-69A1-9CE1-28DD-66702E15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7F4BB3-491B-460B-B3AD-EF38E1F19C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2391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07BD9-A8CB-922B-A1BF-F6C6F7D8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F2F167-9F78-7DC3-1485-8E0AD0378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6FFB6B-E681-18F6-F794-537EDBAF7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AC5C93-0BB1-FEA8-BB0B-29AA5219C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FA4866-82B1-9F28-E136-80E4966B0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DE9165B-9486-7D3E-4970-4F058F16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68CA2ED-74AF-0E40-BF57-39867AAE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ECA34AB-7A4E-69E8-A2AF-B1A4F93C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18BE2-C921-4833-B3BF-9483941F0A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079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F73EF-0CE7-709E-1F53-ED4295B8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DBD48A-BE53-FEEE-553A-ABB925DB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A59F33-70FA-1437-DFB5-FD247A77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EC69F05-03A5-3C95-C901-4AB4D9BF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A6CF0E-02CB-4491-9730-FF410A159E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658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FDEDBA-C2FE-93DC-04E9-EDC5C5594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2ADC6F-211F-4D62-E8F7-8FC83BB8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B0AA2C-5624-C51B-2554-B4BAF290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4D1366-9E53-4C40-80B9-03C5049DCD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110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D29FD-47B4-3704-5798-43F83D4E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CF54FF-BF1E-548E-0817-F3B77807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CD7147-5ACB-1F5B-C7D9-340B09B05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EE88E-79ED-D760-809A-1CD235FD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19A146-670A-60C7-025C-0021A090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5BDB1A-DD4F-0801-F695-924D3179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27C9D5-608A-4D34-9CC9-2BF9EE0461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165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F7B1D-69F7-A8A3-2EFB-431B408E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267811-7D81-F174-7DE8-6158A4F20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250E39-B5F6-EAA0-B038-D60B5F60B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E4CD74-5789-D4E9-610C-7392301A9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0CCF50-3477-6443-1BDC-D9808E833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3ACB70-4828-1CFE-8D20-E6FDF6314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05D038-B3E5-4EA3-BFDB-5362282873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604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681F6-75F9-7B6B-0CC7-8EF57FA2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86D89E-644D-3568-11CF-F38282A5E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A541CB-FFF3-EB84-B6C4-1881F3A7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22BDA2-213C-7F5F-456D-809185DD2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E013A1-7B21-2ECB-AE12-1A7572EE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2869C-2C86-4ADC-9B49-DDB63A63E5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300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E7E988-7CCC-A223-39A6-09D3E2C34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6C37A3-BA7A-57A9-FECF-093ADF7B4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2CCB62-A400-C45E-3488-CAC93571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721C45-0E2F-D600-C425-712AB9DA8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7683C4-A791-F28E-0514-13E8D7E9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B43BBB-0A68-439E-AFF0-E1E2EFEBAB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029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B6658ED-0E72-BD0A-C2E6-3B1EB460A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26F12FB-0ECC-13F3-3E77-8432EB262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EB156ED-5529-AC73-B0D6-FC9BBABAD9D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9590968-69BE-4151-8899-724ACF998C4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E37295B-F263-6849-F33F-5347EA4A57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E423C9A-387E-413A-B034-72BEBD1B4A3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E5C5F92-B3AB-7C3A-3478-0BE5AA2073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103</a:t>
            </a:r>
            <a:br>
              <a:rPr lang="en-US" altLang="pt-BR" sz="4000" b="1" i="1"/>
            </a:br>
            <a:r>
              <a:rPr lang="en-US" altLang="pt-BR" sz="4000" b="1" i="1"/>
              <a:t>CAMINHEMOS NA LUZ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44D5794-2BBF-CB77-849C-B408AFCD59B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92D47C3-A46D-E972-4EBC-F21E33A4F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791200"/>
          </a:xfrm>
        </p:spPr>
        <p:txBody>
          <a:bodyPr/>
          <a:lstStyle/>
          <a:p>
            <a:r>
              <a:rPr lang="en-US" altLang="pt-BR" sz="4000" i="1"/>
              <a:t>Há uma luz, bendita luz, </a:t>
            </a:r>
            <a:br>
              <a:rPr lang="en-US" altLang="pt-BR" sz="4000" i="1"/>
            </a:br>
            <a:r>
              <a:rPr lang="en-US" altLang="pt-BR" sz="4000" i="1"/>
              <a:t>Que vem a nós dos céus; </a:t>
            </a:r>
            <a:br>
              <a:rPr lang="en-US" altLang="pt-BR" sz="4000" i="1"/>
            </a:br>
            <a:r>
              <a:rPr lang="en-US" altLang="pt-BR" sz="4000" i="1"/>
              <a:t>A face do Senhor Jesus </a:t>
            </a:r>
            <a:br>
              <a:rPr lang="en-US" altLang="pt-BR" sz="4000" i="1"/>
            </a:br>
            <a:r>
              <a:rPr lang="en-US" altLang="pt-BR" sz="4000" i="1"/>
              <a:t>Reflete o amor de Deus.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71CE7A7-6CCB-9F9C-090B-E8A3FDB1C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Caminhemos na luz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Caminhemos na luz de Deus.</a:t>
            </a:r>
            <a:r>
              <a:rPr lang="en-US" altLang="pt-BR" sz="4000" i="1"/>
              <a:t> </a:t>
            </a:r>
            <a:r>
              <a:rPr lang="en-US" altLang="pt-BR" sz="4000" b="1" i="1"/>
              <a:t>Caminhemos na luz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Caminhemos na luz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BB930B6-9ADD-48D9-B95C-78FC23DE6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791200"/>
          </a:xfrm>
        </p:spPr>
        <p:txBody>
          <a:bodyPr/>
          <a:lstStyle/>
          <a:p>
            <a:r>
              <a:rPr lang="en-US" altLang="pt-BR" sz="4000" i="1"/>
              <a:t>Há uma gloriosa luz </a:t>
            </a:r>
            <a:br>
              <a:rPr lang="en-US" altLang="pt-BR" sz="4000" i="1"/>
            </a:br>
            <a:r>
              <a:rPr lang="en-US" altLang="pt-BR" sz="4000" i="1"/>
              <a:t>Guiando o nosso andar, </a:t>
            </a:r>
            <a:br>
              <a:rPr lang="en-US" altLang="pt-BR" sz="4000" i="1"/>
            </a:br>
            <a:r>
              <a:rPr lang="en-US" altLang="pt-BR" sz="4000" i="1"/>
              <a:t>Nos santos passos de Jesus, </a:t>
            </a:r>
            <a:br>
              <a:rPr lang="en-US" altLang="pt-BR" sz="4000" i="1"/>
            </a:br>
            <a:r>
              <a:rPr lang="en-US" altLang="pt-BR" sz="4000" i="1"/>
              <a:t>‘Tó chegarmos ao lar.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BA49D00-2F93-247F-B0E6-0E6ADD484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Caminhemos na luz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Caminhemos na luz de Deus.</a:t>
            </a:r>
            <a:r>
              <a:rPr lang="en-US" altLang="pt-BR" sz="4000" i="1"/>
              <a:t> </a:t>
            </a:r>
            <a:r>
              <a:rPr lang="en-US" altLang="pt-BR" sz="4000" b="1" i="1"/>
              <a:t>Caminhemos na luz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Caminhemos na luz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1F23089-1F39-689F-C114-52E75319DE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791200"/>
          </a:xfrm>
        </p:spPr>
        <p:txBody>
          <a:bodyPr/>
          <a:lstStyle/>
          <a:p>
            <a:r>
              <a:rPr lang="en-US" altLang="pt-BR" sz="4000" i="1"/>
              <a:t>Há uma luz, a santa luz </a:t>
            </a:r>
            <a:br>
              <a:rPr lang="en-US" altLang="pt-BR" sz="4000" i="1"/>
            </a:br>
            <a:r>
              <a:rPr lang="en-US" altLang="pt-BR" sz="4000" i="1"/>
              <a:t>Na qual podemos ver </a:t>
            </a:r>
            <a:br>
              <a:rPr lang="en-US" altLang="pt-BR" sz="4000" i="1"/>
            </a:br>
            <a:r>
              <a:rPr lang="en-US" altLang="pt-BR" sz="4000" i="1"/>
              <a:t>No lindo céu, a glória à flux, </a:t>
            </a:r>
            <a:br>
              <a:rPr lang="en-US" altLang="pt-BR" sz="4000" i="1"/>
            </a:br>
            <a:r>
              <a:rPr lang="en-US" altLang="pt-BR" sz="4000" i="1"/>
              <a:t>Que vamos receber.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B7ADE1B-F9BF-2F18-465F-8FBA0913E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Caminhemos na luz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Caminhemos na luz de Deus.</a:t>
            </a:r>
            <a:r>
              <a:rPr lang="en-US" altLang="pt-BR" sz="4000" i="1"/>
              <a:t> </a:t>
            </a:r>
            <a:r>
              <a:rPr lang="en-US" altLang="pt-BR" sz="4000" b="1" i="1"/>
              <a:t>Caminhemos na luz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Caminhemos na luz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5516C79-7883-CD6A-232B-73302DFE0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791200"/>
          </a:xfrm>
        </p:spPr>
        <p:txBody>
          <a:bodyPr/>
          <a:lstStyle/>
          <a:p>
            <a:r>
              <a:rPr lang="en-US" altLang="pt-BR" sz="4000" i="1"/>
              <a:t>Em santa e bendita luz. </a:t>
            </a:r>
            <a:br>
              <a:rPr lang="en-US" altLang="pt-BR" sz="4000" i="1"/>
            </a:br>
            <a:r>
              <a:rPr lang="en-US" altLang="pt-BR" sz="4000" i="1"/>
              <a:t>Cercado de esplendor, </a:t>
            </a:r>
            <a:br>
              <a:rPr lang="en-US" altLang="pt-BR" sz="4000" i="1"/>
            </a:br>
            <a:r>
              <a:rPr lang="en-US" altLang="pt-BR" sz="4000" i="1"/>
              <a:t>Virá O que morreu na cruz, </a:t>
            </a:r>
            <a:br>
              <a:rPr lang="en-US" altLang="pt-BR" sz="4000" i="1"/>
            </a:br>
            <a:r>
              <a:rPr lang="en-US" altLang="pt-BR" sz="4000" i="1"/>
              <a:t>Nosso amado Senhor.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BDC1214-FF43-9D89-5961-12C550E02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Caminhemos na luz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Caminhemos na luz de Deus.</a:t>
            </a:r>
            <a:r>
              <a:rPr lang="en-US" altLang="pt-BR" sz="4000" i="1"/>
              <a:t> </a:t>
            </a:r>
            <a:r>
              <a:rPr lang="en-US" altLang="pt-BR" sz="4000" b="1" i="1"/>
              <a:t>Caminhemos na luz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Caminhemos na luz de Deus.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103 CAMINHEMOS NA LUZ </vt:lpstr>
      <vt:lpstr>Há uma luz, bendita luz,  Que vem a nós dos céus;  A face do Senhor Jesus  Reflete o amor de Deus.   </vt:lpstr>
      <vt:lpstr>Caminhemos na luz  Caminhemos na luz de Deus. Caminhemos na luz  Caminhemos na luz de Deus. </vt:lpstr>
      <vt:lpstr>Há uma gloriosa luz  Guiando o nosso andar,  Nos santos passos de Jesus,  ‘Tó chegarmos ao lar. </vt:lpstr>
      <vt:lpstr>Caminhemos na luz  Caminhemos na luz de Deus. Caminhemos na luz  Caminhemos na luz de Deus. </vt:lpstr>
      <vt:lpstr>Há uma luz, a santa luz  Na qual podemos ver  No lindo céu, a glória à flux,  Que vamos receber. </vt:lpstr>
      <vt:lpstr>Caminhemos na luz  Caminhemos na luz de Deus. Caminhemos na luz  Caminhemos na luz de Deus. </vt:lpstr>
      <vt:lpstr>Em santa e bendita luz.  Cercado de esplendor,  Virá O que morreu na cruz,  Nosso amado Senhor. </vt:lpstr>
      <vt:lpstr>Caminhemos na luz  Caminhemos na luz de Deus. Caminhemos na luz  Caminhemos na luz de Deus.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103 CAMINHEMOS NA LUZ </dc:title>
  <dc:creator>Junior</dc:creator>
  <cp:lastModifiedBy>Emerson Souza</cp:lastModifiedBy>
  <cp:revision>1</cp:revision>
  <dcterms:created xsi:type="dcterms:W3CDTF">2005-12-23T13:38:48Z</dcterms:created>
  <dcterms:modified xsi:type="dcterms:W3CDTF">2026-05-02T21:45:18Z</dcterms:modified>
</cp:coreProperties>
</file>