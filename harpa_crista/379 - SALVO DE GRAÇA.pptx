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ED1E9-FB43-4F17-B318-98A8455A9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AE4570-5177-96F2-AB56-A49AC067A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15FB01-56A9-47AD-6C7F-859824566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02A378-CFCA-7818-69A8-C6155F4B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2B366D-7B96-479A-364D-CDF761A9D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ED8044-F7DE-4736-BF0A-54BF9A745E5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31470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D441FE-8FC1-8C77-A825-3AC6E5A21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00F844-3AE4-9198-B5AA-16D02C8E0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0CF841-725D-45EF-52AD-2C004809B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229F32-6CFE-25DB-87A2-A39CF1E87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AA0F5D-E808-E4CC-79B3-C5D843FE9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236257-18B1-4BA7-ACFD-F09DB17102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62862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E0BAA3-25E9-9A1C-984A-72F824340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E66DF7-E398-F66C-E565-AE68AF577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6D22C4-EF78-408D-F79D-7E5B51AEB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B391C9-C68E-3E35-F42A-BE0A2F9F7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21D1F4-0A85-0050-560C-E05912FC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D1C8C9-51DD-48B3-BF86-E45924664D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46514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F4809-0D2B-6197-45CF-F0AB26FC9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6BF0D6-6558-7496-A6BE-26432ED746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36260F-3B09-7998-140B-0200ED398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499A38-F77C-9263-18A7-B439E1663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7B0E99-C729-6AD8-A5DB-EC27868C7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D103F5-193E-9BFA-A18D-966BDEE36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C7BCD8-0310-45FB-8B86-F87D449F57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37029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3F64CB-A6E8-BFA0-ECDB-FF7C24624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63B5F7-484E-F14D-C432-274CE8B39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B60CD5C-EFB4-7C83-3E38-E32309EDC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5D349C8-658D-A726-9017-CA98C38ED5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F858E6E-A67C-40B5-7DBB-6E4CECC2CA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FF11E4-AD49-78B5-4AA1-17237F850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DF4B62F-2F72-DA11-3DD0-CDC3FE46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7DA3B3E-D293-FD8C-3A50-81DF9546B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89472F-BA0C-49D0-ACEE-20FBB9A65F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85447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9D5000-29C7-274D-792E-C3D45D2F3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517814A-9217-33DC-8623-EDCBDEE7F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1E5BD36-7ACF-52CE-EAF8-FBFEE651E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69930BA-4AC6-E045-B93C-88EE47153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4863FA-6139-40E4-A5AD-8B6A517B75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42740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D6B8F81-890C-2391-05F0-305FB75EC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A2B7728-E4CF-7F0D-2B9C-1D557C247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2956E3-DA58-E142-F621-C0EA0DE8B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170D03-2611-479C-A5AD-32972AB7AF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4961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FD7BD0-5C4B-A07E-09D4-22237D28D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E8132B-B4B1-D41C-1AFD-518F31355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CFD889C-79FA-C15F-A1CC-C6C4500BC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8F1A48-FC5A-09AF-202F-36B0F40EF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AD859B-0EFB-BFC4-CC21-78B9A57FD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CC0144-286F-7620-1EDC-5A1E92DB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49E63A-1D1A-4307-BB73-D9609A3FFA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1583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8910A-F0DC-79B7-23A2-D5D2EE29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6F60427-4085-820F-FB05-4F07DE29B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C337B91-B3FE-F769-1FE9-6C4C981C0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297631-0D57-7F2C-31E8-ACB229F0C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B14AC2-7FE0-6BE6-4686-59AD115AC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8D9885-A8A6-359A-C562-483715E48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2E96A0-F3E6-43F1-B4C0-C838446B02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41320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978C47-7390-860D-08AC-501AB7A5F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A2D0691-89FE-11C8-6B92-12A089CBA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9A185A-08FD-8AD7-22E5-79E10DA0B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74DC4D-053A-681E-9264-C9891F52A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EB48C0-C25C-75EE-9258-0D7A3F2DE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FC02AE-D34D-49C6-9019-8C644A9DC9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47471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D9FC6B-D37E-68F9-38DF-45CFC18B4E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9FEF99-F264-40E6-5675-3A28151F8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5E3703-A3A8-5C87-9790-38B6E3DE0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5B1E09-35B7-95EB-3AC0-AAE7ADE9E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8D5714-DB13-67DF-D25D-305799DD5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C52D9B-E5DE-47CB-8086-B9DA619169D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8214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573DB07-92A1-0855-868C-E8FB9F8010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2B2076B-4BD8-1919-49EC-01FA53DED6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A75C1BA-2128-8DEB-6A7F-AF3A573613C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73171A0-1C6E-9855-1A25-2BADBEB5CFF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CB23C88-20D1-7D72-2468-6189F35607F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866339E-9F50-48C6-8CC3-8B0EF8C6CF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E974786-EA8E-14C4-FA59-B2F3602ACBC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379</a:t>
            </a:r>
            <a:br>
              <a:rPr lang="pt-BR" altLang="pt-BR" sz="4400" b="1"/>
            </a:br>
            <a:r>
              <a:rPr lang="pt-BR" altLang="pt-BR" sz="4400" b="1"/>
              <a:t>SALVO DE GRAÇA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BC2DF72-774B-AAF5-5624-29B8D1FB5F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642350" cy="6178550"/>
          </a:xfrm>
        </p:spPr>
        <p:txBody>
          <a:bodyPr/>
          <a:lstStyle/>
          <a:p>
            <a:r>
              <a:rPr lang="pt-BR" altLang="pt-BR" sz="3600"/>
              <a:t>Que alegria, Jesus me salvou,</a:t>
            </a:r>
            <a:br>
              <a:rPr lang="pt-BR" altLang="pt-BR" sz="3600"/>
            </a:br>
            <a:r>
              <a:rPr lang="pt-BR" altLang="pt-BR" sz="3600"/>
              <a:t>Por Sua graça, pois Ele levou</a:t>
            </a:r>
            <a:br>
              <a:rPr lang="pt-BR" altLang="pt-BR" sz="3600"/>
            </a:br>
            <a:r>
              <a:rPr lang="pt-BR" altLang="pt-BR" sz="3600"/>
              <a:t>Os meus pecados, cravando-os na cruz, </a:t>
            </a:r>
            <a:br>
              <a:rPr lang="pt-BR" altLang="pt-BR" sz="3600"/>
            </a:br>
            <a:r>
              <a:rPr lang="pt-BR" altLang="pt-BR" sz="3600"/>
              <a:t>Fazendo brilhar sobre mim a luz.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07B8348-8FF9-13BF-559C-6A284DEC89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642350" cy="6178550"/>
          </a:xfrm>
        </p:spPr>
        <p:txBody>
          <a:bodyPr/>
          <a:lstStyle/>
          <a:p>
            <a:r>
              <a:rPr lang="pt-BR" altLang="pt-BR" sz="3600" b="1" i="1"/>
              <a:t>Salvo de graça por meu Jesus!</a:t>
            </a:r>
            <a:br>
              <a:rPr lang="pt-BR" altLang="pt-BR" sz="3600" b="1" i="1"/>
            </a:br>
            <a:r>
              <a:rPr lang="pt-BR" altLang="pt-BR" sz="3600" b="1" i="1"/>
              <a:t>Salvo de graça, já tenho a luz! </a:t>
            </a:r>
            <a:br>
              <a:rPr lang="pt-BR" altLang="pt-BR" sz="3600" b="1" i="1"/>
            </a:br>
            <a:r>
              <a:rPr lang="pt-BR" altLang="pt-BR" sz="3600" b="1" i="1"/>
              <a:t>Demos-Lhe glória por grande vitória, </a:t>
            </a:r>
            <a:br>
              <a:rPr lang="pt-BR" altLang="pt-BR" sz="3600" b="1" i="1"/>
            </a:br>
            <a:r>
              <a:rPr lang="pt-BR" altLang="pt-BR" sz="3600" b="1" i="1"/>
              <a:t>Que por mim ganhou o Senhor Jesus.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1D1353D-A933-2784-6BBB-0525F029D4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Sempre errante no mundo andei, </a:t>
            </a:r>
            <a:br>
              <a:rPr lang="pt-BR" altLang="pt-BR" sz="3600"/>
            </a:br>
            <a:r>
              <a:rPr lang="pt-BR" altLang="pt-BR" sz="3600"/>
              <a:t>Longe de Deus, dos preceitos da lei, </a:t>
            </a:r>
            <a:br>
              <a:rPr lang="pt-BR" altLang="pt-BR" sz="3600"/>
            </a:br>
            <a:r>
              <a:rPr lang="pt-BR" altLang="pt-BR" sz="3600"/>
              <a:t>Que me promete o gozo sem par, </a:t>
            </a:r>
            <a:br>
              <a:rPr lang="pt-BR" altLang="pt-BR" sz="3600"/>
            </a:br>
            <a:r>
              <a:rPr lang="pt-BR" altLang="pt-BR" sz="3600"/>
              <a:t>Também liberdade aqui me dar.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CA4D5A1-B715-46BF-1A1D-404A1AB0A7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642350" cy="6178550"/>
          </a:xfrm>
        </p:spPr>
        <p:txBody>
          <a:bodyPr/>
          <a:lstStyle/>
          <a:p>
            <a:r>
              <a:rPr lang="pt-BR" altLang="pt-BR" sz="3600" b="1" i="1"/>
              <a:t>Salvo de graça por meu Jesus!</a:t>
            </a:r>
            <a:br>
              <a:rPr lang="pt-BR" altLang="pt-BR" sz="3600" b="1" i="1"/>
            </a:br>
            <a:r>
              <a:rPr lang="pt-BR" altLang="pt-BR" sz="3600" b="1" i="1"/>
              <a:t>Salvo de graça, já tenho a luz! </a:t>
            </a:r>
            <a:br>
              <a:rPr lang="pt-BR" altLang="pt-BR" sz="3600" b="1" i="1"/>
            </a:br>
            <a:r>
              <a:rPr lang="pt-BR" altLang="pt-BR" sz="3600" b="1" i="1"/>
              <a:t>Demos-Lhe glória por grande vitória, </a:t>
            </a:r>
            <a:br>
              <a:rPr lang="pt-BR" altLang="pt-BR" sz="3600" b="1" i="1"/>
            </a:br>
            <a:r>
              <a:rPr lang="pt-BR" altLang="pt-BR" sz="3600" b="1" i="1"/>
              <a:t>Que por mim ganhou o Senhor Jesus.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11A5C8E-0778-6C07-EBA0-EA8548814D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Choro e prantos não podem valer,</a:t>
            </a:r>
            <a:br>
              <a:rPr lang="pt-BR" altLang="pt-BR" sz="3600"/>
            </a:br>
            <a:r>
              <a:rPr lang="pt-BR" altLang="pt-BR" sz="3600"/>
              <a:t>Nem seus esforços, nem grande saber, </a:t>
            </a:r>
            <a:br>
              <a:rPr lang="pt-BR" altLang="pt-BR" sz="3600"/>
            </a:br>
            <a:r>
              <a:rPr lang="pt-BR" altLang="pt-BR" sz="3600"/>
              <a:t>Para um perdido sedento de luz,</a:t>
            </a:r>
            <a:br>
              <a:rPr lang="pt-BR" altLang="pt-BR" sz="3600"/>
            </a:br>
            <a:r>
              <a:rPr lang="pt-BR" altLang="pt-BR" sz="3600"/>
              <a:t>Se ele não crer no Senhor Jesus.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51E2A8D-FE2C-0D77-A0CC-36181111C0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642350" cy="6178550"/>
          </a:xfrm>
        </p:spPr>
        <p:txBody>
          <a:bodyPr/>
          <a:lstStyle/>
          <a:p>
            <a:r>
              <a:rPr lang="pt-BR" altLang="pt-BR" sz="3600" b="1" i="1"/>
              <a:t>Salvo de graça por meu Jesus!</a:t>
            </a:r>
            <a:br>
              <a:rPr lang="pt-BR" altLang="pt-BR" sz="3600" b="1" i="1"/>
            </a:br>
            <a:r>
              <a:rPr lang="pt-BR" altLang="pt-BR" sz="3600" b="1" i="1"/>
              <a:t>Salvo de graça, já tenho a luz! </a:t>
            </a:r>
            <a:br>
              <a:rPr lang="pt-BR" altLang="pt-BR" sz="3600" b="1" i="1"/>
            </a:br>
            <a:r>
              <a:rPr lang="pt-BR" altLang="pt-BR" sz="3600" b="1" i="1"/>
              <a:t>Demos-Lhe glória por grande vitória, </a:t>
            </a:r>
            <a:br>
              <a:rPr lang="pt-BR" altLang="pt-BR" sz="3600" b="1" i="1"/>
            </a:br>
            <a:r>
              <a:rPr lang="pt-BR" altLang="pt-BR" sz="3600" b="1" i="1"/>
              <a:t>Que por mim ganhou o Senhor Jesus.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89FB8CD-90BC-3081-D21C-742E04E026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Tenho descanso do céu, gozo enfim,</a:t>
            </a:r>
            <a:br>
              <a:rPr lang="pt-BR" altLang="pt-BR" sz="3600"/>
            </a:br>
            <a:r>
              <a:rPr lang="pt-BR" altLang="pt-BR" sz="3600"/>
              <a:t>Pois Jesus Cristo salvou-me a mim;</a:t>
            </a:r>
            <a:br>
              <a:rPr lang="pt-BR" altLang="pt-BR" sz="3600"/>
            </a:br>
            <a:r>
              <a:rPr lang="pt-BR" altLang="pt-BR" sz="3600"/>
              <a:t>Quando eu entrar no Seu reino de luz,</a:t>
            </a:r>
            <a:br>
              <a:rPr lang="pt-BR" altLang="pt-BR" sz="3600"/>
            </a:br>
            <a:r>
              <a:rPr lang="pt-BR" altLang="pt-BR" sz="3600"/>
              <a:t>	Melhor vou louvar o Senhor Jesus.</a:t>
            </a:r>
            <a:r>
              <a:rPr lang="pt-BR" altLang="pt-BR" sz="1400"/>
              <a:t>	F.V.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FBC70B1-8343-C1BB-BFE2-056815749B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642350" cy="6178550"/>
          </a:xfrm>
        </p:spPr>
        <p:txBody>
          <a:bodyPr/>
          <a:lstStyle/>
          <a:p>
            <a:r>
              <a:rPr lang="pt-BR" altLang="pt-BR" sz="3600" b="1" i="1"/>
              <a:t>Salvo de graça por meu Jesus!</a:t>
            </a:r>
            <a:br>
              <a:rPr lang="pt-BR" altLang="pt-BR" sz="3600" b="1" i="1"/>
            </a:br>
            <a:r>
              <a:rPr lang="pt-BR" altLang="pt-BR" sz="3600" b="1" i="1"/>
              <a:t>Salvo de graça, já tenho a luz! </a:t>
            </a:r>
            <a:br>
              <a:rPr lang="pt-BR" altLang="pt-BR" sz="3600" b="1" i="1"/>
            </a:br>
            <a:r>
              <a:rPr lang="pt-BR" altLang="pt-BR" sz="3600" b="1" i="1"/>
              <a:t>Demos-Lhe glória por grande vitória, </a:t>
            </a:r>
            <a:br>
              <a:rPr lang="pt-BR" altLang="pt-BR" sz="3600" b="1" i="1"/>
            </a:br>
            <a:r>
              <a:rPr lang="pt-BR" altLang="pt-BR" sz="3600" b="1" i="1"/>
              <a:t>Que por mim ganhou o Senhor Jesus.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274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379 SALVO DE GRAÇA</vt:lpstr>
      <vt:lpstr>Que alegria, Jesus me salvou, Por Sua graça, pois Ele levou Os meus pecados, cravando-os na cruz,  Fazendo brilhar sobre mim a luz. </vt:lpstr>
      <vt:lpstr>Salvo de graça por meu Jesus! Salvo de graça, já tenho a luz!  Demos-Lhe glória por grande vitória,  Que por mim ganhou o Senhor Jesus.</vt:lpstr>
      <vt:lpstr>Sempre errante no mundo andei,  Longe de Deus, dos preceitos da lei,  Que me promete o gozo sem par,  Também liberdade aqui me dar. </vt:lpstr>
      <vt:lpstr>Salvo de graça por meu Jesus! Salvo de graça, já tenho a luz!  Demos-Lhe glória por grande vitória,  Que por mim ganhou o Senhor Jesus.</vt:lpstr>
      <vt:lpstr>Choro e prantos não podem valer, Nem seus esforços, nem grande saber,  Para um perdido sedento de luz, Se ele não crer no Senhor Jesus. </vt:lpstr>
      <vt:lpstr>Salvo de graça por meu Jesus! Salvo de graça, já tenho a luz!  Demos-Lhe glória por grande vitória,  Que por mim ganhou o Senhor Jesus.</vt:lpstr>
      <vt:lpstr>Tenho descanso do céu, gozo enfim, Pois Jesus Cristo salvou-me a mim; Quando eu entrar no Seu reino de luz,  Melhor vou louvar o Senhor Jesus. F.V. </vt:lpstr>
      <vt:lpstr>Salvo de graça por meu Jesus! Salvo de graça, já tenho a luz!  Demos-Lhe glória por grande vitória,  Que por mim ganhou o Senhor Jesus.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379 - SALVO DE GRAÇA</dc:title>
  <dc:creator>Montagna</dc:creator>
  <cp:lastModifiedBy>Emerson Souza</cp:lastModifiedBy>
  <cp:revision>3</cp:revision>
  <dcterms:created xsi:type="dcterms:W3CDTF">2005-10-21T05:22:54Z</dcterms:created>
  <dcterms:modified xsi:type="dcterms:W3CDTF">2026-05-02T22:08:33Z</dcterms:modified>
</cp:coreProperties>
</file>