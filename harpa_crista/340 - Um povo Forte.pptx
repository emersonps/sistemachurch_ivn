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64" r:id="rId3"/>
    <p:sldId id="257" r:id="rId4"/>
    <p:sldId id="258" r:id="rId5"/>
    <p:sldId id="262" r:id="rId6"/>
    <p:sldId id="259" r:id="rId7"/>
    <p:sldId id="261" r:id="rId8"/>
    <p:sldId id="260" r:id="rId9"/>
    <p:sldId id="263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1" autoAdjust="0"/>
  </p:normalViewPr>
  <p:slideViewPr>
    <p:cSldViewPr>
      <p:cViewPr varScale="1">
        <p:scale>
          <a:sx n="66" d="100"/>
          <a:sy n="66" d="100"/>
        </p:scale>
        <p:origin x="-114" y="-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">
            <a:extLst>
              <a:ext uri="{FF2B5EF4-FFF2-40B4-BE49-F238E27FC236}">
                <a16:creationId xmlns:a16="http://schemas.microsoft.com/office/drawing/2014/main" id="{9FE300D8-7248-7C17-260B-D1091F6FC9B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1650"/>
            <a:chOff x="1" y="0"/>
            <a:chExt cx="5763" cy="4316"/>
          </a:xfrm>
        </p:grpSpPr>
        <p:sp>
          <p:nvSpPr>
            <p:cNvPr id="14339" name="Freeform 3">
              <a:extLst>
                <a:ext uri="{FF2B5EF4-FFF2-40B4-BE49-F238E27FC236}">
                  <a16:creationId xmlns:a16="http://schemas.microsoft.com/office/drawing/2014/main" id="{8CB7547B-2967-72C0-8DC3-2127EE703A5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0" name="Freeform 4">
              <a:extLst>
                <a:ext uri="{FF2B5EF4-FFF2-40B4-BE49-F238E27FC236}">
                  <a16:creationId xmlns:a16="http://schemas.microsoft.com/office/drawing/2014/main" id="{901236E6-F73B-4F92-EA22-3CF231DDDFE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41" name="Freeform 5">
              <a:extLst>
                <a:ext uri="{FF2B5EF4-FFF2-40B4-BE49-F238E27FC236}">
                  <a16:creationId xmlns:a16="http://schemas.microsoft.com/office/drawing/2014/main" id="{548EAF0F-13DA-2AA1-ADFB-2DEDEE7C46D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4342" name="Group 6">
              <a:extLst>
                <a:ext uri="{FF2B5EF4-FFF2-40B4-BE49-F238E27FC236}">
                  <a16:creationId xmlns:a16="http://schemas.microsoft.com/office/drawing/2014/main" id="{6C0BC81B-6A1F-7B56-F32C-EAB4C1046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4343" name="Freeform 7">
                <a:extLst>
                  <a:ext uri="{FF2B5EF4-FFF2-40B4-BE49-F238E27FC236}">
                    <a16:creationId xmlns:a16="http://schemas.microsoft.com/office/drawing/2014/main" id="{E7261F71-3DD5-0C5F-5670-510BA3B017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4" name="Freeform 8">
                <a:extLst>
                  <a:ext uri="{FF2B5EF4-FFF2-40B4-BE49-F238E27FC236}">
                    <a16:creationId xmlns:a16="http://schemas.microsoft.com/office/drawing/2014/main" id="{A174D605-10E9-1F67-458C-556DCBBF068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5" name="Freeform 9">
                <a:extLst>
                  <a:ext uri="{FF2B5EF4-FFF2-40B4-BE49-F238E27FC236}">
                    <a16:creationId xmlns:a16="http://schemas.microsoft.com/office/drawing/2014/main" id="{DF403F20-E90B-B451-101F-3C30F4FC246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6" name="Freeform 10">
                <a:extLst>
                  <a:ext uri="{FF2B5EF4-FFF2-40B4-BE49-F238E27FC236}">
                    <a16:creationId xmlns:a16="http://schemas.microsoft.com/office/drawing/2014/main" id="{C111E76C-54AD-EC69-2305-AAE7AB20150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7" name="Freeform 11">
                <a:extLst>
                  <a:ext uri="{FF2B5EF4-FFF2-40B4-BE49-F238E27FC236}">
                    <a16:creationId xmlns:a16="http://schemas.microsoft.com/office/drawing/2014/main" id="{0A7C6F63-CC3F-CBAB-CE4D-222D3A9AD42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8" name="Freeform 12">
                <a:extLst>
                  <a:ext uri="{FF2B5EF4-FFF2-40B4-BE49-F238E27FC236}">
                    <a16:creationId xmlns:a16="http://schemas.microsoft.com/office/drawing/2014/main" id="{EC4B0B95-9F94-A6ED-14BF-8E82F313CC2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49" name="Freeform 13">
                <a:extLst>
                  <a:ext uri="{FF2B5EF4-FFF2-40B4-BE49-F238E27FC236}">
                    <a16:creationId xmlns:a16="http://schemas.microsoft.com/office/drawing/2014/main" id="{53083F9F-D484-412E-AA8D-6BC9DE99AB9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0" name="Freeform 14">
                <a:extLst>
                  <a:ext uri="{FF2B5EF4-FFF2-40B4-BE49-F238E27FC236}">
                    <a16:creationId xmlns:a16="http://schemas.microsoft.com/office/drawing/2014/main" id="{B5EB091E-AE5D-D510-6EA7-9D3ED4196FA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1" name="Freeform 15">
                <a:extLst>
                  <a:ext uri="{FF2B5EF4-FFF2-40B4-BE49-F238E27FC236}">
                    <a16:creationId xmlns:a16="http://schemas.microsoft.com/office/drawing/2014/main" id="{1BC7229A-07DD-EB99-EA47-3718A249308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2" name="Freeform 16">
                <a:extLst>
                  <a:ext uri="{FF2B5EF4-FFF2-40B4-BE49-F238E27FC236}">
                    <a16:creationId xmlns:a16="http://schemas.microsoft.com/office/drawing/2014/main" id="{5A0D97A4-057C-D9DD-A702-68B10249DB7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3" name="Freeform 17">
                <a:extLst>
                  <a:ext uri="{FF2B5EF4-FFF2-40B4-BE49-F238E27FC236}">
                    <a16:creationId xmlns:a16="http://schemas.microsoft.com/office/drawing/2014/main" id="{9268AD9C-D788-65B6-C383-B86D7CC078C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4" name="Freeform 18">
                <a:extLst>
                  <a:ext uri="{FF2B5EF4-FFF2-40B4-BE49-F238E27FC236}">
                    <a16:creationId xmlns:a16="http://schemas.microsoft.com/office/drawing/2014/main" id="{94402A37-DAF1-FA89-DA82-730D264959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55" name="Freeform 19">
                <a:extLst>
                  <a:ext uri="{FF2B5EF4-FFF2-40B4-BE49-F238E27FC236}">
                    <a16:creationId xmlns:a16="http://schemas.microsoft.com/office/drawing/2014/main" id="{11A88906-56C2-4F8E-FE25-5E26535EE02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4356" name="Freeform 20">
              <a:extLst>
                <a:ext uri="{FF2B5EF4-FFF2-40B4-BE49-F238E27FC236}">
                  <a16:creationId xmlns:a16="http://schemas.microsoft.com/office/drawing/2014/main" id="{D7AB4DF4-5417-108F-E87A-0824B42CE9E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7" name="Freeform 21">
              <a:extLst>
                <a:ext uri="{FF2B5EF4-FFF2-40B4-BE49-F238E27FC236}">
                  <a16:creationId xmlns:a16="http://schemas.microsoft.com/office/drawing/2014/main" id="{18C7974F-F84D-FCCC-26A7-296AE4802E2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8" name="Freeform 22">
              <a:extLst>
                <a:ext uri="{FF2B5EF4-FFF2-40B4-BE49-F238E27FC236}">
                  <a16:creationId xmlns:a16="http://schemas.microsoft.com/office/drawing/2014/main" id="{DA126279-83F6-06C6-875E-DA12F88D1E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59" name="Freeform 23">
              <a:extLst>
                <a:ext uri="{FF2B5EF4-FFF2-40B4-BE49-F238E27FC236}">
                  <a16:creationId xmlns:a16="http://schemas.microsoft.com/office/drawing/2014/main" id="{517E23F0-FFED-4FBE-2E59-0A38BE49BBD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0" name="Freeform 24">
              <a:extLst>
                <a:ext uri="{FF2B5EF4-FFF2-40B4-BE49-F238E27FC236}">
                  <a16:creationId xmlns:a16="http://schemas.microsoft.com/office/drawing/2014/main" id="{FCA3958C-8902-2ECB-979A-F2B5E2AFEA3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1" name="Freeform 25">
              <a:extLst>
                <a:ext uri="{FF2B5EF4-FFF2-40B4-BE49-F238E27FC236}">
                  <a16:creationId xmlns:a16="http://schemas.microsoft.com/office/drawing/2014/main" id="{AA1B0F46-682B-AF34-E84C-7ED1731C7FF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2" name="Freeform 26">
              <a:extLst>
                <a:ext uri="{FF2B5EF4-FFF2-40B4-BE49-F238E27FC236}">
                  <a16:creationId xmlns:a16="http://schemas.microsoft.com/office/drawing/2014/main" id="{41722886-C369-1FE5-4837-A8A0EB7A391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3" name="Freeform 27">
              <a:extLst>
                <a:ext uri="{FF2B5EF4-FFF2-40B4-BE49-F238E27FC236}">
                  <a16:creationId xmlns:a16="http://schemas.microsoft.com/office/drawing/2014/main" id="{8BB26BCC-1710-73AF-E94C-92ABEB5BF3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4" name="Line 28">
              <a:extLst>
                <a:ext uri="{FF2B5EF4-FFF2-40B4-BE49-F238E27FC236}">
                  <a16:creationId xmlns:a16="http://schemas.microsoft.com/office/drawing/2014/main" id="{B2ABBC1C-9403-3588-451E-FEB439D97F01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5" name="Line 29">
              <a:extLst>
                <a:ext uri="{FF2B5EF4-FFF2-40B4-BE49-F238E27FC236}">
                  <a16:creationId xmlns:a16="http://schemas.microsoft.com/office/drawing/2014/main" id="{2E1C0B1F-CAD9-1786-9805-68A77E03196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66" name="Line 30">
              <a:extLst>
                <a:ext uri="{FF2B5EF4-FFF2-40B4-BE49-F238E27FC236}">
                  <a16:creationId xmlns:a16="http://schemas.microsoft.com/office/drawing/2014/main" id="{C29E4C64-FFC6-B441-A953-0BB19E888316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4367" name="Group 31">
              <a:extLst>
                <a:ext uri="{FF2B5EF4-FFF2-40B4-BE49-F238E27FC236}">
                  <a16:creationId xmlns:a16="http://schemas.microsoft.com/office/drawing/2014/main" id="{6BDF92DA-2559-C601-BC06-E14D1A5EF6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4368" name="Line 32">
                <a:extLst>
                  <a:ext uri="{FF2B5EF4-FFF2-40B4-BE49-F238E27FC236}">
                    <a16:creationId xmlns:a16="http://schemas.microsoft.com/office/drawing/2014/main" id="{AFD4D00D-5422-B0EA-C487-65DCC4623BB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69" name="Line 33">
                <a:extLst>
                  <a:ext uri="{FF2B5EF4-FFF2-40B4-BE49-F238E27FC236}">
                    <a16:creationId xmlns:a16="http://schemas.microsoft.com/office/drawing/2014/main" id="{31712863-4F9F-63E9-330D-6481B808788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70" name="Line 34">
                <a:extLst>
                  <a:ext uri="{FF2B5EF4-FFF2-40B4-BE49-F238E27FC236}">
                    <a16:creationId xmlns:a16="http://schemas.microsoft.com/office/drawing/2014/main" id="{C4FDC0D2-419C-1B09-A9C2-843564E6D4F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71" name="Line 35">
                <a:extLst>
                  <a:ext uri="{FF2B5EF4-FFF2-40B4-BE49-F238E27FC236}">
                    <a16:creationId xmlns:a16="http://schemas.microsoft.com/office/drawing/2014/main" id="{5938AC7E-BDF1-D15D-FDA5-339081F743D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372" name="Line 36">
                <a:extLst>
                  <a:ext uri="{FF2B5EF4-FFF2-40B4-BE49-F238E27FC236}">
                    <a16:creationId xmlns:a16="http://schemas.microsoft.com/office/drawing/2014/main" id="{EF10ACF7-32EE-CCA7-2720-0B43A5529E1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4373" name="Line 37">
              <a:extLst>
                <a:ext uri="{FF2B5EF4-FFF2-40B4-BE49-F238E27FC236}">
                  <a16:creationId xmlns:a16="http://schemas.microsoft.com/office/drawing/2014/main" id="{9E7D6103-8175-FD38-E5D1-A522497537A9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374" name="Line 38">
              <a:extLst>
                <a:ext uri="{FF2B5EF4-FFF2-40B4-BE49-F238E27FC236}">
                  <a16:creationId xmlns:a16="http://schemas.microsoft.com/office/drawing/2014/main" id="{58A26D02-BE73-A6AC-7F4C-07E93172BF22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375" name="Rectangle 39">
            <a:extLst>
              <a:ext uri="{FF2B5EF4-FFF2-40B4-BE49-F238E27FC236}">
                <a16:creationId xmlns:a16="http://schemas.microsoft.com/office/drawing/2014/main" id="{874EE0DB-4123-67B8-3792-227CE961DC1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4376" name="Rectangle 40">
            <a:extLst>
              <a:ext uri="{FF2B5EF4-FFF2-40B4-BE49-F238E27FC236}">
                <a16:creationId xmlns:a16="http://schemas.microsoft.com/office/drawing/2014/main" id="{DBC6C27E-9609-56FB-8186-743273AB2DC1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4377" name="Rectangle 41">
            <a:extLst>
              <a:ext uri="{FF2B5EF4-FFF2-40B4-BE49-F238E27FC236}">
                <a16:creationId xmlns:a16="http://schemas.microsoft.com/office/drawing/2014/main" id="{B938AEFC-7261-CF88-69D0-26C78FEC9797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78" name="Rectangle 42">
            <a:extLst>
              <a:ext uri="{FF2B5EF4-FFF2-40B4-BE49-F238E27FC236}">
                <a16:creationId xmlns:a16="http://schemas.microsoft.com/office/drawing/2014/main" id="{05CC17AC-95DD-4BA3-9304-D449CDB17C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4379" name="Rectangle 43">
            <a:extLst>
              <a:ext uri="{FF2B5EF4-FFF2-40B4-BE49-F238E27FC236}">
                <a16:creationId xmlns:a16="http://schemas.microsoft.com/office/drawing/2014/main" id="{F407E05B-8E88-C956-3DAA-2971E6112D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702C4089-839B-4D94-9B44-E7D3184C63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DFF44-9864-9FE9-1536-4FDB8E184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09E29-0166-17ED-59E2-4F9CA1A81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57B5F2-1D7D-FEE9-A943-601BBB7B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AD9A4E-033A-43FF-6D4A-0D85B00D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C2A322-9973-13FD-3D46-E93972C5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EDA855-C24A-4FA3-94EE-2469E8BBE8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4826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4A149-F244-274E-41C2-F6C3CC19D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4C7E18-02F7-9C97-42FD-56C86B075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058B8-2013-63CB-3B5B-5B7B38F3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B9952-B5BC-08DC-FC5B-97FBA4766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EF62E-A8B8-5AB7-259A-8838CD83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CA35D-4BF7-4714-85D3-8A834E99EA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4308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B678F8-9AE5-5CBB-E023-F7CDC2900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C3C91C-8793-D3DB-A5F9-06584BED00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57CF36-6E4B-AD1F-443C-2FBE18FB4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7CED3A-C01C-D6E6-8C0E-92088886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377608-68CD-55DA-C9EC-3A81C67D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B4B6C3E-3672-19E6-E8AA-BBEC9874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DBDCDB-62F2-49F4-8536-CA792963EB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9273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E6A73-2C39-6C42-F8F6-F6BB7853F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B818C7-3488-0C77-9E0F-6B7566542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848ADDE-696B-CFB6-897C-57EB6F387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40556B-EFCE-6514-AE16-5CCDC963B6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F53EFBB-D49B-E18D-84FD-9CB2191CF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0ECB74-CCC5-1A8F-9C1F-E34CC61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A5F37A-E130-E49B-BCA3-E6D8406B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6F4C2A3-3017-159A-32AC-CD5673DE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287263-5EEB-40DD-9F84-58D742CBF2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380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60A3F5-EAD7-BAF5-47AD-BE7B9393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DADECAF-A6C6-33C5-075C-6BCDA56B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270FC42-5226-7131-53D3-46A239DF2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B77C48-A5AB-C8F5-F00E-159F4A3E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1F8858-4286-49C5-B55F-A9D625B85B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3986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E3377CB-B536-B85D-8276-0FF0A79C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096584-0A95-3838-6B4F-34C7265F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345FD46-D44C-457C-10D6-6A4B74B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C454FA-3614-43B2-8DC3-0A6558D515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110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D31860-E500-96B0-977C-812B549A3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3008BD-9DDF-C1C5-0078-B03057315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B43541-DD89-BDB2-7B90-3EDAEDD92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0C8EFC-D5CC-9F33-A8E1-EC1B38E3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32BC20-465B-703A-4CBB-6CD6D0D6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6A71EF-5AB9-3CBC-1601-AD2BFAF4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45C6A-C90C-4FBB-86E4-F7D1CF0DB2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8731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60EA2-94FE-209D-B433-BC085270E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9A3F9F1-7267-7D5B-FCCA-134C17AE4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4B0255A-389F-79B7-99AD-92161CF16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F073D9C-7473-8A57-3E3B-17596011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D18D9A-EB0C-0C78-7BBE-4B3E3D9D3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2CECA1-5A31-09CD-8A20-A41ED21A9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1E523F-8FE1-4D79-A05C-1FF0E6FFD9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744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787B6B-6597-AEE5-33DC-D4899E15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E0C547-BFD3-080C-38F0-6FC5E858D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C821E5-646E-507B-D16E-7D8C143C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59BE33-50C1-C964-899F-C9E373CA2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2C87EE-C345-EAAA-D22C-CA8A5571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C525A-AD72-46C0-9369-871B68470B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449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7DFDC3-ECE0-5F62-3AAA-D62635A5D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9505FA-4AAE-E6B9-8C83-2AAAC13DC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1E4C08-581F-27C0-2EA9-00DA8246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118E42-60E5-ACBF-7681-199E9213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5BC148-65ED-C5C1-D655-7E1B2B0A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9D3BD2-593B-4589-8BA9-7A514BF7FD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92730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>
            <a:extLst>
              <a:ext uri="{FF2B5EF4-FFF2-40B4-BE49-F238E27FC236}">
                <a16:creationId xmlns:a16="http://schemas.microsoft.com/office/drawing/2014/main" id="{DADCE844-ED52-C3E6-0D1B-C9F5830B26AC}"/>
              </a:ext>
            </a:extLst>
          </p:cNvPr>
          <p:cNvGrpSpPr>
            <a:grpSpLocks/>
          </p:cNvGrpSpPr>
          <p:nvPr/>
        </p:nvGrpSpPr>
        <p:grpSpPr bwMode="auto">
          <a:xfrm>
            <a:off x="1588" y="0"/>
            <a:ext cx="9148762" cy="6851650"/>
            <a:chOff x="1" y="0"/>
            <a:chExt cx="5763" cy="4316"/>
          </a:xfrm>
        </p:grpSpPr>
        <p:sp>
          <p:nvSpPr>
            <p:cNvPr id="13315" name="Freeform 3">
              <a:extLst>
                <a:ext uri="{FF2B5EF4-FFF2-40B4-BE49-F238E27FC236}">
                  <a16:creationId xmlns:a16="http://schemas.microsoft.com/office/drawing/2014/main" id="{1D08E386-DDD1-13BD-079D-97F3437EA1E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5" y="2626"/>
              <a:ext cx="719" cy="1690"/>
            </a:xfrm>
            <a:custGeom>
              <a:avLst/>
              <a:gdLst>
                <a:gd name="T0" fmla="*/ 717 w 717"/>
                <a:gd name="T1" fmla="*/ 72 h 1690"/>
                <a:gd name="T2" fmla="*/ 717 w 717"/>
                <a:gd name="T3" fmla="*/ 0 h 1690"/>
                <a:gd name="T4" fmla="*/ 699 w 717"/>
                <a:gd name="T5" fmla="*/ 101 h 1690"/>
                <a:gd name="T6" fmla="*/ 675 w 717"/>
                <a:gd name="T7" fmla="*/ 209 h 1690"/>
                <a:gd name="T8" fmla="*/ 627 w 717"/>
                <a:gd name="T9" fmla="*/ 389 h 1690"/>
                <a:gd name="T10" fmla="*/ 574 w 717"/>
                <a:gd name="T11" fmla="*/ 569 h 1690"/>
                <a:gd name="T12" fmla="*/ 502 w 717"/>
                <a:gd name="T13" fmla="*/ 749 h 1690"/>
                <a:gd name="T14" fmla="*/ 424 w 717"/>
                <a:gd name="T15" fmla="*/ 935 h 1690"/>
                <a:gd name="T16" fmla="*/ 334 w 717"/>
                <a:gd name="T17" fmla="*/ 1121 h 1690"/>
                <a:gd name="T18" fmla="*/ 233 w 717"/>
                <a:gd name="T19" fmla="*/ 1312 h 1690"/>
                <a:gd name="T20" fmla="*/ 125 w 717"/>
                <a:gd name="T21" fmla="*/ 1498 h 1690"/>
                <a:gd name="T22" fmla="*/ 0 w 717"/>
                <a:gd name="T23" fmla="*/ 1690 h 1690"/>
                <a:gd name="T24" fmla="*/ 11 w 717"/>
                <a:gd name="T25" fmla="*/ 1690 h 1690"/>
                <a:gd name="T26" fmla="*/ 137 w 717"/>
                <a:gd name="T27" fmla="*/ 1498 h 1690"/>
                <a:gd name="T28" fmla="*/ 245 w 717"/>
                <a:gd name="T29" fmla="*/ 1312 h 1690"/>
                <a:gd name="T30" fmla="*/ 346 w 717"/>
                <a:gd name="T31" fmla="*/ 1121 h 1690"/>
                <a:gd name="T32" fmla="*/ 436 w 717"/>
                <a:gd name="T33" fmla="*/ 935 h 1690"/>
                <a:gd name="T34" fmla="*/ 514 w 717"/>
                <a:gd name="T35" fmla="*/ 749 h 1690"/>
                <a:gd name="T36" fmla="*/ 585 w 717"/>
                <a:gd name="T37" fmla="*/ 569 h 1690"/>
                <a:gd name="T38" fmla="*/ 639 w 717"/>
                <a:gd name="T39" fmla="*/ 389 h 1690"/>
                <a:gd name="T40" fmla="*/ 687 w 717"/>
                <a:gd name="T41" fmla="*/ 209 h 1690"/>
                <a:gd name="T42" fmla="*/ 705 w 717"/>
                <a:gd name="T43" fmla="*/ 143 h 1690"/>
                <a:gd name="T44" fmla="*/ 717 w 717"/>
                <a:gd name="T45" fmla="*/ 72 h 1690"/>
                <a:gd name="T46" fmla="*/ 717 w 717"/>
                <a:gd name="T47" fmla="*/ 72 h 1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6" name="Freeform 4">
              <a:extLst>
                <a:ext uri="{FF2B5EF4-FFF2-40B4-BE49-F238E27FC236}">
                  <a16:creationId xmlns:a16="http://schemas.microsoft.com/office/drawing/2014/main" id="{7597696E-2A60-A756-6EE0-E9FCFCBBE92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86" y="3794"/>
              <a:ext cx="378" cy="522"/>
            </a:xfrm>
            <a:custGeom>
              <a:avLst/>
              <a:gdLst>
                <a:gd name="T0" fmla="*/ 377 w 377"/>
                <a:gd name="T1" fmla="*/ 0 h 522"/>
                <a:gd name="T2" fmla="*/ 293 w 377"/>
                <a:gd name="T3" fmla="*/ 132 h 522"/>
                <a:gd name="T4" fmla="*/ 204 w 377"/>
                <a:gd name="T5" fmla="*/ 264 h 522"/>
                <a:gd name="T6" fmla="*/ 102 w 377"/>
                <a:gd name="T7" fmla="*/ 396 h 522"/>
                <a:gd name="T8" fmla="*/ 0 w 377"/>
                <a:gd name="T9" fmla="*/ 522 h 522"/>
                <a:gd name="T10" fmla="*/ 12 w 377"/>
                <a:gd name="T11" fmla="*/ 522 h 522"/>
                <a:gd name="T12" fmla="*/ 114 w 377"/>
                <a:gd name="T13" fmla="*/ 402 h 522"/>
                <a:gd name="T14" fmla="*/ 204 w 377"/>
                <a:gd name="T15" fmla="*/ 282 h 522"/>
                <a:gd name="T16" fmla="*/ 377 w 377"/>
                <a:gd name="T17" fmla="*/ 24 h 522"/>
                <a:gd name="T18" fmla="*/ 377 w 377"/>
                <a:gd name="T19" fmla="*/ 0 h 522"/>
                <a:gd name="T20" fmla="*/ 377 w 377"/>
                <a:gd name="T21" fmla="*/ 0 h 5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17" name="Freeform 5">
              <a:extLst>
                <a:ext uri="{FF2B5EF4-FFF2-40B4-BE49-F238E27FC236}">
                  <a16:creationId xmlns:a16="http://schemas.microsoft.com/office/drawing/2014/main" id="{FBDB05A0-E749-A424-F0D7-903FE9A6931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80" y="4214"/>
              <a:ext cx="84" cy="102"/>
            </a:xfrm>
            <a:custGeom>
              <a:avLst/>
              <a:gdLst>
                <a:gd name="T0" fmla="*/ 0 w 84"/>
                <a:gd name="T1" fmla="*/ 102 h 102"/>
                <a:gd name="T2" fmla="*/ 18 w 84"/>
                <a:gd name="T3" fmla="*/ 102 h 102"/>
                <a:gd name="T4" fmla="*/ 48 w 84"/>
                <a:gd name="T5" fmla="*/ 60 h 102"/>
                <a:gd name="T6" fmla="*/ 84 w 84"/>
                <a:gd name="T7" fmla="*/ 24 h 102"/>
                <a:gd name="T8" fmla="*/ 84 w 84"/>
                <a:gd name="T9" fmla="*/ 0 h 102"/>
                <a:gd name="T10" fmla="*/ 42 w 84"/>
                <a:gd name="T11" fmla="*/ 54 h 102"/>
                <a:gd name="T12" fmla="*/ 0 w 84"/>
                <a:gd name="T13" fmla="*/ 102 h 102"/>
                <a:gd name="T14" fmla="*/ 0 w 84"/>
                <a:gd name="T1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18" name="Group 6">
              <a:extLst>
                <a:ext uri="{FF2B5EF4-FFF2-40B4-BE49-F238E27FC236}">
                  <a16:creationId xmlns:a16="http://schemas.microsoft.com/office/drawing/2014/main" id="{102DD29F-F929-28A7-4485-29997E8513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0"/>
              <a:ext cx="5098" cy="4316"/>
              <a:chOff x="288" y="0"/>
              <a:chExt cx="5098" cy="4316"/>
            </a:xfrm>
          </p:grpSpPr>
          <p:sp>
            <p:nvSpPr>
              <p:cNvPr id="13319" name="Freeform 7">
                <a:extLst>
                  <a:ext uri="{FF2B5EF4-FFF2-40B4-BE49-F238E27FC236}">
                    <a16:creationId xmlns:a16="http://schemas.microsoft.com/office/drawing/2014/main" id="{3B499FF3-D617-6937-D25C-2A4A60C93CC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789" y="0"/>
                <a:ext cx="72" cy="4316"/>
              </a:xfrm>
              <a:custGeom>
                <a:avLst/>
                <a:gdLst>
                  <a:gd name="T0" fmla="*/ 0 w 72"/>
                  <a:gd name="T1" fmla="*/ 0 h 4316"/>
                  <a:gd name="T2" fmla="*/ 60 w 72"/>
                  <a:gd name="T3" fmla="*/ 4316 h 4316"/>
                  <a:gd name="T4" fmla="*/ 72 w 72"/>
                  <a:gd name="T5" fmla="*/ 4316 h 4316"/>
                  <a:gd name="T6" fmla="*/ 12 w 72"/>
                  <a:gd name="T7" fmla="*/ 0 h 4316"/>
                  <a:gd name="T8" fmla="*/ 0 w 72"/>
                  <a:gd name="T9" fmla="*/ 0 h 4316"/>
                  <a:gd name="T10" fmla="*/ 0 w 72"/>
                  <a:gd name="T1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0" name="Freeform 8">
                <a:extLst>
                  <a:ext uri="{FF2B5EF4-FFF2-40B4-BE49-F238E27FC236}">
                    <a16:creationId xmlns:a16="http://schemas.microsoft.com/office/drawing/2014/main" id="{7CE5D69B-A284-8054-E446-C36E1843386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089" y="0"/>
                <a:ext cx="174" cy="4316"/>
              </a:xfrm>
              <a:custGeom>
                <a:avLst/>
                <a:gdLst>
                  <a:gd name="T0" fmla="*/ 24 w 174"/>
                  <a:gd name="T1" fmla="*/ 0 h 4316"/>
                  <a:gd name="T2" fmla="*/ 12 w 174"/>
                  <a:gd name="T3" fmla="*/ 0 h 4316"/>
                  <a:gd name="T4" fmla="*/ 42 w 174"/>
                  <a:gd name="T5" fmla="*/ 216 h 4316"/>
                  <a:gd name="T6" fmla="*/ 72 w 174"/>
                  <a:gd name="T7" fmla="*/ 444 h 4316"/>
                  <a:gd name="T8" fmla="*/ 96 w 174"/>
                  <a:gd name="T9" fmla="*/ 689 h 4316"/>
                  <a:gd name="T10" fmla="*/ 120 w 174"/>
                  <a:gd name="T11" fmla="*/ 947 h 4316"/>
                  <a:gd name="T12" fmla="*/ 132 w 174"/>
                  <a:gd name="T13" fmla="*/ 1211 h 4316"/>
                  <a:gd name="T14" fmla="*/ 150 w 174"/>
                  <a:gd name="T15" fmla="*/ 1487 h 4316"/>
                  <a:gd name="T16" fmla="*/ 156 w 174"/>
                  <a:gd name="T17" fmla="*/ 1768 h 4316"/>
                  <a:gd name="T18" fmla="*/ 162 w 174"/>
                  <a:gd name="T19" fmla="*/ 2062 h 4316"/>
                  <a:gd name="T20" fmla="*/ 156 w 174"/>
                  <a:gd name="T21" fmla="*/ 2644 h 4316"/>
                  <a:gd name="T22" fmla="*/ 126 w 174"/>
                  <a:gd name="T23" fmla="*/ 3225 h 4316"/>
                  <a:gd name="T24" fmla="*/ 108 w 174"/>
                  <a:gd name="T25" fmla="*/ 3507 h 4316"/>
                  <a:gd name="T26" fmla="*/ 78 w 174"/>
                  <a:gd name="T27" fmla="*/ 3788 h 4316"/>
                  <a:gd name="T28" fmla="*/ 42 w 174"/>
                  <a:gd name="T29" fmla="*/ 4058 h 4316"/>
                  <a:gd name="T30" fmla="*/ 0 w 174"/>
                  <a:gd name="T31" fmla="*/ 4316 h 4316"/>
                  <a:gd name="T32" fmla="*/ 12 w 174"/>
                  <a:gd name="T33" fmla="*/ 4316 h 4316"/>
                  <a:gd name="T34" fmla="*/ 54 w 174"/>
                  <a:gd name="T35" fmla="*/ 4058 h 4316"/>
                  <a:gd name="T36" fmla="*/ 90 w 174"/>
                  <a:gd name="T37" fmla="*/ 3782 h 4316"/>
                  <a:gd name="T38" fmla="*/ 120 w 174"/>
                  <a:gd name="T39" fmla="*/ 3507 h 4316"/>
                  <a:gd name="T40" fmla="*/ 138 w 174"/>
                  <a:gd name="T41" fmla="*/ 3219 h 4316"/>
                  <a:gd name="T42" fmla="*/ 168 w 174"/>
                  <a:gd name="T43" fmla="*/ 2638 h 4316"/>
                  <a:gd name="T44" fmla="*/ 174 w 174"/>
                  <a:gd name="T45" fmla="*/ 2056 h 4316"/>
                  <a:gd name="T46" fmla="*/ 168 w 174"/>
                  <a:gd name="T47" fmla="*/ 1768 h 4316"/>
                  <a:gd name="T48" fmla="*/ 162 w 174"/>
                  <a:gd name="T49" fmla="*/ 1487 h 4316"/>
                  <a:gd name="T50" fmla="*/ 144 w 174"/>
                  <a:gd name="T51" fmla="*/ 1211 h 4316"/>
                  <a:gd name="T52" fmla="*/ 132 w 174"/>
                  <a:gd name="T53" fmla="*/ 941 h 4316"/>
                  <a:gd name="T54" fmla="*/ 108 w 174"/>
                  <a:gd name="T55" fmla="*/ 689 h 4316"/>
                  <a:gd name="T56" fmla="*/ 84 w 174"/>
                  <a:gd name="T57" fmla="*/ 444 h 4316"/>
                  <a:gd name="T58" fmla="*/ 54 w 174"/>
                  <a:gd name="T59" fmla="*/ 216 h 4316"/>
                  <a:gd name="T60" fmla="*/ 24 w 174"/>
                  <a:gd name="T61" fmla="*/ 0 h 4316"/>
                  <a:gd name="T62" fmla="*/ 24 w 174"/>
                  <a:gd name="T63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1" name="Freeform 9">
                <a:extLst>
                  <a:ext uri="{FF2B5EF4-FFF2-40B4-BE49-F238E27FC236}">
                    <a16:creationId xmlns:a16="http://schemas.microsoft.com/office/drawing/2014/main" id="{100F1FF6-C422-A64F-819F-6C8B44F75211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358" y="0"/>
                <a:ext cx="337" cy="4316"/>
              </a:xfrm>
              <a:custGeom>
                <a:avLst/>
                <a:gdLst>
                  <a:gd name="T0" fmla="*/ 329 w 335"/>
                  <a:gd name="T1" fmla="*/ 2014 h 4316"/>
                  <a:gd name="T2" fmla="*/ 317 w 335"/>
                  <a:gd name="T3" fmla="*/ 1726 h 4316"/>
                  <a:gd name="T4" fmla="*/ 293 w 335"/>
                  <a:gd name="T5" fmla="*/ 1445 h 4316"/>
                  <a:gd name="T6" fmla="*/ 263 w 335"/>
                  <a:gd name="T7" fmla="*/ 1175 h 4316"/>
                  <a:gd name="T8" fmla="*/ 228 w 335"/>
                  <a:gd name="T9" fmla="*/ 917 h 4316"/>
                  <a:gd name="T10" fmla="*/ 186 w 335"/>
                  <a:gd name="T11" fmla="*/ 665 h 4316"/>
                  <a:gd name="T12" fmla="*/ 132 w 335"/>
                  <a:gd name="T13" fmla="*/ 432 h 4316"/>
                  <a:gd name="T14" fmla="*/ 78 w 335"/>
                  <a:gd name="T15" fmla="*/ 204 h 4316"/>
                  <a:gd name="T16" fmla="*/ 12 w 335"/>
                  <a:gd name="T17" fmla="*/ 0 h 4316"/>
                  <a:gd name="T18" fmla="*/ 0 w 335"/>
                  <a:gd name="T19" fmla="*/ 0 h 4316"/>
                  <a:gd name="T20" fmla="*/ 66 w 335"/>
                  <a:gd name="T21" fmla="*/ 204 h 4316"/>
                  <a:gd name="T22" fmla="*/ 120 w 335"/>
                  <a:gd name="T23" fmla="*/ 432 h 4316"/>
                  <a:gd name="T24" fmla="*/ 174 w 335"/>
                  <a:gd name="T25" fmla="*/ 665 h 4316"/>
                  <a:gd name="T26" fmla="*/ 216 w 335"/>
                  <a:gd name="T27" fmla="*/ 917 h 4316"/>
                  <a:gd name="T28" fmla="*/ 251 w 335"/>
                  <a:gd name="T29" fmla="*/ 1175 h 4316"/>
                  <a:gd name="T30" fmla="*/ 281 w 335"/>
                  <a:gd name="T31" fmla="*/ 1445 h 4316"/>
                  <a:gd name="T32" fmla="*/ 305 w 335"/>
                  <a:gd name="T33" fmla="*/ 1726 h 4316"/>
                  <a:gd name="T34" fmla="*/ 317 w 335"/>
                  <a:gd name="T35" fmla="*/ 2014 h 4316"/>
                  <a:gd name="T36" fmla="*/ 323 w 335"/>
                  <a:gd name="T37" fmla="*/ 2314 h 4316"/>
                  <a:gd name="T38" fmla="*/ 317 w 335"/>
                  <a:gd name="T39" fmla="*/ 2608 h 4316"/>
                  <a:gd name="T40" fmla="*/ 305 w 335"/>
                  <a:gd name="T41" fmla="*/ 2907 h 4316"/>
                  <a:gd name="T42" fmla="*/ 281 w 335"/>
                  <a:gd name="T43" fmla="*/ 3201 h 4316"/>
                  <a:gd name="T44" fmla="*/ 257 w 335"/>
                  <a:gd name="T45" fmla="*/ 3489 h 4316"/>
                  <a:gd name="T46" fmla="*/ 216 w 335"/>
                  <a:gd name="T47" fmla="*/ 3777 h 4316"/>
                  <a:gd name="T48" fmla="*/ 174 w 335"/>
                  <a:gd name="T49" fmla="*/ 4052 h 4316"/>
                  <a:gd name="T50" fmla="*/ 120 w 335"/>
                  <a:gd name="T51" fmla="*/ 4316 h 4316"/>
                  <a:gd name="T52" fmla="*/ 132 w 335"/>
                  <a:gd name="T53" fmla="*/ 4316 h 4316"/>
                  <a:gd name="T54" fmla="*/ 186 w 335"/>
                  <a:gd name="T55" fmla="*/ 4052 h 4316"/>
                  <a:gd name="T56" fmla="*/ 228 w 335"/>
                  <a:gd name="T57" fmla="*/ 3777 h 4316"/>
                  <a:gd name="T58" fmla="*/ 269 w 335"/>
                  <a:gd name="T59" fmla="*/ 3489 h 4316"/>
                  <a:gd name="T60" fmla="*/ 293 w 335"/>
                  <a:gd name="T61" fmla="*/ 3201 h 4316"/>
                  <a:gd name="T62" fmla="*/ 317 w 335"/>
                  <a:gd name="T63" fmla="*/ 2907 h 4316"/>
                  <a:gd name="T64" fmla="*/ 329 w 335"/>
                  <a:gd name="T65" fmla="*/ 2608 h 4316"/>
                  <a:gd name="T66" fmla="*/ 335 w 335"/>
                  <a:gd name="T67" fmla="*/ 2314 h 4316"/>
                  <a:gd name="T68" fmla="*/ 329 w 335"/>
                  <a:gd name="T69" fmla="*/ 2014 h 4316"/>
                  <a:gd name="T70" fmla="*/ 329 w 335"/>
                  <a:gd name="T71" fmla="*/ 201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2" name="Freeform 10">
                <a:extLst>
                  <a:ext uri="{FF2B5EF4-FFF2-40B4-BE49-F238E27FC236}">
                    <a16:creationId xmlns:a16="http://schemas.microsoft.com/office/drawing/2014/main" id="{E0C8EB86-1876-A095-6339-A561574EE7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676" y="0"/>
                <a:ext cx="427" cy="4316"/>
              </a:xfrm>
              <a:custGeom>
                <a:avLst/>
                <a:gdLst>
                  <a:gd name="T0" fmla="*/ 413 w 425"/>
                  <a:gd name="T1" fmla="*/ 1924 h 4316"/>
                  <a:gd name="T2" fmla="*/ 395 w 425"/>
                  <a:gd name="T3" fmla="*/ 1690 h 4316"/>
                  <a:gd name="T4" fmla="*/ 365 w 425"/>
                  <a:gd name="T5" fmla="*/ 1457 h 4316"/>
                  <a:gd name="T6" fmla="*/ 329 w 425"/>
                  <a:gd name="T7" fmla="*/ 1229 h 4316"/>
                  <a:gd name="T8" fmla="*/ 281 w 425"/>
                  <a:gd name="T9" fmla="*/ 1001 h 4316"/>
                  <a:gd name="T10" fmla="*/ 227 w 425"/>
                  <a:gd name="T11" fmla="*/ 761 h 4316"/>
                  <a:gd name="T12" fmla="*/ 162 w 425"/>
                  <a:gd name="T13" fmla="*/ 522 h 4316"/>
                  <a:gd name="T14" fmla="*/ 90 w 425"/>
                  <a:gd name="T15" fmla="*/ 270 h 4316"/>
                  <a:gd name="T16" fmla="*/ 12 w 425"/>
                  <a:gd name="T17" fmla="*/ 0 h 4316"/>
                  <a:gd name="T18" fmla="*/ 0 w 425"/>
                  <a:gd name="T19" fmla="*/ 0 h 4316"/>
                  <a:gd name="T20" fmla="*/ 84 w 425"/>
                  <a:gd name="T21" fmla="*/ 270 h 4316"/>
                  <a:gd name="T22" fmla="*/ 156 w 425"/>
                  <a:gd name="T23" fmla="*/ 522 h 4316"/>
                  <a:gd name="T24" fmla="*/ 216 w 425"/>
                  <a:gd name="T25" fmla="*/ 767 h 4316"/>
                  <a:gd name="T26" fmla="*/ 275 w 425"/>
                  <a:gd name="T27" fmla="*/ 1001 h 4316"/>
                  <a:gd name="T28" fmla="*/ 317 w 425"/>
                  <a:gd name="T29" fmla="*/ 1235 h 4316"/>
                  <a:gd name="T30" fmla="*/ 353 w 425"/>
                  <a:gd name="T31" fmla="*/ 1463 h 4316"/>
                  <a:gd name="T32" fmla="*/ 383 w 425"/>
                  <a:gd name="T33" fmla="*/ 1690 h 4316"/>
                  <a:gd name="T34" fmla="*/ 401 w 425"/>
                  <a:gd name="T35" fmla="*/ 1924 h 4316"/>
                  <a:gd name="T36" fmla="*/ 413 w 425"/>
                  <a:gd name="T37" fmla="*/ 2188 h 4316"/>
                  <a:gd name="T38" fmla="*/ 407 w 425"/>
                  <a:gd name="T39" fmla="*/ 2458 h 4316"/>
                  <a:gd name="T40" fmla="*/ 395 w 425"/>
                  <a:gd name="T41" fmla="*/ 2733 h 4316"/>
                  <a:gd name="T42" fmla="*/ 365 w 425"/>
                  <a:gd name="T43" fmla="*/ 3021 h 4316"/>
                  <a:gd name="T44" fmla="*/ 329 w 425"/>
                  <a:gd name="T45" fmla="*/ 3321 h 4316"/>
                  <a:gd name="T46" fmla="*/ 275 w 425"/>
                  <a:gd name="T47" fmla="*/ 3639 h 4316"/>
                  <a:gd name="T48" fmla="*/ 204 w 425"/>
                  <a:gd name="T49" fmla="*/ 3968 h 4316"/>
                  <a:gd name="T50" fmla="*/ 126 w 425"/>
                  <a:gd name="T51" fmla="*/ 4316 h 4316"/>
                  <a:gd name="T52" fmla="*/ 138 w 425"/>
                  <a:gd name="T53" fmla="*/ 4316 h 4316"/>
                  <a:gd name="T54" fmla="*/ 216 w 425"/>
                  <a:gd name="T55" fmla="*/ 3968 h 4316"/>
                  <a:gd name="T56" fmla="*/ 287 w 425"/>
                  <a:gd name="T57" fmla="*/ 3639 h 4316"/>
                  <a:gd name="T58" fmla="*/ 341 w 425"/>
                  <a:gd name="T59" fmla="*/ 3321 h 4316"/>
                  <a:gd name="T60" fmla="*/ 377 w 425"/>
                  <a:gd name="T61" fmla="*/ 3021 h 4316"/>
                  <a:gd name="T62" fmla="*/ 407 w 425"/>
                  <a:gd name="T63" fmla="*/ 2733 h 4316"/>
                  <a:gd name="T64" fmla="*/ 419 w 425"/>
                  <a:gd name="T65" fmla="*/ 2458 h 4316"/>
                  <a:gd name="T66" fmla="*/ 425 w 425"/>
                  <a:gd name="T67" fmla="*/ 2188 h 4316"/>
                  <a:gd name="T68" fmla="*/ 413 w 425"/>
                  <a:gd name="T69" fmla="*/ 1924 h 4316"/>
                  <a:gd name="T70" fmla="*/ 413 w 425"/>
                  <a:gd name="T71" fmla="*/ 1924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3" name="Freeform 11">
                <a:extLst>
                  <a:ext uri="{FF2B5EF4-FFF2-40B4-BE49-F238E27FC236}">
                    <a16:creationId xmlns:a16="http://schemas.microsoft.com/office/drawing/2014/main" id="{660423BD-532B-A1CA-4A9E-B2C9C62B1B9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946" y="0"/>
                <a:ext cx="558" cy="4316"/>
              </a:xfrm>
              <a:custGeom>
                <a:avLst/>
                <a:gdLst>
                  <a:gd name="T0" fmla="*/ 556 w 556"/>
                  <a:gd name="T1" fmla="*/ 2020 h 4316"/>
                  <a:gd name="T2" fmla="*/ 538 w 556"/>
                  <a:gd name="T3" fmla="*/ 1732 h 4316"/>
                  <a:gd name="T4" fmla="*/ 503 w 556"/>
                  <a:gd name="T5" fmla="*/ 1445 h 4316"/>
                  <a:gd name="T6" fmla="*/ 455 w 556"/>
                  <a:gd name="T7" fmla="*/ 1175 h 4316"/>
                  <a:gd name="T8" fmla="*/ 395 w 556"/>
                  <a:gd name="T9" fmla="*/ 911 h 4316"/>
                  <a:gd name="T10" fmla="*/ 317 w 556"/>
                  <a:gd name="T11" fmla="*/ 659 h 4316"/>
                  <a:gd name="T12" fmla="*/ 228 w 556"/>
                  <a:gd name="T13" fmla="*/ 426 h 4316"/>
                  <a:gd name="T14" fmla="*/ 126 w 556"/>
                  <a:gd name="T15" fmla="*/ 204 h 4316"/>
                  <a:gd name="T16" fmla="*/ 12 w 556"/>
                  <a:gd name="T17" fmla="*/ 0 h 4316"/>
                  <a:gd name="T18" fmla="*/ 0 w 556"/>
                  <a:gd name="T19" fmla="*/ 0 h 4316"/>
                  <a:gd name="T20" fmla="*/ 114 w 556"/>
                  <a:gd name="T21" fmla="*/ 204 h 4316"/>
                  <a:gd name="T22" fmla="*/ 216 w 556"/>
                  <a:gd name="T23" fmla="*/ 426 h 4316"/>
                  <a:gd name="T24" fmla="*/ 305 w 556"/>
                  <a:gd name="T25" fmla="*/ 659 h 4316"/>
                  <a:gd name="T26" fmla="*/ 383 w 556"/>
                  <a:gd name="T27" fmla="*/ 911 h 4316"/>
                  <a:gd name="T28" fmla="*/ 443 w 556"/>
                  <a:gd name="T29" fmla="*/ 1175 h 4316"/>
                  <a:gd name="T30" fmla="*/ 491 w 556"/>
                  <a:gd name="T31" fmla="*/ 1445 h 4316"/>
                  <a:gd name="T32" fmla="*/ 526 w 556"/>
                  <a:gd name="T33" fmla="*/ 1732 h 4316"/>
                  <a:gd name="T34" fmla="*/ 544 w 556"/>
                  <a:gd name="T35" fmla="*/ 2020 h 4316"/>
                  <a:gd name="T36" fmla="*/ 544 w 556"/>
                  <a:gd name="T37" fmla="*/ 2326 h 4316"/>
                  <a:gd name="T38" fmla="*/ 532 w 556"/>
                  <a:gd name="T39" fmla="*/ 2632 h 4316"/>
                  <a:gd name="T40" fmla="*/ 503 w 556"/>
                  <a:gd name="T41" fmla="*/ 2931 h 4316"/>
                  <a:gd name="T42" fmla="*/ 455 w 556"/>
                  <a:gd name="T43" fmla="*/ 3225 h 4316"/>
                  <a:gd name="T44" fmla="*/ 389 w 556"/>
                  <a:gd name="T45" fmla="*/ 3513 h 4316"/>
                  <a:gd name="T46" fmla="*/ 311 w 556"/>
                  <a:gd name="T47" fmla="*/ 3788 h 4316"/>
                  <a:gd name="T48" fmla="*/ 216 w 556"/>
                  <a:gd name="T49" fmla="*/ 4058 h 4316"/>
                  <a:gd name="T50" fmla="*/ 102 w 556"/>
                  <a:gd name="T51" fmla="*/ 4316 h 4316"/>
                  <a:gd name="T52" fmla="*/ 114 w 556"/>
                  <a:gd name="T53" fmla="*/ 4316 h 4316"/>
                  <a:gd name="T54" fmla="*/ 228 w 556"/>
                  <a:gd name="T55" fmla="*/ 4058 h 4316"/>
                  <a:gd name="T56" fmla="*/ 323 w 556"/>
                  <a:gd name="T57" fmla="*/ 3788 h 4316"/>
                  <a:gd name="T58" fmla="*/ 401 w 556"/>
                  <a:gd name="T59" fmla="*/ 3513 h 4316"/>
                  <a:gd name="T60" fmla="*/ 467 w 556"/>
                  <a:gd name="T61" fmla="*/ 3225 h 4316"/>
                  <a:gd name="T62" fmla="*/ 515 w 556"/>
                  <a:gd name="T63" fmla="*/ 2931 h 4316"/>
                  <a:gd name="T64" fmla="*/ 544 w 556"/>
                  <a:gd name="T65" fmla="*/ 2632 h 4316"/>
                  <a:gd name="T66" fmla="*/ 556 w 556"/>
                  <a:gd name="T67" fmla="*/ 2326 h 4316"/>
                  <a:gd name="T68" fmla="*/ 556 w 556"/>
                  <a:gd name="T69" fmla="*/ 2020 h 4316"/>
                  <a:gd name="T70" fmla="*/ 556 w 556"/>
                  <a:gd name="T71" fmla="*/ 202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4" name="Freeform 12">
                <a:extLst>
                  <a:ext uri="{FF2B5EF4-FFF2-40B4-BE49-F238E27FC236}">
                    <a16:creationId xmlns:a16="http://schemas.microsoft.com/office/drawing/2014/main" id="{8E639EC0-D38A-7D26-781C-286E31AFCB9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46" y="0"/>
                <a:ext cx="690" cy="4316"/>
              </a:xfrm>
              <a:custGeom>
                <a:avLst/>
                <a:gdLst>
                  <a:gd name="T0" fmla="*/ 688 w 688"/>
                  <a:gd name="T1" fmla="*/ 2086 h 4316"/>
                  <a:gd name="T2" fmla="*/ 670 w 688"/>
                  <a:gd name="T3" fmla="*/ 1810 h 4316"/>
                  <a:gd name="T4" fmla="*/ 634 w 688"/>
                  <a:gd name="T5" fmla="*/ 1541 h 4316"/>
                  <a:gd name="T6" fmla="*/ 574 w 688"/>
                  <a:gd name="T7" fmla="*/ 1271 h 4316"/>
                  <a:gd name="T8" fmla="*/ 497 w 688"/>
                  <a:gd name="T9" fmla="*/ 1007 h 4316"/>
                  <a:gd name="T10" fmla="*/ 401 w 688"/>
                  <a:gd name="T11" fmla="*/ 749 h 4316"/>
                  <a:gd name="T12" fmla="*/ 293 w 688"/>
                  <a:gd name="T13" fmla="*/ 492 h 4316"/>
                  <a:gd name="T14" fmla="*/ 162 w 688"/>
                  <a:gd name="T15" fmla="*/ 240 h 4316"/>
                  <a:gd name="T16" fmla="*/ 12 w 688"/>
                  <a:gd name="T17" fmla="*/ 0 h 4316"/>
                  <a:gd name="T18" fmla="*/ 0 w 688"/>
                  <a:gd name="T19" fmla="*/ 0 h 4316"/>
                  <a:gd name="T20" fmla="*/ 150 w 688"/>
                  <a:gd name="T21" fmla="*/ 240 h 4316"/>
                  <a:gd name="T22" fmla="*/ 281 w 688"/>
                  <a:gd name="T23" fmla="*/ 492 h 4316"/>
                  <a:gd name="T24" fmla="*/ 389 w 688"/>
                  <a:gd name="T25" fmla="*/ 749 h 4316"/>
                  <a:gd name="T26" fmla="*/ 485 w 688"/>
                  <a:gd name="T27" fmla="*/ 1007 h 4316"/>
                  <a:gd name="T28" fmla="*/ 562 w 688"/>
                  <a:gd name="T29" fmla="*/ 1271 h 4316"/>
                  <a:gd name="T30" fmla="*/ 622 w 688"/>
                  <a:gd name="T31" fmla="*/ 1541 h 4316"/>
                  <a:gd name="T32" fmla="*/ 658 w 688"/>
                  <a:gd name="T33" fmla="*/ 1810 h 4316"/>
                  <a:gd name="T34" fmla="*/ 676 w 688"/>
                  <a:gd name="T35" fmla="*/ 2086 h 4316"/>
                  <a:gd name="T36" fmla="*/ 676 w 688"/>
                  <a:gd name="T37" fmla="*/ 2368 h 4316"/>
                  <a:gd name="T38" fmla="*/ 658 w 688"/>
                  <a:gd name="T39" fmla="*/ 2650 h 4316"/>
                  <a:gd name="T40" fmla="*/ 616 w 688"/>
                  <a:gd name="T41" fmla="*/ 2931 h 4316"/>
                  <a:gd name="T42" fmla="*/ 556 w 688"/>
                  <a:gd name="T43" fmla="*/ 3213 h 4316"/>
                  <a:gd name="T44" fmla="*/ 473 w 688"/>
                  <a:gd name="T45" fmla="*/ 3495 h 4316"/>
                  <a:gd name="T46" fmla="*/ 371 w 688"/>
                  <a:gd name="T47" fmla="*/ 3777 h 4316"/>
                  <a:gd name="T48" fmla="*/ 251 w 688"/>
                  <a:gd name="T49" fmla="*/ 4046 h 4316"/>
                  <a:gd name="T50" fmla="*/ 114 w 688"/>
                  <a:gd name="T51" fmla="*/ 4316 h 4316"/>
                  <a:gd name="T52" fmla="*/ 126 w 688"/>
                  <a:gd name="T53" fmla="*/ 4316 h 4316"/>
                  <a:gd name="T54" fmla="*/ 263 w 688"/>
                  <a:gd name="T55" fmla="*/ 4046 h 4316"/>
                  <a:gd name="T56" fmla="*/ 383 w 688"/>
                  <a:gd name="T57" fmla="*/ 3777 h 4316"/>
                  <a:gd name="T58" fmla="*/ 485 w 688"/>
                  <a:gd name="T59" fmla="*/ 3495 h 4316"/>
                  <a:gd name="T60" fmla="*/ 568 w 688"/>
                  <a:gd name="T61" fmla="*/ 3219 h 4316"/>
                  <a:gd name="T62" fmla="*/ 628 w 688"/>
                  <a:gd name="T63" fmla="*/ 2937 h 4316"/>
                  <a:gd name="T64" fmla="*/ 670 w 688"/>
                  <a:gd name="T65" fmla="*/ 2656 h 4316"/>
                  <a:gd name="T66" fmla="*/ 688 w 688"/>
                  <a:gd name="T67" fmla="*/ 2368 h 4316"/>
                  <a:gd name="T68" fmla="*/ 688 w 688"/>
                  <a:gd name="T69" fmla="*/ 2086 h 4316"/>
                  <a:gd name="T70" fmla="*/ 688 w 688"/>
                  <a:gd name="T71" fmla="*/ 208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5" name="Freeform 13">
                <a:extLst>
                  <a:ext uri="{FF2B5EF4-FFF2-40B4-BE49-F238E27FC236}">
                    <a16:creationId xmlns:a16="http://schemas.microsoft.com/office/drawing/2014/main" id="{8C6FF8CC-2809-3819-06A1-79C959A87A8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522" y="0"/>
                <a:ext cx="864" cy="4316"/>
              </a:xfrm>
              <a:custGeom>
                <a:avLst/>
                <a:gdLst>
                  <a:gd name="T0" fmla="*/ 855 w 861"/>
                  <a:gd name="T1" fmla="*/ 2128 h 4316"/>
                  <a:gd name="T2" fmla="*/ 831 w 861"/>
                  <a:gd name="T3" fmla="*/ 1834 h 4316"/>
                  <a:gd name="T4" fmla="*/ 808 w 861"/>
                  <a:gd name="T5" fmla="*/ 1684 h 4316"/>
                  <a:gd name="T6" fmla="*/ 784 w 861"/>
                  <a:gd name="T7" fmla="*/ 1541 h 4316"/>
                  <a:gd name="T8" fmla="*/ 748 w 861"/>
                  <a:gd name="T9" fmla="*/ 1397 h 4316"/>
                  <a:gd name="T10" fmla="*/ 712 w 861"/>
                  <a:gd name="T11" fmla="*/ 1253 h 4316"/>
                  <a:gd name="T12" fmla="*/ 664 w 861"/>
                  <a:gd name="T13" fmla="*/ 1115 h 4316"/>
                  <a:gd name="T14" fmla="*/ 610 w 861"/>
                  <a:gd name="T15" fmla="*/ 977 h 4316"/>
                  <a:gd name="T16" fmla="*/ 491 w 861"/>
                  <a:gd name="T17" fmla="*/ 719 h 4316"/>
                  <a:gd name="T18" fmla="*/ 353 w 861"/>
                  <a:gd name="T19" fmla="*/ 468 h 4316"/>
                  <a:gd name="T20" fmla="*/ 192 w 861"/>
                  <a:gd name="T21" fmla="*/ 228 h 4316"/>
                  <a:gd name="T22" fmla="*/ 12 w 861"/>
                  <a:gd name="T23" fmla="*/ 0 h 4316"/>
                  <a:gd name="T24" fmla="*/ 0 w 861"/>
                  <a:gd name="T25" fmla="*/ 0 h 4316"/>
                  <a:gd name="T26" fmla="*/ 180 w 861"/>
                  <a:gd name="T27" fmla="*/ 228 h 4316"/>
                  <a:gd name="T28" fmla="*/ 341 w 861"/>
                  <a:gd name="T29" fmla="*/ 468 h 4316"/>
                  <a:gd name="T30" fmla="*/ 479 w 861"/>
                  <a:gd name="T31" fmla="*/ 719 h 4316"/>
                  <a:gd name="T32" fmla="*/ 598 w 861"/>
                  <a:gd name="T33" fmla="*/ 983 h 4316"/>
                  <a:gd name="T34" fmla="*/ 652 w 861"/>
                  <a:gd name="T35" fmla="*/ 1121 h 4316"/>
                  <a:gd name="T36" fmla="*/ 700 w 861"/>
                  <a:gd name="T37" fmla="*/ 1259 h 4316"/>
                  <a:gd name="T38" fmla="*/ 736 w 861"/>
                  <a:gd name="T39" fmla="*/ 1403 h 4316"/>
                  <a:gd name="T40" fmla="*/ 772 w 861"/>
                  <a:gd name="T41" fmla="*/ 1547 h 4316"/>
                  <a:gd name="T42" fmla="*/ 802 w 861"/>
                  <a:gd name="T43" fmla="*/ 1690 h 4316"/>
                  <a:gd name="T44" fmla="*/ 819 w 861"/>
                  <a:gd name="T45" fmla="*/ 1834 h 4316"/>
                  <a:gd name="T46" fmla="*/ 837 w 861"/>
                  <a:gd name="T47" fmla="*/ 1984 h 4316"/>
                  <a:gd name="T48" fmla="*/ 843 w 861"/>
                  <a:gd name="T49" fmla="*/ 2128 h 4316"/>
                  <a:gd name="T50" fmla="*/ 849 w 861"/>
                  <a:gd name="T51" fmla="*/ 2278 h 4316"/>
                  <a:gd name="T52" fmla="*/ 843 w 861"/>
                  <a:gd name="T53" fmla="*/ 2428 h 4316"/>
                  <a:gd name="T54" fmla="*/ 831 w 861"/>
                  <a:gd name="T55" fmla="*/ 2572 h 4316"/>
                  <a:gd name="T56" fmla="*/ 819 w 861"/>
                  <a:gd name="T57" fmla="*/ 2721 h 4316"/>
                  <a:gd name="T58" fmla="*/ 796 w 861"/>
                  <a:gd name="T59" fmla="*/ 2865 h 4316"/>
                  <a:gd name="T60" fmla="*/ 766 w 861"/>
                  <a:gd name="T61" fmla="*/ 3015 h 4316"/>
                  <a:gd name="T62" fmla="*/ 724 w 861"/>
                  <a:gd name="T63" fmla="*/ 3159 h 4316"/>
                  <a:gd name="T64" fmla="*/ 682 w 861"/>
                  <a:gd name="T65" fmla="*/ 3303 h 4316"/>
                  <a:gd name="T66" fmla="*/ 586 w 861"/>
                  <a:gd name="T67" fmla="*/ 3567 h 4316"/>
                  <a:gd name="T68" fmla="*/ 473 w 861"/>
                  <a:gd name="T69" fmla="*/ 3824 h 4316"/>
                  <a:gd name="T70" fmla="*/ 335 w 861"/>
                  <a:gd name="T71" fmla="*/ 4076 h 4316"/>
                  <a:gd name="T72" fmla="*/ 180 w 861"/>
                  <a:gd name="T73" fmla="*/ 4316 h 4316"/>
                  <a:gd name="T74" fmla="*/ 192 w 861"/>
                  <a:gd name="T75" fmla="*/ 4316 h 4316"/>
                  <a:gd name="T76" fmla="*/ 347 w 861"/>
                  <a:gd name="T77" fmla="*/ 4076 h 4316"/>
                  <a:gd name="T78" fmla="*/ 485 w 861"/>
                  <a:gd name="T79" fmla="*/ 3824 h 4316"/>
                  <a:gd name="T80" fmla="*/ 598 w 861"/>
                  <a:gd name="T81" fmla="*/ 3573 h 4316"/>
                  <a:gd name="T82" fmla="*/ 694 w 861"/>
                  <a:gd name="T83" fmla="*/ 3309 h 4316"/>
                  <a:gd name="T84" fmla="*/ 736 w 861"/>
                  <a:gd name="T85" fmla="*/ 3165 h 4316"/>
                  <a:gd name="T86" fmla="*/ 778 w 861"/>
                  <a:gd name="T87" fmla="*/ 3021 h 4316"/>
                  <a:gd name="T88" fmla="*/ 808 w 861"/>
                  <a:gd name="T89" fmla="*/ 2871 h 4316"/>
                  <a:gd name="T90" fmla="*/ 831 w 861"/>
                  <a:gd name="T91" fmla="*/ 2727 h 4316"/>
                  <a:gd name="T92" fmla="*/ 843 w 861"/>
                  <a:gd name="T93" fmla="*/ 2578 h 4316"/>
                  <a:gd name="T94" fmla="*/ 855 w 861"/>
                  <a:gd name="T95" fmla="*/ 2428 h 4316"/>
                  <a:gd name="T96" fmla="*/ 861 w 861"/>
                  <a:gd name="T97" fmla="*/ 2278 h 4316"/>
                  <a:gd name="T98" fmla="*/ 855 w 861"/>
                  <a:gd name="T99" fmla="*/ 2128 h 4316"/>
                  <a:gd name="T100" fmla="*/ 855 w 861"/>
                  <a:gd name="T101" fmla="*/ 212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6" name="Freeform 14">
                <a:extLst>
                  <a:ext uri="{FF2B5EF4-FFF2-40B4-BE49-F238E27FC236}">
                    <a16:creationId xmlns:a16="http://schemas.microsoft.com/office/drawing/2014/main" id="{2AFC260C-5119-FAB1-C580-AE04E5A59FD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99" y="0"/>
                <a:ext cx="150" cy="4316"/>
              </a:xfrm>
              <a:custGeom>
                <a:avLst/>
                <a:gdLst>
                  <a:gd name="T0" fmla="*/ 18 w 149"/>
                  <a:gd name="T1" fmla="*/ 1942 h 4316"/>
                  <a:gd name="T2" fmla="*/ 30 w 149"/>
                  <a:gd name="T3" fmla="*/ 1630 h 4316"/>
                  <a:gd name="T4" fmla="*/ 42 w 149"/>
                  <a:gd name="T5" fmla="*/ 1331 h 4316"/>
                  <a:gd name="T6" fmla="*/ 59 w 149"/>
                  <a:gd name="T7" fmla="*/ 1055 h 4316"/>
                  <a:gd name="T8" fmla="*/ 77 w 149"/>
                  <a:gd name="T9" fmla="*/ 791 h 4316"/>
                  <a:gd name="T10" fmla="*/ 83 w 149"/>
                  <a:gd name="T11" fmla="*/ 671 h 4316"/>
                  <a:gd name="T12" fmla="*/ 95 w 149"/>
                  <a:gd name="T13" fmla="*/ 557 h 4316"/>
                  <a:gd name="T14" fmla="*/ 107 w 149"/>
                  <a:gd name="T15" fmla="*/ 444 h 4316"/>
                  <a:gd name="T16" fmla="*/ 113 w 149"/>
                  <a:gd name="T17" fmla="*/ 342 h 4316"/>
                  <a:gd name="T18" fmla="*/ 125 w 149"/>
                  <a:gd name="T19" fmla="*/ 246 h 4316"/>
                  <a:gd name="T20" fmla="*/ 131 w 149"/>
                  <a:gd name="T21" fmla="*/ 156 h 4316"/>
                  <a:gd name="T22" fmla="*/ 143 w 149"/>
                  <a:gd name="T23" fmla="*/ 72 h 4316"/>
                  <a:gd name="T24" fmla="*/ 149 w 149"/>
                  <a:gd name="T25" fmla="*/ 0 h 4316"/>
                  <a:gd name="T26" fmla="*/ 137 w 149"/>
                  <a:gd name="T27" fmla="*/ 0 h 4316"/>
                  <a:gd name="T28" fmla="*/ 131 w 149"/>
                  <a:gd name="T29" fmla="*/ 72 h 4316"/>
                  <a:gd name="T30" fmla="*/ 119 w 149"/>
                  <a:gd name="T31" fmla="*/ 156 h 4316"/>
                  <a:gd name="T32" fmla="*/ 113 w 149"/>
                  <a:gd name="T33" fmla="*/ 246 h 4316"/>
                  <a:gd name="T34" fmla="*/ 101 w 149"/>
                  <a:gd name="T35" fmla="*/ 342 h 4316"/>
                  <a:gd name="T36" fmla="*/ 95 w 149"/>
                  <a:gd name="T37" fmla="*/ 444 h 4316"/>
                  <a:gd name="T38" fmla="*/ 83 w 149"/>
                  <a:gd name="T39" fmla="*/ 557 h 4316"/>
                  <a:gd name="T40" fmla="*/ 71 w 149"/>
                  <a:gd name="T41" fmla="*/ 671 h 4316"/>
                  <a:gd name="T42" fmla="*/ 65 w 149"/>
                  <a:gd name="T43" fmla="*/ 791 h 4316"/>
                  <a:gd name="T44" fmla="*/ 48 w 149"/>
                  <a:gd name="T45" fmla="*/ 1055 h 4316"/>
                  <a:gd name="T46" fmla="*/ 30 w 149"/>
                  <a:gd name="T47" fmla="*/ 1331 h 4316"/>
                  <a:gd name="T48" fmla="*/ 18 w 149"/>
                  <a:gd name="T49" fmla="*/ 1630 h 4316"/>
                  <a:gd name="T50" fmla="*/ 6 w 149"/>
                  <a:gd name="T51" fmla="*/ 1942 h 4316"/>
                  <a:gd name="T52" fmla="*/ 0 w 149"/>
                  <a:gd name="T53" fmla="*/ 2278 h 4316"/>
                  <a:gd name="T54" fmla="*/ 6 w 149"/>
                  <a:gd name="T55" fmla="*/ 2602 h 4316"/>
                  <a:gd name="T56" fmla="*/ 12 w 149"/>
                  <a:gd name="T57" fmla="*/ 2919 h 4316"/>
                  <a:gd name="T58" fmla="*/ 24 w 149"/>
                  <a:gd name="T59" fmla="*/ 3219 h 4316"/>
                  <a:gd name="T60" fmla="*/ 36 w 149"/>
                  <a:gd name="T61" fmla="*/ 3513 h 4316"/>
                  <a:gd name="T62" fmla="*/ 59 w 149"/>
                  <a:gd name="T63" fmla="*/ 3794 h 4316"/>
                  <a:gd name="T64" fmla="*/ 89 w 149"/>
                  <a:gd name="T65" fmla="*/ 4058 h 4316"/>
                  <a:gd name="T66" fmla="*/ 125 w 149"/>
                  <a:gd name="T67" fmla="*/ 4316 h 4316"/>
                  <a:gd name="T68" fmla="*/ 137 w 149"/>
                  <a:gd name="T69" fmla="*/ 4316 h 4316"/>
                  <a:gd name="T70" fmla="*/ 101 w 149"/>
                  <a:gd name="T71" fmla="*/ 4058 h 4316"/>
                  <a:gd name="T72" fmla="*/ 71 w 149"/>
                  <a:gd name="T73" fmla="*/ 3794 h 4316"/>
                  <a:gd name="T74" fmla="*/ 48 w 149"/>
                  <a:gd name="T75" fmla="*/ 3513 h 4316"/>
                  <a:gd name="T76" fmla="*/ 36 w 149"/>
                  <a:gd name="T77" fmla="*/ 3225 h 4316"/>
                  <a:gd name="T78" fmla="*/ 24 w 149"/>
                  <a:gd name="T79" fmla="*/ 2919 h 4316"/>
                  <a:gd name="T80" fmla="*/ 18 w 149"/>
                  <a:gd name="T81" fmla="*/ 2608 h 4316"/>
                  <a:gd name="T82" fmla="*/ 12 w 149"/>
                  <a:gd name="T83" fmla="*/ 2278 h 4316"/>
                  <a:gd name="T84" fmla="*/ 18 w 149"/>
                  <a:gd name="T85" fmla="*/ 1942 h 4316"/>
                  <a:gd name="T86" fmla="*/ 18 w 149"/>
                  <a:gd name="T87" fmla="*/ 194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7" name="Freeform 15">
                <a:extLst>
                  <a:ext uri="{FF2B5EF4-FFF2-40B4-BE49-F238E27FC236}">
                    <a16:creationId xmlns:a16="http://schemas.microsoft.com/office/drawing/2014/main" id="{C80F7300-D063-895D-3459-F9C205335D8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967" y="0"/>
                <a:ext cx="300" cy="4316"/>
              </a:xfrm>
              <a:custGeom>
                <a:avLst/>
                <a:gdLst>
                  <a:gd name="T0" fmla="*/ 18 w 299"/>
                  <a:gd name="T1" fmla="*/ 2062 h 4316"/>
                  <a:gd name="T2" fmla="*/ 30 w 299"/>
                  <a:gd name="T3" fmla="*/ 1750 h 4316"/>
                  <a:gd name="T4" fmla="*/ 54 w 299"/>
                  <a:gd name="T5" fmla="*/ 1451 h 4316"/>
                  <a:gd name="T6" fmla="*/ 84 w 299"/>
                  <a:gd name="T7" fmla="*/ 1169 h 4316"/>
                  <a:gd name="T8" fmla="*/ 126 w 299"/>
                  <a:gd name="T9" fmla="*/ 899 h 4316"/>
                  <a:gd name="T10" fmla="*/ 162 w 299"/>
                  <a:gd name="T11" fmla="*/ 641 h 4316"/>
                  <a:gd name="T12" fmla="*/ 209 w 299"/>
                  <a:gd name="T13" fmla="*/ 408 h 4316"/>
                  <a:gd name="T14" fmla="*/ 251 w 299"/>
                  <a:gd name="T15" fmla="*/ 192 h 4316"/>
                  <a:gd name="T16" fmla="*/ 299 w 299"/>
                  <a:gd name="T17" fmla="*/ 0 h 4316"/>
                  <a:gd name="T18" fmla="*/ 287 w 299"/>
                  <a:gd name="T19" fmla="*/ 0 h 4316"/>
                  <a:gd name="T20" fmla="*/ 239 w 299"/>
                  <a:gd name="T21" fmla="*/ 192 h 4316"/>
                  <a:gd name="T22" fmla="*/ 198 w 299"/>
                  <a:gd name="T23" fmla="*/ 408 h 4316"/>
                  <a:gd name="T24" fmla="*/ 156 w 299"/>
                  <a:gd name="T25" fmla="*/ 641 h 4316"/>
                  <a:gd name="T26" fmla="*/ 114 w 299"/>
                  <a:gd name="T27" fmla="*/ 899 h 4316"/>
                  <a:gd name="T28" fmla="*/ 78 w 299"/>
                  <a:gd name="T29" fmla="*/ 1169 h 4316"/>
                  <a:gd name="T30" fmla="*/ 48 w 299"/>
                  <a:gd name="T31" fmla="*/ 1451 h 4316"/>
                  <a:gd name="T32" fmla="*/ 24 w 299"/>
                  <a:gd name="T33" fmla="*/ 1750 h 4316"/>
                  <a:gd name="T34" fmla="*/ 6 w 299"/>
                  <a:gd name="T35" fmla="*/ 2062 h 4316"/>
                  <a:gd name="T36" fmla="*/ 0 w 299"/>
                  <a:gd name="T37" fmla="*/ 2374 h 4316"/>
                  <a:gd name="T38" fmla="*/ 12 w 299"/>
                  <a:gd name="T39" fmla="*/ 2674 h 4316"/>
                  <a:gd name="T40" fmla="*/ 30 w 299"/>
                  <a:gd name="T41" fmla="*/ 2973 h 4316"/>
                  <a:gd name="T42" fmla="*/ 54 w 299"/>
                  <a:gd name="T43" fmla="*/ 3255 h 4316"/>
                  <a:gd name="T44" fmla="*/ 96 w 299"/>
                  <a:gd name="T45" fmla="*/ 3537 h 4316"/>
                  <a:gd name="T46" fmla="*/ 144 w 299"/>
                  <a:gd name="T47" fmla="*/ 3806 h 4316"/>
                  <a:gd name="T48" fmla="*/ 203 w 299"/>
                  <a:gd name="T49" fmla="*/ 4064 h 4316"/>
                  <a:gd name="T50" fmla="*/ 275 w 299"/>
                  <a:gd name="T51" fmla="*/ 4316 h 4316"/>
                  <a:gd name="T52" fmla="*/ 287 w 299"/>
                  <a:gd name="T53" fmla="*/ 4316 h 4316"/>
                  <a:gd name="T54" fmla="*/ 215 w 299"/>
                  <a:gd name="T55" fmla="*/ 4064 h 4316"/>
                  <a:gd name="T56" fmla="*/ 156 w 299"/>
                  <a:gd name="T57" fmla="*/ 3806 h 4316"/>
                  <a:gd name="T58" fmla="*/ 108 w 299"/>
                  <a:gd name="T59" fmla="*/ 3537 h 4316"/>
                  <a:gd name="T60" fmla="*/ 66 w 299"/>
                  <a:gd name="T61" fmla="*/ 3261 h 4316"/>
                  <a:gd name="T62" fmla="*/ 42 w 299"/>
                  <a:gd name="T63" fmla="*/ 2973 h 4316"/>
                  <a:gd name="T64" fmla="*/ 24 w 299"/>
                  <a:gd name="T65" fmla="*/ 2680 h 4316"/>
                  <a:gd name="T66" fmla="*/ 12 w 299"/>
                  <a:gd name="T67" fmla="*/ 2374 h 4316"/>
                  <a:gd name="T68" fmla="*/ 18 w 299"/>
                  <a:gd name="T69" fmla="*/ 2062 h 4316"/>
                  <a:gd name="T70" fmla="*/ 18 w 299"/>
                  <a:gd name="T71" fmla="*/ 2062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8" name="Freeform 16">
                <a:extLst>
                  <a:ext uri="{FF2B5EF4-FFF2-40B4-BE49-F238E27FC236}">
                    <a16:creationId xmlns:a16="http://schemas.microsoft.com/office/drawing/2014/main" id="{1399617D-69B4-39D4-6D8A-DADD8FBCFA0A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566" y="0"/>
                <a:ext cx="425" cy="4316"/>
              </a:xfrm>
              <a:custGeom>
                <a:avLst/>
                <a:gdLst>
                  <a:gd name="T0" fmla="*/ 424 w 424"/>
                  <a:gd name="T1" fmla="*/ 0 h 4316"/>
                  <a:gd name="T2" fmla="*/ 412 w 424"/>
                  <a:gd name="T3" fmla="*/ 0 h 4316"/>
                  <a:gd name="T4" fmla="*/ 316 w 424"/>
                  <a:gd name="T5" fmla="*/ 222 h 4316"/>
                  <a:gd name="T6" fmla="*/ 239 w 424"/>
                  <a:gd name="T7" fmla="*/ 462 h 4316"/>
                  <a:gd name="T8" fmla="*/ 167 w 424"/>
                  <a:gd name="T9" fmla="*/ 707 h 4316"/>
                  <a:gd name="T10" fmla="*/ 107 w 424"/>
                  <a:gd name="T11" fmla="*/ 971 h 4316"/>
                  <a:gd name="T12" fmla="*/ 65 w 424"/>
                  <a:gd name="T13" fmla="*/ 1247 h 4316"/>
                  <a:gd name="T14" fmla="*/ 29 w 424"/>
                  <a:gd name="T15" fmla="*/ 1529 h 4316"/>
                  <a:gd name="T16" fmla="*/ 6 w 424"/>
                  <a:gd name="T17" fmla="*/ 1822 h 4316"/>
                  <a:gd name="T18" fmla="*/ 0 w 424"/>
                  <a:gd name="T19" fmla="*/ 2122 h 4316"/>
                  <a:gd name="T20" fmla="*/ 6 w 424"/>
                  <a:gd name="T21" fmla="*/ 2404 h 4316"/>
                  <a:gd name="T22" fmla="*/ 24 w 424"/>
                  <a:gd name="T23" fmla="*/ 2686 h 4316"/>
                  <a:gd name="T24" fmla="*/ 47 w 424"/>
                  <a:gd name="T25" fmla="*/ 2961 h 4316"/>
                  <a:gd name="T26" fmla="*/ 89 w 424"/>
                  <a:gd name="T27" fmla="*/ 3243 h 4316"/>
                  <a:gd name="T28" fmla="*/ 137 w 424"/>
                  <a:gd name="T29" fmla="*/ 3519 h 4316"/>
                  <a:gd name="T30" fmla="*/ 197 w 424"/>
                  <a:gd name="T31" fmla="*/ 3788 h 4316"/>
                  <a:gd name="T32" fmla="*/ 269 w 424"/>
                  <a:gd name="T33" fmla="*/ 4058 h 4316"/>
                  <a:gd name="T34" fmla="*/ 346 w 424"/>
                  <a:gd name="T35" fmla="*/ 4316 h 4316"/>
                  <a:gd name="T36" fmla="*/ 358 w 424"/>
                  <a:gd name="T37" fmla="*/ 4316 h 4316"/>
                  <a:gd name="T38" fmla="*/ 281 w 424"/>
                  <a:gd name="T39" fmla="*/ 4058 h 4316"/>
                  <a:gd name="T40" fmla="*/ 209 w 424"/>
                  <a:gd name="T41" fmla="*/ 3788 h 4316"/>
                  <a:gd name="T42" fmla="*/ 149 w 424"/>
                  <a:gd name="T43" fmla="*/ 3519 h 4316"/>
                  <a:gd name="T44" fmla="*/ 101 w 424"/>
                  <a:gd name="T45" fmla="*/ 3243 h 4316"/>
                  <a:gd name="T46" fmla="*/ 59 w 424"/>
                  <a:gd name="T47" fmla="*/ 2961 h 4316"/>
                  <a:gd name="T48" fmla="*/ 35 w 424"/>
                  <a:gd name="T49" fmla="*/ 2686 h 4316"/>
                  <a:gd name="T50" fmla="*/ 18 w 424"/>
                  <a:gd name="T51" fmla="*/ 2404 h 4316"/>
                  <a:gd name="T52" fmla="*/ 12 w 424"/>
                  <a:gd name="T53" fmla="*/ 2122 h 4316"/>
                  <a:gd name="T54" fmla="*/ 18 w 424"/>
                  <a:gd name="T55" fmla="*/ 1822 h 4316"/>
                  <a:gd name="T56" fmla="*/ 41 w 424"/>
                  <a:gd name="T57" fmla="*/ 1529 h 4316"/>
                  <a:gd name="T58" fmla="*/ 71 w 424"/>
                  <a:gd name="T59" fmla="*/ 1247 h 4316"/>
                  <a:gd name="T60" fmla="*/ 119 w 424"/>
                  <a:gd name="T61" fmla="*/ 971 h 4316"/>
                  <a:gd name="T62" fmla="*/ 179 w 424"/>
                  <a:gd name="T63" fmla="*/ 707 h 4316"/>
                  <a:gd name="T64" fmla="*/ 245 w 424"/>
                  <a:gd name="T65" fmla="*/ 462 h 4316"/>
                  <a:gd name="T66" fmla="*/ 328 w 424"/>
                  <a:gd name="T67" fmla="*/ 222 h 4316"/>
                  <a:gd name="T68" fmla="*/ 424 w 424"/>
                  <a:gd name="T69" fmla="*/ 0 h 4316"/>
                  <a:gd name="T70" fmla="*/ 424 w 424"/>
                  <a:gd name="T71" fmla="*/ 0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29" name="Freeform 17">
                <a:extLst>
                  <a:ext uri="{FF2B5EF4-FFF2-40B4-BE49-F238E27FC236}">
                    <a16:creationId xmlns:a16="http://schemas.microsoft.com/office/drawing/2014/main" id="{4B31D948-AA4A-BE0E-0DCB-4FC92AE7732F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128" y="0"/>
                <a:ext cx="575" cy="4316"/>
              </a:xfrm>
              <a:custGeom>
                <a:avLst/>
                <a:gdLst>
                  <a:gd name="T0" fmla="*/ 12 w 574"/>
                  <a:gd name="T1" fmla="*/ 2146 h 4316"/>
                  <a:gd name="T2" fmla="*/ 24 w 574"/>
                  <a:gd name="T3" fmla="*/ 1846 h 4316"/>
                  <a:gd name="T4" fmla="*/ 54 w 574"/>
                  <a:gd name="T5" fmla="*/ 1559 h 4316"/>
                  <a:gd name="T6" fmla="*/ 96 w 574"/>
                  <a:gd name="T7" fmla="*/ 1277 h 4316"/>
                  <a:gd name="T8" fmla="*/ 162 w 574"/>
                  <a:gd name="T9" fmla="*/ 1001 h 4316"/>
                  <a:gd name="T10" fmla="*/ 239 w 574"/>
                  <a:gd name="T11" fmla="*/ 731 h 4316"/>
                  <a:gd name="T12" fmla="*/ 335 w 574"/>
                  <a:gd name="T13" fmla="*/ 480 h 4316"/>
                  <a:gd name="T14" fmla="*/ 449 w 574"/>
                  <a:gd name="T15" fmla="*/ 234 h 4316"/>
                  <a:gd name="T16" fmla="*/ 574 w 574"/>
                  <a:gd name="T17" fmla="*/ 0 h 4316"/>
                  <a:gd name="T18" fmla="*/ 562 w 574"/>
                  <a:gd name="T19" fmla="*/ 0 h 4316"/>
                  <a:gd name="T20" fmla="*/ 437 w 574"/>
                  <a:gd name="T21" fmla="*/ 234 h 4316"/>
                  <a:gd name="T22" fmla="*/ 323 w 574"/>
                  <a:gd name="T23" fmla="*/ 480 h 4316"/>
                  <a:gd name="T24" fmla="*/ 227 w 574"/>
                  <a:gd name="T25" fmla="*/ 737 h 4316"/>
                  <a:gd name="T26" fmla="*/ 150 w 574"/>
                  <a:gd name="T27" fmla="*/ 1001 h 4316"/>
                  <a:gd name="T28" fmla="*/ 84 w 574"/>
                  <a:gd name="T29" fmla="*/ 1277 h 4316"/>
                  <a:gd name="T30" fmla="*/ 42 w 574"/>
                  <a:gd name="T31" fmla="*/ 1559 h 4316"/>
                  <a:gd name="T32" fmla="*/ 12 w 574"/>
                  <a:gd name="T33" fmla="*/ 1852 h 4316"/>
                  <a:gd name="T34" fmla="*/ 0 w 574"/>
                  <a:gd name="T35" fmla="*/ 2146 h 4316"/>
                  <a:gd name="T36" fmla="*/ 6 w 574"/>
                  <a:gd name="T37" fmla="*/ 2434 h 4316"/>
                  <a:gd name="T38" fmla="*/ 30 w 574"/>
                  <a:gd name="T39" fmla="*/ 2715 h 4316"/>
                  <a:gd name="T40" fmla="*/ 66 w 574"/>
                  <a:gd name="T41" fmla="*/ 2997 h 4316"/>
                  <a:gd name="T42" fmla="*/ 120 w 574"/>
                  <a:gd name="T43" fmla="*/ 3273 h 4316"/>
                  <a:gd name="T44" fmla="*/ 191 w 574"/>
                  <a:gd name="T45" fmla="*/ 3549 h 4316"/>
                  <a:gd name="T46" fmla="*/ 275 w 574"/>
                  <a:gd name="T47" fmla="*/ 3812 h 4316"/>
                  <a:gd name="T48" fmla="*/ 371 w 574"/>
                  <a:gd name="T49" fmla="*/ 4070 h 4316"/>
                  <a:gd name="T50" fmla="*/ 484 w 574"/>
                  <a:gd name="T51" fmla="*/ 4316 h 4316"/>
                  <a:gd name="T52" fmla="*/ 496 w 574"/>
                  <a:gd name="T53" fmla="*/ 4316 h 4316"/>
                  <a:gd name="T54" fmla="*/ 383 w 574"/>
                  <a:gd name="T55" fmla="*/ 4070 h 4316"/>
                  <a:gd name="T56" fmla="*/ 287 w 574"/>
                  <a:gd name="T57" fmla="*/ 3812 h 4316"/>
                  <a:gd name="T58" fmla="*/ 203 w 574"/>
                  <a:gd name="T59" fmla="*/ 3549 h 4316"/>
                  <a:gd name="T60" fmla="*/ 132 w 574"/>
                  <a:gd name="T61" fmla="*/ 3273 h 4316"/>
                  <a:gd name="T62" fmla="*/ 78 w 574"/>
                  <a:gd name="T63" fmla="*/ 2997 h 4316"/>
                  <a:gd name="T64" fmla="*/ 42 w 574"/>
                  <a:gd name="T65" fmla="*/ 2715 h 4316"/>
                  <a:gd name="T66" fmla="*/ 18 w 574"/>
                  <a:gd name="T67" fmla="*/ 2434 h 4316"/>
                  <a:gd name="T68" fmla="*/ 12 w 574"/>
                  <a:gd name="T69" fmla="*/ 2146 h 4316"/>
                  <a:gd name="T70" fmla="*/ 12 w 574"/>
                  <a:gd name="T71" fmla="*/ 2146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0" name="Freeform 18">
                <a:extLst>
                  <a:ext uri="{FF2B5EF4-FFF2-40B4-BE49-F238E27FC236}">
                    <a16:creationId xmlns:a16="http://schemas.microsoft.com/office/drawing/2014/main" id="{E5D64E43-D3A6-F712-8659-EFD56691D18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702" y="0"/>
                <a:ext cx="737" cy="4316"/>
              </a:xfrm>
              <a:custGeom>
                <a:avLst/>
                <a:gdLst>
                  <a:gd name="T0" fmla="*/ 12 w 735"/>
                  <a:gd name="T1" fmla="*/ 2098 h 4316"/>
                  <a:gd name="T2" fmla="*/ 29 w 735"/>
                  <a:gd name="T3" fmla="*/ 1798 h 4316"/>
                  <a:gd name="T4" fmla="*/ 71 w 735"/>
                  <a:gd name="T5" fmla="*/ 1505 h 4316"/>
                  <a:gd name="T6" fmla="*/ 131 w 735"/>
                  <a:gd name="T7" fmla="*/ 1223 h 4316"/>
                  <a:gd name="T8" fmla="*/ 215 w 735"/>
                  <a:gd name="T9" fmla="*/ 941 h 4316"/>
                  <a:gd name="T10" fmla="*/ 316 w 735"/>
                  <a:gd name="T11" fmla="*/ 689 h 4316"/>
                  <a:gd name="T12" fmla="*/ 442 w 735"/>
                  <a:gd name="T13" fmla="*/ 444 h 4316"/>
                  <a:gd name="T14" fmla="*/ 580 w 735"/>
                  <a:gd name="T15" fmla="*/ 216 h 4316"/>
                  <a:gd name="T16" fmla="*/ 735 w 735"/>
                  <a:gd name="T17" fmla="*/ 0 h 4316"/>
                  <a:gd name="T18" fmla="*/ 723 w 735"/>
                  <a:gd name="T19" fmla="*/ 0 h 4316"/>
                  <a:gd name="T20" fmla="*/ 568 w 735"/>
                  <a:gd name="T21" fmla="*/ 210 h 4316"/>
                  <a:gd name="T22" fmla="*/ 430 w 735"/>
                  <a:gd name="T23" fmla="*/ 438 h 4316"/>
                  <a:gd name="T24" fmla="*/ 311 w 735"/>
                  <a:gd name="T25" fmla="*/ 683 h 4316"/>
                  <a:gd name="T26" fmla="*/ 209 w 735"/>
                  <a:gd name="T27" fmla="*/ 941 h 4316"/>
                  <a:gd name="T28" fmla="*/ 125 w 735"/>
                  <a:gd name="T29" fmla="*/ 1217 h 4316"/>
                  <a:gd name="T30" fmla="*/ 59 w 735"/>
                  <a:gd name="T31" fmla="*/ 1505 h 4316"/>
                  <a:gd name="T32" fmla="*/ 18 w 735"/>
                  <a:gd name="T33" fmla="*/ 1798 h 4316"/>
                  <a:gd name="T34" fmla="*/ 0 w 735"/>
                  <a:gd name="T35" fmla="*/ 2098 h 4316"/>
                  <a:gd name="T36" fmla="*/ 6 w 735"/>
                  <a:gd name="T37" fmla="*/ 2404 h 4316"/>
                  <a:gd name="T38" fmla="*/ 29 w 735"/>
                  <a:gd name="T39" fmla="*/ 2709 h 4316"/>
                  <a:gd name="T40" fmla="*/ 77 w 735"/>
                  <a:gd name="T41" fmla="*/ 3015 h 4316"/>
                  <a:gd name="T42" fmla="*/ 149 w 735"/>
                  <a:gd name="T43" fmla="*/ 3315 h 4316"/>
                  <a:gd name="T44" fmla="*/ 227 w 735"/>
                  <a:gd name="T45" fmla="*/ 3573 h 4316"/>
                  <a:gd name="T46" fmla="*/ 316 w 735"/>
                  <a:gd name="T47" fmla="*/ 3824 h 4316"/>
                  <a:gd name="T48" fmla="*/ 424 w 735"/>
                  <a:gd name="T49" fmla="*/ 4076 h 4316"/>
                  <a:gd name="T50" fmla="*/ 544 w 735"/>
                  <a:gd name="T51" fmla="*/ 4316 h 4316"/>
                  <a:gd name="T52" fmla="*/ 556 w 735"/>
                  <a:gd name="T53" fmla="*/ 4316 h 4316"/>
                  <a:gd name="T54" fmla="*/ 436 w 735"/>
                  <a:gd name="T55" fmla="*/ 4076 h 4316"/>
                  <a:gd name="T56" fmla="*/ 328 w 735"/>
                  <a:gd name="T57" fmla="*/ 3824 h 4316"/>
                  <a:gd name="T58" fmla="*/ 239 w 735"/>
                  <a:gd name="T59" fmla="*/ 3573 h 4316"/>
                  <a:gd name="T60" fmla="*/ 161 w 735"/>
                  <a:gd name="T61" fmla="*/ 3315 h 4316"/>
                  <a:gd name="T62" fmla="*/ 89 w 735"/>
                  <a:gd name="T63" fmla="*/ 3015 h 4316"/>
                  <a:gd name="T64" fmla="*/ 41 w 735"/>
                  <a:gd name="T65" fmla="*/ 2709 h 4316"/>
                  <a:gd name="T66" fmla="*/ 18 w 735"/>
                  <a:gd name="T67" fmla="*/ 2404 h 4316"/>
                  <a:gd name="T68" fmla="*/ 12 w 735"/>
                  <a:gd name="T69" fmla="*/ 2098 h 4316"/>
                  <a:gd name="T70" fmla="*/ 12 w 735"/>
                  <a:gd name="T71" fmla="*/ 209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31" name="Freeform 19">
                <a:extLst>
                  <a:ext uri="{FF2B5EF4-FFF2-40B4-BE49-F238E27FC236}">
                    <a16:creationId xmlns:a16="http://schemas.microsoft.com/office/drawing/2014/main" id="{E98C4534-ABED-B5A2-092C-DA1E062305A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88" y="0"/>
                <a:ext cx="840" cy="4316"/>
              </a:xfrm>
              <a:custGeom>
                <a:avLst/>
                <a:gdLst>
                  <a:gd name="T0" fmla="*/ 18 w 837"/>
                  <a:gd name="T1" fmla="*/ 1948 h 4316"/>
                  <a:gd name="T2" fmla="*/ 48 w 837"/>
                  <a:gd name="T3" fmla="*/ 1708 h 4316"/>
                  <a:gd name="T4" fmla="*/ 96 w 837"/>
                  <a:gd name="T5" fmla="*/ 1475 h 4316"/>
                  <a:gd name="T6" fmla="*/ 161 w 837"/>
                  <a:gd name="T7" fmla="*/ 1235 h 4316"/>
                  <a:gd name="T8" fmla="*/ 251 w 837"/>
                  <a:gd name="T9" fmla="*/ 995 h 4316"/>
                  <a:gd name="T10" fmla="*/ 365 w 837"/>
                  <a:gd name="T11" fmla="*/ 755 h 4316"/>
                  <a:gd name="T12" fmla="*/ 496 w 837"/>
                  <a:gd name="T13" fmla="*/ 510 h 4316"/>
                  <a:gd name="T14" fmla="*/ 658 w 837"/>
                  <a:gd name="T15" fmla="*/ 258 h 4316"/>
                  <a:gd name="T16" fmla="*/ 741 w 837"/>
                  <a:gd name="T17" fmla="*/ 132 h 4316"/>
                  <a:gd name="T18" fmla="*/ 837 w 837"/>
                  <a:gd name="T19" fmla="*/ 0 h 4316"/>
                  <a:gd name="T20" fmla="*/ 825 w 837"/>
                  <a:gd name="T21" fmla="*/ 0 h 4316"/>
                  <a:gd name="T22" fmla="*/ 729 w 837"/>
                  <a:gd name="T23" fmla="*/ 132 h 4316"/>
                  <a:gd name="T24" fmla="*/ 640 w 837"/>
                  <a:gd name="T25" fmla="*/ 258 h 4316"/>
                  <a:gd name="T26" fmla="*/ 562 w 837"/>
                  <a:gd name="T27" fmla="*/ 384 h 4316"/>
                  <a:gd name="T28" fmla="*/ 484 w 837"/>
                  <a:gd name="T29" fmla="*/ 510 h 4316"/>
                  <a:gd name="T30" fmla="*/ 353 w 837"/>
                  <a:gd name="T31" fmla="*/ 755 h 4316"/>
                  <a:gd name="T32" fmla="*/ 239 w 837"/>
                  <a:gd name="T33" fmla="*/ 995 h 4316"/>
                  <a:gd name="T34" fmla="*/ 150 w 837"/>
                  <a:gd name="T35" fmla="*/ 1235 h 4316"/>
                  <a:gd name="T36" fmla="*/ 84 w 837"/>
                  <a:gd name="T37" fmla="*/ 1469 h 4316"/>
                  <a:gd name="T38" fmla="*/ 36 w 837"/>
                  <a:gd name="T39" fmla="*/ 1702 h 4316"/>
                  <a:gd name="T40" fmla="*/ 6 w 837"/>
                  <a:gd name="T41" fmla="*/ 1942 h 4316"/>
                  <a:gd name="T42" fmla="*/ 0 w 837"/>
                  <a:gd name="T43" fmla="*/ 2200 h 4316"/>
                  <a:gd name="T44" fmla="*/ 12 w 837"/>
                  <a:gd name="T45" fmla="*/ 2470 h 4316"/>
                  <a:gd name="T46" fmla="*/ 48 w 837"/>
                  <a:gd name="T47" fmla="*/ 2739 h 4316"/>
                  <a:gd name="T48" fmla="*/ 114 w 837"/>
                  <a:gd name="T49" fmla="*/ 3027 h 4316"/>
                  <a:gd name="T50" fmla="*/ 150 w 837"/>
                  <a:gd name="T51" fmla="*/ 3171 h 4316"/>
                  <a:gd name="T52" fmla="*/ 197 w 837"/>
                  <a:gd name="T53" fmla="*/ 3321 h 4316"/>
                  <a:gd name="T54" fmla="*/ 245 w 837"/>
                  <a:gd name="T55" fmla="*/ 3477 h 4316"/>
                  <a:gd name="T56" fmla="*/ 305 w 837"/>
                  <a:gd name="T57" fmla="*/ 3639 h 4316"/>
                  <a:gd name="T58" fmla="*/ 365 w 837"/>
                  <a:gd name="T59" fmla="*/ 3800 h 4316"/>
                  <a:gd name="T60" fmla="*/ 437 w 837"/>
                  <a:gd name="T61" fmla="*/ 3968 h 4316"/>
                  <a:gd name="T62" fmla="*/ 508 w 837"/>
                  <a:gd name="T63" fmla="*/ 4136 h 4316"/>
                  <a:gd name="T64" fmla="*/ 592 w 837"/>
                  <a:gd name="T65" fmla="*/ 4316 h 4316"/>
                  <a:gd name="T66" fmla="*/ 604 w 837"/>
                  <a:gd name="T67" fmla="*/ 4316 h 4316"/>
                  <a:gd name="T68" fmla="*/ 520 w 837"/>
                  <a:gd name="T69" fmla="*/ 4136 h 4316"/>
                  <a:gd name="T70" fmla="*/ 448 w 837"/>
                  <a:gd name="T71" fmla="*/ 3968 h 4316"/>
                  <a:gd name="T72" fmla="*/ 377 w 837"/>
                  <a:gd name="T73" fmla="*/ 3800 h 4316"/>
                  <a:gd name="T74" fmla="*/ 317 w 837"/>
                  <a:gd name="T75" fmla="*/ 3639 h 4316"/>
                  <a:gd name="T76" fmla="*/ 257 w 837"/>
                  <a:gd name="T77" fmla="*/ 3477 h 4316"/>
                  <a:gd name="T78" fmla="*/ 209 w 837"/>
                  <a:gd name="T79" fmla="*/ 3327 h 4316"/>
                  <a:gd name="T80" fmla="*/ 161 w 837"/>
                  <a:gd name="T81" fmla="*/ 3171 h 4316"/>
                  <a:gd name="T82" fmla="*/ 126 w 837"/>
                  <a:gd name="T83" fmla="*/ 3027 h 4316"/>
                  <a:gd name="T84" fmla="*/ 60 w 837"/>
                  <a:gd name="T85" fmla="*/ 2739 h 4316"/>
                  <a:gd name="T86" fmla="*/ 24 w 837"/>
                  <a:gd name="T87" fmla="*/ 2470 h 4316"/>
                  <a:gd name="T88" fmla="*/ 12 w 837"/>
                  <a:gd name="T89" fmla="*/ 2206 h 4316"/>
                  <a:gd name="T90" fmla="*/ 18 w 837"/>
                  <a:gd name="T91" fmla="*/ 1948 h 4316"/>
                  <a:gd name="T92" fmla="*/ 18 w 837"/>
                  <a:gd name="T93" fmla="*/ 1948 h 4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shade val="66667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3332" name="Freeform 20">
              <a:extLst>
                <a:ext uri="{FF2B5EF4-FFF2-40B4-BE49-F238E27FC236}">
                  <a16:creationId xmlns:a16="http://schemas.microsoft.com/office/drawing/2014/main" id="{573EEEF5-8604-5D8A-F68E-61475E086E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2901"/>
              <a:ext cx="606" cy="1415"/>
            </a:xfrm>
            <a:custGeom>
              <a:avLst/>
              <a:gdLst>
                <a:gd name="T0" fmla="*/ 0 w 604"/>
                <a:gd name="T1" fmla="*/ 54 h 1415"/>
                <a:gd name="T2" fmla="*/ 42 w 604"/>
                <a:gd name="T3" fmla="*/ 228 h 1415"/>
                <a:gd name="T4" fmla="*/ 96 w 604"/>
                <a:gd name="T5" fmla="*/ 402 h 1415"/>
                <a:gd name="T6" fmla="*/ 161 w 604"/>
                <a:gd name="T7" fmla="*/ 576 h 1415"/>
                <a:gd name="T8" fmla="*/ 227 w 604"/>
                <a:gd name="T9" fmla="*/ 744 h 1415"/>
                <a:gd name="T10" fmla="*/ 305 w 604"/>
                <a:gd name="T11" fmla="*/ 917 h 1415"/>
                <a:gd name="T12" fmla="*/ 389 w 604"/>
                <a:gd name="T13" fmla="*/ 1085 h 1415"/>
                <a:gd name="T14" fmla="*/ 484 w 604"/>
                <a:gd name="T15" fmla="*/ 1253 h 1415"/>
                <a:gd name="T16" fmla="*/ 586 w 604"/>
                <a:gd name="T17" fmla="*/ 1415 h 1415"/>
                <a:gd name="T18" fmla="*/ 604 w 604"/>
                <a:gd name="T19" fmla="*/ 1415 h 1415"/>
                <a:gd name="T20" fmla="*/ 496 w 604"/>
                <a:gd name="T21" fmla="*/ 1247 h 1415"/>
                <a:gd name="T22" fmla="*/ 401 w 604"/>
                <a:gd name="T23" fmla="*/ 1073 h 1415"/>
                <a:gd name="T24" fmla="*/ 311 w 604"/>
                <a:gd name="T25" fmla="*/ 899 h 1415"/>
                <a:gd name="T26" fmla="*/ 233 w 604"/>
                <a:gd name="T27" fmla="*/ 720 h 1415"/>
                <a:gd name="T28" fmla="*/ 161 w 604"/>
                <a:gd name="T29" fmla="*/ 546 h 1415"/>
                <a:gd name="T30" fmla="*/ 102 w 604"/>
                <a:gd name="T31" fmla="*/ 366 h 1415"/>
                <a:gd name="T32" fmla="*/ 48 w 604"/>
                <a:gd name="T33" fmla="*/ 180 h 1415"/>
                <a:gd name="T34" fmla="*/ 0 w 604"/>
                <a:gd name="T35" fmla="*/ 0 h 1415"/>
                <a:gd name="T36" fmla="*/ 0 w 604"/>
                <a:gd name="T37" fmla="*/ 54 h 1415"/>
                <a:gd name="T38" fmla="*/ 0 w 604"/>
                <a:gd name="T39" fmla="*/ 5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3" name="Freeform 21">
              <a:extLst>
                <a:ext uri="{FF2B5EF4-FFF2-40B4-BE49-F238E27FC236}">
                  <a16:creationId xmlns:a16="http://schemas.microsoft.com/office/drawing/2014/main" id="{FC617358-EAA5-BB58-AED9-1C723920A36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3890"/>
              <a:ext cx="228" cy="426"/>
            </a:xfrm>
            <a:custGeom>
              <a:avLst/>
              <a:gdLst>
                <a:gd name="T0" fmla="*/ 0 w 227"/>
                <a:gd name="T1" fmla="*/ 30 h 426"/>
                <a:gd name="T2" fmla="*/ 108 w 227"/>
                <a:gd name="T3" fmla="*/ 240 h 426"/>
                <a:gd name="T4" fmla="*/ 215 w 227"/>
                <a:gd name="T5" fmla="*/ 426 h 426"/>
                <a:gd name="T6" fmla="*/ 227 w 227"/>
                <a:gd name="T7" fmla="*/ 426 h 426"/>
                <a:gd name="T8" fmla="*/ 167 w 227"/>
                <a:gd name="T9" fmla="*/ 330 h 426"/>
                <a:gd name="T10" fmla="*/ 114 w 227"/>
                <a:gd name="T11" fmla="*/ 222 h 426"/>
                <a:gd name="T12" fmla="*/ 0 w 227"/>
                <a:gd name="T13" fmla="*/ 0 h 426"/>
                <a:gd name="T14" fmla="*/ 0 w 227"/>
                <a:gd name="T15" fmla="*/ 30 h 426"/>
                <a:gd name="T16" fmla="*/ 0 w 227"/>
                <a:gd name="T17" fmla="*/ 30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shade val="60784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4" name="Freeform 22">
              <a:extLst>
                <a:ext uri="{FF2B5EF4-FFF2-40B4-BE49-F238E27FC236}">
                  <a16:creationId xmlns:a16="http://schemas.microsoft.com/office/drawing/2014/main" id="{E9B66E50-950E-5625-7030-FA6A9406DC9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76" y="0"/>
              <a:ext cx="984" cy="1786"/>
            </a:xfrm>
            <a:custGeom>
              <a:avLst/>
              <a:gdLst>
                <a:gd name="T0" fmla="*/ 981 w 981"/>
                <a:gd name="T1" fmla="*/ 1786 h 1786"/>
                <a:gd name="T2" fmla="*/ 981 w 981"/>
                <a:gd name="T3" fmla="*/ 1720 h 1786"/>
                <a:gd name="T4" fmla="*/ 969 w 981"/>
                <a:gd name="T5" fmla="*/ 1666 h 1786"/>
                <a:gd name="T6" fmla="*/ 957 w 981"/>
                <a:gd name="T7" fmla="*/ 1613 h 1786"/>
                <a:gd name="T8" fmla="*/ 921 w 981"/>
                <a:gd name="T9" fmla="*/ 1487 h 1786"/>
                <a:gd name="T10" fmla="*/ 885 w 981"/>
                <a:gd name="T11" fmla="*/ 1361 h 1786"/>
                <a:gd name="T12" fmla="*/ 796 w 981"/>
                <a:gd name="T13" fmla="*/ 1121 h 1786"/>
                <a:gd name="T14" fmla="*/ 682 w 981"/>
                <a:gd name="T15" fmla="*/ 899 h 1786"/>
                <a:gd name="T16" fmla="*/ 562 w 981"/>
                <a:gd name="T17" fmla="*/ 689 h 1786"/>
                <a:gd name="T18" fmla="*/ 431 w 981"/>
                <a:gd name="T19" fmla="*/ 498 h 1786"/>
                <a:gd name="T20" fmla="*/ 293 w 981"/>
                <a:gd name="T21" fmla="*/ 318 h 1786"/>
                <a:gd name="T22" fmla="*/ 150 w 981"/>
                <a:gd name="T23" fmla="*/ 150 h 1786"/>
                <a:gd name="T24" fmla="*/ 12 w 981"/>
                <a:gd name="T25" fmla="*/ 0 h 1786"/>
                <a:gd name="T26" fmla="*/ 0 w 981"/>
                <a:gd name="T27" fmla="*/ 0 h 1786"/>
                <a:gd name="T28" fmla="*/ 138 w 981"/>
                <a:gd name="T29" fmla="*/ 150 h 1786"/>
                <a:gd name="T30" fmla="*/ 275 w 981"/>
                <a:gd name="T31" fmla="*/ 318 h 1786"/>
                <a:gd name="T32" fmla="*/ 413 w 981"/>
                <a:gd name="T33" fmla="*/ 498 h 1786"/>
                <a:gd name="T34" fmla="*/ 545 w 981"/>
                <a:gd name="T35" fmla="*/ 689 h 1786"/>
                <a:gd name="T36" fmla="*/ 670 w 981"/>
                <a:gd name="T37" fmla="*/ 899 h 1786"/>
                <a:gd name="T38" fmla="*/ 778 w 981"/>
                <a:gd name="T39" fmla="*/ 1121 h 1786"/>
                <a:gd name="T40" fmla="*/ 873 w 981"/>
                <a:gd name="T41" fmla="*/ 1361 h 1786"/>
                <a:gd name="T42" fmla="*/ 909 w 981"/>
                <a:gd name="T43" fmla="*/ 1487 h 1786"/>
                <a:gd name="T44" fmla="*/ 945 w 981"/>
                <a:gd name="T45" fmla="*/ 1619 h 1786"/>
                <a:gd name="T46" fmla="*/ 963 w 981"/>
                <a:gd name="T47" fmla="*/ 1702 h 1786"/>
                <a:gd name="T48" fmla="*/ 981 w 981"/>
                <a:gd name="T49" fmla="*/ 1786 h 1786"/>
                <a:gd name="T50" fmla="*/ 981 w 981"/>
                <a:gd name="T51" fmla="*/ 1786 h 17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5" name="Freeform 23">
              <a:extLst>
                <a:ext uri="{FF2B5EF4-FFF2-40B4-BE49-F238E27FC236}">
                  <a16:creationId xmlns:a16="http://schemas.microsoft.com/office/drawing/2014/main" id="{6D004E0A-34D0-0CB5-9FFE-38427E69DD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41" y="0"/>
              <a:ext cx="719" cy="845"/>
            </a:xfrm>
            <a:custGeom>
              <a:avLst/>
              <a:gdLst>
                <a:gd name="T0" fmla="*/ 717 w 717"/>
                <a:gd name="T1" fmla="*/ 845 h 845"/>
                <a:gd name="T2" fmla="*/ 717 w 717"/>
                <a:gd name="T3" fmla="*/ 821 h 845"/>
                <a:gd name="T4" fmla="*/ 574 w 717"/>
                <a:gd name="T5" fmla="*/ 605 h 845"/>
                <a:gd name="T6" fmla="*/ 406 w 717"/>
                <a:gd name="T7" fmla="*/ 396 h 845"/>
                <a:gd name="T8" fmla="*/ 221 w 717"/>
                <a:gd name="T9" fmla="*/ 192 h 845"/>
                <a:gd name="T10" fmla="*/ 17 w 717"/>
                <a:gd name="T11" fmla="*/ 0 h 845"/>
                <a:gd name="T12" fmla="*/ 0 w 717"/>
                <a:gd name="T13" fmla="*/ 0 h 845"/>
                <a:gd name="T14" fmla="*/ 209 w 717"/>
                <a:gd name="T15" fmla="*/ 198 h 845"/>
                <a:gd name="T16" fmla="*/ 400 w 717"/>
                <a:gd name="T17" fmla="*/ 408 h 845"/>
                <a:gd name="T18" fmla="*/ 568 w 717"/>
                <a:gd name="T19" fmla="*/ 623 h 845"/>
                <a:gd name="T20" fmla="*/ 717 w 717"/>
                <a:gd name="T21" fmla="*/ 845 h 845"/>
                <a:gd name="T22" fmla="*/ 717 w 717"/>
                <a:gd name="T23" fmla="*/ 845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6" name="Freeform 24">
              <a:extLst>
                <a:ext uri="{FF2B5EF4-FFF2-40B4-BE49-F238E27FC236}">
                  <a16:creationId xmlns:a16="http://schemas.microsoft.com/office/drawing/2014/main" id="{2A882754-5C29-B344-620B-AB6962030E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352" y="0"/>
              <a:ext cx="408" cy="414"/>
            </a:xfrm>
            <a:custGeom>
              <a:avLst/>
              <a:gdLst>
                <a:gd name="T0" fmla="*/ 407 w 407"/>
                <a:gd name="T1" fmla="*/ 414 h 414"/>
                <a:gd name="T2" fmla="*/ 407 w 407"/>
                <a:gd name="T3" fmla="*/ 396 h 414"/>
                <a:gd name="T4" fmla="*/ 222 w 407"/>
                <a:gd name="T5" fmla="*/ 192 h 414"/>
                <a:gd name="T6" fmla="*/ 12 w 407"/>
                <a:gd name="T7" fmla="*/ 0 h 414"/>
                <a:gd name="T8" fmla="*/ 0 w 407"/>
                <a:gd name="T9" fmla="*/ 0 h 414"/>
                <a:gd name="T10" fmla="*/ 108 w 407"/>
                <a:gd name="T11" fmla="*/ 102 h 414"/>
                <a:gd name="T12" fmla="*/ 216 w 407"/>
                <a:gd name="T13" fmla="*/ 204 h 414"/>
                <a:gd name="T14" fmla="*/ 407 w 407"/>
                <a:gd name="T15" fmla="*/ 414 h 414"/>
                <a:gd name="T16" fmla="*/ 407 w 407"/>
                <a:gd name="T17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7" name="Freeform 25">
              <a:extLst>
                <a:ext uri="{FF2B5EF4-FFF2-40B4-BE49-F238E27FC236}">
                  <a16:creationId xmlns:a16="http://schemas.microsoft.com/office/drawing/2014/main" id="{2741B0AA-D981-6D5C-62A8-75EBD47477B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858" cy="1409"/>
            </a:xfrm>
            <a:custGeom>
              <a:avLst/>
              <a:gdLst>
                <a:gd name="T0" fmla="*/ 0 w 855"/>
                <a:gd name="T1" fmla="*/ 1361 h 1409"/>
                <a:gd name="T2" fmla="*/ 0 w 855"/>
                <a:gd name="T3" fmla="*/ 1409 h 1409"/>
                <a:gd name="T4" fmla="*/ 54 w 855"/>
                <a:gd name="T5" fmla="*/ 1211 h 1409"/>
                <a:gd name="T6" fmla="*/ 126 w 855"/>
                <a:gd name="T7" fmla="*/ 1013 h 1409"/>
                <a:gd name="T8" fmla="*/ 215 w 855"/>
                <a:gd name="T9" fmla="*/ 827 h 1409"/>
                <a:gd name="T10" fmla="*/ 311 w 855"/>
                <a:gd name="T11" fmla="*/ 647 h 1409"/>
                <a:gd name="T12" fmla="*/ 431 w 855"/>
                <a:gd name="T13" fmla="*/ 474 h 1409"/>
                <a:gd name="T14" fmla="*/ 556 w 855"/>
                <a:gd name="T15" fmla="*/ 312 h 1409"/>
                <a:gd name="T16" fmla="*/ 700 w 855"/>
                <a:gd name="T17" fmla="*/ 150 h 1409"/>
                <a:gd name="T18" fmla="*/ 855 w 855"/>
                <a:gd name="T19" fmla="*/ 0 h 1409"/>
                <a:gd name="T20" fmla="*/ 837 w 855"/>
                <a:gd name="T21" fmla="*/ 0 h 1409"/>
                <a:gd name="T22" fmla="*/ 688 w 855"/>
                <a:gd name="T23" fmla="*/ 144 h 1409"/>
                <a:gd name="T24" fmla="*/ 550 w 855"/>
                <a:gd name="T25" fmla="*/ 300 h 1409"/>
                <a:gd name="T26" fmla="*/ 425 w 855"/>
                <a:gd name="T27" fmla="*/ 462 h 1409"/>
                <a:gd name="T28" fmla="*/ 311 w 855"/>
                <a:gd name="T29" fmla="*/ 629 h 1409"/>
                <a:gd name="T30" fmla="*/ 215 w 855"/>
                <a:gd name="T31" fmla="*/ 803 h 1409"/>
                <a:gd name="T32" fmla="*/ 132 w 855"/>
                <a:gd name="T33" fmla="*/ 983 h 1409"/>
                <a:gd name="T34" fmla="*/ 60 w 855"/>
                <a:gd name="T35" fmla="*/ 1169 h 1409"/>
                <a:gd name="T36" fmla="*/ 0 w 855"/>
                <a:gd name="T37" fmla="*/ 1361 h 1409"/>
                <a:gd name="T38" fmla="*/ 0 w 855"/>
                <a:gd name="T39" fmla="*/ 1361 h 1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94118"/>
                    <a:invGamma/>
                  </a:scheme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8" name="Freeform 26">
              <a:extLst>
                <a:ext uri="{FF2B5EF4-FFF2-40B4-BE49-F238E27FC236}">
                  <a16:creationId xmlns:a16="http://schemas.microsoft.com/office/drawing/2014/main" id="{7A617076-31DB-5644-AA9E-09CF42473AB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588" cy="599"/>
            </a:xfrm>
            <a:custGeom>
              <a:avLst/>
              <a:gdLst>
                <a:gd name="T0" fmla="*/ 586 w 586"/>
                <a:gd name="T1" fmla="*/ 0 h 599"/>
                <a:gd name="T2" fmla="*/ 568 w 586"/>
                <a:gd name="T3" fmla="*/ 0 h 599"/>
                <a:gd name="T4" fmla="*/ 407 w 586"/>
                <a:gd name="T5" fmla="*/ 132 h 599"/>
                <a:gd name="T6" fmla="*/ 257 w 586"/>
                <a:gd name="T7" fmla="*/ 270 h 599"/>
                <a:gd name="T8" fmla="*/ 120 w 586"/>
                <a:gd name="T9" fmla="*/ 420 h 599"/>
                <a:gd name="T10" fmla="*/ 0 w 586"/>
                <a:gd name="T11" fmla="*/ 575 h 599"/>
                <a:gd name="T12" fmla="*/ 0 w 586"/>
                <a:gd name="T13" fmla="*/ 599 h 599"/>
                <a:gd name="T14" fmla="*/ 120 w 586"/>
                <a:gd name="T15" fmla="*/ 432 h 599"/>
                <a:gd name="T16" fmla="*/ 257 w 586"/>
                <a:gd name="T17" fmla="*/ 282 h 599"/>
                <a:gd name="T18" fmla="*/ 413 w 586"/>
                <a:gd name="T19" fmla="*/ 138 h 599"/>
                <a:gd name="T20" fmla="*/ 586 w 586"/>
                <a:gd name="T21" fmla="*/ 0 h 599"/>
                <a:gd name="T22" fmla="*/ 586 w 586"/>
                <a:gd name="T23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39" name="Freeform 27">
              <a:extLst>
                <a:ext uri="{FF2B5EF4-FFF2-40B4-BE49-F238E27FC236}">
                  <a16:creationId xmlns:a16="http://schemas.microsoft.com/office/drawing/2014/main" id="{1F8C35A8-F375-9C76-1CBA-98E9945E6E4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6" y="0"/>
              <a:ext cx="270" cy="252"/>
            </a:xfrm>
            <a:custGeom>
              <a:avLst/>
              <a:gdLst>
                <a:gd name="T0" fmla="*/ 269 w 269"/>
                <a:gd name="T1" fmla="*/ 0 h 252"/>
                <a:gd name="T2" fmla="*/ 251 w 269"/>
                <a:gd name="T3" fmla="*/ 0 h 252"/>
                <a:gd name="T4" fmla="*/ 120 w 269"/>
                <a:gd name="T5" fmla="*/ 114 h 252"/>
                <a:gd name="T6" fmla="*/ 60 w 269"/>
                <a:gd name="T7" fmla="*/ 174 h 252"/>
                <a:gd name="T8" fmla="*/ 0 w 269"/>
                <a:gd name="T9" fmla="*/ 234 h 252"/>
                <a:gd name="T10" fmla="*/ 0 w 269"/>
                <a:gd name="T11" fmla="*/ 252 h 252"/>
                <a:gd name="T12" fmla="*/ 126 w 269"/>
                <a:gd name="T13" fmla="*/ 120 h 252"/>
                <a:gd name="T14" fmla="*/ 269 w 269"/>
                <a:gd name="T15" fmla="*/ 0 h 252"/>
                <a:gd name="T16" fmla="*/ 269 w 269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0" name="Line 28">
              <a:extLst>
                <a:ext uri="{FF2B5EF4-FFF2-40B4-BE49-F238E27FC236}">
                  <a16:creationId xmlns:a16="http://schemas.microsoft.com/office/drawing/2014/main" id="{D2731559-ECB5-4055-16C3-98DF70683F78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749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1" name="Line 29">
              <a:extLst>
                <a:ext uri="{FF2B5EF4-FFF2-40B4-BE49-F238E27FC236}">
                  <a16:creationId xmlns:a16="http://schemas.microsoft.com/office/drawing/2014/main" id="{590F6FFD-4A7F-F28F-B93E-B66DE30E943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2356"/>
              <a:ext cx="5758" cy="0"/>
            </a:xfrm>
            <a:prstGeom prst="line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42" name="Line 30">
              <a:extLst>
                <a:ext uri="{FF2B5EF4-FFF2-40B4-BE49-F238E27FC236}">
                  <a16:creationId xmlns:a16="http://schemas.microsoft.com/office/drawing/2014/main" id="{D5741A4F-E992-D33F-2CCB-0366152F1F83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142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3343" name="Group 31">
              <a:extLst>
                <a:ext uri="{FF2B5EF4-FFF2-40B4-BE49-F238E27FC236}">
                  <a16:creationId xmlns:a16="http://schemas.microsoft.com/office/drawing/2014/main" id="{7D7455BE-09D4-A431-471F-CC51176A4C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" y="392"/>
              <a:ext cx="5758" cy="1571"/>
              <a:chOff x="1" y="392"/>
              <a:chExt cx="5758" cy="1571"/>
            </a:xfrm>
          </p:grpSpPr>
          <p:sp>
            <p:nvSpPr>
              <p:cNvPr id="13344" name="Line 32">
                <a:extLst>
                  <a:ext uri="{FF2B5EF4-FFF2-40B4-BE49-F238E27FC236}">
                    <a16:creationId xmlns:a16="http://schemas.microsoft.com/office/drawing/2014/main" id="{1241463F-BD7A-710C-F526-F2135F23711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784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5" name="Line 33">
                <a:extLst>
                  <a:ext uri="{FF2B5EF4-FFF2-40B4-BE49-F238E27FC236}">
                    <a16:creationId xmlns:a16="http://schemas.microsoft.com/office/drawing/2014/main" id="{35B5C0DE-A772-A1D7-D614-933DC2D1BA4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963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6" name="Line 34">
                <a:extLst>
                  <a:ext uri="{FF2B5EF4-FFF2-40B4-BE49-F238E27FC236}">
                    <a16:creationId xmlns:a16="http://schemas.microsoft.com/office/drawing/2014/main" id="{E812974F-78B0-E749-5804-AFB98DD9080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570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7" name="Line 35">
                <a:extLst>
                  <a:ext uri="{FF2B5EF4-FFF2-40B4-BE49-F238E27FC236}">
                    <a16:creationId xmlns:a16="http://schemas.microsoft.com/office/drawing/2014/main" id="{ACD8694E-D9CC-33F5-BC63-77DD12C1C34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1177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3348" name="Line 36">
                <a:extLst>
                  <a:ext uri="{FF2B5EF4-FFF2-40B4-BE49-F238E27FC236}">
                    <a16:creationId xmlns:a16="http://schemas.microsoft.com/office/drawing/2014/main" id="{B5C36B5B-9D99-B687-2E0A-CC4437D2AE2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hidden">
              <a:xfrm>
                <a:off x="1" y="392"/>
                <a:ext cx="5758" cy="0"/>
              </a:xfrm>
              <a:prstGeom prst="line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3349" name="Line 37">
              <a:extLst>
                <a:ext uri="{FF2B5EF4-FFF2-40B4-BE49-F238E27FC236}">
                  <a16:creationId xmlns:a16="http://schemas.microsoft.com/office/drawing/2014/main" id="{51F65A58-24EC-8A16-BD50-32FEA87CE48B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928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350" name="Line 38">
              <a:extLst>
                <a:ext uri="{FF2B5EF4-FFF2-40B4-BE49-F238E27FC236}">
                  <a16:creationId xmlns:a16="http://schemas.microsoft.com/office/drawing/2014/main" id="{E93C7803-159A-5DBE-5E8E-5A9849B53DB5}"/>
                </a:ext>
              </a:extLst>
            </p:cNvPr>
            <p:cNvSpPr>
              <a:spLocks noChangeShapeType="1"/>
            </p:cNvSpPr>
            <p:nvPr/>
          </p:nvSpPr>
          <p:spPr bwMode="hidden">
            <a:xfrm>
              <a:off x="1" y="3535"/>
              <a:ext cx="5758" cy="0"/>
            </a:xfrm>
            <a:prstGeom prst="line">
              <a:avLst/>
            </a:prstGeom>
            <a:noFill/>
            <a:ln w="158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3351" name="Rectangle 39">
            <a:extLst>
              <a:ext uri="{FF2B5EF4-FFF2-40B4-BE49-F238E27FC236}">
                <a16:creationId xmlns:a16="http://schemas.microsoft.com/office/drawing/2014/main" id="{786471C3-08F2-5331-AD80-726B99711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3352" name="Rectangle 40">
            <a:extLst>
              <a:ext uri="{FF2B5EF4-FFF2-40B4-BE49-F238E27FC236}">
                <a16:creationId xmlns:a16="http://schemas.microsoft.com/office/drawing/2014/main" id="{3630D0DA-C5FF-43B0-6C4B-347FF7A9FC2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3353" name="Rectangle 41">
            <a:extLst>
              <a:ext uri="{FF2B5EF4-FFF2-40B4-BE49-F238E27FC236}">
                <a16:creationId xmlns:a16="http://schemas.microsoft.com/office/drawing/2014/main" id="{626C2AD0-51DB-FDB0-9D69-9C009C1096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3354" name="Rectangle 42">
            <a:extLst>
              <a:ext uri="{FF2B5EF4-FFF2-40B4-BE49-F238E27FC236}">
                <a16:creationId xmlns:a16="http://schemas.microsoft.com/office/drawing/2014/main" id="{117A678F-401C-A148-FFD0-09A47215BA5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86BE48C-3120-4DF6-95C0-0B1646A476A4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13355" name="Rectangle 43">
            <a:extLst>
              <a:ext uri="{FF2B5EF4-FFF2-40B4-BE49-F238E27FC236}">
                <a16:creationId xmlns:a16="http://schemas.microsoft.com/office/drawing/2014/main" id="{855431D2-923D-E1A6-55B7-8DF1D62D3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•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8E77A89C-3793-0C2F-E09E-7675908D8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916113"/>
            <a:ext cx="8229600" cy="1139825"/>
          </a:xfrm>
        </p:spPr>
        <p:txBody>
          <a:bodyPr/>
          <a:lstStyle/>
          <a:p>
            <a:r>
              <a:rPr lang="pt-BR" altLang="pt-BR" sz="4000" b="1" i="1"/>
              <a:t>340 – UM POVO FORTE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>
            <a:extLst>
              <a:ext uri="{FF2B5EF4-FFF2-40B4-BE49-F238E27FC236}">
                <a16:creationId xmlns:a16="http://schemas.microsoft.com/office/drawing/2014/main" id="{560946A7-46D3-8DDD-58C8-82AC4CDA32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476250"/>
            <a:ext cx="8497888" cy="5373688"/>
          </a:xfrm>
          <a:noFill/>
          <a:ln/>
        </p:spPr>
        <p:txBody>
          <a:bodyPr/>
          <a:lstStyle/>
          <a:p>
            <a:r>
              <a:rPr lang="pt-BR" altLang="pt-BR" sz="3600"/>
              <a:t>Eis que surge um povo forte</a:t>
            </a:r>
            <a:br>
              <a:rPr lang="pt-BR" altLang="pt-BR" sz="3600"/>
            </a:br>
            <a:r>
              <a:rPr lang="pt-BR" altLang="pt-BR" sz="3600"/>
              <a:t>Revestido de poder</a:t>
            </a:r>
            <a:br>
              <a:rPr lang="pt-BR" altLang="pt-BR" sz="3600"/>
            </a:br>
            <a:r>
              <a:rPr lang="pt-BR" altLang="pt-BR" sz="3600"/>
              <a:t>E não teme nem a morte</a:t>
            </a:r>
            <a:br>
              <a:rPr lang="pt-BR" altLang="pt-BR" sz="3600"/>
            </a:br>
            <a:r>
              <a:rPr lang="pt-BR" altLang="pt-BR" sz="3600"/>
              <a:t>Quem a Ele pertencer</a:t>
            </a:r>
            <a:br>
              <a:rPr lang="pt-BR" altLang="pt-BR" sz="3600"/>
            </a:br>
            <a:r>
              <a:rPr lang="pt-BR" altLang="pt-BR" sz="3600"/>
              <a:t>E terá sublime sorte,</a:t>
            </a:r>
            <a:br>
              <a:rPr lang="pt-BR" altLang="pt-BR" sz="3600"/>
            </a:br>
            <a:r>
              <a:rPr lang="pt-BR" altLang="pt-BR" sz="3600"/>
              <a:t>pois com Cristo ao céu vai,</a:t>
            </a:r>
            <a:br>
              <a:rPr lang="pt-BR" altLang="pt-BR" sz="3600"/>
            </a:br>
            <a:r>
              <a:rPr lang="pt-BR" altLang="pt-BR" sz="3600"/>
              <a:t>Podes tu dizer também.</a:t>
            </a:r>
            <a:br>
              <a:rPr lang="pt-BR" altLang="pt-BR" sz="3600"/>
            </a:br>
            <a:r>
              <a:rPr lang="pt-BR" altLang="pt-BR" sz="3600"/>
              <a:t>Sou um dos tais?</a:t>
            </a:r>
            <a:br>
              <a:rPr lang="pt-BR" altLang="pt-BR" sz="3600"/>
            </a:br>
            <a:endParaRPr lang="pt-BR" altLang="pt-BR"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53E8AE7-D098-C2CB-22B3-C117A47D7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981075"/>
            <a:ext cx="8291512" cy="3441700"/>
          </a:xfrm>
        </p:spPr>
        <p:txBody>
          <a:bodyPr/>
          <a:lstStyle/>
          <a:p>
            <a:r>
              <a:rPr lang="pt-BR" altLang="pt-BR" sz="3600" b="1" i="1"/>
              <a:t>Um dos tais, um dos tais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tais.</a:t>
            </a:r>
            <a:br>
              <a:rPr lang="pt-BR" altLang="pt-BR" sz="3600" b="1" i="1"/>
            </a:br>
            <a:r>
              <a:rPr lang="pt-BR" altLang="pt-BR" sz="3600" b="1" i="1"/>
              <a:t>Um dos tais, um dos tais.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BF3B57-6B2E-45A6-73E5-A69A67B30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8" y="692150"/>
            <a:ext cx="8748712" cy="5616575"/>
          </a:xfrm>
        </p:spPr>
        <p:txBody>
          <a:bodyPr/>
          <a:lstStyle/>
          <a:p>
            <a:r>
              <a:rPr lang="pt-BR" altLang="pt-BR" sz="3600"/>
              <a:t>No Cenáculo reunidos</a:t>
            </a:r>
            <a:br>
              <a:rPr lang="pt-BR" altLang="pt-BR" sz="3600"/>
            </a:br>
            <a:r>
              <a:rPr lang="pt-BR" altLang="pt-BR" sz="3600"/>
              <a:t>O poder buscavam então</a:t>
            </a:r>
            <a:br>
              <a:rPr lang="pt-BR" altLang="pt-BR" sz="3600"/>
            </a:br>
            <a:r>
              <a:rPr lang="pt-BR" altLang="pt-BR" sz="3600"/>
              <a:t>Pelo amor de Deus unidos</a:t>
            </a:r>
            <a:br>
              <a:rPr lang="pt-BR" altLang="pt-BR" sz="3600"/>
            </a:br>
            <a:r>
              <a:rPr lang="pt-BR" altLang="pt-BR" sz="3600"/>
              <a:t>A clamar em oração</a:t>
            </a:r>
            <a:br>
              <a:rPr lang="pt-BR" altLang="pt-BR" sz="3600"/>
            </a:br>
            <a:r>
              <a:rPr lang="pt-BR" altLang="pt-BR" sz="3600"/>
              <a:t>Eis que um vento é descido</a:t>
            </a:r>
            <a:br>
              <a:rPr lang="pt-BR" altLang="pt-BR" sz="3600"/>
            </a:br>
            <a:r>
              <a:rPr lang="pt-BR" altLang="pt-BR" sz="3600"/>
              <a:t>E o fogo do céu cai</a:t>
            </a:r>
            <a:br>
              <a:rPr lang="pt-BR" altLang="pt-BR" sz="3600"/>
            </a:br>
            <a:r>
              <a:rPr lang="pt-BR" altLang="pt-BR" sz="3600"/>
              <a:t>Podes tu dizer também</a:t>
            </a:r>
            <a:br>
              <a:rPr lang="pt-BR" altLang="pt-BR" sz="3600"/>
            </a:br>
            <a:r>
              <a:rPr lang="pt-BR" altLang="pt-BR" sz="3600"/>
              <a:t>Sou um dos tais?</a:t>
            </a:r>
            <a:br>
              <a:rPr lang="pt-BR" altLang="pt-BR" sz="3600"/>
            </a:br>
            <a:br>
              <a:rPr lang="pt-BR" altLang="pt-BR" sz="3600"/>
            </a:br>
            <a:endParaRPr lang="pt-BR" altLang="pt-BR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D1F6E05-8FE4-1147-E57F-0874FBC72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1052513"/>
            <a:ext cx="8291512" cy="3441700"/>
          </a:xfrm>
        </p:spPr>
        <p:txBody>
          <a:bodyPr/>
          <a:lstStyle/>
          <a:p>
            <a:r>
              <a:rPr lang="pt-BR" altLang="pt-BR" sz="3600" b="1" i="1"/>
              <a:t>Um dos tais, um dos tais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  <a:br>
              <a:rPr lang="pt-BR" altLang="pt-BR" sz="3600" b="1" i="1"/>
            </a:br>
            <a:r>
              <a:rPr lang="pt-BR" altLang="pt-BR" sz="3600" b="1" i="1"/>
              <a:t>Um dos tais, um dos tais.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B9713F8-C897-EF31-A006-B266E5D99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74638"/>
            <a:ext cx="8362950" cy="4738687"/>
          </a:xfrm>
        </p:spPr>
        <p:txBody>
          <a:bodyPr/>
          <a:lstStyle/>
          <a:p>
            <a:r>
              <a:rPr lang="pt-BR" altLang="pt-BR" sz="3600" b="1"/>
              <a:t>Este povo destemido,</a:t>
            </a:r>
            <a:br>
              <a:rPr lang="pt-BR" altLang="pt-BR" sz="3600" b="1"/>
            </a:br>
            <a:r>
              <a:rPr lang="pt-BR" altLang="pt-BR" sz="3600" b="1"/>
              <a:t>São os discípulos de Jesus</a:t>
            </a:r>
            <a:br>
              <a:rPr lang="pt-BR" altLang="pt-BR" sz="3600" b="1"/>
            </a:br>
            <a:r>
              <a:rPr lang="pt-BR" altLang="pt-BR" sz="3600" b="1"/>
              <a:t>Pelo mundo perseguido</a:t>
            </a:r>
            <a:br>
              <a:rPr lang="pt-BR" altLang="pt-BR" sz="3600" b="1"/>
            </a:br>
            <a:r>
              <a:rPr lang="pt-BR" altLang="pt-BR" sz="3600" b="1"/>
              <a:t>Por levar a sua cruz</a:t>
            </a:r>
            <a:br>
              <a:rPr lang="pt-BR" altLang="pt-BR" sz="3600" b="1"/>
            </a:br>
            <a:r>
              <a:rPr lang="pt-BR" altLang="pt-BR" sz="3600" b="1"/>
              <a:t>E agora revestido</a:t>
            </a:r>
            <a:br>
              <a:rPr lang="pt-BR" altLang="pt-BR" sz="3600" b="1"/>
            </a:br>
            <a:r>
              <a:rPr lang="pt-BR" altLang="pt-BR" sz="3600" b="1"/>
              <a:t>Com poder ao mundo sai</a:t>
            </a:r>
            <a:br>
              <a:rPr lang="pt-BR" altLang="pt-BR" sz="3600" b="1"/>
            </a:br>
            <a:r>
              <a:rPr lang="pt-BR" altLang="pt-BR" sz="3600" b="1"/>
              <a:t>Podes tu dizer também</a:t>
            </a:r>
            <a:br>
              <a:rPr lang="pt-BR" altLang="pt-BR" sz="3600" b="1"/>
            </a:br>
            <a:r>
              <a:rPr lang="pt-BR" altLang="pt-BR" sz="3600" b="1"/>
              <a:t>Sou um dos tais?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3F13ECD-D49B-79EC-3F8C-2C94A9AAF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981075"/>
            <a:ext cx="8291512" cy="3441700"/>
          </a:xfrm>
        </p:spPr>
        <p:txBody>
          <a:bodyPr/>
          <a:lstStyle/>
          <a:p>
            <a:r>
              <a:rPr lang="pt-BR" altLang="pt-BR" sz="3600" b="1" i="1"/>
              <a:t>Um dos tais, um dos tais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  <a:br>
              <a:rPr lang="pt-BR" altLang="pt-BR" sz="3600" b="1" i="1"/>
            </a:br>
            <a:r>
              <a:rPr lang="pt-BR" altLang="pt-BR" sz="3600" b="1" i="1"/>
              <a:t>Um dos tais, um dos tais.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1B9C680-8800-7D10-4092-9E841ED17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8642350" cy="4738687"/>
          </a:xfrm>
        </p:spPr>
        <p:txBody>
          <a:bodyPr/>
          <a:lstStyle/>
          <a:p>
            <a:r>
              <a:rPr lang="pt-BR" altLang="pt-BR" sz="3600" b="1"/>
              <a:t>Ó não sejas descuidoso</a:t>
            </a:r>
            <a:br>
              <a:rPr lang="pt-BR" altLang="pt-BR" sz="3600" b="1"/>
            </a:br>
            <a:r>
              <a:rPr lang="pt-BR" altLang="pt-BR" sz="3600" b="1"/>
              <a:t>P’ra buscar o dom de Deus</a:t>
            </a:r>
            <a:br>
              <a:rPr lang="pt-BR" altLang="pt-BR" sz="3600" b="1"/>
            </a:br>
            <a:r>
              <a:rPr lang="pt-BR" altLang="pt-BR" sz="3600" b="1"/>
              <a:t>Dom que te fará ditoso</a:t>
            </a:r>
            <a:br>
              <a:rPr lang="pt-BR" altLang="pt-BR" sz="3600" b="1"/>
            </a:br>
            <a:r>
              <a:rPr lang="pt-BR" altLang="pt-BR" sz="3600" b="1"/>
              <a:t>Dar-te-á visões do céu</a:t>
            </a:r>
            <a:br>
              <a:rPr lang="pt-BR" altLang="pt-BR" sz="3600" b="1"/>
            </a:br>
            <a:r>
              <a:rPr lang="pt-BR" altLang="pt-BR" sz="3600" b="1"/>
              <a:t>E Jesus maravilhoso</a:t>
            </a:r>
            <a:br>
              <a:rPr lang="pt-BR" altLang="pt-BR" sz="3600" b="1"/>
            </a:br>
            <a:r>
              <a:rPr lang="pt-BR" altLang="pt-BR" sz="3600" b="1"/>
              <a:t>Proclamando aos outros vais</a:t>
            </a:r>
            <a:br>
              <a:rPr lang="pt-BR" altLang="pt-BR" sz="3600" b="1"/>
            </a:br>
            <a:r>
              <a:rPr lang="pt-BR" altLang="pt-BR" sz="3600" b="1"/>
              <a:t>Poderás então dizer:</a:t>
            </a:r>
            <a:br>
              <a:rPr lang="pt-BR" altLang="pt-BR" sz="3600" b="1"/>
            </a:br>
            <a:r>
              <a:rPr lang="pt-BR" altLang="pt-BR" sz="3600" b="1"/>
              <a:t>Sou um dos tais?</a:t>
            </a:r>
            <a:endParaRPr lang="en-US" altLang="pt-BR" sz="36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27CAF79-1D8D-D24B-3256-6F2A846E1A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8291512" cy="3441700"/>
          </a:xfrm>
        </p:spPr>
        <p:txBody>
          <a:bodyPr/>
          <a:lstStyle/>
          <a:p>
            <a:r>
              <a:rPr lang="pt-BR" altLang="pt-BR" sz="3600" b="1" i="1"/>
              <a:t>Um dos tais, um dos tais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  <a:br>
              <a:rPr lang="pt-BR" altLang="pt-BR" sz="3600" b="1" i="1"/>
            </a:br>
            <a:r>
              <a:rPr lang="pt-BR" altLang="pt-BR" sz="3600" b="1" i="1"/>
              <a:t>Um dos tais, um dos tais.</a:t>
            </a:r>
            <a:br>
              <a:rPr lang="pt-BR" altLang="pt-BR" sz="3600" b="1" i="1"/>
            </a:br>
            <a:r>
              <a:rPr lang="pt-BR" altLang="pt-BR" sz="3600" b="1" i="1"/>
              <a:t>Podes tu também dizer: </a:t>
            </a:r>
            <a:br>
              <a:rPr lang="pt-BR" altLang="pt-BR" sz="3600" b="1" i="1"/>
            </a:br>
            <a:r>
              <a:rPr lang="pt-BR" altLang="pt-BR" sz="3600" b="1" i="1"/>
              <a:t>Sou um dos tais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lobo">
  <a:themeElements>
    <a:clrScheme name="Globo 3">
      <a:dk1>
        <a:srgbClr val="003B76"/>
      </a:dk1>
      <a:lt1>
        <a:srgbClr val="FFFFFF"/>
      </a:lt1>
      <a:dk2>
        <a:srgbClr val="0066CC"/>
      </a:dk2>
      <a:lt2>
        <a:srgbClr val="CCECFF"/>
      </a:lt2>
      <a:accent1>
        <a:srgbClr val="33CCCC"/>
      </a:accent1>
      <a:accent2>
        <a:srgbClr val="66CCFF"/>
      </a:accent2>
      <a:accent3>
        <a:srgbClr val="AAB8E2"/>
      </a:accent3>
      <a:accent4>
        <a:srgbClr val="DADADA"/>
      </a:accent4>
      <a:accent5>
        <a:srgbClr val="ADE2E2"/>
      </a:accent5>
      <a:accent6>
        <a:srgbClr val="5CB9E7"/>
      </a:accent6>
      <a:hlink>
        <a:srgbClr val="FFFFCC"/>
      </a:hlink>
      <a:folHlink>
        <a:srgbClr val="FFCC66"/>
      </a:folHlink>
    </a:clrScheme>
    <a:fontScheme name="Globo">
      <a:majorFont>
        <a:latin typeface="Arial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Globo 1">
        <a:dk1>
          <a:srgbClr val="622100"/>
        </a:dk1>
        <a:lt1>
          <a:srgbClr val="FFFFFF"/>
        </a:lt1>
        <a:dk2>
          <a:srgbClr val="800000"/>
        </a:dk2>
        <a:lt2>
          <a:srgbClr val="FFFFCC"/>
        </a:lt2>
        <a:accent1>
          <a:srgbClr val="E42B00"/>
        </a:accent1>
        <a:accent2>
          <a:srgbClr val="996600"/>
        </a:accent2>
        <a:accent3>
          <a:srgbClr val="C0AAAA"/>
        </a:accent3>
        <a:accent4>
          <a:srgbClr val="DADADA"/>
        </a:accent4>
        <a:accent5>
          <a:srgbClr val="EFACAA"/>
        </a:accent5>
        <a:accent6>
          <a:srgbClr val="8A5C00"/>
        </a:accent6>
        <a:hlink>
          <a:srgbClr val="FADF6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2">
        <a:dk1>
          <a:srgbClr val="5F4545"/>
        </a:dk1>
        <a:lt1>
          <a:srgbClr val="FFFFFF"/>
        </a:lt1>
        <a:dk2>
          <a:srgbClr val="8F6969"/>
        </a:dk2>
        <a:lt2>
          <a:srgbClr val="FFFFCC"/>
        </a:lt2>
        <a:accent1>
          <a:srgbClr val="CC6600"/>
        </a:accent1>
        <a:accent2>
          <a:srgbClr val="924C0C"/>
        </a:accent2>
        <a:accent3>
          <a:srgbClr val="C6B9B9"/>
        </a:accent3>
        <a:accent4>
          <a:srgbClr val="DADADA"/>
        </a:accent4>
        <a:accent5>
          <a:srgbClr val="E2B8AA"/>
        </a:accent5>
        <a:accent6>
          <a:srgbClr val="84440A"/>
        </a:accent6>
        <a:hlink>
          <a:srgbClr val="CFD375"/>
        </a:hlink>
        <a:folHlink>
          <a:srgbClr val="98BB9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3">
        <a:dk1>
          <a:srgbClr val="003B76"/>
        </a:dk1>
        <a:lt1>
          <a:srgbClr val="FFFFFF"/>
        </a:lt1>
        <a:dk2>
          <a:srgbClr val="0066CC"/>
        </a:dk2>
        <a:lt2>
          <a:srgbClr val="CCECFF"/>
        </a:lt2>
        <a:accent1>
          <a:srgbClr val="33CCCC"/>
        </a:accent1>
        <a:accent2>
          <a:srgbClr val="66CCFF"/>
        </a:accent2>
        <a:accent3>
          <a:srgbClr val="AAB8E2"/>
        </a:accent3>
        <a:accent4>
          <a:srgbClr val="DADADA"/>
        </a:accent4>
        <a:accent5>
          <a:srgbClr val="ADE2E2"/>
        </a:accent5>
        <a:accent6>
          <a:srgbClr val="5CB9E7"/>
        </a:accent6>
        <a:hlink>
          <a:srgbClr val="FFFFCC"/>
        </a:hlink>
        <a:folHlink>
          <a:srgbClr val="FF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4">
        <a:dk1>
          <a:srgbClr val="005856"/>
        </a:dk1>
        <a:lt1>
          <a:srgbClr val="FFFFFF"/>
        </a:lt1>
        <a:dk2>
          <a:srgbClr val="008080"/>
        </a:dk2>
        <a:lt2>
          <a:srgbClr val="FFFFCC"/>
        </a:lt2>
        <a:accent1>
          <a:srgbClr val="0099CC"/>
        </a:accent1>
        <a:accent2>
          <a:srgbClr val="00CCFF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B9E7"/>
        </a:accent6>
        <a:hlink>
          <a:srgbClr val="1ACE9F"/>
        </a:hlink>
        <a:folHlink>
          <a:srgbClr val="948CC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5">
        <a:dk1>
          <a:srgbClr val="3C5436"/>
        </a:dk1>
        <a:lt1>
          <a:srgbClr val="FFFFFF"/>
        </a:lt1>
        <a:dk2>
          <a:srgbClr val="5F8656"/>
        </a:dk2>
        <a:lt2>
          <a:srgbClr val="D6D8C0"/>
        </a:lt2>
        <a:accent1>
          <a:srgbClr val="61733D"/>
        </a:accent1>
        <a:accent2>
          <a:srgbClr val="324A39"/>
        </a:accent2>
        <a:accent3>
          <a:srgbClr val="B6C3B4"/>
        </a:accent3>
        <a:accent4>
          <a:srgbClr val="DADADA"/>
        </a:accent4>
        <a:accent5>
          <a:srgbClr val="B7BCAF"/>
        </a:accent5>
        <a:accent6>
          <a:srgbClr val="2C4233"/>
        </a:accent6>
        <a:hlink>
          <a:srgbClr val="73D588"/>
        </a:hlink>
        <a:folHlink>
          <a:srgbClr val="6F99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6">
        <a:dk1>
          <a:srgbClr val="5B7B65"/>
        </a:dk1>
        <a:lt1>
          <a:srgbClr val="FFFFFF"/>
        </a:lt1>
        <a:dk2>
          <a:srgbClr val="9ABE9D"/>
        </a:dk2>
        <a:lt2>
          <a:srgbClr val="336600"/>
        </a:lt2>
        <a:accent1>
          <a:srgbClr val="00CC66"/>
        </a:accent1>
        <a:accent2>
          <a:srgbClr val="4E7050"/>
        </a:accent2>
        <a:accent3>
          <a:srgbClr val="CADBCC"/>
        </a:accent3>
        <a:accent4>
          <a:srgbClr val="DADADA"/>
        </a:accent4>
        <a:accent5>
          <a:srgbClr val="AAE2B8"/>
        </a:accent5>
        <a:accent6>
          <a:srgbClr val="466548"/>
        </a:accent6>
        <a:hlink>
          <a:srgbClr val="FFFFCC"/>
        </a:hlink>
        <a:folHlink>
          <a:srgbClr val="9CE8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7">
        <a:dk1>
          <a:srgbClr val="4C4E44"/>
        </a:dk1>
        <a:lt1>
          <a:srgbClr val="FFFFFF"/>
        </a:lt1>
        <a:dk2>
          <a:srgbClr val="686B5D"/>
        </a:dk2>
        <a:lt2>
          <a:srgbClr val="D6D5C6"/>
        </a:lt2>
        <a:accent1>
          <a:srgbClr val="898D79"/>
        </a:accent1>
        <a:accent2>
          <a:srgbClr val="4D4F45"/>
        </a:accent2>
        <a:accent3>
          <a:srgbClr val="B9BAB6"/>
        </a:accent3>
        <a:accent4>
          <a:srgbClr val="DADADA"/>
        </a:accent4>
        <a:accent5>
          <a:srgbClr val="C4C5BE"/>
        </a:accent5>
        <a:accent6>
          <a:srgbClr val="45473E"/>
        </a:accent6>
        <a:hlink>
          <a:srgbClr val="58BE67"/>
        </a:hlink>
        <a:folHlink>
          <a:srgbClr val="C0C64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o 8">
        <a:dk1>
          <a:srgbClr val="000000"/>
        </a:dk1>
        <a:lt1>
          <a:srgbClr val="FFFFDD"/>
        </a:lt1>
        <a:dk2>
          <a:srgbClr val="000000"/>
        </a:dk2>
        <a:lt2>
          <a:srgbClr val="98977A"/>
        </a:lt2>
        <a:accent1>
          <a:srgbClr val="BDCDA7"/>
        </a:accent1>
        <a:accent2>
          <a:srgbClr val="A0D060"/>
        </a:accent2>
        <a:accent3>
          <a:srgbClr val="FFFFEB"/>
        </a:accent3>
        <a:accent4>
          <a:srgbClr val="000000"/>
        </a:accent4>
        <a:accent5>
          <a:srgbClr val="DBE3D0"/>
        </a:accent5>
        <a:accent6>
          <a:srgbClr val="91BC56"/>
        </a:accent6>
        <a:hlink>
          <a:srgbClr val="FADD4E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Globe</Template>
  <TotalTime>6</TotalTime>
  <Words>337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Verdana</vt:lpstr>
      <vt:lpstr>Wingdings</vt:lpstr>
      <vt:lpstr>Globo</vt:lpstr>
      <vt:lpstr>340 – UM POVO FORTE</vt:lpstr>
      <vt:lpstr>Eis que surge um povo forte Revestido de poder E não teme nem a morte Quem a Ele pertencer E terá sublime sorte, pois com Cristo ao céu vai, Podes tu dizer também. Sou um dos tais? </vt:lpstr>
      <vt:lpstr>Um dos tais, um dos tais Podes tu também dizer:  Sou um dos tais. Um dos tais, um dos tais. Podes tu também dizer:  Sou um dos tais.</vt:lpstr>
      <vt:lpstr>No Cenáculo reunidos O poder buscavam então Pelo amor de Deus unidos A clamar em oração Eis que um vento é descido E o fogo do céu cai Podes tu dizer também Sou um dos tais?  </vt:lpstr>
      <vt:lpstr>Um dos tais, um dos tais Podes tu também dizer:  Sou um dos tais Um dos tais, um dos tais. Podes tu também dizer:  Sou um dos tais</vt:lpstr>
      <vt:lpstr>Este povo destemido, São os discípulos de Jesus Pelo mundo perseguido Por levar a sua cruz E agora revestido Com poder ao mundo sai Podes tu dizer também Sou um dos tais?</vt:lpstr>
      <vt:lpstr>Um dos tais, um dos tais Podes tu também dizer:  Sou um dos tais Um dos tais, um dos tais. Podes tu também dizer:  Sou um dos tais</vt:lpstr>
      <vt:lpstr>Ó não sejas descuidoso P’ra buscar o dom de Deus Dom que te fará ditoso Dar-te-á visões do céu E Jesus maravilhoso Proclamando aos outros vais Poderás então dizer: Sou um dos tais?</vt:lpstr>
      <vt:lpstr>Um dos tais, um dos tais Podes tu também dizer:  Sou um dos tais Um dos tais, um dos tais. Podes tu também dizer:  Sou um dos tais</vt:lpstr>
    </vt:vector>
  </TitlesOfParts>
  <Company>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Eis que surge um povo forte Revestido de poder E não teme nem a morte Quem a Ele pertencer E terá sublime sorte, pois com Cristo ao céu vai, Podes tu dizer também. Sou um dos tais? </dc:title>
  <dc:creator>Jose Antonio de Bem</dc:creator>
  <cp:lastModifiedBy>Emerson Souza</cp:lastModifiedBy>
  <cp:revision>2</cp:revision>
  <dcterms:created xsi:type="dcterms:W3CDTF">2004-08-01T22:37:46Z</dcterms:created>
  <dcterms:modified xsi:type="dcterms:W3CDTF">2026-05-02T22:05:16Z</dcterms:modified>
</cp:coreProperties>
</file>