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26" y="-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>
            <a:extLst>
              <a:ext uri="{FF2B5EF4-FFF2-40B4-BE49-F238E27FC236}">
                <a16:creationId xmlns:a16="http://schemas.microsoft.com/office/drawing/2014/main" id="{2DEB18EB-E6B9-DDDC-F96C-A950B5E468A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458200" cy="5943600"/>
            <a:chOff x="0" y="0"/>
            <a:chExt cx="5328" cy="3744"/>
          </a:xfrm>
        </p:grpSpPr>
        <p:sp>
          <p:nvSpPr>
            <p:cNvPr id="15363" name="Freeform 3">
              <a:extLst>
                <a:ext uri="{FF2B5EF4-FFF2-40B4-BE49-F238E27FC236}">
                  <a16:creationId xmlns:a16="http://schemas.microsoft.com/office/drawing/2014/main" id="{A21232CF-417C-B101-E001-AFE83B8C90A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40"/>
              <a:ext cx="5155" cy="2304"/>
            </a:xfrm>
            <a:custGeom>
              <a:avLst/>
              <a:gdLst>
                <a:gd name="T0" fmla="*/ 5154 w 5155"/>
                <a:gd name="T1" fmla="*/ 1769 h 2304"/>
                <a:gd name="T2" fmla="*/ 0 w 5155"/>
                <a:gd name="T3" fmla="*/ 2304 h 2304"/>
                <a:gd name="T4" fmla="*/ 0 w 5155"/>
                <a:gd name="T5" fmla="*/ 1252 h 2304"/>
                <a:gd name="T6" fmla="*/ 5155 w 5155"/>
                <a:gd name="T7" fmla="*/ 0 h 2304"/>
                <a:gd name="T8" fmla="*/ 5155 w 5155"/>
                <a:gd name="T9" fmla="*/ 1416 h 2304"/>
                <a:gd name="T10" fmla="*/ 5154 w 5155"/>
                <a:gd name="T11" fmla="*/ 1769 h 2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55" h="2304">
                  <a:moveTo>
                    <a:pt x="5154" y="1769"/>
                  </a:moveTo>
                  <a:lnTo>
                    <a:pt x="0" y="2304"/>
                  </a:lnTo>
                  <a:lnTo>
                    <a:pt x="0" y="1252"/>
                  </a:lnTo>
                  <a:lnTo>
                    <a:pt x="5155" y="0"/>
                  </a:lnTo>
                  <a:lnTo>
                    <a:pt x="5155" y="1416"/>
                  </a:lnTo>
                  <a:lnTo>
                    <a:pt x="5154" y="176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64" name="Freeform 4">
              <a:extLst>
                <a:ext uri="{FF2B5EF4-FFF2-40B4-BE49-F238E27FC236}">
                  <a16:creationId xmlns:a16="http://schemas.microsoft.com/office/drawing/2014/main" id="{55404B06-598A-5902-F64D-0FBD6C33CAF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328" cy="3689"/>
            </a:xfrm>
            <a:custGeom>
              <a:avLst/>
              <a:gdLst>
                <a:gd name="T0" fmla="*/ 5311 w 5328"/>
                <a:gd name="T1" fmla="*/ 3209 h 3689"/>
                <a:gd name="T2" fmla="*/ 0 w 5328"/>
                <a:gd name="T3" fmla="*/ 3689 h 3689"/>
                <a:gd name="T4" fmla="*/ 0 w 5328"/>
                <a:gd name="T5" fmla="*/ 9 h 3689"/>
                <a:gd name="T6" fmla="*/ 5328 w 5328"/>
                <a:gd name="T7" fmla="*/ 0 h 3689"/>
                <a:gd name="T8" fmla="*/ 5311 w 5328"/>
                <a:gd name="T9" fmla="*/ 3209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28" h="3689">
                  <a:moveTo>
                    <a:pt x="5311" y="3209"/>
                  </a:moveTo>
                  <a:lnTo>
                    <a:pt x="0" y="3689"/>
                  </a:lnTo>
                  <a:lnTo>
                    <a:pt x="0" y="9"/>
                  </a:lnTo>
                  <a:lnTo>
                    <a:pt x="5328" y="0"/>
                  </a:lnTo>
                  <a:lnTo>
                    <a:pt x="5311" y="3209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5365" name="Rectangle 5">
            <a:extLst>
              <a:ext uri="{FF2B5EF4-FFF2-40B4-BE49-F238E27FC236}">
                <a16:creationId xmlns:a16="http://schemas.microsoft.com/office/drawing/2014/main" id="{E40BEA62-64D1-6982-C553-1D2150D3F9C9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D958E2BC-7E3E-9363-958D-5A562BE8E952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9A2D4D30-535C-17ED-0735-E0EC4E993EC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5368" name="Rectangle 8">
            <a:extLst>
              <a:ext uri="{FF2B5EF4-FFF2-40B4-BE49-F238E27FC236}">
                <a16:creationId xmlns:a16="http://schemas.microsoft.com/office/drawing/2014/main" id="{35748D83-E718-E048-1977-AF3F9EF322F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B4D5C7B3-61A9-4B36-889E-D41037A8DF21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5369" name="Rectangle 9">
            <a:extLst>
              <a:ext uri="{FF2B5EF4-FFF2-40B4-BE49-F238E27FC236}">
                <a16:creationId xmlns:a16="http://schemas.microsoft.com/office/drawing/2014/main" id="{6E7109CE-204D-3A4B-CCDA-D7238787D2AC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C58F8D-1C97-AB31-10F0-8C544789D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38234F-B453-FED1-9216-3891529B2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897B1C-E42C-7DBB-2162-D2D880447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DC05BE-8DEF-FB97-82D7-48BAAA023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27847F-0249-23E9-F2B9-35BDAD2B2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187BF0-B4B8-4C61-9134-9CBA0337D8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13020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307D59-5014-59A4-D6CE-4560E48EF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70EC19-7AC7-FCE0-BE0C-7CB8CC244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B80FB1-F251-569A-2B52-23F9760DF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06DDA0-76EA-B519-BBC0-A6275ED26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799EDD-06DF-B063-AF4D-AEAE8869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487099-7840-4099-98D9-77E3B35B9AE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60527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700753-EC2D-C8EC-A751-ABD4FFA16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AFC7BE-CC93-8C72-60EE-6606252646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4DF0700-2D7B-7F5E-ADD4-A63D50E9D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999F28-024F-1EBE-0D3C-A49BED9C9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414AAB-F7AA-D2AC-6C19-871EF80E1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D6B2FE3-4997-4B1E-9D80-5025F5031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4AF9ED-D744-437B-8494-C4AE7EF5F8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01907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BB439-8608-C114-3F7F-0C42B9C7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E26398F-EF7D-70A9-4769-ED57336DA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9A98167-89A5-6893-308D-060428149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7DD4A52-3EA8-24B8-F5FA-202CFA0A3E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17FC8E3-91F6-A9AC-4751-D0981EEA10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E51CDC3-4F76-375C-DD0A-7A7FB3AA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F25BD70-AF43-14C9-CD15-8021F014D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66FD2A0-FF81-4762-9B84-9A6FC246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A9910A-A170-4945-B1CE-82177C3DB2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75392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ED291F-372C-EFD0-4693-9CA4B6C27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3E8F502-0BF5-7EE5-6F2D-A2F1EE62B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DF1B34D-5B16-E53C-6292-D84F7120F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11495FA-A585-EEF7-120D-1C64B68E2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C53404-2927-41C0-83A4-85479A84DD1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477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C813598-73C9-7C15-859A-08FB1CAF4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C47CBF1-C4F4-FEC4-967F-489B31C1A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BFF3DF5-CE76-A443-94D8-A2F94667A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8ACBB3-B6C7-4DF0-A194-50E2035EE4A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72626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500A7F-C0EB-5F49-2F93-BC7033740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7C108A-FFCB-FD40-C46B-FE8AD819B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CF7B182-F969-20B2-2FE8-70F9B51FBE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A97EEDC-177F-F0D4-8DB0-AF2E7587C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DBE90F-E5AF-C444-73A4-2F9004D2B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57EF6B5-DA91-53F2-41BD-172C1AD79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495223-D31B-4271-ABAB-A24A9284DAF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48305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013012-FE0B-C037-771C-3DD27B099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0275E8A-0529-19DE-9A81-5F7E146475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F70DDD2-FBD4-5816-D489-48C34BA59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A3E3419-26B7-1F76-D959-19B656B65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88275C-0127-DE5E-EF5F-2F4145E4B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43B300-9A41-CE6D-87AF-E18376900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92D80A-1DBB-4500-932A-28B49C1E33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1642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F5EE6F-3C6D-A37B-53F1-43D9CEDD4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73356C7-97B7-7D3E-5AEB-A3CAA719E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A1E295-34A1-957F-A7E8-A7BD71990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89F790-882F-10F6-E341-1E9F703AA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1A1798-9240-D789-F95A-9C436348F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72FA45-E242-4AB4-A8B0-6B21843969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49774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441742F-5FC8-CCCA-90D6-EBF06CFBD8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2136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E929A7E-F466-091F-D7BD-1C199D102F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2136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925C58-9D52-E1ED-E2D0-9550762E7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909EA3-3B51-F456-D36C-71B22B65C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C8B1F0-3F9A-9D62-9B52-B29E9D0E8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1EC16E-0FCB-48BA-ACC5-FC98B2331FD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30756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>
            <a:extLst>
              <a:ext uri="{FF2B5EF4-FFF2-40B4-BE49-F238E27FC236}">
                <a16:creationId xmlns:a16="http://schemas.microsoft.com/office/drawing/2014/main" id="{27EC20A3-1BEC-EE2D-030C-6B18F9B8F59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242175" cy="1981200"/>
            <a:chOff x="0" y="0"/>
            <a:chExt cx="4562" cy="1248"/>
          </a:xfrm>
        </p:grpSpPr>
        <p:sp>
          <p:nvSpPr>
            <p:cNvPr id="14339" name="Freeform 3">
              <a:extLst>
                <a:ext uri="{FF2B5EF4-FFF2-40B4-BE49-F238E27FC236}">
                  <a16:creationId xmlns:a16="http://schemas.microsoft.com/office/drawing/2014/main" id="{4FA6E9C5-FBEA-E805-146D-A07A82DE012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583"/>
              <a:ext cx="4487" cy="665"/>
            </a:xfrm>
            <a:custGeom>
              <a:avLst/>
              <a:gdLst>
                <a:gd name="T0" fmla="*/ 4800 w 4806"/>
                <a:gd name="T1" fmla="*/ 299 h 665"/>
                <a:gd name="T2" fmla="*/ 0 w 4806"/>
                <a:gd name="T3" fmla="*/ 665 h 665"/>
                <a:gd name="T4" fmla="*/ 0 w 4806"/>
                <a:gd name="T5" fmla="*/ 0 h 665"/>
                <a:gd name="T6" fmla="*/ 4806 w 4806"/>
                <a:gd name="T7" fmla="*/ 1 h 665"/>
                <a:gd name="T8" fmla="*/ 4800 w 4806"/>
                <a:gd name="T9" fmla="*/ 153 h 665"/>
                <a:gd name="T10" fmla="*/ 4800 w 4806"/>
                <a:gd name="T11" fmla="*/ 299 h 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06" h="665">
                  <a:moveTo>
                    <a:pt x="4800" y="299"/>
                  </a:moveTo>
                  <a:lnTo>
                    <a:pt x="0" y="665"/>
                  </a:lnTo>
                  <a:lnTo>
                    <a:pt x="0" y="0"/>
                  </a:lnTo>
                  <a:lnTo>
                    <a:pt x="4806" y="1"/>
                  </a:lnTo>
                  <a:lnTo>
                    <a:pt x="4800" y="153"/>
                  </a:lnTo>
                  <a:lnTo>
                    <a:pt x="4800" y="29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94118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40" name="Freeform 4">
              <a:extLst>
                <a:ext uri="{FF2B5EF4-FFF2-40B4-BE49-F238E27FC236}">
                  <a16:creationId xmlns:a16="http://schemas.microsoft.com/office/drawing/2014/main" id="{8DCCCBB9-B393-4876-DBBA-D174936C637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4562" cy="1199"/>
            </a:xfrm>
            <a:custGeom>
              <a:avLst/>
              <a:gdLst>
                <a:gd name="T0" fmla="*/ 4560 w 4562"/>
                <a:gd name="T1" fmla="*/ 932 h 1199"/>
                <a:gd name="T2" fmla="*/ 0 w 4562"/>
                <a:gd name="T3" fmla="*/ 1199 h 1199"/>
                <a:gd name="T4" fmla="*/ 0 w 4562"/>
                <a:gd name="T5" fmla="*/ 0 h 1199"/>
                <a:gd name="T6" fmla="*/ 4562 w 4562"/>
                <a:gd name="T7" fmla="*/ 0 h 1199"/>
                <a:gd name="T8" fmla="*/ 4560 w 4562"/>
                <a:gd name="T9" fmla="*/ 932 h 1199"/>
                <a:gd name="T10" fmla="*/ 4560 w 4562"/>
                <a:gd name="T11" fmla="*/ 93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62" h="1199">
                  <a:moveTo>
                    <a:pt x="4560" y="932"/>
                  </a:moveTo>
                  <a:lnTo>
                    <a:pt x="0" y="1199"/>
                  </a:lnTo>
                  <a:lnTo>
                    <a:pt x="0" y="0"/>
                  </a:lnTo>
                  <a:lnTo>
                    <a:pt x="4562" y="0"/>
                  </a:lnTo>
                  <a:lnTo>
                    <a:pt x="4560" y="932"/>
                  </a:lnTo>
                  <a:lnTo>
                    <a:pt x="4560" y="93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341" name="Rectangle 5">
            <a:extLst>
              <a:ext uri="{FF2B5EF4-FFF2-40B4-BE49-F238E27FC236}">
                <a16:creationId xmlns:a16="http://schemas.microsoft.com/office/drawing/2014/main" id="{B4617264-6F68-3761-8BEA-8C99DE4FBE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A8DEF612-8B8E-8448-7E60-59A9988F87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8F3F8BA9-D062-F651-F2BC-AA7F3276646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4344" name="Rectangle 8">
            <a:extLst>
              <a:ext uri="{FF2B5EF4-FFF2-40B4-BE49-F238E27FC236}">
                <a16:creationId xmlns:a16="http://schemas.microsoft.com/office/drawing/2014/main" id="{14DDAE54-7C52-55F5-F429-D5BE0A3CCCE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4345" name="Rectangle 9">
            <a:extLst>
              <a:ext uri="{FF2B5EF4-FFF2-40B4-BE49-F238E27FC236}">
                <a16:creationId xmlns:a16="http://schemas.microsoft.com/office/drawing/2014/main" id="{36291299-4A9A-1D62-F63A-1A600F32E28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058D074B-0F7B-4399-B64F-97C6E50FF44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934AE67-9698-8BAF-1D39-90778C249AE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pt-BR" i="1"/>
              <a:t>29  </a:t>
            </a:r>
            <a:br>
              <a:rPr lang="en-US" altLang="pt-BR" i="1"/>
            </a:br>
            <a:r>
              <a:rPr lang="en-US" altLang="pt-BR" i="1"/>
              <a:t>O PRECIOSO SANGUE</a:t>
            </a:r>
            <a:r>
              <a:rPr lang="en-US" altLang="pt-BR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526AC10-5154-62C7-ED2A-30A5CEE45B3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5B7B2C27-9FE9-968E-9013-102E36D770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/>
              <a:t>Oh! que precioso sangue,</a:t>
            </a:r>
            <a:br>
              <a:rPr lang="en-US" altLang="pt-BR"/>
            </a:br>
            <a:r>
              <a:rPr lang="en-US" altLang="pt-BR"/>
              <a:t>Meu Senhor verteu,</a:t>
            </a:r>
            <a:br>
              <a:rPr lang="en-US" altLang="pt-BR"/>
            </a:br>
            <a:r>
              <a:rPr lang="en-US" altLang="pt-BR"/>
              <a:t>Quando, para resgatar-nos,</a:t>
            </a:r>
            <a:br>
              <a:rPr lang="en-US" altLang="pt-BR"/>
            </a:br>
            <a:r>
              <a:rPr lang="en-US" altLang="pt-BR"/>
              <a:t>Padeceu!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F3A7C44-538B-C2D3-EDFB-08E316714D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i="1"/>
              <a:t>Oh! que precioso sangue, </a:t>
            </a:r>
            <a:br>
              <a:rPr lang="en-US" altLang="pt-BR" i="1"/>
            </a:br>
            <a:r>
              <a:rPr lang="en-US" altLang="pt-BR" i="1"/>
              <a:t>Sangue de Jesus, </a:t>
            </a:r>
            <a:br>
              <a:rPr lang="en-US" altLang="pt-BR" i="1"/>
            </a:br>
            <a:r>
              <a:rPr lang="en-US" altLang="pt-BR" i="1"/>
              <a:t>Que por nós, foi derramado </a:t>
            </a:r>
            <a:br>
              <a:rPr lang="en-US" altLang="pt-BR" i="1"/>
            </a:br>
            <a:r>
              <a:rPr lang="en-US" altLang="pt-BR" i="1"/>
              <a:t>Sobre a cruz!  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455EB52-61C8-01F1-31E9-4454CA49E8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i="1"/>
              <a:t>Oh! que precioso sangue, </a:t>
            </a:r>
            <a:br>
              <a:rPr lang="en-US" altLang="pt-BR" i="1"/>
            </a:br>
            <a:r>
              <a:rPr lang="en-US" altLang="pt-BR" i="1"/>
              <a:t>Sangue remidor! </a:t>
            </a:r>
            <a:br>
              <a:rPr lang="en-US" altLang="pt-BR" i="1"/>
            </a:br>
            <a:r>
              <a:rPr lang="en-US" altLang="pt-BR" i="1"/>
              <a:t>Sim, com este nos remiste, Redentor!  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AFD5BB7-A23E-43EB-FBAB-B55738E46F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i="1"/>
              <a:t>Oh! que precioso sangue, </a:t>
            </a:r>
            <a:br>
              <a:rPr lang="en-US" altLang="pt-BR" i="1"/>
            </a:br>
            <a:r>
              <a:rPr lang="en-US" altLang="pt-BR" i="1"/>
              <a:t>Sangue expiador! </a:t>
            </a:r>
            <a:br>
              <a:rPr lang="en-US" altLang="pt-BR" i="1"/>
            </a:br>
            <a:r>
              <a:rPr lang="en-US" altLang="pt-BR" i="1"/>
              <a:t>Eis o que da pena</a:t>
            </a:r>
            <a:br>
              <a:rPr lang="en-US" altLang="pt-BR" i="1"/>
            </a:br>
            <a:r>
              <a:rPr lang="en-US" altLang="pt-BR" i="1"/>
              <a:t>Livra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942F5D8-6A2A-1E1B-14A2-45F4AE54C8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i="1"/>
              <a:t>Oh! que precioso sangue, Purificador! </a:t>
            </a:r>
            <a:br>
              <a:rPr lang="en-US" altLang="pt-BR" i="1"/>
            </a:br>
            <a:r>
              <a:rPr lang="en-US" altLang="pt-BR" i="1"/>
              <a:t>Que de toda a mancha lava </a:t>
            </a:r>
            <a:br>
              <a:rPr lang="en-US" altLang="pt-BR" i="1"/>
            </a:br>
            <a:r>
              <a:rPr lang="en-US" altLang="pt-BR" i="1"/>
              <a:t>O pecador!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E08AF05-F909-C340-5039-D3EDDADB3D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i="1"/>
              <a:t>Oh! que precioso sangue, </a:t>
            </a:r>
            <a:br>
              <a:rPr lang="en-US" altLang="pt-BR" i="1"/>
            </a:br>
            <a:r>
              <a:rPr lang="en-US" altLang="pt-BR" i="1"/>
              <a:t>Fala-nos de paz; </a:t>
            </a:r>
            <a:br>
              <a:rPr lang="en-US" altLang="pt-BR" i="1"/>
            </a:br>
            <a:r>
              <a:rPr lang="en-US" altLang="pt-BR" i="1"/>
              <a:t>Tudo quanto a lei exige, </a:t>
            </a:r>
            <a:br>
              <a:rPr lang="en-US" altLang="pt-BR" i="1"/>
            </a:br>
            <a:r>
              <a:rPr lang="en-US" altLang="pt-BR" i="1"/>
              <a:t>Satisfaz!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AA08DD1-B8E0-C032-E8E4-6F0DE93A15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i="1"/>
              <a:t>Oh! que precioso sangue. </a:t>
            </a:r>
            <a:br>
              <a:rPr lang="en-US" altLang="pt-BR" i="1"/>
            </a:br>
            <a:r>
              <a:rPr lang="en-US" altLang="pt-BR" i="1"/>
              <a:t>Por Ele entrarei </a:t>
            </a:r>
            <a:br>
              <a:rPr lang="en-US" altLang="pt-BR" i="1"/>
            </a:br>
            <a:r>
              <a:rPr lang="en-US" altLang="pt-BR" i="1"/>
              <a:t>Sem receio, na presença </a:t>
            </a:r>
            <a:br>
              <a:rPr lang="en-US" altLang="pt-BR" i="1"/>
            </a:br>
            <a:r>
              <a:rPr lang="en-US" altLang="pt-BR" i="1"/>
              <a:t>Do meu Rei!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>
            <a:extLst>
              <a:ext uri="{FF2B5EF4-FFF2-40B4-BE49-F238E27FC236}">
                <a16:creationId xmlns:a16="http://schemas.microsoft.com/office/drawing/2014/main" id="{9D815C46-3982-4090-EC23-1378252287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i="1"/>
              <a:t>Oh! que precioso sangue, </a:t>
            </a:r>
            <a:br>
              <a:rPr lang="en-US" altLang="pt-BR" i="1"/>
            </a:br>
            <a:r>
              <a:rPr lang="en-US" altLang="pt-BR" i="1"/>
              <a:t>Do bom Salvador! </a:t>
            </a:r>
            <a:br>
              <a:rPr lang="en-US" altLang="pt-BR" i="1"/>
            </a:br>
            <a:r>
              <a:rPr lang="en-US" altLang="pt-BR" i="1"/>
              <a:t>Hoje, a todos manifesta </a:t>
            </a:r>
            <a:br>
              <a:rPr lang="en-US" altLang="pt-BR" i="1"/>
            </a:br>
            <a:r>
              <a:rPr lang="en-US" altLang="pt-BR" i="1"/>
              <a:t>Seu amor!  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nda">
  <a:themeElements>
    <a:clrScheme name="Fenda 1">
      <a:dk1>
        <a:srgbClr val="8C0000"/>
      </a:dk1>
      <a:lt1>
        <a:srgbClr val="FFFFFF"/>
      </a:lt1>
      <a:dk2>
        <a:srgbClr val="720000"/>
      </a:dk2>
      <a:lt2>
        <a:srgbClr val="FFFFCC"/>
      </a:lt2>
      <a:accent1>
        <a:srgbClr val="FF3300"/>
      </a:accent1>
      <a:accent2>
        <a:srgbClr val="BE7960"/>
      </a:accent2>
      <a:accent3>
        <a:srgbClr val="BCAAAA"/>
      </a:accent3>
      <a:accent4>
        <a:srgbClr val="DADADA"/>
      </a:accent4>
      <a:accent5>
        <a:srgbClr val="FFADAA"/>
      </a:accent5>
      <a:accent6>
        <a:srgbClr val="AC6D56"/>
      </a:accent6>
      <a:hlink>
        <a:srgbClr val="FFCC66"/>
      </a:hlink>
      <a:folHlink>
        <a:srgbClr val="FF9900"/>
      </a:folHlink>
    </a:clrScheme>
    <a:fontScheme name="Fend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enda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enda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Slit</Template>
  <TotalTime>0</TotalTime>
  <Words>168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Tahoma</vt:lpstr>
      <vt:lpstr>Times New Roman</vt:lpstr>
      <vt:lpstr>Wingdings</vt:lpstr>
      <vt:lpstr>Fenda</vt:lpstr>
      <vt:lpstr>29   O PRECIOSO SANGUE </vt:lpstr>
      <vt:lpstr>Oh! que precioso sangue, Meu Senhor verteu, Quando, para resgatar-nos, Padeceu! </vt:lpstr>
      <vt:lpstr>Oh! que precioso sangue,  Sangue de Jesus,  Que por nós, foi derramado  Sobre a cruz!   </vt:lpstr>
      <vt:lpstr>Oh! que precioso sangue,  Sangue remidor!  Sim, com este nos remiste, Redentor!   </vt:lpstr>
      <vt:lpstr>Oh! que precioso sangue,  Sangue expiador!  Eis o que da pena Livra </vt:lpstr>
      <vt:lpstr>Oh! que precioso sangue, Purificador!  Que de toda a mancha lava  O pecador! </vt:lpstr>
      <vt:lpstr>Oh! que precioso sangue,  Fala-nos de paz;  Tudo quanto a lei exige,  Satisfaz! </vt:lpstr>
      <vt:lpstr>Oh! que precioso sangue.  Por Ele entrarei  Sem receio, na presença  Do meu Rei! </vt:lpstr>
      <vt:lpstr>Oh! que precioso sangue,  Do bom Salvador!  Hoje, a todos manifesta  Seu amor!  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29   O PRECIOSO SANGUE </dc:title>
  <dc:creator>Junior</dc:creator>
  <cp:lastModifiedBy>Emerson Souza</cp:lastModifiedBy>
  <cp:revision>2</cp:revision>
  <dcterms:created xsi:type="dcterms:W3CDTF">2005-12-23T00:41:32Z</dcterms:created>
  <dcterms:modified xsi:type="dcterms:W3CDTF">2026-05-02T21:39:26Z</dcterms:modified>
</cp:coreProperties>
</file>