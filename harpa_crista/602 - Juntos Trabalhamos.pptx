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B7906-DCDC-9339-A2E0-7BDA30573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E47D1C-CFA6-511D-31CD-5AFA979A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456BB-B78E-9D78-8C07-0EF28B3F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814EE7-C9E6-5EAD-DDD2-DD0F6016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D9747B-5A12-4637-948D-5DCFB47D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81055F-62EB-44AC-A3EF-FA5764E692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803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4BD32-1F77-AECC-708F-26B840E8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B6E69-42BA-D561-1022-360650973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FB9559-2F19-668C-036C-F1C67361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05997-F618-FE9D-2E7C-56129BEE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E39803-9455-6D3E-1B1D-401CFF8A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E41E53-DD8A-4369-BF29-E09F20E147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911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87306-38E9-4FCF-EE8D-8644A63D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BA9C87-756F-B195-6728-EAFA2A33A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FF6964-BC74-6C1E-34BA-E32177A7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67A1C-70BF-C8BB-CD9B-071A7287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64760E-7083-A9F7-4239-95C949E3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484AA-97BB-4CB3-8251-F60F845741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964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C1777-06BA-6D38-4A09-E4467B49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1E4FE1-2128-C57C-0FA6-4B892641F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C5E505-A571-F105-1818-D75D7F21E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45530B-E6CE-779C-EBFB-84CDD191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CE47B4-BF6F-169C-62E1-F5090ED2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D08B55-FC90-D661-E7C2-616DC930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AD1BC-10CF-444C-8159-507154D476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834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35961-900E-B192-1549-434D76E1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716A8B-4BAB-440C-9CA2-621C7E294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595551-640C-0C24-AFEA-8C3F1F90E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B8FFF6-561E-9674-D036-AA1FB3272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917C8D2-BBEF-9B44-FD67-F9B164BD3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E5D676-58B8-E41F-825D-B1CE8148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01E1824-3E23-E6C3-A673-A7A15B45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18000E5-2A76-A4D9-5B9C-F732AE63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A0160F-0271-453E-BF2E-2178B9D1A3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746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A3666-9853-492A-A750-3DAFC1E93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E8C48F-84E7-4B9C-6652-C9D705DF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D94B876-0082-8BFB-E4F4-0152557C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CA8074-ED53-09D8-6085-EAA67CA4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2217EB-8D9C-44F3-BF94-B98B710069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343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994197-DC4A-92D6-A101-9FB88E57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E56CAC-3C86-8DB2-B8A4-E818D3B5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1EB798-27AA-81B5-14B4-37D3FB62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975E30-6F61-4AF0-B147-6DB8DE5D91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504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79490-70AC-909D-FB6B-E3B24E8E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2C4E7D-6CBA-35B6-866A-83593293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C68187-305A-3FEE-92F3-518E4BD7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7FC6B6-A6F6-066B-40B9-ABF55743E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86A198-7C7B-2862-E03E-70A8CEE1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02CDDD-8B5B-E72D-2DEF-953FDBEE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59B33-DE7A-4458-937C-F4EDF94631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88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5761D-4B2C-9DE1-9C2F-42F66EB6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C195E4-D951-E58F-3553-089342F98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E99D4C-ADEF-42C4-0233-2F5DF80A2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A64F0D-40C5-088A-6AD7-420BDA4E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631FAA-AF04-BCF3-8E14-E3E0EF7C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8A2C21-5295-6BDF-466E-80DFA0E1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37BFF-E026-49D8-A93E-10988EBAD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761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F01F3-B2C1-1600-B7A1-EFBB276AF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CB1EFE-EE4B-B0D0-F840-295EB9ED0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015691-4F7D-4BCA-0EB5-7CD75396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92B6B0-A20B-3858-A76E-23663C19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45A11-6BA3-DC68-0B5E-B6FE9B6A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B090E-ACC0-442F-9D71-C7EE4D253F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448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E312C0-8E97-03D0-B199-9838A62AC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B066AC-30F0-D394-A083-545D2B988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6839E2-21E4-7163-3435-86CB0545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9D9237-5FA4-DC0E-3C6C-799AEA6E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166E25-0A8F-E690-C27A-1E4F647C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DEE67-92F2-41A7-8899-83F7B5EE2A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636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1CE339-2604-B39C-BB21-726A588E4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7D2982-96CE-B30D-B7E3-F888CFBAF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01A7F4-4CAE-A77F-3300-F5E7F3E802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BB5D47-49C8-70F4-0CB7-29AD547696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E2004A1-3DEC-76DC-DDEE-5E3B2F58E7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6F5C415-7948-4828-A2CC-4A8FA84810F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572AE88-8841-C8DC-52B6-263EBB9A3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602 – Juntos Trabalhamos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07D9D36-5CAE-36DC-2D14-2C56DF7691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2ABC166-2C33-B35A-CCE1-B604E908B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Juntos trabalhamos pelo nosso Rei;</a:t>
            </a:r>
            <a:r>
              <a:rPr lang="en-US" altLang="pt-BR" sz="4000"/>
              <a:t> </a:t>
            </a:r>
            <a:r>
              <a:rPr lang="en-US" altLang="pt-BR" sz="4000" i="1"/>
              <a:t>Frutos mostraremos </a:t>
            </a:r>
            <a:br>
              <a:rPr lang="en-US" altLang="pt-BR" sz="4000" i="1"/>
            </a:br>
            <a:r>
              <a:rPr lang="en-US" altLang="pt-BR" sz="4000" i="1"/>
              <a:t>Quando aqui voltar.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Homens maus buscamos </a:t>
            </a:r>
            <a:br>
              <a:rPr lang="en-US" altLang="pt-BR" sz="4000" i="1"/>
            </a:br>
            <a:r>
              <a:rPr lang="en-US" altLang="pt-BR" sz="4000" i="1"/>
              <a:t>Para a sua grei,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o nosso Rei </a:t>
            </a:r>
            <a:br>
              <a:rPr lang="en-US" altLang="pt-BR" sz="4000" i="1"/>
            </a:br>
            <a:r>
              <a:rPr lang="en-US" altLang="pt-BR" sz="4000" i="1"/>
              <a:t>Também os quer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0AE82B0-9F8B-9575-9C2E-379EA40FE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Mesmo em nossa casa, </a:t>
            </a:r>
            <a:br>
              <a:rPr lang="en-US" altLang="pt-BR" sz="4000" i="1"/>
            </a:br>
            <a:r>
              <a:rPr lang="en-US" altLang="pt-BR" sz="4000" i="1"/>
              <a:t>Nosso derredor,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Vamos trabalhando pelo Salvador.</a:t>
            </a:r>
            <a:r>
              <a:rPr lang="en-US" altLang="pt-BR" sz="4000"/>
              <a:t> </a:t>
            </a:r>
            <a:r>
              <a:rPr lang="en-US" altLang="pt-BR" sz="4000" i="1"/>
              <a:t>Nossa recompensa há de ser maior,</a:t>
            </a:r>
            <a:r>
              <a:rPr lang="en-US" altLang="pt-BR" sz="4000"/>
              <a:t> </a:t>
            </a:r>
            <a:r>
              <a:rPr lang="en-US" altLang="pt-BR" sz="4000" i="1"/>
              <a:t>Sendo-lhe fiéis e ao seu </a:t>
            </a:r>
            <a:br>
              <a:rPr lang="en-US" altLang="pt-BR" sz="4000" i="1"/>
            </a:br>
            <a:r>
              <a:rPr lang="en-US" altLang="pt-BR" sz="4000" i="1"/>
              <a:t>Supremo amor.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80E7E44-5AE4-6F14-71E5-EDBE3A9CE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Temos a mensagem para proclamar,</a:t>
            </a:r>
            <a:r>
              <a:rPr lang="en-US" altLang="pt-BR" sz="4000"/>
              <a:t> </a:t>
            </a:r>
            <a:r>
              <a:rPr lang="en-US" altLang="pt-BR" sz="4000" i="1"/>
              <a:t>Tempos perigosos são os atuais; </a:t>
            </a:r>
            <a:br>
              <a:rPr lang="en-US" altLang="pt-BR" sz="4000" i="1"/>
            </a:br>
            <a:r>
              <a:rPr lang="en-US" altLang="pt-BR" sz="4000" i="1"/>
              <a:t>Cristo em breve volta, temos que lutar;</a:t>
            </a:r>
            <a:r>
              <a:rPr lang="en-US" altLang="pt-BR" sz="4000"/>
              <a:t> </a:t>
            </a:r>
            <a:r>
              <a:rPr lang="en-US" altLang="pt-BR" sz="4000" i="1"/>
              <a:t>Sempre avante, sim </a:t>
            </a:r>
            <a:br>
              <a:rPr lang="en-US" altLang="pt-BR" sz="4000" i="1"/>
            </a:br>
            <a:r>
              <a:rPr lang="en-US" altLang="pt-BR" sz="4000" i="1"/>
              <a:t>Retroceder, jamais!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602 – Juntos Trabalhamos</vt:lpstr>
      <vt:lpstr>Juntos trabalhamos pelo nosso Rei; Frutos mostraremos  Quando aqui voltar.  Homens maus buscamos  Para a sua grei,  Pois o nosso Rei  Também os quer salvar.  </vt:lpstr>
      <vt:lpstr>Mesmo em nossa casa,  Nosso derredor,  Vamos trabalhando pelo Salvador. Nossa recompensa há de ser maior, Sendo-lhe fiéis e ao seu  Supremo amor.  </vt:lpstr>
      <vt:lpstr>Temos a mensagem para proclamar, Tempos perigosos são os atuais;  Cristo em breve volta, temos que lutar; Sempre avante, sim  Retroceder, jamais!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602 – Juntos Trabalhamos</dc:title>
  <dc:creator>Junior</dc:creator>
  <cp:lastModifiedBy>Emerson Souza</cp:lastModifiedBy>
  <cp:revision>1</cp:revision>
  <dcterms:created xsi:type="dcterms:W3CDTF">2005-12-27T17:28:49Z</dcterms:created>
  <dcterms:modified xsi:type="dcterms:W3CDTF">2026-05-02T22:27:34Z</dcterms:modified>
</cp:coreProperties>
</file>