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580" autoAdjust="0"/>
  </p:normalViewPr>
  <p:slideViewPr>
    <p:cSldViewPr>
      <p:cViewPr varScale="1">
        <p:scale>
          <a:sx n="63" d="100"/>
          <a:sy n="63" d="100"/>
        </p:scale>
        <p:origin x="-114" y="-1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B8A3E6D-FA6B-8040-B4B6-59FD675D40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A0D2A49-4C26-1EE1-0722-BE0F6F2419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4A11A3C-EBA4-731D-CFF2-231B48F6F5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FA942A5-29E6-F1D9-566A-A3CFA244F8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7D77A97-F6C9-DD7B-4759-3A8CFEFBDE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05748A5-D331-4F44-AA4D-DB88005BCE4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5168073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1D0E3DE-6493-A8D3-0F04-853F1DA153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4446238-F476-B561-4B2E-C0C0B1A6A3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C1F7ED8-1C55-8300-F79B-2A04E4AED0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C60CE7B-8CBF-5410-37C8-02EAFF29B7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D8FA109-05B0-142C-6E8B-1A8C5E72D0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3DB9716-60E0-40E7-95F1-18B52EEA6EB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6453999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3EE0DF-0EF8-EC21-5CAA-ACB7828B2E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AE49E58-DBB9-88DD-B80C-2C37FC1339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00D38C4-1E5A-64CD-316B-CB7A6E6105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4E4D34B-EB08-5748-1DA2-E20261C263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73482E5-1E01-F051-EA05-7849C465F1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8899059-4A7A-467D-8A49-BA9F82D667B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9383200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EBA0652-1736-7FF3-E149-A0EE96E42D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690FAF3-674A-4465-1BC9-3480EA56AFD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443A4A7-F914-8C27-06B7-B019530313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0AFE194-4EEC-4B38-26A2-59DD88C81F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6957337-B3FE-B32F-BBB1-A80D3C6712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CBC39E1-D326-D2C1-A3B7-2CFBBAAC1F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1510197-1623-4129-85FA-022CFDC6F6B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312827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C640D3C-4F02-A0D2-28DA-CD7FBF0D0D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0601649-45CD-E276-7004-589432C68C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1CFBB904-CF5C-48E5-AB33-A27938F2D4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288C3000-4237-93CB-FD6E-ED437A4089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233499D4-3517-ED7B-5D9E-5C1146CE870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9793DB54-785A-44A8-3A2C-56931962EF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F6D39516-8FFB-5517-DF53-6CBB00D88C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7B0EE299-E995-E140-BA46-7C44F01C65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3197850-C094-45FD-9107-3480C5DC9EA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7042881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F75618-FC5F-2E7E-5A89-9B99B79CEA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BCB4F134-B97A-6A66-D86C-551DF0E092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67C90095-A10D-4393-6AE3-ACA92688B3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D9D10319-1EBC-EF43-B84E-B2FF7C0907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C49AC72-6AF0-490C-8BBB-F53EB24A77F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3889610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A70A5CAA-FF7F-65DC-EB6E-E59C5CF290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0DAD6D7F-F49B-9838-8DB4-7EF7D75635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8498EB3-BBB7-D040-DD3C-9E51F991E0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062F51D-1819-4B77-8F24-E6CCAAAC0DF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4522691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C6827FD-5ED6-E79B-19C2-A2EC812CA9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74C0535-D760-93F8-6617-000DB147F5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A931093-2092-80C1-85B3-5A589DDE1F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6F19284-9106-D152-0EF2-37EB506EF0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E35F6E7-145B-C821-78D0-6FC97EC393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A75BB17-3AD1-93FC-01F8-5CD58D952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CFBCD95-F894-40C0-A44E-3F4327F0E13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49711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8C0D13C-648B-2F78-430C-CF37E01998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107B7D7B-CF17-E747-449F-2D30747680C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751B776-DBC5-7492-03BC-809B7CD743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902D660-DBEF-115B-F331-E350678018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7808217-8C18-7658-4DAF-A6FBB54D8C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E73E493-E08D-7C72-AF71-1EE6B1FAD3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1477901-AE35-4868-BE73-EFB301DA244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9973877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4466F2-078D-BD91-6913-B56B38B974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F948DF4-2EDD-D00D-C51F-69E6601224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3BB6CD2-98CC-1B37-9ED6-865C0B0520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882DC76-18CA-9156-FA84-A26DF0F1DB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784266A-73B5-5526-8A80-492335B7D7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9F3B0B0-CC39-4F68-91D3-BB045C444BC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004369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0BB4F092-B4BF-1B65-8CAE-A053D8F3410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BB329554-8D51-33FE-36A3-E51BC0EF71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2F67620-64F7-934B-0BA3-1073E977DD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4F493C3-18B9-2D05-6369-03BF150133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8FD14BE-1C47-EE67-1683-F4E6663C30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40CB6C8-3A8B-46D9-BAFC-CBDC2D3A722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8906722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5B7633D1-C21E-1E62-BD9F-073EE4A25FC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66453B28-E1FA-8BED-BDF1-47E070D82FA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E3BBE20C-A75C-A29C-5523-A1916EDA366A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732EFAD0-5E3E-4883-DD5F-8DAA1AAAB90A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0608E455-6072-9A27-A2DA-89AFA72204BF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00081799-A90A-4899-A883-98F6ABAD90CE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4">
            <a:extLst>
              <a:ext uri="{FF2B5EF4-FFF2-40B4-BE49-F238E27FC236}">
                <a16:creationId xmlns:a16="http://schemas.microsoft.com/office/drawing/2014/main" id="{BE74CD19-4701-C993-14D6-1E86E0C862F1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pt-BR" altLang="pt-BR" sz="3200"/>
          </a:p>
        </p:txBody>
      </p:sp>
      <p:sp>
        <p:nvSpPr>
          <p:cNvPr id="2053" name="Rectangle 5">
            <a:extLst>
              <a:ext uri="{FF2B5EF4-FFF2-40B4-BE49-F238E27FC236}">
                <a16:creationId xmlns:a16="http://schemas.microsoft.com/office/drawing/2014/main" id="{4819FCD3-511E-1D9D-67E8-3EAFF266DD36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pt-BR" altLang="pt-BR" sz="4000"/>
              <a:t>628 – Além do céu azul</a:t>
            </a:r>
            <a:endParaRPr lang="en-US" altLang="pt-BR" sz="4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2771EEE3-D371-3511-4EA4-E1D49EF88C8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4000" i="1"/>
              <a:t>Além do céu azul, </a:t>
            </a:r>
            <a:br>
              <a:rPr lang="en-US" altLang="pt-BR" sz="4000" i="1"/>
            </a:br>
            <a:r>
              <a:rPr lang="en-US" altLang="pt-BR" sz="4000" i="1"/>
              <a:t>Foi Jesus preparar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Um lar pra dar a quem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A vitória alcançar. </a:t>
            </a:r>
            <a:br>
              <a:rPr lang="en-US" altLang="pt-BR" sz="4000" i="1"/>
            </a:br>
            <a:r>
              <a:rPr lang="en-US" altLang="pt-BR" sz="4000" i="1"/>
              <a:t>Por Ele consegui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A vida do porvir,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Com fé no meu Senhor Jesus.  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  <a:endParaRPr lang="en-US" altLang="pt-BR" sz="4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DADD5B1A-AB2D-E47D-E20D-0A41EA7C595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4000" i="1"/>
              <a:t>Bem sei que eu de mim </a:t>
            </a:r>
            <a:br>
              <a:rPr lang="en-US" altLang="pt-BR" sz="4000" i="1"/>
            </a:br>
            <a:r>
              <a:rPr lang="en-US" altLang="pt-BR" sz="4000" i="1"/>
              <a:t>Nada tenho pra dar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Mas sei que meu Jesus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Já me veio salvar. </a:t>
            </a:r>
            <a:br>
              <a:rPr lang="en-US" altLang="pt-BR" sz="4000" i="1"/>
            </a:br>
            <a:r>
              <a:rPr lang="en-US" altLang="pt-BR" sz="4000" i="1"/>
              <a:t>Por Ele livre estou,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Seguindo a Ele vou,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Até seu rosto ver além.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87</Words>
  <Application>Microsoft Office PowerPoint</Application>
  <PresentationFormat>Apresentação na tela (4:3)</PresentationFormat>
  <Paragraphs>3</Paragraphs>
  <Slides>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</vt:i4>
      </vt:variant>
    </vt:vector>
  </HeadingPairs>
  <TitlesOfParts>
    <vt:vector size="5" baseType="lpstr">
      <vt:lpstr>Arial</vt:lpstr>
      <vt:lpstr>Design padrão</vt:lpstr>
      <vt:lpstr>628 – Além do céu azul</vt:lpstr>
      <vt:lpstr>Além do céu azul,  Foi Jesus preparar  Um lar pra dar a quem  A vitória alcançar.  Por Ele consegui  A vida do porvir,  Com fé no meu Senhor Jesus.    </vt:lpstr>
      <vt:lpstr>Bem sei que eu de mim  Nada tenho pra dar  Mas sei que meu Jesus  Já me veio salvar.  Por Ele livre estou,  Seguindo a Ele vou,  Até seu rosto ver além.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628 – Além do céu azul</dc:title>
  <dc:creator>Junior</dc:creator>
  <cp:lastModifiedBy>Emerson Souza</cp:lastModifiedBy>
  <cp:revision>1</cp:revision>
  <dcterms:created xsi:type="dcterms:W3CDTF">2005-12-25T22:59:54Z</dcterms:created>
  <dcterms:modified xsi:type="dcterms:W3CDTF">2026-05-02T22:30:01Z</dcterms:modified>
</cp:coreProperties>
</file>