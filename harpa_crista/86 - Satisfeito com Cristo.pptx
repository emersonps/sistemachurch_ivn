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2" autoAdjust="0"/>
    <p:restoredTop sz="94676" autoAdjust="0"/>
  </p:normalViewPr>
  <p:slideViewPr>
    <p:cSldViewPr>
      <p:cViewPr varScale="1">
        <p:scale>
          <a:sx n="75" d="100"/>
          <a:sy n="75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Group 2">
            <a:extLst>
              <a:ext uri="{FF2B5EF4-FFF2-40B4-BE49-F238E27FC236}">
                <a16:creationId xmlns:a16="http://schemas.microsoft.com/office/drawing/2014/main" id="{F03CBF09-DC77-BB8B-8FB0-EB1F6A00B876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93187" name="Group 3">
              <a:extLst>
                <a:ext uri="{FF2B5EF4-FFF2-40B4-BE49-F238E27FC236}">
                  <a16:creationId xmlns:a16="http://schemas.microsoft.com/office/drawing/2014/main" id="{FF4CF6B5-2022-4CA5-C650-A76B385EAF4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93188" name="Freeform 4">
                <a:extLst>
                  <a:ext uri="{FF2B5EF4-FFF2-40B4-BE49-F238E27FC236}">
                    <a16:creationId xmlns:a16="http://schemas.microsoft.com/office/drawing/2014/main" id="{A6FFC5A2-3C63-0D0B-844A-C02C9FA5E66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89" name="Freeform 5">
                <a:extLst>
                  <a:ext uri="{FF2B5EF4-FFF2-40B4-BE49-F238E27FC236}">
                    <a16:creationId xmlns:a16="http://schemas.microsoft.com/office/drawing/2014/main" id="{6C570DEA-62C0-6B79-9473-71073DCE682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0" name="Freeform 6">
                <a:extLst>
                  <a:ext uri="{FF2B5EF4-FFF2-40B4-BE49-F238E27FC236}">
                    <a16:creationId xmlns:a16="http://schemas.microsoft.com/office/drawing/2014/main" id="{D173E55C-2F1C-A323-E57C-02207575AE7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1" name="Freeform 7">
                <a:extLst>
                  <a:ext uri="{FF2B5EF4-FFF2-40B4-BE49-F238E27FC236}">
                    <a16:creationId xmlns:a16="http://schemas.microsoft.com/office/drawing/2014/main" id="{01BCEB61-D0A8-82B3-6FA9-E7EBD3CDD0A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2" name="Freeform 8">
                <a:extLst>
                  <a:ext uri="{FF2B5EF4-FFF2-40B4-BE49-F238E27FC236}">
                    <a16:creationId xmlns:a16="http://schemas.microsoft.com/office/drawing/2014/main" id="{022035CA-9953-FC6A-5FB4-5F16515793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3" name="Freeform 9">
                <a:extLst>
                  <a:ext uri="{FF2B5EF4-FFF2-40B4-BE49-F238E27FC236}">
                    <a16:creationId xmlns:a16="http://schemas.microsoft.com/office/drawing/2014/main" id="{3724769F-C59C-E24E-5719-81877CDEC99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4" name="Freeform 10">
                <a:extLst>
                  <a:ext uri="{FF2B5EF4-FFF2-40B4-BE49-F238E27FC236}">
                    <a16:creationId xmlns:a16="http://schemas.microsoft.com/office/drawing/2014/main" id="{E554E3E3-F961-6C12-7425-6BF5BFAEF2D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5" name="Freeform 11">
                <a:extLst>
                  <a:ext uri="{FF2B5EF4-FFF2-40B4-BE49-F238E27FC236}">
                    <a16:creationId xmlns:a16="http://schemas.microsoft.com/office/drawing/2014/main" id="{89D82A5D-9F88-752E-DFB9-A73CFDA406D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6" name="Freeform 12">
                <a:extLst>
                  <a:ext uri="{FF2B5EF4-FFF2-40B4-BE49-F238E27FC236}">
                    <a16:creationId xmlns:a16="http://schemas.microsoft.com/office/drawing/2014/main" id="{DAADC61E-3A71-621E-C0B6-F6B2C4D25EB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7" name="Freeform 13">
                <a:extLst>
                  <a:ext uri="{FF2B5EF4-FFF2-40B4-BE49-F238E27FC236}">
                    <a16:creationId xmlns:a16="http://schemas.microsoft.com/office/drawing/2014/main" id="{3EA710F6-2C81-5920-9E5C-993E6C25CB3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8" name="Freeform 14">
                <a:extLst>
                  <a:ext uri="{FF2B5EF4-FFF2-40B4-BE49-F238E27FC236}">
                    <a16:creationId xmlns:a16="http://schemas.microsoft.com/office/drawing/2014/main" id="{09E9D64F-BA86-1CB2-E556-332BDF64BD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199" name="Freeform 15">
                <a:extLst>
                  <a:ext uri="{FF2B5EF4-FFF2-40B4-BE49-F238E27FC236}">
                    <a16:creationId xmlns:a16="http://schemas.microsoft.com/office/drawing/2014/main" id="{7E2F27FE-9337-7B69-C060-0DE31A3B656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200" name="Freeform 16">
                <a:extLst>
                  <a:ext uri="{FF2B5EF4-FFF2-40B4-BE49-F238E27FC236}">
                    <a16:creationId xmlns:a16="http://schemas.microsoft.com/office/drawing/2014/main" id="{B5A7BA70-236E-9A4C-06BC-710B535DC24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3201" name="Group 17">
              <a:extLst>
                <a:ext uri="{FF2B5EF4-FFF2-40B4-BE49-F238E27FC236}">
                  <a16:creationId xmlns:a16="http://schemas.microsoft.com/office/drawing/2014/main" id="{0F455544-DE7A-E311-821D-858ACCCE1BA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93202" name="Rectangle 18">
                <a:extLst>
                  <a:ext uri="{FF2B5EF4-FFF2-40B4-BE49-F238E27FC236}">
                    <a16:creationId xmlns:a16="http://schemas.microsoft.com/office/drawing/2014/main" id="{52F31AA0-3EC8-EBBA-2ADB-4AC9A77C82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3" name="Rectangle 19">
                <a:extLst>
                  <a:ext uri="{FF2B5EF4-FFF2-40B4-BE49-F238E27FC236}">
                    <a16:creationId xmlns:a16="http://schemas.microsoft.com/office/drawing/2014/main" id="{0C9A7ADC-B491-362D-F825-2509362763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4" name="Rectangle 20">
                <a:extLst>
                  <a:ext uri="{FF2B5EF4-FFF2-40B4-BE49-F238E27FC236}">
                    <a16:creationId xmlns:a16="http://schemas.microsoft.com/office/drawing/2014/main" id="{BF0CC15D-7A95-EBF0-203F-A786B22479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5" name="Rectangle 21">
                <a:extLst>
                  <a:ext uri="{FF2B5EF4-FFF2-40B4-BE49-F238E27FC236}">
                    <a16:creationId xmlns:a16="http://schemas.microsoft.com/office/drawing/2014/main" id="{37B44F10-E47A-476E-5CBC-330D988346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6" name="Rectangle 22">
                <a:extLst>
                  <a:ext uri="{FF2B5EF4-FFF2-40B4-BE49-F238E27FC236}">
                    <a16:creationId xmlns:a16="http://schemas.microsoft.com/office/drawing/2014/main" id="{124E881E-2AAC-5877-63E2-52782802BB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7" name="Rectangle 23">
                <a:extLst>
                  <a:ext uri="{FF2B5EF4-FFF2-40B4-BE49-F238E27FC236}">
                    <a16:creationId xmlns:a16="http://schemas.microsoft.com/office/drawing/2014/main" id="{2FA91A94-9265-9CDE-D70C-8570CA5983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8" name="Rectangle 24">
                <a:extLst>
                  <a:ext uri="{FF2B5EF4-FFF2-40B4-BE49-F238E27FC236}">
                    <a16:creationId xmlns:a16="http://schemas.microsoft.com/office/drawing/2014/main" id="{84DD3AFE-FA9D-B94E-8050-637B5478C8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09" name="Rectangle 25">
                <a:extLst>
                  <a:ext uri="{FF2B5EF4-FFF2-40B4-BE49-F238E27FC236}">
                    <a16:creationId xmlns:a16="http://schemas.microsoft.com/office/drawing/2014/main" id="{1875B1FE-0773-9E14-42CD-C2B35D2511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0" name="Rectangle 26">
                <a:extLst>
                  <a:ext uri="{FF2B5EF4-FFF2-40B4-BE49-F238E27FC236}">
                    <a16:creationId xmlns:a16="http://schemas.microsoft.com/office/drawing/2014/main" id="{2A216F59-BF93-5822-DE74-F70E9E191D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1" name="Rectangle 27">
                <a:extLst>
                  <a:ext uri="{FF2B5EF4-FFF2-40B4-BE49-F238E27FC236}">
                    <a16:creationId xmlns:a16="http://schemas.microsoft.com/office/drawing/2014/main" id="{0F6ABF7A-EA8E-AB98-217B-12A3F6B05A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2" name="Rectangle 28">
                <a:extLst>
                  <a:ext uri="{FF2B5EF4-FFF2-40B4-BE49-F238E27FC236}">
                    <a16:creationId xmlns:a16="http://schemas.microsoft.com/office/drawing/2014/main" id="{8F1667F0-76F9-36DC-E6F1-2F36AA3F0E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3" name="Rectangle 29">
                <a:extLst>
                  <a:ext uri="{FF2B5EF4-FFF2-40B4-BE49-F238E27FC236}">
                    <a16:creationId xmlns:a16="http://schemas.microsoft.com/office/drawing/2014/main" id="{EEC61F73-48F3-B1BD-F7D3-6AE57BFA5F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4" name="Rectangle 30">
                <a:extLst>
                  <a:ext uri="{FF2B5EF4-FFF2-40B4-BE49-F238E27FC236}">
                    <a16:creationId xmlns:a16="http://schemas.microsoft.com/office/drawing/2014/main" id="{02963621-BA47-8B3B-2DE6-2E33DF2D68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5" name="Rectangle 31">
                <a:extLst>
                  <a:ext uri="{FF2B5EF4-FFF2-40B4-BE49-F238E27FC236}">
                    <a16:creationId xmlns:a16="http://schemas.microsoft.com/office/drawing/2014/main" id="{766818BE-B0D3-51D0-017B-255BB4F503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6" name="Rectangle 32">
                <a:extLst>
                  <a:ext uri="{FF2B5EF4-FFF2-40B4-BE49-F238E27FC236}">
                    <a16:creationId xmlns:a16="http://schemas.microsoft.com/office/drawing/2014/main" id="{30667DED-2D74-1142-6079-79C5878A50D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7" name="Rectangle 33">
                <a:extLst>
                  <a:ext uri="{FF2B5EF4-FFF2-40B4-BE49-F238E27FC236}">
                    <a16:creationId xmlns:a16="http://schemas.microsoft.com/office/drawing/2014/main" id="{98B83260-8292-67B2-5AFE-64FA70D7C8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8" name="Rectangle 34">
                <a:extLst>
                  <a:ext uri="{FF2B5EF4-FFF2-40B4-BE49-F238E27FC236}">
                    <a16:creationId xmlns:a16="http://schemas.microsoft.com/office/drawing/2014/main" id="{53CAF591-A544-F33D-4672-AF87DB2A9E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19" name="Rectangle 35">
                <a:extLst>
                  <a:ext uri="{FF2B5EF4-FFF2-40B4-BE49-F238E27FC236}">
                    <a16:creationId xmlns:a16="http://schemas.microsoft.com/office/drawing/2014/main" id="{DD802AF1-3233-F6ED-3FF4-11E85B0A12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0" name="Rectangle 36">
                <a:extLst>
                  <a:ext uri="{FF2B5EF4-FFF2-40B4-BE49-F238E27FC236}">
                    <a16:creationId xmlns:a16="http://schemas.microsoft.com/office/drawing/2014/main" id="{1C92F7B5-2E1B-4157-776C-B0FDFAC555C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1" name="Rectangle 37">
                <a:extLst>
                  <a:ext uri="{FF2B5EF4-FFF2-40B4-BE49-F238E27FC236}">
                    <a16:creationId xmlns:a16="http://schemas.microsoft.com/office/drawing/2014/main" id="{ABC82DE6-9949-E169-6632-9EC6AB8F5A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2" name="Rectangle 38">
                <a:extLst>
                  <a:ext uri="{FF2B5EF4-FFF2-40B4-BE49-F238E27FC236}">
                    <a16:creationId xmlns:a16="http://schemas.microsoft.com/office/drawing/2014/main" id="{8D2EB2F5-D79D-7C25-E26B-2F76E280F4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3" name="Rectangle 39">
                <a:extLst>
                  <a:ext uri="{FF2B5EF4-FFF2-40B4-BE49-F238E27FC236}">
                    <a16:creationId xmlns:a16="http://schemas.microsoft.com/office/drawing/2014/main" id="{F9FDC077-DD7C-4FDC-B428-65A50F4F68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4" name="Rectangle 40">
                <a:extLst>
                  <a:ext uri="{FF2B5EF4-FFF2-40B4-BE49-F238E27FC236}">
                    <a16:creationId xmlns:a16="http://schemas.microsoft.com/office/drawing/2014/main" id="{D8C35984-5955-2FAA-9115-3C61973D72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5" name="Rectangle 41">
                <a:extLst>
                  <a:ext uri="{FF2B5EF4-FFF2-40B4-BE49-F238E27FC236}">
                    <a16:creationId xmlns:a16="http://schemas.microsoft.com/office/drawing/2014/main" id="{277E432A-7CAF-44D2-9B13-DBF37B4065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6" name="Rectangle 42">
                <a:extLst>
                  <a:ext uri="{FF2B5EF4-FFF2-40B4-BE49-F238E27FC236}">
                    <a16:creationId xmlns:a16="http://schemas.microsoft.com/office/drawing/2014/main" id="{357E2366-3D63-E8A9-A01B-589C08DECC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7" name="Rectangle 43">
                <a:extLst>
                  <a:ext uri="{FF2B5EF4-FFF2-40B4-BE49-F238E27FC236}">
                    <a16:creationId xmlns:a16="http://schemas.microsoft.com/office/drawing/2014/main" id="{1D0B4585-F4C2-9469-32A4-79B1A726A0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8" name="Rectangle 44">
                <a:extLst>
                  <a:ext uri="{FF2B5EF4-FFF2-40B4-BE49-F238E27FC236}">
                    <a16:creationId xmlns:a16="http://schemas.microsoft.com/office/drawing/2014/main" id="{E50EC525-DC9C-D72B-96F5-869EA2CC78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29" name="Rectangle 45">
                <a:extLst>
                  <a:ext uri="{FF2B5EF4-FFF2-40B4-BE49-F238E27FC236}">
                    <a16:creationId xmlns:a16="http://schemas.microsoft.com/office/drawing/2014/main" id="{8C8D1DD2-D5D4-FF36-8D0E-3E0DD1D206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0" name="Rectangle 46">
                <a:extLst>
                  <a:ext uri="{FF2B5EF4-FFF2-40B4-BE49-F238E27FC236}">
                    <a16:creationId xmlns:a16="http://schemas.microsoft.com/office/drawing/2014/main" id="{D1CF9407-EB5B-9D8B-F456-021D54D05F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1" name="Rectangle 47">
                <a:extLst>
                  <a:ext uri="{FF2B5EF4-FFF2-40B4-BE49-F238E27FC236}">
                    <a16:creationId xmlns:a16="http://schemas.microsoft.com/office/drawing/2014/main" id="{A4EDA139-5762-E0A7-E8B1-528E3584C6D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2" name="Rectangle 48">
                <a:extLst>
                  <a:ext uri="{FF2B5EF4-FFF2-40B4-BE49-F238E27FC236}">
                    <a16:creationId xmlns:a16="http://schemas.microsoft.com/office/drawing/2014/main" id="{577DA38A-43EF-2866-196D-22640707DD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3" name="Rectangle 49">
                <a:extLst>
                  <a:ext uri="{FF2B5EF4-FFF2-40B4-BE49-F238E27FC236}">
                    <a16:creationId xmlns:a16="http://schemas.microsoft.com/office/drawing/2014/main" id="{D9293D61-652C-0568-592A-5DE1D12460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4" name="Rectangle 50">
                <a:extLst>
                  <a:ext uri="{FF2B5EF4-FFF2-40B4-BE49-F238E27FC236}">
                    <a16:creationId xmlns:a16="http://schemas.microsoft.com/office/drawing/2014/main" id="{D56F0AD2-3A2C-D7B4-8E88-4D3CC4BDD3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5" name="Rectangle 51">
                <a:extLst>
                  <a:ext uri="{FF2B5EF4-FFF2-40B4-BE49-F238E27FC236}">
                    <a16:creationId xmlns:a16="http://schemas.microsoft.com/office/drawing/2014/main" id="{DCAD45DB-6916-65F2-ABF6-0C3C46FE06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6" name="Rectangle 52">
                <a:extLst>
                  <a:ext uri="{FF2B5EF4-FFF2-40B4-BE49-F238E27FC236}">
                    <a16:creationId xmlns:a16="http://schemas.microsoft.com/office/drawing/2014/main" id="{A5DE0350-4DB0-51DC-0C45-440A862694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7" name="Rectangle 53">
                <a:extLst>
                  <a:ext uri="{FF2B5EF4-FFF2-40B4-BE49-F238E27FC236}">
                    <a16:creationId xmlns:a16="http://schemas.microsoft.com/office/drawing/2014/main" id="{E06456DC-7C4C-89EA-2A77-5B532705F7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8" name="Rectangle 54">
                <a:extLst>
                  <a:ext uri="{FF2B5EF4-FFF2-40B4-BE49-F238E27FC236}">
                    <a16:creationId xmlns:a16="http://schemas.microsoft.com/office/drawing/2014/main" id="{D9753176-C987-5AC1-C049-27199DC913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39" name="Rectangle 55">
                <a:extLst>
                  <a:ext uri="{FF2B5EF4-FFF2-40B4-BE49-F238E27FC236}">
                    <a16:creationId xmlns:a16="http://schemas.microsoft.com/office/drawing/2014/main" id="{B646F31F-F8BB-B0A5-E69C-104759659B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0" name="Rectangle 56">
                <a:extLst>
                  <a:ext uri="{FF2B5EF4-FFF2-40B4-BE49-F238E27FC236}">
                    <a16:creationId xmlns:a16="http://schemas.microsoft.com/office/drawing/2014/main" id="{81D8895E-D830-9FD0-2D0D-E71DCCECEC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1" name="Rectangle 57">
                <a:extLst>
                  <a:ext uri="{FF2B5EF4-FFF2-40B4-BE49-F238E27FC236}">
                    <a16:creationId xmlns:a16="http://schemas.microsoft.com/office/drawing/2014/main" id="{EED51975-F737-ED25-4502-526A3CF75E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2" name="Rectangle 58">
                <a:extLst>
                  <a:ext uri="{FF2B5EF4-FFF2-40B4-BE49-F238E27FC236}">
                    <a16:creationId xmlns:a16="http://schemas.microsoft.com/office/drawing/2014/main" id="{0FA4DCB7-85BB-AA96-2CEC-3833E0EF34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3" name="Rectangle 59">
                <a:extLst>
                  <a:ext uri="{FF2B5EF4-FFF2-40B4-BE49-F238E27FC236}">
                    <a16:creationId xmlns:a16="http://schemas.microsoft.com/office/drawing/2014/main" id="{53F01805-79C2-5A08-5D07-1E98EE1661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4" name="Rectangle 60">
                <a:extLst>
                  <a:ext uri="{FF2B5EF4-FFF2-40B4-BE49-F238E27FC236}">
                    <a16:creationId xmlns:a16="http://schemas.microsoft.com/office/drawing/2014/main" id="{363FC509-CE0B-BDFE-AAEB-D72C624810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5" name="Rectangle 61">
                <a:extLst>
                  <a:ext uri="{FF2B5EF4-FFF2-40B4-BE49-F238E27FC236}">
                    <a16:creationId xmlns:a16="http://schemas.microsoft.com/office/drawing/2014/main" id="{F6F58D84-9C3E-2F79-2F7A-74389A51F6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6" name="Rectangle 62">
                <a:extLst>
                  <a:ext uri="{FF2B5EF4-FFF2-40B4-BE49-F238E27FC236}">
                    <a16:creationId xmlns:a16="http://schemas.microsoft.com/office/drawing/2014/main" id="{D801AC05-D0EE-B354-07B7-D0D1A333B9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7" name="Rectangle 63">
                <a:extLst>
                  <a:ext uri="{FF2B5EF4-FFF2-40B4-BE49-F238E27FC236}">
                    <a16:creationId xmlns:a16="http://schemas.microsoft.com/office/drawing/2014/main" id="{DB852859-08BE-8CFA-BCD2-D2CF55C87E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8" name="Rectangle 64">
                <a:extLst>
                  <a:ext uri="{FF2B5EF4-FFF2-40B4-BE49-F238E27FC236}">
                    <a16:creationId xmlns:a16="http://schemas.microsoft.com/office/drawing/2014/main" id="{5D1650D1-43B1-3CF5-624E-EB810DCA48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49" name="Rectangle 65">
                <a:extLst>
                  <a:ext uri="{FF2B5EF4-FFF2-40B4-BE49-F238E27FC236}">
                    <a16:creationId xmlns:a16="http://schemas.microsoft.com/office/drawing/2014/main" id="{10183AB2-123C-9436-DFB7-83FB6A0BF5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0" name="Rectangle 66">
                <a:extLst>
                  <a:ext uri="{FF2B5EF4-FFF2-40B4-BE49-F238E27FC236}">
                    <a16:creationId xmlns:a16="http://schemas.microsoft.com/office/drawing/2014/main" id="{D8CC551E-7587-C572-AB08-D0C86751BF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1" name="Rectangle 67">
                <a:extLst>
                  <a:ext uri="{FF2B5EF4-FFF2-40B4-BE49-F238E27FC236}">
                    <a16:creationId xmlns:a16="http://schemas.microsoft.com/office/drawing/2014/main" id="{70E9A3F4-8C14-CA8C-A1BD-42C3903D9C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2" name="Rectangle 68">
                <a:extLst>
                  <a:ext uri="{FF2B5EF4-FFF2-40B4-BE49-F238E27FC236}">
                    <a16:creationId xmlns:a16="http://schemas.microsoft.com/office/drawing/2014/main" id="{D718E801-73B9-A128-6FB3-2C1D85A2BF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3" name="Rectangle 69">
                <a:extLst>
                  <a:ext uri="{FF2B5EF4-FFF2-40B4-BE49-F238E27FC236}">
                    <a16:creationId xmlns:a16="http://schemas.microsoft.com/office/drawing/2014/main" id="{18092636-BC3B-C430-5A55-F07DF64EBA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4" name="Rectangle 70">
                <a:extLst>
                  <a:ext uri="{FF2B5EF4-FFF2-40B4-BE49-F238E27FC236}">
                    <a16:creationId xmlns:a16="http://schemas.microsoft.com/office/drawing/2014/main" id="{8E1E467E-7519-69DF-7102-3E4315B06E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5" name="Rectangle 71">
                <a:extLst>
                  <a:ext uri="{FF2B5EF4-FFF2-40B4-BE49-F238E27FC236}">
                    <a16:creationId xmlns:a16="http://schemas.microsoft.com/office/drawing/2014/main" id="{B9FEBB9B-B681-7148-3C4E-50C1370161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6" name="Rectangle 72">
                <a:extLst>
                  <a:ext uri="{FF2B5EF4-FFF2-40B4-BE49-F238E27FC236}">
                    <a16:creationId xmlns:a16="http://schemas.microsoft.com/office/drawing/2014/main" id="{557D774C-DAFA-3003-21DE-E1474DAD19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7" name="Rectangle 73">
                <a:extLst>
                  <a:ext uri="{FF2B5EF4-FFF2-40B4-BE49-F238E27FC236}">
                    <a16:creationId xmlns:a16="http://schemas.microsoft.com/office/drawing/2014/main" id="{043C8815-4F8F-E1EC-3750-D938E4D640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8" name="Rectangle 74">
                <a:extLst>
                  <a:ext uri="{FF2B5EF4-FFF2-40B4-BE49-F238E27FC236}">
                    <a16:creationId xmlns:a16="http://schemas.microsoft.com/office/drawing/2014/main" id="{43A39912-352A-097C-2A56-DC85EA8393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59" name="Rectangle 75">
                <a:extLst>
                  <a:ext uri="{FF2B5EF4-FFF2-40B4-BE49-F238E27FC236}">
                    <a16:creationId xmlns:a16="http://schemas.microsoft.com/office/drawing/2014/main" id="{99FA58E1-D9EE-FB8C-B387-376AE05A33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0" name="Rectangle 76">
                <a:extLst>
                  <a:ext uri="{FF2B5EF4-FFF2-40B4-BE49-F238E27FC236}">
                    <a16:creationId xmlns:a16="http://schemas.microsoft.com/office/drawing/2014/main" id="{9FB51B1A-404F-5244-1157-66255AE29D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1" name="Rectangle 77">
                <a:extLst>
                  <a:ext uri="{FF2B5EF4-FFF2-40B4-BE49-F238E27FC236}">
                    <a16:creationId xmlns:a16="http://schemas.microsoft.com/office/drawing/2014/main" id="{ECC5A73E-FBC0-062E-C14C-93E220196E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2" name="Rectangle 78">
                <a:extLst>
                  <a:ext uri="{FF2B5EF4-FFF2-40B4-BE49-F238E27FC236}">
                    <a16:creationId xmlns:a16="http://schemas.microsoft.com/office/drawing/2014/main" id="{0B089C7F-DA2C-7B53-7FFC-3BEB97E571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3" name="Rectangle 79">
                <a:extLst>
                  <a:ext uri="{FF2B5EF4-FFF2-40B4-BE49-F238E27FC236}">
                    <a16:creationId xmlns:a16="http://schemas.microsoft.com/office/drawing/2014/main" id="{0252E80F-3A97-E8CD-C4D1-07B2FF2B7F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4" name="Rectangle 80">
                <a:extLst>
                  <a:ext uri="{FF2B5EF4-FFF2-40B4-BE49-F238E27FC236}">
                    <a16:creationId xmlns:a16="http://schemas.microsoft.com/office/drawing/2014/main" id="{5CE3FA26-6771-A5FD-AFBC-380938D30F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5" name="Freeform 81">
                <a:extLst>
                  <a:ext uri="{FF2B5EF4-FFF2-40B4-BE49-F238E27FC236}">
                    <a16:creationId xmlns:a16="http://schemas.microsoft.com/office/drawing/2014/main" id="{60E43147-BB92-DAE7-9870-C38FFB34FCC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266" name="Rectangle 82">
                <a:extLst>
                  <a:ext uri="{FF2B5EF4-FFF2-40B4-BE49-F238E27FC236}">
                    <a16:creationId xmlns:a16="http://schemas.microsoft.com/office/drawing/2014/main" id="{930F303A-B41A-130F-B70C-0CA453B473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7" name="Rectangle 83">
                <a:extLst>
                  <a:ext uri="{FF2B5EF4-FFF2-40B4-BE49-F238E27FC236}">
                    <a16:creationId xmlns:a16="http://schemas.microsoft.com/office/drawing/2014/main" id="{AA4FD036-A994-49AD-94D6-CC6A83D5C8A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8" name="Rectangle 84">
                <a:extLst>
                  <a:ext uri="{FF2B5EF4-FFF2-40B4-BE49-F238E27FC236}">
                    <a16:creationId xmlns:a16="http://schemas.microsoft.com/office/drawing/2014/main" id="{FB396175-C3ED-A940-A0C4-35738E3465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69" name="Rectangle 85">
                <a:extLst>
                  <a:ext uri="{FF2B5EF4-FFF2-40B4-BE49-F238E27FC236}">
                    <a16:creationId xmlns:a16="http://schemas.microsoft.com/office/drawing/2014/main" id="{835CD5D8-BAE8-01C5-D766-6E7DEA070E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0" name="Rectangle 86">
                <a:extLst>
                  <a:ext uri="{FF2B5EF4-FFF2-40B4-BE49-F238E27FC236}">
                    <a16:creationId xmlns:a16="http://schemas.microsoft.com/office/drawing/2014/main" id="{487A3750-48F5-BF6F-901E-5FA0F98FFC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1" name="Rectangle 87">
                <a:extLst>
                  <a:ext uri="{FF2B5EF4-FFF2-40B4-BE49-F238E27FC236}">
                    <a16:creationId xmlns:a16="http://schemas.microsoft.com/office/drawing/2014/main" id="{8D30179B-0568-481D-7EBE-12BE59822C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2" name="Rectangle 88">
                <a:extLst>
                  <a:ext uri="{FF2B5EF4-FFF2-40B4-BE49-F238E27FC236}">
                    <a16:creationId xmlns:a16="http://schemas.microsoft.com/office/drawing/2014/main" id="{2A05FFA5-A841-0AE9-3EE0-492BDF1D44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3" name="Rectangle 89">
                <a:extLst>
                  <a:ext uri="{FF2B5EF4-FFF2-40B4-BE49-F238E27FC236}">
                    <a16:creationId xmlns:a16="http://schemas.microsoft.com/office/drawing/2014/main" id="{3D1D0DCE-392D-E1DF-A3CB-D81BBC0EFA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4" name="Rectangle 90">
                <a:extLst>
                  <a:ext uri="{FF2B5EF4-FFF2-40B4-BE49-F238E27FC236}">
                    <a16:creationId xmlns:a16="http://schemas.microsoft.com/office/drawing/2014/main" id="{97C94F97-02B8-7CB9-FA51-6931849ECF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5" name="Rectangle 91">
                <a:extLst>
                  <a:ext uri="{FF2B5EF4-FFF2-40B4-BE49-F238E27FC236}">
                    <a16:creationId xmlns:a16="http://schemas.microsoft.com/office/drawing/2014/main" id="{63124487-E526-A992-E7C7-8202C1236A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6" name="Rectangle 92">
                <a:extLst>
                  <a:ext uri="{FF2B5EF4-FFF2-40B4-BE49-F238E27FC236}">
                    <a16:creationId xmlns:a16="http://schemas.microsoft.com/office/drawing/2014/main" id="{29040682-F582-AD9F-8884-EE5EDCB6D0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7" name="Rectangle 93">
                <a:extLst>
                  <a:ext uri="{FF2B5EF4-FFF2-40B4-BE49-F238E27FC236}">
                    <a16:creationId xmlns:a16="http://schemas.microsoft.com/office/drawing/2014/main" id="{67A85878-E045-DF13-C805-DC6E9F6136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8" name="Rectangle 94">
                <a:extLst>
                  <a:ext uri="{FF2B5EF4-FFF2-40B4-BE49-F238E27FC236}">
                    <a16:creationId xmlns:a16="http://schemas.microsoft.com/office/drawing/2014/main" id="{C0F61731-B898-BF1E-3A85-D3FA582220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79" name="Rectangle 95">
                <a:extLst>
                  <a:ext uri="{FF2B5EF4-FFF2-40B4-BE49-F238E27FC236}">
                    <a16:creationId xmlns:a16="http://schemas.microsoft.com/office/drawing/2014/main" id="{D5764CB9-50EB-FDCB-932A-D540A2F9FA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0" name="Rectangle 96">
                <a:extLst>
                  <a:ext uri="{FF2B5EF4-FFF2-40B4-BE49-F238E27FC236}">
                    <a16:creationId xmlns:a16="http://schemas.microsoft.com/office/drawing/2014/main" id="{9B1D4640-432E-1ACB-2050-BACE8B84E1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1" name="Rectangle 97">
                <a:extLst>
                  <a:ext uri="{FF2B5EF4-FFF2-40B4-BE49-F238E27FC236}">
                    <a16:creationId xmlns:a16="http://schemas.microsoft.com/office/drawing/2014/main" id="{5BA37DDD-645F-50F2-7CBE-0AC966BD6D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2" name="Rectangle 98">
                <a:extLst>
                  <a:ext uri="{FF2B5EF4-FFF2-40B4-BE49-F238E27FC236}">
                    <a16:creationId xmlns:a16="http://schemas.microsoft.com/office/drawing/2014/main" id="{44E47735-993F-CB73-DEEE-7588C3F25B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3" name="Rectangle 99">
                <a:extLst>
                  <a:ext uri="{FF2B5EF4-FFF2-40B4-BE49-F238E27FC236}">
                    <a16:creationId xmlns:a16="http://schemas.microsoft.com/office/drawing/2014/main" id="{2FBD2638-941C-3A17-526A-EB4FFD0D61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4" name="Rectangle 100">
                <a:extLst>
                  <a:ext uri="{FF2B5EF4-FFF2-40B4-BE49-F238E27FC236}">
                    <a16:creationId xmlns:a16="http://schemas.microsoft.com/office/drawing/2014/main" id="{A9AE0F96-BB4D-1917-EFA4-EACED40806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5" name="Rectangle 101">
                <a:extLst>
                  <a:ext uri="{FF2B5EF4-FFF2-40B4-BE49-F238E27FC236}">
                    <a16:creationId xmlns:a16="http://schemas.microsoft.com/office/drawing/2014/main" id="{013997E5-CF4A-2504-5A9A-63A63F3604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6" name="Rectangle 102">
                <a:extLst>
                  <a:ext uri="{FF2B5EF4-FFF2-40B4-BE49-F238E27FC236}">
                    <a16:creationId xmlns:a16="http://schemas.microsoft.com/office/drawing/2014/main" id="{0B17E9D3-CE47-87C8-37AB-B326839C42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7" name="Rectangle 103">
                <a:extLst>
                  <a:ext uri="{FF2B5EF4-FFF2-40B4-BE49-F238E27FC236}">
                    <a16:creationId xmlns:a16="http://schemas.microsoft.com/office/drawing/2014/main" id="{1AE15972-AAE1-F548-3206-DC3D9C83AB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8" name="Rectangle 104">
                <a:extLst>
                  <a:ext uri="{FF2B5EF4-FFF2-40B4-BE49-F238E27FC236}">
                    <a16:creationId xmlns:a16="http://schemas.microsoft.com/office/drawing/2014/main" id="{58808C62-932D-DB2F-4816-F21FA53C5B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89" name="Rectangle 105">
                <a:extLst>
                  <a:ext uri="{FF2B5EF4-FFF2-40B4-BE49-F238E27FC236}">
                    <a16:creationId xmlns:a16="http://schemas.microsoft.com/office/drawing/2014/main" id="{CDBDFCBF-AF2B-7B48-B134-7AFC19C849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0" name="Rectangle 106">
                <a:extLst>
                  <a:ext uri="{FF2B5EF4-FFF2-40B4-BE49-F238E27FC236}">
                    <a16:creationId xmlns:a16="http://schemas.microsoft.com/office/drawing/2014/main" id="{A3C57DAA-F23F-8F27-6B1F-1B951988FB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1" name="Rectangle 107">
                <a:extLst>
                  <a:ext uri="{FF2B5EF4-FFF2-40B4-BE49-F238E27FC236}">
                    <a16:creationId xmlns:a16="http://schemas.microsoft.com/office/drawing/2014/main" id="{23A99DC5-A409-A9AF-8571-3F6D245FBC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2" name="Rectangle 108">
                <a:extLst>
                  <a:ext uri="{FF2B5EF4-FFF2-40B4-BE49-F238E27FC236}">
                    <a16:creationId xmlns:a16="http://schemas.microsoft.com/office/drawing/2014/main" id="{27EA4EF1-65AB-9E5D-0E13-4062158BB7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3" name="Rectangle 109">
                <a:extLst>
                  <a:ext uri="{FF2B5EF4-FFF2-40B4-BE49-F238E27FC236}">
                    <a16:creationId xmlns:a16="http://schemas.microsoft.com/office/drawing/2014/main" id="{B99656B1-9F43-58D5-0AE8-10F389FEC5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4" name="Rectangle 110">
                <a:extLst>
                  <a:ext uri="{FF2B5EF4-FFF2-40B4-BE49-F238E27FC236}">
                    <a16:creationId xmlns:a16="http://schemas.microsoft.com/office/drawing/2014/main" id="{D3104A3B-91BA-7502-EBE2-C9080B1DF2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5" name="Rectangle 111">
                <a:extLst>
                  <a:ext uri="{FF2B5EF4-FFF2-40B4-BE49-F238E27FC236}">
                    <a16:creationId xmlns:a16="http://schemas.microsoft.com/office/drawing/2014/main" id="{19B920C4-97DA-3A9B-7D39-D1ED82D076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6" name="Rectangle 112">
                <a:extLst>
                  <a:ext uri="{FF2B5EF4-FFF2-40B4-BE49-F238E27FC236}">
                    <a16:creationId xmlns:a16="http://schemas.microsoft.com/office/drawing/2014/main" id="{808B572F-E78C-B973-15BE-9A056E2CCF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7" name="Rectangle 113">
                <a:extLst>
                  <a:ext uri="{FF2B5EF4-FFF2-40B4-BE49-F238E27FC236}">
                    <a16:creationId xmlns:a16="http://schemas.microsoft.com/office/drawing/2014/main" id="{D1F0AD53-158C-B9B6-4981-55C78B3D76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8" name="Rectangle 114">
                <a:extLst>
                  <a:ext uri="{FF2B5EF4-FFF2-40B4-BE49-F238E27FC236}">
                    <a16:creationId xmlns:a16="http://schemas.microsoft.com/office/drawing/2014/main" id="{C323E7BA-A510-3C67-B48F-0296F72DD1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299" name="Rectangle 115">
                <a:extLst>
                  <a:ext uri="{FF2B5EF4-FFF2-40B4-BE49-F238E27FC236}">
                    <a16:creationId xmlns:a16="http://schemas.microsoft.com/office/drawing/2014/main" id="{EA99D451-51A8-E60D-8626-45C9598FF3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0" name="Rectangle 116">
                <a:extLst>
                  <a:ext uri="{FF2B5EF4-FFF2-40B4-BE49-F238E27FC236}">
                    <a16:creationId xmlns:a16="http://schemas.microsoft.com/office/drawing/2014/main" id="{AAA5AC06-D4DC-3F16-FB19-8D3F0FF4AE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1" name="Rectangle 117">
                <a:extLst>
                  <a:ext uri="{FF2B5EF4-FFF2-40B4-BE49-F238E27FC236}">
                    <a16:creationId xmlns:a16="http://schemas.microsoft.com/office/drawing/2014/main" id="{DEDE0306-47AC-7C80-466F-585B8CE387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2" name="Rectangle 118">
                <a:extLst>
                  <a:ext uri="{FF2B5EF4-FFF2-40B4-BE49-F238E27FC236}">
                    <a16:creationId xmlns:a16="http://schemas.microsoft.com/office/drawing/2014/main" id="{6AA41692-4F2C-5285-3BEA-4C9E1F49F8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3" name="Rectangle 119">
                <a:extLst>
                  <a:ext uri="{FF2B5EF4-FFF2-40B4-BE49-F238E27FC236}">
                    <a16:creationId xmlns:a16="http://schemas.microsoft.com/office/drawing/2014/main" id="{95489C74-EA12-F019-66BD-7725045BAE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4" name="Rectangle 120">
                <a:extLst>
                  <a:ext uri="{FF2B5EF4-FFF2-40B4-BE49-F238E27FC236}">
                    <a16:creationId xmlns:a16="http://schemas.microsoft.com/office/drawing/2014/main" id="{0AB93EAD-1D0F-E58C-277A-A6FEDDCA4C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5" name="Rectangle 121">
                <a:extLst>
                  <a:ext uri="{FF2B5EF4-FFF2-40B4-BE49-F238E27FC236}">
                    <a16:creationId xmlns:a16="http://schemas.microsoft.com/office/drawing/2014/main" id="{9EC4C22B-BB8E-C288-4A37-D3489F8321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6" name="Rectangle 122">
                <a:extLst>
                  <a:ext uri="{FF2B5EF4-FFF2-40B4-BE49-F238E27FC236}">
                    <a16:creationId xmlns:a16="http://schemas.microsoft.com/office/drawing/2014/main" id="{E7032B22-1955-12F1-2F4D-438E617CFD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7" name="Rectangle 123">
                <a:extLst>
                  <a:ext uri="{FF2B5EF4-FFF2-40B4-BE49-F238E27FC236}">
                    <a16:creationId xmlns:a16="http://schemas.microsoft.com/office/drawing/2014/main" id="{E69317E8-E0B0-EAE4-258D-57EAFD0E9BA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8" name="Rectangle 124">
                <a:extLst>
                  <a:ext uri="{FF2B5EF4-FFF2-40B4-BE49-F238E27FC236}">
                    <a16:creationId xmlns:a16="http://schemas.microsoft.com/office/drawing/2014/main" id="{0D8968FF-BBFA-DB01-7A01-F402417B1E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09" name="Rectangle 125">
                <a:extLst>
                  <a:ext uri="{FF2B5EF4-FFF2-40B4-BE49-F238E27FC236}">
                    <a16:creationId xmlns:a16="http://schemas.microsoft.com/office/drawing/2014/main" id="{10E70038-271E-0AEC-B8F1-E857C29668D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0" name="Rectangle 126">
                <a:extLst>
                  <a:ext uri="{FF2B5EF4-FFF2-40B4-BE49-F238E27FC236}">
                    <a16:creationId xmlns:a16="http://schemas.microsoft.com/office/drawing/2014/main" id="{AEEF7E5F-3D77-F096-F469-71703729A5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1" name="Rectangle 127">
                <a:extLst>
                  <a:ext uri="{FF2B5EF4-FFF2-40B4-BE49-F238E27FC236}">
                    <a16:creationId xmlns:a16="http://schemas.microsoft.com/office/drawing/2014/main" id="{55C1720A-FC38-1C23-265F-600434ED78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2" name="Rectangle 128">
                <a:extLst>
                  <a:ext uri="{FF2B5EF4-FFF2-40B4-BE49-F238E27FC236}">
                    <a16:creationId xmlns:a16="http://schemas.microsoft.com/office/drawing/2014/main" id="{9ACFD974-05A8-BB60-7D07-014C63945E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3" name="Rectangle 129">
                <a:extLst>
                  <a:ext uri="{FF2B5EF4-FFF2-40B4-BE49-F238E27FC236}">
                    <a16:creationId xmlns:a16="http://schemas.microsoft.com/office/drawing/2014/main" id="{F2A8100E-736C-DF5B-8E36-45456699AA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4" name="Rectangle 130">
                <a:extLst>
                  <a:ext uri="{FF2B5EF4-FFF2-40B4-BE49-F238E27FC236}">
                    <a16:creationId xmlns:a16="http://schemas.microsoft.com/office/drawing/2014/main" id="{876A9AB7-C7C2-1C35-5340-6F9654915E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5" name="Rectangle 131">
                <a:extLst>
                  <a:ext uri="{FF2B5EF4-FFF2-40B4-BE49-F238E27FC236}">
                    <a16:creationId xmlns:a16="http://schemas.microsoft.com/office/drawing/2014/main" id="{E52A61B4-8E22-FC9E-99B7-ADFE3B5479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6" name="Rectangle 132">
                <a:extLst>
                  <a:ext uri="{FF2B5EF4-FFF2-40B4-BE49-F238E27FC236}">
                    <a16:creationId xmlns:a16="http://schemas.microsoft.com/office/drawing/2014/main" id="{D51E2B1F-9710-E1AF-1079-3AC37039D4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7" name="Rectangle 133">
                <a:extLst>
                  <a:ext uri="{FF2B5EF4-FFF2-40B4-BE49-F238E27FC236}">
                    <a16:creationId xmlns:a16="http://schemas.microsoft.com/office/drawing/2014/main" id="{6DF26562-43A7-DF4F-3953-36C118DC77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8" name="Rectangle 134">
                <a:extLst>
                  <a:ext uri="{FF2B5EF4-FFF2-40B4-BE49-F238E27FC236}">
                    <a16:creationId xmlns:a16="http://schemas.microsoft.com/office/drawing/2014/main" id="{08807326-19F3-D3A8-F673-98D42AA5AE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19" name="Rectangle 135">
                <a:extLst>
                  <a:ext uri="{FF2B5EF4-FFF2-40B4-BE49-F238E27FC236}">
                    <a16:creationId xmlns:a16="http://schemas.microsoft.com/office/drawing/2014/main" id="{48059EFE-6BFC-D609-0F4A-FE68DF3E95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20" name="Rectangle 136">
                <a:extLst>
                  <a:ext uri="{FF2B5EF4-FFF2-40B4-BE49-F238E27FC236}">
                    <a16:creationId xmlns:a16="http://schemas.microsoft.com/office/drawing/2014/main" id="{89AFCBE8-3AEE-9E38-8A4A-970817C8D4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21" name="Rectangle 137">
                <a:extLst>
                  <a:ext uri="{FF2B5EF4-FFF2-40B4-BE49-F238E27FC236}">
                    <a16:creationId xmlns:a16="http://schemas.microsoft.com/office/drawing/2014/main" id="{0580BE55-90D8-B553-FD09-B265BF52AF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22" name="Freeform 138">
                <a:extLst>
                  <a:ext uri="{FF2B5EF4-FFF2-40B4-BE49-F238E27FC236}">
                    <a16:creationId xmlns:a16="http://schemas.microsoft.com/office/drawing/2014/main" id="{B3658512-ED04-923D-8D1D-C210294C012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3" name="Freeform 139">
                <a:extLst>
                  <a:ext uri="{FF2B5EF4-FFF2-40B4-BE49-F238E27FC236}">
                    <a16:creationId xmlns:a16="http://schemas.microsoft.com/office/drawing/2014/main" id="{3A4ABB31-C6DC-ACBF-4E93-B5AAF97BF0A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4" name="Freeform 140">
                <a:extLst>
                  <a:ext uri="{FF2B5EF4-FFF2-40B4-BE49-F238E27FC236}">
                    <a16:creationId xmlns:a16="http://schemas.microsoft.com/office/drawing/2014/main" id="{8B06C847-9190-D630-49A3-C8F2A8F64E3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5" name="Freeform 141">
                <a:extLst>
                  <a:ext uri="{FF2B5EF4-FFF2-40B4-BE49-F238E27FC236}">
                    <a16:creationId xmlns:a16="http://schemas.microsoft.com/office/drawing/2014/main" id="{DD2A158B-DD2B-A721-8016-08606A1DF31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6" name="Freeform 142">
                <a:extLst>
                  <a:ext uri="{FF2B5EF4-FFF2-40B4-BE49-F238E27FC236}">
                    <a16:creationId xmlns:a16="http://schemas.microsoft.com/office/drawing/2014/main" id="{47B31454-C895-985B-63A6-5C45B01DDEC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7" name="Freeform 143">
                <a:extLst>
                  <a:ext uri="{FF2B5EF4-FFF2-40B4-BE49-F238E27FC236}">
                    <a16:creationId xmlns:a16="http://schemas.microsoft.com/office/drawing/2014/main" id="{6144278F-DC77-4D4E-5484-B6E58A669A3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8" name="Freeform 144">
                <a:extLst>
                  <a:ext uri="{FF2B5EF4-FFF2-40B4-BE49-F238E27FC236}">
                    <a16:creationId xmlns:a16="http://schemas.microsoft.com/office/drawing/2014/main" id="{8FEC22D9-F806-4973-66CD-1034E49A5B0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29" name="Freeform 145">
                <a:extLst>
                  <a:ext uri="{FF2B5EF4-FFF2-40B4-BE49-F238E27FC236}">
                    <a16:creationId xmlns:a16="http://schemas.microsoft.com/office/drawing/2014/main" id="{85FA4DF8-48B1-1AF1-EEDE-E80390B2B08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30" name="Freeform 146">
                <a:extLst>
                  <a:ext uri="{FF2B5EF4-FFF2-40B4-BE49-F238E27FC236}">
                    <a16:creationId xmlns:a16="http://schemas.microsoft.com/office/drawing/2014/main" id="{676B9AE3-D029-10D9-9F1F-F5CE577B9A7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31" name="Rectangle 147">
                <a:extLst>
                  <a:ext uri="{FF2B5EF4-FFF2-40B4-BE49-F238E27FC236}">
                    <a16:creationId xmlns:a16="http://schemas.microsoft.com/office/drawing/2014/main" id="{8F1E166C-304F-AEC0-A036-EE937678F4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32" name="Rectangle 148">
                <a:extLst>
                  <a:ext uri="{FF2B5EF4-FFF2-40B4-BE49-F238E27FC236}">
                    <a16:creationId xmlns:a16="http://schemas.microsoft.com/office/drawing/2014/main" id="{97399E19-9BF5-9F40-042F-6FD8672B3C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333" name="Freeform 149">
                <a:extLst>
                  <a:ext uri="{FF2B5EF4-FFF2-40B4-BE49-F238E27FC236}">
                    <a16:creationId xmlns:a16="http://schemas.microsoft.com/office/drawing/2014/main" id="{5B955A09-398E-5BAA-00B4-638FF74F0B7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34" name="Freeform 150">
                <a:extLst>
                  <a:ext uri="{FF2B5EF4-FFF2-40B4-BE49-F238E27FC236}">
                    <a16:creationId xmlns:a16="http://schemas.microsoft.com/office/drawing/2014/main" id="{BE9109BA-B9D3-E145-A05C-77766DCD8CD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35" name="Freeform 151">
                <a:extLst>
                  <a:ext uri="{FF2B5EF4-FFF2-40B4-BE49-F238E27FC236}">
                    <a16:creationId xmlns:a16="http://schemas.microsoft.com/office/drawing/2014/main" id="{41778395-076F-202B-4BD9-6A6AED91028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336" name="Oval 152">
                <a:extLst>
                  <a:ext uri="{FF2B5EF4-FFF2-40B4-BE49-F238E27FC236}">
                    <a16:creationId xmlns:a16="http://schemas.microsoft.com/office/drawing/2014/main" id="{09F69835-A48D-3297-4862-9D710E31CD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93337" name="Rectangle 153">
            <a:extLst>
              <a:ext uri="{FF2B5EF4-FFF2-40B4-BE49-F238E27FC236}">
                <a16:creationId xmlns:a16="http://schemas.microsoft.com/office/drawing/2014/main" id="{541FB6F6-D6D4-DFF1-F40D-20A341703D4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93338" name="Rectangle 154">
            <a:extLst>
              <a:ext uri="{FF2B5EF4-FFF2-40B4-BE49-F238E27FC236}">
                <a16:creationId xmlns:a16="http://schemas.microsoft.com/office/drawing/2014/main" id="{B2299151-8C4D-F464-B9A4-414EC86595CF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93339" name="Rectangle 155">
            <a:extLst>
              <a:ext uri="{FF2B5EF4-FFF2-40B4-BE49-F238E27FC236}">
                <a16:creationId xmlns:a16="http://schemas.microsoft.com/office/drawing/2014/main" id="{D74DF2D3-7689-D6F7-9972-8845588841A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93340" name="Rectangle 156">
            <a:extLst>
              <a:ext uri="{FF2B5EF4-FFF2-40B4-BE49-F238E27FC236}">
                <a16:creationId xmlns:a16="http://schemas.microsoft.com/office/drawing/2014/main" id="{AF553614-EC85-F2D1-F843-37311E8F6A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93341" name="Rectangle 157">
            <a:extLst>
              <a:ext uri="{FF2B5EF4-FFF2-40B4-BE49-F238E27FC236}">
                <a16:creationId xmlns:a16="http://schemas.microsoft.com/office/drawing/2014/main" id="{C94AFD77-ABBB-1BC5-5618-F422D71FC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0F77CF1B-C063-4C11-A5E0-9A1933DD388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9E00A-1346-7684-20BE-EF71B331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1BDBB0-36F4-D95E-6780-69B267925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A497CA-ED43-1D32-3DD4-2F7843EA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C7F8F6-9C8A-78C0-1A20-2EA0743C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ACD9D9-C61A-21E7-4C18-720906A4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1D166-27D5-4387-BA25-A9845409C3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200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966CF-0A65-CC7A-8746-E285958E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0B36BA-16AE-3AF8-7AE8-04AA0F243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215FF5-36FC-50F1-838A-C2CEED10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766E36-BA6C-664A-B923-46162F5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626F9A-8530-204E-6323-F1455001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0DFA98-DF1A-4805-8268-0A891B681B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5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4C2B8-26A2-6B80-774B-FDE3B52F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3C6C1F-C505-8FCA-642B-32061FE27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42C5BD-823D-6E96-9AE6-E8C8B1070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0FA41A-FFF2-DBD6-003B-8257AA96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BBCEDD-E92C-AC06-2657-2AFBC834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658DB3-2A04-3B42-1F7B-2BA341B1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34A1E-929B-4D05-80A9-F212A018B4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528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2552B-EB3B-5CD7-A216-8D386519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B263FA-13B8-C911-3D78-69166874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BB8FC2-781A-00C3-CFEC-C73155C3E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4A9958-B51D-A68B-388B-F859D099D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A7A9B7-CFD0-8DDD-2AD8-0B7F064D2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D7BD85-94F2-4C98-D208-1FC8B749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13D3CF-7A32-3E87-6A93-EE154F0C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BD8AD3-C0AA-90A7-F3D5-BEB674CD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F4ED6-7652-4E73-A79C-5C49E0F7AA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67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5162F-CAFB-E6A5-313A-B4796AD1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5BEF21-ADCF-5E73-60D6-445B517D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44446E-3FE9-1657-1C50-9AA0B4D3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7F47D1-E1CC-DBF8-2CEA-6EFD4245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676EF-9913-4F62-B8B3-A71C3D97BA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08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C854F2-D013-8ECC-08B1-655116BA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012BFC-6FAE-46C1-104D-BC9646BD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67E870-27D6-FA79-368A-F555E944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F63373-A616-40D2-8F64-41827EDF83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112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4E72F-B436-C440-886F-B805F0C8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3DB8E-2EBF-FDFA-EAC0-7498A5A3D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61BED9-4A31-82D1-232C-633AA79F6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1F1378-88EB-31E4-489E-2D00AA60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B44DC0-D85F-1013-8AFC-5319A3B8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A4ED33-9088-D1D8-3789-7AC7A6C3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2AEBB9-29EF-459A-AD1B-DFD2882713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298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B04F5-4D63-5D1C-283C-6149E5C1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A75DB3-5531-6054-EE46-468E216CE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356A41-A30D-ABC5-B628-0D23E90C9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F58440-7CFB-C411-BA95-287886A31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0FE5F6-CDDA-A647-7E44-07301369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1BED6F-5A8E-0DD7-B6F1-AEA5AC13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CB07F-1EDC-4D5A-9E4F-BBB329C270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87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CFF2B-3EB1-DAFE-8CA3-BEDDB538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099A1C-E97F-A0BC-DBA5-338674FEE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00D723-0A8B-AA05-6A06-9C7BFD74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380942-2712-457A-A1DA-6F7F4F25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967114-CDFA-697E-B359-06427ECC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F2D88-F4C0-492F-B78D-6EDBBE77E5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764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85547E-1B80-C0EE-5522-3FD4E392C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B78C34-202F-29F5-A90C-BEEB36B09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CEDB67-C68C-DC9C-7094-3D1F63C5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D4C315-6812-6681-9F4A-DE6AC702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7D232F-75C6-28CC-AB63-5BEA6265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DF189-EE11-4E92-BA6A-5AA85FB6E7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669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9098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2" name="Group 2">
            <a:extLst>
              <a:ext uri="{FF2B5EF4-FFF2-40B4-BE49-F238E27FC236}">
                <a16:creationId xmlns:a16="http://schemas.microsoft.com/office/drawing/2014/main" id="{541F5376-7F0F-2A73-1773-58B00384E8A4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92163" name="Group 3">
              <a:extLst>
                <a:ext uri="{FF2B5EF4-FFF2-40B4-BE49-F238E27FC236}">
                  <a16:creationId xmlns:a16="http://schemas.microsoft.com/office/drawing/2014/main" id="{AE9EF7C5-7657-E64E-3100-376DA37F069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92164" name="Freeform 4">
                <a:extLst>
                  <a:ext uri="{FF2B5EF4-FFF2-40B4-BE49-F238E27FC236}">
                    <a16:creationId xmlns:a16="http://schemas.microsoft.com/office/drawing/2014/main" id="{87C1846B-16E1-F2D7-2E60-7D4DBD39C81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65" name="Freeform 5">
                <a:extLst>
                  <a:ext uri="{FF2B5EF4-FFF2-40B4-BE49-F238E27FC236}">
                    <a16:creationId xmlns:a16="http://schemas.microsoft.com/office/drawing/2014/main" id="{914DFF58-5AE1-6510-8F3A-4BF45AB687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66" name="Freeform 6">
                <a:extLst>
                  <a:ext uri="{FF2B5EF4-FFF2-40B4-BE49-F238E27FC236}">
                    <a16:creationId xmlns:a16="http://schemas.microsoft.com/office/drawing/2014/main" id="{36097C8B-BE32-0372-A493-7A02E08B18C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67" name="Freeform 7">
                <a:extLst>
                  <a:ext uri="{FF2B5EF4-FFF2-40B4-BE49-F238E27FC236}">
                    <a16:creationId xmlns:a16="http://schemas.microsoft.com/office/drawing/2014/main" id="{6AFD954D-163E-8423-4E4F-1C9E3A70F35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68" name="Freeform 8">
                <a:extLst>
                  <a:ext uri="{FF2B5EF4-FFF2-40B4-BE49-F238E27FC236}">
                    <a16:creationId xmlns:a16="http://schemas.microsoft.com/office/drawing/2014/main" id="{C8B15EC3-A8B4-B47A-493F-96589B1DC1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69" name="Freeform 9">
                <a:extLst>
                  <a:ext uri="{FF2B5EF4-FFF2-40B4-BE49-F238E27FC236}">
                    <a16:creationId xmlns:a16="http://schemas.microsoft.com/office/drawing/2014/main" id="{942070D4-EE8B-3926-8867-4A95074DA43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0" name="Freeform 10">
                <a:extLst>
                  <a:ext uri="{FF2B5EF4-FFF2-40B4-BE49-F238E27FC236}">
                    <a16:creationId xmlns:a16="http://schemas.microsoft.com/office/drawing/2014/main" id="{D7204205-432F-CA4B-C6F9-6FF5BEAE87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1" name="Freeform 11">
                <a:extLst>
                  <a:ext uri="{FF2B5EF4-FFF2-40B4-BE49-F238E27FC236}">
                    <a16:creationId xmlns:a16="http://schemas.microsoft.com/office/drawing/2014/main" id="{8056190C-5ECF-0F5A-517C-E17848CBC4F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2" name="Freeform 12">
                <a:extLst>
                  <a:ext uri="{FF2B5EF4-FFF2-40B4-BE49-F238E27FC236}">
                    <a16:creationId xmlns:a16="http://schemas.microsoft.com/office/drawing/2014/main" id="{06472172-F0E1-26AC-0BFB-3F3408D592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3" name="Freeform 13">
                <a:extLst>
                  <a:ext uri="{FF2B5EF4-FFF2-40B4-BE49-F238E27FC236}">
                    <a16:creationId xmlns:a16="http://schemas.microsoft.com/office/drawing/2014/main" id="{7EE575EB-7753-5B73-5E5C-256C10AEB65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4" name="Freeform 14">
                <a:extLst>
                  <a:ext uri="{FF2B5EF4-FFF2-40B4-BE49-F238E27FC236}">
                    <a16:creationId xmlns:a16="http://schemas.microsoft.com/office/drawing/2014/main" id="{90BB9CCF-9F5C-DB3A-3DBE-23418C6D17C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5" name="Freeform 15">
                <a:extLst>
                  <a:ext uri="{FF2B5EF4-FFF2-40B4-BE49-F238E27FC236}">
                    <a16:creationId xmlns:a16="http://schemas.microsoft.com/office/drawing/2014/main" id="{06A433C9-3181-7F6A-388D-5A56DC74756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176" name="Freeform 16">
                <a:extLst>
                  <a:ext uri="{FF2B5EF4-FFF2-40B4-BE49-F238E27FC236}">
                    <a16:creationId xmlns:a16="http://schemas.microsoft.com/office/drawing/2014/main" id="{D05ED8E5-1901-3D2A-4185-E5F3F072F77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2177" name="Group 17">
              <a:extLst>
                <a:ext uri="{FF2B5EF4-FFF2-40B4-BE49-F238E27FC236}">
                  <a16:creationId xmlns:a16="http://schemas.microsoft.com/office/drawing/2014/main" id="{070EF832-A98B-A627-F4DD-5A20241C843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92178" name="Rectangle 18">
                <a:extLst>
                  <a:ext uri="{FF2B5EF4-FFF2-40B4-BE49-F238E27FC236}">
                    <a16:creationId xmlns:a16="http://schemas.microsoft.com/office/drawing/2014/main" id="{0BD90FEC-2E61-AC8A-3174-DFE15C2ABF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79" name="Rectangle 19">
                <a:extLst>
                  <a:ext uri="{FF2B5EF4-FFF2-40B4-BE49-F238E27FC236}">
                    <a16:creationId xmlns:a16="http://schemas.microsoft.com/office/drawing/2014/main" id="{78BA9134-31AA-9724-1153-F4D1E5D1BA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0" name="Rectangle 20">
                <a:extLst>
                  <a:ext uri="{FF2B5EF4-FFF2-40B4-BE49-F238E27FC236}">
                    <a16:creationId xmlns:a16="http://schemas.microsoft.com/office/drawing/2014/main" id="{6A1BB65D-1D0B-EF93-BBDB-070FB220EE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1" name="Rectangle 21">
                <a:extLst>
                  <a:ext uri="{FF2B5EF4-FFF2-40B4-BE49-F238E27FC236}">
                    <a16:creationId xmlns:a16="http://schemas.microsoft.com/office/drawing/2014/main" id="{9A8291B4-3BBE-EF2B-3534-BE04D2A652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2" name="Rectangle 22">
                <a:extLst>
                  <a:ext uri="{FF2B5EF4-FFF2-40B4-BE49-F238E27FC236}">
                    <a16:creationId xmlns:a16="http://schemas.microsoft.com/office/drawing/2014/main" id="{7A344C44-F92F-0314-BDF7-D7F369D628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3" name="Rectangle 23">
                <a:extLst>
                  <a:ext uri="{FF2B5EF4-FFF2-40B4-BE49-F238E27FC236}">
                    <a16:creationId xmlns:a16="http://schemas.microsoft.com/office/drawing/2014/main" id="{8251F292-C895-2217-4FDE-9F59BDE545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4" name="Rectangle 24">
                <a:extLst>
                  <a:ext uri="{FF2B5EF4-FFF2-40B4-BE49-F238E27FC236}">
                    <a16:creationId xmlns:a16="http://schemas.microsoft.com/office/drawing/2014/main" id="{C7E28E80-C593-B647-AC37-5A62CA2BAB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5" name="Rectangle 25">
                <a:extLst>
                  <a:ext uri="{FF2B5EF4-FFF2-40B4-BE49-F238E27FC236}">
                    <a16:creationId xmlns:a16="http://schemas.microsoft.com/office/drawing/2014/main" id="{D7D9CDF3-5AC2-6ADE-FC4E-47520DA518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6" name="Rectangle 26">
                <a:extLst>
                  <a:ext uri="{FF2B5EF4-FFF2-40B4-BE49-F238E27FC236}">
                    <a16:creationId xmlns:a16="http://schemas.microsoft.com/office/drawing/2014/main" id="{CD41B15E-CE00-894F-9CD2-09DADA2819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7" name="Rectangle 27">
                <a:extLst>
                  <a:ext uri="{FF2B5EF4-FFF2-40B4-BE49-F238E27FC236}">
                    <a16:creationId xmlns:a16="http://schemas.microsoft.com/office/drawing/2014/main" id="{B0F67F2F-4091-DE62-4B73-BADF47E1BD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8" name="Rectangle 28">
                <a:extLst>
                  <a:ext uri="{FF2B5EF4-FFF2-40B4-BE49-F238E27FC236}">
                    <a16:creationId xmlns:a16="http://schemas.microsoft.com/office/drawing/2014/main" id="{B6B1A5A4-16F0-4B8A-9A17-3FF0387AE8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89" name="Rectangle 29">
                <a:extLst>
                  <a:ext uri="{FF2B5EF4-FFF2-40B4-BE49-F238E27FC236}">
                    <a16:creationId xmlns:a16="http://schemas.microsoft.com/office/drawing/2014/main" id="{7CEC80F3-9831-6C68-415E-EF439AE1D7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0" name="Rectangle 30">
                <a:extLst>
                  <a:ext uri="{FF2B5EF4-FFF2-40B4-BE49-F238E27FC236}">
                    <a16:creationId xmlns:a16="http://schemas.microsoft.com/office/drawing/2014/main" id="{D8FE880B-1422-8A7B-E532-0329F54D450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1" name="Rectangle 31">
                <a:extLst>
                  <a:ext uri="{FF2B5EF4-FFF2-40B4-BE49-F238E27FC236}">
                    <a16:creationId xmlns:a16="http://schemas.microsoft.com/office/drawing/2014/main" id="{F8383139-A8A2-5524-D0A1-17162EFE13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2" name="Rectangle 32">
                <a:extLst>
                  <a:ext uri="{FF2B5EF4-FFF2-40B4-BE49-F238E27FC236}">
                    <a16:creationId xmlns:a16="http://schemas.microsoft.com/office/drawing/2014/main" id="{069CA39A-160D-59F2-05E6-464B178351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3" name="Rectangle 33">
                <a:extLst>
                  <a:ext uri="{FF2B5EF4-FFF2-40B4-BE49-F238E27FC236}">
                    <a16:creationId xmlns:a16="http://schemas.microsoft.com/office/drawing/2014/main" id="{5F59FE6B-0279-964C-B1E9-2BEEA08909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4" name="Rectangle 34">
                <a:extLst>
                  <a:ext uri="{FF2B5EF4-FFF2-40B4-BE49-F238E27FC236}">
                    <a16:creationId xmlns:a16="http://schemas.microsoft.com/office/drawing/2014/main" id="{CFAC42BA-4ECE-E5DA-9870-5F53DFC9A8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5" name="Rectangle 35">
                <a:extLst>
                  <a:ext uri="{FF2B5EF4-FFF2-40B4-BE49-F238E27FC236}">
                    <a16:creationId xmlns:a16="http://schemas.microsoft.com/office/drawing/2014/main" id="{3BE60BAD-207C-77D9-F612-6EDD458944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6" name="Rectangle 36">
                <a:extLst>
                  <a:ext uri="{FF2B5EF4-FFF2-40B4-BE49-F238E27FC236}">
                    <a16:creationId xmlns:a16="http://schemas.microsoft.com/office/drawing/2014/main" id="{B58431EB-12BB-DFA9-541B-7C8A765B11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7" name="Rectangle 37">
                <a:extLst>
                  <a:ext uri="{FF2B5EF4-FFF2-40B4-BE49-F238E27FC236}">
                    <a16:creationId xmlns:a16="http://schemas.microsoft.com/office/drawing/2014/main" id="{B2238389-4C74-B942-6312-CCCAA4C7C5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8" name="Rectangle 38">
                <a:extLst>
                  <a:ext uri="{FF2B5EF4-FFF2-40B4-BE49-F238E27FC236}">
                    <a16:creationId xmlns:a16="http://schemas.microsoft.com/office/drawing/2014/main" id="{C90B01A6-A91C-CA04-1C5B-8362CE530C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199" name="Rectangle 39">
                <a:extLst>
                  <a:ext uri="{FF2B5EF4-FFF2-40B4-BE49-F238E27FC236}">
                    <a16:creationId xmlns:a16="http://schemas.microsoft.com/office/drawing/2014/main" id="{2D9BD9B7-5AB8-718A-3342-BC2BE430CE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0" name="Rectangle 40">
                <a:extLst>
                  <a:ext uri="{FF2B5EF4-FFF2-40B4-BE49-F238E27FC236}">
                    <a16:creationId xmlns:a16="http://schemas.microsoft.com/office/drawing/2014/main" id="{7B18EA86-A599-5D64-5421-E50F079426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1" name="Rectangle 41">
                <a:extLst>
                  <a:ext uri="{FF2B5EF4-FFF2-40B4-BE49-F238E27FC236}">
                    <a16:creationId xmlns:a16="http://schemas.microsoft.com/office/drawing/2014/main" id="{604D42A4-9CD7-ACBE-7112-713C55FDD2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2" name="Rectangle 42">
                <a:extLst>
                  <a:ext uri="{FF2B5EF4-FFF2-40B4-BE49-F238E27FC236}">
                    <a16:creationId xmlns:a16="http://schemas.microsoft.com/office/drawing/2014/main" id="{7A058536-74DC-CB29-A1CA-E60BA971CF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3" name="Rectangle 43">
                <a:extLst>
                  <a:ext uri="{FF2B5EF4-FFF2-40B4-BE49-F238E27FC236}">
                    <a16:creationId xmlns:a16="http://schemas.microsoft.com/office/drawing/2014/main" id="{12E444B5-9B8B-E2CF-D9D7-137BBAFD67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4" name="Rectangle 44">
                <a:extLst>
                  <a:ext uri="{FF2B5EF4-FFF2-40B4-BE49-F238E27FC236}">
                    <a16:creationId xmlns:a16="http://schemas.microsoft.com/office/drawing/2014/main" id="{A2D6A2B7-CBE0-820E-AEFE-177881A271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5" name="Rectangle 45">
                <a:extLst>
                  <a:ext uri="{FF2B5EF4-FFF2-40B4-BE49-F238E27FC236}">
                    <a16:creationId xmlns:a16="http://schemas.microsoft.com/office/drawing/2014/main" id="{712B8DC9-8957-F722-4588-ED9FAE31AB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6" name="Rectangle 46">
                <a:extLst>
                  <a:ext uri="{FF2B5EF4-FFF2-40B4-BE49-F238E27FC236}">
                    <a16:creationId xmlns:a16="http://schemas.microsoft.com/office/drawing/2014/main" id="{7FB59C9A-83C7-78DE-5ED6-57F345C749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7" name="Rectangle 47">
                <a:extLst>
                  <a:ext uri="{FF2B5EF4-FFF2-40B4-BE49-F238E27FC236}">
                    <a16:creationId xmlns:a16="http://schemas.microsoft.com/office/drawing/2014/main" id="{6F584824-2B2D-98DB-F497-31EB9765AA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8" name="Rectangle 48">
                <a:extLst>
                  <a:ext uri="{FF2B5EF4-FFF2-40B4-BE49-F238E27FC236}">
                    <a16:creationId xmlns:a16="http://schemas.microsoft.com/office/drawing/2014/main" id="{E6A483DC-4E25-CB02-6CE9-755AC62712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09" name="Rectangle 49">
                <a:extLst>
                  <a:ext uri="{FF2B5EF4-FFF2-40B4-BE49-F238E27FC236}">
                    <a16:creationId xmlns:a16="http://schemas.microsoft.com/office/drawing/2014/main" id="{B3579EFF-A8B4-B2FB-3D1D-44B6C779A0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0" name="Rectangle 50">
                <a:extLst>
                  <a:ext uri="{FF2B5EF4-FFF2-40B4-BE49-F238E27FC236}">
                    <a16:creationId xmlns:a16="http://schemas.microsoft.com/office/drawing/2014/main" id="{66E9521D-26F5-A698-4984-59276163A9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1" name="Rectangle 51">
                <a:extLst>
                  <a:ext uri="{FF2B5EF4-FFF2-40B4-BE49-F238E27FC236}">
                    <a16:creationId xmlns:a16="http://schemas.microsoft.com/office/drawing/2014/main" id="{58190619-B45C-01E1-2AEF-FEDC8065E9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2" name="Rectangle 52">
                <a:extLst>
                  <a:ext uri="{FF2B5EF4-FFF2-40B4-BE49-F238E27FC236}">
                    <a16:creationId xmlns:a16="http://schemas.microsoft.com/office/drawing/2014/main" id="{CD4BEFC9-FC6A-B689-91C1-C9673E7673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3" name="Rectangle 53">
                <a:extLst>
                  <a:ext uri="{FF2B5EF4-FFF2-40B4-BE49-F238E27FC236}">
                    <a16:creationId xmlns:a16="http://schemas.microsoft.com/office/drawing/2014/main" id="{C8F9A8DC-A31D-C5CC-5826-1249C55B1C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4" name="Rectangle 54">
                <a:extLst>
                  <a:ext uri="{FF2B5EF4-FFF2-40B4-BE49-F238E27FC236}">
                    <a16:creationId xmlns:a16="http://schemas.microsoft.com/office/drawing/2014/main" id="{2BB9EB55-E0C9-45F1-033C-9BF8349716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5" name="Rectangle 55">
                <a:extLst>
                  <a:ext uri="{FF2B5EF4-FFF2-40B4-BE49-F238E27FC236}">
                    <a16:creationId xmlns:a16="http://schemas.microsoft.com/office/drawing/2014/main" id="{6D3F46A1-349F-362A-DCA6-E022A6FFE6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6" name="Rectangle 56">
                <a:extLst>
                  <a:ext uri="{FF2B5EF4-FFF2-40B4-BE49-F238E27FC236}">
                    <a16:creationId xmlns:a16="http://schemas.microsoft.com/office/drawing/2014/main" id="{78726316-99D4-289C-A274-E14EA42D78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7" name="Rectangle 57">
                <a:extLst>
                  <a:ext uri="{FF2B5EF4-FFF2-40B4-BE49-F238E27FC236}">
                    <a16:creationId xmlns:a16="http://schemas.microsoft.com/office/drawing/2014/main" id="{39DB7B4A-3F7F-7E39-95B3-12444C5A54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8" name="Rectangle 58">
                <a:extLst>
                  <a:ext uri="{FF2B5EF4-FFF2-40B4-BE49-F238E27FC236}">
                    <a16:creationId xmlns:a16="http://schemas.microsoft.com/office/drawing/2014/main" id="{281AA630-7DBF-BBDB-C0EE-3F45832F52D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19" name="Rectangle 59">
                <a:extLst>
                  <a:ext uri="{FF2B5EF4-FFF2-40B4-BE49-F238E27FC236}">
                    <a16:creationId xmlns:a16="http://schemas.microsoft.com/office/drawing/2014/main" id="{CF28E164-ADF5-E8C4-8160-BF4226E5C4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0" name="Rectangle 60">
                <a:extLst>
                  <a:ext uri="{FF2B5EF4-FFF2-40B4-BE49-F238E27FC236}">
                    <a16:creationId xmlns:a16="http://schemas.microsoft.com/office/drawing/2014/main" id="{D4DD65C5-3C3A-C9E3-CCC4-615DFFC9E3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1" name="Rectangle 61">
                <a:extLst>
                  <a:ext uri="{FF2B5EF4-FFF2-40B4-BE49-F238E27FC236}">
                    <a16:creationId xmlns:a16="http://schemas.microsoft.com/office/drawing/2014/main" id="{50E3249F-09FD-635D-777B-A3B9875AA3E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2" name="Rectangle 62">
                <a:extLst>
                  <a:ext uri="{FF2B5EF4-FFF2-40B4-BE49-F238E27FC236}">
                    <a16:creationId xmlns:a16="http://schemas.microsoft.com/office/drawing/2014/main" id="{ED185D9F-A884-B6BE-FBE2-14B1F3377B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3" name="Rectangle 63">
                <a:extLst>
                  <a:ext uri="{FF2B5EF4-FFF2-40B4-BE49-F238E27FC236}">
                    <a16:creationId xmlns:a16="http://schemas.microsoft.com/office/drawing/2014/main" id="{77E9492D-CDA9-6ED1-B063-67F3EB51E5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4" name="Rectangle 64">
                <a:extLst>
                  <a:ext uri="{FF2B5EF4-FFF2-40B4-BE49-F238E27FC236}">
                    <a16:creationId xmlns:a16="http://schemas.microsoft.com/office/drawing/2014/main" id="{882619EB-3436-7D23-F780-8E11BC0E28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5" name="Rectangle 65">
                <a:extLst>
                  <a:ext uri="{FF2B5EF4-FFF2-40B4-BE49-F238E27FC236}">
                    <a16:creationId xmlns:a16="http://schemas.microsoft.com/office/drawing/2014/main" id="{9E1AB201-7E19-D35A-6953-87CEA74B71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6" name="Rectangle 66">
                <a:extLst>
                  <a:ext uri="{FF2B5EF4-FFF2-40B4-BE49-F238E27FC236}">
                    <a16:creationId xmlns:a16="http://schemas.microsoft.com/office/drawing/2014/main" id="{3BF810E3-0763-1165-C8EC-2094EC746E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7" name="Rectangle 67">
                <a:extLst>
                  <a:ext uri="{FF2B5EF4-FFF2-40B4-BE49-F238E27FC236}">
                    <a16:creationId xmlns:a16="http://schemas.microsoft.com/office/drawing/2014/main" id="{E9DEBCF8-0389-DDAF-0498-EB7D48A3A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8" name="Rectangle 68">
                <a:extLst>
                  <a:ext uri="{FF2B5EF4-FFF2-40B4-BE49-F238E27FC236}">
                    <a16:creationId xmlns:a16="http://schemas.microsoft.com/office/drawing/2014/main" id="{5EE48A0D-1FE2-7EA5-6F1D-A8FF7971EC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29" name="Rectangle 69">
                <a:extLst>
                  <a:ext uri="{FF2B5EF4-FFF2-40B4-BE49-F238E27FC236}">
                    <a16:creationId xmlns:a16="http://schemas.microsoft.com/office/drawing/2014/main" id="{9DBCF39E-D3E8-9DE5-6835-91000F68E0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0" name="Rectangle 70">
                <a:extLst>
                  <a:ext uri="{FF2B5EF4-FFF2-40B4-BE49-F238E27FC236}">
                    <a16:creationId xmlns:a16="http://schemas.microsoft.com/office/drawing/2014/main" id="{85A74ED2-90C1-4B11-3924-6EB5526F7D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1" name="Rectangle 71">
                <a:extLst>
                  <a:ext uri="{FF2B5EF4-FFF2-40B4-BE49-F238E27FC236}">
                    <a16:creationId xmlns:a16="http://schemas.microsoft.com/office/drawing/2014/main" id="{F465B2BF-0EC3-7E3F-F456-21A71DF5D4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2" name="Rectangle 72">
                <a:extLst>
                  <a:ext uri="{FF2B5EF4-FFF2-40B4-BE49-F238E27FC236}">
                    <a16:creationId xmlns:a16="http://schemas.microsoft.com/office/drawing/2014/main" id="{AFE72AE6-2E2B-8867-23A8-CBF304CB1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3" name="Rectangle 73">
                <a:extLst>
                  <a:ext uri="{FF2B5EF4-FFF2-40B4-BE49-F238E27FC236}">
                    <a16:creationId xmlns:a16="http://schemas.microsoft.com/office/drawing/2014/main" id="{7C5BF415-6AB9-6954-D928-1C207BB811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4" name="Rectangle 74">
                <a:extLst>
                  <a:ext uri="{FF2B5EF4-FFF2-40B4-BE49-F238E27FC236}">
                    <a16:creationId xmlns:a16="http://schemas.microsoft.com/office/drawing/2014/main" id="{C7B292C2-4E86-F4E8-D28A-0D27790EC28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5" name="Rectangle 75">
                <a:extLst>
                  <a:ext uri="{FF2B5EF4-FFF2-40B4-BE49-F238E27FC236}">
                    <a16:creationId xmlns:a16="http://schemas.microsoft.com/office/drawing/2014/main" id="{FA9EE4B2-90D5-666E-99CD-3AEB14B931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6" name="Rectangle 76">
                <a:extLst>
                  <a:ext uri="{FF2B5EF4-FFF2-40B4-BE49-F238E27FC236}">
                    <a16:creationId xmlns:a16="http://schemas.microsoft.com/office/drawing/2014/main" id="{A9977671-973F-2F08-D816-5601C2BBE5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7" name="Rectangle 77">
                <a:extLst>
                  <a:ext uri="{FF2B5EF4-FFF2-40B4-BE49-F238E27FC236}">
                    <a16:creationId xmlns:a16="http://schemas.microsoft.com/office/drawing/2014/main" id="{5BA76274-2844-41DB-0D98-8F3E4A93C80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8" name="Rectangle 78">
                <a:extLst>
                  <a:ext uri="{FF2B5EF4-FFF2-40B4-BE49-F238E27FC236}">
                    <a16:creationId xmlns:a16="http://schemas.microsoft.com/office/drawing/2014/main" id="{2B7FB714-D88C-78EC-DBBE-1940738AC0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39" name="Rectangle 79">
                <a:extLst>
                  <a:ext uri="{FF2B5EF4-FFF2-40B4-BE49-F238E27FC236}">
                    <a16:creationId xmlns:a16="http://schemas.microsoft.com/office/drawing/2014/main" id="{4D25D13F-FA15-DD61-DF30-CF51C59BAA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0" name="Rectangle 80">
                <a:extLst>
                  <a:ext uri="{FF2B5EF4-FFF2-40B4-BE49-F238E27FC236}">
                    <a16:creationId xmlns:a16="http://schemas.microsoft.com/office/drawing/2014/main" id="{2CE4E040-4763-0DF5-2EB8-74BC778C05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1" name="Freeform 81">
                <a:extLst>
                  <a:ext uri="{FF2B5EF4-FFF2-40B4-BE49-F238E27FC236}">
                    <a16:creationId xmlns:a16="http://schemas.microsoft.com/office/drawing/2014/main" id="{026BF744-EDB6-85DD-8BF8-C210DD61F40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42" name="Rectangle 82">
                <a:extLst>
                  <a:ext uri="{FF2B5EF4-FFF2-40B4-BE49-F238E27FC236}">
                    <a16:creationId xmlns:a16="http://schemas.microsoft.com/office/drawing/2014/main" id="{4CAE9BC2-06C6-C24B-B591-9164D6DE75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3" name="Rectangle 83">
                <a:extLst>
                  <a:ext uri="{FF2B5EF4-FFF2-40B4-BE49-F238E27FC236}">
                    <a16:creationId xmlns:a16="http://schemas.microsoft.com/office/drawing/2014/main" id="{C3E6E484-C209-DFA8-823A-53516BAECA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4" name="Rectangle 84">
                <a:extLst>
                  <a:ext uri="{FF2B5EF4-FFF2-40B4-BE49-F238E27FC236}">
                    <a16:creationId xmlns:a16="http://schemas.microsoft.com/office/drawing/2014/main" id="{B3145151-5340-2830-1C3A-15568BA43D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5" name="Rectangle 85">
                <a:extLst>
                  <a:ext uri="{FF2B5EF4-FFF2-40B4-BE49-F238E27FC236}">
                    <a16:creationId xmlns:a16="http://schemas.microsoft.com/office/drawing/2014/main" id="{BDA5584A-35D0-C565-20D1-1665A0347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6" name="Rectangle 86">
                <a:extLst>
                  <a:ext uri="{FF2B5EF4-FFF2-40B4-BE49-F238E27FC236}">
                    <a16:creationId xmlns:a16="http://schemas.microsoft.com/office/drawing/2014/main" id="{17B6396A-E1B1-F92B-13A2-D91CFD2F6E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7" name="Rectangle 87">
                <a:extLst>
                  <a:ext uri="{FF2B5EF4-FFF2-40B4-BE49-F238E27FC236}">
                    <a16:creationId xmlns:a16="http://schemas.microsoft.com/office/drawing/2014/main" id="{29830ACF-7588-3E41-A942-B31E12658D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8" name="Rectangle 88">
                <a:extLst>
                  <a:ext uri="{FF2B5EF4-FFF2-40B4-BE49-F238E27FC236}">
                    <a16:creationId xmlns:a16="http://schemas.microsoft.com/office/drawing/2014/main" id="{BE482CB0-8F9A-E74C-CE41-3474A5729B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49" name="Rectangle 89">
                <a:extLst>
                  <a:ext uri="{FF2B5EF4-FFF2-40B4-BE49-F238E27FC236}">
                    <a16:creationId xmlns:a16="http://schemas.microsoft.com/office/drawing/2014/main" id="{8C111112-A141-47E9-0893-638D740689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0" name="Rectangle 90">
                <a:extLst>
                  <a:ext uri="{FF2B5EF4-FFF2-40B4-BE49-F238E27FC236}">
                    <a16:creationId xmlns:a16="http://schemas.microsoft.com/office/drawing/2014/main" id="{B53A9123-E0CF-9A9E-E54C-DCCAE4C90E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1" name="Rectangle 91">
                <a:extLst>
                  <a:ext uri="{FF2B5EF4-FFF2-40B4-BE49-F238E27FC236}">
                    <a16:creationId xmlns:a16="http://schemas.microsoft.com/office/drawing/2014/main" id="{2206952C-8D9F-9C7A-59C8-32F2E64CCA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2" name="Rectangle 92">
                <a:extLst>
                  <a:ext uri="{FF2B5EF4-FFF2-40B4-BE49-F238E27FC236}">
                    <a16:creationId xmlns:a16="http://schemas.microsoft.com/office/drawing/2014/main" id="{656744A4-341D-471B-F3C0-6744BA7A26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3" name="Rectangle 93">
                <a:extLst>
                  <a:ext uri="{FF2B5EF4-FFF2-40B4-BE49-F238E27FC236}">
                    <a16:creationId xmlns:a16="http://schemas.microsoft.com/office/drawing/2014/main" id="{4A708DC0-E6D2-075A-A244-7544D03714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4" name="Rectangle 94">
                <a:extLst>
                  <a:ext uri="{FF2B5EF4-FFF2-40B4-BE49-F238E27FC236}">
                    <a16:creationId xmlns:a16="http://schemas.microsoft.com/office/drawing/2014/main" id="{CAAA97CD-C6E2-3817-FC18-E15FF52667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5" name="Rectangle 95">
                <a:extLst>
                  <a:ext uri="{FF2B5EF4-FFF2-40B4-BE49-F238E27FC236}">
                    <a16:creationId xmlns:a16="http://schemas.microsoft.com/office/drawing/2014/main" id="{96E71416-3776-6F1E-CBF0-22CBE4D829A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6" name="Rectangle 96">
                <a:extLst>
                  <a:ext uri="{FF2B5EF4-FFF2-40B4-BE49-F238E27FC236}">
                    <a16:creationId xmlns:a16="http://schemas.microsoft.com/office/drawing/2014/main" id="{5D48BD5C-18EE-2104-CFC2-D122F860F9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7" name="Rectangle 97">
                <a:extLst>
                  <a:ext uri="{FF2B5EF4-FFF2-40B4-BE49-F238E27FC236}">
                    <a16:creationId xmlns:a16="http://schemas.microsoft.com/office/drawing/2014/main" id="{834174A7-C127-AB18-7A40-04DF20780D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8" name="Rectangle 98">
                <a:extLst>
                  <a:ext uri="{FF2B5EF4-FFF2-40B4-BE49-F238E27FC236}">
                    <a16:creationId xmlns:a16="http://schemas.microsoft.com/office/drawing/2014/main" id="{DCD0367D-4D12-5ACF-179A-78CC1A7356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59" name="Rectangle 99">
                <a:extLst>
                  <a:ext uri="{FF2B5EF4-FFF2-40B4-BE49-F238E27FC236}">
                    <a16:creationId xmlns:a16="http://schemas.microsoft.com/office/drawing/2014/main" id="{DC2134F6-4C73-9EE6-9F94-532FEBC998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0" name="Rectangle 100">
                <a:extLst>
                  <a:ext uri="{FF2B5EF4-FFF2-40B4-BE49-F238E27FC236}">
                    <a16:creationId xmlns:a16="http://schemas.microsoft.com/office/drawing/2014/main" id="{C463FC4E-8031-7192-8C9D-970CD15EC1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1" name="Rectangle 101">
                <a:extLst>
                  <a:ext uri="{FF2B5EF4-FFF2-40B4-BE49-F238E27FC236}">
                    <a16:creationId xmlns:a16="http://schemas.microsoft.com/office/drawing/2014/main" id="{B8D67FE1-EB43-47D8-B4C7-3ECAA26A7C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2" name="Rectangle 102">
                <a:extLst>
                  <a:ext uri="{FF2B5EF4-FFF2-40B4-BE49-F238E27FC236}">
                    <a16:creationId xmlns:a16="http://schemas.microsoft.com/office/drawing/2014/main" id="{55B56E30-DC65-A949-B5E4-4EEAD32F10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3" name="Rectangle 103">
                <a:extLst>
                  <a:ext uri="{FF2B5EF4-FFF2-40B4-BE49-F238E27FC236}">
                    <a16:creationId xmlns:a16="http://schemas.microsoft.com/office/drawing/2014/main" id="{326DEFAA-2C35-0E72-6E88-2BF8355539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4" name="Rectangle 104">
                <a:extLst>
                  <a:ext uri="{FF2B5EF4-FFF2-40B4-BE49-F238E27FC236}">
                    <a16:creationId xmlns:a16="http://schemas.microsoft.com/office/drawing/2014/main" id="{C70943F0-5A4A-7CDC-3FA2-4063003741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5" name="Rectangle 105">
                <a:extLst>
                  <a:ext uri="{FF2B5EF4-FFF2-40B4-BE49-F238E27FC236}">
                    <a16:creationId xmlns:a16="http://schemas.microsoft.com/office/drawing/2014/main" id="{FCD802AA-32B2-2BE9-81E0-61654138DB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6" name="Rectangle 106">
                <a:extLst>
                  <a:ext uri="{FF2B5EF4-FFF2-40B4-BE49-F238E27FC236}">
                    <a16:creationId xmlns:a16="http://schemas.microsoft.com/office/drawing/2014/main" id="{236ACECE-256B-7ABF-0CFC-2B090D9CC6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7" name="Rectangle 107">
                <a:extLst>
                  <a:ext uri="{FF2B5EF4-FFF2-40B4-BE49-F238E27FC236}">
                    <a16:creationId xmlns:a16="http://schemas.microsoft.com/office/drawing/2014/main" id="{FB0587D0-2994-22E7-A8E8-E6D89F1B8B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8" name="Rectangle 108">
                <a:extLst>
                  <a:ext uri="{FF2B5EF4-FFF2-40B4-BE49-F238E27FC236}">
                    <a16:creationId xmlns:a16="http://schemas.microsoft.com/office/drawing/2014/main" id="{1E0978A6-D6A7-193D-F908-DB493D8FBF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69" name="Rectangle 109">
                <a:extLst>
                  <a:ext uri="{FF2B5EF4-FFF2-40B4-BE49-F238E27FC236}">
                    <a16:creationId xmlns:a16="http://schemas.microsoft.com/office/drawing/2014/main" id="{8435AD4D-4B6E-4099-53F4-5FCA99AE4E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0" name="Rectangle 110">
                <a:extLst>
                  <a:ext uri="{FF2B5EF4-FFF2-40B4-BE49-F238E27FC236}">
                    <a16:creationId xmlns:a16="http://schemas.microsoft.com/office/drawing/2014/main" id="{9A9A9D4A-9514-56E0-A6A9-B07E025847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1" name="Rectangle 111">
                <a:extLst>
                  <a:ext uri="{FF2B5EF4-FFF2-40B4-BE49-F238E27FC236}">
                    <a16:creationId xmlns:a16="http://schemas.microsoft.com/office/drawing/2014/main" id="{FA4D0123-B3F9-3654-4F7F-44514B516F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2" name="Rectangle 112">
                <a:extLst>
                  <a:ext uri="{FF2B5EF4-FFF2-40B4-BE49-F238E27FC236}">
                    <a16:creationId xmlns:a16="http://schemas.microsoft.com/office/drawing/2014/main" id="{507B5836-689D-A62E-099A-30828B3A24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3" name="Rectangle 113">
                <a:extLst>
                  <a:ext uri="{FF2B5EF4-FFF2-40B4-BE49-F238E27FC236}">
                    <a16:creationId xmlns:a16="http://schemas.microsoft.com/office/drawing/2014/main" id="{236117A5-B107-398D-7144-18150C2DDC6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4" name="Rectangle 114">
                <a:extLst>
                  <a:ext uri="{FF2B5EF4-FFF2-40B4-BE49-F238E27FC236}">
                    <a16:creationId xmlns:a16="http://schemas.microsoft.com/office/drawing/2014/main" id="{733EDB13-054C-C049-A09D-8BD6E6E09FC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5" name="Rectangle 115">
                <a:extLst>
                  <a:ext uri="{FF2B5EF4-FFF2-40B4-BE49-F238E27FC236}">
                    <a16:creationId xmlns:a16="http://schemas.microsoft.com/office/drawing/2014/main" id="{C00A5400-8625-EE68-2BF5-76FFC81A29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6" name="Rectangle 116">
                <a:extLst>
                  <a:ext uri="{FF2B5EF4-FFF2-40B4-BE49-F238E27FC236}">
                    <a16:creationId xmlns:a16="http://schemas.microsoft.com/office/drawing/2014/main" id="{F114E663-BFD5-8843-D8B5-FF7AB83100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7" name="Rectangle 117">
                <a:extLst>
                  <a:ext uri="{FF2B5EF4-FFF2-40B4-BE49-F238E27FC236}">
                    <a16:creationId xmlns:a16="http://schemas.microsoft.com/office/drawing/2014/main" id="{8651A356-6023-287B-2881-A12249C01A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8" name="Rectangle 118">
                <a:extLst>
                  <a:ext uri="{FF2B5EF4-FFF2-40B4-BE49-F238E27FC236}">
                    <a16:creationId xmlns:a16="http://schemas.microsoft.com/office/drawing/2014/main" id="{D92B825A-6545-8D31-4126-E4E6D65CFE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79" name="Rectangle 119">
                <a:extLst>
                  <a:ext uri="{FF2B5EF4-FFF2-40B4-BE49-F238E27FC236}">
                    <a16:creationId xmlns:a16="http://schemas.microsoft.com/office/drawing/2014/main" id="{D4D2F4CE-138E-160A-B60A-B857529A71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0" name="Rectangle 120">
                <a:extLst>
                  <a:ext uri="{FF2B5EF4-FFF2-40B4-BE49-F238E27FC236}">
                    <a16:creationId xmlns:a16="http://schemas.microsoft.com/office/drawing/2014/main" id="{B40AEB24-8E12-F026-1758-B7F921B588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1" name="Rectangle 121">
                <a:extLst>
                  <a:ext uri="{FF2B5EF4-FFF2-40B4-BE49-F238E27FC236}">
                    <a16:creationId xmlns:a16="http://schemas.microsoft.com/office/drawing/2014/main" id="{79541C4E-1BD8-6F4E-8BA9-15A189732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2" name="Rectangle 122">
                <a:extLst>
                  <a:ext uri="{FF2B5EF4-FFF2-40B4-BE49-F238E27FC236}">
                    <a16:creationId xmlns:a16="http://schemas.microsoft.com/office/drawing/2014/main" id="{120AFE92-6393-AA42-246D-E564B0C2C0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3" name="Rectangle 123">
                <a:extLst>
                  <a:ext uri="{FF2B5EF4-FFF2-40B4-BE49-F238E27FC236}">
                    <a16:creationId xmlns:a16="http://schemas.microsoft.com/office/drawing/2014/main" id="{DC46F3F6-6556-CF72-8562-AD1A92BC2F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4" name="Rectangle 124">
                <a:extLst>
                  <a:ext uri="{FF2B5EF4-FFF2-40B4-BE49-F238E27FC236}">
                    <a16:creationId xmlns:a16="http://schemas.microsoft.com/office/drawing/2014/main" id="{57845CB8-B51D-69CD-2378-829120717A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5" name="Rectangle 125">
                <a:extLst>
                  <a:ext uri="{FF2B5EF4-FFF2-40B4-BE49-F238E27FC236}">
                    <a16:creationId xmlns:a16="http://schemas.microsoft.com/office/drawing/2014/main" id="{60039C68-6F41-7EE4-8B9A-7E97D26B06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6" name="Rectangle 126">
                <a:extLst>
                  <a:ext uri="{FF2B5EF4-FFF2-40B4-BE49-F238E27FC236}">
                    <a16:creationId xmlns:a16="http://schemas.microsoft.com/office/drawing/2014/main" id="{7D37A9E0-ECC4-C5CA-0894-A41945FD5B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7" name="Rectangle 127">
                <a:extLst>
                  <a:ext uri="{FF2B5EF4-FFF2-40B4-BE49-F238E27FC236}">
                    <a16:creationId xmlns:a16="http://schemas.microsoft.com/office/drawing/2014/main" id="{AD9BBFDF-666C-3793-FD02-B0515C4393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8" name="Rectangle 128">
                <a:extLst>
                  <a:ext uri="{FF2B5EF4-FFF2-40B4-BE49-F238E27FC236}">
                    <a16:creationId xmlns:a16="http://schemas.microsoft.com/office/drawing/2014/main" id="{5878108F-894C-DFC9-5C6A-E3F9F90EF2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89" name="Rectangle 129">
                <a:extLst>
                  <a:ext uri="{FF2B5EF4-FFF2-40B4-BE49-F238E27FC236}">
                    <a16:creationId xmlns:a16="http://schemas.microsoft.com/office/drawing/2014/main" id="{D48F53BA-51C4-45E9-5DC1-34464AA38C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0" name="Rectangle 130">
                <a:extLst>
                  <a:ext uri="{FF2B5EF4-FFF2-40B4-BE49-F238E27FC236}">
                    <a16:creationId xmlns:a16="http://schemas.microsoft.com/office/drawing/2014/main" id="{5DE26EFD-232E-7434-8DD6-85751B9FF7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1" name="Rectangle 131">
                <a:extLst>
                  <a:ext uri="{FF2B5EF4-FFF2-40B4-BE49-F238E27FC236}">
                    <a16:creationId xmlns:a16="http://schemas.microsoft.com/office/drawing/2014/main" id="{F41A9BC9-E225-2056-0C84-B3432D38FB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2" name="Rectangle 132">
                <a:extLst>
                  <a:ext uri="{FF2B5EF4-FFF2-40B4-BE49-F238E27FC236}">
                    <a16:creationId xmlns:a16="http://schemas.microsoft.com/office/drawing/2014/main" id="{BCD1E05F-24FE-F458-FBFD-DC568E23C5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3" name="Rectangle 133">
                <a:extLst>
                  <a:ext uri="{FF2B5EF4-FFF2-40B4-BE49-F238E27FC236}">
                    <a16:creationId xmlns:a16="http://schemas.microsoft.com/office/drawing/2014/main" id="{3C44AD43-3535-7517-360D-FCF0E71972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4" name="Rectangle 134">
                <a:extLst>
                  <a:ext uri="{FF2B5EF4-FFF2-40B4-BE49-F238E27FC236}">
                    <a16:creationId xmlns:a16="http://schemas.microsoft.com/office/drawing/2014/main" id="{7DAEBF96-1AEE-45F5-CAD1-2EB2EBD126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5" name="Rectangle 135">
                <a:extLst>
                  <a:ext uri="{FF2B5EF4-FFF2-40B4-BE49-F238E27FC236}">
                    <a16:creationId xmlns:a16="http://schemas.microsoft.com/office/drawing/2014/main" id="{8FB03402-EB83-7A98-7514-138C2EBCFB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6" name="Rectangle 136">
                <a:extLst>
                  <a:ext uri="{FF2B5EF4-FFF2-40B4-BE49-F238E27FC236}">
                    <a16:creationId xmlns:a16="http://schemas.microsoft.com/office/drawing/2014/main" id="{0B504811-CB2D-8681-947F-5F61BE9C39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7" name="Rectangle 137">
                <a:extLst>
                  <a:ext uri="{FF2B5EF4-FFF2-40B4-BE49-F238E27FC236}">
                    <a16:creationId xmlns:a16="http://schemas.microsoft.com/office/drawing/2014/main" id="{3D585014-1CDB-4788-8751-B8C003FF97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298" name="Freeform 138">
                <a:extLst>
                  <a:ext uri="{FF2B5EF4-FFF2-40B4-BE49-F238E27FC236}">
                    <a16:creationId xmlns:a16="http://schemas.microsoft.com/office/drawing/2014/main" id="{BCCA255E-0BD7-AB18-F124-8C498BEDA4A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99" name="Freeform 139">
                <a:extLst>
                  <a:ext uri="{FF2B5EF4-FFF2-40B4-BE49-F238E27FC236}">
                    <a16:creationId xmlns:a16="http://schemas.microsoft.com/office/drawing/2014/main" id="{91C2B726-2D65-3A0A-11D6-3973A756A63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0" name="Freeform 140">
                <a:extLst>
                  <a:ext uri="{FF2B5EF4-FFF2-40B4-BE49-F238E27FC236}">
                    <a16:creationId xmlns:a16="http://schemas.microsoft.com/office/drawing/2014/main" id="{5B589B63-09BC-5908-EF6A-FBD84F8222C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1" name="Freeform 141">
                <a:extLst>
                  <a:ext uri="{FF2B5EF4-FFF2-40B4-BE49-F238E27FC236}">
                    <a16:creationId xmlns:a16="http://schemas.microsoft.com/office/drawing/2014/main" id="{D50EB50E-A4D0-30B7-0A5C-86C0A2C1C62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2" name="Freeform 142">
                <a:extLst>
                  <a:ext uri="{FF2B5EF4-FFF2-40B4-BE49-F238E27FC236}">
                    <a16:creationId xmlns:a16="http://schemas.microsoft.com/office/drawing/2014/main" id="{BF967DF1-2A81-6D01-C8C8-7533FC4E8E0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3" name="Freeform 143">
                <a:extLst>
                  <a:ext uri="{FF2B5EF4-FFF2-40B4-BE49-F238E27FC236}">
                    <a16:creationId xmlns:a16="http://schemas.microsoft.com/office/drawing/2014/main" id="{146D77A0-0011-ABEB-ACA4-6AE75B2F559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4" name="Freeform 144">
                <a:extLst>
                  <a:ext uri="{FF2B5EF4-FFF2-40B4-BE49-F238E27FC236}">
                    <a16:creationId xmlns:a16="http://schemas.microsoft.com/office/drawing/2014/main" id="{3EEBD118-A3AB-5998-F668-FE7CF40782E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5" name="Freeform 145">
                <a:extLst>
                  <a:ext uri="{FF2B5EF4-FFF2-40B4-BE49-F238E27FC236}">
                    <a16:creationId xmlns:a16="http://schemas.microsoft.com/office/drawing/2014/main" id="{E2786655-F92F-0377-3B91-023534FFB0D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6" name="Freeform 146">
                <a:extLst>
                  <a:ext uri="{FF2B5EF4-FFF2-40B4-BE49-F238E27FC236}">
                    <a16:creationId xmlns:a16="http://schemas.microsoft.com/office/drawing/2014/main" id="{3F6A6D48-F4D9-F985-5A7B-6DC6F317F63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7" name="Rectangle 147">
                <a:extLst>
                  <a:ext uri="{FF2B5EF4-FFF2-40B4-BE49-F238E27FC236}">
                    <a16:creationId xmlns:a16="http://schemas.microsoft.com/office/drawing/2014/main" id="{CCEE0436-E99D-E118-5270-A2A62B8A96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308" name="Rectangle 148">
                <a:extLst>
                  <a:ext uri="{FF2B5EF4-FFF2-40B4-BE49-F238E27FC236}">
                    <a16:creationId xmlns:a16="http://schemas.microsoft.com/office/drawing/2014/main" id="{6A02B705-CB66-0EC8-2644-267F3BBEA1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309" name="Freeform 149">
                <a:extLst>
                  <a:ext uri="{FF2B5EF4-FFF2-40B4-BE49-F238E27FC236}">
                    <a16:creationId xmlns:a16="http://schemas.microsoft.com/office/drawing/2014/main" id="{3E3D92A4-5AC2-E282-CE46-A1C8A3F0D78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0" name="Freeform 150">
                <a:extLst>
                  <a:ext uri="{FF2B5EF4-FFF2-40B4-BE49-F238E27FC236}">
                    <a16:creationId xmlns:a16="http://schemas.microsoft.com/office/drawing/2014/main" id="{A1A96282-D9FA-914C-0579-32D17BC18BC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1" name="Freeform 151">
                <a:extLst>
                  <a:ext uri="{FF2B5EF4-FFF2-40B4-BE49-F238E27FC236}">
                    <a16:creationId xmlns:a16="http://schemas.microsoft.com/office/drawing/2014/main" id="{729A32B4-FE05-7C43-55BB-7C8E8FF39E4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2" name="Oval 152">
                <a:extLst>
                  <a:ext uri="{FF2B5EF4-FFF2-40B4-BE49-F238E27FC236}">
                    <a16:creationId xmlns:a16="http://schemas.microsoft.com/office/drawing/2014/main" id="{B38ED0A3-7EBD-98C3-305D-2D7F6AC097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92313" name="Rectangle 153">
            <a:extLst>
              <a:ext uri="{FF2B5EF4-FFF2-40B4-BE49-F238E27FC236}">
                <a16:creationId xmlns:a16="http://schemas.microsoft.com/office/drawing/2014/main" id="{FDBD5E7B-D984-18B7-CADB-F91ADD2DDA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92314" name="Rectangle 154">
            <a:extLst>
              <a:ext uri="{FF2B5EF4-FFF2-40B4-BE49-F238E27FC236}">
                <a16:creationId xmlns:a16="http://schemas.microsoft.com/office/drawing/2014/main" id="{8F3ECE09-4BD4-5E27-0EE6-460973C66D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92315" name="Rectangle 155">
            <a:extLst>
              <a:ext uri="{FF2B5EF4-FFF2-40B4-BE49-F238E27FC236}">
                <a16:creationId xmlns:a16="http://schemas.microsoft.com/office/drawing/2014/main" id="{1D277222-5C85-8ACF-B8F7-0704240B1F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92316" name="Rectangle 156">
            <a:extLst>
              <a:ext uri="{FF2B5EF4-FFF2-40B4-BE49-F238E27FC236}">
                <a16:creationId xmlns:a16="http://schemas.microsoft.com/office/drawing/2014/main" id="{61994F32-0BC7-DE54-5DB4-D71AC6BA33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79FDABA5-9CDB-435A-A884-CCC0A869A150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2317" name="Rectangle 157">
            <a:extLst>
              <a:ext uri="{FF2B5EF4-FFF2-40B4-BE49-F238E27FC236}">
                <a16:creationId xmlns:a16="http://schemas.microsoft.com/office/drawing/2014/main" id="{A1DE8FF2-BE57-2FE0-50EB-6ED7DF1E24F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>
            <a:extLst>
              <a:ext uri="{FF2B5EF4-FFF2-40B4-BE49-F238E27FC236}">
                <a16:creationId xmlns:a16="http://schemas.microsoft.com/office/drawing/2014/main" id="{87F21816-2F77-FDEE-E3E4-D1782490E26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39750" y="1844675"/>
            <a:ext cx="8075613" cy="1871663"/>
          </a:xfrm>
        </p:spPr>
        <p:txBody>
          <a:bodyPr/>
          <a:lstStyle/>
          <a:p>
            <a:r>
              <a:rPr lang="pt-BR" altLang="pt-BR" b="1"/>
              <a:t>86</a:t>
            </a:r>
            <a:br>
              <a:rPr lang="pt-BR" altLang="pt-BR" b="1"/>
            </a:br>
            <a:r>
              <a:rPr lang="pt-BR" altLang="pt-BR" b="1"/>
              <a:t>SATISFEITO COM CRISTO</a:t>
            </a:r>
          </a:p>
        </p:txBody>
      </p:sp>
      <p:sp>
        <p:nvSpPr>
          <p:cNvPr id="77829" name="Text Box 5">
            <a:extLst>
              <a:ext uri="{FF2B5EF4-FFF2-40B4-BE49-F238E27FC236}">
                <a16:creationId xmlns:a16="http://schemas.microsoft.com/office/drawing/2014/main" id="{7CF0399B-B62C-5755-9893-8022952E1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4235450"/>
            <a:ext cx="4772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pt-BR" altLang="pt-BR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CCCDBE6C-1EBC-D21D-0D05-BC31799867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6034087"/>
          </a:xfrm>
        </p:spPr>
        <p:txBody>
          <a:bodyPr/>
          <a:lstStyle/>
          <a:p>
            <a:r>
              <a:rPr lang="pt-BR" altLang="pt-BR" sz="4800"/>
              <a:t>Oh! ‘stou satisfeito com Cristo, </a:t>
            </a:r>
            <a:br>
              <a:rPr lang="pt-BR" altLang="pt-BR" sz="4800"/>
            </a:br>
            <a:r>
              <a:rPr lang="pt-BR" altLang="pt-BR" sz="4800"/>
              <a:t>Porque Ele minh’alma salvou </a:t>
            </a:r>
            <a:br>
              <a:rPr lang="pt-BR" altLang="pt-BR" sz="4800"/>
            </a:br>
            <a:r>
              <a:rPr lang="pt-BR" altLang="pt-BR" sz="4800"/>
              <a:t>E sobre o madeiro, sofrendo, </a:t>
            </a:r>
            <a:br>
              <a:rPr lang="pt-BR" altLang="pt-BR" sz="4800"/>
            </a:br>
            <a:r>
              <a:rPr lang="pt-BR" altLang="pt-BR" sz="4800"/>
              <a:t>O seu grande amor revelou.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3FC64DC-7136-841E-914F-8408A3835C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5675312"/>
          </a:xfrm>
        </p:spPr>
        <p:txBody>
          <a:bodyPr/>
          <a:lstStyle/>
          <a:p>
            <a:r>
              <a:rPr lang="pt-BR" altLang="pt-BR" sz="4800" i="1"/>
              <a:t>Oh! ‘stou satisfeito com Cristo,</a:t>
            </a:r>
            <a:br>
              <a:rPr lang="pt-BR" altLang="pt-BR" sz="4800" i="1"/>
            </a:br>
            <a:r>
              <a:rPr lang="pt-BR" altLang="pt-BR" sz="4800" i="1"/>
              <a:t>Confesso-O por meu salvador</a:t>
            </a:r>
            <a:br>
              <a:rPr lang="pt-BR" altLang="pt-BR" sz="4800" i="1"/>
            </a:br>
            <a:r>
              <a:rPr lang="pt-BR" altLang="pt-BR" sz="4800" i="1"/>
              <a:t>Embora de nada ser digno,</a:t>
            </a:r>
            <a:br>
              <a:rPr lang="pt-BR" altLang="pt-BR" sz="4800" i="1"/>
            </a:br>
            <a:r>
              <a:rPr lang="pt-BR" altLang="pt-BR" sz="4800" i="1"/>
              <a:t>Desfruto do Seu grande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4">
            <a:extLst>
              <a:ext uri="{FF2B5EF4-FFF2-40B4-BE49-F238E27FC236}">
                <a16:creationId xmlns:a16="http://schemas.microsoft.com/office/drawing/2014/main" id="{9C3DCE75-46F5-C364-AD50-4D097C21F1B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6034087"/>
          </a:xfrm>
        </p:spPr>
        <p:txBody>
          <a:bodyPr/>
          <a:lstStyle/>
          <a:p>
            <a:r>
              <a:rPr lang="pt-BR" altLang="pt-BR" sz="4800"/>
              <a:t>Oh! Stou satisfeito com Cristo</a:t>
            </a:r>
            <a:br>
              <a:rPr lang="pt-BR" altLang="pt-BR" sz="4800"/>
            </a:br>
            <a:r>
              <a:rPr lang="pt-BR" altLang="pt-BR" sz="4800"/>
              <a:t>De triste tornei-me feliz,</a:t>
            </a:r>
            <a:br>
              <a:rPr lang="pt-BR" altLang="pt-BR" sz="4800"/>
            </a:br>
            <a:r>
              <a:rPr lang="pt-BR" altLang="pt-BR" sz="4800"/>
              <a:t>Ouvindo o Seu santo Evangelho,</a:t>
            </a:r>
            <a:br>
              <a:rPr lang="pt-BR" altLang="pt-BR" sz="4800"/>
            </a:br>
            <a:r>
              <a:rPr lang="pt-BR" altLang="pt-BR" sz="4800"/>
              <a:t>E crendo no que Ele me diz.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9EE31CE-261D-E2FD-3F85-DDA2C1F4EEE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5675312"/>
          </a:xfrm>
        </p:spPr>
        <p:txBody>
          <a:bodyPr/>
          <a:lstStyle/>
          <a:p>
            <a:r>
              <a:rPr lang="pt-BR" altLang="pt-BR" sz="4800" i="1"/>
              <a:t>Oh! ‘stou satisfeito com Cristo,</a:t>
            </a:r>
            <a:br>
              <a:rPr lang="pt-BR" altLang="pt-BR" sz="4800" i="1"/>
            </a:br>
            <a:r>
              <a:rPr lang="pt-BR" altLang="pt-BR" sz="4800" i="1"/>
              <a:t>Confesso-O por meu salvador</a:t>
            </a:r>
            <a:br>
              <a:rPr lang="pt-BR" altLang="pt-BR" sz="4800" i="1"/>
            </a:br>
            <a:r>
              <a:rPr lang="pt-BR" altLang="pt-BR" sz="4800" i="1"/>
              <a:t>Embora de nada ser digno,</a:t>
            </a:r>
            <a:br>
              <a:rPr lang="pt-BR" altLang="pt-BR" sz="4800" i="1"/>
            </a:br>
            <a:r>
              <a:rPr lang="pt-BR" altLang="pt-BR" sz="4800" i="1"/>
              <a:t>Desfruto do Seu grande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4">
            <a:extLst>
              <a:ext uri="{FF2B5EF4-FFF2-40B4-BE49-F238E27FC236}">
                <a16:creationId xmlns:a16="http://schemas.microsoft.com/office/drawing/2014/main" id="{5F1EAF0E-C4C9-3AE5-3781-CAA861E824A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6178550"/>
          </a:xfrm>
        </p:spPr>
        <p:txBody>
          <a:bodyPr/>
          <a:lstStyle/>
          <a:p>
            <a:r>
              <a:rPr lang="pt-BR" altLang="pt-BR" sz="4800"/>
              <a:t>Oh! ‘stou satisfeito com Cristo,</a:t>
            </a:r>
            <a:br>
              <a:rPr lang="pt-BR" altLang="pt-BR" sz="4800"/>
            </a:br>
            <a:r>
              <a:rPr lang="pt-BR" altLang="pt-BR" sz="4800"/>
              <a:t>E sei que vai logo voltar;</a:t>
            </a:r>
            <a:br>
              <a:rPr lang="pt-BR" altLang="pt-BR" sz="4800"/>
            </a:br>
            <a:r>
              <a:rPr lang="pt-BR" altLang="pt-BR" sz="4800"/>
              <a:t>Virá com poder glorioso,</a:t>
            </a:r>
            <a:br>
              <a:rPr lang="pt-BR" altLang="pt-BR" sz="4800"/>
            </a:br>
            <a:r>
              <a:rPr lang="pt-BR" altLang="pt-BR" sz="4800"/>
              <a:t>A fim de Seu povo levar.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FF60F770-CE93-6E39-0B9F-4A7C8EB5B48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5675312"/>
          </a:xfrm>
        </p:spPr>
        <p:txBody>
          <a:bodyPr/>
          <a:lstStyle/>
          <a:p>
            <a:r>
              <a:rPr lang="pt-BR" altLang="pt-BR" sz="4800" i="1"/>
              <a:t>Oh! ‘stou satisfeito com Cristo,</a:t>
            </a:r>
            <a:br>
              <a:rPr lang="pt-BR" altLang="pt-BR" sz="4800" i="1"/>
            </a:br>
            <a:r>
              <a:rPr lang="pt-BR" altLang="pt-BR" sz="4800" i="1"/>
              <a:t>Confesso-O por meu salvador</a:t>
            </a:r>
            <a:br>
              <a:rPr lang="pt-BR" altLang="pt-BR" sz="4800" i="1"/>
            </a:br>
            <a:r>
              <a:rPr lang="pt-BR" altLang="pt-BR" sz="4800" i="1"/>
              <a:t>Embora de nada ser digno,</a:t>
            </a:r>
            <a:br>
              <a:rPr lang="pt-BR" altLang="pt-BR" sz="4800" i="1"/>
            </a:br>
            <a:r>
              <a:rPr lang="pt-BR" altLang="pt-BR" sz="4800" i="1"/>
              <a:t>Desfruto do Seu grande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ússola">
  <a:themeElements>
    <a:clrScheme name="Bússola 1">
      <a:dk1>
        <a:srgbClr val="00007A"/>
      </a:dk1>
      <a:lt1>
        <a:srgbClr val="FFFFFF"/>
      </a:lt1>
      <a:dk2>
        <a:srgbClr val="000066"/>
      </a:dk2>
      <a:lt2>
        <a:srgbClr val="CCECFF"/>
      </a:lt2>
      <a:accent1>
        <a:srgbClr val="6F64C2"/>
      </a:accent1>
      <a:accent2>
        <a:srgbClr val="0089BA"/>
      </a:accent2>
      <a:accent3>
        <a:srgbClr val="AAAAB8"/>
      </a:accent3>
      <a:accent4>
        <a:srgbClr val="DADADA"/>
      </a:accent4>
      <a:accent5>
        <a:srgbClr val="BBB8DD"/>
      </a:accent5>
      <a:accent6>
        <a:srgbClr val="007CA8"/>
      </a:accent6>
      <a:hlink>
        <a:srgbClr val="66CCFF"/>
      </a:hlink>
      <a:folHlink>
        <a:srgbClr val="00CC99"/>
      </a:folHlink>
    </a:clrScheme>
    <a:fontScheme name="Bússola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ússola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ússola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177</TotalTime>
  <Words>172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Tahoma</vt:lpstr>
      <vt:lpstr>Times New Roman</vt:lpstr>
      <vt:lpstr>Wingdings</vt:lpstr>
      <vt:lpstr>Bússola</vt:lpstr>
      <vt:lpstr>86 SATISFEITO COM CRISTO</vt:lpstr>
      <vt:lpstr>Oh! ‘stou satisfeito com Cristo,  Porque Ele minh’alma salvou  E sobre o madeiro, sofrendo,  O seu grande amor revelou.</vt:lpstr>
      <vt:lpstr>Oh! ‘stou satisfeito com Cristo, Confesso-O por meu salvador Embora de nada ser digno, Desfruto do Seu grande amor.</vt:lpstr>
      <vt:lpstr>Oh! Stou satisfeito com Cristo De triste tornei-me feliz, Ouvindo o Seu santo Evangelho, E crendo no que Ele me diz.</vt:lpstr>
      <vt:lpstr>Oh! ‘stou satisfeito com Cristo, Confesso-O por meu salvador Embora de nada ser digno, Desfruto do Seu grande amor.</vt:lpstr>
      <vt:lpstr>Oh! ‘stou satisfeito com Cristo, E sei que vai logo voltar; Virá com poder glorioso, A fim de Seu povo levar.</vt:lpstr>
      <vt:lpstr>Oh! ‘stou satisfeito com Cristo, Confesso-O por meu salvador Embora de nada ser digno, Desfruto do Seu grande amor.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Harpa Cristã 86 SATISFEITO COM CRISTO</dc:title>
  <dc:creator>Jose Antonio de Bem</dc:creator>
  <cp:lastModifiedBy>Emerson Souza</cp:lastModifiedBy>
  <cp:revision>4</cp:revision>
  <cp:lastPrinted>1601-01-01T00:00:00Z</cp:lastPrinted>
  <dcterms:created xsi:type="dcterms:W3CDTF">2004-07-18T17:43:21Z</dcterms:created>
  <dcterms:modified xsi:type="dcterms:W3CDTF">2026-05-02T21:44:00Z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