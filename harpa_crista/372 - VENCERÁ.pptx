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B622B-CD04-CF0B-4ACA-1CBD888B3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D2F5C1-F6EB-1C97-4793-6D7E95237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7C2BC2-8EF8-D90A-005D-05B3C16F2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8CF1CE-DB3E-BE7C-6579-8B58F95D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CAB95F-F0CF-4715-DBE4-5856B9E3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DF3344-D2A2-4742-BDE0-85A43B6BF3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965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940EB-9B0E-C1F2-0204-C63EC0CE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2ED9FE-37C6-F9B1-7DF6-A72477189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292C9-A7E9-E4B4-C038-652049B5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E50F71-F3AC-9279-C58E-2F0200E2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C54BE5-DADB-F792-AB97-A4954991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EE46ED-0C87-4BA1-9B23-93F5684A40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284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F5899-CFED-89A7-0A1D-567BE4BC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160657-B1FA-F06E-FB69-EE4A1FAC1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16E788-AA49-1FFE-A5E0-F85D64BBD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E2A358-1B01-C2F2-1D4F-88A1E633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073591-51CF-B357-2CA5-EA9DD5B1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DCA29-245B-45F2-80AA-FD33086667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548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58D61-F4E8-EB3D-6E35-E6DF94E11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36B79D-6D69-8961-38FE-22A7082C1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445B9C-B653-1630-539D-E3EF5B9DF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2AABE3-EB5E-49D8-FEC2-634573372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3E81FE-1CA6-B05B-66A0-868AA84C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328C4E-F714-A55B-2377-2DF2C4A9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48BCF-5943-4770-AB2D-EB4658462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623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FF5DA-6B12-3C05-DEAE-B37556E8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0107D3-A996-4FDE-D9F2-D298DE013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ECEBCB-34B4-312F-A55C-179E1BB71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926BE1-6FF3-D399-9CFD-B2354A464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2FF2B00-8CB1-E123-D5BD-FE18C18C7A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1B03DB3-F3E1-5DF4-431A-3798F972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8E9DAAA-1C37-4DC3-B9F9-B94D13EF2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121BF93-36FD-02EC-50A1-5BE9CF7C9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A337C-1689-42BA-BD73-E298B9D03F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366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3F7C-DB5E-4159-64C1-D11B7F51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34600E-1790-1050-7C10-0EF8B662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6319EA-BB15-F444-9EBB-A9A789648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4358D2-620D-CD26-41A9-1C28EFE2C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8AD1E3-FB76-4A78-8E1E-537858B6B0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576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ACF602-9C9E-CC19-19DC-92CE1A59B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033C7B-C3E0-2B73-4F36-8CBE8FC5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F8B72E-985D-1D1C-6FAF-DEB4ECE4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0295C-E045-4A15-890A-66F67FCB97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3960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0715E-A567-F125-0B70-A9E1FFC71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BD2CE0-10B6-2144-672F-FBA8523AA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7F77F4-EEE6-A7E0-7E79-2A60C3D05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3D99C9-AED6-17E3-80B3-F780826B5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19A24A-D18F-CEA9-C772-4F9964557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4FF1A9-3F1D-D061-66B1-8DE236AC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FB9439-E1B1-4F47-AB04-A78C085441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806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74A22-96F5-4BB6-C403-E1A5CE8C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5F8F17D-B4F3-4A52-FA54-5F27CDF25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016BD8-0B19-23AD-078B-3D78FBDCF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9B39AF-0896-AEA8-2AD7-673CC5AF6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C2656A-B142-4AB4-38C3-02211F526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DF9205-9A55-777D-C62B-E7ECE61A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325A9D-5E1C-44E1-BCAB-0C0FFD46E2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609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9D8A4-B537-BE8F-8E1B-B5AB2A81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FD2A2E3-9960-E021-CE74-90CF0FDDA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5A548F-618E-73D7-C5C2-19518BA81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6B2028-867A-3D5E-B5FF-91730D57B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E615A6-8558-E44D-49AF-5F94176C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E44601-62CD-495E-8E2C-6A0255381F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1628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A95650-EF54-98FA-7F2B-ADE38D1346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2955E5-9430-983C-E5A8-3362D5F8B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EFE605-97BC-F942-9032-3B46FB45F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ED4F5-E3C0-18E8-E504-C0137763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66C22C-00F7-5069-348D-B58CE2EA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CB6E5C-0145-4DAE-8971-3C40804C91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667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506791-4B9F-E122-7455-0E3B9FADD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951EE93-89EC-1602-CD52-CAFBD5B5FD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2A329B7-B76C-E5ED-4EFF-909966B62A4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54DE3C7-A4F4-C6B0-6E82-C8FCA1AB1E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B965B84-0626-C30F-F099-746A2D1DA79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DB6F3BD-900F-4FCE-89EE-610349D5C0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26A3241-C872-5283-B458-92501F17459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372</a:t>
            </a:r>
            <a:br>
              <a:rPr lang="pt-BR" altLang="pt-BR" sz="4400" b="1"/>
            </a:br>
            <a:r>
              <a:rPr lang="pt-BR" altLang="pt-BR" sz="4400" b="1"/>
              <a:t>VENCERÁ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9503467-AD1B-80FF-AB6C-930A86560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Quem possui a Cristo, nEle firme está, </a:t>
            </a:r>
            <a:br>
              <a:rPr lang="pt-BR" altLang="pt-BR" sz="3600"/>
            </a:br>
            <a:r>
              <a:rPr lang="pt-BR" altLang="pt-BR" sz="3600"/>
              <a:t>Achará poder para o mal combater; </a:t>
            </a:r>
            <a:br>
              <a:rPr lang="pt-BR" altLang="pt-BR" sz="3600"/>
            </a:br>
            <a:r>
              <a:rPr lang="pt-BR" altLang="pt-BR" sz="3600"/>
              <a:t>Porque Suas promessas Ele cumprirá. </a:t>
            </a:r>
            <a:br>
              <a:rPr lang="pt-BR" altLang="pt-BR" sz="3600"/>
            </a:br>
            <a:r>
              <a:rPr lang="pt-BR" altLang="pt-BR" sz="3600"/>
              <a:t>Quem está em Cristo, sempre há de vencer.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D2DEA14-DD5B-B4C7-20A1-27D799144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Vencerá, vencerá, por Seu sangue vencerá; </a:t>
            </a:r>
            <a:br>
              <a:rPr lang="pt-BR" altLang="pt-BR" sz="3600" b="1" i="1"/>
            </a:br>
            <a:r>
              <a:rPr lang="pt-BR" altLang="pt-BR" sz="3600" b="1" i="1"/>
              <a:t>Vencerá, vencerá, sempre vencerá;</a:t>
            </a:r>
            <a:br>
              <a:rPr lang="pt-BR" altLang="pt-BR" sz="3600" b="1" i="1"/>
            </a:br>
            <a:r>
              <a:rPr lang="pt-BR" altLang="pt-BR" sz="3600" b="1" i="1"/>
              <a:t>Pois Jesus que impera, </a:t>
            </a:r>
            <a:br>
              <a:rPr lang="pt-BR" altLang="pt-BR" sz="3600" b="1" i="1"/>
            </a:br>
            <a:r>
              <a:rPr lang="pt-BR" altLang="pt-BR" sz="3600" b="1" i="1"/>
              <a:t>novas forças dá; </a:t>
            </a:r>
            <a:br>
              <a:rPr lang="pt-BR" altLang="pt-BR" sz="3600" b="1" i="1"/>
            </a:br>
            <a:r>
              <a:rPr lang="pt-BR" altLang="pt-BR" sz="3600" b="1" i="1"/>
              <a:t>E quem nEle espera sempre vencerá.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0234304-7B7D-6ED0-DB0D-78A7E2396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Em qualquer batalha, não desmaiará; </a:t>
            </a:r>
            <a:br>
              <a:rPr lang="pt-BR" altLang="pt-BR" sz="3600"/>
            </a:br>
            <a:r>
              <a:rPr lang="pt-BR" altLang="pt-BR" sz="3600"/>
              <a:t>Do poder das trevas há de triunfar; </a:t>
            </a:r>
            <a:br>
              <a:rPr lang="pt-BR" altLang="pt-BR" sz="3600"/>
            </a:br>
            <a:r>
              <a:rPr lang="pt-BR" altLang="pt-BR" sz="3600"/>
              <a:t>Deus lhe dará forças, nunca falhará; </a:t>
            </a:r>
            <a:br>
              <a:rPr lang="pt-BR" altLang="pt-BR" sz="3600"/>
            </a:br>
            <a:r>
              <a:rPr lang="pt-BR" altLang="pt-BR" sz="3600"/>
              <a:t>Porque Jeová combate em seu lugar.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B10F931-B477-0F02-A2A6-3B937281E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Vencerá, vencerá, por Seu sangue vencerá; </a:t>
            </a:r>
            <a:br>
              <a:rPr lang="pt-BR" altLang="pt-BR" sz="3600" b="1" i="1"/>
            </a:br>
            <a:r>
              <a:rPr lang="pt-BR" altLang="pt-BR" sz="3600" b="1" i="1"/>
              <a:t>Vencerá, vencerá, sempre vencerá;</a:t>
            </a:r>
            <a:br>
              <a:rPr lang="pt-BR" altLang="pt-BR" sz="3600" b="1" i="1"/>
            </a:br>
            <a:r>
              <a:rPr lang="pt-BR" altLang="pt-BR" sz="3600" b="1" i="1"/>
              <a:t>Pois Jesus que impera, </a:t>
            </a:r>
            <a:br>
              <a:rPr lang="pt-BR" altLang="pt-BR" sz="3600" b="1" i="1"/>
            </a:br>
            <a:r>
              <a:rPr lang="pt-BR" altLang="pt-BR" sz="3600" b="1" i="1"/>
              <a:t>novas forças dá; </a:t>
            </a:r>
            <a:br>
              <a:rPr lang="pt-BR" altLang="pt-BR" sz="3600" b="1" i="1"/>
            </a:br>
            <a:r>
              <a:rPr lang="pt-BR" altLang="pt-BR" sz="3600" b="1" i="1"/>
              <a:t>E quem nEle espera sempre vencerá.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24D3841-4570-BFE3-F9E6-5AEB64756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Entre os inimigos, mui audaz será,</a:t>
            </a:r>
            <a:br>
              <a:rPr lang="pt-BR" altLang="pt-BR" sz="3600"/>
            </a:br>
            <a:r>
              <a:rPr lang="pt-BR" altLang="pt-BR" sz="3600"/>
              <a:t>Quem unido a Cristo nunca vacilar.</a:t>
            </a:r>
            <a:br>
              <a:rPr lang="pt-BR" altLang="pt-BR" sz="3600"/>
            </a:br>
            <a:r>
              <a:rPr lang="pt-BR" altLang="pt-BR" sz="3600"/>
              <a:t>Em Jesus firmado, luz espargirá;</a:t>
            </a:r>
            <a:br>
              <a:rPr lang="pt-BR" altLang="pt-BR" sz="3600"/>
            </a:br>
            <a:r>
              <a:rPr lang="pt-BR" altLang="pt-BR" sz="3600"/>
              <a:t>	A luz do Evangelho para os libertar.</a:t>
            </a:r>
            <a:r>
              <a:rPr lang="pt-BR" altLang="pt-BR" sz="1400"/>
              <a:t>	</a:t>
            </a:r>
            <a:br>
              <a:rPr lang="pt-BR" altLang="pt-BR" sz="1400"/>
            </a:br>
            <a:r>
              <a:rPr lang="pt-BR" altLang="pt-BR" sz="1400"/>
              <a:t>AS.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1E48E9-353A-0FD0-5F1C-9B88A8616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Vencerá, vencerá, por Seu sangue vencerá; </a:t>
            </a:r>
            <a:br>
              <a:rPr lang="pt-BR" altLang="pt-BR" sz="3600" b="1" i="1"/>
            </a:br>
            <a:r>
              <a:rPr lang="pt-BR" altLang="pt-BR" sz="3600" b="1" i="1"/>
              <a:t>Vencerá, vencerá, sempre vencerá;</a:t>
            </a:r>
            <a:br>
              <a:rPr lang="pt-BR" altLang="pt-BR" sz="3600" b="1" i="1"/>
            </a:br>
            <a:r>
              <a:rPr lang="pt-BR" altLang="pt-BR" sz="3600" b="1" i="1"/>
              <a:t>Pois Jesus que impera, </a:t>
            </a:r>
            <a:br>
              <a:rPr lang="pt-BR" altLang="pt-BR" sz="3600" b="1" i="1"/>
            </a:br>
            <a:r>
              <a:rPr lang="pt-BR" altLang="pt-BR" sz="3600" b="1" i="1"/>
              <a:t>novas forças dá; </a:t>
            </a:r>
            <a:br>
              <a:rPr lang="pt-BR" altLang="pt-BR" sz="3600" b="1" i="1"/>
            </a:br>
            <a:r>
              <a:rPr lang="pt-BR" altLang="pt-BR" sz="3600" b="1" i="1"/>
              <a:t>E quem nEle espera sempre vencerá.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372 VENCERÁ</vt:lpstr>
      <vt:lpstr>Quem possui a Cristo, nEle firme está,  Achará poder para o mal combater;  Porque Suas promessas Ele cumprirá.  Quem está em Cristo, sempre há de vencer. </vt:lpstr>
      <vt:lpstr>Vencerá, vencerá, por Seu sangue vencerá;  Vencerá, vencerá, sempre vencerá; Pois Jesus que impera,  novas forças dá;  E quem nEle espera sempre vencerá.</vt:lpstr>
      <vt:lpstr>Em qualquer batalha, não desmaiará;  Do poder das trevas há de triunfar;  Deus lhe dará forças, nunca falhará;  Porque Jeová combate em seu lugar. </vt:lpstr>
      <vt:lpstr>Vencerá, vencerá, por Seu sangue vencerá;  Vencerá, vencerá, sempre vencerá; Pois Jesus que impera,  novas forças dá;  E quem nEle espera sempre vencerá.</vt:lpstr>
      <vt:lpstr>Entre os inimigos, mui audaz será, Quem unido a Cristo nunca vacilar. Em Jesus firmado, luz espargirá;  A luz do Evangelho para os libertar.  AS. </vt:lpstr>
      <vt:lpstr>Vencerá, vencerá, por Seu sangue vencerá;  Vencerá, vencerá, sempre vencerá; Pois Jesus que impera,  novas forças dá;  E quem nEle espera sempre vencerá.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372 - VENCERÁ</dc:title>
  <dc:creator>Montagna</dc:creator>
  <cp:lastModifiedBy>Emerson Souza</cp:lastModifiedBy>
  <cp:revision>2</cp:revision>
  <dcterms:created xsi:type="dcterms:W3CDTF">2005-10-20T23:20:34Z</dcterms:created>
  <dcterms:modified xsi:type="dcterms:W3CDTF">2026-05-02T22:07:56Z</dcterms:modified>
</cp:coreProperties>
</file>