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B8ACE-9EEF-06E9-C9C4-711BC9933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943196-2597-D7C0-2BBB-95C921033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1D0FC4-D028-63FA-462B-471BC30F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3992DC-B40C-F8FF-5294-456588AF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4B59A0-B87D-E182-52ED-93A83C61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37B7F-8678-4F20-BB9B-5ED36CD51B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482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C352E-E1EB-B78D-D4ED-13D6777B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9A4D73-5A87-74DF-C238-A465A072E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8D9331-EDC4-F019-1390-399FF55B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98E01F-168F-4A25-8F84-FF3F772E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A20B0A-AC5C-D17D-852C-C5451BCA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4B4ED-8D2B-4834-8A57-8169DE43DE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858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AD3ED-309A-BF21-E1AE-DC1AE31A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8240A9-664E-531B-D179-3DBE84B5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C3A521-C524-9D77-B20F-FDDBBE1C5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4DA049-E8F5-5A8B-778C-2718C827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A53C28-CCD3-90B3-1138-209D7142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8B9BDD-7C16-40A7-988E-7455694200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020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B6441-049B-393B-3F94-BE8F06D96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F07AFF-BE19-4021-888A-D401A2EB3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81196E-902E-9315-0ADB-245C16DCD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7EB217-04C5-4555-97C3-5C7E2DB7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FAF15E-10E4-4B36-DB05-8E6836E7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EF5576-9BD5-815C-7D0E-4F451109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FEF043-6302-43B1-A9FC-EE34946447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941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8098E-4B2F-BA8E-C238-5A2B899EF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444F1A-7D0A-30AF-59A6-A888F7E4D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30129C-BFAF-2FDE-BA92-BECA75C31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7DB0400-CAAE-2E2A-41C1-4633076C8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644F84-D3DB-678E-7D8F-B098F0555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228F758-0C12-04CB-6836-963454BF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D00165-8155-C77F-41BA-E2E69DC4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084F59D-383D-2289-3736-E609D698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C498F2-22F3-4B34-B6C1-7A79BAA23C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591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262037-356F-35E2-8869-DA0107F6C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D8949-5945-0AF6-FACC-B2932CF8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8B5F0CA-0AF3-977A-445D-E3CA7127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F83E59-676C-4A43-AC21-0A106D12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183F4-828E-4671-916A-F6C72B10CA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207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BA071B-FB1C-15D2-BAE8-FE97B4E4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3F11C3-6EDB-2F7F-2E6D-90B490782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3BBC0-A37D-FAB9-2F25-4E7BAD5A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A05BF5-D417-40A3-90F3-14B501ABAF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69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7451A-182F-9AC9-C2FF-4548E1D6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43E8A8-A40A-51DD-EAE6-3511950B3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6FC6F1-13F0-74D6-BF6C-EF0E385D0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B070E8-56CF-FAA2-8062-4DEB646C8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16BFF2-4F69-EF6F-2B0B-10FF4F379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E1E02F-BEEC-E941-6B48-56C8490E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4DF8B9-06A3-49A5-94C9-F55FF9AF35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282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41570C-F628-CCB7-8105-F51ACABB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A4D3AD3-48DB-4A58-CCDF-B8096AB0F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94BD71-D509-6E9A-A3EF-0AA03DF69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4E6001-C6E0-F482-9F3D-1B3BBE0F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49F278-C5E7-EC19-604A-871499DF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A24F5F-C69F-7DE9-AC61-BE341F8E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E6561-4465-4900-A591-2FBCA92731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630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60158-42F5-D929-8192-0A0E918D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9D229D-9B54-45E9-D2FD-856323524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C2153C-461C-048B-F1C5-E7AE7B34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228F4-1F17-B796-3F98-3C22F2D1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443FF1-ADAF-17F7-DFE8-22251223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53EEE7-7AE9-4DA2-B9DF-BBD63A3CEA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523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DF6DFA-EE11-FD88-2FD3-A89D6436A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9F97197-CCA0-30D4-4F6A-90A58C974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CAE238-38A0-974E-C810-7BDE379E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028ADA-8B2B-FCE9-93EE-51E0B03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987D4-AC19-86DF-F643-3A69C06C4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40821-5AE8-4A70-A166-458F1FFD7F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471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F1D259-A00B-03D9-51C5-76C5696E3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AF358E-B77F-A25F-F757-EBBB5BC69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2068FE-D494-130F-31E7-6C3563C4D9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C6701D7-1AF5-A084-B08A-2BB0B762622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70F5665-E1F6-12ED-D237-D2761B2439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88A91D3-38D7-4CB1-89A8-BA741F23B8C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2664BAA-901B-F690-D815-3135397B6DC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267</a:t>
            </a:r>
            <a:br>
              <a:rPr lang="pt-BR" altLang="pt-BR" sz="4400" b="1"/>
            </a:br>
            <a:r>
              <a:rPr lang="pt-BR" altLang="pt-BR" sz="4400" b="1"/>
              <a:t>JESUS, MINHA FORÇA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5C9FC4E-AF33-8522-8CF8-BFA5113A9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200"/>
              <a:t>Vai chegando mais perto e causando terror, </a:t>
            </a:r>
            <a:br>
              <a:rPr lang="pt-BR" altLang="pt-BR" sz="3200"/>
            </a:br>
            <a:r>
              <a:rPr lang="pt-BR" altLang="pt-BR" sz="3200"/>
              <a:t>A predita enchente de pecados e dor;</a:t>
            </a:r>
            <a:br>
              <a:rPr lang="pt-BR" altLang="pt-BR" sz="3200"/>
            </a:br>
            <a:r>
              <a:rPr lang="pt-BR" altLang="pt-BR" sz="3200"/>
              <a:t>Mas eu sei que potente é a mão do Senhor, </a:t>
            </a:r>
            <a:br>
              <a:rPr lang="pt-BR" altLang="pt-BR" sz="3200"/>
            </a:br>
            <a:r>
              <a:rPr lang="pt-BR" altLang="pt-BR" sz="3200"/>
              <a:t>Por isso, tranquilo, não tenho temor.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2E0664C-241C-7FB0-2C42-FF18EA2CE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200" b="1" i="1"/>
              <a:t>É Jesus minha força, meu amado Senhor, </a:t>
            </a:r>
            <a:br>
              <a:rPr lang="pt-BR" altLang="pt-BR" sz="3200" b="1" i="1"/>
            </a:br>
            <a:r>
              <a:rPr lang="pt-BR" altLang="pt-BR" sz="3200" b="1" i="1"/>
              <a:t>Se Ele é o guarda, não tenho temor;</a:t>
            </a:r>
            <a:br>
              <a:rPr lang="pt-BR" altLang="pt-BR" sz="3200" b="1" i="1"/>
            </a:br>
            <a:r>
              <a:rPr lang="pt-BR" altLang="pt-BR" sz="3200" b="1" i="1"/>
              <a:t>Eu desejo encher-me do Seu grande amor, </a:t>
            </a:r>
            <a:br>
              <a:rPr lang="pt-BR" altLang="pt-BR" sz="3200" b="1" i="1"/>
            </a:br>
            <a:r>
              <a:rPr lang="pt-BR" altLang="pt-BR" sz="3200" b="1" i="1"/>
              <a:t>Vivendo na graça do meu Salvador.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FCECF90-B8E9-E9E7-5DAC-04353970B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Mais chegado a Cristo eu desejo ficar;</a:t>
            </a:r>
            <a:br>
              <a:rPr lang="pt-BR" altLang="pt-BR" sz="3200"/>
            </a:br>
            <a:r>
              <a:rPr lang="pt-BR" altLang="pt-BR" sz="3200"/>
              <a:t>Mais alegre e contente quero sempre andar, </a:t>
            </a:r>
            <a:br>
              <a:rPr lang="pt-BR" altLang="pt-BR" sz="3200"/>
            </a:br>
            <a:r>
              <a:rPr lang="pt-BR" altLang="pt-BR" sz="3200"/>
              <a:t>Nos Seus passos seguindo para nunca errar,</a:t>
            </a:r>
            <a:br>
              <a:rPr lang="pt-BR" altLang="pt-BR" sz="3200"/>
            </a:br>
            <a:r>
              <a:rPr lang="pt-BR" altLang="pt-BR" sz="3200"/>
              <a:t>Até que um dia eu vá descansar.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7939D7E-F9EC-A964-B838-45A8CDAD3B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200" b="1" i="1"/>
              <a:t>É Jesus minha força, meu amado Senhor, </a:t>
            </a:r>
            <a:br>
              <a:rPr lang="pt-BR" altLang="pt-BR" sz="3200" b="1" i="1"/>
            </a:br>
            <a:r>
              <a:rPr lang="pt-BR" altLang="pt-BR" sz="3200" b="1" i="1"/>
              <a:t>Se Ele é o guarda, não tenho temor;</a:t>
            </a:r>
            <a:br>
              <a:rPr lang="pt-BR" altLang="pt-BR" sz="3200" b="1" i="1"/>
            </a:br>
            <a:r>
              <a:rPr lang="pt-BR" altLang="pt-BR" sz="3200" b="1" i="1"/>
              <a:t>Eu desejo encher-me do Seu grande amor, </a:t>
            </a:r>
            <a:br>
              <a:rPr lang="pt-BR" altLang="pt-BR" sz="3200" b="1" i="1"/>
            </a:br>
            <a:r>
              <a:rPr lang="pt-BR" altLang="pt-BR" sz="3200" b="1" i="1"/>
              <a:t>Vivendo na graça do meu Salvador.</a:t>
            </a:r>
            <a:endParaRPr lang="en-US" altLang="pt-BR" sz="32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267 JESUS, MINHA FORÇA</vt:lpstr>
      <vt:lpstr>Vai chegando mais perto e causando terror,  A predita enchente de pecados e dor; Mas eu sei que potente é a mão do Senhor,  Por isso, tranquilo, não tenho temor. </vt:lpstr>
      <vt:lpstr>É Jesus minha força, meu amado Senhor,  Se Ele é o guarda, não tenho temor; Eu desejo encher-me do Seu grande amor,  Vivendo na graça do meu Salvador.</vt:lpstr>
      <vt:lpstr>Mais chegado a Cristo eu desejo ficar; Mais alegre e contente quero sempre andar,  Nos Seus passos seguindo para nunca errar, Até que um dia eu vá descansar. P.L.M. </vt:lpstr>
      <vt:lpstr>É Jesus minha força, meu amado Senhor,  Se Ele é o guarda, não tenho temor; Eu desejo encher-me do Seu grande amor,  Vivendo na graça do meu Salvador.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267 - JESUS, MINHA FORÇA</dc:title>
  <dc:creator>Montagna</dc:creator>
  <cp:lastModifiedBy>Emerson Souza</cp:lastModifiedBy>
  <cp:revision>2</cp:revision>
  <dcterms:created xsi:type="dcterms:W3CDTF">2005-10-19T00:35:22Z</dcterms:created>
  <dcterms:modified xsi:type="dcterms:W3CDTF">2026-05-02T21:59:11Z</dcterms:modified>
</cp:coreProperties>
</file>