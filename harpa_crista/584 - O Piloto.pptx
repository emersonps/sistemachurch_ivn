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977AF-8275-4599-7DAE-FE153240F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8A232A-3D72-5AE0-9589-01D605FA46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C293CE-FDE2-0FA6-CCE6-B9817E0A2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DC3EA9-B4A7-DE4D-FA29-2B9D981F8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80713F-027C-690A-60DD-8EDFCDB04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271CF5-4FFA-4BFB-BDF9-C5A736C0558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35637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2B219-F546-7044-6D46-1965B69FF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024B9C-1238-0A4E-29D9-37E94906D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9CA1B4-4AA3-5BFC-BEE1-9D99B1DC3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CAE991-CA79-78D3-E389-291292192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1B3338-D01A-98C4-0431-62AC3251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7F37E0-8B3D-4BB0-B586-376529B386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56490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5A9A8-77C0-FF9E-A741-AB9764703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C3BA2F-DE97-7938-01FB-F6BE6713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616E41-42F0-9520-E60B-5CAF552B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C8DD06-3413-0DDE-DAD3-3CEB3B4DD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7AD4D2-CB7A-C7B9-5FC1-75238028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D54457-0568-4655-94D1-DFE81D4D10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5948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C2F02E-6236-65CF-EF13-3D5E0BD36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AD195B-CDD5-F296-5262-40E2DDE65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9B5D15-5E4D-C3F7-9CD5-626562462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34134D-2ABA-9F48-0AF6-2834449FC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3CF84F-3CE8-3F2C-78A6-B7DE0E32D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11C6BF-86A7-B5ED-EE98-2C6EF719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4A74EA-8078-49FA-A717-3C782EDF48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0480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F260D-347F-CDB2-603C-792374625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677436-CF17-0B55-5915-06335E4F3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4A990EC-0C59-8764-B568-AE2E4C154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02162A6-BAE8-630B-F0CC-5E47710616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A0FDAA-295C-C367-8D40-2E2626E896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6939EC0-CEC7-0E7F-91F6-57D142A13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4AABC70-F805-5B82-33B6-DDA550B63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845DAF7-E163-7D38-3044-6B73E2F5F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FC5DFC-7673-407D-BAD9-73691DF917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63017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AEFDC-BDB2-D535-32DF-F14065399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4470518-74C2-C71D-7DEC-FB19C4851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C9B3059-12A0-1310-B903-990293D4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6332CC4-92F7-221F-2D90-2294ED72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BEB760-B78E-415B-A5BE-0747FDB7A2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8349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1B05583-5886-4974-1051-4ABDAE7A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BBEFAAF-7FB7-54DD-73E2-E3A2130E2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41679C-BD35-5DB5-8F10-77226224C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1E7AF-BA1B-4880-8063-308DCF11CC7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8018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652DF9-5EF9-687B-60D0-6919E2AE7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45D3EF-7C39-7788-BB8C-076AF0D70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ECC57F-7508-4C9B-03C9-0E0E54B6C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F587B5-0535-DC1F-B30B-C5F9ADA3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6F2D04-84CF-8C5B-DAF3-2998B6FA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A567E6-39AB-1D25-E485-F4576B124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CD8C5F-7A12-40F6-929B-31DC3C7773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3718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5B79B-CAFE-3ADF-18D2-C221533E3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D8BB02F-B195-06F5-BFE3-CAFD50973B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E3BB0A-73C7-E090-7CE3-CDD16483A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466278-1B1D-09A2-AAA2-221DCB2B6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02125C-7A21-1C6A-4E49-399A5E5F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FA0D4D-51B5-5FF1-0827-921A5DB6B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02A59E-705A-424D-BF39-CDDA85FC51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40937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E5A35-E73B-6437-6853-E65DC90B5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A4CDF59-5A55-B0D5-E552-3455C4387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3DFE95-FE9F-F130-0E27-90420A1EF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4026BA-0E3E-42DD-25AD-A2A8A637E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98746A-24E3-D6FA-4FCF-926165120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EDB7C2-9DEA-4B9E-9E06-4495322546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792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8B7FE9A-8F0C-2CB1-4073-927CDE7ED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21A58BA-342D-7CDE-6D62-20FDC23EC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362303-CCA4-422F-18C8-E9A21025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655050-8CF4-99CD-01B0-BF3D18CF6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68205E-49D9-93A0-53C6-9C18A60A6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B0EDD8-A4C5-4608-8344-A4CF8794C4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31154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97A8016-6B64-F2BC-CC29-6CBC10AB03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7EE64B4-0F58-D5AF-923A-28BC075318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D45DD5D-ADA0-7C35-9F00-5DA70DC7437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9724070-830D-8606-6E1D-A8847CC67B3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8F0ACCF-9F9D-9A48-064B-1D95F9E0318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33F7042-E330-496B-9283-CF33D0A1A0D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BE84D94-D9CC-0A43-97F1-4BC4224C2B7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584 - O Piloto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0A349E5-B90D-A96F-6BBC-8A8084F3D70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08236C4-6BD6-73C1-FD41-DC1B0BD5E9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Guia, Cristo, minha nau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Sobre o revoltoso mar,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Tão enfurecido e mau,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Quer fazê-la naufragar.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Vem Jesus, oh! vem guiar,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Minha nau vem pilotar!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3DE53DE-A395-76EB-BAE8-F050FFC392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Como sabe serenar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Boa mãe o filho seu.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Vem, acalma, assim, o mar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se eleva até o céu.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Vem Jesus, oh! vem guiar,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Minha nau vem pilotar!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970947F-F601-549D-0A2D-E2634EF841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Se, no porto quando entrar,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Mais o mar se enfurecer,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me possa deleitar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ouvir Jesus dizer: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"Entra, pobre viajor,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No descanso do Senhor.”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584 - O Piloto</vt:lpstr>
      <vt:lpstr>Guia, Cristo, minha nau  Sobre o revoltoso mar,  Tão enfurecido e mau,  Quer fazê-la naufragar.  Vem Jesus, oh! vem guiar,  Minha nau vem pilotar!  </vt:lpstr>
      <vt:lpstr>Como sabe serenar  Boa mãe o filho seu.  Vem, acalma, assim, o mar  Que se eleva até o céu.  Vem Jesus, oh! vem guiar,  Minha nau vem pilotar! </vt:lpstr>
      <vt:lpstr>Se, no porto quando entrar,  Mais o mar se enfurecer,  Que me possa deleitar  Em ouvir Jesus dizer:  "Entra, pobre viajor,  No descanso do Senhor.”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584 - O Piloto</dc:title>
  <dc:creator>Junior</dc:creator>
  <cp:lastModifiedBy>Emerson Souza</cp:lastModifiedBy>
  <cp:revision>1</cp:revision>
  <dcterms:created xsi:type="dcterms:W3CDTF">2005-12-27T02:07:00Z</dcterms:created>
  <dcterms:modified xsi:type="dcterms:W3CDTF">2026-05-02T22:26:12Z</dcterms:modified>
</cp:coreProperties>
</file>