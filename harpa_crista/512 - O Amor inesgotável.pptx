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AE793-8EAF-1DE9-B329-0C698F1CA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BF3EEE-57A9-9951-CE45-985913C13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D66FFE-B786-C535-1815-4FE6ABF1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F9A52E-758F-7F5B-2C01-812DC94A3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8C9F61-2FCE-5E9E-75F7-339D0B12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03FCAB-E8A3-4A6B-B7B6-7C5C2301B5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094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C2B34-6EDB-A3E0-05E2-66368CB09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84385E-714F-B8D0-ADDE-ED939190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54D7EC-6437-A0DC-C7F8-7E8B78660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CBEA8B-98C1-E80B-AD2B-2C813EE1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F2CA1-9672-00A0-F620-C5F9679B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CEB31B-2790-4B20-BD8B-9E80280DCF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258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5E95C-0D79-1986-4619-CE6B0695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5067BC-E737-11C8-F9C5-C250B01A1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D123BF-D1F4-2EBE-B7DF-72446FA5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FE658E-B869-E993-8912-8107E052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D49C57-50D7-414E-C341-FE57B6D7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723196-61C2-4DBB-82E7-33D35F99A8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072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0086A-62EE-0078-1E4D-2FC9679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2124A5-4AFB-08F0-48E0-E5CACE1A4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670027-0AAD-6FDE-77BB-49B58026F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E90437-FAC4-0E50-9460-11906164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514939-BC93-EDE3-0CA7-1D362FDEF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7B1AEE-A9B5-04BC-5406-AC210315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90926-435F-4AD8-9CBE-0945AFE7CD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2269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89FA5-7BBE-45AA-8FD3-3E5AC9119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D6FDA1-4E9A-8762-5412-938334D5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296309-B3AF-7552-AAD5-9B0B32E6B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345DD4B-1D15-D179-CC18-C1C3F5654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20CE091-FCA2-E6F2-A8B6-43A23A397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83D27E-2B14-A580-2FE8-5E42093E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DC8923C-6014-3B41-9572-E650A057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DA53E79-E286-F823-E328-63C89938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A32294-EED5-4D04-9FA3-909BD4EF5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656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2ED2D-2A7A-69EE-C149-EAD6D395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DF672B-F812-357F-1FF8-70935E6C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A09BC2-A156-575D-CDEA-D0F37908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95B679-0E1C-A2BA-AB7D-C7DD2370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6758D0-BDC4-4410-BBE5-0DA08A85B0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4759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FE0AB6A-248D-C54D-2DDA-25A7D42F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746191-5AB2-73DE-5B0B-22FC3079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EFCFFF-F6E7-C6A8-5E43-747DAFC5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E6386-9B95-49B6-8A9A-8ABC5AD0CF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1279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526B3-8E42-AC48-97A8-7029EB02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1AEBCB-8D80-1C99-3784-65A54697C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75AFD2-B1C0-75DB-2F9C-EF1B34F93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71DE64-CB48-C3DD-D86A-B3DFA2A0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09BF61-2E88-E8C8-895C-972211A4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12F6F4-7ED0-179A-220D-48724B29F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72748-2846-4CC4-A257-153DA1BCFB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139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A7300-8C01-5E98-2EA3-1FE8C53D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6121002-A805-AFF9-FA60-9EF9D93D5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9E3884-393D-8AE0-E572-8B9180CB5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161D95-F08A-958F-5834-EB29723A6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C2F12F-D453-064E-AE94-D96B88185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52DE08-DE97-FACE-8B17-411AF929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95293-6044-4FF8-8142-5ADD6045B7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3029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30D40-F1D9-AE8E-99A2-7844DC09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E85298-751C-00CA-8468-34B37AD0F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F91BBF-5F94-78F3-4FE9-14A0F806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16A01C-41CF-20C7-A119-E9513813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78A3C-E0F1-E89A-D192-45E2F1887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107970-E1D5-47C9-AFFB-4DA84307A8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030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A1F0D0-33A6-8545-2E79-ECBB315EC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A559FE-2C2A-F943-62BC-D0BF6596A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6D0F4E-4ED5-0318-73A8-988E2093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2376B0-DDF3-B2CF-2DC4-BE3D7938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E88FED-4DD6-BCA1-FFF0-AA580096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40CB99-8391-4744-9F7A-7DA73C377C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602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6C1913-9FD7-27FC-2E3D-FB1D4726B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C82CAE-61A6-600A-0770-9BFF1116FF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B7FEF7-3F2B-EAD4-7256-1B2895C06C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0AE88F-305A-2AFB-A86B-6A9DFD7149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3E6C4C5-62A0-A051-8907-4F2F2D569C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1ED5F76-AAE7-4716-AFA0-3A8D142F12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A27193B-EA1A-1CA5-0FC3-9E501EB3CE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512 - O AMOR INESGOTÁVEL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756D57D-1391-282A-312F-B1AB25B6A5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A4CB526-A50D-FD82-E73C-4F384B9A3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O santo amor de Cristo, que não terá igual;</a:t>
            </a:r>
            <a:r>
              <a:rPr lang="en-US" altLang="pt-BR" sz="4000"/>
              <a:t> </a:t>
            </a:r>
            <a:r>
              <a:rPr lang="en-US" altLang="pt-BR" sz="4000" i="1"/>
              <a:t>A Sua vera graça, sublime e eternal,</a:t>
            </a:r>
            <a:r>
              <a:rPr lang="en-US" altLang="pt-BR" sz="4000"/>
              <a:t> </a:t>
            </a:r>
            <a:r>
              <a:rPr lang="en-US" altLang="pt-BR" sz="4000" i="1"/>
              <a:t>E a misericórdia imensa como o mar,</a:t>
            </a:r>
            <a:r>
              <a:rPr lang="en-US" altLang="pt-BR" sz="4000"/>
              <a:t> </a:t>
            </a:r>
            <a:r>
              <a:rPr lang="en-US" altLang="pt-BR" sz="4000" i="1"/>
              <a:t>A qual ao céu atinge, com gozo, hei de cantar.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3A33611-4A72-4C18-FF36-361004300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Como é inesgotável</a:t>
            </a:r>
            <a:r>
              <a:rPr lang="en-US" altLang="pt-BR" sz="4000"/>
              <a:t> </a:t>
            </a:r>
            <a:r>
              <a:rPr lang="en-US" altLang="pt-BR" sz="4000" b="1" i="1"/>
              <a:t>O amor de meu Jesus!</a:t>
            </a:r>
            <a:r>
              <a:rPr lang="en-US" altLang="pt-BR" sz="4000"/>
              <a:t> </a:t>
            </a:r>
            <a:r>
              <a:rPr lang="en-US" altLang="pt-BR" sz="4000" b="1" i="1"/>
              <a:t>Rico e Inefável; nada é comparável</a:t>
            </a:r>
            <a:r>
              <a:rPr lang="en-US" altLang="pt-BR" sz="4000"/>
              <a:t> </a:t>
            </a:r>
            <a:r>
              <a:rPr lang="en-US" altLang="pt-BR" sz="4000" b="1" i="1"/>
              <a:t>Ao amor de meu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82FDA3E-D6F9-932A-C280-B5D25C310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2 Jesus andou no mundo, e o povo O procurou,</a:t>
            </a:r>
            <a:r>
              <a:rPr lang="en-US" altLang="pt-BR" sz="4000"/>
              <a:t> </a:t>
            </a:r>
            <a:r>
              <a:rPr lang="en-US" altLang="pt-BR" sz="4000" i="1"/>
              <a:t>E todas as angústias, sim, aos Seus pés deixou; E Seu amor brotava, qual rio divinal.</a:t>
            </a:r>
            <a:r>
              <a:rPr lang="en-US" altLang="pt-BR" sz="4000"/>
              <a:t> </a:t>
            </a:r>
            <a:r>
              <a:rPr lang="en-US" altLang="pt-BR" sz="4000" i="1"/>
              <a:t>Pujante, forte, imenso, sanando todo o mal.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F44A2B9-99D5-0A38-731D-0BAD175D3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3 Também, nos olhos cegos pôs uma nova luz,</a:t>
            </a:r>
            <a:r>
              <a:rPr lang="en-US" altLang="pt-BR" sz="4000"/>
              <a:t> </a:t>
            </a:r>
            <a:r>
              <a:rPr lang="en-US" altLang="pt-BR" sz="4000" i="1"/>
              <a:t>A luz que nos dá vida, que já brilhou na cruz; E deu também às almas, a glória de Seu ser, Ao implantar Sua graça, e Seu real poder.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C98337C-BBC9-5669-282C-9CC50DA1D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4 O amor de Jesus Cristo, no mundo, é um fanal,</a:t>
            </a:r>
            <a:r>
              <a:rPr lang="en-US" altLang="pt-BR" sz="4000"/>
              <a:t> </a:t>
            </a:r>
            <a:r>
              <a:rPr lang="en-US" altLang="pt-BR" sz="4000" i="1"/>
              <a:t>Que marca vitorioso a senda do ideal;</a:t>
            </a:r>
            <a:r>
              <a:rPr lang="en-US" altLang="pt-BR" sz="4000"/>
              <a:t> </a:t>
            </a:r>
            <a:r>
              <a:rPr lang="en-US" altLang="pt-BR" sz="4000" i="1"/>
              <a:t>Embora passem os anos, é sempre eficaz,</a:t>
            </a:r>
            <a:r>
              <a:rPr lang="en-US" altLang="pt-BR" sz="4000"/>
              <a:t> </a:t>
            </a:r>
            <a:r>
              <a:rPr lang="en-US" altLang="pt-BR" sz="4000" i="1"/>
              <a:t> Precioso é dar à alma incomparável paz.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512 - O AMOR INESGOTÁVEL </vt:lpstr>
      <vt:lpstr>O santo amor de Cristo, que não terá igual; A Sua vera graça, sublime e eternal, E a misericórdia imensa como o mar, A qual ao céu atinge, com gozo, hei de cantar.  </vt:lpstr>
      <vt:lpstr>Como é inesgotável O amor de meu Jesus! Rico e Inefável; nada é comparável Ao amor de meu Jesus!  </vt:lpstr>
      <vt:lpstr>2 Jesus andou no mundo, e o povo O procurou, E todas as angústias, sim, aos Seus pés deixou; E Seu amor brotava, qual rio divinal. Pujante, forte, imenso, sanando todo o mal.  </vt:lpstr>
      <vt:lpstr>3 Também, nos olhos cegos pôs uma nova luz, A luz que nos dá vida, que já brilhou na cruz; E deu também às almas, a glória de Seu ser, Ao implantar Sua graça, e Seu real poder.  </vt:lpstr>
      <vt:lpstr>4 O amor de Jesus Cristo, no mundo, é um fanal, Que marca vitorioso a senda do ideal; Embora passem os anos, é sempre eficaz,  Precioso é dar à alma incomparável paz.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512 - O AMOR INESGOTÁVEL </dc:title>
  <dc:creator>Junior</dc:creator>
  <cp:lastModifiedBy>Emerson Souza</cp:lastModifiedBy>
  <cp:revision>1</cp:revision>
  <dcterms:created xsi:type="dcterms:W3CDTF">2005-12-24T14:34:10Z</dcterms:created>
  <dcterms:modified xsi:type="dcterms:W3CDTF">2026-05-02T22:19:50Z</dcterms:modified>
</cp:coreProperties>
</file>