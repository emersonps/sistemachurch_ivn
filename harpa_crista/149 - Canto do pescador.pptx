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57" r:id="rId3"/>
    <p:sldId id="259" r:id="rId4"/>
    <p:sldId id="260" r:id="rId5"/>
    <p:sldId id="262" r:id="rId6"/>
    <p:sldId id="263" r:id="rId7"/>
    <p:sldId id="265" r:id="rId8"/>
    <p:sldId id="266" r:id="rId9"/>
    <p:sldId id="268" r:id="rId10"/>
    <p:sldId id="269" r:id="rId11"/>
    <p:sldId id="271" r:id="rId12"/>
    <p:sldId id="272" r:id="rId13"/>
    <p:sldId id="274" r:id="rId1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728" autoAdjust="0"/>
  </p:normalViewPr>
  <p:slideViewPr>
    <p:cSldViewPr>
      <p:cViewPr varScale="1">
        <p:scale>
          <a:sx n="52" d="100"/>
          <a:sy n="52" d="100"/>
        </p:scale>
        <p:origin x="-438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F36631FF-F114-6023-736B-FD9FA17BAC9A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997075"/>
            <a:ext cx="7772400" cy="1431925"/>
          </a:xfrm>
        </p:spPr>
        <p:txBody>
          <a:bodyPr anchor="b" anchorCtr="1"/>
          <a:lstStyle>
            <a:lvl1pPr algn="ctr">
              <a:defRPr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72675A72-6AF3-5B7D-3CDF-FEFD31B9D103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5124" name="Freeform 4">
            <a:extLst>
              <a:ext uri="{FF2B5EF4-FFF2-40B4-BE49-F238E27FC236}">
                <a16:creationId xmlns:a16="http://schemas.microsoft.com/office/drawing/2014/main" id="{8D8049A7-3AE0-BA7B-327C-D6C7A6B10EF4}"/>
              </a:ext>
            </a:extLst>
          </p:cNvPr>
          <p:cNvSpPr>
            <a:spLocks/>
          </p:cNvSpPr>
          <p:nvPr/>
        </p:nvSpPr>
        <p:spPr bwMode="auto">
          <a:xfrm>
            <a:off x="285750" y="2803525"/>
            <a:ext cx="1588" cy="3035300"/>
          </a:xfrm>
          <a:custGeom>
            <a:avLst/>
            <a:gdLst>
              <a:gd name="T0" fmla="*/ 0 h 1912"/>
              <a:gd name="T1" fmla="*/ 6 h 1912"/>
              <a:gd name="T2" fmla="*/ 6 h 1912"/>
              <a:gd name="T3" fmla="*/ 60 h 1912"/>
              <a:gd name="T4" fmla="*/ 1912 h 1912"/>
              <a:gd name="T5" fmla="*/ 1912 h 1912"/>
              <a:gd name="T6" fmla="*/ 0 h 1912"/>
              <a:gd name="T7" fmla="*/ 0 h 1912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  <a:cxn ang="0">
                <a:pos x="0" y="T3"/>
              </a:cxn>
              <a:cxn ang="0">
                <a:pos x="0" y="T4"/>
              </a:cxn>
              <a:cxn ang="0">
                <a:pos x="0" y="T5"/>
              </a:cxn>
              <a:cxn ang="0">
                <a:pos x="0" y="T6"/>
              </a:cxn>
              <a:cxn ang="0">
                <a:pos x="0" y="T7"/>
              </a:cxn>
            </a:cxnLst>
            <a:rect l="0" t="0" r="r" b="b"/>
            <a:pathLst>
              <a:path h="1912">
                <a:moveTo>
                  <a:pt x="0" y="0"/>
                </a:moveTo>
                <a:lnTo>
                  <a:pt x="0" y="6"/>
                </a:lnTo>
                <a:lnTo>
                  <a:pt x="0" y="6"/>
                </a:lnTo>
                <a:lnTo>
                  <a:pt x="0" y="60"/>
                </a:lnTo>
                <a:lnTo>
                  <a:pt x="0" y="1912"/>
                </a:lnTo>
                <a:lnTo>
                  <a:pt x="0" y="1912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6BBA2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A1E4D936-5AE0-C7AE-F5DE-CDFF7C8BBA3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1F162E81-DF1C-6CC9-4CFC-80A7019E8BC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D56EE93E-9CCC-4203-AF17-7E7DD47C7E4E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5127" name="Rectangle 7">
            <a:extLst>
              <a:ext uri="{FF2B5EF4-FFF2-40B4-BE49-F238E27FC236}">
                <a16:creationId xmlns:a16="http://schemas.microsoft.com/office/drawing/2014/main" id="{7CFC4E18-5612-3802-30C5-0E1FBF939543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5B9E39-044D-6260-B1F6-EAA04CB9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F69289-E7FD-3172-01B4-0A3CFBB9B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D899A9-3F5D-04BA-8626-08DD90809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00571C-08E7-E78F-07D9-36F8DD919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3A64DA3-A9D6-A62E-FE17-D8C1F6A51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F5DE60-08D1-4BF3-A71A-D0D17315BF8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91892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E8E2BC-2B07-8066-409B-FD79FD323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05DD4F0-A2CD-3E3A-0158-5091A11030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75BDC6F-84C3-FDD6-2319-F94143A4E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0F1DF3E-51ED-8DEE-5613-7701D9AAB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6D6F7BB-E70E-521D-E1EB-A48A50714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D1D3D1-88A9-4309-BA62-F2EBF2DD95A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87999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1417CF-B00A-E924-1C45-7846B5194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F3F870-2896-D625-388D-A6FD0C4C7D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905000"/>
            <a:ext cx="4038600" cy="4114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D78FE88-63A3-0208-1DF3-57CC10DCF3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4038600" cy="4114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9D81D24-7589-A103-E442-419487FB2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785FEC9-2338-CC14-390D-0A62360DF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1526175-A94D-B5EB-65C2-E73BEE612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AAC302-B589-442B-A390-A8EB78F1515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8612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4E9EDB-0569-D802-6BBA-E6239424C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2396BA0-B9B1-5E91-D02E-2F8EDB90CC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3354059-0E84-1623-1504-AE06C07905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BF074B2-2D72-9C01-9574-A57581D5B5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7BD1BEC-CF29-9CFF-F175-2005DB6D9F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46E3610-6E99-4D71-9A93-11321CB99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FD23EAE-5C5F-B912-C54B-BAAA17E33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8DAB02A-9316-0107-C5FE-5AB3962F8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0FFE84-B2AD-46BE-9DCE-B4579ED9326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79528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582568-2897-7FFD-C791-3FC53F5EE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019C476-F435-C4BA-AB34-8AD5563B4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BD02539-CA46-E75B-29BF-0095F25C7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399AD6C-FB90-2BB3-4E75-C9FC3F820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69A834-F069-4C63-826B-1D9FD61A456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74167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FFC2F46-5455-FD3F-5918-6F1791330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3A9B38A-6C7E-C728-3577-B43D88594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E963996-C7D0-3D3F-BEBE-DC299B086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150290-9CEF-4D34-BE15-2AD244632BD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44861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40F0AC-4D3E-46F5-3388-AE565583E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0895FCE-35EF-6A42-34C9-E3266012E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0B3D13D-5342-6F79-6C67-E5157FDF71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08712FE-6130-5058-38A6-AA601F7D6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39E2E53-2CF0-F39A-9055-A9AC4B199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048CCF-1B13-D993-5AA7-16FF2C0AB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7DC9DC-656A-43F2-82F8-F3DEE2F3B4A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25125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AAB6F3-EEE9-B743-A9A8-86BF80165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91DCFA9-7F10-7C51-4984-9E6186F51A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5D0E481-A5C4-7796-30EB-17F26AA9A2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3EB9D24-B4C1-30D0-A901-CA882BA9E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AA4417D-28E3-08E6-FDEE-24AA63004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023F8C4-2DAB-58AE-384F-2FACB8B13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E99695-2DE9-4BC2-91F4-A483AD47FA2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36805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B83D52-4658-DA79-762A-828734E4B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921317B-7EB0-49D4-60E6-2E2E0F5DC3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4B53151-7F90-BF34-640A-57D83CCD7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4DB0B1-CA44-86FE-7921-CCA082E30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775960F-9424-1209-DC51-648AA0EE9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46E07D-F226-4464-8EBE-B16D5DDC476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58625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FC0B508-5865-BD44-78C1-65E8606A3F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92100"/>
            <a:ext cx="2057400" cy="57277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B0A6358-3608-BD2C-B3F5-DDB4FAC3D5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92100"/>
            <a:ext cx="6019800" cy="572770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53F25AB-5FC4-B964-1FCC-D19C10D1B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86869AC-C307-05EF-BE6A-49984F6B8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1756B3A-BEB4-D7B6-A999-A09C68B3A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9E1006-995A-4061-877B-AFAE389F2C3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23841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duotone>
              <a:schemeClr val="bg1"/>
              <a:srgbClr val="FFFFFF"/>
            </a:duotone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7528C780-DEAB-FAB6-E6D5-56FE7B1D2B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92100"/>
            <a:ext cx="8229600" cy="138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1EDCBFF-E670-E1A4-A950-4D502F4E6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05000"/>
            <a:ext cx="82296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1FFC9C3B-5983-56D0-48BD-ECB0B508F8D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1pPr>
          </a:lstStyle>
          <a:p>
            <a:endParaRPr lang="en-US" altLang="pt-BR"/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65780972-6BC0-7DF7-CE1A-5FC4F8334FA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1pPr>
          </a:lstStyle>
          <a:p>
            <a:endParaRPr lang="en-US" altLang="pt-BR"/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813CD6D8-DB17-230B-6F19-2964B0F2C2C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1pPr>
          </a:lstStyle>
          <a:p>
            <a:fld id="{E9FF8821-AFF5-4A83-BFF3-AB32D26F036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120000"/>
        <a:buChar char="•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Tahoma" panose="020B0604030504040204" pitchFamily="34" charset="0"/>
        <a:buChar char="–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120000"/>
        <a:buChar char="•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Tahoma" panose="020B0604030504040204" pitchFamily="34" charset="0"/>
        <a:buChar char="–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v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C145A87-7F05-A11E-00BE-0D284290EA0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3600"/>
            <a:ext cx="7772400" cy="1981200"/>
          </a:xfrm>
        </p:spPr>
        <p:txBody>
          <a:bodyPr/>
          <a:lstStyle/>
          <a:p>
            <a:r>
              <a:rPr lang="pt-BR" altLang="pt-BR" sz="3600" i="1"/>
              <a:t>149</a:t>
            </a:r>
            <a:br>
              <a:rPr lang="pt-BR" altLang="pt-BR" sz="3600" i="1"/>
            </a:br>
            <a:r>
              <a:rPr lang="pt-BR" altLang="pt-BR" sz="3600" i="1"/>
              <a:t>CANTO DO PESCADOR</a:t>
            </a:r>
            <a:br>
              <a:rPr lang="pt-BR" altLang="pt-BR" sz="3600" i="1"/>
            </a:br>
            <a:endParaRPr lang="en-US" altLang="pt-BR" sz="3600" i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>
            <a:extLst>
              <a:ext uri="{FF2B5EF4-FFF2-40B4-BE49-F238E27FC236}">
                <a16:creationId xmlns:a16="http://schemas.microsoft.com/office/drawing/2014/main" id="{62B47171-1637-2893-9BF3-72FF338C3E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914400"/>
            <a:ext cx="8534400" cy="4800600"/>
          </a:xfrm>
        </p:spPr>
        <p:txBody>
          <a:bodyPr/>
          <a:lstStyle/>
          <a:p>
            <a:pPr algn="ctr">
              <a:buFontTx/>
              <a:buNone/>
            </a:pPr>
            <a:r>
              <a:rPr lang="pt-BR" altLang="pt-BR" sz="4200"/>
              <a:t>No meu barco a remar,</a:t>
            </a:r>
          </a:p>
          <a:p>
            <a:pPr algn="ctr">
              <a:buFontTx/>
              <a:buNone/>
            </a:pPr>
            <a:r>
              <a:rPr lang="pt-BR" altLang="pt-BR" sz="4200"/>
              <a:t>Sobre as ondas, pelo mar,</a:t>
            </a:r>
          </a:p>
          <a:p>
            <a:pPr algn="ctr">
              <a:buFontTx/>
              <a:buNone/>
            </a:pPr>
            <a:r>
              <a:rPr lang="pt-BR" altLang="pt-BR" sz="4200"/>
              <a:t>Mesmo  bonança ou no furacão</a:t>
            </a:r>
          </a:p>
          <a:p>
            <a:pPr algn="ctr">
              <a:buFontTx/>
              <a:buNone/>
            </a:pPr>
            <a:r>
              <a:rPr lang="pt-BR" altLang="pt-BR" sz="4200"/>
              <a:t>Não desejo mais parar; </a:t>
            </a:r>
          </a:p>
          <a:p>
            <a:pPr algn="ctr">
              <a:buFontTx/>
              <a:buNone/>
            </a:pPr>
            <a:r>
              <a:rPr lang="pt-BR" altLang="pt-BR" sz="4200"/>
              <a:t>Com a rede vou pescar,</a:t>
            </a:r>
          </a:p>
          <a:p>
            <a:pPr algn="ctr">
              <a:buFontTx/>
              <a:buNone/>
            </a:pPr>
            <a:r>
              <a:rPr lang="pt-BR" altLang="pt-BR" sz="4200"/>
              <a:t>Muitos peixes para o reino de Sião.</a:t>
            </a:r>
            <a:endParaRPr lang="en-US" altLang="pt-BR" sz="4200"/>
          </a:p>
          <a:p>
            <a:pPr algn="ctr">
              <a:buFontTx/>
              <a:buNone/>
            </a:pPr>
            <a:endParaRPr lang="pt-BR" altLang="pt-BR" sz="4200"/>
          </a:p>
          <a:p>
            <a:pPr algn="ctr">
              <a:buFontTx/>
              <a:buNone/>
            </a:pPr>
            <a:endParaRPr lang="en-US" altLang="pt-BR" sz="4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>
            <a:extLst>
              <a:ext uri="{FF2B5EF4-FFF2-40B4-BE49-F238E27FC236}">
                <a16:creationId xmlns:a16="http://schemas.microsoft.com/office/drawing/2014/main" id="{93236B4A-70AE-1F89-1CD0-E3061C7523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8610600" cy="5257800"/>
          </a:xfrm>
        </p:spPr>
        <p:txBody>
          <a:bodyPr/>
          <a:lstStyle/>
          <a:p>
            <a:pPr algn="ctr">
              <a:buFontTx/>
              <a:buNone/>
            </a:pPr>
            <a:r>
              <a:rPr lang="pt-BR" altLang="pt-BR" sz="4000"/>
              <a:t>Vou pescar os pecadores para Cristo</a:t>
            </a:r>
          </a:p>
          <a:p>
            <a:pPr algn="ctr">
              <a:buFontTx/>
              <a:buNone/>
            </a:pPr>
            <a:r>
              <a:rPr lang="pt-BR" altLang="pt-BR" sz="4000"/>
              <a:t>Neste mundo cheio de horror,</a:t>
            </a:r>
          </a:p>
          <a:p>
            <a:pPr algn="ctr">
              <a:buFontTx/>
              <a:buNone/>
            </a:pPr>
            <a:r>
              <a:rPr lang="pt-BR" altLang="pt-BR" sz="4000"/>
              <a:t>Não mais desanimarei;</a:t>
            </a:r>
          </a:p>
          <a:p>
            <a:pPr algn="ctr">
              <a:buFontTx/>
              <a:buNone/>
            </a:pPr>
            <a:r>
              <a:rPr lang="pt-BR" altLang="pt-BR" sz="4000"/>
              <a:t>Minha rede lançarei;</a:t>
            </a:r>
          </a:p>
          <a:p>
            <a:pPr algn="ctr">
              <a:buFontTx/>
              <a:buNone/>
            </a:pPr>
            <a:r>
              <a:rPr lang="pt-BR" altLang="pt-BR" sz="4000"/>
              <a:t>Muitos peixes apanhando pra o Senhor.</a:t>
            </a:r>
          </a:p>
          <a:p>
            <a:pPr algn="ctr">
              <a:buFontTx/>
              <a:buNone/>
            </a:pPr>
            <a:endParaRPr lang="en-US" altLang="pt-BR" sz="4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>
            <a:extLst>
              <a:ext uri="{FF2B5EF4-FFF2-40B4-BE49-F238E27FC236}">
                <a16:creationId xmlns:a16="http://schemas.microsoft.com/office/drawing/2014/main" id="{D0FD0833-B6E1-0151-0924-F0D668FE7D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066800"/>
            <a:ext cx="8229600" cy="4114800"/>
          </a:xfrm>
        </p:spPr>
        <p:txBody>
          <a:bodyPr/>
          <a:lstStyle/>
          <a:p>
            <a:pPr algn="ctr">
              <a:buFontTx/>
              <a:buNone/>
            </a:pPr>
            <a:r>
              <a:rPr lang="pt-BR" altLang="pt-BR" sz="3800"/>
              <a:t>O meu barco não é bom, </a:t>
            </a:r>
          </a:p>
          <a:p>
            <a:pPr algn="ctr">
              <a:buFontTx/>
              <a:buNone/>
            </a:pPr>
            <a:r>
              <a:rPr lang="pt-BR" altLang="pt-BR" sz="3800"/>
              <a:t>De pescar não tenho o dom,</a:t>
            </a:r>
          </a:p>
          <a:p>
            <a:pPr algn="ctr">
              <a:buFontTx/>
              <a:buNone/>
            </a:pPr>
            <a:r>
              <a:rPr lang="pt-BR" altLang="pt-BR" sz="3800"/>
              <a:t>E me dizem que não devo continuar Mas Jesus me quis mandar,</a:t>
            </a:r>
          </a:p>
          <a:p>
            <a:pPr algn="ctr">
              <a:buFontTx/>
              <a:buNone/>
            </a:pPr>
            <a:r>
              <a:rPr lang="pt-BR" altLang="pt-BR" sz="3800"/>
              <a:t>E por isso vou pescar,</a:t>
            </a:r>
          </a:p>
          <a:p>
            <a:pPr algn="ctr">
              <a:buFontTx/>
              <a:buNone/>
            </a:pPr>
            <a:r>
              <a:rPr lang="pt-BR" altLang="pt-BR" sz="3800"/>
              <a:t>Até que Ele se apraze a me chamar.</a:t>
            </a:r>
            <a:endParaRPr lang="en-US" altLang="pt-BR" sz="3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>
            <a:extLst>
              <a:ext uri="{FF2B5EF4-FFF2-40B4-BE49-F238E27FC236}">
                <a16:creationId xmlns:a16="http://schemas.microsoft.com/office/drawing/2014/main" id="{29501E8B-91BF-F68D-2552-7514E05209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914400"/>
            <a:ext cx="8382000" cy="5105400"/>
          </a:xfrm>
        </p:spPr>
        <p:txBody>
          <a:bodyPr/>
          <a:lstStyle/>
          <a:p>
            <a:pPr algn="ctr">
              <a:buFontTx/>
              <a:buNone/>
            </a:pPr>
            <a:r>
              <a:rPr lang="pt-BR" altLang="pt-BR" sz="4000"/>
              <a:t>Vou pescar os pecadores para Cristo</a:t>
            </a:r>
          </a:p>
          <a:p>
            <a:pPr algn="ctr">
              <a:buFontTx/>
              <a:buNone/>
            </a:pPr>
            <a:r>
              <a:rPr lang="pt-BR" altLang="pt-BR" sz="4000"/>
              <a:t>Neste mundo cheio de horror,</a:t>
            </a:r>
          </a:p>
          <a:p>
            <a:pPr algn="ctr">
              <a:buFontTx/>
              <a:buNone/>
            </a:pPr>
            <a:r>
              <a:rPr lang="pt-BR" altLang="pt-BR" sz="4000"/>
              <a:t>Não mais desanimarei;</a:t>
            </a:r>
          </a:p>
          <a:p>
            <a:pPr algn="ctr">
              <a:buFontTx/>
              <a:buNone/>
            </a:pPr>
            <a:r>
              <a:rPr lang="pt-BR" altLang="pt-BR" sz="4000"/>
              <a:t>Minha rede lançarei;</a:t>
            </a:r>
          </a:p>
          <a:p>
            <a:pPr algn="ctr">
              <a:buFontTx/>
              <a:buNone/>
            </a:pPr>
            <a:r>
              <a:rPr lang="pt-BR" altLang="pt-BR" sz="4000"/>
              <a:t>Muitos peixes apanhando pra o Senhor.</a:t>
            </a:r>
          </a:p>
          <a:p>
            <a:pPr algn="ctr">
              <a:buFontTx/>
              <a:buNone/>
            </a:pPr>
            <a:endParaRPr lang="en-US" altLang="pt-BR" sz="4000"/>
          </a:p>
          <a:p>
            <a:pPr algn="ctr">
              <a:buFontTx/>
              <a:buNone/>
            </a:pPr>
            <a:endParaRPr lang="en-US" altLang="pt-BR" sz="4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>
            <a:extLst>
              <a:ext uri="{FF2B5EF4-FFF2-40B4-BE49-F238E27FC236}">
                <a16:creationId xmlns:a16="http://schemas.microsoft.com/office/drawing/2014/main" id="{FD923366-C2FE-78CE-F845-7D9405BBA0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295400"/>
            <a:ext cx="8229600" cy="4114800"/>
          </a:xfrm>
        </p:spPr>
        <p:txBody>
          <a:bodyPr/>
          <a:lstStyle/>
          <a:p>
            <a:pPr algn="ctr">
              <a:lnSpc>
                <a:spcPct val="90000"/>
              </a:lnSpc>
              <a:buFontTx/>
              <a:buNone/>
            </a:pPr>
            <a:r>
              <a:rPr lang="pt-BR" altLang="pt-BR" sz="3800"/>
              <a:t>Tem um modo o Senhor, </a:t>
            </a:r>
          </a:p>
          <a:p>
            <a:pPr algn="ctr">
              <a:lnSpc>
                <a:spcPct val="90000"/>
              </a:lnSpc>
              <a:buFontTx/>
              <a:buNone/>
            </a:pPr>
            <a:r>
              <a:rPr lang="pt-BR" altLang="pt-BR" sz="3800"/>
              <a:t>Que é próprio do amor,</a:t>
            </a:r>
          </a:p>
          <a:p>
            <a:pPr algn="ctr">
              <a:lnSpc>
                <a:spcPct val="90000"/>
              </a:lnSpc>
              <a:buFontTx/>
              <a:buNone/>
            </a:pPr>
            <a:r>
              <a:rPr lang="pt-BR" altLang="pt-BR" sz="3800"/>
              <a:t>Ele usa dos remidos o menor,</a:t>
            </a:r>
          </a:p>
          <a:p>
            <a:pPr algn="ctr">
              <a:lnSpc>
                <a:spcPct val="90000"/>
              </a:lnSpc>
              <a:buFontTx/>
              <a:buNone/>
            </a:pPr>
            <a:r>
              <a:rPr lang="pt-BR" altLang="pt-BR" sz="3800"/>
              <a:t>Todo mundo me deixou,</a:t>
            </a:r>
          </a:p>
          <a:p>
            <a:pPr algn="ctr">
              <a:lnSpc>
                <a:spcPct val="90000"/>
              </a:lnSpc>
              <a:buFontTx/>
              <a:buNone/>
            </a:pPr>
            <a:r>
              <a:rPr lang="pt-BR" altLang="pt-BR" sz="3800"/>
              <a:t>E de mim se envergonhou,</a:t>
            </a:r>
          </a:p>
          <a:p>
            <a:pPr algn="ctr">
              <a:lnSpc>
                <a:spcPct val="90000"/>
              </a:lnSpc>
              <a:buFontTx/>
              <a:buNone/>
            </a:pPr>
            <a:r>
              <a:rPr lang="pt-BR" altLang="pt-BR" sz="3800"/>
              <a:t>Mas alegre vou pescar pois é melhor.</a:t>
            </a:r>
            <a:endParaRPr lang="en-US" altLang="pt-BR" sz="3800"/>
          </a:p>
          <a:p>
            <a:pPr algn="ctr">
              <a:lnSpc>
                <a:spcPct val="90000"/>
              </a:lnSpc>
              <a:buFontTx/>
              <a:buNone/>
            </a:pPr>
            <a:endParaRPr lang="en-US" altLang="pt-BR" sz="3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>
            <a:extLst>
              <a:ext uri="{FF2B5EF4-FFF2-40B4-BE49-F238E27FC236}">
                <a16:creationId xmlns:a16="http://schemas.microsoft.com/office/drawing/2014/main" id="{56F44A20-F9B4-B7DB-0497-88D5CDC76F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914400"/>
            <a:ext cx="8458200" cy="5105400"/>
          </a:xfrm>
        </p:spPr>
        <p:txBody>
          <a:bodyPr/>
          <a:lstStyle/>
          <a:p>
            <a:pPr algn="ctr">
              <a:buFontTx/>
              <a:buNone/>
            </a:pPr>
            <a:r>
              <a:rPr lang="pt-BR" altLang="pt-BR" sz="4000"/>
              <a:t>Vou pescar os pecadores para Cristo</a:t>
            </a:r>
          </a:p>
          <a:p>
            <a:pPr algn="ctr">
              <a:buFontTx/>
              <a:buNone/>
            </a:pPr>
            <a:r>
              <a:rPr lang="pt-BR" altLang="pt-BR" sz="4000"/>
              <a:t>Neste mundo cheio de horror,</a:t>
            </a:r>
          </a:p>
          <a:p>
            <a:pPr algn="ctr">
              <a:buFontTx/>
              <a:buNone/>
            </a:pPr>
            <a:r>
              <a:rPr lang="pt-BR" altLang="pt-BR" sz="4000"/>
              <a:t>Não mais desanimarei;</a:t>
            </a:r>
          </a:p>
          <a:p>
            <a:pPr algn="ctr">
              <a:buFontTx/>
              <a:buNone/>
            </a:pPr>
            <a:r>
              <a:rPr lang="pt-BR" altLang="pt-BR" sz="4000"/>
              <a:t>Minha rede lançarei;</a:t>
            </a:r>
          </a:p>
          <a:p>
            <a:pPr algn="ctr">
              <a:buFontTx/>
              <a:buNone/>
            </a:pPr>
            <a:r>
              <a:rPr lang="pt-BR" altLang="pt-BR" sz="4000"/>
              <a:t>Muitos peixes apanhando pra o Senhor.</a:t>
            </a:r>
          </a:p>
          <a:p>
            <a:pPr algn="ctr">
              <a:buFontTx/>
              <a:buNone/>
            </a:pPr>
            <a:endParaRPr lang="en-US" altLang="pt-BR" sz="4000"/>
          </a:p>
          <a:p>
            <a:pPr algn="ctr">
              <a:buFontTx/>
              <a:buNone/>
            </a:pPr>
            <a:endParaRPr lang="en-US" altLang="pt-BR" sz="4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>
            <a:extLst>
              <a:ext uri="{FF2B5EF4-FFF2-40B4-BE49-F238E27FC236}">
                <a16:creationId xmlns:a16="http://schemas.microsoft.com/office/drawing/2014/main" id="{D5589968-DA07-7D91-8958-E0C4967D54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066800"/>
            <a:ext cx="8229600" cy="4114800"/>
          </a:xfrm>
        </p:spPr>
        <p:txBody>
          <a:bodyPr/>
          <a:lstStyle/>
          <a:p>
            <a:pPr algn="ctr">
              <a:lnSpc>
                <a:spcPct val="90000"/>
              </a:lnSpc>
              <a:buFontTx/>
              <a:buNone/>
            </a:pPr>
            <a:r>
              <a:rPr lang="pt-BR" altLang="pt-BR" sz="3800"/>
              <a:t>Se há coisas de valor,</a:t>
            </a:r>
          </a:p>
          <a:p>
            <a:pPr algn="ctr">
              <a:lnSpc>
                <a:spcPct val="90000"/>
              </a:lnSpc>
              <a:buFontTx/>
              <a:buNone/>
            </a:pPr>
            <a:r>
              <a:rPr lang="pt-BR" altLang="pt-BR" sz="3800"/>
              <a:t>É a rede de amor,</a:t>
            </a:r>
          </a:p>
          <a:p>
            <a:pPr algn="ctr">
              <a:lnSpc>
                <a:spcPct val="90000"/>
              </a:lnSpc>
              <a:buFontTx/>
              <a:buNone/>
            </a:pPr>
            <a:r>
              <a:rPr lang="pt-BR" altLang="pt-BR" sz="3800"/>
              <a:t>Cujo fio é a obra de Jesus</a:t>
            </a:r>
          </a:p>
          <a:p>
            <a:pPr algn="ctr">
              <a:lnSpc>
                <a:spcPct val="90000"/>
              </a:lnSpc>
              <a:buFontTx/>
              <a:buNone/>
            </a:pPr>
            <a:r>
              <a:rPr lang="pt-BR" altLang="pt-BR" sz="3800"/>
              <a:t>Que puxada sempre trás,</a:t>
            </a:r>
          </a:p>
          <a:p>
            <a:pPr algn="ctr">
              <a:lnSpc>
                <a:spcPct val="90000"/>
              </a:lnSpc>
              <a:buFontTx/>
              <a:buNone/>
            </a:pPr>
            <a:r>
              <a:rPr lang="pt-BR" altLang="pt-BR" sz="3800"/>
              <a:t>Os perdidos e sem paz</a:t>
            </a:r>
          </a:p>
          <a:p>
            <a:pPr algn="ctr">
              <a:lnSpc>
                <a:spcPct val="90000"/>
              </a:lnSpc>
              <a:buFontTx/>
              <a:buNone/>
            </a:pPr>
            <a:r>
              <a:rPr lang="pt-BR" altLang="pt-BR" sz="3800"/>
              <a:t>Para receberem do Senhor, a luz.</a:t>
            </a:r>
            <a:endParaRPr lang="en-US" altLang="pt-BR" sz="3800"/>
          </a:p>
          <a:p>
            <a:pPr algn="ctr">
              <a:lnSpc>
                <a:spcPct val="90000"/>
              </a:lnSpc>
              <a:buFontTx/>
              <a:buNone/>
            </a:pPr>
            <a:endParaRPr lang="en-US" altLang="pt-BR" sz="3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>
            <a:extLst>
              <a:ext uri="{FF2B5EF4-FFF2-40B4-BE49-F238E27FC236}">
                <a16:creationId xmlns:a16="http://schemas.microsoft.com/office/drawing/2014/main" id="{D10BA2B0-4219-7EFE-4F18-D9217D613C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762000"/>
            <a:ext cx="8458200" cy="5181600"/>
          </a:xfrm>
        </p:spPr>
        <p:txBody>
          <a:bodyPr/>
          <a:lstStyle/>
          <a:p>
            <a:pPr algn="ctr">
              <a:buFontTx/>
              <a:buNone/>
            </a:pPr>
            <a:r>
              <a:rPr lang="pt-BR" altLang="pt-BR" sz="4000"/>
              <a:t>Vou pescar os pecadores para Cristo</a:t>
            </a:r>
          </a:p>
          <a:p>
            <a:pPr algn="ctr">
              <a:buFontTx/>
              <a:buNone/>
            </a:pPr>
            <a:r>
              <a:rPr lang="pt-BR" altLang="pt-BR" sz="4000"/>
              <a:t>Neste mundo cheio de horror,</a:t>
            </a:r>
          </a:p>
          <a:p>
            <a:pPr algn="ctr">
              <a:buFontTx/>
              <a:buNone/>
            </a:pPr>
            <a:r>
              <a:rPr lang="pt-BR" altLang="pt-BR" sz="4000"/>
              <a:t>Não mais desanimarei;</a:t>
            </a:r>
          </a:p>
          <a:p>
            <a:pPr algn="ctr">
              <a:buFontTx/>
              <a:buNone/>
            </a:pPr>
            <a:r>
              <a:rPr lang="pt-BR" altLang="pt-BR" sz="4000"/>
              <a:t>Minha rede lançarei;</a:t>
            </a:r>
          </a:p>
          <a:p>
            <a:pPr algn="ctr">
              <a:buFontTx/>
              <a:buNone/>
            </a:pPr>
            <a:r>
              <a:rPr lang="pt-BR" altLang="pt-BR" sz="4000"/>
              <a:t>Muitos peixes apanhando pra o Senhor.</a:t>
            </a:r>
          </a:p>
          <a:p>
            <a:pPr algn="ctr">
              <a:buFontTx/>
              <a:buNone/>
            </a:pPr>
            <a:endParaRPr lang="en-US" altLang="pt-BR" sz="4000"/>
          </a:p>
          <a:p>
            <a:pPr algn="ctr">
              <a:buFontTx/>
              <a:buNone/>
            </a:pPr>
            <a:endParaRPr lang="en-US" altLang="pt-BR" sz="4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>
            <a:extLst>
              <a:ext uri="{FF2B5EF4-FFF2-40B4-BE49-F238E27FC236}">
                <a16:creationId xmlns:a16="http://schemas.microsoft.com/office/drawing/2014/main" id="{75187775-0D6D-A0B0-E29D-4ADF82CDB3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143000"/>
            <a:ext cx="8229600" cy="4114800"/>
          </a:xfrm>
        </p:spPr>
        <p:txBody>
          <a:bodyPr/>
          <a:lstStyle/>
          <a:p>
            <a:pPr algn="ctr">
              <a:buFontTx/>
              <a:buNone/>
            </a:pPr>
            <a:r>
              <a:rPr lang="pt-BR" altLang="pt-BR" sz="3800"/>
              <a:t>Quando há um temporal,</a:t>
            </a:r>
          </a:p>
          <a:p>
            <a:pPr algn="ctr">
              <a:buFontTx/>
              <a:buNone/>
            </a:pPr>
            <a:r>
              <a:rPr lang="pt-BR" altLang="pt-BR" sz="3800"/>
              <a:t>E a pesca corre mal,</a:t>
            </a:r>
          </a:p>
          <a:p>
            <a:pPr algn="ctr">
              <a:buFontTx/>
              <a:buNone/>
            </a:pPr>
            <a:r>
              <a:rPr lang="pt-BR" altLang="pt-BR" sz="3800"/>
              <a:t>Novamente no meu barco vou pescar! Pode ser que desta vez,</a:t>
            </a:r>
          </a:p>
          <a:p>
            <a:pPr algn="ctr">
              <a:buFontTx/>
              <a:buNone/>
            </a:pPr>
            <a:r>
              <a:rPr lang="pt-BR" altLang="pt-BR" sz="3800"/>
              <a:t>Eu não tenha mais revés,</a:t>
            </a:r>
          </a:p>
          <a:p>
            <a:pPr algn="ctr">
              <a:buFontTx/>
              <a:buNone/>
            </a:pPr>
            <a:r>
              <a:rPr lang="pt-BR" altLang="pt-BR" sz="3800"/>
              <a:t>Pois Jesus eu levo para m’ensinar.</a:t>
            </a:r>
            <a:endParaRPr lang="en-US" altLang="pt-BR" sz="3800"/>
          </a:p>
          <a:p>
            <a:pPr algn="ctr">
              <a:buFontTx/>
              <a:buNone/>
            </a:pPr>
            <a:endParaRPr lang="pt-BR" altLang="pt-BR" sz="3800"/>
          </a:p>
          <a:p>
            <a:pPr algn="ctr">
              <a:buFontTx/>
              <a:buNone/>
            </a:pPr>
            <a:endParaRPr lang="en-US" altLang="pt-BR" sz="3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>
            <a:extLst>
              <a:ext uri="{FF2B5EF4-FFF2-40B4-BE49-F238E27FC236}">
                <a16:creationId xmlns:a16="http://schemas.microsoft.com/office/drawing/2014/main" id="{CC118CBF-233D-74C7-C6E5-F48A524CCE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143000"/>
            <a:ext cx="9144000" cy="4648200"/>
          </a:xfrm>
        </p:spPr>
        <p:txBody>
          <a:bodyPr/>
          <a:lstStyle/>
          <a:p>
            <a:pPr algn="ctr">
              <a:buFontTx/>
              <a:buNone/>
            </a:pPr>
            <a:r>
              <a:rPr lang="pt-BR" altLang="pt-BR" sz="4000"/>
              <a:t>Vou pescar os pecadores para Cristo</a:t>
            </a:r>
          </a:p>
          <a:p>
            <a:pPr algn="ctr">
              <a:buFontTx/>
              <a:buNone/>
            </a:pPr>
            <a:r>
              <a:rPr lang="pt-BR" altLang="pt-BR" sz="4000"/>
              <a:t>Neste mundo cheio de horror,</a:t>
            </a:r>
          </a:p>
          <a:p>
            <a:pPr algn="ctr">
              <a:buFontTx/>
              <a:buNone/>
            </a:pPr>
            <a:r>
              <a:rPr lang="pt-BR" altLang="pt-BR" sz="4000"/>
              <a:t>Não mais desanimarei;</a:t>
            </a:r>
          </a:p>
          <a:p>
            <a:pPr algn="ctr">
              <a:buFontTx/>
              <a:buNone/>
            </a:pPr>
            <a:r>
              <a:rPr lang="pt-BR" altLang="pt-BR" sz="4000"/>
              <a:t>Minha rede lançarei;</a:t>
            </a:r>
          </a:p>
          <a:p>
            <a:pPr algn="ctr">
              <a:buFontTx/>
              <a:buNone/>
            </a:pPr>
            <a:r>
              <a:rPr lang="pt-BR" altLang="pt-BR" sz="4000"/>
              <a:t>Muitos peixes apanhando pra o Senhor.</a:t>
            </a:r>
          </a:p>
          <a:p>
            <a:pPr algn="ctr">
              <a:buFontTx/>
              <a:buNone/>
            </a:pPr>
            <a:endParaRPr lang="en-US" altLang="pt-BR" sz="4000"/>
          </a:p>
          <a:p>
            <a:pPr algn="ctr">
              <a:buFontTx/>
              <a:buNone/>
            </a:pPr>
            <a:endParaRPr lang="en-US" altLang="pt-BR" sz="4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>
            <a:extLst>
              <a:ext uri="{FF2B5EF4-FFF2-40B4-BE49-F238E27FC236}">
                <a16:creationId xmlns:a16="http://schemas.microsoft.com/office/drawing/2014/main" id="{A0471319-22FD-F421-DA53-9F2CDA14F5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219200"/>
            <a:ext cx="8229600" cy="4114800"/>
          </a:xfrm>
        </p:spPr>
        <p:txBody>
          <a:bodyPr/>
          <a:lstStyle/>
          <a:p>
            <a:pPr algn="ctr">
              <a:lnSpc>
                <a:spcPct val="80000"/>
              </a:lnSpc>
              <a:buFontTx/>
              <a:buNone/>
            </a:pPr>
            <a:r>
              <a:rPr lang="pt-BR" altLang="pt-BR" sz="3800"/>
              <a:t>Acabando de pescar,</a:t>
            </a:r>
          </a:p>
          <a:p>
            <a:pPr algn="ctr">
              <a:lnSpc>
                <a:spcPct val="80000"/>
              </a:lnSpc>
              <a:buFontTx/>
              <a:buNone/>
            </a:pPr>
            <a:r>
              <a:rPr lang="pt-BR" altLang="pt-BR" sz="3800"/>
              <a:t>E deitado a pensar,</a:t>
            </a:r>
          </a:p>
          <a:p>
            <a:pPr algn="ctr">
              <a:lnSpc>
                <a:spcPct val="80000"/>
              </a:lnSpc>
              <a:buFontTx/>
              <a:buNone/>
            </a:pPr>
            <a:r>
              <a:rPr lang="pt-BR" altLang="pt-BR" sz="3800"/>
              <a:t>Tenho gozo que gastei;</a:t>
            </a:r>
          </a:p>
          <a:p>
            <a:pPr algn="ctr">
              <a:lnSpc>
                <a:spcPct val="80000"/>
              </a:lnSpc>
              <a:buFontTx/>
              <a:buNone/>
            </a:pPr>
            <a:r>
              <a:rPr lang="pt-BR" altLang="pt-BR" sz="3800"/>
              <a:t>Pois terei um galardão</a:t>
            </a:r>
          </a:p>
          <a:p>
            <a:pPr algn="ctr">
              <a:lnSpc>
                <a:spcPct val="80000"/>
              </a:lnSpc>
              <a:buFontTx/>
              <a:buNone/>
            </a:pPr>
            <a:r>
              <a:rPr lang="pt-BR" altLang="pt-BR" sz="3800"/>
              <a:t>Pela pesca em Sião,</a:t>
            </a:r>
          </a:p>
          <a:p>
            <a:pPr algn="ctr">
              <a:lnSpc>
                <a:spcPct val="80000"/>
              </a:lnSpc>
              <a:buFontTx/>
              <a:buNone/>
            </a:pPr>
            <a:r>
              <a:rPr lang="pt-BR" altLang="pt-BR" sz="3800"/>
              <a:t>Pelas almas que no mundo eu ganhei.</a:t>
            </a:r>
            <a:endParaRPr lang="en-US" altLang="pt-BR" sz="3800"/>
          </a:p>
          <a:p>
            <a:pPr algn="ctr">
              <a:lnSpc>
                <a:spcPct val="80000"/>
              </a:lnSpc>
              <a:buFontTx/>
              <a:buNone/>
            </a:pPr>
            <a:endParaRPr lang="en-US" altLang="pt-BR" sz="3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>
            <a:extLst>
              <a:ext uri="{FF2B5EF4-FFF2-40B4-BE49-F238E27FC236}">
                <a16:creationId xmlns:a16="http://schemas.microsoft.com/office/drawing/2014/main" id="{967EB83A-ADA9-37CB-9025-AC6E3D3ABB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371600"/>
            <a:ext cx="8686800" cy="4800600"/>
          </a:xfrm>
        </p:spPr>
        <p:txBody>
          <a:bodyPr/>
          <a:lstStyle/>
          <a:p>
            <a:pPr algn="ctr">
              <a:buFontTx/>
              <a:buNone/>
            </a:pPr>
            <a:r>
              <a:rPr lang="pt-BR" altLang="pt-BR" sz="4000"/>
              <a:t>Vou pescar os pecadores para Cristo</a:t>
            </a:r>
          </a:p>
          <a:p>
            <a:pPr algn="ctr">
              <a:buFontTx/>
              <a:buNone/>
            </a:pPr>
            <a:r>
              <a:rPr lang="pt-BR" altLang="pt-BR" sz="4000"/>
              <a:t>Neste mundo cheio de horror,</a:t>
            </a:r>
          </a:p>
          <a:p>
            <a:pPr algn="ctr">
              <a:buFontTx/>
              <a:buNone/>
            </a:pPr>
            <a:r>
              <a:rPr lang="pt-BR" altLang="pt-BR" sz="4000"/>
              <a:t>Não mais desanimarei;</a:t>
            </a:r>
          </a:p>
          <a:p>
            <a:pPr algn="ctr">
              <a:buFontTx/>
              <a:buNone/>
            </a:pPr>
            <a:r>
              <a:rPr lang="pt-BR" altLang="pt-BR" sz="4000"/>
              <a:t>Minha rede lançarei;</a:t>
            </a:r>
          </a:p>
          <a:p>
            <a:pPr algn="ctr">
              <a:buFontTx/>
              <a:buNone/>
            </a:pPr>
            <a:r>
              <a:rPr lang="pt-BR" altLang="pt-BR" sz="4000"/>
              <a:t>Muitos peixes apanhando pra o Senhor.</a:t>
            </a:r>
          </a:p>
          <a:p>
            <a:pPr algn="ctr">
              <a:buFontTx/>
              <a:buNone/>
            </a:pPr>
            <a:endParaRPr lang="en-US" altLang="pt-BR" sz="4000"/>
          </a:p>
          <a:p>
            <a:pPr>
              <a:buFontTx/>
              <a:buNone/>
            </a:pPr>
            <a:endParaRPr lang="en-US" altLang="pt-BR" sz="4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ceano">
  <a:themeElements>
    <a:clrScheme name="Oceano 1">
      <a:dk1>
        <a:srgbClr val="010199"/>
      </a:dk1>
      <a:lt1>
        <a:srgbClr val="FFFFFF"/>
      </a:lt1>
      <a:dk2>
        <a:srgbClr val="000099"/>
      </a:dk2>
      <a:lt2>
        <a:srgbClr val="FFFFFF"/>
      </a:lt2>
      <a:accent1>
        <a:srgbClr val="33CCCC"/>
      </a:accent1>
      <a:accent2>
        <a:srgbClr val="00C600"/>
      </a:accent2>
      <a:accent3>
        <a:srgbClr val="AAAACA"/>
      </a:accent3>
      <a:accent4>
        <a:srgbClr val="DADADA"/>
      </a:accent4>
      <a:accent5>
        <a:srgbClr val="ADE2E2"/>
      </a:accent5>
      <a:accent6>
        <a:srgbClr val="00B300"/>
      </a:accent6>
      <a:hlink>
        <a:srgbClr val="FFCC00"/>
      </a:hlink>
      <a:folHlink>
        <a:srgbClr val="6699FF"/>
      </a:folHlink>
    </a:clrScheme>
    <a:fontScheme name="Oceano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Oceano 1">
        <a:dk1>
          <a:srgbClr val="010199"/>
        </a:dk1>
        <a:lt1>
          <a:srgbClr val="FFFFFF"/>
        </a:lt1>
        <a:dk2>
          <a:srgbClr val="000099"/>
        </a:dk2>
        <a:lt2>
          <a:srgbClr val="FFFFFF"/>
        </a:lt2>
        <a:accent1>
          <a:srgbClr val="33CCCC"/>
        </a:accent1>
        <a:accent2>
          <a:srgbClr val="00C600"/>
        </a:accent2>
        <a:accent3>
          <a:srgbClr val="AAAACA"/>
        </a:accent3>
        <a:accent4>
          <a:srgbClr val="DADADA"/>
        </a:accent4>
        <a:accent5>
          <a:srgbClr val="ADE2E2"/>
        </a:accent5>
        <a:accent6>
          <a:srgbClr val="00B300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o 2">
        <a:dk1>
          <a:srgbClr val="000066"/>
        </a:dk1>
        <a:lt1>
          <a:srgbClr val="FFFFFF"/>
        </a:lt1>
        <a:dk2>
          <a:srgbClr val="5D93FF"/>
        </a:dk2>
        <a:lt2>
          <a:srgbClr val="FFFFFF"/>
        </a:lt2>
        <a:accent1>
          <a:srgbClr val="6666FF"/>
        </a:accent1>
        <a:accent2>
          <a:srgbClr val="9999FF"/>
        </a:accent2>
        <a:accent3>
          <a:srgbClr val="B6C8FF"/>
        </a:accent3>
        <a:accent4>
          <a:srgbClr val="DADADA"/>
        </a:accent4>
        <a:accent5>
          <a:srgbClr val="B8B8FF"/>
        </a:accent5>
        <a:accent6>
          <a:srgbClr val="8A8AE7"/>
        </a:accent6>
        <a:hlink>
          <a:srgbClr val="FF3300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o 3">
        <a:dk1>
          <a:srgbClr val="000000"/>
        </a:dk1>
        <a:lt1>
          <a:srgbClr val="FFFFFF"/>
        </a:lt1>
        <a:dk2>
          <a:srgbClr val="572E88"/>
        </a:dk2>
        <a:lt2>
          <a:srgbClr val="FFFFFF"/>
        </a:lt2>
        <a:accent1>
          <a:srgbClr val="FF6600"/>
        </a:accent1>
        <a:accent2>
          <a:srgbClr val="FFCC00"/>
        </a:accent2>
        <a:accent3>
          <a:srgbClr val="B4ADC3"/>
        </a:accent3>
        <a:accent4>
          <a:srgbClr val="DADADA"/>
        </a:accent4>
        <a:accent5>
          <a:srgbClr val="FFB8AA"/>
        </a:accent5>
        <a:accent6>
          <a:srgbClr val="E7B900"/>
        </a:accent6>
        <a:hlink>
          <a:srgbClr val="33CCCC"/>
        </a:hlink>
        <a:folHlink>
          <a:srgbClr val="36CC6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o 4">
        <a:dk1>
          <a:srgbClr val="003366"/>
        </a:dk1>
        <a:lt1>
          <a:srgbClr val="FFFFFF"/>
        </a:lt1>
        <a:dk2>
          <a:srgbClr val="666699"/>
        </a:dk2>
        <a:lt2>
          <a:srgbClr val="FFFFFF"/>
        </a:lt2>
        <a:accent1>
          <a:srgbClr val="9966FF"/>
        </a:accent1>
        <a:accent2>
          <a:srgbClr val="00CC66"/>
        </a:accent2>
        <a:accent3>
          <a:srgbClr val="B8B8CA"/>
        </a:accent3>
        <a:accent4>
          <a:srgbClr val="DADADA"/>
        </a:accent4>
        <a:accent5>
          <a:srgbClr val="CAB8FF"/>
        </a:accent5>
        <a:accent6>
          <a:srgbClr val="00B95C"/>
        </a:accent6>
        <a:hlink>
          <a:srgbClr val="65C8FF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o 5">
        <a:dk1>
          <a:srgbClr val="000000"/>
        </a:dk1>
        <a:lt1>
          <a:srgbClr val="FFFFFF"/>
        </a:lt1>
        <a:dk2>
          <a:srgbClr val="336600"/>
        </a:dk2>
        <a:lt2>
          <a:srgbClr val="FFFFFF"/>
        </a:lt2>
        <a:accent1>
          <a:srgbClr val="B7C533"/>
        </a:accent1>
        <a:accent2>
          <a:srgbClr val="CCCCFF"/>
        </a:accent2>
        <a:accent3>
          <a:srgbClr val="ADB8AA"/>
        </a:accent3>
        <a:accent4>
          <a:srgbClr val="DADADA"/>
        </a:accent4>
        <a:accent5>
          <a:srgbClr val="D8DFAD"/>
        </a:accent5>
        <a:accent6>
          <a:srgbClr val="B9B9E7"/>
        </a:accent6>
        <a:hlink>
          <a:srgbClr val="FFFFC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o 6">
        <a:dk1>
          <a:srgbClr val="000000"/>
        </a:dk1>
        <a:lt1>
          <a:srgbClr val="FFFFFF"/>
        </a:lt1>
        <a:dk2>
          <a:srgbClr val="006B80"/>
        </a:dk2>
        <a:lt2>
          <a:srgbClr val="C1CB75"/>
        </a:lt2>
        <a:accent1>
          <a:srgbClr val="6F8406"/>
        </a:accent1>
        <a:accent2>
          <a:srgbClr val="D9E288"/>
        </a:accent2>
        <a:accent3>
          <a:srgbClr val="AABAC0"/>
        </a:accent3>
        <a:accent4>
          <a:srgbClr val="DADADA"/>
        </a:accent4>
        <a:accent5>
          <a:srgbClr val="BBC2AA"/>
        </a:accent5>
        <a:accent6>
          <a:srgbClr val="C4CD7B"/>
        </a:accent6>
        <a:hlink>
          <a:srgbClr val="00CC00"/>
        </a:hlink>
        <a:folHlink>
          <a:srgbClr val="C0FF7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o 7">
        <a:dk1>
          <a:srgbClr val="5F5F5F"/>
        </a:dk1>
        <a:lt1>
          <a:srgbClr val="FFFFFF"/>
        </a:lt1>
        <a:dk2>
          <a:srgbClr val="FF6600"/>
        </a:dk2>
        <a:lt2>
          <a:srgbClr val="FFFFFF"/>
        </a:lt2>
        <a:accent1>
          <a:srgbClr val="CC6600"/>
        </a:accent1>
        <a:accent2>
          <a:srgbClr val="FF6600"/>
        </a:accent2>
        <a:accent3>
          <a:srgbClr val="FFB8AA"/>
        </a:accent3>
        <a:accent4>
          <a:srgbClr val="DADADA"/>
        </a:accent4>
        <a:accent5>
          <a:srgbClr val="E2B8AA"/>
        </a:accent5>
        <a:accent6>
          <a:srgbClr val="E75C00"/>
        </a:accent6>
        <a:hlink>
          <a:srgbClr val="FFFF99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o 8">
        <a:dk1>
          <a:srgbClr val="000000"/>
        </a:dk1>
        <a:lt1>
          <a:srgbClr val="FFFFFF"/>
        </a:lt1>
        <a:dk2>
          <a:srgbClr val="FFBA2F"/>
        </a:dk2>
        <a:lt2>
          <a:srgbClr val="A50021"/>
        </a:lt2>
        <a:accent1>
          <a:srgbClr val="FF6600"/>
        </a:accent1>
        <a:accent2>
          <a:srgbClr val="CC6600"/>
        </a:accent2>
        <a:accent3>
          <a:srgbClr val="FFD9AD"/>
        </a:accent3>
        <a:accent4>
          <a:srgbClr val="DADADA"/>
        </a:accent4>
        <a:accent5>
          <a:srgbClr val="FFB8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Oceano</Template>
  <TotalTime>21</TotalTime>
  <Words>390</Words>
  <Application>Microsoft Office PowerPoint</Application>
  <PresentationFormat>Apresentação na tela (4:3)</PresentationFormat>
  <Paragraphs>65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7" baseType="lpstr">
      <vt:lpstr>Arial</vt:lpstr>
      <vt:lpstr>Tahoma</vt:lpstr>
      <vt:lpstr>Wingdings</vt:lpstr>
      <vt:lpstr>Oceano</vt:lpstr>
      <vt:lpstr>149 CANTO DO PESCADOR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CANTO DO PESCADOR</dc:title>
  <dc:creator>Junior</dc:creator>
  <cp:lastModifiedBy>Emerson Souza</cp:lastModifiedBy>
  <cp:revision>5</cp:revision>
  <dcterms:created xsi:type="dcterms:W3CDTF">2005-06-26T21:43:56Z</dcterms:created>
  <dcterms:modified xsi:type="dcterms:W3CDTF">2026-05-02T21:49:15Z</dcterms:modified>
</cp:coreProperties>
</file>