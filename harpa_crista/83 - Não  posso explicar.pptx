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5" r:id="rId3"/>
    <p:sldId id="257" r:id="rId4"/>
    <p:sldId id="258" r:id="rId5"/>
    <p:sldId id="263" r:id="rId6"/>
    <p:sldId id="259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49" d="100"/>
          <a:sy n="49" d="100"/>
        </p:scale>
        <p:origin x="-4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010DC95E-65CE-57A8-4FBC-12775728E71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13315" name="Freeform 3">
              <a:extLst>
                <a:ext uri="{FF2B5EF4-FFF2-40B4-BE49-F238E27FC236}">
                  <a16:creationId xmlns:a16="http://schemas.microsoft.com/office/drawing/2014/main" id="{8B00D4C1-CFD6-C798-FBB4-3CA5ECAF91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0CBF31CF-D318-09BB-3EC9-1A056D5ADB5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7" name="Freeform 5">
              <a:extLst>
                <a:ext uri="{FF2B5EF4-FFF2-40B4-BE49-F238E27FC236}">
                  <a16:creationId xmlns:a16="http://schemas.microsoft.com/office/drawing/2014/main" id="{94BE9ED6-E6BB-0210-5222-9B9AEFB5EAA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318" name="Group 6">
              <a:extLst>
                <a:ext uri="{FF2B5EF4-FFF2-40B4-BE49-F238E27FC236}">
                  <a16:creationId xmlns:a16="http://schemas.microsoft.com/office/drawing/2014/main" id="{6B991B3F-F180-12EB-8E78-C328CBF94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3319" name="Freeform 7">
                <a:extLst>
                  <a:ext uri="{FF2B5EF4-FFF2-40B4-BE49-F238E27FC236}">
                    <a16:creationId xmlns:a16="http://schemas.microsoft.com/office/drawing/2014/main" id="{943ACEC7-103D-BB72-0EA9-99FF71D25CD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0" name="Freeform 8">
                <a:extLst>
                  <a:ext uri="{FF2B5EF4-FFF2-40B4-BE49-F238E27FC236}">
                    <a16:creationId xmlns:a16="http://schemas.microsoft.com/office/drawing/2014/main" id="{1BE328CD-9C72-6DF9-9333-35F43E9E4A7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1" name="Freeform 9">
                <a:extLst>
                  <a:ext uri="{FF2B5EF4-FFF2-40B4-BE49-F238E27FC236}">
                    <a16:creationId xmlns:a16="http://schemas.microsoft.com/office/drawing/2014/main" id="{4F6D8F59-1E1A-4D37-89C6-0FE9C0B022E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2" name="Freeform 10">
                <a:extLst>
                  <a:ext uri="{FF2B5EF4-FFF2-40B4-BE49-F238E27FC236}">
                    <a16:creationId xmlns:a16="http://schemas.microsoft.com/office/drawing/2014/main" id="{3BF50A42-252B-0BEE-8942-1F3CCAE8543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3" name="Freeform 11">
                <a:extLst>
                  <a:ext uri="{FF2B5EF4-FFF2-40B4-BE49-F238E27FC236}">
                    <a16:creationId xmlns:a16="http://schemas.microsoft.com/office/drawing/2014/main" id="{450CE184-6A47-23E5-554B-81EF2998A41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4" name="Freeform 12">
                <a:extLst>
                  <a:ext uri="{FF2B5EF4-FFF2-40B4-BE49-F238E27FC236}">
                    <a16:creationId xmlns:a16="http://schemas.microsoft.com/office/drawing/2014/main" id="{A138EC1F-CD1F-D15C-41E7-BFB215BA48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5" name="Freeform 13">
                <a:extLst>
                  <a:ext uri="{FF2B5EF4-FFF2-40B4-BE49-F238E27FC236}">
                    <a16:creationId xmlns:a16="http://schemas.microsoft.com/office/drawing/2014/main" id="{18199B18-56CB-6C7A-3A2C-8564B319D24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6" name="Freeform 14">
                <a:extLst>
                  <a:ext uri="{FF2B5EF4-FFF2-40B4-BE49-F238E27FC236}">
                    <a16:creationId xmlns:a16="http://schemas.microsoft.com/office/drawing/2014/main" id="{055E39FD-975F-E35F-AF28-9D8B2E390FC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7" name="Freeform 15">
                <a:extLst>
                  <a:ext uri="{FF2B5EF4-FFF2-40B4-BE49-F238E27FC236}">
                    <a16:creationId xmlns:a16="http://schemas.microsoft.com/office/drawing/2014/main" id="{17889A7A-5FDB-9C36-61FA-0A3D98B0C35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8" name="Freeform 16">
                <a:extLst>
                  <a:ext uri="{FF2B5EF4-FFF2-40B4-BE49-F238E27FC236}">
                    <a16:creationId xmlns:a16="http://schemas.microsoft.com/office/drawing/2014/main" id="{80F37467-9209-E1F7-6512-EFCC92F29E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9" name="Freeform 17">
                <a:extLst>
                  <a:ext uri="{FF2B5EF4-FFF2-40B4-BE49-F238E27FC236}">
                    <a16:creationId xmlns:a16="http://schemas.microsoft.com/office/drawing/2014/main" id="{BD573A16-8395-16C6-5329-4D0549C1809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0" name="Freeform 18">
                <a:extLst>
                  <a:ext uri="{FF2B5EF4-FFF2-40B4-BE49-F238E27FC236}">
                    <a16:creationId xmlns:a16="http://schemas.microsoft.com/office/drawing/2014/main" id="{C5EF5B61-A44E-B6E2-9C75-BCAC7E6EC2B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1" name="Freeform 19">
                <a:extLst>
                  <a:ext uri="{FF2B5EF4-FFF2-40B4-BE49-F238E27FC236}">
                    <a16:creationId xmlns:a16="http://schemas.microsoft.com/office/drawing/2014/main" id="{545105B4-C8A4-4C3E-1CDC-940033C81DB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3332" name="Freeform 20">
              <a:extLst>
                <a:ext uri="{FF2B5EF4-FFF2-40B4-BE49-F238E27FC236}">
                  <a16:creationId xmlns:a16="http://schemas.microsoft.com/office/drawing/2014/main" id="{3AA0211A-AA1F-7D42-BD09-63347882D9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3" name="Freeform 21">
              <a:extLst>
                <a:ext uri="{FF2B5EF4-FFF2-40B4-BE49-F238E27FC236}">
                  <a16:creationId xmlns:a16="http://schemas.microsoft.com/office/drawing/2014/main" id="{0862FBCD-0B8A-60C0-BC7A-C422B1B195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4" name="Freeform 22">
              <a:extLst>
                <a:ext uri="{FF2B5EF4-FFF2-40B4-BE49-F238E27FC236}">
                  <a16:creationId xmlns:a16="http://schemas.microsoft.com/office/drawing/2014/main" id="{05B7CA1E-00A0-34AC-A805-618FB3364C4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5" name="Freeform 23">
              <a:extLst>
                <a:ext uri="{FF2B5EF4-FFF2-40B4-BE49-F238E27FC236}">
                  <a16:creationId xmlns:a16="http://schemas.microsoft.com/office/drawing/2014/main" id="{59D4FD25-6A00-CF47-EA8B-68E1066439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6" name="Freeform 24">
              <a:extLst>
                <a:ext uri="{FF2B5EF4-FFF2-40B4-BE49-F238E27FC236}">
                  <a16:creationId xmlns:a16="http://schemas.microsoft.com/office/drawing/2014/main" id="{B1B46302-BFF1-CD5C-1B37-CCBF210936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7" name="Freeform 25">
              <a:extLst>
                <a:ext uri="{FF2B5EF4-FFF2-40B4-BE49-F238E27FC236}">
                  <a16:creationId xmlns:a16="http://schemas.microsoft.com/office/drawing/2014/main" id="{CCC8F290-5302-FD58-BF5A-15DCC4A885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8" name="Freeform 26">
              <a:extLst>
                <a:ext uri="{FF2B5EF4-FFF2-40B4-BE49-F238E27FC236}">
                  <a16:creationId xmlns:a16="http://schemas.microsoft.com/office/drawing/2014/main" id="{49EA3009-415C-187D-28EE-F9F1D023A3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9" name="Freeform 27">
              <a:extLst>
                <a:ext uri="{FF2B5EF4-FFF2-40B4-BE49-F238E27FC236}">
                  <a16:creationId xmlns:a16="http://schemas.microsoft.com/office/drawing/2014/main" id="{3AE99DD0-9B71-2BC7-0365-68795DB068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40" name="Line 28">
              <a:extLst>
                <a:ext uri="{FF2B5EF4-FFF2-40B4-BE49-F238E27FC236}">
                  <a16:creationId xmlns:a16="http://schemas.microsoft.com/office/drawing/2014/main" id="{6A690383-E12A-F6AA-2ED1-D798CD92801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41" name="Line 29">
              <a:extLst>
                <a:ext uri="{FF2B5EF4-FFF2-40B4-BE49-F238E27FC236}">
                  <a16:creationId xmlns:a16="http://schemas.microsoft.com/office/drawing/2014/main" id="{81ECC287-8552-A772-F0BF-EF1621C8A5E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42" name="Line 30">
              <a:extLst>
                <a:ext uri="{FF2B5EF4-FFF2-40B4-BE49-F238E27FC236}">
                  <a16:creationId xmlns:a16="http://schemas.microsoft.com/office/drawing/2014/main" id="{C431D301-355F-E839-C8B2-851E953F2A0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343" name="Group 31">
              <a:extLst>
                <a:ext uri="{FF2B5EF4-FFF2-40B4-BE49-F238E27FC236}">
                  <a16:creationId xmlns:a16="http://schemas.microsoft.com/office/drawing/2014/main" id="{764EA008-27BE-FD6C-14F5-D450B3864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3344" name="Line 32">
                <a:extLst>
                  <a:ext uri="{FF2B5EF4-FFF2-40B4-BE49-F238E27FC236}">
                    <a16:creationId xmlns:a16="http://schemas.microsoft.com/office/drawing/2014/main" id="{50DF0BF7-4857-7FDC-4C5D-82B6F137BE1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5" name="Line 33">
                <a:extLst>
                  <a:ext uri="{FF2B5EF4-FFF2-40B4-BE49-F238E27FC236}">
                    <a16:creationId xmlns:a16="http://schemas.microsoft.com/office/drawing/2014/main" id="{84A15BBF-5E7C-8880-7B1E-C4469500F0F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6" name="Line 34">
                <a:extLst>
                  <a:ext uri="{FF2B5EF4-FFF2-40B4-BE49-F238E27FC236}">
                    <a16:creationId xmlns:a16="http://schemas.microsoft.com/office/drawing/2014/main" id="{D974EE9B-CE25-B372-5F72-3F3F9019EF9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7" name="Line 35">
                <a:extLst>
                  <a:ext uri="{FF2B5EF4-FFF2-40B4-BE49-F238E27FC236}">
                    <a16:creationId xmlns:a16="http://schemas.microsoft.com/office/drawing/2014/main" id="{78FD02A8-8EEE-AC30-2434-99F1F73757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8" name="Line 36">
                <a:extLst>
                  <a:ext uri="{FF2B5EF4-FFF2-40B4-BE49-F238E27FC236}">
                    <a16:creationId xmlns:a16="http://schemas.microsoft.com/office/drawing/2014/main" id="{93BB10E2-0AA9-738B-1AF4-95F9253DCF6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3349" name="Line 37">
              <a:extLst>
                <a:ext uri="{FF2B5EF4-FFF2-40B4-BE49-F238E27FC236}">
                  <a16:creationId xmlns:a16="http://schemas.microsoft.com/office/drawing/2014/main" id="{AABDA268-9137-DA1F-26C4-FEB36F21E29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50" name="Line 38">
              <a:extLst>
                <a:ext uri="{FF2B5EF4-FFF2-40B4-BE49-F238E27FC236}">
                  <a16:creationId xmlns:a16="http://schemas.microsoft.com/office/drawing/2014/main" id="{18C7642B-A6D8-7FBA-CEE7-80CD847F39D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51" name="Rectangle 39">
            <a:extLst>
              <a:ext uri="{FF2B5EF4-FFF2-40B4-BE49-F238E27FC236}">
                <a16:creationId xmlns:a16="http://schemas.microsoft.com/office/drawing/2014/main" id="{82406598-59C6-9317-A37A-5B909DFB6A9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3352" name="Rectangle 40">
            <a:extLst>
              <a:ext uri="{FF2B5EF4-FFF2-40B4-BE49-F238E27FC236}">
                <a16:creationId xmlns:a16="http://schemas.microsoft.com/office/drawing/2014/main" id="{74DEA286-0DB4-F8C3-72AB-9232EDAFD75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3353" name="Rectangle 41">
            <a:extLst>
              <a:ext uri="{FF2B5EF4-FFF2-40B4-BE49-F238E27FC236}">
                <a16:creationId xmlns:a16="http://schemas.microsoft.com/office/drawing/2014/main" id="{827677A5-4A38-3044-9736-196CE51DA11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54" name="Rectangle 42">
            <a:extLst>
              <a:ext uri="{FF2B5EF4-FFF2-40B4-BE49-F238E27FC236}">
                <a16:creationId xmlns:a16="http://schemas.microsoft.com/office/drawing/2014/main" id="{B9007799-2337-2554-AB25-AB3F62FB1B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55" name="Rectangle 43">
            <a:extLst>
              <a:ext uri="{FF2B5EF4-FFF2-40B4-BE49-F238E27FC236}">
                <a16:creationId xmlns:a16="http://schemas.microsoft.com/office/drawing/2014/main" id="{702E1C10-F805-7B46-2BB1-A3C76D3C87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34BA7C6-890A-41F9-B84F-23443EAE7F4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015CE-5D4A-49C3-A22B-AEF6C01F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279577-2912-D137-04D7-55CFCCA4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84845-2538-7F32-6B07-778A1C32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0B5EAB-1A01-357D-7CD2-AA9D0B6F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D5DCB9-112F-55DB-F4C5-8FFA0068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83BF5-0477-40AA-BD7E-A6AC1153E4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327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86B23-71FC-99E7-6C9E-EC02176C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D4E05-1CCC-2B5F-AC02-6F1F53E61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1ADE39-F665-09E7-7376-742A5A53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1262FF-17A0-7B6C-91D2-07A6C392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24E2FF-4D9E-E3E5-321B-29FBA497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0204D-8E11-437D-8A91-1A357A6623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180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2472A-B24D-BDD3-7F7A-2ADBFF80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E5BCFA-15EF-E4E4-4080-30143F604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B653B5-81D1-C450-FFF8-746318461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2BFEE6-21CB-E6D7-18BD-2AD4B2C6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97C12E-1E85-E83E-9A5E-1F318063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44B32D-422F-8537-A766-53328575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C1F8C-BA86-4752-BED0-6D84823B2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095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42CD8-2005-01AA-E986-DEAF653E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BCDB6D-2D3E-014F-2C1B-F976A311A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369DA6-C375-2D28-D665-554747DA0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CB4C409-2FF1-4272-9623-D5219B75F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EBA3D7-522A-B379-AC86-90D9525D4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528857-D7C2-9074-1151-856D61C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E3E517-B1B7-27C3-C59E-29A9112D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609B6E-9925-CE09-70F8-D4516456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81E97-440D-4EDD-B66B-3D477CD330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04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1F932-97B9-5798-444C-5B845935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1C47A92-8AA2-96D2-ACFB-62ABDBF6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0A760B-72FA-976D-95B4-117A5805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813624-5EE7-6C6D-2A1B-C6DC268D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4975A8-1269-4E2F-9B94-4CE9726EED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168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3CB3F3-A0D0-0DD3-1BD3-D63D5DFC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25044C-01A8-8A37-FDEB-F5CDF2D7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2A374F-DFB8-8874-572F-3C5D7E18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7105EA-6E28-4AAB-8E14-B14DBE2706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347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00E87-613F-5AD1-EF17-20CB1B5C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DAD674-56C7-1257-3065-1BD7341C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E87941-2199-4155-8331-69202F0EF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2A27B1-F981-960B-D361-EAF308319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4DA765-1986-F20E-28F2-5D793496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54C549-3CC0-C447-52AF-6A304C34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DD567-15B2-41A9-9861-CE77564663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3B303-BE95-5152-71BF-EB18CE1A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AB147F-C382-9C25-3473-C58CA4ECF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C08FF4-BFD9-A7B3-0667-8AA884275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A467E8-D4E6-B3A4-83F9-B016CE5E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51CCD0-B51F-6675-F1AA-7A85C98C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5A770F-579E-95E1-00A1-382AC7F5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E1A990-4674-4FA5-83A0-227A8AE89D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44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A48F8-03F3-357C-5094-DB996888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75A500-1E60-1E28-F922-7DDE74CAB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38053-E230-6454-3D23-59BC48E5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88F314-F7F5-72CF-3456-8CC6ADE6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BC5766-3CD0-6FCB-F325-B429370C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B1EB8-DA59-41DB-9B9E-EAB522E795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323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36B21E-8015-1A19-D123-AF289EBAA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F2C937-2930-8EF2-2FF4-7102048A3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5D305A-1282-F32F-76F5-DDBCA43E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36E4F7-EF18-97C8-0D11-CBA2043AE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8A545-73DC-8ED1-7278-BCB7B4DC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63369-F5B0-4904-9A6C-C547E84A9D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625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7E38D783-001F-F353-B6AD-FD5FED13C042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CD23661A-2C2C-939E-EA1A-424FDA7252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2" name="Freeform 4">
              <a:extLst>
                <a:ext uri="{FF2B5EF4-FFF2-40B4-BE49-F238E27FC236}">
                  <a16:creationId xmlns:a16="http://schemas.microsoft.com/office/drawing/2014/main" id="{A0DD9244-64CB-32BE-950D-EDED52A079B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3" name="Freeform 5">
              <a:extLst>
                <a:ext uri="{FF2B5EF4-FFF2-40B4-BE49-F238E27FC236}">
                  <a16:creationId xmlns:a16="http://schemas.microsoft.com/office/drawing/2014/main" id="{809867D4-C2B1-E20B-DB42-7AE39899B8B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294" name="Group 6">
              <a:extLst>
                <a:ext uri="{FF2B5EF4-FFF2-40B4-BE49-F238E27FC236}">
                  <a16:creationId xmlns:a16="http://schemas.microsoft.com/office/drawing/2014/main" id="{3D248925-10EB-0B0E-B0BE-D5B7E1ACF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295" name="Freeform 7">
                <a:extLst>
                  <a:ext uri="{FF2B5EF4-FFF2-40B4-BE49-F238E27FC236}">
                    <a16:creationId xmlns:a16="http://schemas.microsoft.com/office/drawing/2014/main" id="{27DC6DD3-198E-8385-ACDE-B3C1AC3E275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Freeform 8">
                <a:extLst>
                  <a:ext uri="{FF2B5EF4-FFF2-40B4-BE49-F238E27FC236}">
                    <a16:creationId xmlns:a16="http://schemas.microsoft.com/office/drawing/2014/main" id="{0CBCBB3D-50FD-E1DD-313A-0A97F6FBB0B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7" name="Freeform 9">
                <a:extLst>
                  <a:ext uri="{FF2B5EF4-FFF2-40B4-BE49-F238E27FC236}">
                    <a16:creationId xmlns:a16="http://schemas.microsoft.com/office/drawing/2014/main" id="{9FE77A00-09B2-A826-3BB4-BE1DFAEA17F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8" name="Freeform 10">
                <a:extLst>
                  <a:ext uri="{FF2B5EF4-FFF2-40B4-BE49-F238E27FC236}">
                    <a16:creationId xmlns:a16="http://schemas.microsoft.com/office/drawing/2014/main" id="{540C0E4B-BD96-7BF3-9175-BC6B8F239FD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9" name="Freeform 11">
                <a:extLst>
                  <a:ext uri="{FF2B5EF4-FFF2-40B4-BE49-F238E27FC236}">
                    <a16:creationId xmlns:a16="http://schemas.microsoft.com/office/drawing/2014/main" id="{D816519E-EC00-C1FB-E3BB-4B00AC8B394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0" name="Freeform 12">
                <a:extLst>
                  <a:ext uri="{FF2B5EF4-FFF2-40B4-BE49-F238E27FC236}">
                    <a16:creationId xmlns:a16="http://schemas.microsoft.com/office/drawing/2014/main" id="{5AD2BE9C-7334-42ED-2AA8-EC9449B4B3F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1" name="Freeform 13">
                <a:extLst>
                  <a:ext uri="{FF2B5EF4-FFF2-40B4-BE49-F238E27FC236}">
                    <a16:creationId xmlns:a16="http://schemas.microsoft.com/office/drawing/2014/main" id="{6C737E3A-E0D4-77C7-D059-AA8241E6757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2" name="Freeform 14">
                <a:extLst>
                  <a:ext uri="{FF2B5EF4-FFF2-40B4-BE49-F238E27FC236}">
                    <a16:creationId xmlns:a16="http://schemas.microsoft.com/office/drawing/2014/main" id="{B25B29A7-ECDA-C072-DE09-AA7E1879C3D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3" name="Freeform 15">
                <a:extLst>
                  <a:ext uri="{FF2B5EF4-FFF2-40B4-BE49-F238E27FC236}">
                    <a16:creationId xmlns:a16="http://schemas.microsoft.com/office/drawing/2014/main" id="{0785AD38-9934-B03C-21F9-CE8C7929028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4" name="Freeform 16">
                <a:extLst>
                  <a:ext uri="{FF2B5EF4-FFF2-40B4-BE49-F238E27FC236}">
                    <a16:creationId xmlns:a16="http://schemas.microsoft.com/office/drawing/2014/main" id="{6AC9B6D0-B0F8-F5C0-6741-E97296C477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5" name="Freeform 17">
                <a:extLst>
                  <a:ext uri="{FF2B5EF4-FFF2-40B4-BE49-F238E27FC236}">
                    <a16:creationId xmlns:a16="http://schemas.microsoft.com/office/drawing/2014/main" id="{A6F04436-27D3-8791-0DD3-012D0B4395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6" name="Freeform 18">
                <a:extLst>
                  <a:ext uri="{FF2B5EF4-FFF2-40B4-BE49-F238E27FC236}">
                    <a16:creationId xmlns:a16="http://schemas.microsoft.com/office/drawing/2014/main" id="{0AEEB98A-4281-6736-0581-1343264F19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7" name="Freeform 19">
                <a:extLst>
                  <a:ext uri="{FF2B5EF4-FFF2-40B4-BE49-F238E27FC236}">
                    <a16:creationId xmlns:a16="http://schemas.microsoft.com/office/drawing/2014/main" id="{8F92927B-A2BA-A9B1-EC6F-9866949B1F1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2308" name="Freeform 20">
              <a:extLst>
                <a:ext uri="{FF2B5EF4-FFF2-40B4-BE49-F238E27FC236}">
                  <a16:creationId xmlns:a16="http://schemas.microsoft.com/office/drawing/2014/main" id="{75AF15E5-E637-E8D5-A74B-3CA05BE26C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9" name="Freeform 21">
              <a:extLst>
                <a:ext uri="{FF2B5EF4-FFF2-40B4-BE49-F238E27FC236}">
                  <a16:creationId xmlns:a16="http://schemas.microsoft.com/office/drawing/2014/main" id="{79A1D5B2-3435-C6BF-CF45-7A063ECB3F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0" name="Freeform 22">
              <a:extLst>
                <a:ext uri="{FF2B5EF4-FFF2-40B4-BE49-F238E27FC236}">
                  <a16:creationId xmlns:a16="http://schemas.microsoft.com/office/drawing/2014/main" id="{CBF64C88-CD9F-87E3-9115-A99530FA918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1" name="Freeform 23">
              <a:extLst>
                <a:ext uri="{FF2B5EF4-FFF2-40B4-BE49-F238E27FC236}">
                  <a16:creationId xmlns:a16="http://schemas.microsoft.com/office/drawing/2014/main" id="{E0E20895-2C12-0EBF-4B65-EC7CB0F840B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2" name="Freeform 24">
              <a:extLst>
                <a:ext uri="{FF2B5EF4-FFF2-40B4-BE49-F238E27FC236}">
                  <a16:creationId xmlns:a16="http://schemas.microsoft.com/office/drawing/2014/main" id="{C9F27FA6-CA0F-7F5F-1FCF-184F3878B3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3" name="Freeform 25">
              <a:extLst>
                <a:ext uri="{FF2B5EF4-FFF2-40B4-BE49-F238E27FC236}">
                  <a16:creationId xmlns:a16="http://schemas.microsoft.com/office/drawing/2014/main" id="{24AD3DF5-94F0-5262-59F7-7F3F21B2A1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4" name="Freeform 26">
              <a:extLst>
                <a:ext uri="{FF2B5EF4-FFF2-40B4-BE49-F238E27FC236}">
                  <a16:creationId xmlns:a16="http://schemas.microsoft.com/office/drawing/2014/main" id="{D91495EF-3C59-56C9-F7F3-365CBD9DFE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5" name="Freeform 27">
              <a:extLst>
                <a:ext uri="{FF2B5EF4-FFF2-40B4-BE49-F238E27FC236}">
                  <a16:creationId xmlns:a16="http://schemas.microsoft.com/office/drawing/2014/main" id="{F1B46D6A-472D-2976-DDB8-F8877D7D44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6" name="Line 28">
              <a:extLst>
                <a:ext uri="{FF2B5EF4-FFF2-40B4-BE49-F238E27FC236}">
                  <a16:creationId xmlns:a16="http://schemas.microsoft.com/office/drawing/2014/main" id="{529A791B-366E-057B-DC87-C2F1C1DE01D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7" name="Line 29">
              <a:extLst>
                <a:ext uri="{FF2B5EF4-FFF2-40B4-BE49-F238E27FC236}">
                  <a16:creationId xmlns:a16="http://schemas.microsoft.com/office/drawing/2014/main" id="{115B96CB-B871-FD31-A751-40F781AA080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8" name="Line 30">
              <a:extLst>
                <a:ext uri="{FF2B5EF4-FFF2-40B4-BE49-F238E27FC236}">
                  <a16:creationId xmlns:a16="http://schemas.microsoft.com/office/drawing/2014/main" id="{8C764E77-B508-6932-E396-E79678EED4E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319" name="Group 31">
              <a:extLst>
                <a:ext uri="{FF2B5EF4-FFF2-40B4-BE49-F238E27FC236}">
                  <a16:creationId xmlns:a16="http://schemas.microsoft.com/office/drawing/2014/main" id="{73B52D0D-760F-029E-A833-97018C301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2320" name="Line 32">
                <a:extLst>
                  <a:ext uri="{FF2B5EF4-FFF2-40B4-BE49-F238E27FC236}">
                    <a16:creationId xmlns:a16="http://schemas.microsoft.com/office/drawing/2014/main" id="{898361DA-C2C6-40EF-E05A-70342039BF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1" name="Line 33">
                <a:extLst>
                  <a:ext uri="{FF2B5EF4-FFF2-40B4-BE49-F238E27FC236}">
                    <a16:creationId xmlns:a16="http://schemas.microsoft.com/office/drawing/2014/main" id="{45DC108D-58E8-A539-E9F7-9CA4029162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2" name="Line 34">
                <a:extLst>
                  <a:ext uri="{FF2B5EF4-FFF2-40B4-BE49-F238E27FC236}">
                    <a16:creationId xmlns:a16="http://schemas.microsoft.com/office/drawing/2014/main" id="{B0685FC0-1D5B-84DC-9B38-6AAC84CFEEE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3" name="Line 35">
                <a:extLst>
                  <a:ext uri="{FF2B5EF4-FFF2-40B4-BE49-F238E27FC236}">
                    <a16:creationId xmlns:a16="http://schemas.microsoft.com/office/drawing/2014/main" id="{9FF9790C-B2AC-09AC-F957-3DECEEBAD2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4" name="Line 36">
                <a:extLst>
                  <a:ext uri="{FF2B5EF4-FFF2-40B4-BE49-F238E27FC236}">
                    <a16:creationId xmlns:a16="http://schemas.microsoft.com/office/drawing/2014/main" id="{981994EF-498A-8B93-5517-B7386E0D820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2325" name="Line 37">
              <a:extLst>
                <a:ext uri="{FF2B5EF4-FFF2-40B4-BE49-F238E27FC236}">
                  <a16:creationId xmlns:a16="http://schemas.microsoft.com/office/drawing/2014/main" id="{A6BBABFF-5EB7-D616-B25A-65551E1CEA2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26" name="Line 38">
              <a:extLst>
                <a:ext uri="{FF2B5EF4-FFF2-40B4-BE49-F238E27FC236}">
                  <a16:creationId xmlns:a16="http://schemas.microsoft.com/office/drawing/2014/main" id="{1C55AEFC-00C1-C72D-924D-770AFB4DBF3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327" name="Rectangle 39">
            <a:extLst>
              <a:ext uri="{FF2B5EF4-FFF2-40B4-BE49-F238E27FC236}">
                <a16:creationId xmlns:a16="http://schemas.microsoft.com/office/drawing/2014/main" id="{CC968A01-AA3F-BBCF-63F7-2CF618326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2328" name="Rectangle 40">
            <a:extLst>
              <a:ext uri="{FF2B5EF4-FFF2-40B4-BE49-F238E27FC236}">
                <a16:creationId xmlns:a16="http://schemas.microsoft.com/office/drawing/2014/main" id="{FCAC6C63-90FD-94FA-BAF4-021728C6B8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329" name="Rectangle 41">
            <a:extLst>
              <a:ext uri="{FF2B5EF4-FFF2-40B4-BE49-F238E27FC236}">
                <a16:creationId xmlns:a16="http://schemas.microsoft.com/office/drawing/2014/main" id="{E5A10D1C-C6AD-89F1-2443-21BF6D6C3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330" name="Rectangle 42">
            <a:extLst>
              <a:ext uri="{FF2B5EF4-FFF2-40B4-BE49-F238E27FC236}">
                <a16:creationId xmlns:a16="http://schemas.microsoft.com/office/drawing/2014/main" id="{B2289F76-B538-F297-7E5D-A6DFC2D4AF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968CF267-508F-43CF-9C37-1B22870F828A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2331" name="Rectangle 43">
            <a:extLst>
              <a:ext uri="{FF2B5EF4-FFF2-40B4-BE49-F238E27FC236}">
                <a16:creationId xmlns:a16="http://schemas.microsoft.com/office/drawing/2014/main" id="{A8470F93-2385-0FE5-4E1E-E6240E82F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6D65959A-C625-E12D-BB51-FE81635D81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4000" i="1"/>
              <a:t>83 – NÃO POSSO EXPLICAR.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F1E13E3C-53E0-3602-D46B-F9BF7564B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</p:spPr>
        <p:txBody>
          <a:bodyPr/>
          <a:lstStyle/>
          <a:p>
            <a:r>
              <a:rPr lang="en-US" altLang="pt-BR" sz="4000" b="1"/>
              <a:t>Mais perto de Jesus , </a:t>
            </a:r>
            <a:br>
              <a:rPr lang="en-US" altLang="pt-BR" sz="4000" b="1"/>
            </a:br>
            <a:r>
              <a:rPr lang="en-US" altLang="pt-BR" sz="4000" b="1"/>
              <a:t>Procuro sempre  eu chegar,</a:t>
            </a:r>
            <a:br>
              <a:rPr lang="en-US" altLang="pt-BR" sz="4000" b="1"/>
            </a:br>
            <a:r>
              <a:rPr lang="en-US" altLang="pt-BR" sz="4000" b="1"/>
              <a:t>Mais belo que o ouro do sol </a:t>
            </a:r>
            <a:br>
              <a:rPr lang="en-US" altLang="pt-BR" sz="4000" b="1"/>
            </a:br>
            <a:r>
              <a:rPr lang="en-US" altLang="pt-BR" sz="4000" b="1"/>
              <a:t>Nado é a Ti mirar.</a:t>
            </a:r>
            <a:br>
              <a:rPr lang="en-US" altLang="pt-BR" sz="4000" b="1"/>
            </a:br>
            <a:r>
              <a:rPr lang="en-US" altLang="pt-BR" sz="4000" b="1"/>
              <a:t>Em pensamento , sonhos, </a:t>
            </a:r>
            <a:br>
              <a:rPr lang="en-US" altLang="pt-BR" sz="4000" b="1"/>
            </a:br>
            <a:r>
              <a:rPr lang="en-US" altLang="pt-BR" sz="4000" b="1"/>
              <a:t>Tanta glória nunca vi;</a:t>
            </a:r>
            <a:br>
              <a:rPr lang="en-US" altLang="pt-BR" sz="4000" b="1"/>
            </a:br>
            <a:r>
              <a:rPr lang="en-US" altLang="pt-BR" sz="4000" b="1"/>
              <a:t>Pois Ele é mais belo </a:t>
            </a:r>
            <a:br>
              <a:rPr lang="en-US" altLang="pt-BR" sz="4000" b="1"/>
            </a:br>
            <a:r>
              <a:rPr lang="en-US" altLang="pt-BR" sz="4000" b="1"/>
              <a:t>Do que eu jamais previ!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59EA816-7CE5-3AB3-193E-0A51F562F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371600"/>
            <a:ext cx="8382000" cy="3154363"/>
          </a:xfrm>
        </p:spPr>
        <p:txBody>
          <a:bodyPr/>
          <a:lstStyle/>
          <a:p>
            <a:r>
              <a:rPr lang="en-US" altLang="pt-BR" sz="4000" b="1"/>
              <a:t>Não posso explicar</a:t>
            </a:r>
            <a:br>
              <a:rPr lang="en-US" altLang="pt-BR" sz="4000" b="1"/>
            </a:br>
            <a:r>
              <a:rPr lang="en-US" altLang="pt-BR" sz="4000" b="1"/>
              <a:t>Quão meigo é Jesus;</a:t>
            </a:r>
            <a:br>
              <a:rPr lang="en-US" altLang="pt-BR" sz="4000" b="1"/>
            </a:br>
            <a:r>
              <a:rPr lang="en-US" altLang="pt-BR" sz="4000" b="1"/>
              <a:t>Mas, face a face, no teu lar,</a:t>
            </a:r>
            <a:br>
              <a:rPr lang="en-US" altLang="pt-BR" sz="4000" b="1"/>
            </a:br>
            <a:r>
              <a:rPr lang="en-US" altLang="pt-BR" sz="4000" b="1"/>
              <a:t>Eu Te verei, Jesus!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AB45E31-3F96-2EA7-FAAB-69E5ABFBA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/>
              <a:t>A estrela resplandente </a:t>
            </a:r>
            <a:br>
              <a:rPr lang="en-US" altLang="pt-BR" sz="4000" b="1"/>
            </a:br>
            <a:r>
              <a:rPr lang="en-US" altLang="pt-BR" sz="4000" b="1"/>
              <a:t>Da manhã é minha luz;</a:t>
            </a:r>
            <a:br>
              <a:rPr lang="en-US" altLang="pt-BR" sz="4000" b="1"/>
            </a:br>
            <a:r>
              <a:rPr lang="en-US" altLang="pt-BR" sz="4000" b="1"/>
              <a:t>O lírio dos vales  </a:t>
            </a:r>
            <a:br>
              <a:rPr lang="en-US" altLang="pt-BR" sz="4000" b="1"/>
            </a:br>
            <a:r>
              <a:rPr lang="en-US" altLang="pt-BR" sz="4000" b="1"/>
              <a:t>É o bom Senhor Jesus;</a:t>
            </a:r>
            <a:br>
              <a:rPr lang="en-US" altLang="pt-BR" sz="4000" b="1"/>
            </a:br>
            <a:r>
              <a:rPr lang="en-US" altLang="pt-BR" sz="4000" b="1"/>
              <a:t>Suave e doce é o cheiro </a:t>
            </a:r>
            <a:br>
              <a:rPr lang="en-US" altLang="pt-BR" sz="4000" b="1"/>
            </a:br>
            <a:r>
              <a:rPr lang="en-US" altLang="pt-BR" sz="4000" b="1"/>
              <a:t>Que só vem de Ti;</a:t>
            </a:r>
            <a:br>
              <a:rPr lang="en-US" altLang="pt-BR" sz="4000" b="1"/>
            </a:br>
            <a:r>
              <a:rPr lang="en-US" altLang="pt-BR" sz="4000" b="1"/>
              <a:t>Pois Ele é mais belo </a:t>
            </a:r>
            <a:br>
              <a:rPr lang="en-US" altLang="pt-BR" sz="4000" b="1"/>
            </a:br>
            <a:r>
              <a:rPr lang="en-US" altLang="pt-BR" sz="4000" b="1"/>
              <a:t>Do que eu jamais previ!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6E6891E-D14A-9785-2242-EA8CE490C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295400"/>
            <a:ext cx="8305800" cy="3154363"/>
          </a:xfrm>
        </p:spPr>
        <p:txBody>
          <a:bodyPr/>
          <a:lstStyle/>
          <a:p>
            <a:r>
              <a:rPr lang="en-US" altLang="pt-BR" sz="4000" b="1"/>
              <a:t>Não posso explicar</a:t>
            </a:r>
            <a:br>
              <a:rPr lang="en-US" altLang="pt-BR" sz="4000" b="1"/>
            </a:br>
            <a:r>
              <a:rPr lang="en-US" altLang="pt-BR" sz="4000" b="1"/>
              <a:t>Quão meigo é Jesus;</a:t>
            </a:r>
            <a:br>
              <a:rPr lang="en-US" altLang="pt-BR" sz="4000" b="1"/>
            </a:br>
            <a:r>
              <a:rPr lang="en-US" altLang="pt-BR" sz="4000" b="1"/>
              <a:t>Mas, face a face, no teu lar,</a:t>
            </a:r>
            <a:br>
              <a:rPr lang="en-US" altLang="pt-BR" sz="4000" b="1"/>
            </a:br>
            <a:r>
              <a:rPr lang="en-US" altLang="pt-BR" sz="4000" b="1"/>
              <a:t>Eu Te verei, Jesus!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0BFD2F0-D400-90F9-396A-E75454BCE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372600" cy="6858000"/>
          </a:xfrm>
        </p:spPr>
        <p:txBody>
          <a:bodyPr/>
          <a:lstStyle/>
          <a:p>
            <a:r>
              <a:rPr lang="en-US" altLang="pt-BR" sz="4000" b="1"/>
              <a:t>Se mágoas vêm me pertubar, </a:t>
            </a:r>
            <a:br>
              <a:rPr lang="en-US" altLang="pt-BR" sz="4000" b="1"/>
            </a:br>
            <a:r>
              <a:rPr lang="en-US" altLang="pt-BR" sz="4000" b="1"/>
              <a:t>O bálsamo ele tem;</a:t>
            </a:r>
            <a:br>
              <a:rPr lang="en-US" altLang="pt-BR" sz="4000" b="1"/>
            </a:br>
            <a:r>
              <a:rPr lang="en-US" altLang="pt-BR" sz="4000" b="1"/>
              <a:t>Me toma nos Seus braços </a:t>
            </a:r>
            <a:br>
              <a:rPr lang="en-US" altLang="pt-BR" sz="4000" b="1"/>
            </a:br>
            <a:r>
              <a:rPr lang="en-US" altLang="pt-BR" sz="4000" b="1"/>
              <a:t>E, assim, descanso bem;</a:t>
            </a:r>
            <a:br>
              <a:rPr lang="en-US" altLang="pt-BR" sz="4000" b="1"/>
            </a:br>
            <a:r>
              <a:rPr lang="en-US" altLang="pt-BR" sz="4000" b="1"/>
              <a:t>Na cruz levou Jesus </a:t>
            </a:r>
            <a:br>
              <a:rPr lang="en-US" altLang="pt-BR" sz="4000" b="1"/>
            </a:br>
            <a:r>
              <a:rPr lang="en-US" altLang="pt-BR" sz="4000" b="1"/>
              <a:t>O meu pecado sobre si;</a:t>
            </a:r>
            <a:br>
              <a:rPr lang="en-US" altLang="pt-BR" sz="4000" b="1"/>
            </a:br>
            <a:r>
              <a:rPr lang="en-US" altLang="pt-BR" sz="4000" b="1"/>
              <a:t>Pois Ele é mais belo </a:t>
            </a:r>
            <a:br>
              <a:rPr lang="en-US" altLang="pt-BR" sz="4000" b="1"/>
            </a:br>
            <a:r>
              <a:rPr lang="en-US" altLang="pt-BR" sz="4000" b="1"/>
              <a:t>Do que eu jamais previ!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A6E4BF9-6A98-6492-A0E8-030F00B0E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219200"/>
            <a:ext cx="8305800" cy="3306763"/>
          </a:xfrm>
        </p:spPr>
        <p:txBody>
          <a:bodyPr/>
          <a:lstStyle/>
          <a:p>
            <a:r>
              <a:rPr lang="en-US" altLang="pt-BR" sz="4000" b="1"/>
              <a:t>Não posso explicar</a:t>
            </a:r>
            <a:br>
              <a:rPr lang="en-US" altLang="pt-BR" sz="4000" b="1"/>
            </a:br>
            <a:r>
              <a:rPr lang="en-US" altLang="pt-BR" sz="4000" b="1"/>
              <a:t>Quão meigo é Jesus;</a:t>
            </a:r>
            <a:br>
              <a:rPr lang="en-US" altLang="pt-BR" sz="4000" b="1"/>
            </a:br>
            <a:r>
              <a:rPr lang="en-US" altLang="pt-BR" sz="4000" b="1"/>
              <a:t>Mas, face a face, no teu lar,</a:t>
            </a:r>
            <a:br>
              <a:rPr lang="en-US" altLang="pt-BR" sz="4000" b="1"/>
            </a:br>
            <a:r>
              <a:rPr lang="en-US" altLang="pt-BR" sz="4000" b="1"/>
              <a:t>Eu Te verei, Jesus!</a:t>
            </a:r>
            <a:br>
              <a:rPr lang="en-US" altLang="pt-BR" sz="4000" b="1"/>
            </a:br>
            <a:endParaRPr lang="en-US" altLang="pt-BR" sz="4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16</TotalTime>
  <Words>243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Verdana</vt:lpstr>
      <vt:lpstr>Wingdings</vt:lpstr>
      <vt:lpstr>Globo</vt:lpstr>
      <vt:lpstr>83 – NÃO POSSO EXPLICAR.</vt:lpstr>
      <vt:lpstr>Mais perto de Jesus ,  Procuro sempre  eu chegar, Mais belo que o ouro do sol  Nado é a Ti mirar. Em pensamento , sonhos,  Tanta glória nunca vi; Pois Ele é mais belo  Do que eu jamais previ! </vt:lpstr>
      <vt:lpstr>Não posso explicar Quão meigo é Jesus; Mas, face a face, no teu lar, Eu Te verei, Jesus! </vt:lpstr>
      <vt:lpstr>A estrela resplandente  Da manhã é minha luz; O lírio dos vales   É o bom Senhor Jesus; Suave e doce é o cheiro  Que só vem de Ti; Pois Ele é mais belo  Do que eu jamais previ! </vt:lpstr>
      <vt:lpstr>Não posso explicar Quão meigo é Jesus; Mas, face a face, no teu lar, Eu Te verei, Jesus! </vt:lpstr>
      <vt:lpstr>Se mágoas vêm me pertubar,  O bálsamo ele tem; Me toma nos Seus braços  E, assim, descanso bem; Na cruz levou Jesus  O meu pecado sobre si; Pois Ele é mais belo  Do que eu jamais previ! </vt:lpstr>
      <vt:lpstr>Não posso explicar Quão meigo é Jesus; Mas, face a face, no teu lar, Eu Te verei, Jesus! 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 perto de Jesus , procuro sempre  eu chegar, Mais belo que o ouro do sol nado é a Ti mirar. </dc:title>
  <dc:creator>owner</dc:creator>
  <cp:lastModifiedBy>Emerson Souza</cp:lastModifiedBy>
  <cp:revision>4</cp:revision>
  <dcterms:created xsi:type="dcterms:W3CDTF">2005-01-31T00:09:30Z</dcterms:created>
  <dcterms:modified xsi:type="dcterms:W3CDTF">2026-05-02T21:43:43Z</dcterms:modified>
</cp:coreProperties>
</file>