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64D40-AD44-35BB-5739-E27C71AC2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FA6E1-4A6C-265F-4DC3-8924274B1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2D680B-7F26-BF7F-A52B-BA13FADD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7E021-3641-89BE-452E-A47A96BD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1B8B8D-75DE-C75E-C305-73B5B272C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8A2DFD-60F4-4F88-B849-6BB5EE979B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248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F8D6A-5E9A-9D27-5190-005F0846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A0D594-BA12-1391-74C6-23211BD00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13CDA3-06EA-9204-513D-019EE327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3651B-5E91-4568-3E19-A2B079CF9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68E7CC-B939-08CD-3F51-CFBCBCEF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1D1413-5AD6-4ADD-9D64-896ED0722D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241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38400-4696-10E6-B084-D41EC5C1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05C61F-C9D5-34C3-DB50-67D34F81D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D68A55-006F-A980-3093-4713334F6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0E8A98-65EA-5143-3645-C1442204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F29D35-9B65-E999-FD29-D12019C9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33DA6-5E8E-41F6-8103-99089E5EE5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291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9F807-1E2E-38A8-EA15-CA57A270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A5F003-76FE-580C-147E-003D7AB6B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7470CE-23BE-F0F0-BB5D-5EBFD5E50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773962-EC9E-4209-782B-E3092CEA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AE5616-4862-567E-F8D3-EACB8A09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B979E5-EA89-A34A-373A-2CE27592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A27833-D780-432F-B3C5-A7463C6285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82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720C4-45D1-9A11-5EC1-E5B4A1F6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DFAF0B-E2A6-17F4-AA10-1E24E342C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F8B6E1-D9F7-87C2-0511-C94AE1580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A0E585-9071-593B-ABC1-647EEF131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8117DC8-F63F-7871-C69A-E5C6E87D2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056F81-B2BC-E5ED-5555-2373C5D7E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E2FF06-2F60-2DEA-58F3-637D5823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6A0D2C-151C-9028-371E-26A0E390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D9EA55-5C08-443D-B273-AB0639EE96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66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747A6-1F3D-B60A-C77B-E3105503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179556-7B19-59D2-C485-209ED2E2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06612B-BCFE-2BB6-2FFD-4A709F6B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209666-9306-4FB3-64D7-3DC1824A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11339-6756-4890-B66B-9260D8BD44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35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BCA85A-4718-9345-7950-E81FFAFA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3EAA75-A2C1-F8AC-2BF1-38B8B96F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3C3611-5252-B3C3-8F0B-87D3AD49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B2DC08-6EC4-4A6C-AF0E-F3947AF472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776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A11DF-D888-3E0C-4CC0-2DD0E81D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99E2A4-EA91-05E4-B2B7-450AE1886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9A7AE6-E965-3E44-795A-0AB5D08C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35EB73-27D6-33A0-C923-AFA655FA3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6426D7-8D14-20E6-CA89-1B540B06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9A75FB-8393-51BD-D014-910CBF74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5E659D-C9EA-4CA1-B6B7-2BFCA7486C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669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BC2B0-9CCF-EF3D-FDEB-B5C61C3B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8317DB0-F425-E427-F36E-73E24F56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905EF6-8687-F5D9-88C7-6735A1F42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798E1D-22A2-43D1-1D93-5C4403AD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EED455-0CC7-2B37-AFBB-112F35ADA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192D0E-3C1B-2629-EF43-C90B9ECE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345EE1-04C9-4A89-90AC-31AF06E986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218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69D03-FD91-F8E5-164D-384C992F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22FE48-C1B7-2563-7097-82F55DE12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1E72-C97B-9F94-879A-D067071C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4D80B7-629B-481A-C61E-57FE7A04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4620E4-E28F-9CFF-E4B2-B27C040F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85271-3DF9-4FE9-BA91-E4E349A689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568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265BCD-6BA3-5687-E4D9-A2E8FC28A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15DE8B-2BD1-0D46-F911-F962E1FCE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D88500-1B10-8564-EA6B-56FF53C3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58995-982B-EF4E-7365-33356A33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28D3AE-4874-64AE-10EC-4D092B1B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31AB51-C996-44C3-9EB2-DE8BB25E33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078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A662D13-283B-DA41-EFAF-810195970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09F7AE8-25EA-638A-47BC-502552A61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EA00D1-B2B3-9BA6-608C-359E10C98A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28CF0C-75C9-EDAA-9128-277FFF6552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2B90AC-C093-E0B0-872A-776212F36C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2FD81D5-D26A-440E-BA34-8DAE27790DE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CD6133E-58E0-A221-8D71-AC7956414F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581 – Castelo Forte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0BE3771-876C-2479-545E-04A440E3823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B0AEF7A-BB6B-F004-5E15-1531D6FBE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Castelo forte é nosso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Amparo e fortaleza: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seu poder defende os seus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luta e na fraqueza.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 tenta Satanás,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fúria pertinaz,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artimanhas tais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astúcias tão cruéis,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iguais não há na Terra.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30F716D-A9D3-EFC6-7C14-F577604A6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nossa força nada faz: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Estamos, sim, perdidos.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nosso Deus socorro traz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somos protegidos.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Defende-nos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que venceu na cruz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Senhor dos altos céus.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sendo também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Triunfa na batalha.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9A78DD3-ECD7-5E4C-A8BE-ECEB96CA1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nos quisessem devorar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Demônios não contados,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nos podiam assustar,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Nem somos derrotados.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grande acusador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Dos servos do Senhor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Já condenado está: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Vencido cairá</a:t>
            </a:r>
            <a:r>
              <a:rPr lang="en-US" altLang="pt-BR" sz="4000"/>
              <a:t> </a:t>
            </a:r>
            <a:r>
              <a:rPr lang="en-US" altLang="pt-BR" sz="4000" i="1"/>
              <a:t>Por uma só palavra.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420D73F-AD13-7963-5ACF-101FC2CC6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Que Deus a luta vencerá,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Sabemos com certeza,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nada nos assustará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Cristo por defesa.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temos de perder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Família, bens, poder,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embora a vida vá,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nós Jesus está,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dar-nos-á seu reino.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581 – Castelo Forte</vt:lpstr>
      <vt:lpstr>Castelo forte é nosso Deus,  Amparo e fortaleza:  Com seu poder defende os seus  Na luta e na fraqueza.  Nos tenta Satanás,  Com fúria pertinaz,  Com artimanhas tais  E astúcias tão cruéis,  Que iguais não há na Terra.  </vt:lpstr>
      <vt:lpstr>A nossa força nada faz:  Estamos, sim, perdidos.  Mas nosso Deus socorro traz  E somos protegidos.  Defende-nos Jesus,  O que venceu na cruz  O Senhor dos altos céus.  E sendo também Deus,  Triunfa na batalha. </vt:lpstr>
      <vt:lpstr>Se nos quisessem devorar  Demônios não contados,  Não nos podiam assustar,  Nem somos derrotados.  O grande acusador  Dos servos do Senhor  Já condenado está:  Vencido cairá Por uma só palavra.  </vt:lpstr>
      <vt:lpstr>Que Deus a luta vencerá,  Sabemos com certeza,  E nada nos assustará  Com Cristo por defesa.  Se temos de perder  Família, bens, poder,  E, embora a vida vá,  Por nós Jesus está,  E dar-nos-á seu reino.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581 – Castelo Forte</dc:title>
  <dc:creator>Junior</dc:creator>
  <cp:lastModifiedBy>Emerson Souza</cp:lastModifiedBy>
  <cp:revision>1</cp:revision>
  <dcterms:created xsi:type="dcterms:W3CDTF">2005-12-27T01:57:11Z</dcterms:created>
  <dcterms:modified xsi:type="dcterms:W3CDTF">2026-05-02T22:25:55Z</dcterms:modified>
</cp:coreProperties>
</file>