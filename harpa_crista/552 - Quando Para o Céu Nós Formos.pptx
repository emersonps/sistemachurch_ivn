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D464A7-3396-DB6B-46FC-560F1A949F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F8671A-CDF3-7862-9817-D9FD0057E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8735A5-2D56-6943-8702-A75F95F54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54D5CA-A018-894A-5580-1FA81CCEC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42B4D0-01DB-8A8A-B592-BAF5DAFEF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8DF05D-F599-4C91-823B-E985D4DA3FC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30115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46E62-C101-03B9-A1F6-4B0C3334D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A06FD8-C480-A281-DC62-54930E8BA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BC25E2-F101-BE86-EC53-ADF13396B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DE567-901F-F392-87AC-B2FB460A3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252282-5F7D-11FC-316C-DD97189DD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A5019D-F77C-46B3-8C2E-7AED4A1D05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75176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52DF1D-36F8-4A19-5599-61AB76A8E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F881D59-87FA-02B7-DC31-1D7793BB5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199DCE-6C8E-056E-68B9-2F57D82BC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DEA785-F048-9BFE-C5B6-1E765560C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FEC408-3C88-036A-68EF-098CD753D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64C330-FB3C-4376-B1D2-95AAC455FA8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94485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963B25-6AB4-2D60-FE83-DA0CDCC7A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31A5DA-A0C5-5748-DAD4-697493AB26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FC46526-2A73-4DA5-DA3A-8FE9325EB9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42D7B6E-FA3D-D4A6-208D-E2CC0D930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8D38FFE-F48E-FD13-70F9-E979F3CA9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881C556-939D-057A-7F5B-17A6BED4F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83E720-18CC-431F-AA30-DBDBEA180D1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1855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57C7D6-31AB-4523-D0A0-F80465B7B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1F65A7-10BC-26D3-42F4-CC81F48A4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EF705BB-9749-B1AE-B435-EDFB0BB3F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7B8427A-46AD-6FAC-4447-965C6AACA1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A66E841-425A-B4FF-2A80-44581B4B70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99EDDFC-0608-ACAE-C12D-FC64B45FA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C8762E0-187B-D3D5-A98D-27BA63F11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4B47E69-435D-852B-8ED9-899D710A0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2FF8FF-5FF3-4DC2-9D18-11B3A378973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89313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790BE1-7304-56E9-9404-E38E96028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D2D6A55-DA79-4821-A4F3-6CE7DDAD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7A4C3E8-00FF-CE95-6625-88FE5A68B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D45CDA0-7D66-ED69-DE0A-6B4E1F3B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DB8DEF-5F11-43AF-A615-2CF5D3AEFC1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52840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A36C483-9506-9771-39F4-D43633DE4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8155E6E-6F78-1A8E-42A7-78B730B08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BCA953-0A8A-B87A-4DC5-A8C4D500B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4964FB-ED97-463D-9786-86EFC3B8B7A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92943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D6C98A-02C7-E224-50A2-34D924C2A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E4EDC6-A0B2-F0BA-ECD5-AE1A12628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4B2816-5C95-DBFC-3D83-E92DEF8C82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FA24FFE-6051-E1AC-4127-650515FC2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32C73CC-024F-E03B-9170-5A389D39C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7E9AF8A-D136-348A-9ED2-68866710F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0B655D-BFEF-4B5C-9B40-49A60B8E6A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6530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3318BC-8729-41D2-BEBF-D3CA83370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07E904D-72C0-5F22-722B-5799C07CC3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505950C-9BB1-CEF7-97FA-F90E9A3CCF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105D145-D82D-72C0-7977-7E4E50818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0350AD5-7C11-1DE1-6C6D-BB946AD0B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CBF0273-AE61-0E53-13D4-C768CF6D8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772B90-2E5A-4FE4-AE97-7C1154E987A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4503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124B2-C428-B95B-053D-F79C7A0DE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BFAF513-643E-BFAF-C0FE-4AA9511C0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69C7E2-0247-914C-8572-BBF63F3BA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2DD312-AE92-2C6D-FD18-4FECE7D23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8DAA29-E6E4-CBA6-FB6F-6BE5DDA5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8A2F9A-9141-4AB0-94CA-61465EC284E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50471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B0B4845-3BC6-99E3-638B-DD6AD99E79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960C5B7-625E-81CA-4C5F-0F8E438A36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8571A1-B4DF-31EC-1C6D-E864F36A2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FACD8A-5230-C673-3DC7-ECA325F9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26D794-5247-50C6-87B1-E2BEAA5E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D9270B-8DFB-407B-B49B-CB8EE921120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30199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ACF59AB-49E3-D880-1C20-74B3AE12E1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D089230-A7C8-CB66-38E3-A1B13B6BBD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75B2552-685B-5F4C-A03B-C9B12B15C71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3115420-3502-C72E-4BE9-4B95F8EB5CD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45EE7C1-7051-AD74-A8E5-BEA05686197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C45ABC8-FA86-4535-BE86-D8387306AC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2CD54B5-33FF-AE2B-5E94-3E2C55E2474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0574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552 - Quando Para o Céu Nós Formos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A7EF4DD-C5D7-9E96-93BA-05CAE0FE657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4B9CA66-B22A-FF0F-CA59-AEDDD1B5B6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Canta o grande amor de Cristo,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Sua graça e compaixão: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Num lugar tranqüilo e belo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Faz-nos eternal mansão.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D6C6B20-7C59-B6B0-0E62-DCDC2CBF39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Quando ao Céu nós chegarmos,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Oh! que dia de júbilo há de ser!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 Jesus daremos</a:t>
            </a:r>
            <a:r>
              <a:rPr lang="en-US" altLang="pt-BR" sz="4000"/>
              <a:t> </a:t>
            </a:r>
            <a:r>
              <a:rPr lang="en-US" altLang="pt-BR" sz="4000" b="1" i="1"/>
              <a:t>Hosanas, cheios de prazer.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788C7E2-A4D0-0ED3-8A42-271DF61304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Somos hoje peregrinos: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Nuvens toldam nosso céu,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Mas um dia estrada finda  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Não mais sombras, não mais véu.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B4435F3-B912-28D8-471B-2E97E10C16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Quando ao Céu nós chegarmos,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Oh! que dia de júbilo há de ser!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 Jesus daremos</a:t>
            </a:r>
            <a:r>
              <a:rPr lang="en-US" altLang="pt-BR" sz="4000"/>
              <a:t> </a:t>
            </a:r>
            <a:r>
              <a:rPr lang="en-US" altLang="pt-BR" sz="4000" b="1" i="1"/>
              <a:t>Hosanas, cheios de prazer.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A53A81E-3C9F-83E5-F07E-7FD9B86117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Vamos ser leais, portanto,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Seja em crer, seja em servir!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Um relance lá da Glória </a:t>
            </a:r>
            <a:br>
              <a:rPr lang="en-US" altLang="pt-BR" sz="4000" i="1"/>
            </a:br>
            <a:r>
              <a:rPr lang="en-US" altLang="pt-BR" sz="4000" i="1"/>
              <a:t>Atração dá ao porvir.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9B92225-F432-F299-F602-2F5B0A2898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Quando ao Céu nós chegarmos,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Oh! que dia de júbilo há de ser!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 Jesus daremos</a:t>
            </a:r>
            <a:r>
              <a:rPr lang="en-US" altLang="pt-BR" sz="4000"/>
              <a:t> </a:t>
            </a:r>
            <a:r>
              <a:rPr lang="en-US" altLang="pt-BR" sz="4000" b="1" i="1"/>
              <a:t>Hosanas, cheios de prazer.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0533437-637A-CA72-7959-518B5084DB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Eia, ao galardão depressa: </a:t>
            </a:r>
            <a:br>
              <a:rPr lang="en-US" altLang="pt-BR" sz="4000" i="1"/>
            </a:br>
            <a:r>
              <a:rPr lang="en-US" altLang="pt-BR" sz="4000" i="1"/>
              <a:t>Vamos logo ao Céu chegar: </a:t>
            </a:r>
            <a:br>
              <a:rPr lang="en-US" altLang="pt-BR" sz="4000" i="1"/>
            </a:br>
            <a:r>
              <a:rPr lang="en-US" altLang="pt-BR" sz="4000" i="1"/>
              <a:t>Abrem-se os portais gloriosos: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Eis Jesus a nos saudar.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81EC0BA-61E8-2F88-9122-1E6AEA76BE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Quando ao Céu nós chegarmos,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Oh! que dia de júbilo há de ser!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 Jesus daremos</a:t>
            </a:r>
            <a:r>
              <a:rPr lang="en-US" altLang="pt-BR" sz="4000"/>
              <a:t> </a:t>
            </a:r>
            <a:r>
              <a:rPr lang="en-US" altLang="pt-BR" sz="4000" b="1" i="1"/>
              <a:t>Hosanas, cheios de prazer.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552 - Quando Para o Céu Nós Formos</vt:lpstr>
      <vt:lpstr>Canta o grande amor de Cristo,  Sua graça e compaixão:  Num lugar tranqüilo e belo  Faz-nos eternal mansão.  </vt:lpstr>
      <vt:lpstr>Quando ao Céu nós chegarmos,  Oh! que dia de júbilo há de ser!  A Jesus daremos Hosanas, cheios de prazer.  </vt:lpstr>
      <vt:lpstr>Somos hoje peregrinos:  Nuvens toldam nosso céu,  Mas um dia estrada finda    Não mais sombras, não mais véu.  </vt:lpstr>
      <vt:lpstr>Quando ao Céu nós chegarmos,  Oh! que dia de júbilo há de ser!  A Jesus daremos Hosanas, cheios de prazer.  </vt:lpstr>
      <vt:lpstr>Vamos ser leais, portanto,  Seja em crer, seja em servir!  Um relance lá da Glória  Atração dá ao porvir.  </vt:lpstr>
      <vt:lpstr>Quando ao Céu nós chegarmos,  Oh! que dia de júbilo há de ser!  A Jesus daremos Hosanas, cheios de prazer.  </vt:lpstr>
      <vt:lpstr>Eia, ao galardão depressa:  Vamos logo ao Céu chegar:  Abrem-se os portais gloriosos:  Eis Jesus a nos saudar.</vt:lpstr>
      <vt:lpstr>Quando ao Céu nós chegarmos,  Oh! que dia de júbilo há de ser!  A Jesus daremos Hosanas, cheios de prazer.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552 - Quando Para o Céu Nós Formos</dc:title>
  <dc:creator>Junior</dc:creator>
  <cp:lastModifiedBy>Emerson Souza</cp:lastModifiedBy>
  <cp:revision>1</cp:revision>
  <dcterms:created xsi:type="dcterms:W3CDTF">2005-12-27T00:21:43Z</dcterms:created>
  <dcterms:modified xsi:type="dcterms:W3CDTF">2026-05-02T22:23:16Z</dcterms:modified>
</cp:coreProperties>
</file>