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9DD6F2-2643-5101-CA12-FB5391268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C9D265-D93B-7D7C-1830-AC8AE36F0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E8ACD5-BA76-AFD8-B202-C81C184CF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FE67DD-D1A0-920C-CC71-58AC8D4C9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A8DA1F-CC3E-246F-3B11-63B681D5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D4D619-33C6-41A5-BB09-5BA30F0793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2369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2685E3-1301-6021-DA68-EB83A6B3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E7F7F2-FEC8-3647-F1E7-247B00050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973CC9-76D1-D8E1-759B-E7E79F871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1C0A89-FCFA-86D6-EBF7-ACEA7FC5C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298D48-29AF-63C0-E26F-0EC1D8A7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7F45F8-274F-48E1-8867-A487BC14AF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1304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B14B8-80F1-84C6-ED22-2EF540FA1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2157A1-EE4B-F10B-0B1B-04744FEB6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119968-EC75-061C-232B-09968ADC8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639D4B-A702-BD7B-64F3-E3EA677AC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7A904B-18D3-D85A-2771-7C9B9236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7964EF-C0AB-4ECB-8E4A-22E48CBFD8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5730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D38096-3989-A7EF-07E2-FB73BCC88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8BE570-4704-3253-47B2-3B3B85BB0F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64BA47B-E02E-7447-86BE-12ACB43B0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B2E7BC-F914-13D0-485E-0F7106D9B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4E5FDE-EBF0-E266-8CC5-1AD208FB5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3B38B0-2015-8B43-C684-116AF173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45A8D9-05DD-4266-B729-3C14046448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3017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DD2C0-E92D-549B-BB2F-573D711A7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7D5284-2BDA-6183-FD3A-AA7E1D992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E3A246-B9EB-664B-DEAA-9EBA15497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DD52EC-850A-FCF7-FCD0-B54EA090B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0ABCC59-18A7-8791-FB17-FC6993464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5198E92-BE5B-0DC1-D4D7-3C01C15FC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EABB0C3-F937-2C42-DCD2-0DDA020C0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0C8B31A-82A3-4119-6F64-32FCCF57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6A8230-898A-456E-B731-CEBF3E7CFC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8208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2E592-8C84-EE2E-B630-317B16E6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93435C6-3107-4202-006E-03246DB83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C1B89DF-9099-BDB3-537F-AEC71CF8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9FADD2E-C346-356A-1F2B-457F910F1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0591CA-18D5-493A-B796-16D53DDCDE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675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BE9DE6F-1239-BFFE-B38F-5F104ADEA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6550B88-8B47-358A-548F-0CED992D4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D65420-F855-CA95-A084-3332ED4B6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014857-6D55-475B-9981-974E157DE0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7146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D526E-C529-144D-7C4D-5CDB3FB29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E4887B-0144-C015-4B7B-095141286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F92558-6C23-1B0D-9012-FE66006C9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AF9D3F-DAD5-5CE6-BC21-5CF48C27C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C223B9-199F-8BDB-F02C-51812A1C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9B355A-CE1C-528A-9C68-799C59825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9CB8EE-6A78-4544-9413-90FAF45FE8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524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58EF2-4EDE-CEDB-AD24-EE4988313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8B88CB1-5A5F-1E48-69E4-D2A5CE089F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191D32-1E9E-2739-0756-59E7D6F0D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3691A2-A5C9-1562-B740-B8825803E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2A63DB-738F-7919-79B8-43F62953B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BFDC23-A9C0-DD62-BB3E-DE7F2382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B3FF03-2413-44D2-9DFC-010F7E8FBF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0214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6400D-7408-8B5D-619D-367E56731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521468-A9EE-FFA3-1A6E-50BAC4846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E8F1EE-9877-617C-CAE7-2D1FBC0F1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EAD971-1F8B-5DAD-BF45-A3F116A9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817233-CA90-0657-A7A8-9D144BD32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440534-9D09-4AF6-AA19-47E8654609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417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C503013-B522-789D-3E20-F1DF19DD4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D9F4B7-27A0-69B0-2746-006A0AD50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7E6BA1-C68D-353C-065C-E8036F42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FD05D1-8F31-942C-AFA4-2C72723A6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F06D41-0871-9B0A-B14D-0ACCDDC6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14372C-01B6-42E2-9540-A617AD3090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6767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BBF894D-036C-89B3-7401-984E51C6D4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45D6D07-B0C5-3962-176A-0B5869996D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645A35E-0F8D-D69E-6176-D0C762B4868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F498318-BF00-0847-AB70-EE19B648E03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568F367-E50D-7707-2400-2E536D6F4D1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317BCE0-2A13-4343-A23D-555C03FC631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646532A-A8F3-A5A0-C624-B897FE2868A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97</a:t>
            </a:r>
            <a:br>
              <a:rPr lang="en-US" altLang="pt-BR" sz="4000" b="1" i="1"/>
            </a:br>
            <a:r>
              <a:rPr lang="en-US" altLang="pt-BR" sz="4000" b="1" i="1"/>
              <a:t>HÁ UM CAMINHO SANTO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2B4EE1C-592C-F730-42E1-83A88CEA50E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526E89E-340A-6A98-23FF-FF1A42AFA0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86400"/>
          </a:xfrm>
        </p:spPr>
        <p:txBody>
          <a:bodyPr/>
          <a:lstStyle/>
          <a:p>
            <a:r>
              <a:rPr lang="en-US" altLang="pt-BR" sz="3600" i="1"/>
              <a:t>Há um caminho santo, ao céu de plena luz, </a:t>
            </a:r>
            <a:br>
              <a:rPr lang="en-US" altLang="pt-BR" sz="3600" i="1"/>
            </a:br>
            <a:r>
              <a:rPr lang="en-US" altLang="pt-BR" sz="3600" i="1"/>
              <a:t>As vezes espinhoso, à glória nos conduz; </a:t>
            </a:r>
            <a:br>
              <a:rPr lang="en-US" altLang="pt-BR" sz="3600" i="1"/>
            </a:br>
            <a:r>
              <a:rPr lang="en-US" altLang="pt-BR" sz="3600" i="1"/>
              <a:t>E o caminho certo pra todo pecador; </a:t>
            </a:r>
            <a:br>
              <a:rPr lang="en-US" altLang="pt-BR" sz="3600" i="1"/>
            </a:br>
            <a:r>
              <a:rPr lang="en-US" altLang="pt-BR" sz="3600" i="1"/>
              <a:t>Jesus é o Salvador, </a:t>
            </a:r>
            <a:br>
              <a:rPr lang="en-US" altLang="pt-BR" sz="3600" i="1"/>
            </a:br>
            <a:r>
              <a:rPr lang="en-US" altLang="pt-BR" sz="3600" i="1"/>
              <a:t>Jesus é o Salvador.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96778B5-CC18-E153-22EA-AC9F2A9C81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86400"/>
          </a:xfrm>
        </p:spPr>
        <p:txBody>
          <a:bodyPr/>
          <a:lstStyle/>
          <a:p>
            <a:r>
              <a:rPr lang="en-US" altLang="pt-BR" sz="3600" i="1"/>
              <a:t>Há paz inabalável pra quem está na luz; </a:t>
            </a:r>
            <a:br>
              <a:rPr lang="en-US" altLang="pt-BR" sz="3600" i="1"/>
            </a:br>
            <a:r>
              <a:rPr lang="en-US" altLang="pt-BR" sz="3600" i="1"/>
              <a:t>Por preço incomparável </a:t>
            </a:r>
            <a:br>
              <a:rPr lang="en-US" altLang="pt-BR" sz="3600" i="1"/>
            </a:br>
            <a:r>
              <a:rPr lang="en-US" altLang="pt-BR" sz="3600" i="1"/>
              <a:t>Comprou-me a mim Jesus </a:t>
            </a:r>
            <a:br>
              <a:rPr lang="en-US" altLang="pt-BR" sz="3600" i="1"/>
            </a:br>
            <a:r>
              <a:rPr lang="en-US" altLang="pt-BR" sz="3600" i="1"/>
              <a:t>O dom do Pai amado minh'alma satisfaz, </a:t>
            </a:r>
            <a:br>
              <a:rPr lang="en-US" altLang="pt-BR" sz="3600" i="1"/>
            </a:br>
            <a:r>
              <a:rPr lang="en-US" altLang="pt-BR" sz="3600" i="1"/>
              <a:t>Jesus é minha paz, </a:t>
            </a:r>
            <a:br>
              <a:rPr lang="en-US" altLang="pt-BR" sz="3600" i="1"/>
            </a:br>
            <a:r>
              <a:rPr lang="en-US" altLang="pt-BR" sz="3600" i="1"/>
              <a:t>Jesus é minha paz.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868E292-BFB5-3150-32FE-90138B5E51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86400"/>
          </a:xfrm>
        </p:spPr>
        <p:txBody>
          <a:bodyPr/>
          <a:lstStyle/>
          <a:p>
            <a:r>
              <a:rPr lang="en-US" altLang="pt-BR" sz="3600" i="1"/>
              <a:t>Há um poder que sara o triste coração, Que dá alívio à alma, paz e consolação, </a:t>
            </a:r>
            <a:br>
              <a:rPr lang="en-US" altLang="pt-BR" sz="3600" i="1"/>
            </a:br>
            <a:r>
              <a:rPr lang="en-US" altLang="pt-BR" sz="3600" i="1"/>
              <a:t>E guarda minha veste, também, </a:t>
            </a:r>
            <a:br>
              <a:rPr lang="en-US" altLang="pt-BR" sz="3600" i="1"/>
            </a:br>
            <a:r>
              <a:rPr lang="en-US" altLang="pt-BR" sz="3600" i="1"/>
              <a:t>Em nívea luz; </a:t>
            </a:r>
            <a:br>
              <a:rPr lang="en-US" altLang="pt-BR" sz="3600" i="1"/>
            </a:br>
            <a:r>
              <a:rPr lang="en-US" altLang="pt-BR" sz="3600" i="1"/>
              <a:t>Poder de meu Jesus, </a:t>
            </a:r>
            <a:br>
              <a:rPr lang="en-US" altLang="pt-BR" sz="3600" i="1"/>
            </a:br>
            <a:r>
              <a:rPr lang="en-US" altLang="pt-BR" sz="3600" i="1"/>
              <a:t>Poder de meu Jesus!  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82E0FD0-6C48-199C-DE04-B33A0A5B34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86400"/>
          </a:xfrm>
        </p:spPr>
        <p:txBody>
          <a:bodyPr/>
          <a:lstStyle/>
          <a:p>
            <a:r>
              <a:rPr lang="en-US" altLang="pt-BR" sz="3600" i="1"/>
              <a:t>Há um fim glorioso, além do escuro véu; </a:t>
            </a:r>
            <a:br>
              <a:rPr lang="en-US" altLang="pt-BR" sz="3600" i="1"/>
            </a:br>
            <a:r>
              <a:rPr lang="en-US" altLang="pt-BR" sz="3600" i="1"/>
              <a:t>No fim do espinhoso caminho está o céu; </a:t>
            </a:r>
            <a:br>
              <a:rPr lang="en-US" altLang="pt-BR" sz="3600" i="1"/>
            </a:br>
            <a:r>
              <a:rPr lang="en-US" altLang="pt-BR" sz="3600" i="1"/>
              <a:t>E quando for tirado o véu da escuridão, Verei Jesus, então, </a:t>
            </a:r>
            <a:br>
              <a:rPr lang="en-US" altLang="pt-BR" sz="3600" i="1"/>
            </a:br>
            <a:r>
              <a:rPr lang="en-US" altLang="pt-BR" sz="3600" i="1"/>
              <a:t>Verei Jesus, então.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97 HÁ UM CAMINHO SANTO </vt:lpstr>
      <vt:lpstr>Há um caminho santo, ao céu de plena luz,  As vezes espinhoso, à glória nos conduz;  E o caminho certo pra todo pecador;  Jesus é o Salvador,  Jesus é o Salvador. </vt:lpstr>
      <vt:lpstr>Há paz inabalável pra quem está na luz;  Por preço incomparável  Comprou-me a mim Jesus  O dom do Pai amado minh'alma satisfaz,  Jesus é minha paz,  Jesus é minha paz. </vt:lpstr>
      <vt:lpstr>Há um poder que sara o triste coração, Que dá alívio à alma, paz e consolação,  E guarda minha veste, também,  Em nívea luz;  Poder de meu Jesus,  Poder de meu Jesus!   </vt:lpstr>
      <vt:lpstr>Há um fim glorioso, além do escuro véu;  No fim do espinhoso caminho está o céu;  E quando for tirado o véu da escuridão, Verei Jesus, então,  Verei Jesus, então.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97 HÁ UM CAMINHO SANTO </dc:title>
  <dc:creator>Junior</dc:creator>
  <cp:lastModifiedBy>Emerson Souza</cp:lastModifiedBy>
  <cp:revision>1</cp:revision>
  <dcterms:created xsi:type="dcterms:W3CDTF">2005-12-23T13:14:01Z</dcterms:created>
  <dcterms:modified xsi:type="dcterms:W3CDTF">2026-05-02T21:44:53Z</dcterms:modified>
</cp:coreProperties>
</file>