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F5596-7002-E056-B917-53FEAFD96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2A9E96-8D83-6DBD-159F-E15C3FCDA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48CD34-5B95-B4CC-A426-9F568FB5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770866-E92F-B768-DF34-8351CBE8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7BCB88-A577-FD97-79E4-A26BA23B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575F47-8388-4913-A78F-AD5ECE7816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302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89ACF-B919-7BB1-012C-221C721F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C0CBFA-FD92-1C1D-2C78-FEDD095A9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9BCF5A-7532-E738-2457-ED292691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C0501C-AADA-2FAB-8882-E03B4C66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134625-1F5B-D541-048F-042A8E86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98253D-BF0D-4B04-92AD-75B00D98AE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560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62156-BEB1-8B9B-3019-42DE61B4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FE634D-F727-43D9-AE74-19498CDA4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3C6AE7-D392-3B8D-1545-184446A3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14AD62-FF45-5F33-D433-1D252556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3F36C9-3FFC-55A5-400D-B28ABCA5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A7583-44F9-4E79-8A62-673D0B5AC2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930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C0DC3-109D-A867-C9DA-BB8A624E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6CB044-84B3-06EE-4BC3-2ABC635A2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D9A60A-CF17-D922-91E9-049C22E5B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DAAA47-4AC6-4704-A645-882F5868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5D5E91-824E-1873-0A11-12FBF0B6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8E0156-3A2B-5FCF-5B73-E8681DC4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B2C95-82F3-4528-8836-FD0265AD5F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862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D2DE2-D86C-F76C-5991-9C1D0A9EC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C9AC0B-2C98-593A-73B5-F48E3E6D5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7514B6-9B94-4F57-097C-8D101B218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3DFAF6-755C-F01E-4AEB-6FFCAB2A6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6D309EF-3EED-099D-7B3F-7A84DAD62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262CB59-D379-8DF1-B7CC-8D54F618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7CD8B5-7C37-7B53-F4F6-9339B0C7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9D7391-CA44-987C-7513-07F9DD2E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5E721-7812-4DA1-B33C-6E5B8D7C8E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475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CA636-AC53-676C-3789-FA2FBE9C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582667-DEE3-5A70-9BFA-E09BEBC5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8E289D-266F-B73B-F0F9-1F23F09E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D74EF2-67F8-F704-D010-922B0C0E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DB0C64-8177-4791-84CE-0ED0C21BC5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813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EFD2CB-7B8A-F22D-A0D9-5D6694D0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C754D3-9614-CB03-7B9E-6D90FE13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EAE9A1-E78A-1D38-49BB-3430CDD0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75221C-EAC8-44B2-82E8-72559111E1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583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C16C4-3F9F-79D8-1A2C-31A2F447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1C0D4C-B450-D3F8-12D8-B48270B28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3C414C-9289-E1F2-76EC-BF0E68286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EECEFD-49D3-0904-036E-435E6AB6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0AEC5D-8A16-7B3E-7DD2-D323A482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DD0492-FB5B-2D76-4CC0-14FDC26D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C4E44-F997-4811-9110-4DB3662746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006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5D0DD-80B9-7824-D3B4-52E1B29F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DC3076-0D29-37FC-875E-8E5206D41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5BB2D0-8B6B-A51F-6CCA-A9815719B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8F3FC0-709D-6D22-273F-33D771E9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0F4B12-87D5-4A6D-7CD9-62FF5B9E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299BB1-AAB2-D4EB-EF3C-F390B2E8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06871-1D12-4D21-B587-1100BA5320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004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F67E4-0BAF-8C7B-EB1C-93465392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5E7C6D-A1B1-CA86-50A3-DD0063C0F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A78D3F-7467-1747-9066-37A55036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4C0057-2085-03E6-B55E-6BC00E55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AEB7CE-FDF3-E92A-7B69-CFE20AAB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616580-77F9-4242-9736-7361125103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896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79BE18-AEC4-2969-7894-7B3618E29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C71D62-726F-ED50-4054-5617E6E15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CB9209-4EA5-DB46-D1DC-EDA34AB3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3AD05-91F8-94B3-1929-00CB43BD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1C7EE4-5B30-8B58-7E5F-EFA84D72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D6A1C-D781-496D-A94E-52C38F935E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770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BC69EA-A781-B039-7B6A-8969D757A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C18B87E-35D0-6B51-BC77-4509B4CF2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E3123D-8C95-FACA-AF26-DB3CDE12BB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5F4262-3B24-FD4D-2101-D5A7B8B925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AA5FDBE-7FC5-EB53-1B2B-43247BA687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D6B68E-7265-4201-A063-9A23072AB8D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635F474-7D23-A71C-D09B-7895D45588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603 – Método de Deus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1245F14-F164-1748-39E6-EC3A8CEE0B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F19FFE9-CD38-8DED-A98A-0A050848B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É bom falar com alguém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Cristo, de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bom falar com alguém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Cristo.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A306A2-339F-35F4-FB90-FAE7DB283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Vai hoje e traze alguém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Cristo, a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vai e traze alguém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Cristo.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AF4A482-0175-7051-22A2-48070ACAA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Vai hoje orar por alguém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Cristo. a Cristo.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vai orar por alguém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Cristo.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9BFE5A1-FBC9-F111-9824-9967AFE6D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Alguém assim salvarás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Cristo, por Cristo.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grande gozo terás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Cristo.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603 – Método de Deus</vt:lpstr>
      <vt:lpstr>É bom falar com alguém  De Cristo, de Cristo,  É bom falar com alguém  De Cristo.    </vt:lpstr>
      <vt:lpstr>Vai hoje e traze alguém  A Cristo, a Cristo,  Sim, vai e traze alguém  A Cristo.    </vt:lpstr>
      <vt:lpstr>Vai hoje orar por alguém  A Cristo. a Cristo.  Sim, vai orar por alguém  A Cristo.  </vt:lpstr>
      <vt:lpstr>Alguém assim salvarás  Por Cristo, por Cristo.  E grande gozo terás  Em Cristo.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603 – Método de Deus</dc:title>
  <dc:creator>Junior</dc:creator>
  <cp:lastModifiedBy>Emerson Souza</cp:lastModifiedBy>
  <cp:revision>1</cp:revision>
  <dcterms:created xsi:type="dcterms:W3CDTF">2005-12-27T17:30:42Z</dcterms:created>
  <dcterms:modified xsi:type="dcterms:W3CDTF">2026-05-02T22:27:40Z</dcterms:modified>
</cp:coreProperties>
</file>