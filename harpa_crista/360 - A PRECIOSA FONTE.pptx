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50598-BEA5-A25A-246B-B13839D2A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A856925-A9BE-5B61-549D-1B3F64E209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08E9EF-4C7A-F0BF-F170-C33EBE4E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32BC9-7355-6E9F-8327-1718B4C05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536374F-DB9C-E7AC-F843-B1D84CA78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6328DE-CCFE-47CB-BCBD-939A177AE3E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7993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C002-B49F-A78B-2577-1AEFBEDD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6AD588-E882-9CB8-EF24-4191C215F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ED8D76-0F1A-C1C6-3619-AC19960E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1B9F07-248A-E9F2-BA2B-A0E2483A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F4BF4E-07F0-E9F8-CE2F-498379488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76192D-0E6C-4C56-80DA-EC5DD0B892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2081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AF7AE-4FF6-03A1-C4D7-C4A733E35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E6EE592-F9FC-597E-7A87-57BEC0251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BE8F20-513B-D5C3-8632-07B0DD6DA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E452FF-D7AB-BFCA-8C97-173E2D8D6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93B321-75EF-D5C7-FF1C-5A2F0F2DE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EE3D5-4E91-4A8D-9C98-7615FE87D9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01316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A5A2F-8F15-D997-0C2F-EA97A709A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3F030-D7BC-F721-C660-DA10E46761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21D0FC8-2D35-FC9C-C2C9-3B3824434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88ACAD-9286-EF91-DAC2-822738A2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3AE4CC3-D6A1-1E11-A099-6A64A27F8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D118CDA-D668-87DF-17E0-D8FE6A03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7F196CF-8D0B-4570-846B-061A1EC0487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89202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4621B-51D3-7B55-CDA2-04EB91E4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B053D43-ADFB-F65F-4FC1-F051BB1165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51F16B-FAEC-7E8F-BB44-E71319088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E94FEE7-8A4D-883A-3EBA-E802BBBFC8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7ACB158-96E2-FB28-4866-106FE796B8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BE0275C-27CC-8A87-9AE3-3E6222D8F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F707CEF-3B1B-44E7-6A1B-1AEA9FCD8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C40C0DE-C37E-BA71-AA23-9CF197F9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6797C4-ED1D-4951-BF9A-116F25D1596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76548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C78F6-2E96-4186-E3C9-CD65D3352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706238B-FA67-FA2D-43BF-9A8C43964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8012D-E180-EFA6-C75D-CF9581B22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499435-509F-7855-6571-392648AFF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3A1507-DD38-4394-8927-0BD2C054E33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4666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6BEC1DD-9667-0768-E76C-B9FADBE97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EB9E0F-6760-9B94-9071-A6C106DE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6373F6-E6CC-5CD5-8123-837A05072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053A1-D550-439B-A701-7C2F69FDA00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57651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4B63F4-3CF0-729E-4118-AE4DBB836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B2D4FD-8921-D7E1-3154-2DBF8FBF6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877ABB-4513-E15C-C269-6F8708950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127CD3B-790D-F43A-B4B4-9D3F1104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97A2BE-0FF8-A9A0-3F94-53508E7B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9413C53-06E3-6BBC-31B2-1F9C631FD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116AFB-433E-4B3C-A836-40052AABE0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4001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8D1343-1681-27A7-35AD-3F4B43EC2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A16643AA-29F0-FE68-291E-61FAF652AB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079DF4-DD49-5475-239C-28C34839EB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5B8FEE-1ACC-4A39-C826-2603D1713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87FBD96-1796-DC0D-7D37-716B2E3E0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7CAFB4-3C33-0D1C-E311-810DAFC98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4CC3C8-9D76-48A8-933F-D3CBAD923F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71314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A96C5-9C41-9CA7-A040-58FFB325E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66B96C-789C-8FA1-29D8-FC47596AD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8CA734-437C-C982-15C8-CE4C65370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899E96-F585-4987-CF8D-AD355A85E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2DC9D8-511A-2EC2-52F1-F11079E4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16F02-FA8B-47D7-BC2F-5BE64121EA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5647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6769597-65BF-D70C-EF97-DF703488D8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3202EC-D164-BB8E-C2BF-BFD5E2310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740FA2-5F58-3910-4260-A66C7F17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9A9B16-227C-70F6-9DED-D90882B8A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0920783-AB47-9B9A-C74A-30A397C18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BB071A-7247-489B-A404-EB2AD719AAD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5937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7B9D708-A343-A5B4-1934-565129864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2016CDB-77BF-51FD-17A1-E94C7F8C5B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69DB581-2355-1177-FEE5-B448FB3EB06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ADF0687-1218-F008-8FAF-FFFDF25B7EA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2041794-5612-CD07-E773-6557F94ADB2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0383868-127F-4D0D-9679-F9575C570D2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1B037781-1378-112F-035D-851880780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9FB6E461-39AF-8821-6EB3-A504E13CDE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chemeClr val="bg1"/>
                </a:solidFill>
              </a:rPr>
              <a:t>360</a:t>
            </a:r>
            <a:br>
              <a:rPr lang="pt-BR" altLang="pt-BR" sz="4400" b="1">
                <a:solidFill>
                  <a:schemeClr val="bg1"/>
                </a:solidFill>
              </a:rPr>
            </a:br>
            <a:r>
              <a:rPr lang="pt-BR" altLang="pt-BR" sz="4400" b="1">
                <a:solidFill>
                  <a:schemeClr val="bg1"/>
                </a:solidFill>
              </a:rPr>
              <a:t>A PRECIOSA FONTE</a:t>
            </a:r>
            <a:endParaRPr lang="en-US" altLang="pt-BR" sz="44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694059B6-60C3-D723-8D31-F064A6132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3D885EFD-50E2-AF8F-0203-E506056AE6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Vem à fonte sanadora,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Que abriu o Salvador,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Cujas águas sedutoras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Têm um divinal sabor.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004940B3-ADAD-191E-0379-9E4F0BA91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FDBCFDB6-0331-377F-078A-50770C736F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 b="1" i="1">
                <a:solidFill>
                  <a:schemeClr val="bg1"/>
                </a:solidFill>
              </a:rPr>
              <a:t>Oh! Preciosa fonte sanadora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Para todos corre, sim!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Oh! Preciosa fonte sanadora!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Glória a Deus, me sara a mim!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59BA77D-388E-7261-55A9-9981C2D52D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5BE16A2D-10D4-4A45-AFF8-5A75ADE37E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Nesta fonte, que nos sara,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Encontrei real perdão;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Minha veste fez-se clara,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Tenho purificação.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D802F38F-5149-BE7C-52C9-AEB102680B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15" name="Rectangle 3">
            <a:extLst>
              <a:ext uri="{FF2B5EF4-FFF2-40B4-BE49-F238E27FC236}">
                <a16:creationId xmlns:a16="http://schemas.microsoft.com/office/drawing/2014/main" id="{9ABF4558-5AE9-41C8-E0D7-EA700FFA35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 b="1" i="1">
                <a:solidFill>
                  <a:schemeClr val="bg1"/>
                </a:solidFill>
              </a:rPr>
              <a:t>Oh! Preciosa fonte sanadora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Para todos corre, sim!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Oh! Preciosa fonte sanadora!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Glória a Deus, me sara a mim!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>
            <a:extLst>
              <a:ext uri="{FF2B5EF4-FFF2-40B4-BE49-F238E27FC236}">
                <a16:creationId xmlns:a16="http://schemas.microsoft.com/office/drawing/2014/main" id="{668A59A4-C28D-656B-425E-D644C729B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6" name="Rectangle 2">
            <a:extLst>
              <a:ext uri="{FF2B5EF4-FFF2-40B4-BE49-F238E27FC236}">
                <a16:creationId xmlns:a16="http://schemas.microsoft.com/office/drawing/2014/main" id="{3A2403BB-43F6-9C2F-86CA-6E22E2CB6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Nesta fonte, que nos cura,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Deu-me Cristo, salvação;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Sã tornou minh'alma e pura, 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E lhe deu consolação.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D13D3853-DEED-7DD4-D18F-B018034A4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339" name="Rectangle 3">
            <a:extLst>
              <a:ext uri="{FF2B5EF4-FFF2-40B4-BE49-F238E27FC236}">
                <a16:creationId xmlns:a16="http://schemas.microsoft.com/office/drawing/2014/main" id="{29521C9C-A9FF-E5EF-9168-0445E390EF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 b="1" i="1">
                <a:solidFill>
                  <a:schemeClr val="bg1"/>
                </a:solidFill>
              </a:rPr>
              <a:t>Oh! Preciosa fonte sanadora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Para todos corre, sim!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Oh! Preciosa fonte sanadora!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Glória a Deus, me sara a mim!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>
            <a:extLst>
              <a:ext uri="{FF2B5EF4-FFF2-40B4-BE49-F238E27FC236}">
                <a16:creationId xmlns:a16="http://schemas.microsoft.com/office/drawing/2014/main" id="{520E3BE7-61DC-EE3F-9A75-3D6962962E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0" name="Rectangle 2">
            <a:extLst>
              <a:ext uri="{FF2B5EF4-FFF2-40B4-BE49-F238E27FC236}">
                <a16:creationId xmlns:a16="http://schemas.microsoft.com/office/drawing/2014/main" id="{9D6F1D48-269E-64C7-83E4-F1A06A72C6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4000">
                <a:solidFill>
                  <a:schemeClr val="bg1"/>
                </a:solidFill>
              </a:rPr>
              <a:t>Vem à fonte que te cura;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Hoje vem purificar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A tu'alma, que impura,</a:t>
            </a:r>
            <a:br>
              <a:rPr lang="pt-BR" altLang="pt-BR" sz="4000">
                <a:solidFill>
                  <a:schemeClr val="bg1"/>
                </a:solidFill>
              </a:rPr>
            </a:br>
            <a:r>
              <a:rPr lang="pt-BR" altLang="pt-BR" sz="4000">
                <a:solidFill>
                  <a:schemeClr val="bg1"/>
                </a:solidFill>
              </a:rPr>
              <a:t>Lá no céu não pode entrar.</a:t>
            </a:r>
            <a:r>
              <a:rPr lang="pt-BR" altLang="pt-BR" sz="1600"/>
              <a:t>	P.L.M.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>
            <a:extLst>
              <a:ext uri="{FF2B5EF4-FFF2-40B4-BE49-F238E27FC236}">
                <a16:creationId xmlns:a16="http://schemas.microsoft.com/office/drawing/2014/main" id="{15BB60EE-73DF-34B7-2FFB-4BEF03CF2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363" name="Rectangle 3">
            <a:extLst>
              <a:ext uri="{FF2B5EF4-FFF2-40B4-BE49-F238E27FC236}">
                <a16:creationId xmlns:a16="http://schemas.microsoft.com/office/drawing/2014/main" id="{7623C967-F0C2-62E1-E1E7-CEF8C30F9F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4000" b="1" i="1">
                <a:solidFill>
                  <a:schemeClr val="bg1"/>
                </a:solidFill>
              </a:rPr>
              <a:t>Oh! Preciosa fonte sanadora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Para todos corre, sim!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Oh! Preciosa fonte sanadora! </a:t>
            </a:r>
            <a:br>
              <a:rPr lang="pt-BR" altLang="pt-BR" sz="4000" b="1" i="1">
                <a:solidFill>
                  <a:schemeClr val="bg1"/>
                </a:solidFill>
              </a:rPr>
            </a:br>
            <a:r>
              <a:rPr lang="pt-BR" altLang="pt-BR" sz="4000" b="1" i="1">
                <a:solidFill>
                  <a:schemeClr val="bg1"/>
                </a:solidFill>
              </a:rPr>
              <a:t>Glória a Deus, me sara a mim!</a:t>
            </a:r>
            <a:endParaRPr lang="en-US" altLang="pt-BR" sz="4000" b="1" i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223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360 A PRECIOSA FONTE</vt:lpstr>
      <vt:lpstr>Vem à fonte sanadora,  Que abriu o Salvador,  Cujas águas sedutoras  Têm um divinal sabor. </vt:lpstr>
      <vt:lpstr>Oh! Preciosa fonte sanadora  Para todos corre, sim! Oh! Preciosa fonte sanadora!  Glória a Deus, me sara a mim!</vt:lpstr>
      <vt:lpstr>Nesta fonte, que nos sara,  Encontrei real perdão;  Minha veste fez-se clara,  Tenho purificação. </vt:lpstr>
      <vt:lpstr>Oh! Preciosa fonte sanadora  Para todos corre, sim! Oh! Preciosa fonte sanadora!  Glória a Deus, me sara a mim!</vt:lpstr>
      <vt:lpstr>Nesta fonte, que nos cura,  Deu-me Cristo, salvação;  Sã tornou minh'alma e pura,  E lhe deu consolação. </vt:lpstr>
      <vt:lpstr>Oh! Preciosa fonte sanadora  Para todos corre, sim! Oh! Preciosa fonte sanadora!  Glória a Deus, me sara a mim!</vt:lpstr>
      <vt:lpstr>Vem à fonte que te cura; Hoje vem purificar A tu'alma, que impura, Lá no céu não pode entrar. P.L.M. </vt:lpstr>
      <vt:lpstr>Oh! Preciosa fonte sanadora  Para todos corre, sim! Oh! Preciosa fonte sanadora!  Glória a Deus, me sara a mim!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360 - A PRECIOSA FONTE</dc:title>
  <dc:creator>Montagna</dc:creator>
  <cp:lastModifiedBy>Emerson Souza</cp:lastModifiedBy>
  <cp:revision>3</cp:revision>
  <dcterms:created xsi:type="dcterms:W3CDTF">2005-10-20T05:09:11Z</dcterms:created>
  <dcterms:modified xsi:type="dcterms:W3CDTF">2026-05-02T22:06:59Z</dcterms:modified>
</cp:coreProperties>
</file>