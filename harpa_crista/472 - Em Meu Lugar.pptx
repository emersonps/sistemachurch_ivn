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48F7B9-1159-FDCB-DF2C-6FCFB7A21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6AC3BD-E539-4B68-9F4F-C1735CAFA4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FEBEC1-7183-4D1E-E8EE-19257727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55C52F-CDE2-6F4F-3AB5-9D69732DC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A6037CC-1DB2-1561-2556-7888F66B5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75E69-63A6-4F18-8ECD-1F6718F858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6285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0D877-310C-FAA1-9BC9-2822CF79F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3B4C1A-29A0-DADF-6698-CC1CE0301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23E359-CF51-B21E-84FA-5C8B7CCB8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518051-4DB7-AE37-0EF9-6336D23DA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4F3345-12A0-9067-C2AA-730803BB7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9C9AC4-DCF6-4FF9-8B9A-1E2874EA2F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6038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4DDD59-51B3-F9B6-82BF-B5E80F7C4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AF0B4C-DC27-8C28-5FBB-061884AB8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9F45BA-BC51-F9CA-54DC-6132BB4D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6319C6-B164-6FBD-A661-7DD304A7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D963FF-EC73-ED83-2899-D87A2E5E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68E9D2-011F-4DE0-8A71-E03F87B2C20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85252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ED062E-6C99-ABC7-C592-59C1E3A7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4B690A-BBA0-C99D-0DC2-8C98B0736B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6371B72-9508-D08A-3E63-7BF6743E3A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6E3EC4-6BE1-CB7F-FC54-118781331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3B638CB-D4A5-332E-B94E-A7680DAE6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9DB0A6-95DD-6DA9-4D0A-8835AF63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E0350-3AE2-43A4-BC24-B9E19BDA85C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9188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2E8E14-5260-ADD6-8F43-74670F64C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EAD0C4C-849A-85E9-F4C5-017ADB9C1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3D37466-F0F5-708B-A65F-7E0CDA782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AA26BF7-AD33-419A-D206-B7EBBFA7DB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520233-5C1D-5199-3488-1E9FD03DD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14C69A1-6CB3-6D0C-6767-7E47AE5F6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5A2E981-FD17-69D5-68E7-23331C52A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FB1AC62-1F6F-9639-CE43-B6EF7FD5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9F45A3-F156-4C36-997A-004DD39611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889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1B175D-47E8-C639-FC2B-5D381F54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0B983B4-19C2-1F6A-C481-C26F33678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9814B6-403E-BD37-2F07-F1D3A3BE4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9D0F54-65EC-ED88-4318-CB22148D9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63AF46-863B-429E-B9A1-7F61F0FB76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4239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8EE2D47-988E-CB09-128D-06E17F09F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BCE168-151F-8FC4-6EE3-BD3F01E0D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C8EB8A-4010-7875-1435-39E8A78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57E03-BF8A-4362-A08B-FE7D12B625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3935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22C68B-6B1B-CF82-FF94-42404738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DFA948-9060-AC35-8533-70606F395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9A8A19D-8CBF-6173-227F-6F4678BCEF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61A2F1-CE9F-CDD4-96DA-BC4D0B54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D5F34C-27E4-5074-BCCB-B6B253252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4BC95B-FF77-42FD-4471-15182FEE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77E620-D95E-4CCE-BAB9-C791EE8223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82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9B169F-FA43-1CC8-D59A-8CACEC007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CEAEA43-7E6F-D77F-48A4-2CDFEEBE6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9CA833-8EE8-FCA8-1AD0-961C47C60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EC3A5AD-90D7-4B4C-017C-1A7A1EEB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4A85B6-DFBA-A2B5-35F0-779294B1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54D85D-F012-18DF-180E-2DF2BC59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6BF4B6-EC74-405A-9B93-D3A4FF6A2B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0245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89B5F-CA73-C93C-7CD4-E3EC0081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CF11B04-E210-76B6-361F-4A1E471FA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661D51-32AA-BD9B-71EB-306D7D804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2AE41-C11A-EB74-FC8C-1E26BA26A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CA2AB4-B95C-1987-5F3C-600B259A7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5EB2E9-C00B-4FFA-ABC0-9C0D9EF88A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6337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7DDF26-D641-6325-4D07-FF228AAB0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857531-390F-D1CA-20F9-0FCEC2F1B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72D77D-4CB0-76AF-F63A-ED975E893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E6A4DD-F852-47B8-7C97-B2BB5350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450C03-8307-8E50-501C-28D835BAE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E3FCC-A289-4385-B7D2-8E3CF6BAC8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3823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287129-606C-C286-609D-9656CDCAA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4ADFEC9-570C-B8ED-5F6A-6057158795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5C414BE-A64B-251F-6CBF-562F63E9984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2304176-F037-EAA5-BB69-9948B122D9B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38AEDC2-E435-0D7F-A8A5-DE377FB3F13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7FB82C4-33EB-4E85-A8A8-1DC3EE405506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2AC0660-104D-B3C3-BC3C-8FB766009DB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472 – Em Meu Lugar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849578C2-57EB-EFA4-1FE5-D3CA235A8D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F0418FDE-32A1-D722-E083-6CDA1D15B2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Cristo Jesus lá na cruz já sofre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Em meu lugar, em meu lugar;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Tudo por mim Ele ali padeceu,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Para a minh'alma salvar.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6CBEF1B-9272-DCAA-EC0C-4AB1A1E81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Glória a Jesus, meu pecado cravou</a:t>
            </a:r>
            <a:r>
              <a:rPr lang="en-US" altLang="pt-BR" sz="4000"/>
              <a:t> </a:t>
            </a:r>
            <a:r>
              <a:rPr lang="en-US" altLang="pt-BR" sz="4000" i="1"/>
              <a:t>Sobre a cruz, sobre a cruz;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Sangue precioso minh'alma lavou;</a:t>
            </a:r>
            <a:r>
              <a:rPr lang="en-US" altLang="pt-BR" sz="4000"/>
              <a:t> </a:t>
            </a:r>
            <a:r>
              <a:rPr lang="en-US" altLang="pt-BR" sz="4000" i="1"/>
              <a:t>Glória ao bondoso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Office PowerPoint</Application>
  <PresentationFormat>Apresentação na tela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Arial</vt:lpstr>
      <vt:lpstr>Design padrão</vt:lpstr>
      <vt:lpstr>472 – Em Meu Lugar </vt:lpstr>
      <vt:lpstr>Cristo Jesus lá na cruz já sofre  Em meu lugar, em meu lugar;  Tudo por mim Ele ali padeceu,  Para a minh'alma salvar.  </vt:lpstr>
      <vt:lpstr>Glória a Jesus, meu pecado cravou Sobre a cruz, sobre a cruz;  Sangue precioso minh'alma lavou; Glória ao bondoso Jesus.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472 – Em Meu Lugar </dc:title>
  <dc:creator>Junior</dc:creator>
  <cp:lastModifiedBy>Emerson Souza</cp:lastModifiedBy>
  <cp:revision>1</cp:revision>
  <dcterms:created xsi:type="dcterms:W3CDTF">2005-12-25T23:05:28Z</dcterms:created>
  <dcterms:modified xsi:type="dcterms:W3CDTF">2026-05-02T22:16:37Z</dcterms:modified>
</cp:coreProperties>
</file>